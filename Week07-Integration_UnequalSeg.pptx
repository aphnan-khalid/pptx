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5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6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9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3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7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5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3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6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9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9BB5054-57EA-4A39-BAE0-00D38D7EA6F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98718AA-0107-4D4D-9C6B-A605D51A4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1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image" Target="../media/image1.png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73.xml"/><Relationship Id="rId299" Type="http://schemas.openxmlformats.org/officeDocument/2006/relationships/tags" Target="../tags/tag355.xml"/><Relationship Id="rId21" Type="http://schemas.openxmlformats.org/officeDocument/2006/relationships/tags" Target="../tags/tag77.xml"/><Relationship Id="rId63" Type="http://schemas.openxmlformats.org/officeDocument/2006/relationships/tags" Target="../tags/tag119.xml"/><Relationship Id="rId159" Type="http://schemas.openxmlformats.org/officeDocument/2006/relationships/tags" Target="../tags/tag215.xml"/><Relationship Id="rId324" Type="http://schemas.openxmlformats.org/officeDocument/2006/relationships/tags" Target="../tags/tag380.xml"/><Relationship Id="rId366" Type="http://schemas.openxmlformats.org/officeDocument/2006/relationships/tags" Target="../tags/tag422.xml"/><Relationship Id="rId170" Type="http://schemas.openxmlformats.org/officeDocument/2006/relationships/tags" Target="../tags/tag226.xml"/><Relationship Id="rId226" Type="http://schemas.openxmlformats.org/officeDocument/2006/relationships/tags" Target="../tags/tag282.xml"/><Relationship Id="rId433" Type="http://schemas.openxmlformats.org/officeDocument/2006/relationships/tags" Target="../tags/tag489.xml"/><Relationship Id="rId268" Type="http://schemas.openxmlformats.org/officeDocument/2006/relationships/tags" Target="../tags/tag324.xml"/><Relationship Id="rId475" Type="http://schemas.openxmlformats.org/officeDocument/2006/relationships/tags" Target="../tags/tag531.xml"/><Relationship Id="rId32" Type="http://schemas.openxmlformats.org/officeDocument/2006/relationships/tags" Target="../tags/tag88.xml"/><Relationship Id="rId74" Type="http://schemas.openxmlformats.org/officeDocument/2006/relationships/tags" Target="../tags/tag130.xml"/><Relationship Id="rId128" Type="http://schemas.openxmlformats.org/officeDocument/2006/relationships/tags" Target="../tags/tag184.xml"/><Relationship Id="rId335" Type="http://schemas.openxmlformats.org/officeDocument/2006/relationships/tags" Target="../tags/tag391.xml"/><Relationship Id="rId377" Type="http://schemas.openxmlformats.org/officeDocument/2006/relationships/tags" Target="../tags/tag433.xml"/><Relationship Id="rId500" Type="http://schemas.openxmlformats.org/officeDocument/2006/relationships/tags" Target="../tags/tag556.xml"/><Relationship Id="rId5" Type="http://schemas.openxmlformats.org/officeDocument/2006/relationships/tags" Target="../tags/tag61.xml"/><Relationship Id="rId181" Type="http://schemas.openxmlformats.org/officeDocument/2006/relationships/tags" Target="../tags/tag237.xml"/><Relationship Id="rId237" Type="http://schemas.openxmlformats.org/officeDocument/2006/relationships/tags" Target="../tags/tag293.xml"/><Relationship Id="rId402" Type="http://schemas.openxmlformats.org/officeDocument/2006/relationships/tags" Target="../tags/tag458.xml"/><Relationship Id="rId279" Type="http://schemas.openxmlformats.org/officeDocument/2006/relationships/tags" Target="../tags/tag335.xml"/><Relationship Id="rId444" Type="http://schemas.openxmlformats.org/officeDocument/2006/relationships/tags" Target="../tags/tag500.xml"/><Relationship Id="rId486" Type="http://schemas.openxmlformats.org/officeDocument/2006/relationships/tags" Target="../tags/tag542.xml"/><Relationship Id="rId43" Type="http://schemas.openxmlformats.org/officeDocument/2006/relationships/tags" Target="../tags/tag99.xml"/><Relationship Id="rId139" Type="http://schemas.openxmlformats.org/officeDocument/2006/relationships/tags" Target="../tags/tag195.xml"/><Relationship Id="rId290" Type="http://schemas.openxmlformats.org/officeDocument/2006/relationships/tags" Target="../tags/tag346.xml"/><Relationship Id="rId304" Type="http://schemas.openxmlformats.org/officeDocument/2006/relationships/tags" Target="../tags/tag360.xml"/><Relationship Id="rId346" Type="http://schemas.openxmlformats.org/officeDocument/2006/relationships/tags" Target="../tags/tag402.xml"/><Relationship Id="rId388" Type="http://schemas.openxmlformats.org/officeDocument/2006/relationships/tags" Target="../tags/tag444.xml"/><Relationship Id="rId85" Type="http://schemas.openxmlformats.org/officeDocument/2006/relationships/tags" Target="../tags/tag141.xml"/><Relationship Id="rId150" Type="http://schemas.openxmlformats.org/officeDocument/2006/relationships/tags" Target="../tags/tag206.xml"/><Relationship Id="rId192" Type="http://schemas.openxmlformats.org/officeDocument/2006/relationships/tags" Target="../tags/tag248.xml"/><Relationship Id="rId206" Type="http://schemas.openxmlformats.org/officeDocument/2006/relationships/tags" Target="../tags/tag262.xml"/><Relationship Id="rId413" Type="http://schemas.openxmlformats.org/officeDocument/2006/relationships/tags" Target="../tags/tag469.xml"/><Relationship Id="rId248" Type="http://schemas.openxmlformats.org/officeDocument/2006/relationships/tags" Target="../tags/tag304.xml"/><Relationship Id="rId455" Type="http://schemas.openxmlformats.org/officeDocument/2006/relationships/tags" Target="../tags/tag511.xml"/><Relationship Id="rId497" Type="http://schemas.openxmlformats.org/officeDocument/2006/relationships/tags" Target="../tags/tag553.xml"/><Relationship Id="rId12" Type="http://schemas.openxmlformats.org/officeDocument/2006/relationships/tags" Target="../tags/tag68.xml"/><Relationship Id="rId108" Type="http://schemas.openxmlformats.org/officeDocument/2006/relationships/tags" Target="../tags/tag164.xml"/><Relationship Id="rId315" Type="http://schemas.openxmlformats.org/officeDocument/2006/relationships/tags" Target="../tags/tag371.xml"/><Relationship Id="rId357" Type="http://schemas.openxmlformats.org/officeDocument/2006/relationships/tags" Target="../tags/tag413.xml"/><Relationship Id="rId54" Type="http://schemas.openxmlformats.org/officeDocument/2006/relationships/tags" Target="../tags/tag110.xml"/><Relationship Id="rId96" Type="http://schemas.openxmlformats.org/officeDocument/2006/relationships/tags" Target="../tags/tag152.xml"/><Relationship Id="rId161" Type="http://schemas.openxmlformats.org/officeDocument/2006/relationships/tags" Target="../tags/tag217.xml"/><Relationship Id="rId217" Type="http://schemas.openxmlformats.org/officeDocument/2006/relationships/tags" Target="../tags/tag273.xml"/><Relationship Id="rId399" Type="http://schemas.openxmlformats.org/officeDocument/2006/relationships/tags" Target="../tags/tag455.xml"/><Relationship Id="rId259" Type="http://schemas.openxmlformats.org/officeDocument/2006/relationships/tags" Target="../tags/tag315.xml"/><Relationship Id="rId424" Type="http://schemas.openxmlformats.org/officeDocument/2006/relationships/tags" Target="../tags/tag480.xml"/><Relationship Id="rId466" Type="http://schemas.openxmlformats.org/officeDocument/2006/relationships/tags" Target="../tags/tag522.xml"/><Relationship Id="rId23" Type="http://schemas.openxmlformats.org/officeDocument/2006/relationships/tags" Target="../tags/tag79.xml"/><Relationship Id="rId119" Type="http://schemas.openxmlformats.org/officeDocument/2006/relationships/tags" Target="../tags/tag175.xml"/><Relationship Id="rId270" Type="http://schemas.openxmlformats.org/officeDocument/2006/relationships/tags" Target="../tags/tag326.xml"/><Relationship Id="rId326" Type="http://schemas.openxmlformats.org/officeDocument/2006/relationships/tags" Target="../tags/tag382.xml"/><Relationship Id="rId65" Type="http://schemas.openxmlformats.org/officeDocument/2006/relationships/tags" Target="../tags/tag121.xml"/><Relationship Id="rId130" Type="http://schemas.openxmlformats.org/officeDocument/2006/relationships/tags" Target="../tags/tag186.xml"/><Relationship Id="rId368" Type="http://schemas.openxmlformats.org/officeDocument/2006/relationships/tags" Target="../tags/tag424.xml"/><Relationship Id="rId172" Type="http://schemas.openxmlformats.org/officeDocument/2006/relationships/tags" Target="../tags/tag228.xml"/><Relationship Id="rId228" Type="http://schemas.openxmlformats.org/officeDocument/2006/relationships/tags" Target="../tags/tag284.xml"/><Relationship Id="rId435" Type="http://schemas.openxmlformats.org/officeDocument/2006/relationships/tags" Target="../tags/tag491.xml"/><Relationship Id="rId477" Type="http://schemas.openxmlformats.org/officeDocument/2006/relationships/tags" Target="../tags/tag533.xml"/><Relationship Id="rId281" Type="http://schemas.openxmlformats.org/officeDocument/2006/relationships/tags" Target="../tags/tag337.xml"/><Relationship Id="rId337" Type="http://schemas.openxmlformats.org/officeDocument/2006/relationships/tags" Target="../tags/tag393.xml"/><Relationship Id="rId502" Type="http://schemas.openxmlformats.org/officeDocument/2006/relationships/tags" Target="../tags/tag558.xml"/><Relationship Id="rId34" Type="http://schemas.openxmlformats.org/officeDocument/2006/relationships/tags" Target="../tags/tag90.xml"/><Relationship Id="rId76" Type="http://schemas.openxmlformats.org/officeDocument/2006/relationships/tags" Target="../tags/tag132.xml"/><Relationship Id="rId141" Type="http://schemas.openxmlformats.org/officeDocument/2006/relationships/tags" Target="../tags/tag197.xml"/><Relationship Id="rId379" Type="http://schemas.openxmlformats.org/officeDocument/2006/relationships/tags" Target="../tags/tag435.xml"/><Relationship Id="rId7" Type="http://schemas.openxmlformats.org/officeDocument/2006/relationships/tags" Target="../tags/tag63.xml"/><Relationship Id="rId183" Type="http://schemas.openxmlformats.org/officeDocument/2006/relationships/tags" Target="../tags/tag239.xml"/><Relationship Id="rId239" Type="http://schemas.openxmlformats.org/officeDocument/2006/relationships/tags" Target="../tags/tag295.xml"/><Relationship Id="rId390" Type="http://schemas.openxmlformats.org/officeDocument/2006/relationships/tags" Target="../tags/tag446.xml"/><Relationship Id="rId404" Type="http://schemas.openxmlformats.org/officeDocument/2006/relationships/tags" Target="../tags/tag460.xml"/><Relationship Id="rId446" Type="http://schemas.openxmlformats.org/officeDocument/2006/relationships/tags" Target="../tags/tag502.xml"/><Relationship Id="rId250" Type="http://schemas.openxmlformats.org/officeDocument/2006/relationships/tags" Target="../tags/tag306.xml"/><Relationship Id="rId292" Type="http://schemas.openxmlformats.org/officeDocument/2006/relationships/tags" Target="../tags/tag348.xml"/><Relationship Id="rId306" Type="http://schemas.openxmlformats.org/officeDocument/2006/relationships/tags" Target="../tags/tag362.xml"/><Relationship Id="rId488" Type="http://schemas.openxmlformats.org/officeDocument/2006/relationships/tags" Target="../tags/tag544.xml"/><Relationship Id="rId45" Type="http://schemas.openxmlformats.org/officeDocument/2006/relationships/tags" Target="../tags/tag101.xml"/><Relationship Id="rId87" Type="http://schemas.openxmlformats.org/officeDocument/2006/relationships/tags" Target="../tags/tag143.xml"/><Relationship Id="rId110" Type="http://schemas.openxmlformats.org/officeDocument/2006/relationships/tags" Target="../tags/tag166.xml"/><Relationship Id="rId348" Type="http://schemas.openxmlformats.org/officeDocument/2006/relationships/tags" Target="../tags/tag404.xml"/><Relationship Id="rId152" Type="http://schemas.openxmlformats.org/officeDocument/2006/relationships/tags" Target="../tags/tag208.xml"/><Relationship Id="rId194" Type="http://schemas.openxmlformats.org/officeDocument/2006/relationships/tags" Target="../tags/tag250.xml"/><Relationship Id="rId208" Type="http://schemas.openxmlformats.org/officeDocument/2006/relationships/tags" Target="../tags/tag264.xml"/><Relationship Id="rId415" Type="http://schemas.openxmlformats.org/officeDocument/2006/relationships/tags" Target="../tags/tag471.xml"/><Relationship Id="rId457" Type="http://schemas.openxmlformats.org/officeDocument/2006/relationships/tags" Target="../tags/tag513.xml"/><Relationship Id="rId261" Type="http://schemas.openxmlformats.org/officeDocument/2006/relationships/tags" Target="../tags/tag317.xml"/><Relationship Id="rId499" Type="http://schemas.openxmlformats.org/officeDocument/2006/relationships/tags" Target="../tags/tag555.xml"/><Relationship Id="rId14" Type="http://schemas.openxmlformats.org/officeDocument/2006/relationships/tags" Target="../tags/tag70.xml"/><Relationship Id="rId56" Type="http://schemas.openxmlformats.org/officeDocument/2006/relationships/tags" Target="../tags/tag112.xml"/><Relationship Id="rId317" Type="http://schemas.openxmlformats.org/officeDocument/2006/relationships/tags" Target="../tags/tag373.xml"/><Relationship Id="rId359" Type="http://schemas.openxmlformats.org/officeDocument/2006/relationships/tags" Target="../tags/tag415.xml"/><Relationship Id="rId98" Type="http://schemas.openxmlformats.org/officeDocument/2006/relationships/tags" Target="../tags/tag154.xml"/><Relationship Id="rId121" Type="http://schemas.openxmlformats.org/officeDocument/2006/relationships/tags" Target="../tags/tag177.xml"/><Relationship Id="rId163" Type="http://schemas.openxmlformats.org/officeDocument/2006/relationships/tags" Target="../tags/tag219.xml"/><Relationship Id="rId219" Type="http://schemas.openxmlformats.org/officeDocument/2006/relationships/tags" Target="../tags/tag275.xml"/><Relationship Id="rId370" Type="http://schemas.openxmlformats.org/officeDocument/2006/relationships/tags" Target="../tags/tag426.xml"/><Relationship Id="rId426" Type="http://schemas.openxmlformats.org/officeDocument/2006/relationships/tags" Target="../tags/tag482.xml"/><Relationship Id="rId230" Type="http://schemas.openxmlformats.org/officeDocument/2006/relationships/tags" Target="../tags/tag286.xml"/><Relationship Id="rId468" Type="http://schemas.openxmlformats.org/officeDocument/2006/relationships/tags" Target="../tags/tag524.xml"/><Relationship Id="rId25" Type="http://schemas.openxmlformats.org/officeDocument/2006/relationships/tags" Target="../tags/tag81.xml"/><Relationship Id="rId67" Type="http://schemas.openxmlformats.org/officeDocument/2006/relationships/tags" Target="../tags/tag123.xml"/><Relationship Id="rId272" Type="http://schemas.openxmlformats.org/officeDocument/2006/relationships/tags" Target="../tags/tag328.xml"/><Relationship Id="rId328" Type="http://schemas.openxmlformats.org/officeDocument/2006/relationships/tags" Target="../tags/tag384.xml"/><Relationship Id="rId132" Type="http://schemas.openxmlformats.org/officeDocument/2006/relationships/tags" Target="../tags/tag188.xml"/><Relationship Id="rId174" Type="http://schemas.openxmlformats.org/officeDocument/2006/relationships/tags" Target="../tags/tag230.xml"/><Relationship Id="rId381" Type="http://schemas.openxmlformats.org/officeDocument/2006/relationships/tags" Target="../tags/tag437.xml"/><Relationship Id="rId241" Type="http://schemas.openxmlformats.org/officeDocument/2006/relationships/tags" Target="../tags/tag297.xml"/><Relationship Id="rId437" Type="http://schemas.openxmlformats.org/officeDocument/2006/relationships/tags" Target="../tags/tag493.xml"/><Relationship Id="rId479" Type="http://schemas.openxmlformats.org/officeDocument/2006/relationships/tags" Target="../tags/tag535.xml"/><Relationship Id="rId36" Type="http://schemas.openxmlformats.org/officeDocument/2006/relationships/tags" Target="../tags/tag92.xml"/><Relationship Id="rId283" Type="http://schemas.openxmlformats.org/officeDocument/2006/relationships/tags" Target="../tags/tag339.xml"/><Relationship Id="rId339" Type="http://schemas.openxmlformats.org/officeDocument/2006/relationships/tags" Target="../tags/tag395.xml"/><Relationship Id="rId490" Type="http://schemas.openxmlformats.org/officeDocument/2006/relationships/tags" Target="../tags/tag546.xml"/><Relationship Id="rId504" Type="http://schemas.openxmlformats.org/officeDocument/2006/relationships/slideLayout" Target="../slideLayouts/slideLayout2.xml"/><Relationship Id="rId78" Type="http://schemas.openxmlformats.org/officeDocument/2006/relationships/tags" Target="../tags/tag134.xml"/><Relationship Id="rId101" Type="http://schemas.openxmlformats.org/officeDocument/2006/relationships/tags" Target="../tags/tag157.xml"/><Relationship Id="rId143" Type="http://schemas.openxmlformats.org/officeDocument/2006/relationships/tags" Target="../tags/tag199.xml"/><Relationship Id="rId185" Type="http://schemas.openxmlformats.org/officeDocument/2006/relationships/tags" Target="../tags/tag241.xml"/><Relationship Id="rId350" Type="http://schemas.openxmlformats.org/officeDocument/2006/relationships/tags" Target="../tags/tag406.xml"/><Relationship Id="rId406" Type="http://schemas.openxmlformats.org/officeDocument/2006/relationships/tags" Target="../tags/tag462.xml"/><Relationship Id="rId9" Type="http://schemas.openxmlformats.org/officeDocument/2006/relationships/tags" Target="../tags/tag65.xml"/><Relationship Id="rId210" Type="http://schemas.openxmlformats.org/officeDocument/2006/relationships/tags" Target="../tags/tag266.xml"/><Relationship Id="rId392" Type="http://schemas.openxmlformats.org/officeDocument/2006/relationships/tags" Target="../tags/tag448.xml"/><Relationship Id="rId448" Type="http://schemas.openxmlformats.org/officeDocument/2006/relationships/tags" Target="../tags/tag504.xml"/><Relationship Id="rId252" Type="http://schemas.openxmlformats.org/officeDocument/2006/relationships/tags" Target="../tags/tag308.xml"/><Relationship Id="rId294" Type="http://schemas.openxmlformats.org/officeDocument/2006/relationships/tags" Target="../tags/tag350.xml"/><Relationship Id="rId308" Type="http://schemas.openxmlformats.org/officeDocument/2006/relationships/tags" Target="../tags/tag364.xml"/><Relationship Id="rId47" Type="http://schemas.openxmlformats.org/officeDocument/2006/relationships/tags" Target="../tags/tag103.xml"/><Relationship Id="rId89" Type="http://schemas.openxmlformats.org/officeDocument/2006/relationships/tags" Target="../tags/tag145.xml"/><Relationship Id="rId112" Type="http://schemas.openxmlformats.org/officeDocument/2006/relationships/tags" Target="../tags/tag168.xml"/><Relationship Id="rId154" Type="http://schemas.openxmlformats.org/officeDocument/2006/relationships/tags" Target="../tags/tag210.xml"/><Relationship Id="rId361" Type="http://schemas.openxmlformats.org/officeDocument/2006/relationships/tags" Target="../tags/tag417.xml"/><Relationship Id="rId196" Type="http://schemas.openxmlformats.org/officeDocument/2006/relationships/tags" Target="../tags/tag252.xml"/><Relationship Id="rId417" Type="http://schemas.openxmlformats.org/officeDocument/2006/relationships/tags" Target="../tags/tag473.xml"/><Relationship Id="rId459" Type="http://schemas.openxmlformats.org/officeDocument/2006/relationships/tags" Target="../tags/tag515.xml"/><Relationship Id="rId16" Type="http://schemas.openxmlformats.org/officeDocument/2006/relationships/tags" Target="../tags/tag72.xml"/><Relationship Id="rId221" Type="http://schemas.openxmlformats.org/officeDocument/2006/relationships/tags" Target="../tags/tag277.xml"/><Relationship Id="rId263" Type="http://schemas.openxmlformats.org/officeDocument/2006/relationships/tags" Target="../tags/tag319.xml"/><Relationship Id="rId319" Type="http://schemas.openxmlformats.org/officeDocument/2006/relationships/tags" Target="../tags/tag375.xml"/><Relationship Id="rId470" Type="http://schemas.openxmlformats.org/officeDocument/2006/relationships/tags" Target="../tags/tag526.xml"/><Relationship Id="rId58" Type="http://schemas.openxmlformats.org/officeDocument/2006/relationships/tags" Target="../tags/tag114.xml"/><Relationship Id="rId123" Type="http://schemas.openxmlformats.org/officeDocument/2006/relationships/tags" Target="../tags/tag179.xml"/><Relationship Id="rId330" Type="http://schemas.openxmlformats.org/officeDocument/2006/relationships/tags" Target="../tags/tag386.xml"/><Relationship Id="rId165" Type="http://schemas.openxmlformats.org/officeDocument/2006/relationships/tags" Target="../tags/tag221.xml"/><Relationship Id="rId372" Type="http://schemas.openxmlformats.org/officeDocument/2006/relationships/tags" Target="../tags/tag428.xml"/><Relationship Id="rId428" Type="http://schemas.openxmlformats.org/officeDocument/2006/relationships/tags" Target="../tags/tag484.xml"/><Relationship Id="rId232" Type="http://schemas.openxmlformats.org/officeDocument/2006/relationships/tags" Target="../tags/tag288.xml"/><Relationship Id="rId274" Type="http://schemas.openxmlformats.org/officeDocument/2006/relationships/tags" Target="../tags/tag330.xml"/><Relationship Id="rId481" Type="http://schemas.openxmlformats.org/officeDocument/2006/relationships/tags" Target="../tags/tag537.xml"/><Relationship Id="rId27" Type="http://schemas.openxmlformats.org/officeDocument/2006/relationships/tags" Target="../tags/tag83.xml"/><Relationship Id="rId69" Type="http://schemas.openxmlformats.org/officeDocument/2006/relationships/tags" Target="../tags/tag125.xml"/><Relationship Id="rId134" Type="http://schemas.openxmlformats.org/officeDocument/2006/relationships/tags" Target="../tags/tag190.xml"/><Relationship Id="rId80" Type="http://schemas.openxmlformats.org/officeDocument/2006/relationships/tags" Target="../tags/tag136.xml"/><Relationship Id="rId176" Type="http://schemas.openxmlformats.org/officeDocument/2006/relationships/tags" Target="../tags/tag232.xml"/><Relationship Id="rId341" Type="http://schemas.openxmlformats.org/officeDocument/2006/relationships/tags" Target="../tags/tag397.xml"/><Relationship Id="rId383" Type="http://schemas.openxmlformats.org/officeDocument/2006/relationships/tags" Target="../tags/tag439.xml"/><Relationship Id="rId439" Type="http://schemas.openxmlformats.org/officeDocument/2006/relationships/tags" Target="../tags/tag495.xml"/><Relationship Id="rId201" Type="http://schemas.openxmlformats.org/officeDocument/2006/relationships/tags" Target="../tags/tag257.xml"/><Relationship Id="rId243" Type="http://schemas.openxmlformats.org/officeDocument/2006/relationships/tags" Target="../tags/tag299.xml"/><Relationship Id="rId285" Type="http://schemas.openxmlformats.org/officeDocument/2006/relationships/tags" Target="../tags/tag341.xml"/><Relationship Id="rId450" Type="http://schemas.openxmlformats.org/officeDocument/2006/relationships/tags" Target="../tags/tag506.xml"/><Relationship Id="rId38" Type="http://schemas.openxmlformats.org/officeDocument/2006/relationships/tags" Target="../tags/tag94.xml"/><Relationship Id="rId103" Type="http://schemas.openxmlformats.org/officeDocument/2006/relationships/tags" Target="../tags/tag159.xml"/><Relationship Id="rId310" Type="http://schemas.openxmlformats.org/officeDocument/2006/relationships/tags" Target="../tags/tag366.xml"/><Relationship Id="rId492" Type="http://schemas.openxmlformats.org/officeDocument/2006/relationships/tags" Target="../tags/tag548.xml"/><Relationship Id="rId91" Type="http://schemas.openxmlformats.org/officeDocument/2006/relationships/tags" Target="../tags/tag147.xml"/><Relationship Id="rId145" Type="http://schemas.openxmlformats.org/officeDocument/2006/relationships/tags" Target="../tags/tag201.xml"/><Relationship Id="rId187" Type="http://schemas.openxmlformats.org/officeDocument/2006/relationships/tags" Target="../tags/tag243.xml"/><Relationship Id="rId352" Type="http://schemas.openxmlformats.org/officeDocument/2006/relationships/tags" Target="../tags/tag408.xml"/><Relationship Id="rId394" Type="http://schemas.openxmlformats.org/officeDocument/2006/relationships/tags" Target="../tags/tag450.xml"/><Relationship Id="rId408" Type="http://schemas.openxmlformats.org/officeDocument/2006/relationships/tags" Target="../tags/tag464.xml"/><Relationship Id="rId212" Type="http://schemas.openxmlformats.org/officeDocument/2006/relationships/tags" Target="../tags/tag268.xml"/><Relationship Id="rId254" Type="http://schemas.openxmlformats.org/officeDocument/2006/relationships/tags" Target="../tags/tag310.xml"/><Relationship Id="rId49" Type="http://schemas.openxmlformats.org/officeDocument/2006/relationships/tags" Target="../tags/tag105.xml"/><Relationship Id="rId114" Type="http://schemas.openxmlformats.org/officeDocument/2006/relationships/tags" Target="../tags/tag170.xml"/><Relationship Id="rId296" Type="http://schemas.openxmlformats.org/officeDocument/2006/relationships/tags" Target="../tags/tag352.xml"/><Relationship Id="rId461" Type="http://schemas.openxmlformats.org/officeDocument/2006/relationships/tags" Target="../tags/tag517.xml"/><Relationship Id="rId60" Type="http://schemas.openxmlformats.org/officeDocument/2006/relationships/tags" Target="../tags/tag116.xml"/><Relationship Id="rId156" Type="http://schemas.openxmlformats.org/officeDocument/2006/relationships/tags" Target="../tags/tag212.xml"/><Relationship Id="rId198" Type="http://schemas.openxmlformats.org/officeDocument/2006/relationships/tags" Target="../tags/tag254.xml"/><Relationship Id="rId321" Type="http://schemas.openxmlformats.org/officeDocument/2006/relationships/tags" Target="../tags/tag377.xml"/><Relationship Id="rId363" Type="http://schemas.openxmlformats.org/officeDocument/2006/relationships/tags" Target="../tags/tag419.xml"/><Relationship Id="rId419" Type="http://schemas.openxmlformats.org/officeDocument/2006/relationships/tags" Target="../tags/tag475.xml"/><Relationship Id="rId223" Type="http://schemas.openxmlformats.org/officeDocument/2006/relationships/tags" Target="../tags/tag279.xml"/><Relationship Id="rId430" Type="http://schemas.openxmlformats.org/officeDocument/2006/relationships/tags" Target="../tags/tag486.xml"/><Relationship Id="rId18" Type="http://schemas.openxmlformats.org/officeDocument/2006/relationships/tags" Target="../tags/tag74.xml"/><Relationship Id="rId265" Type="http://schemas.openxmlformats.org/officeDocument/2006/relationships/tags" Target="../tags/tag321.xml"/><Relationship Id="rId472" Type="http://schemas.openxmlformats.org/officeDocument/2006/relationships/tags" Target="../tags/tag528.xml"/><Relationship Id="rId125" Type="http://schemas.openxmlformats.org/officeDocument/2006/relationships/tags" Target="../tags/tag181.xml"/><Relationship Id="rId167" Type="http://schemas.openxmlformats.org/officeDocument/2006/relationships/tags" Target="../tags/tag223.xml"/><Relationship Id="rId332" Type="http://schemas.openxmlformats.org/officeDocument/2006/relationships/tags" Target="../tags/tag388.xml"/><Relationship Id="rId374" Type="http://schemas.openxmlformats.org/officeDocument/2006/relationships/tags" Target="../tags/tag430.xml"/><Relationship Id="rId71" Type="http://schemas.openxmlformats.org/officeDocument/2006/relationships/tags" Target="../tags/tag127.xml"/><Relationship Id="rId234" Type="http://schemas.openxmlformats.org/officeDocument/2006/relationships/tags" Target="../tags/tag290.xml"/><Relationship Id="rId2" Type="http://schemas.openxmlformats.org/officeDocument/2006/relationships/tags" Target="../tags/tag58.xml"/><Relationship Id="rId29" Type="http://schemas.openxmlformats.org/officeDocument/2006/relationships/tags" Target="../tags/tag85.xml"/><Relationship Id="rId276" Type="http://schemas.openxmlformats.org/officeDocument/2006/relationships/tags" Target="../tags/tag332.xml"/><Relationship Id="rId441" Type="http://schemas.openxmlformats.org/officeDocument/2006/relationships/tags" Target="../tags/tag497.xml"/><Relationship Id="rId483" Type="http://schemas.openxmlformats.org/officeDocument/2006/relationships/tags" Target="../tags/tag539.xml"/><Relationship Id="rId40" Type="http://schemas.openxmlformats.org/officeDocument/2006/relationships/tags" Target="../tags/tag96.xml"/><Relationship Id="rId136" Type="http://schemas.openxmlformats.org/officeDocument/2006/relationships/tags" Target="../tags/tag192.xml"/><Relationship Id="rId178" Type="http://schemas.openxmlformats.org/officeDocument/2006/relationships/tags" Target="../tags/tag234.xml"/><Relationship Id="rId301" Type="http://schemas.openxmlformats.org/officeDocument/2006/relationships/tags" Target="../tags/tag357.xml"/><Relationship Id="rId343" Type="http://schemas.openxmlformats.org/officeDocument/2006/relationships/tags" Target="../tags/tag399.xml"/><Relationship Id="rId82" Type="http://schemas.openxmlformats.org/officeDocument/2006/relationships/tags" Target="../tags/tag138.xml"/><Relationship Id="rId203" Type="http://schemas.openxmlformats.org/officeDocument/2006/relationships/tags" Target="../tags/tag259.xml"/><Relationship Id="rId385" Type="http://schemas.openxmlformats.org/officeDocument/2006/relationships/tags" Target="../tags/tag441.xml"/><Relationship Id="rId245" Type="http://schemas.openxmlformats.org/officeDocument/2006/relationships/tags" Target="../tags/tag301.xml"/><Relationship Id="rId287" Type="http://schemas.openxmlformats.org/officeDocument/2006/relationships/tags" Target="../tags/tag343.xml"/><Relationship Id="rId410" Type="http://schemas.openxmlformats.org/officeDocument/2006/relationships/tags" Target="../tags/tag466.xml"/><Relationship Id="rId452" Type="http://schemas.openxmlformats.org/officeDocument/2006/relationships/tags" Target="../tags/tag508.xml"/><Relationship Id="rId494" Type="http://schemas.openxmlformats.org/officeDocument/2006/relationships/tags" Target="../tags/tag550.xml"/><Relationship Id="rId105" Type="http://schemas.openxmlformats.org/officeDocument/2006/relationships/tags" Target="../tags/tag161.xml"/><Relationship Id="rId147" Type="http://schemas.openxmlformats.org/officeDocument/2006/relationships/tags" Target="../tags/tag203.xml"/><Relationship Id="rId312" Type="http://schemas.openxmlformats.org/officeDocument/2006/relationships/tags" Target="../tags/tag368.xml"/><Relationship Id="rId354" Type="http://schemas.openxmlformats.org/officeDocument/2006/relationships/tags" Target="../tags/tag410.xml"/><Relationship Id="rId51" Type="http://schemas.openxmlformats.org/officeDocument/2006/relationships/tags" Target="../tags/tag107.xml"/><Relationship Id="rId93" Type="http://schemas.openxmlformats.org/officeDocument/2006/relationships/tags" Target="../tags/tag149.xml"/><Relationship Id="rId189" Type="http://schemas.openxmlformats.org/officeDocument/2006/relationships/tags" Target="../tags/tag245.xml"/><Relationship Id="rId396" Type="http://schemas.openxmlformats.org/officeDocument/2006/relationships/tags" Target="../tags/tag452.xml"/><Relationship Id="rId214" Type="http://schemas.openxmlformats.org/officeDocument/2006/relationships/tags" Target="../tags/tag270.xml"/><Relationship Id="rId256" Type="http://schemas.openxmlformats.org/officeDocument/2006/relationships/tags" Target="../tags/tag312.xml"/><Relationship Id="rId298" Type="http://schemas.openxmlformats.org/officeDocument/2006/relationships/tags" Target="../tags/tag354.xml"/><Relationship Id="rId421" Type="http://schemas.openxmlformats.org/officeDocument/2006/relationships/tags" Target="../tags/tag477.xml"/><Relationship Id="rId463" Type="http://schemas.openxmlformats.org/officeDocument/2006/relationships/tags" Target="../tags/tag519.xml"/><Relationship Id="rId116" Type="http://schemas.openxmlformats.org/officeDocument/2006/relationships/tags" Target="../tags/tag172.xml"/><Relationship Id="rId158" Type="http://schemas.openxmlformats.org/officeDocument/2006/relationships/tags" Target="../tags/tag214.xml"/><Relationship Id="rId323" Type="http://schemas.openxmlformats.org/officeDocument/2006/relationships/tags" Target="../tags/tag379.xml"/><Relationship Id="rId20" Type="http://schemas.openxmlformats.org/officeDocument/2006/relationships/tags" Target="../tags/tag76.xml"/><Relationship Id="rId62" Type="http://schemas.openxmlformats.org/officeDocument/2006/relationships/tags" Target="../tags/tag118.xml"/><Relationship Id="rId365" Type="http://schemas.openxmlformats.org/officeDocument/2006/relationships/tags" Target="../tags/tag421.xml"/><Relationship Id="rId225" Type="http://schemas.openxmlformats.org/officeDocument/2006/relationships/tags" Target="../tags/tag281.xml"/><Relationship Id="rId267" Type="http://schemas.openxmlformats.org/officeDocument/2006/relationships/tags" Target="../tags/tag323.xml"/><Relationship Id="rId432" Type="http://schemas.openxmlformats.org/officeDocument/2006/relationships/tags" Target="../tags/tag488.xml"/><Relationship Id="rId474" Type="http://schemas.openxmlformats.org/officeDocument/2006/relationships/tags" Target="../tags/tag530.xml"/><Relationship Id="rId127" Type="http://schemas.openxmlformats.org/officeDocument/2006/relationships/tags" Target="../tags/tag183.xml"/><Relationship Id="rId10" Type="http://schemas.openxmlformats.org/officeDocument/2006/relationships/tags" Target="../tags/tag66.xml"/><Relationship Id="rId31" Type="http://schemas.openxmlformats.org/officeDocument/2006/relationships/tags" Target="../tags/tag87.xml"/><Relationship Id="rId52" Type="http://schemas.openxmlformats.org/officeDocument/2006/relationships/tags" Target="../tags/tag108.xml"/><Relationship Id="rId73" Type="http://schemas.openxmlformats.org/officeDocument/2006/relationships/tags" Target="../tags/tag129.xml"/><Relationship Id="rId94" Type="http://schemas.openxmlformats.org/officeDocument/2006/relationships/tags" Target="../tags/tag150.xml"/><Relationship Id="rId148" Type="http://schemas.openxmlformats.org/officeDocument/2006/relationships/tags" Target="../tags/tag204.xml"/><Relationship Id="rId169" Type="http://schemas.openxmlformats.org/officeDocument/2006/relationships/tags" Target="../tags/tag225.xml"/><Relationship Id="rId334" Type="http://schemas.openxmlformats.org/officeDocument/2006/relationships/tags" Target="../tags/tag390.xml"/><Relationship Id="rId355" Type="http://schemas.openxmlformats.org/officeDocument/2006/relationships/tags" Target="../tags/tag411.xml"/><Relationship Id="rId376" Type="http://schemas.openxmlformats.org/officeDocument/2006/relationships/tags" Target="../tags/tag432.xml"/><Relationship Id="rId397" Type="http://schemas.openxmlformats.org/officeDocument/2006/relationships/tags" Target="../tags/tag453.xml"/><Relationship Id="rId4" Type="http://schemas.openxmlformats.org/officeDocument/2006/relationships/tags" Target="../tags/tag60.xml"/><Relationship Id="rId180" Type="http://schemas.openxmlformats.org/officeDocument/2006/relationships/tags" Target="../tags/tag236.xml"/><Relationship Id="rId215" Type="http://schemas.openxmlformats.org/officeDocument/2006/relationships/tags" Target="../tags/tag271.xml"/><Relationship Id="rId236" Type="http://schemas.openxmlformats.org/officeDocument/2006/relationships/tags" Target="../tags/tag292.xml"/><Relationship Id="rId257" Type="http://schemas.openxmlformats.org/officeDocument/2006/relationships/tags" Target="../tags/tag313.xml"/><Relationship Id="rId278" Type="http://schemas.openxmlformats.org/officeDocument/2006/relationships/tags" Target="../tags/tag334.xml"/><Relationship Id="rId401" Type="http://schemas.openxmlformats.org/officeDocument/2006/relationships/tags" Target="../tags/tag457.xml"/><Relationship Id="rId422" Type="http://schemas.openxmlformats.org/officeDocument/2006/relationships/tags" Target="../tags/tag478.xml"/><Relationship Id="rId443" Type="http://schemas.openxmlformats.org/officeDocument/2006/relationships/tags" Target="../tags/tag499.xml"/><Relationship Id="rId464" Type="http://schemas.openxmlformats.org/officeDocument/2006/relationships/tags" Target="../tags/tag520.xml"/><Relationship Id="rId303" Type="http://schemas.openxmlformats.org/officeDocument/2006/relationships/tags" Target="../tags/tag359.xml"/><Relationship Id="rId485" Type="http://schemas.openxmlformats.org/officeDocument/2006/relationships/tags" Target="../tags/tag541.xml"/><Relationship Id="rId42" Type="http://schemas.openxmlformats.org/officeDocument/2006/relationships/tags" Target="../tags/tag98.xml"/><Relationship Id="rId84" Type="http://schemas.openxmlformats.org/officeDocument/2006/relationships/tags" Target="../tags/tag140.xml"/><Relationship Id="rId138" Type="http://schemas.openxmlformats.org/officeDocument/2006/relationships/tags" Target="../tags/tag194.xml"/><Relationship Id="rId345" Type="http://schemas.openxmlformats.org/officeDocument/2006/relationships/tags" Target="../tags/tag401.xml"/><Relationship Id="rId387" Type="http://schemas.openxmlformats.org/officeDocument/2006/relationships/tags" Target="../tags/tag443.xml"/><Relationship Id="rId191" Type="http://schemas.openxmlformats.org/officeDocument/2006/relationships/tags" Target="../tags/tag247.xml"/><Relationship Id="rId205" Type="http://schemas.openxmlformats.org/officeDocument/2006/relationships/tags" Target="../tags/tag261.xml"/><Relationship Id="rId247" Type="http://schemas.openxmlformats.org/officeDocument/2006/relationships/tags" Target="../tags/tag303.xml"/><Relationship Id="rId412" Type="http://schemas.openxmlformats.org/officeDocument/2006/relationships/tags" Target="../tags/tag468.xml"/><Relationship Id="rId107" Type="http://schemas.openxmlformats.org/officeDocument/2006/relationships/tags" Target="../tags/tag163.xml"/><Relationship Id="rId289" Type="http://schemas.openxmlformats.org/officeDocument/2006/relationships/tags" Target="../tags/tag345.xml"/><Relationship Id="rId454" Type="http://schemas.openxmlformats.org/officeDocument/2006/relationships/tags" Target="../tags/tag510.xml"/><Relationship Id="rId496" Type="http://schemas.openxmlformats.org/officeDocument/2006/relationships/tags" Target="../tags/tag552.xml"/><Relationship Id="rId11" Type="http://schemas.openxmlformats.org/officeDocument/2006/relationships/tags" Target="../tags/tag67.xml"/><Relationship Id="rId53" Type="http://schemas.openxmlformats.org/officeDocument/2006/relationships/tags" Target="../tags/tag109.xml"/><Relationship Id="rId149" Type="http://schemas.openxmlformats.org/officeDocument/2006/relationships/tags" Target="../tags/tag205.xml"/><Relationship Id="rId314" Type="http://schemas.openxmlformats.org/officeDocument/2006/relationships/tags" Target="../tags/tag370.xml"/><Relationship Id="rId356" Type="http://schemas.openxmlformats.org/officeDocument/2006/relationships/tags" Target="../tags/tag412.xml"/><Relationship Id="rId398" Type="http://schemas.openxmlformats.org/officeDocument/2006/relationships/tags" Target="../tags/tag454.xml"/><Relationship Id="rId95" Type="http://schemas.openxmlformats.org/officeDocument/2006/relationships/tags" Target="../tags/tag151.xml"/><Relationship Id="rId160" Type="http://schemas.openxmlformats.org/officeDocument/2006/relationships/tags" Target="../tags/tag216.xml"/><Relationship Id="rId216" Type="http://schemas.openxmlformats.org/officeDocument/2006/relationships/tags" Target="../tags/tag272.xml"/><Relationship Id="rId423" Type="http://schemas.openxmlformats.org/officeDocument/2006/relationships/tags" Target="../tags/tag479.xml"/><Relationship Id="rId258" Type="http://schemas.openxmlformats.org/officeDocument/2006/relationships/tags" Target="../tags/tag314.xml"/><Relationship Id="rId465" Type="http://schemas.openxmlformats.org/officeDocument/2006/relationships/tags" Target="../tags/tag521.xml"/><Relationship Id="rId22" Type="http://schemas.openxmlformats.org/officeDocument/2006/relationships/tags" Target="../tags/tag78.xml"/><Relationship Id="rId64" Type="http://schemas.openxmlformats.org/officeDocument/2006/relationships/tags" Target="../tags/tag120.xml"/><Relationship Id="rId118" Type="http://schemas.openxmlformats.org/officeDocument/2006/relationships/tags" Target="../tags/tag174.xml"/><Relationship Id="rId325" Type="http://schemas.openxmlformats.org/officeDocument/2006/relationships/tags" Target="../tags/tag381.xml"/><Relationship Id="rId367" Type="http://schemas.openxmlformats.org/officeDocument/2006/relationships/tags" Target="../tags/tag423.xml"/><Relationship Id="rId171" Type="http://schemas.openxmlformats.org/officeDocument/2006/relationships/tags" Target="../tags/tag227.xml"/><Relationship Id="rId227" Type="http://schemas.openxmlformats.org/officeDocument/2006/relationships/tags" Target="../tags/tag283.xml"/><Relationship Id="rId269" Type="http://schemas.openxmlformats.org/officeDocument/2006/relationships/tags" Target="../tags/tag325.xml"/><Relationship Id="rId434" Type="http://schemas.openxmlformats.org/officeDocument/2006/relationships/tags" Target="../tags/tag490.xml"/><Relationship Id="rId476" Type="http://schemas.openxmlformats.org/officeDocument/2006/relationships/tags" Target="../tags/tag532.xml"/><Relationship Id="rId33" Type="http://schemas.openxmlformats.org/officeDocument/2006/relationships/tags" Target="../tags/tag89.xml"/><Relationship Id="rId129" Type="http://schemas.openxmlformats.org/officeDocument/2006/relationships/tags" Target="../tags/tag185.xml"/><Relationship Id="rId280" Type="http://schemas.openxmlformats.org/officeDocument/2006/relationships/tags" Target="../tags/tag336.xml"/><Relationship Id="rId336" Type="http://schemas.openxmlformats.org/officeDocument/2006/relationships/tags" Target="../tags/tag392.xml"/><Relationship Id="rId501" Type="http://schemas.openxmlformats.org/officeDocument/2006/relationships/tags" Target="../tags/tag557.xml"/><Relationship Id="rId75" Type="http://schemas.openxmlformats.org/officeDocument/2006/relationships/tags" Target="../tags/tag131.xml"/><Relationship Id="rId140" Type="http://schemas.openxmlformats.org/officeDocument/2006/relationships/tags" Target="../tags/tag196.xml"/><Relationship Id="rId182" Type="http://schemas.openxmlformats.org/officeDocument/2006/relationships/tags" Target="../tags/tag238.xml"/><Relationship Id="rId378" Type="http://schemas.openxmlformats.org/officeDocument/2006/relationships/tags" Target="../tags/tag434.xml"/><Relationship Id="rId403" Type="http://schemas.openxmlformats.org/officeDocument/2006/relationships/tags" Target="../tags/tag459.xml"/><Relationship Id="rId6" Type="http://schemas.openxmlformats.org/officeDocument/2006/relationships/tags" Target="../tags/tag62.xml"/><Relationship Id="rId238" Type="http://schemas.openxmlformats.org/officeDocument/2006/relationships/tags" Target="../tags/tag294.xml"/><Relationship Id="rId445" Type="http://schemas.openxmlformats.org/officeDocument/2006/relationships/tags" Target="../tags/tag501.xml"/><Relationship Id="rId487" Type="http://schemas.openxmlformats.org/officeDocument/2006/relationships/tags" Target="../tags/tag543.xml"/><Relationship Id="rId291" Type="http://schemas.openxmlformats.org/officeDocument/2006/relationships/tags" Target="../tags/tag347.xml"/><Relationship Id="rId305" Type="http://schemas.openxmlformats.org/officeDocument/2006/relationships/tags" Target="../tags/tag361.xml"/><Relationship Id="rId347" Type="http://schemas.openxmlformats.org/officeDocument/2006/relationships/tags" Target="../tags/tag403.xml"/><Relationship Id="rId44" Type="http://schemas.openxmlformats.org/officeDocument/2006/relationships/tags" Target="../tags/tag100.xml"/><Relationship Id="rId86" Type="http://schemas.openxmlformats.org/officeDocument/2006/relationships/tags" Target="../tags/tag142.xml"/><Relationship Id="rId151" Type="http://schemas.openxmlformats.org/officeDocument/2006/relationships/tags" Target="../tags/tag207.xml"/><Relationship Id="rId389" Type="http://schemas.openxmlformats.org/officeDocument/2006/relationships/tags" Target="../tags/tag445.xml"/><Relationship Id="rId193" Type="http://schemas.openxmlformats.org/officeDocument/2006/relationships/tags" Target="../tags/tag249.xml"/><Relationship Id="rId207" Type="http://schemas.openxmlformats.org/officeDocument/2006/relationships/tags" Target="../tags/tag263.xml"/><Relationship Id="rId249" Type="http://schemas.openxmlformats.org/officeDocument/2006/relationships/tags" Target="../tags/tag305.xml"/><Relationship Id="rId414" Type="http://schemas.openxmlformats.org/officeDocument/2006/relationships/tags" Target="../tags/tag470.xml"/><Relationship Id="rId456" Type="http://schemas.openxmlformats.org/officeDocument/2006/relationships/tags" Target="../tags/tag512.xml"/><Relationship Id="rId498" Type="http://schemas.openxmlformats.org/officeDocument/2006/relationships/tags" Target="../tags/tag554.xml"/><Relationship Id="rId13" Type="http://schemas.openxmlformats.org/officeDocument/2006/relationships/tags" Target="../tags/tag69.xml"/><Relationship Id="rId109" Type="http://schemas.openxmlformats.org/officeDocument/2006/relationships/tags" Target="../tags/tag165.xml"/><Relationship Id="rId260" Type="http://schemas.openxmlformats.org/officeDocument/2006/relationships/tags" Target="../tags/tag316.xml"/><Relationship Id="rId316" Type="http://schemas.openxmlformats.org/officeDocument/2006/relationships/tags" Target="../tags/tag372.xml"/><Relationship Id="rId55" Type="http://schemas.openxmlformats.org/officeDocument/2006/relationships/tags" Target="../tags/tag111.xml"/><Relationship Id="rId97" Type="http://schemas.openxmlformats.org/officeDocument/2006/relationships/tags" Target="../tags/tag153.xml"/><Relationship Id="rId120" Type="http://schemas.openxmlformats.org/officeDocument/2006/relationships/tags" Target="../tags/tag176.xml"/><Relationship Id="rId358" Type="http://schemas.openxmlformats.org/officeDocument/2006/relationships/tags" Target="../tags/tag414.xml"/><Relationship Id="rId162" Type="http://schemas.openxmlformats.org/officeDocument/2006/relationships/tags" Target="../tags/tag218.xml"/><Relationship Id="rId218" Type="http://schemas.openxmlformats.org/officeDocument/2006/relationships/tags" Target="../tags/tag274.xml"/><Relationship Id="rId425" Type="http://schemas.openxmlformats.org/officeDocument/2006/relationships/tags" Target="../tags/tag481.xml"/><Relationship Id="rId467" Type="http://schemas.openxmlformats.org/officeDocument/2006/relationships/tags" Target="../tags/tag523.xml"/><Relationship Id="rId271" Type="http://schemas.openxmlformats.org/officeDocument/2006/relationships/tags" Target="../tags/tag327.xml"/><Relationship Id="rId24" Type="http://schemas.openxmlformats.org/officeDocument/2006/relationships/tags" Target="../tags/tag80.xml"/><Relationship Id="rId66" Type="http://schemas.openxmlformats.org/officeDocument/2006/relationships/tags" Target="../tags/tag122.xml"/><Relationship Id="rId131" Type="http://schemas.openxmlformats.org/officeDocument/2006/relationships/tags" Target="../tags/tag187.xml"/><Relationship Id="rId327" Type="http://schemas.openxmlformats.org/officeDocument/2006/relationships/tags" Target="../tags/tag383.xml"/><Relationship Id="rId369" Type="http://schemas.openxmlformats.org/officeDocument/2006/relationships/tags" Target="../tags/tag425.xml"/><Relationship Id="rId173" Type="http://schemas.openxmlformats.org/officeDocument/2006/relationships/tags" Target="../tags/tag229.xml"/><Relationship Id="rId229" Type="http://schemas.openxmlformats.org/officeDocument/2006/relationships/tags" Target="../tags/tag285.xml"/><Relationship Id="rId380" Type="http://schemas.openxmlformats.org/officeDocument/2006/relationships/tags" Target="../tags/tag436.xml"/><Relationship Id="rId436" Type="http://schemas.openxmlformats.org/officeDocument/2006/relationships/tags" Target="../tags/tag492.xml"/><Relationship Id="rId240" Type="http://schemas.openxmlformats.org/officeDocument/2006/relationships/tags" Target="../tags/tag296.xml"/><Relationship Id="rId478" Type="http://schemas.openxmlformats.org/officeDocument/2006/relationships/tags" Target="../tags/tag534.xml"/><Relationship Id="rId35" Type="http://schemas.openxmlformats.org/officeDocument/2006/relationships/tags" Target="../tags/tag91.xml"/><Relationship Id="rId77" Type="http://schemas.openxmlformats.org/officeDocument/2006/relationships/tags" Target="../tags/tag133.xml"/><Relationship Id="rId100" Type="http://schemas.openxmlformats.org/officeDocument/2006/relationships/tags" Target="../tags/tag156.xml"/><Relationship Id="rId282" Type="http://schemas.openxmlformats.org/officeDocument/2006/relationships/tags" Target="../tags/tag338.xml"/><Relationship Id="rId338" Type="http://schemas.openxmlformats.org/officeDocument/2006/relationships/tags" Target="../tags/tag394.xml"/><Relationship Id="rId503" Type="http://schemas.openxmlformats.org/officeDocument/2006/relationships/tags" Target="../tags/tag559.xml"/><Relationship Id="rId8" Type="http://schemas.openxmlformats.org/officeDocument/2006/relationships/tags" Target="../tags/tag64.xml"/><Relationship Id="rId142" Type="http://schemas.openxmlformats.org/officeDocument/2006/relationships/tags" Target="../tags/tag198.xml"/><Relationship Id="rId184" Type="http://schemas.openxmlformats.org/officeDocument/2006/relationships/tags" Target="../tags/tag240.xml"/><Relationship Id="rId391" Type="http://schemas.openxmlformats.org/officeDocument/2006/relationships/tags" Target="../tags/tag447.xml"/><Relationship Id="rId405" Type="http://schemas.openxmlformats.org/officeDocument/2006/relationships/tags" Target="../tags/tag461.xml"/><Relationship Id="rId447" Type="http://schemas.openxmlformats.org/officeDocument/2006/relationships/tags" Target="../tags/tag503.xml"/><Relationship Id="rId251" Type="http://schemas.openxmlformats.org/officeDocument/2006/relationships/tags" Target="../tags/tag307.xml"/><Relationship Id="rId489" Type="http://schemas.openxmlformats.org/officeDocument/2006/relationships/tags" Target="../tags/tag545.xml"/><Relationship Id="rId46" Type="http://schemas.openxmlformats.org/officeDocument/2006/relationships/tags" Target="../tags/tag102.xml"/><Relationship Id="rId293" Type="http://schemas.openxmlformats.org/officeDocument/2006/relationships/tags" Target="../tags/tag349.xml"/><Relationship Id="rId307" Type="http://schemas.openxmlformats.org/officeDocument/2006/relationships/tags" Target="../tags/tag363.xml"/><Relationship Id="rId349" Type="http://schemas.openxmlformats.org/officeDocument/2006/relationships/tags" Target="../tags/tag405.xml"/><Relationship Id="rId88" Type="http://schemas.openxmlformats.org/officeDocument/2006/relationships/tags" Target="../tags/tag144.xml"/><Relationship Id="rId111" Type="http://schemas.openxmlformats.org/officeDocument/2006/relationships/tags" Target="../tags/tag167.xml"/><Relationship Id="rId153" Type="http://schemas.openxmlformats.org/officeDocument/2006/relationships/tags" Target="../tags/tag209.xml"/><Relationship Id="rId195" Type="http://schemas.openxmlformats.org/officeDocument/2006/relationships/tags" Target="../tags/tag251.xml"/><Relationship Id="rId209" Type="http://schemas.openxmlformats.org/officeDocument/2006/relationships/tags" Target="../tags/tag265.xml"/><Relationship Id="rId360" Type="http://schemas.openxmlformats.org/officeDocument/2006/relationships/tags" Target="../tags/tag416.xml"/><Relationship Id="rId416" Type="http://schemas.openxmlformats.org/officeDocument/2006/relationships/tags" Target="../tags/tag472.xml"/><Relationship Id="rId220" Type="http://schemas.openxmlformats.org/officeDocument/2006/relationships/tags" Target="../tags/tag276.xml"/><Relationship Id="rId458" Type="http://schemas.openxmlformats.org/officeDocument/2006/relationships/tags" Target="../tags/tag514.xml"/><Relationship Id="rId15" Type="http://schemas.openxmlformats.org/officeDocument/2006/relationships/tags" Target="../tags/tag71.xml"/><Relationship Id="rId57" Type="http://schemas.openxmlformats.org/officeDocument/2006/relationships/tags" Target="../tags/tag113.xml"/><Relationship Id="rId262" Type="http://schemas.openxmlformats.org/officeDocument/2006/relationships/tags" Target="../tags/tag318.xml"/><Relationship Id="rId318" Type="http://schemas.openxmlformats.org/officeDocument/2006/relationships/tags" Target="../tags/tag374.xml"/><Relationship Id="rId99" Type="http://schemas.openxmlformats.org/officeDocument/2006/relationships/tags" Target="../tags/tag155.xml"/><Relationship Id="rId122" Type="http://schemas.openxmlformats.org/officeDocument/2006/relationships/tags" Target="../tags/tag178.xml"/><Relationship Id="rId164" Type="http://schemas.openxmlformats.org/officeDocument/2006/relationships/tags" Target="../tags/tag220.xml"/><Relationship Id="rId371" Type="http://schemas.openxmlformats.org/officeDocument/2006/relationships/tags" Target="../tags/tag427.xml"/><Relationship Id="rId427" Type="http://schemas.openxmlformats.org/officeDocument/2006/relationships/tags" Target="../tags/tag483.xml"/><Relationship Id="rId469" Type="http://schemas.openxmlformats.org/officeDocument/2006/relationships/tags" Target="../tags/tag525.xml"/><Relationship Id="rId26" Type="http://schemas.openxmlformats.org/officeDocument/2006/relationships/tags" Target="../tags/tag82.xml"/><Relationship Id="rId231" Type="http://schemas.openxmlformats.org/officeDocument/2006/relationships/tags" Target="../tags/tag287.xml"/><Relationship Id="rId273" Type="http://schemas.openxmlformats.org/officeDocument/2006/relationships/tags" Target="../tags/tag329.xml"/><Relationship Id="rId329" Type="http://schemas.openxmlformats.org/officeDocument/2006/relationships/tags" Target="../tags/tag385.xml"/><Relationship Id="rId480" Type="http://schemas.openxmlformats.org/officeDocument/2006/relationships/tags" Target="../tags/tag536.xml"/><Relationship Id="rId68" Type="http://schemas.openxmlformats.org/officeDocument/2006/relationships/tags" Target="../tags/tag124.xml"/><Relationship Id="rId133" Type="http://schemas.openxmlformats.org/officeDocument/2006/relationships/tags" Target="../tags/tag189.xml"/><Relationship Id="rId175" Type="http://schemas.openxmlformats.org/officeDocument/2006/relationships/tags" Target="../tags/tag231.xml"/><Relationship Id="rId340" Type="http://schemas.openxmlformats.org/officeDocument/2006/relationships/tags" Target="../tags/tag396.xml"/><Relationship Id="rId200" Type="http://schemas.openxmlformats.org/officeDocument/2006/relationships/tags" Target="../tags/tag256.xml"/><Relationship Id="rId382" Type="http://schemas.openxmlformats.org/officeDocument/2006/relationships/tags" Target="../tags/tag438.xml"/><Relationship Id="rId438" Type="http://schemas.openxmlformats.org/officeDocument/2006/relationships/tags" Target="../tags/tag494.xml"/><Relationship Id="rId242" Type="http://schemas.openxmlformats.org/officeDocument/2006/relationships/tags" Target="../tags/tag298.xml"/><Relationship Id="rId284" Type="http://schemas.openxmlformats.org/officeDocument/2006/relationships/tags" Target="../tags/tag340.xml"/><Relationship Id="rId491" Type="http://schemas.openxmlformats.org/officeDocument/2006/relationships/tags" Target="../tags/tag547.xml"/><Relationship Id="rId37" Type="http://schemas.openxmlformats.org/officeDocument/2006/relationships/tags" Target="../tags/tag93.xml"/><Relationship Id="rId79" Type="http://schemas.openxmlformats.org/officeDocument/2006/relationships/tags" Target="../tags/tag135.xml"/><Relationship Id="rId102" Type="http://schemas.openxmlformats.org/officeDocument/2006/relationships/tags" Target="../tags/tag158.xml"/><Relationship Id="rId144" Type="http://schemas.openxmlformats.org/officeDocument/2006/relationships/tags" Target="../tags/tag200.xml"/><Relationship Id="rId90" Type="http://schemas.openxmlformats.org/officeDocument/2006/relationships/tags" Target="../tags/tag146.xml"/><Relationship Id="rId186" Type="http://schemas.openxmlformats.org/officeDocument/2006/relationships/tags" Target="../tags/tag242.xml"/><Relationship Id="rId351" Type="http://schemas.openxmlformats.org/officeDocument/2006/relationships/tags" Target="../tags/tag407.xml"/><Relationship Id="rId393" Type="http://schemas.openxmlformats.org/officeDocument/2006/relationships/tags" Target="../tags/tag449.xml"/><Relationship Id="rId407" Type="http://schemas.openxmlformats.org/officeDocument/2006/relationships/tags" Target="../tags/tag463.xml"/><Relationship Id="rId449" Type="http://schemas.openxmlformats.org/officeDocument/2006/relationships/tags" Target="../tags/tag505.xml"/><Relationship Id="rId211" Type="http://schemas.openxmlformats.org/officeDocument/2006/relationships/tags" Target="../tags/tag267.xml"/><Relationship Id="rId253" Type="http://schemas.openxmlformats.org/officeDocument/2006/relationships/tags" Target="../tags/tag309.xml"/><Relationship Id="rId295" Type="http://schemas.openxmlformats.org/officeDocument/2006/relationships/tags" Target="../tags/tag351.xml"/><Relationship Id="rId309" Type="http://schemas.openxmlformats.org/officeDocument/2006/relationships/tags" Target="../tags/tag365.xml"/><Relationship Id="rId460" Type="http://schemas.openxmlformats.org/officeDocument/2006/relationships/tags" Target="../tags/tag516.xml"/><Relationship Id="rId48" Type="http://schemas.openxmlformats.org/officeDocument/2006/relationships/tags" Target="../tags/tag104.xml"/><Relationship Id="rId113" Type="http://schemas.openxmlformats.org/officeDocument/2006/relationships/tags" Target="../tags/tag169.xml"/><Relationship Id="rId320" Type="http://schemas.openxmlformats.org/officeDocument/2006/relationships/tags" Target="../tags/tag376.xml"/><Relationship Id="rId155" Type="http://schemas.openxmlformats.org/officeDocument/2006/relationships/tags" Target="../tags/tag211.xml"/><Relationship Id="rId197" Type="http://schemas.openxmlformats.org/officeDocument/2006/relationships/tags" Target="../tags/tag253.xml"/><Relationship Id="rId362" Type="http://schemas.openxmlformats.org/officeDocument/2006/relationships/tags" Target="../tags/tag418.xml"/><Relationship Id="rId418" Type="http://schemas.openxmlformats.org/officeDocument/2006/relationships/tags" Target="../tags/tag474.xml"/><Relationship Id="rId222" Type="http://schemas.openxmlformats.org/officeDocument/2006/relationships/tags" Target="../tags/tag278.xml"/><Relationship Id="rId264" Type="http://schemas.openxmlformats.org/officeDocument/2006/relationships/tags" Target="../tags/tag320.xml"/><Relationship Id="rId471" Type="http://schemas.openxmlformats.org/officeDocument/2006/relationships/tags" Target="../tags/tag527.xml"/><Relationship Id="rId17" Type="http://schemas.openxmlformats.org/officeDocument/2006/relationships/tags" Target="../tags/tag73.xml"/><Relationship Id="rId59" Type="http://schemas.openxmlformats.org/officeDocument/2006/relationships/tags" Target="../tags/tag115.xml"/><Relationship Id="rId124" Type="http://schemas.openxmlformats.org/officeDocument/2006/relationships/tags" Target="../tags/tag180.xml"/><Relationship Id="rId70" Type="http://schemas.openxmlformats.org/officeDocument/2006/relationships/tags" Target="../tags/tag126.xml"/><Relationship Id="rId166" Type="http://schemas.openxmlformats.org/officeDocument/2006/relationships/tags" Target="../tags/tag222.xml"/><Relationship Id="rId331" Type="http://schemas.openxmlformats.org/officeDocument/2006/relationships/tags" Target="../tags/tag387.xml"/><Relationship Id="rId373" Type="http://schemas.openxmlformats.org/officeDocument/2006/relationships/tags" Target="../tags/tag429.xml"/><Relationship Id="rId429" Type="http://schemas.openxmlformats.org/officeDocument/2006/relationships/tags" Target="../tags/tag485.xml"/><Relationship Id="rId1" Type="http://schemas.openxmlformats.org/officeDocument/2006/relationships/tags" Target="../tags/tag57.xml"/><Relationship Id="rId233" Type="http://schemas.openxmlformats.org/officeDocument/2006/relationships/tags" Target="../tags/tag289.xml"/><Relationship Id="rId440" Type="http://schemas.openxmlformats.org/officeDocument/2006/relationships/tags" Target="../tags/tag496.xml"/><Relationship Id="rId28" Type="http://schemas.openxmlformats.org/officeDocument/2006/relationships/tags" Target="../tags/tag84.xml"/><Relationship Id="rId275" Type="http://schemas.openxmlformats.org/officeDocument/2006/relationships/tags" Target="../tags/tag331.xml"/><Relationship Id="rId300" Type="http://schemas.openxmlformats.org/officeDocument/2006/relationships/tags" Target="../tags/tag356.xml"/><Relationship Id="rId482" Type="http://schemas.openxmlformats.org/officeDocument/2006/relationships/tags" Target="../tags/tag538.xml"/><Relationship Id="rId81" Type="http://schemas.openxmlformats.org/officeDocument/2006/relationships/tags" Target="../tags/tag137.xml"/><Relationship Id="rId135" Type="http://schemas.openxmlformats.org/officeDocument/2006/relationships/tags" Target="../tags/tag191.xml"/><Relationship Id="rId177" Type="http://schemas.openxmlformats.org/officeDocument/2006/relationships/tags" Target="../tags/tag233.xml"/><Relationship Id="rId342" Type="http://schemas.openxmlformats.org/officeDocument/2006/relationships/tags" Target="../tags/tag398.xml"/><Relationship Id="rId384" Type="http://schemas.openxmlformats.org/officeDocument/2006/relationships/tags" Target="../tags/tag440.xml"/><Relationship Id="rId202" Type="http://schemas.openxmlformats.org/officeDocument/2006/relationships/tags" Target="../tags/tag258.xml"/><Relationship Id="rId244" Type="http://schemas.openxmlformats.org/officeDocument/2006/relationships/tags" Target="../tags/tag300.xml"/><Relationship Id="rId39" Type="http://schemas.openxmlformats.org/officeDocument/2006/relationships/tags" Target="../tags/tag95.xml"/><Relationship Id="rId286" Type="http://schemas.openxmlformats.org/officeDocument/2006/relationships/tags" Target="../tags/tag342.xml"/><Relationship Id="rId451" Type="http://schemas.openxmlformats.org/officeDocument/2006/relationships/tags" Target="../tags/tag507.xml"/><Relationship Id="rId493" Type="http://schemas.openxmlformats.org/officeDocument/2006/relationships/tags" Target="../tags/tag549.xml"/><Relationship Id="rId50" Type="http://schemas.openxmlformats.org/officeDocument/2006/relationships/tags" Target="../tags/tag106.xml"/><Relationship Id="rId104" Type="http://schemas.openxmlformats.org/officeDocument/2006/relationships/tags" Target="../tags/tag160.xml"/><Relationship Id="rId146" Type="http://schemas.openxmlformats.org/officeDocument/2006/relationships/tags" Target="../tags/tag202.xml"/><Relationship Id="rId188" Type="http://schemas.openxmlformats.org/officeDocument/2006/relationships/tags" Target="../tags/tag244.xml"/><Relationship Id="rId311" Type="http://schemas.openxmlformats.org/officeDocument/2006/relationships/tags" Target="../tags/tag367.xml"/><Relationship Id="rId353" Type="http://schemas.openxmlformats.org/officeDocument/2006/relationships/tags" Target="../tags/tag409.xml"/><Relationship Id="rId395" Type="http://schemas.openxmlformats.org/officeDocument/2006/relationships/tags" Target="../tags/tag451.xml"/><Relationship Id="rId409" Type="http://schemas.openxmlformats.org/officeDocument/2006/relationships/tags" Target="../tags/tag465.xml"/><Relationship Id="rId92" Type="http://schemas.openxmlformats.org/officeDocument/2006/relationships/tags" Target="../tags/tag148.xml"/><Relationship Id="rId213" Type="http://schemas.openxmlformats.org/officeDocument/2006/relationships/tags" Target="../tags/tag269.xml"/><Relationship Id="rId420" Type="http://schemas.openxmlformats.org/officeDocument/2006/relationships/tags" Target="../tags/tag476.xml"/><Relationship Id="rId255" Type="http://schemas.openxmlformats.org/officeDocument/2006/relationships/tags" Target="../tags/tag311.xml"/><Relationship Id="rId297" Type="http://schemas.openxmlformats.org/officeDocument/2006/relationships/tags" Target="../tags/tag353.xml"/><Relationship Id="rId462" Type="http://schemas.openxmlformats.org/officeDocument/2006/relationships/tags" Target="../tags/tag518.xml"/><Relationship Id="rId115" Type="http://schemas.openxmlformats.org/officeDocument/2006/relationships/tags" Target="../tags/tag171.xml"/><Relationship Id="rId157" Type="http://schemas.openxmlformats.org/officeDocument/2006/relationships/tags" Target="../tags/tag213.xml"/><Relationship Id="rId322" Type="http://schemas.openxmlformats.org/officeDocument/2006/relationships/tags" Target="../tags/tag378.xml"/><Relationship Id="rId364" Type="http://schemas.openxmlformats.org/officeDocument/2006/relationships/tags" Target="../tags/tag420.xml"/><Relationship Id="rId61" Type="http://schemas.openxmlformats.org/officeDocument/2006/relationships/tags" Target="../tags/tag117.xml"/><Relationship Id="rId199" Type="http://schemas.openxmlformats.org/officeDocument/2006/relationships/tags" Target="../tags/tag255.xml"/><Relationship Id="rId19" Type="http://schemas.openxmlformats.org/officeDocument/2006/relationships/tags" Target="../tags/tag75.xml"/><Relationship Id="rId224" Type="http://schemas.openxmlformats.org/officeDocument/2006/relationships/tags" Target="../tags/tag280.xml"/><Relationship Id="rId266" Type="http://schemas.openxmlformats.org/officeDocument/2006/relationships/tags" Target="../tags/tag322.xml"/><Relationship Id="rId431" Type="http://schemas.openxmlformats.org/officeDocument/2006/relationships/tags" Target="../tags/tag487.xml"/><Relationship Id="rId473" Type="http://schemas.openxmlformats.org/officeDocument/2006/relationships/tags" Target="../tags/tag529.xml"/><Relationship Id="rId30" Type="http://schemas.openxmlformats.org/officeDocument/2006/relationships/tags" Target="../tags/tag86.xml"/><Relationship Id="rId126" Type="http://schemas.openxmlformats.org/officeDocument/2006/relationships/tags" Target="../tags/tag182.xml"/><Relationship Id="rId168" Type="http://schemas.openxmlformats.org/officeDocument/2006/relationships/tags" Target="../tags/tag224.xml"/><Relationship Id="rId333" Type="http://schemas.openxmlformats.org/officeDocument/2006/relationships/tags" Target="../tags/tag389.xml"/><Relationship Id="rId72" Type="http://schemas.openxmlformats.org/officeDocument/2006/relationships/tags" Target="../tags/tag128.xml"/><Relationship Id="rId375" Type="http://schemas.openxmlformats.org/officeDocument/2006/relationships/tags" Target="../tags/tag431.xml"/><Relationship Id="rId3" Type="http://schemas.openxmlformats.org/officeDocument/2006/relationships/tags" Target="../tags/tag59.xml"/><Relationship Id="rId235" Type="http://schemas.openxmlformats.org/officeDocument/2006/relationships/tags" Target="../tags/tag291.xml"/><Relationship Id="rId277" Type="http://schemas.openxmlformats.org/officeDocument/2006/relationships/tags" Target="../tags/tag333.xml"/><Relationship Id="rId400" Type="http://schemas.openxmlformats.org/officeDocument/2006/relationships/tags" Target="../tags/tag456.xml"/><Relationship Id="rId442" Type="http://schemas.openxmlformats.org/officeDocument/2006/relationships/tags" Target="../tags/tag498.xml"/><Relationship Id="rId484" Type="http://schemas.openxmlformats.org/officeDocument/2006/relationships/tags" Target="../tags/tag540.xml"/><Relationship Id="rId137" Type="http://schemas.openxmlformats.org/officeDocument/2006/relationships/tags" Target="../tags/tag193.xml"/><Relationship Id="rId302" Type="http://schemas.openxmlformats.org/officeDocument/2006/relationships/tags" Target="../tags/tag358.xml"/><Relationship Id="rId344" Type="http://schemas.openxmlformats.org/officeDocument/2006/relationships/tags" Target="../tags/tag400.xml"/><Relationship Id="rId41" Type="http://schemas.openxmlformats.org/officeDocument/2006/relationships/tags" Target="../tags/tag97.xml"/><Relationship Id="rId83" Type="http://schemas.openxmlformats.org/officeDocument/2006/relationships/tags" Target="../tags/tag139.xml"/><Relationship Id="rId179" Type="http://schemas.openxmlformats.org/officeDocument/2006/relationships/tags" Target="../tags/tag235.xml"/><Relationship Id="rId386" Type="http://schemas.openxmlformats.org/officeDocument/2006/relationships/tags" Target="../tags/tag442.xml"/><Relationship Id="rId190" Type="http://schemas.openxmlformats.org/officeDocument/2006/relationships/tags" Target="../tags/tag246.xml"/><Relationship Id="rId204" Type="http://schemas.openxmlformats.org/officeDocument/2006/relationships/tags" Target="../tags/tag260.xml"/><Relationship Id="rId246" Type="http://schemas.openxmlformats.org/officeDocument/2006/relationships/tags" Target="../tags/tag302.xml"/><Relationship Id="rId288" Type="http://schemas.openxmlformats.org/officeDocument/2006/relationships/tags" Target="../tags/tag344.xml"/><Relationship Id="rId411" Type="http://schemas.openxmlformats.org/officeDocument/2006/relationships/tags" Target="../tags/tag467.xml"/><Relationship Id="rId453" Type="http://schemas.openxmlformats.org/officeDocument/2006/relationships/tags" Target="../tags/tag509.xml"/><Relationship Id="rId106" Type="http://schemas.openxmlformats.org/officeDocument/2006/relationships/tags" Target="../tags/tag162.xml"/><Relationship Id="rId313" Type="http://schemas.openxmlformats.org/officeDocument/2006/relationships/tags" Target="../tags/tag369.xml"/><Relationship Id="rId495" Type="http://schemas.openxmlformats.org/officeDocument/2006/relationships/tags" Target="../tags/tag5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0C1B-D53D-E840-AAD9-05BB6772F7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Week-7: Integration with Unequal Segments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B3619-8720-5886-5AC6-0C5DEC99CB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7849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7207-86B5-4FFA-DEBA-86118AD2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EB09C0-BD51-7C56-B41A-BF8F40257F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9841" y="1082566"/>
                <a:ext cx="10515600" cy="548328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/>
                  <a:t>To this point, all formulas for numerical integration have been based on equally spaced data points. </a:t>
                </a:r>
              </a:p>
              <a:p>
                <a:pPr algn="l"/>
                <a:r>
                  <a:rPr lang="en-US" sz="2400" b="0" i="0" u="none" strike="noStrike" baseline="0" dirty="0"/>
                  <a:t>In practice, there are many situations where this assumption does not hold and we must deal with unequal-sized segments. </a:t>
                </a:r>
              </a:p>
              <a:p>
                <a:pPr algn="l"/>
                <a:r>
                  <a:rPr lang="en-US" sz="2400" b="0" i="0" u="none" strike="noStrike" baseline="0" dirty="0"/>
                  <a:t>For example, experimentally derived data is often of this type. For these cases, one method is to apply the trapezoidal rule to each segment and sum the results:</a:t>
                </a:r>
                <a:r>
                  <a:rPr lang="en-US" sz="3600" dirty="0"/>
                  <a:t> </a:t>
                </a:r>
              </a:p>
              <a:p>
                <a:pPr algn="l"/>
                <a:endParaRPr lang="en-US" sz="4800" dirty="0"/>
              </a:p>
              <a:p>
                <a:pPr algn="l"/>
                <a:r>
                  <a:rPr lang="en-US" sz="2000" b="0" i="0" u="none" strike="noStrike" baseline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u="none" strike="noStrike" baseline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u="none" strike="noStrike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u="none" strike="noStrike" baseline="0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000" b="0" i="0" u="none" strike="noStrike" baseline="0" dirty="0"/>
                  <a:t>  the width of segment </a:t>
                </a:r>
                <a14:m>
                  <m:oMath xmlns:m="http://schemas.openxmlformats.org/officeDocument/2006/math">
                    <m:r>
                      <a:rPr lang="en-US" sz="2000" b="0" i="1" u="none" strike="noStrike" baseline="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="0" i="0" u="none" strike="noStrike" baseline="0" dirty="0"/>
                  <a:t>. Note that this was the same approach used for the multiple-application trapezoidal rule.</a:t>
                </a:r>
                <a:endParaRPr lang="en-US" sz="4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EB09C0-BD51-7C56-B41A-BF8F40257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9841" y="1082566"/>
                <a:ext cx="10515600" cy="5483280"/>
              </a:xfrm>
              <a:blipFill>
                <a:blip r:embed="rId58"/>
                <a:stretch>
                  <a:fillRect l="-754" t="-1335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BE8D4C2-8413-9A98-DB38-36C3508B0431}"/>
              </a:ext>
            </a:extLst>
          </p:cNvPr>
          <p:cNvSpPr txBox="1"/>
          <p:nvPr/>
        </p:nvSpPr>
        <p:spPr>
          <a:xfrm>
            <a:off x="1489841" y="407634"/>
            <a:ext cx="10116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Basic Concept:</a:t>
            </a:r>
          </a:p>
        </p:txBody>
      </p:sp>
      <p:grpSp>
        <p:nvGrpSpPr>
          <p:cNvPr id="66" name="Group 6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h_{1}\frac{f(x_{0})+f(x_{1})}{2}+h_{2}\frac{f(x_{1})+f(x_{2})}{2}+\cdots+h_{n}\frac{f(x_{n-1})+f(x_{n})}{2}&#10;\end{align*}&#10;}&#10;\end{document}" title="IguanaTex Shape Display">
            <a:extLst>
              <a:ext uri="{FF2B5EF4-FFF2-40B4-BE49-F238E27FC236}">
                <a16:creationId xmlns:a16="http://schemas.microsoft.com/office/drawing/2014/main" id="{E97A7FD0-F94A-2C4D-23EF-AFF03149DD5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609928" y="4379192"/>
            <a:ext cx="8064858" cy="640782"/>
            <a:chOff x="5602297" y="4787944"/>
            <a:chExt cx="8064858" cy="64078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3DE7054-FEB3-AAF6-746A-FD4E9405811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602297" y="5022865"/>
              <a:ext cx="118478" cy="197549"/>
            </a:xfrm>
            <a:custGeom>
              <a:avLst/>
              <a:gdLst>
                <a:gd name="connsiteX0" fmla="*/ 101 w 118478"/>
                <a:gd name="connsiteY0" fmla="*/ 197637 h 197549"/>
                <a:gd name="connsiteX1" fmla="*/ 73848 w 118478"/>
                <a:gd name="connsiteY1" fmla="*/ 197637 h 197549"/>
                <a:gd name="connsiteX2" fmla="*/ 73848 w 118478"/>
                <a:gd name="connsiteY2" fmla="*/ 192797 h 197549"/>
                <a:gd name="connsiteX3" fmla="*/ 53296 w 118478"/>
                <a:gd name="connsiteY3" fmla="*/ 180393 h 197549"/>
                <a:gd name="connsiteX4" fmla="*/ 56620 w 118478"/>
                <a:gd name="connsiteY4" fmla="*/ 161334 h 197549"/>
                <a:gd name="connsiteX5" fmla="*/ 93796 w 118478"/>
                <a:gd name="connsiteY5" fmla="*/ 27314 h 197549"/>
                <a:gd name="connsiteX6" fmla="*/ 118580 w 118478"/>
                <a:gd name="connsiteY6" fmla="*/ 4927 h 197549"/>
                <a:gd name="connsiteX7" fmla="*/ 118580 w 118478"/>
                <a:gd name="connsiteY7" fmla="*/ 87 h 197549"/>
                <a:gd name="connsiteX8" fmla="*/ 43926 w 118478"/>
                <a:gd name="connsiteY8" fmla="*/ 87 h 197549"/>
                <a:gd name="connsiteX9" fmla="*/ 43926 w 118478"/>
                <a:gd name="connsiteY9" fmla="*/ 4927 h 197549"/>
                <a:gd name="connsiteX10" fmla="*/ 65083 w 118478"/>
                <a:gd name="connsiteY10" fmla="*/ 17936 h 197549"/>
                <a:gd name="connsiteX11" fmla="*/ 61758 w 118478"/>
                <a:gd name="connsiteY11" fmla="*/ 36693 h 197549"/>
                <a:gd name="connsiteX12" fmla="*/ 24583 w 118478"/>
                <a:gd name="connsiteY12" fmla="*/ 170410 h 197549"/>
                <a:gd name="connsiteX13" fmla="*/ 101 w 118478"/>
                <a:gd name="connsiteY13" fmla="*/ 192797 h 197549"/>
                <a:gd name="connsiteX14" fmla="*/ 101 w 118478"/>
                <a:gd name="connsiteY14" fmla="*/ 197637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478" h="197549">
                  <a:moveTo>
                    <a:pt x="101" y="197637"/>
                  </a:moveTo>
                  <a:lnTo>
                    <a:pt x="73848" y="197637"/>
                  </a:lnTo>
                  <a:lnTo>
                    <a:pt x="73848" y="192797"/>
                  </a:lnTo>
                  <a:cubicBezTo>
                    <a:pt x="56620" y="190679"/>
                    <a:pt x="53296" y="188864"/>
                    <a:pt x="53296" y="180393"/>
                  </a:cubicBezTo>
                  <a:cubicBezTo>
                    <a:pt x="53296" y="174645"/>
                    <a:pt x="53900" y="171015"/>
                    <a:pt x="56620" y="161334"/>
                  </a:cubicBezTo>
                  <a:lnTo>
                    <a:pt x="93796" y="27314"/>
                  </a:lnTo>
                  <a:cubicBezTo>
                    <a:pt x="99236" y="9768"/>
                    <a:pt x="101352" y="7953"/>
                    <a:pt x="118580" y="4927"/>
                  </a:cubicBezTo>
                  <a:lnTo>
                    <a:pt x="118580" y="87"/>
                  </a:lnTo>
                  <a:lnTo>
                    <a:pt x="43926" y="87"/>
                  </a:lnTo>
                  <a:lnTo>
                    <a:pt x="43926" y="4927"/>
                  </a:lnTo>
                  <a:cubicBezTo>
                    <a:pt x="61456" y="7045"/>
                    <a:pt x="65083" y="9465"/>
                    <a:pt x="65083" y="17936"/>
                  </a:cubicBezTo>
                  <a:cubicBezTo>
                    <a:pt x="65083" y="22172"/>
                    <a:pt x="63874" y="29130"/>
                    <a:pt x="61758" y="36693"/>
                  </a:cubicBezTo>
                  <a:lnTo>
                    <a:pt x="24583" y="170410"/>
                  </a:lnTo>
                  <a:cubicBezTo>
                    <a:pt x="19142" y="187956"/>
                    <a:pt x="17027" y="189771"/>
                    <a:pt x="101" y="192797"/>
                  </a:cubicBezTo>
                  <a:lnTo>
                    <a:pt x="101" y="197637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B7C395-0E29-BCA8-FAED-5A59B666214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805546" y="5109387"/>
              <a:ext cx="200990" cy="70791"/>
            </a:xfrm>
            <a:custGeom>
              <a:avLst/>
              <a:gdLst>
                <a:gd name="connsiteX0" fmla="*/ 190822 w 200990"/>
                <a:gd name="connsiteY0" fmla="*/ 12188 h 70791"/>
                <a:gd name="connsiteX1" fmla="*/ 201098 w 200990"/>
                <a:gd name="connsiteY1" fmla="*/ 6138 h 70791"/>
                <a:gd name="connsiteX2" fmla="*/ 191124 w 200990"/>
                <a:gd name="connsiteY2" fmla="*/ 87 h 70791"/>
                <a:gd name="connsiteX3" fmla="*/ 10082 w 200990"/>
                <a:gd name="connsiteY3" fmla="*/ 87 h 70791"/>
                <a:gd name="connsiteX4" fmla="*/ 108 w 200990"/>
                <a:gd name="connsiteY4" fmla="*/ 6138 h 70791"/>
                <a:gd name="connsiteX5" fmla="*/ 10384 w 200990"/>
                <a:gd name="connsiteY5" fmla="*/ 12188 h 70791"/>
                <a:gd name="connsiteX6" fmla="*/ 190822 w 200990"/>
                <a:gd name="connsiteY6" fmla="*/ 12188 h 70791"/>
                <a:gd name="connsiteX7" fmla="*/ 191124 w 200990"/>
                <a:gd name="connsiteY7" fmla="*/ 70879 h 70791"/>
                <a:gd name="connsiteX8" fmla="*/ 201098 w 200990"/>
                <a:gd name="connsiteY8" fmla="*/ 64828 h 70791"/>
                <a:gd name="connsiteX9" fmla="*/ 190822 w 200990"/>
                <a:gd name="connsiteY9" fmla="*/ 58777 h 70791"/>
                <a:gd name="connsiteX10" fmla="*/ 10384 w 200990"/>
                <a:gd name="connsiteY10" fmla="*/ 58777 h 70791"/>
                <a:gd name="connsiteX11" fmla="*/ 108 w 200990"/>
                <a:gd name="connsiteY11" fmla="*/ 64828 h 70791"/>
                <a:gd name="connsiteX12" fmla="*/ 10082 w 200990"/>
                <a:gd name="connsiteY12" fmla="*/ 70879 h 70791"/>
                <a:gd name="connsiteX13" fmla="*/ 191124 w 200990"/>
                <a:gd name="connsiteY13" fmla="*/ 70879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990" h="70791">
                  <a:moveTo>
                    <a:pt x="190822" y="12188"/>
                  </a:moveTo>
                  <a:cubicBezTo>
                    <a:pt x="195356" y="12188"/>
                    <a:pt x="201098" y="12188"/>
                    <a:pt x="201098" y="6138"/>
                  </a:cubicBezTo>
                  <a:cubicBezTo>
                    <a:pt x="201098" y="87"/>
                    <a:pt x="195356" y="87"/>
                    <a:pt x="191124" y="87"/>
                  </a:cubicBezTo>
                  <a:lnTo>
                    <a:pt x="10082" y="87"/>
                  </a:lnTo>
                  <a:cubicBezTo>
                    <a:pt x="5850" y="87"/>
                    <a:pt x="108" y="87"/>
                    <a:pt x="108" y="6138"/>
                  </a:cubicBezTo>
                  <a:cubicBezTo>
                    <a:pt x="108" y="12188"/>
                    <a:pt x="5850" y="12188"/>
                    <a:pt x="10384" y="12188"/>
                  </a:cubicBezTo>
                  <a:lnTo>
                    <a:pt x="190822" y="12188"/>
                  </a:lnTo>
                  <a:close/>
                  <a:moveTo>
                    <a:pt x="191124" y="70879"/>
                  </a:moveTo>
                  <a:cubicBezTo>
                    <a:pt x="195356" y="70879"/>
                    <a:pt x="201098" y="70879"/>
                    <a:pt x="201098" y="64828"/>
                  </a:cubicBezTo>
                  <a:cubicBezTo>
                    <a:pt x="201098" y="58777"/>
                    <a:pt x="195356" y="58777"/>
                    <a:pt x="190822" y="58777"/>
                  </a:cubicBezTo>
                  <a:lnTo>
                    <a:pt x="10384" y="58777"/>
                  </a:lnTo>
                  <a:cubicBezTo>
                    <a:pt x="5850" y="58777"/>
                    <a:pt x="108" y="58777"/>
                    <a:pt x="108" y="64828"/>
                  </a:cubicBezTo>
                  <a:cubicBezTo>
                    <a:pt x="108" y="70879"/>
                    <a:pt x="5850" y="70879"/>
                    <a:pt x="10082" y="70879"/>
                  </a:cubicBezTo>
                  <a:lnTo>
                    <a:pt x="191124" y="70879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5AF0671-9254-923C-FE02-32F951AA74F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097497" y="5013789"/>
              <a:ext cx="138728" cy="209348"/>
            </a:xfrm>
            <a:custGeom>
              <a:avLst/>
              <a:gdLst>
                <a:gd name="connsiteX0" fmla="*/ 134917 w 138728"/>
                <a:gd name="connsiteY0" fmla="*/ 171317 h 209348"/>
                <a:gd name="connsiteX1" fmla="*/ 110133 w 138728"/>
                <a:gd name="connsiteY1" fmla="*/ 195217 h 209348"/>
                <a:gd name="connsiteX2" fmla="*/ 105297 w 138728"/>
                <a:gd name="connsiteY2" fmla="*/ 189771 h 209348"/>
                <a:gd name="connsiteX3" fmla="*/ 115271 w 138728"/>
                <a:gd name="connsiteY3" fmla="*/ 151955 h 209348"/>
                <a:gd name="connsiteX4" fmla="*/ 129779 w 138728"/>
                <a:gd name="connsiteY4" fmla="*/ 93568 h 209348"/>
                <a:gd name="connsiteX5" fmla="*/ 109831 w 138728"/>
                <a:gd name="connsiteY5" fmla="*/ 73299 h 209348"/>
                <a:gd name="connsiteX6" fmla="*/ 40618 w 138728"/>
                <a:gd name="connsiteY6" fmla="*/ 137132 h 209348"/>
                <a:gd name="connsiteX7" fmla="*/ 76887 w 138728"/>
                <a:gd name="connsiteY7" fmla="*/ 1600 h 209348"/>
                <a:gd name="connsiteX8" fmla="*/ 75375 w 138728"/>
                <a:gd name="connsiteY8" fmla="*/ 87 h 209348"/>
                <a:gd name="connsiteX9" fmla="*/ 27923 w 138728"/>
                <a:gd name="connsiteY9" fmla="*/ 8255 h 209348"/>
                <a:gd name="connsiteX10" fmla="*/ 27923 w 138728"/>
                <a:gd name="connsiteY10" fmla="*/ 12793 h 209348"/>
                <a:gd name="connsiteX11" fmla="*/ 35782 w 138728"/>
                <a:gd name="connsiteY11" fmla="*/ 12793 h 209348"/>
                <a:gd name="connsiteX12" fmla="*/ 36689 w 138728"/>
                <a:gd name="connsiteY12" fmla="*/ 12491 h 209348"/>
                <a:gd name="connsiteX13" fmla="*/ 48174 w 138728"/>
                <a:gd name="connsiteY13" fmla="*/ 20054 h 209348"/>
                <a:gd name="connsiteX14" fmla="*/ 43942 w 138728"/>
                <a:gd name="connsiteY14" fmla="*/ 40626 h 209348"/>
                <a:gd name="connsiteX15" fmla="*/ 40920 w 138728"/>
                <a:gd name="connsiteY15" fmla="*/ 51819 h 209348"/>
                <a:gd name="connsiteX16" fmla="*/ 117 w 138728"/>
                <a:gd name="connsiteY16" fmla="*/ 206713 h 209348"/>
                <a:gd name="connsiteX17" fmla="*/ 22785 w 138728"/>
                <a:gd name="connsiteY17" fmla="*/ 206713 h 209348"/>
                <a:gd name="connsiteX18" fmla="*/ 50894 w 138728"/>
                <a:gd name="connsiteY18" fmla="*/ 131384 h 209348"/>
                <a:gd name="connsiteX19" fmla="*/ 97741 w 138728"/>
                <a:gd name="connsiteY19" fmla="*/ 88727 h 209348"/>
                <a:gd name="connsiteX20" fmla="*/ 106204 w 138728"/>
                <a:gd name="connsiteY20" fmla="*/ 96291 h 209348"/>
                <a:gd name="connsiteX21" fmla="*/ 104088 w 138728"/>
                <a:gd name="connsiteY21" fmla="*/ 106274 h 209348"/>
                <a:gd name="connsiteX22" fmla="*/ 87465 w 138728"/>
                <a:gd name="connsiteY22" fmla="*/ 168897 h 209348"/>
                <a:gd name="connsiteX23" fmla="*/ 81420 w 138728"/>
                <a:gd name="connsiteY23" fmla="*/ 196729 h 209348"/>
                <a:gd name="connsiteX24" fmla="*/ 94719 w 138728"/>
                <a:gd name="connsiteY24" fmla="*/ 209436 h 209348"/>
                <a:gd name="connsiteX25" fmla="*/ 138846 w 138728"/>
                <a:gd name="connsiteY25" fmla="*/ 174948 h 209348"/>
                <a:gd name="connsiteX26" fmla="*/ 134917 w 138728"/>
                <a:gd name="connsiteY26" fmla="*/ 171317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728" h="209348">
                  <a:moveTo>
                    <a:pt x="134917" y="171317"/>
                  </a:moveTo>
                  <a:cubicBezTo>
                    <a:pt x="118596" y="191889"/>
                    <a:pt x="114969" y="195217"/>
                    <a:pt x="110133" y="195217"/>
                  </a:cubicBezTo>
                  <a:cubicBezTo>
                    <a:pt x="107413" y="195217"/>
                    <a:pt x="105297" y="192494"/>
                    <a:pt x="105297" y="189771"/>
                  </a:cubicBezTo>
                  <a:cubicBezTo>
                    <a:pt x="105297" y="186746"/>
                    <a:pt x="110133" y="167687"/>
                    <a:pt x="115271" y="151955"/>
                  </a:cubicBezTo>
                  <a:cubicBezTo>
                    <a:pt x="124036" y="123215"/>
                    <a:pt x="129779" y="100828"/>
                    <a:pt x="129779" y="93568"/>
                  </a:cubicBezTo>
                  <a:cubicBezTo>
                    <a:pt x="129779" y="81467"/>
                    <a:pt x="121618" y="73299"/>
                    <a:pt x="109831" y="73299"/>
                  </a:cubicBezTo>
                  <a:cubicBezTo>
                    <a:pt x="90185" y="73299"/>
                    <a:pt x="68726" y="93265"/>
                    <a:pt x="40618" y="137132"/>
                  </a:cubicBezTo>
                  <a:lnTo>
                    <a:pt x="76887" y="1600"/>
                  </a:lnTo>
                  <a:lnTo>
                    <a:pt x="75375" y="87"/>
                  </a:lnTo>
                  <a:cubicBezTo>
                    <a:pt x="57845" y="4020"/>
                    <a:pt x="46058" y="6138"/>
                    <a:pt x="27923" y="8255"/>
                  </a:cubicBezTo>
                  <a:lnTo>
                    <a:pt x="27923" y="12793"/>
                  </a:lnTo>
                  <a:lnTo>
                    <a:pt x="35782" y="12793"/>
                  </a:lnTo>
                  <a:cubicBezTo>
                    <a:pt x="36084" y="12793"/>
                    <a:pt x="36386" y="12793"/>
                    <a:pt x="36689" y="12491"/>
                  </a:cubicBezTo>
                  <a:cubicBezTo>
                    <a:pt x="40920" y="10676"/>
                    <a:pt x="48174" y="15818"/>
                    <a:pt x="48174" y="20054"/>
                  </a:cubicBezTo>
                  <a:cubicBezTo>
                    <a:pt x="48174" y="24289"/>
                    <a:pt x="46662" y="31852"/>
                    <a:pt x="43942" y="40626"/>
                  </a:cubicBezTo>
                  <a:cubicBezTo>
                    <a:pt x="43640" y="40928"/>
                    <a:pt x="42733" y="45164"/>
                    <a:pt x="40920" y="51819"/>
                  </a:cubicBezTo>
                  <a:lnTo>
                    <a:pt x="117" y="206713"/>
                  </a:lnTo>
                  <a:lnTo>
                    <a:pt x="22785" y="206713"/>
                  </a:lnTo>
                  <a:cubicBezTo>
                    <a:pt x="34875" y="160124"/>
                    <a:pt x="38804" y="149838"/>
                    <a:pt x="50894" y="131384"/>
                  </a:cubicBezTo>
                  <a:cubicBezTo>
                    <a:pt x="66610" y="107484"/>
                    <a:pt x="87163" y="88727"/>
                    <a:pt x="97741" y="88727"/>
                  </a:cubicBezTo>
                  <a:cubicBezTo>
                    <a:pt x="102275" y="88727"/>
                    <a:pt x="106204" y="92358"/>
                    <a:pt x="106204" y="96291"/>
                  </a:cubicBezTo>
                  <a:cubicBezTo>
                    <a:pt x="106204" y="97501"/>
                    <a:pt x="105297" y="101434"/>
                    <a:pt x="104088" y="106274"/>
                  </a:cubicBezTo>
                  <a:lnTo>
                    <a:pt x="87465" y="168897"/>
                  </a:lnTo>
                  <a:cubicBezTo>
                    <a:pt x="83536" y="183721"/>
                    <a:pt x="81420" y="193099"/>
                    <a:pt x="81420" y="196729"/>
                  </a:cubicBezTo>
                  <a:cubicBezTo>
                    <a:pt x="81420" y="204595"/>
                    <a:pt x="86558" y="209436"/>
                    <a:pt x="94719" y="209436"/>
                  </a:cubicBezTo>
                  <a:cubicBezTo>
                    <a:pt x="110133" y="209436"/>
                    <a:pt x="120712" y="201267"/>
                    <a:pt x="138846" y="174948"/>
                  </a:cubicBezTo>
                  <a:lnTo>
                    <a:pt x="134917" y="171317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BF085A1-CED4-C9DD-70A0-94BC0FC0F32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268268" y="5114950"/>
              <a:ext cx="63295" cy="151335"/>
            </a:xfrm>
            <a:custGeom>
              <a:avLst/>
              <a:gdLst>
                <a:gd name="connsiteX0" fmla="*/ 40380 w 63295"/>
                <a:gd name="connsiteY0" fmla="*/ 89 h 151335"/>
                <a:gd name="connsiteX1" fmla="*/ 122 w 63295"/>
                <a:gd name="connsiteY1" fmla="*/ 20462 h 151335"/>
                <a:gd name="connsiteX2" fmla="*/ 122 w 63295"/>
                <a:gd name="connsiteY2" fmla="*/ 23596 h 151335"/>
                <a:gd name="connsiteX3" fmla="*/ 6160 w 63295"/>
                <a:gd name="connsiteY3" fmla="*/ 21133 h 151335"/>
                <a:gd name="connsiteX4" fmla="*/ 16225 w 63295"/>
                <a:gd name="connsiteY4" fmla="*/ 18671 h 151335"/>
                <a:gd name="connsiteX5" fmla="*/ 22935 w 63295"/>
                <a:gd name="connsiteY5" fmla="*/ 29193 h 151335"/>
                <a:gd name="connsiteX6" fmla="*/ 22935 w 63295"/>
                <a:gd name="connsiteY6" fmla="*/ 130605 h 151335"/>
                <a:gd name="connsiteX7" fmla="*/ 17567 w 63295"/>
                <a:gd name="connsiteY7" fmla="*/ 145157 h 151335"/>
                <a:gd name="connsiteX8" fmla="*/ 1687 w 63295"/>
                <a:gd name="connsiteY8" fmla="*/ 148067 h 151335"/>
                <a:gd name="connsiteX9" fmla="*/ 1687 w 63295"/>
                <a:gd name="connsiteY9" fmla="*/ 151425 h 151335"/>
                <a:gd name="connsiteX10" fmla="*/ 63417 w 63295"/>
                <a:gd name="connsiteY10" fmla="*/ 151425 h 151335"/>
                <a:gd name="connsiteX11" fmla="*/ 63417 w 63295"/>
                <a:gd name="connsiteY11" fmla="*/ 148067 h 151335"/>
                <a:gd name="connsiteX12" fmla="*/ 42169 w 63295"/>
                <a:gd name="connsiteY12" fmla="*/ 134859 h 151335"/>
                <a:gd name="connsiteX13" fmla="*/ 42169 w 63295"/>
                <a:gd name="connsiteY13" fmla="*/ 537 h 151335"/>
                <a:gd name="connsiteX14" fmla="*/ 40380 w 63295"/>
                <a:gd name="connsiteY14" fmla="*/ 89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95" h="151335">
                  <a:moveTo>
                    <a:pt x="40380" y="89"/>
                  </a:moveTo>
                  <a:lnTo>
                    <a:pt x="122" y="20462"/>
                  </a:lnTo>
                  <a:lnTo>
                    <a:pt x="122" y="23596"/>
                  </a:lnTo>
                  <a:cubicBezTo>
                    <a:pt x="2806" y="22476"/>
                    <a:pt x="5266" y="21581"/>
                    <a:pt x="6160" y="21133"/>
                  </a:cubicBezTo>
                  <a:cubicBezTo>
                    <a:pt x="10186" y="19566"/>
                    <a:pt x="13988" y="18671"/>
                    <a:pt x="16225" y="18671"/>
                  </a:cubicBezTo>
                  <a:cubicBezTo>
                    <a:pt x="20922" y="18671"/>
                    <a:pt x="22935" y="22029"/>
                    <a:pt x="22935" y="29193"/>
                  </a:cubicBezTo>
                  <a:lnTo>
                    <a:pt x="22935" y="130605"/>
                  </a:lnTo>
                  <a:cubicBezTo>
                    <a:pt x="22935" y="137993"/>
                    <a:pt x="21146" y="143142"/>
                    <a:pt x="17567" y="145157"/>
                  </a:cubicBezTo>
                  <a:cubicBezTo>
                    <a:pt x="14212" y="147172"/>
                    <a:pt x="11081" y="147843"/>
                    <a:pt x="1687" y="148067"/>
                  </a:cubicBezTo>
                  <a:lnTo>
                    <a:pt x="1687" y="151425"/>
                  </a:lnTo>
                  <a:lnTo>
                    <a:pt x="63417" y="151425"/>
                  </a:lnTo>
                  <a:lnTo>
                    <a:pt x="63417" y="148067"/>
                  </a:lnTo>
                  <a:cubicBezTo>
                    <a:pt x="45748" y="147843"/>
                    <a:pt x="42169" y="145605"/>
                    <a:pt x="42169" y="134859"/>
                  </a:cubicBezTo>
                  <a:lnTo>
                    <a:pt x="42169" y="537"/>
                  </a:lnTo>
                  <a:lnTo>
                    <a:pt x="40380" y="89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8EDBDDD-9CA7-FC84-F7F1-2DFCCBB36F8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08341" y="4809726"/>
              <a:ext cx="172579" cy="267736"/>
            </a:xfrm>
            <a:custGeom>
              <a:avLst/>
              <a:gdLst>
                <a:gd name="connsiteX0" fmla="*/ 55137 w 172579"/>
                <a:gd name="connsiteY0" fmla="*/ 85393 h 267736"/>
                <a:gd name="connsiteX1" fmla="*/ 82338 w 172579"/>
                <a:gd name="connsiteY1" fmla="*/ 85393 h 267736"/>
                <a:gd name="connsiteX2" fmla="*/ 55741 w 172579"/>
                <a:gd name="connsiteY2" fmla="*/ 212454 h 267736"/>
                <a:gd name="connsiteX3" fmla="*/ 26424 w 172579"/>
                <a:gd name="connsiteY3" fmla="*/ 261464 h 267736"/>
                <a:gd name="connsiteX4" fmla="*/ 20379 w 172579"/>
                <a:gd name="connsiteY4" fmla="*/ 256623 h 267736"/>
                <a:gd name="connsiteX5" fmla="*/ 21588 w 172579"/>
                <a:gd name="connsiteY5" fmla="*/ 253295 h 267736"/>
                <a:gd name="connsiteX6" fmla="*/ 23099 w 172579"/>
                <a:gd name="connsiteY6" fmla="*/ 248455 h 267736"/>
                <a:gd name="connsiteX7" fmla="*/ 11312 w 172579"/>
                <a:gd name="connsiteY7" fmla="*/ 236959 h 267736"/>
                <a:gd name="connsiteX8" fmla="*/ 129 w 172579"/>
                <a:gd name="connsiteY8" fmla="*/ 249363 h 267736"/>
                <a:gd name="connsiteX9" fmla="*/ 24006 w 172579"/>
                <a:gd name="connsiteY9" fmla="*/ 267817 h 267736"/>
                <a:gd name="connsiteX10" fmla="*/ 84454 w 172579"/>
                <a:gd name="connsiteY10" fmla="*/ 182202 h 267736"/>
                <a:gd name="connsiteX11" fmla="*/ 106216 w 172579"/>
                <a:gd name="connsiteY11" fmla="*/ 85393 h 267736"/>
                <a:gd name="connsiteX12" fmla="*/ 139160 w 172579"/>
                <a:gd name="connsiteY12" fmla="*/ 85393 h 267736"/>
                <a:gd name="connsiteX13" fmla="*/ 140973 w 172579"/>
                <a:gd name="connsiteY13" fmla="*/ 75712 h 267736"/>
                <a:gd name="connsiteX14" fmla="*/ 108331 w 172579"/>
                <a:gd name="connsiteY14" fmla="*/ 75712 h 267736"/>
                <a:gd name="connsiteX15" fmla="*/ 145205 w 172579"/>
                <a:gd name="connsiteY15" fmla="*/ 6736 h 267736"/>
                <a:gd name="connsiteX16" fmla="*/ 151854 w 172579"/>
                <a:gd name="connsiteY16" fmla="*/ 10367 h 267736"/>
                <a:gd name="connsiteX17" fmla="*/ 150645 w 172579"/>
                <a:gd name="connsiteY17" fmla="*/ 13392 h 267736"/>
                <a:gd name="connsiteX18" fmla="*/ 148832 w 172579"/>
                <a:gd name="connsiteY18" fmla="*/ 19745 h 267736"/>
                <a:gd name="connsiteX19" fmla="*/ 160014 w 172579"/>
                <a:gd name="connsiteY19" fmla="*/ 31846 h 267736"/>
                <a:gd name="connsiteX20" fmla="*/ 172709 w 172579"/>
                <a:gd name="connsiteY20" fmla="*/ 19745 h 267736"/>
                <a:gd name="connsiteX21" fmla="*/ 146716 w 172579"/>
                <a:gd name="connsiteY21" fmla="*/ 81 h 267736"/>
                <a:gd name="connsiteX22" fmla="*/ 109238 w 172579"/>
                <a:gd name="connsiteY22" fmla="*/ 20955 h 267736"/>
                <a:gd name="connsiteX23" fmla="*/ 85059 w 172579"/>
                <a:gd name="connsiteY23" fmla="*/ 75712 h 267736"/>
                <a:gd name="connsiteX24" fmla="*/ 57252 w 172579"/>
                <a:gd name="connsiteY24" fmla="*/ 75712 h 267736"/>
                <a:gd name="connsiteX25" fmla="*/ 55137 w 172579"/>
                <a:gd name="connsiteY25" fmla="*/ 85393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79" h="267736">
                  <a:moveTo>
                    <a:pt x="55137" y="85393"/>
                  </a:moveTo>
                  <a:lnTo>
                    <a:pt x="82338" y="85393"/>
                  </a:lnTo>
                  <a:lnTo>
                    <a:pt x="55741" y="212454"/>
                  </a:lnTo>
                  <a:cubicBezTo>
                    <a:pt x="49092" y="244825"/>
                    <a:pt x="39118" y="261464"/>
                    <a:pt x="26424" y="261464"/>
                  </a:cubicBezTo>
                  <a:cubicBezTo>
                    <a:pt x="22797" y="261464"/>
                    <a:pt x="20379" y="259346"/>
                    <a:pt x="20379" y="256623"/>
                  </a:cubicBezTo>
                  <a:cubicBezTo>
                    <a:pt x="20379" y="255716"/>
                    <a:pt x="20681" y="254808"/>
                    <a:pt x="21588" y="253295"/>
                  </a:cubicBezTo>
                  <a:cubicBezTo>
                    <a:pt x="22797" y="251480"/>
                    <a:pt x="23099" y="250270"/>
                    <a:pt x="23099" y="248455"/>
                  </a:cubicBezTo>
                  <a:cubicBezTo>
                    <a:pt x="23099" y="242102"/>
                    <a:pt x="17659" y="236959"/>
                    <a:pt x="11312" y="236959"/>
                  </a:cubicBezTo>
                  <a:cubicBezTo>
                    <a:pt x="4965" y="236959"/>
                    <a:pt x="129" y="242404"/>
                    <a:pt x="129" y="249363"/>
                  </a:cubicBezTo>
                  <a:cubicBezTo>
                    <a:pt x="129" y="259649"/>
                    <a:pt x="10707" y="267817"/>
                    <a:pt x="24006" y="267817"/>
                  </a:cubicBezTo>
                  <a:cubicBezTo>
                    <a:pt x="50905" y="267817"/>
                    <a:pt x="72062" y="237867"/>
                    <a:pt x="84454" y="182202"/>
                  </a:cubicBezTo>
                  <a:lnTo>
                    <a:pt x="106216" y="85393"/>
                  </a:lnTo>
                  <a:lnTo>
                    <a:pt x="139160" y="85393"/>
                  </a:lnTo>
                  <a:lnTo>
                    <a:pt x="140973" y="75712"/>
                  </a:lnTo>
                  <a:lnTo>
                    <a:pt x="108331" y="75712"/>
                  </a:lnTo>
                  <a:cubicBezTo>
                    <a:pt x="117096" y="28216"/>
                    <a:pt x="128279" y="6736"/>
                    <a:pt x="145205" y="6736"/>
                  </a:cubicBezTo>
                  <a:cubicBezTo>
                    <a:pt x="149134" y="6736"/>
                    <a:pt x="151854" y="8249"/>
                    <a:pt x="151854" y="10367"/>
                  </a:cubicBezTo>
                  <a:cubicBezTo>
                    <a:pt x="151854" y="11274"/>
                    <a:pt x="151552" y="11879"/>
                    <a:pt x="150645" y="13392"/>
                  </a:cubicBezTo>
                  <a:cubicBezTo>
                    <a:pt x="149436" y="16115"/>
                    <a:pt x="148832" y="17627"/>
                    <a:pt x="148832" y="19745"/>
                  </a:cubicBezTo>
                  <a:cubicBezTo>
                    <a:pt x="148832" y="27005"/>
                    <a:pt x="153365" y="31846"/>
                    <a:pt x="160014" y="31846"/>
                  </a:cubicBezTo>
                  <a:cubicBezTo>
                    <a:pt x="166966" y="31846"/>
                    <a:pt x="172709" y="26400"/>
                    <a:pt x="172709" y="19745"/>
                  </a:cubicBezTo>
                  <a:cubicBezTo>
                    <a:pt x="172709" y="8551"/>
                    <a:pt x="161526" y="81"/>
                    <a:pt x="146716" y="81"/>
                  </a:cubicBezTo>
                  <a:cubicBezTo>
                    <a:pt x="131906" y="81"/>
                    <a:pt x="120119" y="6736"/>
                    <a:pt x="109238" y="20955"/>
                  </a:cubicBezTo>
                  <a:cubicBezTo>
                    <a:pt x="100171" y="32753"/>
                    <a:pt x="94126" y="46670"/>
                    <a:pt x="85059" y="75712"/>
                  </a:cubicBezTo>
                  <a:lnTo>
                    <a:pt x="57252" y="75712"/>
                  </a:lnTo>
                  <a:lnTo>
                    <a:pt x="55137" y="85393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75587D3-9891-720D-2FC7-B7682EA25EE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611319" y="4787944"/>
              <a:ext cx="70119" cy="302526"/>
            </a:xfrm>
            <a:custGeom>
              <a:avLst/>
              <a:gdLst>
                <a:gd name="connsiteX0" fmla="*/ 70253 w 70119"/>
                <a:gd name="connsiteY0" fmla="*/ 299582 h 302526"/>
                <a:gd name="connsiteX1" fmla="*/ 65115 w 70119"/>
                <a:gd name="connsiteY1" fmla="*/ 292926 h 302526"/>
                <a:gd name="connsiteX2" fmla="*/ 17663 w 70119"/>
                <a:gd name="connsiteY2" fmla="*/ 151344 h 302526"/>
                <a:gd name="connsiteX3" fmla="*/ 66324 w 70119"/>
                <a:gd name="connsiteY3" fmla="*/ 8249 h 302526"/>
                <a:gd name="connsiteX4" fmla="*/ 70253 w 70119"/>
                <a:gd name="connsiteY4" fmla="*/ 3106 h 302526"/>
                <a:gd name="connsiteX5" fmla="*/ 67231 w 70119"/>
                <a:gd name="connsiteY5" fmla="*/ 81 h 302526"/>
                <a:gd name="connsiteX6" fmla="*/ 19174 w 70119"/>
                <a:gd name="connsiteY6" fmla="*/ 59073 h 302526"/>
                <a:gd name="connsiteX7" fmla="*/ 133 w 70119"/>
                <a:gd name="connsiteY7" fmla="*/ 151344 h 302526"/>
                <a:gd name="connsiteX8" fmla="*/ 20081 w 70119"/>
                <a:gd name="connsiteY8" fmla="*/ 245732 h 302526"/>
                <a:gd name="connsiteX9" fmla="*/ 67231 w 70119"/>
                <a:gd name="connsiteY9" fmla="*/ 302607 h 302526"/>
                <a:gd name="connsiteX10" fmla="*/ 70253 w 70119"/>
                <a:gd name="connsiteY10" fmla="*/ 29958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253" y="299582"/>
                  </a:moveTo>
                  <a:cubicBezTo>
                    <a:pt x="70253" y="298674"/>
                    <a:pt x="70253" y="298069"/>
                    <a:pt x="65115" y="292926"/>
                  </a:cubicBezTo>
                  <a:cubicBezTo>
                    <a:pt x="27335" y="254808"/>
                    <a:pt x="17663" y="197630"/>
                    <a:pt x="17663" y="151344"/>
                  </a:cubicBezTo>
                  <a:cubicBezTo>
                    <a:pt x="17663" y="98704"/>
                    <a:pt x="29148" y="46065"/>
                    <a:pt x="66324" y="8249"/>
                  </a:cubicBezTo>
                  <a:cubicBezTo>
                    <a:pt x="70253" y="4618"/>
                    <a:pt x="70253" y="4013"/>
                    <a:pt x="70253" y="3106"/>
                  </a:cubicBezTo>
                  <a:cubicBezTo>
                    <a:pt x="70253" y="988"/>
                    <a:pt x="69044" y="81"/>
                    <a:pt x="67231" y="81"/>
                  </a:cubicBezTo>
                  <a:cubicBezTo>
                    <a:pt x="64208" y="81"/>
                    <a:pt x="37007" y="20652"/>
                    <a:pt x="19174" y="59073"/>
                  </a:cubicBezTo>
                  <a:cubicBezTo>
                    <a:pt x="3760" y="92351"/>
                    <a:pt x="133" y="125932"/>
                    <a:pt x="133" y="151344"/>
                  </a:cubicBezTo>
                  <a:cubicBezTo>
                    <a:pt x="133" y="174941"/>
                    <a:pt x="3458" y="211547"/>
                    <a:pt x="20081" y="245732"/>
                  </a:cubicBezTo>
                  <a:cubicBezTo>
                    <a:pt x="38216" y="282943"/>
                    <a:pt x="64208" y="302607"/>
                    <a:pt x="67231" y="302607"/>
                  </a:cubicBezTo>
                  <a:cubicBezTo>
                    <a:pt x="69044" y="302607"/>
                    <a:pt x="70253" y="301700"/>
                    <a:pt x="70253" y="299582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1B09402-A2A9-1E93-FC92-7A1A2C4142D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690942" y="4881425"/>
              <a:ext cx="143262" cy="136742"/>
            </a:xfrm>
            <a:custGeom>
              <a:avLst/>
              <a:gdLst>
                <a:gd name="connsiteX0" fmla="*/ 129799 w 143262"/>
                <a:gd name="connsiteY0" fmla="*/ 99914 h 136742"/>
                <a:gd name="connsiteX1" fmla="*/ 123149 w 143262"/>
                <a:gd name="connsiteY1" fmla="*/ 108083 h 136742"/>
                <a:gd name="connsiteX2" fmla="*/ 109246 w 143262"/>
                <a:gd name="connsiteY2" fmla="*/ 120184 h 136742"/>
                <a:gd name="connsiteX3" fmla="*/ 99877 w 143262"/>
                <a:gd name="connsiteY3" fmla="*/ 107780 h 136742"/>
                <a:gd name="connsiteX4" fmla="*/ 98668 w 143262"/>
                <a:gd name="connsiteY4" fmla="*/ 102637 h 136742"/>
                <a:gd name="connsiteX5" fmla="*/ 87787 w 143262"/>
                <a:gd name="connsiteY5" fmla="*/ 53628 h 136742"/>
                <a:gd name="connsiteX6" fmla="*/ 117407 w 143262"/>
                <a:gd name="connsiteY6" fmla="*/ 17022 h 136742"/>
                <a:gd name="connsiteX7" fmla="*/ 124661 w 143262"/>
                <a:gd name="connsiteY7" fmla="*/ 19442 h 136742"/>
                <a:gd name="connsiteX8" fmla="*/ 132821 w 143262"/>
                <a:gd name="connsiteY8" fmla="*/ 22165 h 136742"/>
                <a:gd name="connsiteX9" fmla="*/ 143400 w 143262"/>
                <a:gd name="connsiteY9" fmla="*/ 11274 h 136742"/>
                <a:gd name="connsiteX10" fmla="*/ 131008 w 143262"/>
                <a:gd name="connsiteY10" fmla="*/ 81 h 136742"/>
                <a:gd name="connsiteX11" fmla="*/ 85369 w 143262"/>
                <a:gd name="connsiteY11" fmla="*/ 43342 h 136742"/>
                <a:gd name="connsiteX12" fmla="*/ 82045 w 143262"/>
                <a:gd name="connsiteY12" fmla="*/ 26703 h 136742"/>
                <a:gd name="connsiteX13" fmla="*/ 66328 w 143262"/>
                <a:gd name="connsiteY13" fmla="*/ 81 h 136742"/>
                <a:gd name="connsiteX14" fmla="*/ 30966 w 143262"/>
                <a:gd name="connsiteY14" fmla="*/ 8854 h 136742"/>
                <a:gd name="connsiteX15" fmla="*/ 27641 w 143262"/>
                <a:gd name="connsiteY15" fmla="*/ 10064 h 136742"/>
                <a:gd name="connsiteX16" fmla="*/ 28850 w 143262"/>
                <a:gd name="connsiteY16" fmla="*/ 14602 h 136742"/>
                <a:gd name="connsiteX17" fmla="*/ 45776 w 143262"/>
                <a:gd name="connsiteY17" fmla="*/ 11274 h 136742"/>
                <a:gd name="connsiteX18" fmla="*/ 59376 w 143262"/>
                <a:gd name="connsiteY18" fmla="*/ 32148 h 136742"/>
                <a:gd name="connsiteX19" fmla="*/ 68141 w 143262"/>
                <a:gd name="connsiteY19" fmla="*/ 69359 h 136742"/>
                <a:gd name="connsiteX20" fmla="*/ 43358 w 143262"/>
                <a:gd name="connsiteY20" fmla="*/ 104755 h 136742"/>
                <a:gd name="connsiteX21" fmla="*/ 27943 w 143262"/>
                <a:gd name="connsiteY21" fmla="*/ 119276 h 136742"/>
                <a:gd name="connsiteX22" fmla="*/ 20085 w 143262"/>
                <a:gd name="connsiteY22" fmla="*/ 116553 h 136742"/>
                <a:gd name="connsiteX23" fmla="*/ 10413 w 143262"/>
                <a:gd name="connsiteY23" fmla="*/ 113528 h 136742"/>
                <a:gd name="connsiteX24" fmla="*/ 137 w 143262"/>
                <a:gd name="connsiteY24" fmla="*/ 124117 h 136742"/>
                <a:gd name="connsiteX25" fmla="*/ 15249 w 143262"/>
                <a:gd name="connsiteY25" fmla="*/ 136823 h 136742"/>
                <a:gd name="connsiteX26" fmla="*/ 43358 w 143262"/>
                <a:gd name="connsiteY26" fmla="*/ 115646 h 136742"/>
                <a:gd name="connsiteX27" fmla="*/ 70559 w 143262"/>
                <a:gd name="connsiteY27" fmla="*/ 80250 h 136742"/>
                <a:gd name="connsiteX28" fmla="*/ 79627 w 143262"/>
                <a:gd name="connsiteY28" fmla="*/ 116553 h 136742"/>
                <a:gd name="connsiteX29" fmla="*/ 97157 w 143262"/>
                <a:gd name="connsiteY29" fmla="*/ 136823 h 136742"/>
                <a:gd name="connsiteX30" fmla="*/ 134030 w 143262"/>
                <a:gd name="connsiteY30" fmla="*/ 102335 h 136742"/>
                <a:gd name="connsiteX31" fmla="*/ 129799 w 143262"/>
                <a:gd name="connsiteY31" fmla="*/ 99914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62" h="136742">
                  <a:moveTo>
                    <a:pt x="129799" y="99914"/>
                  </a:moveTo>
                  <a:cubicBezTo>
                    <a:pt x="127381" y="102637"/>
                    <a:pt x="125870" y="104452"/>
                    <a:pt x="123149" y="108083"/>
                  </a:cubicBezTo>
                  <a:cubicBezTo>
                    <a:pt x="116198" y="117158"/>
                    <a:pt x="112571" y="120184"/>
                    <a:pt x="109246" y="120184"/>
                  </a:cubicBezTo>
                  <a:cubicBezTo>
                    <a:pt x="104713" y="120184"/>
                    <a:pt x="101992" y="116251"/>
                    <a:pt x="99877" y="107780"/>
                  </a:cubicBezTo>
                  <a:cubicBezTo>
                    <a:pt x="99272" y="105360"/>
                    <a:pt x="98970" y="103545"/>
                    <a:pt x="98668" y="102637"/>
                  </a:cubicBezTo>
                  <a:cubicBezTo>
                    <a:pt x="91112" y="72082"/>
                    <a:pt x="87787" y="58166"/>
                    <a:pt x="87787" y="53628"/>
                  </a:cubicBezTo>
                  <a:cubicBezTo>
                    <a:pt x="101086" y="30333"/>
                    <a:pt x="111966" y="17022"/>
                    <a:pt x="117407" y="17022"/>
                  </a:cubicBezTo>
                  <a:cubicBezTo>
                    <a:pt x="119220" y="17022"/>
                    <a:pt x="121638" y="17930"/>
                    <a:pt x="124661" y="19442"/>
                  </a:cubicBezTo>
                  <a:cubicBezTo>
                    <a:pt x="128287" y="21560"/>
                    <a:pt x="130403" y="22165"/>
                    <a:pt x="132821" y="22165"/>
                  </a:cubicBezTo>
                  <a:cubicBezTo>
                    <a:pt x="139168" y="22165"/>
                    <a:pt x="143400" y="17627"/>
                    <a:pt x="143400" y="11274"/>
                  </a:cubicBezTo>
                  <a:cubicBezTo>
                    <a:pt x="143400" y="4921"/>
                    <a:pt x="138261" y="81"/>
                    <a:pt x="131008" y="81"/>
                  </a:cubicBezTo>
                  <a:cubicBezTo>
                    <a:pt x="117709" y="81"/>
                    <a:pt x="106224" y="10972"/>
                    <a:pt x="85369" y="43342"/>
                  </a:cubicBezTo>
                  <a:lnTo>
                    <a:pt x="82045" y="26703"/>
                  </a:lnTo>
                  <a:cubicBezTo>
                    <a:pt x="77813" y="6131"/>
                    <a:pt x="74488" y="81"/>
                    <a:pt x="66328" y="81"/>
                  </a:cubicBezTo>
                  <a:cubicBezTo>
                    <a:pt x="59679" y="81"/>
                    <a:pt x="49402" y="2803"/>
                    <a:pt x="30966" y="8854"/>
                  </a:cubicBezTo>
                  <a:lnTo>
                    <a:pt x="27641" y="10064"/>
                  </a:lnTo>
                  <a:lnTo>
                    <a:pt x="28850" y="14602"/>
                  </a:lnTo>
                  <a:cubicBezTo>
                    <a:pt x="40335" y="11879"/>
                    <a:pt x="43055" y="11274"/>
                    <a:pt x="45776" y="11274"/>
                  </a:cubicBezTo>
                  <a:cubicBezTo>
                    <a:pt x="53332" y="11274"/>
                    <a:pt x="55145" y="13997"/>
                    <a:pt x="59376" y="32148"/>
                  </a:cubicBezTo>
                  <a:lnTo>
                    <a:pt x="68141" y="69359"/>
                  </a:lnTo>
                  <a:lnTo>
                    <a:pt x="43358" y="104755"/>
                  </a:lnTo>
                  <a:cubicBezTo>
                    <a:pt x="37313" y="113831"/>
                    <a:pt x="31268" y="119276"/>
                    <a:pt x="27943" y="119276"/>
                  </a:cubicBezTo>
                  <a:cubicBezTo>
                    <a:pt x="26130" y="119276"/>
                    <a:pt x="23107" y="118369"/>
                    <a:pt x="20085" y="116553"/>
                  </a:cubicBezTo>
                  <a:cubicBezTo>
                    <a:pt x="16156" y="114436"/>
                    <a:pt x="12831" y="113528"/>
                    <a:pt x="10413" y="113528"/>
                  </a:cubicBezTo>
                  <a:cubicBezTo>
                    <a:pt x="4671" y="113528"/>
                    <a:pt x="137" y="118066"/>
                    <a:pt x="137" y="124117"/>
                  </a:cubicBezTo>
                  <a:cubicBezTo>
                    <a:pt x="137" y="131982"/>
                    <a:pt x="6182" y="136823"/>
                    <a:pt x="15249" y="136823"/>
                  </a:cubicBezTo>
                  <a:cubicBezTo>
                    <a:pt x="24619" y="136823"/>
                    <a:pt x="28246" y="134100"/>
                    <a:pt x="43358" y="115646"/>
                  </a:cubicBezTo>
                  <a:cubicBezTo>
                    <a:pt x="51518" y="105965"/>
                    <a:pt x="57865" y="97797"/>
                    <a:pt x="70559" y="80250"/>
                  </a:cubicBezTo>
                  <a:lnTo>
                    <a:pt x="79627" y="116553"/>
                  </a:lnTo>
                  <a:cubicBezTo>
                    <a:pt x="83556" y="131982"/>
                    <a:pt x="87485" y="136823"/>
                    <a:pt x="97157" y="136823"/>
                  </a:cubicBezTo>
                  <a:cubicBezTo>
                    <a:pt x="108642" y="136823"/>
                    <a:pt x="116500" y="129562"/>
                    <a:pt x="134030" y="102335"/>
                  </a:cubicBezTo>
                  <a:lnTo>
                    <a:pt x="129799" y="99914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77B350-63DF-B053-5147-38FD92137F7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839168" y="4909374"/>
              <a:ext cx="101093" cy="154470"/>
            </a:xfrm>
            <a:custGeom>
              <a:avLst/>
              <a:gdLst>
                <a:gd name="connsiteX0" fmla="*/ 51582 w 101093"/>
                <a:gd name="connsiteY0" fmla="*/ 83 h 154470"/>
                <a:gd name="connsiteX1" fmla="*/ 21612 w 101093"/>
                <a:gd name="connsiteY1" fmla="*/ 11724 h 154470"/>
                <a:gd name="connsiteX2" fmla="*/ 141 w 101093"/>
                <a:gd name="connsiteY2" fmla="*/ 76198 h 154470"/>
                <a:gd name="connsiteX3" fmla="*/ 18034 w 101093"/>
                <a:gd name="connsiteY3" fmla="*/ 139330 h 154470"/>
                <a:gd name="connsiteX4" fmla="*/ 50688 w 101093"/>
                <a:gd name="connsiteY4" fmla="*/ 154553 h 154470"/>
                <a:gd name="connsiteX5" fmla="*/ 79763 w 101093"/>
                <a:gd name="connsiteY5" fmla="*/ 142912 h 154470"/>
                <a:gd name="connsiteX6" fmla="*/ 101235 w 101093"/>
                <a:gd name="connsiteY6" fmla="*/ 77542 h 154470"/>
                <a:gd name="connsiteX7" fmla="*/ 51582 w 101093"/>
                <a:gd name="connsiteY7" fmla="*/ 83 h 154470"/>
                <a:gd name="connsiteX8" fmla="*/ 50911 w 101093"/>
                <a:gd name="connsiteY8" fmla="*/ 5903 h 154470"/>
                <a:gd name="connsiteX9" fmla="*/ 79763 w 101093"/>
                <a:gd name="connsiteY9" fmla="*/ 77989 h 154470"/>
                <a:gd name="connsiteX10" fmla="*/ 50688 w 101093"/>
                <a:gd name="connsiteY10" fmla="*/ 148732 h 154470"/>
                <a:gd name="connsiteX11" fmla="*/ 21612 w 101093"/>
                <a:gd name="connsiteY11" fmla="*/ 78213 h 154470"/>
                <a:gd name="connsiteX12" fmla="*/ 50911 w 101093"/>
                <a:gd name="connsiteY12" fmla="*/ 5903 h 1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093" h="154470">
                  <a:moveTo>
                    <a:pt x="51582" y="83"/>
                  </a:moveTo>
                  <a:cubicBezTo>
                    <a:pt x="39281" y="83"/>
                    <a:pt x="29888" y="3888"/>
                    <a:pt x="21612" y="11724"/>
                  </a:cubicBezTo>
                  <a:cubicBezTo>
                    <a:pt x="8640" y="24261"/>
                    <a:pt x="141" y="50006"/>
                    <a:pt x="141" y="76198"/>
                  </a:cubicBezTo>
                  <a:cubicBezTo>
                    <a:pt x="141" y="100600"/>
                    <a:pt x="7522" y="126793"/>
                    <a:pt x="18034" y="139330"/>
                  </a:cubicBezTo>
                  <a:cubicBezTo>
                    <a:pt x="26309" y="149180"/>
                    <a:pt x="37716" y="154553"/>
                    <a:pt x="50688" y="154553"/>
                  </a:cubicBezTo>
                  <a:cubicBezTo>
                    <a:pt x="62094" y="154553"/>
                    <a:pt x="71712" y="150747"/>
                    <a:pt x="79763" y="142912"/>
                  </a:cubicBezTo>
                  <a:cubicBezTo>
                    <a:pt x="92736" y="130599"/>
                    <a:pt x="101235" y="104630"/>
                    <a:pt x="101235" y="77542"/>
                  </a:cubicBezTo>
                  <a:cubicBezTo>
                    <a:pt x="101235" y="31648"/>
                    <a:pt x="80882" y="83"/>
                    <a:pt x="51582" y="83"/>
                  </a:cubicBezTo>
                  <a:close/>
                  <a:moveTo>
                    <a:pt x="50911" y="5903"/>
                  </a:moveTo>
                  <a:cubicBezTo>
                    <a:pt x="69699" y="5903"/>
                    <a:pt x="79763" y="31201"/>
                    <a:pt x="79763" y="77989"/>
                  </a:cubicBezTo>
                  <a:cubicBezTo>
                    <a:pt x="79763" y="124778"/>
                    <a:pt x="69922" y="148732"/>
                    <a:pt x="50688" y="148732"/>
                  </a:cubicBezTo>
                  <a:cubicBezTo>
                    <a:pt x="31453" y="148732"/>
                    <a:pt x="21612" y="124778"/>
                    <a:pt x="21612" y="78213"/>
                  </a:cubicBezTo>
                  <a:cubicBezTo>
                    <a:pt x="21612" y="30753"/>
                    <a:pt x="31677" y="5903"/>
                    <a:pt x="50911" y="5903"/>
                  </a:cubicBez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3867F5-A614-A6D4-4C93-33899604692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978445" y="4787944"/>
              <a:ext cx="70119" cy="302526"/>
            </a:xfrm>
            <a:custGeom>
              <a:avLst/>
              <a:gdLst>
                <a:gd name="connsiteX0" fmla="*/ 70266 w 70119"/>
                <a:gd name="connsiteY0" fmla="*/ 151344 h 302526"/>
                <a:gd name="connsiteX1" fmla="*/ 50318 w 70119"/>
                <a:gd name="connsiteY1" fmla="*/ 56956 h 302526"/>
                <a:gd name="connsiteX2" fmla="*/ 3168 w 70119"/>
                <a:gd name="connsiteY2" fmla="*/ 81 h 302526"/>
                <a:gd name="connsiteX3" fmla="*/ 146 w 70119"/>
                <a:gd name="connsiteY3" fmla="*/ 3106 h 302526"/>
                <a:gd name="connsiteX4" fmla="*/ 5888 w 70119"/>
                <a:gd name="connsiteY4" fmla="*/ 10064 h 302526"/>
                <a:gd name="connsiteX5" fmla="*/ 52736 w 70119"/>
                <a:gd name="connsiteY5" fmla="*/ 151344 h 302526"/>
                <a:gd name="connsiteX6" fmla="*/ 4075 w 70119"/>
                <a:gd name="connsiteY6" fmla="*/ 294439 h 302526"/>
                <a:gd name="connsiteX7" fmla="*/ 146 w 70119"/>
                <a:gd name="connsiteY7" fmla="*/ 299582 h 302526"/>
                <a:gd name="connsiteX8" fmla="*/ 3168 w 70119"/>
                <a:gd name="connsiteY8" fmla="*/ 302607 h 302526"/>
                <a:gd name="connsiteX9" fmla="*/ 51224 w 70119"/>
                <a:gd name="connsiteY9" fmla="*/ 243615 h 302526"/>
                <a:gd name="connsiteX10" fmla="*/ 70266 w 70119"/>
                <a:gd name="connsiteY10" fmla="*/ 15134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266" y="151344"/>
                  </a:moveTo>
                  <a:cubicBezTo>
                    <a:pt x="70266" y="127747"/>
                    <a:pt x="66941" y="91141"/>
                    <a:pt x="50318" y="56956"/>
                  </a:cubicBezTo>
                  <a:cubicBezTo>
                    <a:pt x="32183" y="19745"/>
                    <a:pt x="6190" y="81"/>
                    <a:pt x="3168" y="81"/>
                  </a:cubicBezTo>
                  <a:cubicBezTo>
                    <a:pt x="1355" y="81"/>
                    <a:pt x="146" y="1291"/>
                    <a:pt x="146" y="3106"/>
                  </a:cubicBezTo>
                  <a:cubicBezTo>
                    <a:pt x="146" y="4013"/>
                    <a:pt x="146" y="4618"/>
                    <a:pt x="5888" y="10064"/>
                  </a:cubicBezTo>
                  <a:cubicBezTo>
                    <a:pt x="35508" y="40014"/>
                    <a:pt x="52736" y="88116"/>
                    <a:pt x="52736" y="151344"/>
                  </a:cubicBezTo>
                  <a:cubicBezTo>
                    <a:pt x="52736" y="203076"/>
                    <a:pt x="41553" y="256321"/>
                    <a:pt x="4075" y="294439"/>
                  </a:cubicBezTo>
                  <a:cubicBezTo>
                    <a:pt x="146" y="298069"/>
                    <a:pt x="146" y="298674"/>
                    <a:pt x="146" y="299582"/>
                  </a:cubicBezTo>
                  <a:cubicBezTo>
                    <a:pt x="146" y="301397"/>
                    <a:pt x="1355" y="302607"/>
                    <a:pt x="3168" y="302607"/>
                  </a:cubicBezTo>
                  <a:cubicBezTo>
                    <a:pt x="6190" y="302607"/>
                    <a:pt x="33392" y="282035"/>
                    <a:pt x="51224" y="243615"/>
                  </a:cubicBezTo>
                  <a:cubicBezTo>
                    <a:pt x="66639" y="210337"/>
                    <a:pt x="70266" y="176756"/>
                    <a:pt x="70266" y="151344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2C35670-565A-8D48-55EA-86D8E54D850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137983" y="4838466"/>
              <a:ext cx="200990" cy="201482"/>
            </a:xfrm>
            <a:custGeom>
              <a:avLst/>
              <a:gdLst>
                <a:gd name="connsiteX0" fmla="*/ 106843 w 200990"/>
                <a:gd name="connsiteY0" fmla="*/ 106872 h 201482"/>
                <a:gd name="connsiteX1" fmla="*/ 191168 w 200990"/>
                <a:gd name="connsiteY1" fmla="*/ 106872 h 201482"/>
                <a:gd name="connsiteX2" fmla="*/ 201142 w 200990"/>
                <a:gd name="connsiteY2" fmla="*/ 100822 h 201482"/>
                <a:gd name="connsiteX3" fmla="*/ 191168 w 200990"/>
                <a:gd name="connsiteY3" fmla="*/ 94771 h 201482"/>
                <a:gd name="connsiteX4" fmla="*/ 106843 w 200990"/>
                <a:gd name="connsiteY4" fmla="*/ 94771 h 201482"/>
                <a:gd name="connsiteX5" fmla="*/ 106843 w 200990"/>
                <a:gd name="connsiteY5" fmla="*/ 10064 h 201482"/>
                <a:gd name="connsiteX6" fmla="*/ 100798 w 200990"/>
                <a:gd name="connsiteY6" fmla="*/ 81 h 201482"/>
                <a:gd name="connsiteX7" fmla="*/ 94753 w 200990"/>
                <a:gd name="connsiteY7" fmla="*/ 10064 h 201482"/>
                <a:gd name="connsiteX8" fmla="*/ 94753 w 200990"/>
                <a:gd name="connsiteY8" fmla="*/ 94771 h 201482"/>
                <a:gd name="connsiteX9" fmla="*/ 10125 w 200990"/>
                <a:gd name="connsiteY9" fmla="*/ 94771 h 201482"/>
                <a:gd name="connsiteX10" fmla="*/ 151 w 200990"/>
                <a:gd name="connsiteY10" fmla="*/ 100822 h 201482"/>
                <a:gd name="connsiteX11" fmla="*/ 10125 w 200990"/>
                <a:gd name="connsiteY11" fmla="*/ 106872 h 201482"/>
                <a:gd name="connsiteX12" fmla="*/ 94753 w 200990"/>
                <a:gd name="connsiteY12" fmla="*/ 106872 h 201482"/>
                <a:gd name="connsiteX13" fmla="*/ 94753 w 200990"/>
                <a:gd name="connsiteY13" fmla="*/ 191580 h 201482"/>
                <a:gd name="connsiteX14" fmla="*/ 100798 w 200990"/>
                <a:gd name="connsiteY14" fmla="*/ 201563 h 201482"/>
                <a:gd name="connsiteX15" fmla="*/ 106843 w 200990"/>
                <a:gd name="connsiteY15" fmla="*/ 191580 h 201482"/>
                <a:gd name="connsiteX16" fmla="*/ 106843 w 200990"/>
                <a:gd name="connsiteY16" fmla="*/ 106872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90" h="201482">
                  <a:moveTo>
                    <a:pt x="106843" y="106872"/>
                  </a:moveTo>
                  <a:lnTo>
                    <a:pt x="191168" y="106872"/>
                  </a:lnTo>
                  <a:cubicBezTo>
                    <a:pt x="195399" y="106872"/>
                    <a:pt x="201142" y="106872"/>
                    <a:pt x="201142" y="100822"/>
                  </a:cubicBezTo>
                  <a:cubicBezTo>
                    <a:pt x="201142" y="94771"/>
                    <a:pt x="195399" y="94771"/>
                    <a:pt x="191168" y="94771"/>
                  </a:cubicBezTo>
                  <a:lnTo>
                    <a:pt x="106843" y="94771"/>
                  </a:lnTo>
                  <a:lnTo>
                    <a:pt x="106843" y="10064"/>
                  </a:lnTo>
                  <a:cubicBezTo>
                    <a:pt x="106843" y="5829"/>
                    <a:pt x="106843" y="81"/>
                    <a:pt x="100798" y="81"/>
                  </a:cubicBezTo>
                  <a:cubicBezTo>
                    <a:pt x="94753" y="81"/>
                    <a:pt x="94753" y="5829"/>
                    <a:pt x="94753" y="10064"/>
                  </a:cubicBezTo>
                  <a:lnTo>
                    <a:pt x="94753" y="94771"/>
                  </a:lnTo>
                  <a:lnTo>
                    <a:pt x="10125" y="94771"/>
                  </a:lnTo>
                  <a:cubicBezTo>
                    <a:pt x="5894" y="94771"/>
                    <a:pt x="151" y="94771"/>
                    <a:pt x="151" y="100822"/>
                  </a:cubicBezTo>
                  <a:cubicBezTo>
                    <a:pt x="151" y="106872"/>
                    <a:pt x="5894" y="106872"/>
                    <a:pt x="10125" y="106872"/>
                  </a:cubicBezTo>
                  <a:lnTo>
                    <a:pt x="94753" y="106872"/>
                  </a:lnTo>
                  <a:lnTo>
                    <a:pt x="94753" y="191580"/>
                  </a:lnTo>
                  <a:cubicBezTo>
                    <a:pt x="94753" y="195815"/>
                    <a:pt x="94753" y="201563"/>
                    <a:pt x="100798" y="201563"/>
                  </a:cubicBezTo>
                  <a:cubicBezTo>
                    <a:pt x="106843" y="201563"/>
                    <a:pt x="106843" y="195815"/>
                    <a:pt x="106843" y="191580"/>
                  </a:cubicBezTo>
                  <a:lnTo>
                    <a:pt x="106843" y="106872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FDF763E-4025-D512-1651-AC505FA6167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399987" y="4809726"/>
              <a:ext cx="172579" cy="267736"/>
            </a:xfrm>
            <a:custGeom>
              <a:avLst/>
              <a:gdLst>
                <a:gd name="connsiteX0" fmla="*/ 55169 w 172579"/>
                <a:gd name="connsiteY0" fmla="*/ 85393 h 267736"/>
                <a:gd name="connsiteX1" fmla="*/ 82371 w 172579"/>
                <a:gd name="connsiteY1" fmla="*/ 85393 h 267736"/>
                <a:gd name="connsiteX2" fmla="*/ 55774 w 172579"/>
                <a:gd name="connsiteY2" fmla="*/ 212454 h 267736"/>
                <a:gd name="connsiteX3" fmla="*/ 26456 w 172579"/>
                <a:gd name="connsiteY3" fmla="*/ 261464 h 267736"/>
                <a:gd name="connsiteX4" fmla="*/ 20412 w 172579"/>
                <a:gd name="connsiteY4" fmla="*/ 256623 h 267736"/>
                <a:gd name="connsiteX5" fmla="*/ 21621 w 172579"/>
                <a:gd name="connsiteY5" fmla="*/ 253295 h 267736"/>
                <a:gd name="connsiteX6" fmla="*/ 23132 w 172579"/>
                <a:gd name="connsiteY6" fmla="*/ 248455 h 267736"/>
                <a:gd name="connsiteX7" fmla="*/ 11344 w 172579"/>
                <a:gd name="connsiteY7" fmla="*/ 236959 h 267736"/>
                <a:gd name="connsiteX8" fmla="*/ 161 w 172579"/>
                <a:gd name="connsiteY8" fmla="*/ 249363 h 267736"/>
                <a:gd name="connsiteX9" fmla="*/ 24038 w 172579"/>
                <a:gd name="connsiteY9" fmla="*/ 267817 h 267736"/>
                <a:gd name="connsiteX10" fmla="*/ 84487 w 172579"/>
                <a:gd name="connsiteY10" fmla="*/ 182202 h 267736"/>
                <a:gd name="connsiteX11" fmla="*/ 106248 w 172579"/>
                <a:gd name="connsiteY11" fmla="*/ 85393 h 267736"/>
                <a:gd name="connsiteX12" fmla="*/ 139192 w 172579"/>
                <a:gd name="connsiteY12" fmla="*/ 85393 h 267736"/>
                <a:gd name="connsiteX13" fmla="*/ 141006 w 172579"/>
                <a:gd name="connsiteY13" fmla="*/ 75712 h 267736"/>
                <a:gd name="connsiteX14" fmla="*/ 108364 w 172579"/>
                <a:gd name="connsiteY14" fmla="*/ 75712 h 267736"/>
                <a:gd name="connsiteX15" fmla="*/ 145237 w 172579"/>
                <a:gd name="connsiteY15" fmla="*/ 6736 h 267736"/>
                <a:gd name="connsiteX16" fmla="*/ 151887 w 172579"/>
                <a:gd name="connsiteY16" fmla="*/ 10367 h 267736"/>
                <a:gd name="connsiteX17" fmla="*/ 150678 w 172579"/>
                <a:gd name="connsiteY17" fmla="*/ 13392 h 267736"/>
                <a:gd name="connsiteX18" fmla="*/ 148864 w 172579"/>
                <a:gd name="connsiteY18" fmla="*/ 19745 h 267736"/>
                <a:gd name="connsiteX19" fmla="*/ 160047 w 172579"/>
                <a:gd name="connsiteY19" fmla="*/ 31846 h 267736"/>
                <a:gd name="connsiteX20" fmla="*/ 172741 w 172579"/>
                <a:gd name="connsiteY20" fmla="*/ 19745 h 267736"/>
                <a:gd name="connsiteX21" fmla="*/ 146748 w 172579"/>
                <a:gd name="connsiteY21" fmla="*/ 81 h 267736"/>
                <a:gd name="connsiteX22" fmla="*/ 109271 w 172579"/>
                <a:gd name="connsiteY22" fmla="*/ 20955 h 267736"/>
                <a:gd name="connsiteX23" fmla="*/ 85091 w 172579"/>
                <a:gd name="connsiteY23" fmla="*/ 75712 h 267736"/>
                <a:gd name="connsiteX24" fmla="*/ 57285 w 172579"/>
                <a:gd name="connsiteY24" fmla="*/ 75712 h 267736"/>
                <a:gd name="connsiteX25" fmla="*/ 55169 w 172579"/>
                <a:gd name="connsiteY25" fmla="*/ 85393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79" h="267736">
                  <a:moveTo>
                    <a:pt x="55169" y="85393"/>
                  </a:moveTo>
                  <a:lnTo>
                    <a:pt x="82371" y="85393"/>
                  </a:lnTo>
                  <a:lnTo>
                    <a:pt x="55774" y="212454"/>
                  </a:lnTo>
                  <a:cubicBezTo>
                    <a:pt x="49124" y="244825"/>
                    <a:pt x="39151" y="261464"/>
                    <a:pt x="26456" y="261464"/>
                  </a:cubicBezTo>
                  <a:cubicBezTo>
                    <a:pt x="22830" y="261464"/>
                    <a:pt x="20412" y="259346"/>
                    <a:pt x="20412" y="256623"/>
                  </a:cubicBezTo>
                  <a:cubicBezTo>
                    <a:pt x="20412" y="255716"/>
                    <a:pt x="20714" y="254808"/>
                    <a:pt x="21621" y="253295"/>
                  </a:cubicBezTo>
                  <a:cubicBezTo>
                    <a:pt x="22830" y="251480"/>
                    <a:pt x="23132" y="250270"/>
                    <a:pt x="23132" y="248455"/>
                  </a:cubicBezTo>
                  <a:cubicBezTo>
                    <a:pt x="23132" y="242102"/>
                    <a:pt x="17691" y="236959"/>
                    <a:pt x="11344" y="236959"/>
                  </a:cubicBezTo>
                  <a:cubicBezTo>
                    <a:pt x="4997" y="236959"/>
                    <a:pt x="161" y="242404"/>
                    <a:pt x="161" y="249363"/>
                  </a:cubicBezTo>
                  <a:cubicBezTo>
                    <a:pt x="161" y="259649"/>
                    <a:pt x="10740" y="267817"/>
                    <a:pt x="24038" y="267817"/>
                  </a:cubicBezTo>
                  <a:cubicBezTo>
                    <a:pt x="50938" y="267817"/>
                    <a:pt x="72095" y="237867"/>
                    <a:pt x="84487" y="182202"/>
                  </a:cubicBezTo>
                  <a:lnTo>
                    <a:pt x="106248" y="85393"/>
                  </a:lnTo>
                  <a:lnTo>
                    <a:pt x="139192" y="85393"/>
                  </a:lnTo>
                  <a:lnTo>
                    <a:pt x="141006" y="75712"/>
                  </a:lnTo>
                  <a:lnTo>
                    <a:pt x="108364" y="75712"/>
                  </a:lnTo>
                  <a:cubicBezTo>
                    <a:pt x="117129" y="28216"/>
                    <a:pt x="128312" y="6736"/>
                    <a:pt x="145237" y="6736"/>
                  </a:cubicBezTo>
                  <a:cubicBezTo>
                    <a:pt x="149166" y="6736"/>
                    <a:pt x="151887" y="8249"/>
                    <a:pt x="151887" y="10367"/>
                  </a:cubicBezTo>
                  <a:cubicBezTo>
                    <a:pt x="151887" y="11274"/>
                    <a:pt x="151584" y="11879"/>
                    <a:pt x="150678" y="13392"/>
                  </a:cubicBezTo>
                  <a:cubicBezTo>
                    <a:pt x="149469" y="16115"/>
                    <a:pt x="148864" y="17627"/>
                    <a:pt x="148864" y="19745"/>
                  </a:cubicBezTo>
                  <a:cubicBezTo>
                    <a:pt x="148864" y="27005"/>
                    <a:pt x="153398" y="31846"/>
                    <a:pt x="160047" y="31846"/>
                  </a:cubicBezTo>
                  <a:cubicBezTo>
                    <a:pt x="166999" y="31846"/>
                    <a:pt x="172741" y="26400"/>
                    <a:pt x="172741" y="19745"/>
                  </a:cubicBezTo>
                  <a:cubicBezTo>
                    <a:pt x="172741" y="8551"/>
                    <a:pt x="161558" y="81"/>
                    <a:pt x="146748" y="81"/>
                  </a:cubicBezTo>
                  <a:cubicBezTo>
                    <a:pt x="131939" y="81"/>
                    <a:pt x="120151" y="6736"/>
                    <a:pt x="109271" y="20955"/>
                  </a:cubicBezTo>
                  <a:cubicBezTo>
                    <a:pt x="100203" y="32753"/>
                    <a:pt x="94158" y="46670"/>
                    <a:pt x="85091" y="75712"/>
                  </a:cubicBezTo>
                  <a:lnTo>
                    <a:pt x="57285" y="75712"/>
                  </a:lnTo>
                  <a:lnTo>
                    <a:pt x="55169" y="85393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1C28E76-4F63-59EC-53E3-284ADDFCE2A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602965" y="4787944"/>
              <a:ext cx="70119" cy="302526"/>
            </a:xfrm>
            <a:custGeom>
              <a:avLst/>
              <a:gdLst>
                <a:gd name="connsiteX0" fmla="*/ 70286 w 70119"/>
                <a:gd name="connsiteY0" fmla="*/ 299582 h 302526"/>
                <a:gd name="connsiteX1" fmla="*/ 65148 w 70119"/>
                <a:gd name="connsiteY1" fmla="*/ 292926 h 302526"/>
                <a:gd name="connsiteX2" fmla="*/ 17696 w 70119"/>
                <a:gd name="connsiteY2" fmla="*/ 151344 h 302526"/>
                <a:gd name="connsiteX3" fmla="*/ 66357 w 70119"/>
                <a:gd name="connsiteY3" fmla="*/ 8249 h 302526"/>
                <a:gd name="connsiteX4" fmla="*/ 70286 w 70119"/>
                <a:gd name="connsiteY4" fmla="*/ 3106 h 302526"/>
                <a:gd name="connsiteX5" fmla="*/ 67263 w 70119"/>
                <a:gd name="connsiteY5" fmla="*/ 81 h 302526"/>
                <a:gd name="connsiteX6" fmla="*/ 19207 w 70119"/>
                <a:gd name="connsiteY6" fmla="*/ 59073 h 302526"/>
                <a:gd name="connsiteX7" fmla="*/ 166 w 70119"/>
                <a:gd name="connsiteY7" fmla="*/ 151344 h 302526"/>
                <a:gd name="connsiteX8" fmla="*/ 20114 w 70119"/>
                <a:gd name="connsiteY8" fmla="*/ 245732 h 302526"/>
                <a:gd name="connsiteX9" fmla="*/ 67263 w 70119"/>
                <a:gd name="connsiteY9" fmla="*/ 302607 h 302526"/>
                <a:gd name="connsiteX10" fmla="*/ 70286 w 70119"/>
                <a:gd name="connsiteY10" fmla="*/ 29958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286" y="299582"/>
                  </a:moveTo>
                  <a:cubicBezTo>
                    <a:pt x="70286" y="298674"/>
                    <a:pt x="70286" y="298069"/>
                    <a:pt x="65148" y="292926"/>
                  </a:cubicBezTo>
                  <a:cubicBezTo>
                    <a:pt x="27368" y="254808"/>
                    <a:pt x="17696" y="197630"/>
                    <a:pt x="17696" y="151344"/>
                  </a:cubicBezTo>
                  <a:cubicBezTo>
                    <a:pt x="17696" y="98704"/>
                    <a:pt x="29181" y="46065"/>
                    <a:pt x="66357" y="8249"/>
                  </a:cubicBezTo>
                  <a:cubicBezTo>
                    <a:pt x="70286" y="4618"/>
                    <a:pt x="70286" y="4013"/>
                    <a:pt x="70286" y="3106"/>
                  </a:cubicBezTo>
                  <a:cubicBezTo>
                    <a:pt x="70286" y="988"/>
                    <a:pt x="69077" y="81"/>
                    <a:pt x="67263" y="81"/>
                  </a:cubicBezTo>
                  <a:cubicBezTo>
                    <a:pt x="64241" y="81"/>
                    <a:pt x="37039" y="20652"/>
                    <a:pt x="19207" y="59073"/>
                  </a:cubicBezTo>
                  <a:cubicBezTo>
                    <a:pt x="3793" y="92351"/>
                    <a:pt x="166" y="125932"/>
                    <a:pt x="166" y="151344"/>
                  </a:cubicBezTo>
                  <a:cubicBezTo>
                    <a:pt x="166" y="174941"/>
                    <a:pt x="3490" y="211547"/>
                    <a:pt x="20114" y="245732"/>
                  </a:cubicBezTo>
                  <a:cubicBezTo>
                    <a:pt x="38248" y="282943"/>
                    <a:pt x="64241" y="302607"/>
                    <a:pt x="67263" y="302607"/>
                  </a:cubicBezTo>
                  <a:cubicBezTo>
                    <a:pt x="69077" y="302607"/>
                    <a:pt x="70286" y="301700"/>
                    <a:pt x="70286" y="299582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63025A-AD1F-09F2-59D6-393151FA558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682589" y="4881425"/>
              <a:ext cx="143262" cy="136742"/>
            </a:xfrm>
            <a:custGeom>
              <a:avLst/>
              <a:gdLst>
                <a:gd name="connsiteX0" fmla="*/ 129831 w 143262"/>
                <a:gd name="connsiteY0" fmla="*/ 99914 h 136742"/>
                <a:gd name="connsiteX1" fmla="*/ 123182 w 143262"/>
                <a:gd name="connsiteY1" fmla="*/ 108083 h 136742"/>
                <a:gd name="connsiteX2" fmla="*/ 109279 w 143262"/>
                <a:gd name="connsiteY2" fmla="*/ 120184 h 136742"/>
                <a:gd name="connsiteX3" fmla="*/ 99909 w 143262"/>
                <a:gd name="connsiteY3" fmla="*/ 107780 h 136742"/>
                <a:gd name="connsiteX4" fmla="*/ 98700 w 143262"/>
                <a:gd name="connsiteY4" fmla="*/ 102637 h 136742"/>
                <a:gd name="connsiteX5" fmla="*/ 87820 w 143262"/>
                <a:gd name="connsiteY5" fmla="*/ 53628 h 136742"/>
                <a:gd name="connsiteX6" fmla="*/ 117439 w 143262"/>
                <a:gd name="connsiteY6" fmla="*/ 17022 h 136742"/>
                <a:gd name="connsiteX7" fmla="*/ 124693 w 143262"/>
                <a:gd name="connsiteY7" fmla="*/ 19442 h 136742"/>
                <a:gd name="connsiteX8" fmla="*/ 132854 w 143262"/>
                <a:gd name="connsiteY8" fmla="*/ 22165 h 136742"/>
                <a:gd name="connsiteX9" fmla="*/ 143432 w 143262"/>
                <a:gd name="connsiteY9" fmla="*/ 11274 h 136742"/>
                <a:gd name="connsiteX10" fmla="*/ 131040 w 143262"/>
                <a:gd name="connsiteY10" fmla="*/ 81 h 136742"/>
                <a:gd name="connsiteX11" fmla="*/ 85402 w 143262"/>
                <a:gd name="connsiteY11" fmla="*/ 43342 h 136742"/>
                <a:gd name="connsiteX12" fmla="*/ 82077 w 143262"/>
                <a:gd name="connsiteY12" fmla="*/ 26703 h 136742"/>
                <a:gd name="connsiteX13" fmla="*/ 66361 w 143262"/>
                <a:gd name="connsiteY13" fmla="*/ 81 h 136742"/>
                <a:gd name="connsiteX14" fmla="*/ 30998 w 143262"/>
                <a:gd name="connsiteY14" fmla="*/ 8854 h 136742"/>
                <a:gd name="connsiteX15" fmla="*/ 27674 w 143262"/>
                <a:gd name="connsiteY15" fmla="*/ 10064 h 136742"/>
                <a:gd name="connsiteX16" fmla="*/ 28883 w 143262"/>
                <a:gd name="connsiteY16" fmla="*/ 14602 h 136742"/>
                <a:gd name="connsiteX17" fmla="*/ 45808 w 143262"/>
                <a:gd name="connsiteY17" fmla="*/ 11274 h 136742"/>
                <a:gd name="connsiteX18" fmla="*/ 59409 w 143262"/>
                <a:gd name="connsiteY18" fmla="*/ 32148 h 136742"/>
                <a:gd name="connsiteX19" fmla="*/ 68174 w 143262"/>
                <a:gd name="connsiteY19" fmla="*/ 69359 h 136742"/>
                <a:gd name="connsiteX20" fmla="*/ 43390 w 143262"/>
                <a:gd name="connsiteY20" fmla="*/ 104755 h 136742"/>
                <a:gd name="connsiteX21" fmla="*/ 27976 w 143262"/>
                <a:gd name="connsiteY21" fmla="*/ 119276 h 136742"/>
                <a:gd name="connsiteX22" fmla="*/ 20118 w 143262"/>
                <a:gd name="connsiteY22" fmla="*/ 116553 h 136742"/>
                <a:gd name="connsiteX23" fmla="*/ 10446 w 143262"/>
                <a:gd name="connsiteY23" fmla="*/ 113528 h 136742"/>
                <a:gd name="connsiteX24" fmla="*/ 170 w 143262"/>
                <a:gd name="connsiteY24" fmla="*/ 124117 h 136742"/>
                <a:gd name="connsiteX25" fmla="*/ 15282 w 143262"/>
                <a:gd name="connsiteY25" fmla="*/ 136823 h 136742"/>
                <a:gd name="connsiteX26" fmla="*/ 43390 w 143262"/>
                <a:gd name="connsiteY26" fmla="*/ 115646 h 136742"/>
                <a:gd name="connsiteX27" fmla="*/ 70592 w 143262"/>
                <a:gd name="connsiteY27" fmla="*/ 80250 h 136742"/>
                <a:gd name="connsiteX28" fmla="*/ 79659 w 143262"/>
                <a:gd name="connsiteY28" fmla="*/ 116553 h 136742"/>
                <a:gd name="connsiteX29" fmla="*/ 97189 w 143262"/>
                <a:gd name="connsiteY29" fmla="*/ 136823 h 136742"/>
                <a:gd name="connsiteX30" fmla="*/ 134063 w 143262"/>
                <a:gd name="connsiteY30" fmla="*/ 102335 h 136742"/>
                <a:gd name="connsiteX31" fmla="*/ 129831 w 143262"/>
                <a:gd name="connsiteY31" fmla="*/ 99914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62" h="136742">
                  <a:moveTo>
                    <a:pt x="129831" y="99914"/>
                  </a:moveTo>
                  <a:cubicBezTo>
                    <a:pt x="127413" y="102637"/>
                    <a:pt x="125902" y="104452"/>
                    <a:pt x="123182" y="108083"/>
                  </a:cubicBezTo>
                  <a:cubicBezTo>
                    <a:pt x="116230" y="117158"/>
                    <a:pt x="112603" y="120184"/>
                    <a:pt x="109279" y="120184"/>
                  </a:cubicBezTo>
                  <a:cubicBezTo>
                    <a:pt x="104745" y="120184"/>
                    <a:pt x="102025" y="116251"/>
                    <a:pt x="99909" y="107780"/>
                  </a:cubicBezTo>
                  <a:cubicBezTo>
                    <a:pt x="99305" y="105360"/>
                    <a:pt x="99003" y="103545"/>
                    <a:pt x="98700" y="102637"/>
                  </a:cubicBezTo>
                  <a:cubicBezTo>
                    <a:pt x="91144" y="72082"/>
                    <a:pt x="87820" y="58166"/>
                    <a:pt x="87820" y="53628"/>
                  </a:cubicBezTo>
                  <a:cubicBezTo>
                    <a:pt x="101118" y="30333"/>
                    <a:pt x="111999" y="17022"/>
                    <a:pt x="117439" y="17022"/>
                  </a:cubicBezTo>
                  <a:cubicBezTo>
                    <a:pt x="119253" y="17022"/>
                    <a:pt x="121671" y="17930"/>
                    <a:pt x="124693" y="19442"/>
                  </a:cubicBezTo>
                  <a:cubicBezTo>
                    <a:pt x="128320" y="21560"/>
                    <a:pt x="130436" y="22165"/>
                    <a:pt x="132854" y="22165"/>
                  </a:cubicBezTo>
                  <a:cubicBezTo>
                    <a:pt x="139201" y="22165"/>
                    <a:pt x="143432" y="17627"/>
                    <a:pt x="143432" y="11274"/>
                  </a:cubicBezTo>
                  <a:cubicBezTo>
                    <a:pt x="143432" y="4921"/>
                    <a:pt x="138294" y="81"/>
                    <a:pt x="131040" y="81"/>
                  </a:cubicBezTo>
                  <a:cubicBezTo>
                    <a:pt x="117742" y="81"/>
                    <a:pt x="106256" y="10972"/>
                    <a:pt x="85402" y="43342"/>
                  </a:cubicBezTo>
                  <a:lnTo>
                    <a:pt x="82077" y="26703"/>
                  </a:lnTo>
                  <a:cubicBezTo>
                    <a:pt x="77846" y="6131"/>
                    <a:pt x="74521" y="81"/>
                    <a:pt x="66361" y="81"/>
                  </a:cubicBezTo>
                  <a:cubicBezTo>
                    <a:pt x="59711" y="81"/>
                    <a:pt x="49435" y="2803"/>
                    <a:pt x="30998" y="8854"/>
                  </a:cubicBezTo>
                  <a:lnTo>
                    <a:pt x="27674" y="10064"/>
                  </a:lnTo>
                  <a:lnTo>
                    <a:pt x="28883" y="14602"/>
                  </a:lnTo>
                  <a:cubicBezTo>
                    <a:pt x="40368" y="11879"/>
                    <a:pt x="43088" y="11274"/>
                    <a:pt x="45808" y="11274"/>
                  </a:cubicBezTo>
                  <a:cubicBezTo>
                    <a:pt x="53364" y="11274"/>
                    <a:pt x="55178" y="13997"/>
                    <a:pt x="59409" y="32148"/>
                  </a:cubicBezTo>
                  <a:lnTo>
                    <a:pt x="68174" y="69359"/>
                  </a:lnTo>
                  <a:lnTo>
                    <a:pt x="43390" y="104755"/>
                  </a:lnTo>
                  <a:cubicBezTo>
                    <a:pt x="37345" y="113831"/>
                    <a:pt x="31301" y="119276"/>
                    <a:pt x="27976" y="119276"/>
                  </a:cubicBezTo>
                  <a:cubicBezTo>
                    <a:pt x="26162" y="119276"/>
                    <a:pt x="23140" y="118369"/>
                    <a:pt x="20118" y="116553"/>
                  </a:cubicBezTo>
                  <a:cubicBezTo>
                    <a:pt x="16188" y="114436"/>
                    <a:pt x="12864" y="113528"/>
                    <a:pt x="10446" y="113528"/>
                  </a:cubicBezTo>
                  <a:cubicBezTo>
                    <a:pt x="4703" y="113528"/>
                    <a:pt x="170" y="118066"/>
                    <a:pt x="170" y="124117"/>
                  </a:cubicBezTo>
                  <a:cubicBezTo>
                    <a:pt x="170" y="131982"/>
                    <a:pt x="6215" y="136823"/>
                    <a:pt x="15282" y="136823"/>
                  </a:cubicBezTo>
                  <a:cubicBezTo>
                    <a:pt x="24651" y="136823"/>
                    <a:pt x="28278" y="134100"/>
                    <a:pt x="43390" y="115646"/>
                  </a:cubicBezTo>
                  <a:cubicBezTo>
                    <a:pt x="51551" y="105965"/>
                    <a:pt x="57898" y="97797"/>
                    <a:pt x="70592" y="80250"/>
                  </a:cubicBezTo>
                  <a:lnTo>
                    <a:pt x="79659" y="116553"/>
                  </a:lnTo>
                  <a:cubicBezTo>
                    <a:pt x="83588" y="131982"/>
                    <a:pt x="87517" y="136823"/>
                    <a:pt x="97189" y="136823"/>
                  </a:cubicBezTo>
                  <a:cubicBezTo>
                    <a:pt x="108674" y="136823"/>
                    <a:pt x="116533" y="129562"/>
                    <a:pt x="134063" y="102335"/>
                  </a:cubicBezTo>
                  <a:lnTo>
                    <a:pt x="129831" y="99914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8B87E3E-C219-A302-D80B-E5D06433416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850272" y="4909374"/>
              <a:ext cx="63295" cy="151335"/>
            </a:xfrm>
            <a:custGeom>
              <a:avLst/>
              <a:gdLst>
                <a:gd name="connsiteX0" fmla="*/ 40432 w 63295"/>
                <a:gd name="connsiteY0" fmla="*/ 83 h 151335"/>
                <a:gd name="connsiteX1" fmla="*/ 174 w 63295"/>
                <a:gd name="connsiteY1" fmla="*/ 20455 h 151335"/>
                <a:gd name="connsiteX2" fmla="*/ 174 w 63295"/>
                <a:gd name="connsiteY2" fmla="*/ 23589 h 151335"/>
                <a:gd name="connsiteX3" fmla="*/ 6212 w 63295"/>
                <a:gd name="connsiteY3" fmla="*/ 21126 h 151335"/>
                <a:gd name="connsiteX4" fmla="*/ 16277 w 63295"/>
                <a:gd name="connsiteY4" fmla="*/ 18664 h 151335"/>
                <a:gd name="connsiteX5" fmla="*/ 22987 w 63295"/>
                <a:gd name="connsiteY5" fmla="*/ 29186 h 151335"/>
                <a:gd name="connsiteX6" fmla="*/ 22987 w 63295"/>
                <a:gd name="connsiteY6" fmla="*/ 130599 h 151335"/>
                <a:gd name="connsiteX7" fmla="*/ 17619 w 63295"/>
                <a:gd name="connsiteY7" fmla="*/ 145150 h 151335"/>
                <a:gd name="connsiteX8" fmla="*/ 1739 w 63295"/>
                <a:gd name="connsiteY8" fmla="*/ 148061 h 151335"/>
                <a:gd name="connsiteX9" fmla="*/ 1739 w 63295"/>
                <a:gd name="connsiteY9" fmla="*/ 151419 h 151335"/>
                <a:gd name="connsiteX10" fmla="*/ 63469 w 63295"/>
                <a:gd name="connsiteY10" fmla="*/ 151419 h 151335"/>
                <a:gd name="connsiteX11" fmla="*/ 63469 w 63295"/>
                <a:gd name="connsiteY11" fmla="*/ 148061 h 151335"/>
                <a:gd name="connsiteX12" fmla="*/ 42221 w 63295"/>
                <a:gd name="connsiteY12" fmla="*/ 134852 h 151335"/>
                <a:gd name="connsiteX13" fmla="*/ 42221 w 63295"/>
                <a:gd name="connsiteY13" fmla="*/ 530 h 151335"/>
                <a:gd name="connsiteX14" fmla="*/ 40432 w 63295"/>
                <a:gd name="connsiteY14" fmla="*/ 83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95" h="151335">
                  <a:moveTo>
                    <a:pt x="40432" y="83"/>
                  </a:moveTo>
                  <a:lnTo>
                    <a:pt x="174" y="20455"/>
                  </a:lnTo>
                  <a:lnTo>
                    <a:pt x="174" y="23589"/>
                  </a:lnTo>
                  <a:cubicBezTo>
                    <a:pt x="2857" y="22470"/>
                    <a:pt x="5318" y="21574"/>
                    <a:pt x="6212" y="21126"/>
                  </a:cubicBezTo>
                  <a:cubicBezTo>
                    <a:pt x="10238" y="19559"/>
                    <a:pt x="14040" y="18664"/>
                    <a:pt x="16277" y="18664"/>
                  </a:cubicBezTo>
                  <a:cubicBezTo>
                    <a:pt x="20974" y="18664"/>
                    <a:pt x="22987" y="22022"/>
                    <a:pt x="22987" y="29186"/>
                  </a:cubicBezTo>
                  <a:lnTo>
                    <a:pt x="22987" y="130599"/>
                  </a:lnTo>
                  <a:cubicBezTo>
                    <a:pt x="22987" y="137986"/>
                    <a:pt x="21197" y="143135"/>
                    <a:pt x="17619" y="145150"/>
                  </a:cubicBezTo>
                  <a:cubicBezTo>
                    <a:pt x="14264" y="147165"/>
                    <a:pt x="11133" y="147837"/>
                    <a:pt x="1739" y="148061"/>
                  </a:cubicBezTo>
                  <a:lnTo>
                    <a:pt x="1739" y="151419"/>
                  </a:lnTo>
                  <a:lnTo>
                    <a:pt x="63469" y="151419"/>
                  </a:lnTo>
                  <a:lnTo>
                    <a:pt x="63469" y="148061"/>
                  </a:lnTo>
                  <a:cubicBezTo>
                    <a:pt x="45800" y="147837"/>
                    <a:pt x="42221" y="145598"/>
                    <a:pt x="42221" y="134852"/>
                  </a:cubicBezTo>
                  <a:lnTo>
                    <a:pt x="42221" y="530"/>
                  </a:lnTo>
                  <a:lnTo>
                    <a:pt x="40432" y="83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16A503F-EBF3-608C-4D09-C49339A219E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970091" y="4787944"/>
              <a:ext cx="70119" cy="302526"/>
            </a:xfrm>
            <a:custGeom>
              <a:avLst/>
              <a:gdLst>
                <a:gd name="connsiteX0" fmla="*/ 70298 w 70119"/>
                <a:gd name="connsiteY0" fmla="*/ 151344 h 302526"/>
                <a:gd name="connsiteX1" fmla="*/ 50350 w 70119"/>
                <a:gd name="connsiteY1" fmla="*/ 56956 h 302526"/>
                <a:gd name="connsiteX2" fmla="*/ 3201 w 70119"/>
                <a:gd name="connsiteY2" fmla="*/ 81 h 302526"/>
                <a:gd name="connsiteX3" fmla="*/ 178 w 70119"/>
                <a:gd name="connsiteY3" fmla="*/ 3106 h 302526"/>
                <a:gd name="connsiteX4" fmla="*/ 5921 w 70119"/>
                <a:gd name="connsiteY4" fmla="*/ 10064 h 302526"/>
                <a:gd name="connsiteX5" fmla="*/ 52768 w 70119"/>
                <a:gd name="connsiteY5" fmla="*/ 151344 h 302526"/>
                <a:gd name="connsiteX6" fmla="*/ 4107 w 70119"/>
                <a:gd name="connsiteY6" fmla="*/ 294439 h 302526"/>
                <a:gd name="connsiteX7" fmla="*/ 178 w 70119"/>
                <a:gd name="connsiteY7" fmla="*/ 299582 h 302526"/>
                <a:gd name="connsiteX8" fmla="*/ 3201 w 70119"/>
                <a:gd name="connsiteY8" fmla="*/ 302607 h 302526"/>
                <a:gd name="connsiteX9" fmla="*/ 51257 w 70119"/>
                <a:gd name="connsiteY9" fmla="*/ 243615 h 302526"/>
                <a:gd name="connsiteX10" fmla="*/ 70298 w 70119"/>
                <a:gd name="connsiteY10" fmla="*/ 15134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298" y="151344"/>
                  </a:moveTo>
                  <a:cubicBezTo>
                    <a:pt x="70298" y="127747"/>
                    <a:pt x="66974" y="91141"/>
                    <a:pt x="50350" y="56956"/>
                  </a:cubicBezTo>
                  <a:cubicBezTo>
                    <a:pt x="32216" y="19745"/>
                    <a:pt x="6223" y="81"/>
                    <a:pt x="3201" y="81"/>
                  </a:cubicBezTo>
                  <a:cubicBezTo>
                    <a:pt x="1387" y="81"/>
                    <a:pt x="178" y="1291"/>
                    <a:pt x="178" y="3106"/>
                  </a:cubicBezTo>
                  <a:cubicBezTo>
                    <a:pt x="178" y="4013"/>
                    <a:pt x="178" y="4618"/>
                    <a:pt x="5921" y="10064"/>
                  </a:cubicBezTo>
                  <a:cubicBezTo>
                    <a:pt x="35540" y="40014"/>
                    <a:pt x="52768" y="88116"/>
                    <a:pt x="52768" y="151344"/>
                  </a:cubicBezTo>
                  <a:cubicBezTo>
                    <a:pt x="52768" y="203076"/>
                    <a:pt x="41585" y="256321"/>
                    <a:pt x="4107" y="294439"/>
                  </a:cubicBezTo>
                  <a:cubicBezTo>
                    <a:pt x="178" y="298069"/>
                    <a:pt x="178" y="298674"/>
                    <a:pt x="178" y="299582"/>
                  </a:cubicBezTo>
                  <a:cubicBezTo>
                    <a:pt x="178" y="301397"/>
                    <a:pt x="1387" y="302607"/>
                    <a:pt x="3201" y="302607"/>
                  </a:cubicBezTo>
                  <a:cubicBezTo>
                    <a:pt x="6223" y="302607"/>
                    <a:pt x="33425" y="282035"/>
                    <a:pt x="51257" y="243615"/>
                  </a:cubicBezTo>
                  <a:cubicBezTo>
                    <a:pt x="66671" y="210337"/>
                    <a:pt x="70298" y="176756"/>
                    <a:pt x="70298" y="151344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C3DE0B-0846-E2C4-B930-C44778F7060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407264" y="5138427"/>
              <a:ext cx="1663302" cy="12143"/>
            </a:xfrm>
            <a:custGeom>
              <a:avLst/>
              <a:gdLst>
                <a:gd name="connsiteX0" fmla="*/ 0 w 1663302"/>
                <a:gd name="connsiteY0" fmla="*/ 0 h 12143"/>
                <a:gd name="connsiteX1" fmla="*/ 1663303 w 1663302"/>
                <a:gd name="connsiteY1" fmla="*/ 0 h 12143"/>
                <a:gd name="connsiteX2" fmla="*/ 1663303 w 1663302"/>
                <a:gd name="connsiteY2" fmla="*/ 12143 h 12143"/>
                <a:gd name="connsiteX3" fmla="*/ 0 w 1663302"/>
                <a:gd name="connsiteY3" fmla="*/ 12143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3302" h="12143">
                  <a:moveTo>
                    <a:pt x="0" y="0"/>
                  </a:moveTo>
                  <a:lnTo>
                    <a:pt x="1663303" y="0"/>
                  </a:lnTo>
                  <a:lnTo>
                    <a:pt x="1663303" y="12143"/>
                  </a:lnTo>
                  <a:lnTo>
                    <a:pt x="0" y="12143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4A2FC91-F5A9-54DC-5C15-CA5F38B7E71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172139" y="5224218"/>
              <a:ext cx="134497" cy="204508"/>
            </a:xfrm>
            <a:custGeom>
              <a:avLst/>
              <a:gdLst>
                <a:gd name="connsiteX0" fmla="*/ 134650 w 134497"/>
                <a:gd name="connsiteY0" fmla="*/ 163156 h 204508"/>
                <a:gd name="connsiteX1" fmla="*/ 130721 w 134497"/>
                <a:gd name="connsiteY1" fmla="*/ 161643 h 204508"/>
                <a:gd name="connsiteX2" fmla="*/ 102008 w 134497"/>
                <a:gd name="connsiteY2" fmla="*/ 181610 h 204508"/>
                <a:gd name="connsiteX3" fmla="*/ 29772 w 134497"/>
                <a:gd name="connsiteY3" fmla="*/ 181610 h 204508"/>
                <a:gd name="connsiteX4" fmla="*/ 80549 w 134497"/>
                <a:gd name="connsiteY4" fmla="*/ 128365 h 204508"/>
                <a:gd name="connsiteX5" fmla="*/ 119236 w 134497"/>
                <a:gd name="connsiteY5" fmla="*/ 53641 h 204508"/>
                <a:gd name="connsiteX6" fmla="*/ 63321 w 134497"/>
                <a:gd name="connsiteY6" fmla="*/ 94 h 204508"/>
                <a:gd name="connsiteX7" fmla="*/ 19798 w 134497"/>
                <a:gd name="connsiteY7" fmla="*/ 18851 h 204508"/>
                <a:gd name="connsiteX8" fmla="*/ 455 w 134497"/>
                <a:gd name="connsiteY8" fmla="*/ 60297 h 204508"/>
                <a:gd name="connsiteX9" fmla="*/ 6802 w 134497"/>
                <a:gd name="connsiteY9" fmla="*/ 61809 h 204508"/>
                <a:gd name="connsiteX10" fmla="*/ 50627 w 134497"/>
                <a:gd name="connsiteY10" fmla="*/ 22481 h 204508"/>
                <a:gd name="connsiteX11" fmla="*/ 93243 w 134497"/>
                <a:gd name="connsiteY11" fmla="*/ 65137 h 204508"/>
                <a:gd name="connsiteX12" fmla="*/ 53951 w 134497"/>
                <a:gd name="connsiteY12" fmla="*/ 143794 h 204508"/>
                <a:gd name="connsiteX13" fmla="*/ 152 w 134497"/>
                <a:gd name="connsiteY13" fmla="*/ 200972 h 204508"/>
                <a:gd name="connsiteX14" fmla="*/ 152 w 134497"/>
                <a:gd name="connsiteY14" fmla="*/ 204602 h 204508"/>
                <a:gd name="connsiteX15" fmla="*/ 118027 w 134497"/>
                <a:gd name="connsiteY15" fmla="*/ 204602 h 204508"/>
                <a:gd name="connsiteX16" fmla="*/ 134650 w 134497"/>
                <a:gd name="connsiteY16" fmla="*/ 16315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497" h="204508">
                  <a:moveTo>
                    <a:pt x="134650" y="163156"/>
                  </a:moveTo>
                  <a:lnTo>
                    <a:pt x="130721" y="161643"/>
                  </a:lnTo>
                  <a:cubicBezTo>
                    <a:pt x="119538" y="178887"/>
                    <a:pt x="115609" y="181610"/>
                    <a:pt x="102008" y="181610"/>
                  </a:cubicBezTo>
                  <a:lnTo>
                    <a:pt x="29772" y="181610"/>
                  </a:lnTo>
                  <a:lnTo>
                    <a:pt x="80549" y="128365"/>
                  </a:lnTo>
                  <a:cubicBezTo>
                    <a:pt x="107448" y="100230"/>
                    <a:pt x="119236" y="77238"/>
                    <a:pt x="119236" y="53641"/>
                  </a:cubicBezTo>
                  <a:cubicBezTo>
                    <a:pt x="119236" y="23388"/>
                    <a:pt x="94754" y="94"/>
                    <a:pt x="63321" y="94"/>
                  </a:cubicBezTo>
                  <a:cubicBezTo>
                    <a:pt x="46698" y="94"/>
                    <a:pt x="30981" y="6749"/>
                    <a:pt x="19798" y="18851"/>
                  </a:cubicBezTo>
                  <a:cubicBezTo>
                    <a:pt x="10126" y="29136"/>
                    <a:pt x="5593" y="38817"/>
                    <a:pt x="455" y="60297"/>
                  </a:cubicBezTo>
                  <a:lnTo>
                    <a:pt x="6802" y="61809"/>
                  </a:lnTo>
                  <a:cubicBezTo>
                    <a:pt x="18891" y="32162"/>
                    <a:pt x="29772" y="22481"/>
                    <a:pt x="50627" y="22481"/>
                  </a:cubicBezTo>
                  <a:cubicBezTo>
                    <a:pt x="76015" y="22481"/>
                    <a:pt x="93243" y="39725"/>
                    <a:pt x="93243" y="65137"/>
                  </a:cubicBezTo>
                  <a:cubicBezTo>
                    <a:pt x="93243" y="88734"/>
                    <a:pt x="79340" y="116869"/>
                    <a:pt x="53951" y="143794"/>
                  </a:cubicBezTo>
                  <a:lnTo>
                    <a:pt x="152" y="200972"/>
                  </a:lnTo>
                  <a:lnTo>
                    <a:pt x="152" y="204602"/>
                  </a:lnTo>
                  <a:lnTo>
                    <a:pt x="118027" y="204602"/>
                  </a:lnTo>
                  <a:lnTo>
                    <a:pt x="134650" y="163156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EE9C1A7-6100-BC01-2853-8596D2AF11A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166032" y="5044041"/>
              <a:ext cx="200990" cy="201482"/>
            </a:xfrm>
            <a:custGeom>
              <a:avLst/>
              <a:gdLst>
                <a:gd name="connsiteX0" fmla="*/ 106876 w 200990"/>
                <a:gd name="connsiteY0" fmla="*/ 106879 h 201482"/>
                <a:gd name="connsiteX1" fmla="*/ 191202 w 200990"/>
                <a:gd name="connsiteY1" fmla="*/ 106879 h 201482"/>
                <a:gd name="connsiteX2" fmla="*/ 201176 w 200990"/>
                <a:gd name="connsiteY2" fmla="*/ 100829 h 201482"/>
                <a:gd name="connsiteX3" fmla="*/ 191202 w 200990"/>
                <a:gd name="connsiteY3" fmla="*/ 94778 h 201482"/>
                <a:gd name="connsiteX4" fmla="*/ 106876 w 200990"/>
                <a:gd name="connsiteY4" fmla="*/ 94778 h 201482"/>
                <a:gd name="connsiteX5" fmla="*/ 106876 w 200990"/>
                <a:gd name="connsiteY5" fmla="*/ 10071 h 201482"/>
                <a:gd name="connsiteX6" fmla="*/ 100832 w 200990"/>
                <a:gd name="connsiteY6" fmla="*/ 87 h 201482"/>
                <a:gd name="connsiteX7" fmla="*/ 94787 w 200990"/>
                <a:gd name="connsiteY7" fmla="*/ 10071 h 201482"/>
                <a:gd name="connsiteX8" fmla="*/ 94787 w 200990"/>
                <a:gd name="connsiteY8" fmla="*/ 94778 h 201482"/>
                <a:gd name="connsiteX9" fmla="*/ 10159 w 200990"/>
                <a:gd name="connsiteY9" fmla="*/ 94778 h 201482"/>
                <a:gd name="connsiteX10" fmla="*/ 185 w 200990"/>
                <a:gd name="connsiteY10" fmla="*/ 100829 h 201482"/>
                <a:gd name="connsiteX11" fmla="*/ 10159 w 200990"/>
                <a:gd name="connsiteY11" fmla="*/ 106879 h 201482"/>
                <a:gd name="connsiteX12" fmla="*/ 94787 w 200990"/>
                <a:gd name="connsiteY12" fmla="*/ 106879 h 201482"/>
                <a:gd name="connsiteX13" fmla="*/ 94787 w 200990"/>
                <a:gd name="connsiteY13" fmla="*/ 191587 h 201482"/>
                <a:gd name="connsiteX14" fmla="*/ 100832 w 200990"/>
                <a:gd name="connsiteY14" fmla="*/ 201570 h 201482"/>
                <a:gd name="connsiteX15" fmla="*/ 106876 w 200990"/>
                <a:gd name="connsiteY15" fmla="*/ 191587 h 201482"/>
                <a:gd name="connsiteX16" fmla="*/ 106876 w 200990"/>
                <a:gd name="connsiteY16" fmla="*/ 106879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90" h="201482">
                  <a:moveTo>
                    <a:pt x="106876" y="106879"/>
                  </a:moveTo>
                  <a:lnTo>
                    <a:pt x="191202" y="106879"/>
                  </a:lnTo>
                  <a:cubicBezTo>
                    <a:pt x="195433" y="106879"/>
                    <a:pt x="201176" y="106879"/>
                    <a:pt x="201176" y="100829"/>
                  </a:cubicBezTo>
                  <a:cubicBezTo>
                    <a:pt x="201176" y="94778"/>
                    <a:pt x="195433" y="94778"/>
                    <a:pt x="191202" y="94778"/>
                  </a:cubicBezTo>
                  <a:lnTo>
                    <a:pt x="106876" y="94778"/>
                  </a:lnTo>
                  <a:lnTo>
                    <a:pt x="106876" y="10071"/>
                  </a:lnTo>
                  <a:cubicBezTo>
                    <a:pt x="106876" y="5835"/>
                    <a:pt x="106876" y="87"/>
                    <a:pt x="100832" y="87"/>
                  </a:cubicBezTo>
                  <a:cubicBezTo>
                    <a:pt x="94787" y="87"/>
                    <a:pt x="94787" y="5835"/>
                    <a:pt x="94787" y="10071"/>
                  </a:cubicBezTo>
                  <a:lnTo>
                    <a:pt x="94787" y="94778"/>
                  </a:lnTo>
                  <a:lnTo>
                    <a:pt x="10159" y="94778"/>
                  </a:lnTo>
                  <a:cubicBezTo>
                    <a:pt x="5928" y="94778"/>
                    <a:pt x="185" y="94778"/>
                    <a:pt x="185" y="100829"/>
                  </a:cubicBezTo>
                  <a:cubicBezTo>
                    <a:pt x="185" y="106879"/>
                    <a:pt x="5928" y="106879"/>
                    <a:pt x="10159" y="106879"/>
                  </a:cubicBezTo>
                  <a:lnTo>
                    <a:pt x="94787" y="106879"/>
                  </a:lnTo>
                  <a:lnTo>
                    <a:pt x="94787" y="191587"/>
                  </a:lnTo>
                  <a:cubicBezTo>
                    <a:pt x="94787" y="195822"/>
                    <a:pt x="94787" y="201570"/>
                    <a:pt x="100832" y="201570"/>
                  </a:cubicBezTo>
                  <a:cubicBezTo>
                    <a:pt x="106876" y="201570"/>
                    <a:pt x="106876" y="195822"/>
                    <a:pt x="106876" y="191587"/>
                  </a:cubicBezTo>
                  <a:lnTo>
                    <a:pt x="106876" y="106879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2600F7-E800-C876-27FE-F5A9B4189D0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432702" y="5013789"/>
              <a:ext cx="138728" cy="209348"/>
            </a:xfrm>
            <a:custGeom>
              <a:avLst/>
              <a:gdLst>
                <a:gd name="connsiteX0" fmla="*/ 134994 w 138728"/>
                <a:gd name="connsiteY0" fmla="*/ 171317 h 209348"/>
                <a:gd name="connsiteX1" fmla="*/ 110210 w 138728"/>
                <a:gd name="connsiteY1" fmla="*/ 195217 h 209348"/>
                <a:gd name="connsiteX2" fmla="*/ 105374 w 138728"/>
                <a:gd name="connsiteY2" fmla="*/ 189771 h 209348"/>
                <a:gd name="connsiteX3" fmla="*/ 115348 w 138728"/>
                <a:gd name="connsiteY3" fmla="*/ 151955 h 209348"/>
                <a:gd name="connsiteX4" fmla="*/ 129855 w 138728"/>
                <a:gd name="connsiteY4" fmla="*/ 93568 h 209348"/>
                <a:gd name="connsiteX5" fmla="*/ 109908 w 138728"/>
                <a:gd name="connsiteY5" fmla="*/ 73299 h 209348"/>
                <a:gd name="connsiteX6" fmla="*/ 40694 w 138728"/>
                <a:gd name="connsiteY6" fmla="*/ 137132 h 209348"/>
                <a:gd name="connsiteX7" fmla="*/ 76963 w 138728"/>
                <a:gd name="connsiteY7" fmla="*/ 1600 h 209348"/>
                <a:gd name="connsiteX8" fmla="*/ 75452 w 138728"/>
                <a:gd name="connsiteY8" fmla="*/ 87 h 209348"/>
                <a:gd name="connsiteX9" fmla="*/ 28000 w 138728"/>
                <a:gd name="connsiteY9" fmla="*/ 8255 h 209348"/>
                <a:gd name="connsiteX10" fmla="*/ 28000 w 138728"/>
                <a:gd name="connsiteY10" fmla="*/ 12793 h 209348"/>
                <a:gd name="connsiteX11" fmla="*/ 35858 w 138728"/>
                <a:gd name="connsiteY11" fmla="*/ 12793 h 209348"/>
                <a:gd name="connsiteX12" fmla="*/ 36765 w 138728"/>
                <a:gd name="connsiteY12" fmla="*/ 12491 h 209348"/>
                <a:gd name="connsiteX13" fmla="*/ 48250 w 138728"/>
                <a:gd name="connsiteY13" fmla="*/ 20054 h 209348"/>
                <a:gd name="connsiteX14" fmla="*/ 44019 w 138728"/>
                <a:gd name="connsiteY14" fmla="*/ 40626 h 209348"/>
                <a:gd name="connsiteX15" fmla="*/ 40997 w 138728"/>
                <a:gd name="connsiteY15" fmla="*/ 51819 h 209348"/>
                <a:gd name="connsiteX16" fmla="*/ 194 w 138728"/>
                <a:gd name="connsiteY16" fmla="*/ 206713 h 209348"/>
                <a:gd name="connsiteX17" fmla="*/ 22862 w 138728"/>
                <a:gd name="connsiteY17" fmla="*/ 206713 h 209348"/>
                <a:gd name="connsiteX18" fmla="*/ 50970 w 138728"/>
                <a:gd name="connsiteY18" fmla="*/ 131384 h 209348"/>
                <a:gd name="connsiteX19" fmla="*/ 97818 w 138728"/>
                <a:gd name="connsiteY19" fmla="*/ 88727 h 209348"/>
                <a:gd name="connsiteX20" fmla="*/ 106281 w 138728"/>
                <a:gd name="connsiteY20" fmla="*/ 96291 h 209348"/>
                <a:gd name="connsiteX21" fmla="*/ 104165 w 138728"/>
                <a:gd name="connsiteY21" fmla="*/ 106274 h 209348"/>
                <a:gd name="connsiteX22" fmla="*/ 87542 w 138728"/>
                <a:gd name="connsiteY22" fmla="*/ 168897 h 209348"/>
                <a:gd name="connsiteX23" fmla="*/ 81497 w 138728"/>
                <a:gd name="connsiteY23" fmla="*/ 196729 h 209348"/>
                <a:gd name="connsiteX24" fmla="*/ 94795 w 138728"/>
                <a:gd name="connsiteY24" fmla="*/ 209436 h 209348"/>
                <a:gd name="connsiteX25" fmla="*/ 138923 w 138728"/>
                <a:gd name="connsiteY25" fmla="*/ 174948 h 209348"/>
                <a:gd name="connsiteX26" fmla="*/ 134994 w 138728"/>
                <a:gd name="connsiteY26" fmla="*/ 171317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728" h="209348">
                  <a:moveTo>
                    <a:pt x="134994" y="171317"/>
                  </a:moveTo>
                  <a:cubicBezTo>
                    <a:pt x="118673" y="191889"/>
                    <a:pt x="115046" y="195217"/>
                    <a:pt x="110210" y="195217"/>
                  </a:cubicBezTo>
                  <a:cubicBezTo>
                    <a:pt x="107490" y="195217"/>
                    <a:pt x="105374" y="192494"/>
                    <a:pt x="105374" y="189771"/>
                  </a:cubicBezTo>
                  <a:cubicBezTo>
                    <a:pt x="105374" y="186746"/>
                    <a:pt x="110210" y="167687"/>
                    <a:pt x="115348" y="151955"/>
                  </a:cubicBezTo>
                  <a:cubicBezTo>
                    <a:pt x="124113" y="123215"/>
                    <a:pt x="129855" y="100828"/>
                    <a:pt x="129855" y="93568"/>
                  </a:cubicBezTo>
                  <a:cubicBezTo>
                    <a:pt x="129855" y="81467"/>
                    <a:pt x="121695" y="73299"/>
                    <a:pt x="109908" y="73299"/>
                  </a:cubicBezTo>
                  <a:cubicBezTo>
                    <a:pt x="90262" y="73299"/>
                    <a:pt x="68803" y="93265"/>
                    <a:pt x="40694" y="137132"/>
                  </a:cubicBezTo>
                  <a:lnTo>
                    <a:pt x="76963" y="1600"/>
                  </a:lnTo>
                  <a:lnTo>
                    <a:pt x="75452" y="87"/>
                  </a:lnTo>
                  <a:cubicBezTo>
                    <a:pt x="57922" y="4020"/>
                    <a:pt x="46135" y="6138"/>
                    <a:pt x="28000" y="8255"/>
                  </a:cubicBezTo>
                  <a:lnTo>
                    <a:pt x="28000" y="12793"/>
                  </a:lnTo>
                  <a:lnTo>
                    <a:pt x="35858" y="12793"/>
                  </a:lnTo>
                  <a:cubicBezTo>
                    <a:pt x="36161" y="12793"/>
                    <a:pt x="36463" y="12793"/>
                    <a:pt x="36765" y="12491"/>
                  </a:cubicBezTo>
                  <a:cubicBezTo>
                    <a:pt x="40997" y="10676"/>
                    <a:pt x="48250" y="15818"/>
                    <a:pt x="48250" y="20054"/>
                  </a:cubicBezTo>
                  <a:cubicBezTo>
                    <a:pt x="48250" y="24289"/>
                    <a:pt x="46739" y="31852"/>
                    <a:pt x="44019" y="40626"/>
                  </a:cubicBezTo>
                  <a:cubicBezTo>
                    <a:pt x="43717" y="40928"/>
                    <a:pt x="42810" y="45164"/>
                    <a:pt x="40997" y="51819"/>
                  </a:cubicBezTo>
                  <a:lnTo>
                    <a:pt x="194" y="206713"/>
                  </a:lnTo>
                  <a:lnTo>
                    <a:pt x="22862" y="206713"/>
                  </a:lnTo>
                  <a:cubicBezTo>
                    <a:pt x="34952" y="160124"/>
                    <a:pt x="38881" y="149838"/>
                    <a:pt x="50970" y="131384"/>
                  </a:cubicBezTo>
                  <a:cubicBezTo>
                    <a:pt x="66687" y="107484"/>
                    <a:pt x="87239" y="88727"/>
                    <a:pt x="97818" y="88727"/>
                  </a:cubicBezTo>
                  <a:cubicBezTo>
                    <a:pt x="102352" y="88727"/>
                    <a:pt x="106281" y="92358"/>
                    <a:pt x="106281" y="96291"/>
                  </a:cubicBezTo>
                  <a:cubicBezTo>
                    <a:pt x="106281" y="97501"/>
                    <a:pt x="105374" y="101434"/>
                    <a:pt x="104165" y="106274"/>
                  </a:cubicBezTo>
                  <a:lnTo>
                    <a:pt x="87542" y="168897"/>
                  </a:lnTo>
                  <a:cubicBezTo>
                    <a:pt x="83613" y="183721"/>
                    <a:pt x="81497" y="193099"/>
                    <a:pt x="81497" y="196729"/>
                  </a:cubicBezTo>
                  <a:cubicBezTo>
                    <a:pt x="81497" y="204595"/>
                    <a:pt x="86635" y="209436"/>
                    <a:pt x="94795" y="209436"/>
                  </a:cubicBezTo>
                  <a:cubicBezTo>
                    <a:pt x="110210" y="209436"/>
                    <a:pt x="120788" y="201267"/>
                    <a:pt x="138923" y="174948"/>
                  </a:cubicBezTo>
                  <a:lnTo>
                    <a:pt x="134994" y="171317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5FA76D-F2E7-744B-2197-482D5F6AAF3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585357" y="5114950"/>
              <a:ext cx="99528" cy="151335"/>
            </a:xfrm>
            <a:custGeom>
              <a:avLst/>
              <a:gdLst>
                <a:gd name="connsiteX0" fmla="*/ 99726 w 99528"/>
                <a:gd name="connsiteY0" fmla="*/ 120755 h 151335"/>
                <a:gd name="connsiteX1" fmla="*/ 96819 w 99528"/>
                <a:gd name="connsiteY1" fmla="*/ 119636 h 151335"/>
                <a:gd name="connsiteX2" fmla="*/ 75571 w 99528"/>
                <a:gd name="connsiteY2" fmla="*/ 134411 h 151335"/>
                <a:gd name="connsiteX3" fmla="*/ 22117 w 99528"/>
                <a:gd name="connsiteY3" fmla="*/ 134411 h 151335"/>
                <a:gd name="connsiteX4" fmla="*/ 59691 w 99528"/>
                <a:gd name="connsiteY4" fmla="*/ 95010 h 151335"/>
                <a:gd name="connsiteX5" fmla="*/ 88320 w 99528"/>
                <a:gd name="connsiteY5" fmla="*/ 39714 h 151335"/>
                <a:gd name="connsiteX6" fmla="*/ 46943 w 99528"/>
                <a:gd name="connsiteY6" fmla="*/ 89 h 151335"/>
                <a:gd name="connsiteX7" fmla="*/ 14736 w 99528"/>
                <a:gd name="connsiteY7" fmla="*/ 13969 h 151335"/>
                <a:gd name="connsiteX8" fmla="*/ 422 w 99528"/>
                <a:gd name="connsiteY8" fmla="*/ 44639 h 151335"/>
                <a:gd name="connsiteX9" fmla="*/ 5119 w 99528"/>
                <a:gd name="connsiteY9" fmla="*/ 45759 h 151335"/>
                <a:gd name="connsiteX10" fmla="*/ 37549 w 99528"/>
                <a:gd name="connsiteY10" fmla="*/ 16656 h 151335"/>
                <a:gd name="connsiteX11" fmla="*/ 69085 w 99528"/>
                <a:gd name="connsiteY11" fmla="*/ 48221 h 151335"/>
                <a:gd name="connsiteX12" fmla="*/ 40010 w 99528"/>
                <a:gd name="connsiteY12" fmla="*/ 106428 h 151335"/>
                <a:gd name="connsiteX13" fmla="*/ 198 w 99528"/>
                <a:gd name="connsiteY13" fmla="*/ 148739 h 151335"/>
                <a:gd name="connsiteX14" fmla="*/ 198 w 99528"/>
                <a:gd name="connsiteY14" fmla="*/ 151425 h 151335"/>
                <a:gd name="connsiteX15" fmla="*/ 87425 w 99528"/>
                <a:gd name="connsiteY15" fmla="*/ 151425 h 151335"/>
                <a:gd name="connsiteX16" fmla="*/ 99726 w 99528"/>
                <a:gd name="connsiteY16" fmla="*/ 120755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528" h="151335">
                  <a:moveTo>
                    <a:pt x="99726" y="120755"/>
                  </a:moveTo>
                  <a:lnTo>
                    <a:pt x="96819" y="119636"/>
                  </a:lnTo>
                  <a:cubicBezTo>
                    <a:pt x="88543" y="132396"/>
                    <a:pt x="85636" y="134411"/>
                    <a:pt x="75571" y="134411"/>
                  </a:cubicBezTo>
                  <a:lnTo>
                    <a:pt x="22117" y="134411"/>
                  </a:lnTo>
                  <a:lnTo>
                    <a:pt x="59691" y="95010"/>
                  </a:lnTo>
                  <a:cubicBezTo>
                    <a:pt x="79597" y="74190"/>
                    <a:pt x="88320" y="57176"/>
                    <a:pt x="88320" y="39714"/>
                  </a:cubicBezTo>
                  <a:cubicBezTo>
                    <a:pt x="88320" y="17327"/>
                    <a:pt x="70203" y="89"/>
                    <a:pt x="46943" y="89"/>
                  </a:cubicBezTo>
                  <a:cubicBezTo>
                    <a:pt x="34642" y="89"/>
                    <a:pt x="23011" y="5015"/>
                    <a:pt x="14736" y="13969"/>
                  </a:cubicBezTo>
                  <a:cubicBezTo>
                    <a:pt x="7579" y="21581"/>
                    <a:pt x="4224" y="28745"/>
                    <a:pt x="422" y="44639"/>
                  </a:cubicBezTo>
                  <a:lnTo>
                    <a:pt x="5119" y="45759"/>
                  </a:lnTo>
                  <a:cubicBezTo>
                    <a:pt x="14065" y="23820"/>
                    <a:pt x="22117" y="16656"/>
                    <a:pt x="37549" y="16656"/>
                  </a:cubicBezTo>
                  <a:cubicBezTo>
                    <a:pt x="56337" y="16656"/>
                    <a:pt x="69085" y="29416"/>
                    <a:pt x="69085" y="48221"/>
                  </a:cubicBezTo>
                  <a:cubicBezTo>
                    <a:pt x="69085" y="65683"/>
                    <a:pt x="58797" y="86503"/>
                    <a:pt x="40010" y="106428"/>
                  </a:cubicBezTo>
                  <a:lnTo>
                    <a:pt x="198" y="148739"/>
                  </a:lnTo>
                  <a:lnTo>
                    <a:pt x="198" y="151425"/>
                  </a:lnTo>
                  <a:lnTo>
                    <a:pt x="87425" y="151425"/>
                  </a:lnTo>
                  <a:lnTo>
                    <a:pt x="99726" y="120755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BEB9B3E-3B2B-CD14-D323-FB966A17CB0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743546" y="4809726"/>
              <a:ext cx="172579" cy="267736"/>
            </a:xfrm>
            <a:custGeom>
              <a:avLst/>
              <a:gdLst>
                <a:gd name="connsiteX0" fmla="*/ 55213 w 172579"/>
                <a:gd name="connsiteY0" fmla="*/ 85393 h 267736"/>
                <a:gd name="connsiteX1" fmla="*/ 82415 w 172579"/>
                <a:gd name="connsiteY1" fmla="*/ 85393 h 267736"/>
                <a:gd name="connsiteX2" fmla="*/ 55818 w 172579"/>
                <a:gd name="connsiteY2" fmla="*/ 212454 h 267736"/>
                <a:gd name="connsiteX3" fmla="*/ 26501 w 172579"/>
                <a:gd name="connsiteY3" fmla="*/ 261464 h 267736"/>
                <a:gd name="connsiteX4" fmla="*/ 20456 w 172579"/>
                <a:gd name="connsiteY4" fmla="*/ 256623 h 267736"/>
                <a:gd name="connsiteX5" fmla="*/ 21665 w 172579"/>
                <a:gd name="connsiteY5" fmla="*/ 253295 h 267736"/>
                <a:gd name="connsiteX6" fmla="*/ 23176 w 172579"/>
                <a:gd name="connsiteY6" fmla="*/ 248455 h 267736"/>
                <a:gd name="connsiteX7" fmla="*/ 11388 w 172579"/>
                <a:gd name="connsiteY7" fmla="*/ 236959 h 267736"/>
                <a:gd name="connsiteX8" fmla="*/ 206 w 172579"/>
                <a:gd name="connsiteY8" fmla="*/ 249363 h 267736"/>
                <a:gd name="connsiteX9" fmla="*/ 24083 w 172579"/>
                <a:gd name="connsiteY9" fmla="*/ 267817 h 267736"/>
                <a:gd name="connsiteX10" fmla="*/ 84531 w 172579"/>
                <a:gd name="connsiteY10" fmla="*/ 182202 h 267736"/>
                <a:gd name="connsiteX11" fmla="*/ 106292 w 172579"/>
                <a:gd name="connsiteY11" fmla="*/ 85393 h 267736"/>
                <a:gd name="connsiteX12" fmla="*/ 139237 w 172579"/>
                <a:gd name="connsiteY12" fmla="*/ 85393 h 267736"/>
                <a:gd name="connsiteX13" fmla="*/ 141050 w 172579"/>
                <a:gd name="connsiteY13" fmla="*/ 75712 h 267736"/>
                <a:gd name="connsiteX14" fmla="*/ 108408 w 172579"/>
                <a:gd name="connsiteY14" fmla="*/ 75712 h 267736"/>
                <a:gd name="connsiteX15" fmla="*/ 145281 w 172579"/>
                <a:gd name="connsiteY15" fmla="*/ 6736 h 267736"/>
                <a:gd name="connsiteX16" fmla="*/ 151931 w 172579"/>
                <a:gd name="connsiteY16" fmla="*/ 10367 h 267736"/>
                <a:gd name="connsiteX17" fmla="*/ 150722 w 172579"/>
                <a:gd name="connsiteY17" fmla="*/ 13392 h 267736"/>
                <a:gd name="connsiteX18" fmla="*/ 148908 w 172579"/>
                <a:gd name="connsiteY18" fmla="*/ 19745 h 267736"/>
                <a:gd name="connsiteX19" fmla="*/ 160091 w 172579"/>
                <a:gd name="connsiteY19" fmla="*/ 31846 h 267736"/>
                <a:gd name="connsiteX20" fmla="*/ 172785 w 172579"/>
                <a:gd name="connsiteY20" fmla="*/ 19745 h 267736"/>
                <a:gd name="connsiteX21" fmla="*/ 146793 w 172579"/>
                <a:gd name="connsiteY21" fmla="*/ 81 h 267736"/>
                <a:gd name="connsiteX22" fmla="*/ 109315 w 172579"/>
                <a:gd name="connsiteY22" fmla="*/ 20955 h 267736"/>
                <a:gd name="connsiteX23" fmla="*/ 85135 w 172579"/>
                <a:gd name="connsiteY23" fmla="*/ 75712 h 267736"/>
                <a:gd name="connsiteX24" fmla="*/ 57329 w 172579"/>
                <a:gd name="connsiteY24" fmla="*/ 75712 h 267736"/>
                <a:gd name="connsiteX25" fmla="*/ 55213 w 172579"/>
                <a:gd name="connsiteY25" fmla="*/ 85393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79" h="267736">
                  <a:moveTo>
                    <a:pt x="55213" y="85393"/>
                  </a:moveTo>
                  <a:lnTo>
                    <a:pt x="82415" y="85393"/>
                  </a:lnTo>
                  <a:lnTo>
                    <a:pt x="55818" y="212454"/>
                  </a:lnTo>
                  <a:cubicBezTo>
                    <a:pt x="49169" y="244825"/>
                    <a:pt x="39195" y="261464"/>
                    <a:pt x="26501" y="261464"/>
                  </a:cubicBezTo>
                  <a:cubicBezTo>
                    <a:pt x="22874" y="261464"/>
                    <a:pt x="20456" y="259346"/>
                    <a:pt x="20456" y="256623"/>
                  </a:cubicBezTo>
                  <a:cubicBezTo>
                    <a:pt x="20456" y="255716"/>
                    <a:pt x="20758" y="254808"/>
                    <a:pt x="21665" y="253295"/>
                  </a:cubicBezTo>
                  <a:cubicBezTo>
                    <a:pt x="22874" y="251480"/>
                    <a:pt x="23176" y="250270"/>
                    <a:pt x="23176" y="248455"/>
                  </a:cubicBezTo>
                  <a:cubicBezTo>
                    <a:pt x="23176" y="242102"/>
                    <a:pt x="17736" y="236959"/>
                    <a:pt x="11388" y="236959"/>
                  </a:cubicBezTo>
                  <a:cubicBezTo>
                    <a:pt x="5041" y="236959"/>
                    <a:pt x="206" y="242404"/>
                    <a:pt x="206" y="249363"/>
                  </a:cubicBezTo>
                  <a:cubicBezTo>
                    <a:pt x="206" y="259649"/>
                    <a:pt x="10784" y="267817"/>
                    <a:pt x="24083" y="267817"/>
                  </a:cubicBezTo>
                  <a:cubicBezTo>
                    <a:pt x="50982" y="267817"/>
                    <a:pt x="72139" y="237867"/>
                    <a:pt x="84531" y="182202"/>
                  </a:cubicBezTo>
                  <a:lnTo>
                    <a:pt x="106292" y="85393"/>
                  </a:lnTo>
                  <a:lnTo>
                    <a:pt x="139237" y="85393"/>
                  </a:lnTo>
                  <a:lnTo>
                    <a:pt x="141050" y="75712"/>
                  </a:lnTo>
                  <a:lnTo>
                    <a:pt x="108408" y="75712"/>
                  </a:lnTo>
                  <a:cubicBezTo>
                    <a:pt x="117173" y="28216"/>
                    <a:pt x="128356" y="6736"/>
                    <a:pt x="145281" y="6736"/>
                  </a:cubicBezTo>
                  <a:cubicBezTo>
                    <a:pt x="149210" y="6736"/>
                    <a:pt x="151931" y="8249"/>
                    <a:pt x="151931" y="10367"/>
                  </a:cubicBezTo>
                  <a:cubicBezTo>
                    <a:pt x="151931" y="11274"/>
                    <a:pt x="151628" y="11879"/>
                    <a:pt x="150722" y="13392"/>
                  </a:cubicBezTo>
                  <a:cubicBezTo>
                    <a:pt x="149513" y="16115"/>
                    <a:pt x="148908" y="17627"/>
                    <a:pt x="148908" y="19745"/>
                  </a:cubicBezTo>
                  <a:cubicBezTo>
                    <a:pt x="148908" y="27005"/>
                    <a:pt x="153442" y="31846"/>
                    <a:pt x="160091" y="31846"/>
                  </a:cubicBezTo>
                  <a:cubicBezTo>
                    <a:pt x="167043" y="31846"/>
                    <a:pt x="172785" y="26400"/>
                    <a:pt x="172785" y="19745"/>
                  </a:cubicBezTo>
                  <a:cubicBezTo>
                    <a:pt x="172785" y="8551"/>
                    <a:pt x="161602" y="81"/>
                    <a:pt x="146793" y="81"/>
                  </a:cubicBezTo>
                  <a:cubicBezTo>
                    <a:pt x="131983" y="81"/>
                    <a:pt x="120195" y="6736"/>
                    <a:pt x="109315" y="20955"/>
                  </a:cubicBezTo>
                  <a:cubicBezTo>
                    <a:pt x="100247" y="32753"/>
                    <a:pt x="94203" y="46670"/>
                    <a:pt x="85135" y="75712"/>
                  </a:cubicBezTo>
                  <a:lnTo>
                    <a:pt x="57329" y="75712"/>
                  </a:lnTo>
                  <a:lnTo>
                    <a:pt x="55213" y="85393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A06AA88-A793-94D5-4511-76328398093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946524" y="4787944"/>
              <a:ext cx="70119" cy="302526"/>
            </a:xfrm>
            <a:custGeom>
              <a:avLst/>
              <a:gdLst>
                <a:gd name="connsiteX0" fmla="*/ 70330 w 70119"/>
                <a:gd name="connsiteY0" fmla="*/ 299582 h 302526"/>
                <a:gd name="connsiteX1" fmla="*/ 65192 w 70119"/>
                <a:gd name="connsiteY1" fmla="*/ 292926 h 302526"/>
                <a:gd name="connsiteX2" fmla="*/ 17740 w 70119"/>
                <a:gd name="connsiteY2" fmla="*/ 151344 h 302526"/>
                <a:gd name="connsiteX3" fmla="*/ 66401 w 70119"/>
                <a:gd name="connsiteY3" fmla="*/ 8249 h 302526"/>
                <a:gd name="connsiteX4" fmla="*/ 70330 w 70119"/>
                <a:gd name="connsiteY4" fmla="*/ 3106 h 302526"/>
                <a:gd name="connsiteX5" fmla="*/ 67308 w 70119"/>
                <a:gd name="connsiteY5" fmla="*/ 81 h 302526"/>
                <a:gd name="connsiteX6" fmla="*/ 19251 w 70119"/>
                <a:gd name="connsiteY6" fmla="*/ 59073 h 302526"/>
                <a:gd name="connsiteX7" fmla="*/ 210 w 70119"/>
                <a:gd name="connsiteY7" fmla="*/ 151344 h 302526"/>
                <a:gd name="connsiteX8" fmla="*/ 20158 w 70119"/>
                <a:gd name="connsiteY8" fmla="*/ 245732 h 302526"/>
                <a:gd name="connsiteX9" fmla="*/ 67308 w 70119"/>
                <a:gd name="connsiteY9" fmla="*/ 302607 h 302526"/>
                <a:gd name="connsiteX10" fmla="*/ 70330 w 70119"/>
                <a:gd name="connsiteY10" fmla="*/ 29958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330" y="299582"/>
                  </a:moveTo>
                  <a:cubicBezTo>
                    <a:pt x="70330" y="298674"/>
                    <a:pt x="70330" y="298069"/>
                    <a:pt x="65192" y="292926"/>
                  </a:cubicBezTo>
                  <a:cubicBezTo>
                    <a:pt x="27412" y="254808"/>
                    <a:pt x="17740" y="197630"/>
                    <a:pt x="17740" y="151344"/>
                  </a:cubicBezTo>
                  <a:cubicBezTo>
                    <a:pt x="17740" y="98704"/>
                    <a:pt x="29225" y="46065"/>
                    <a:pt x="66401" y="8249"/>
                  </a:cubicBezTo>
                  <a:cubicBezTo>
                    <a:pt x="70330" y="4618"/>
                    <a:pt x="70330" y="4013"/>
                    <a:pt x="70330" y="3106"/>
                  </a:cubicBezTo>
                  <a:cubicBezTo>
                    <a:pt x="70330" y="988"/>
                    <a:pt x="69121" y="81"/>
                    <a:pt x="67308" y="81"/>
                  </a:cubicBezTo>
                  <a:cubicBezTo>
                    <a:pt x="64285" y="81"/>
                    <a:pt x="37083" y="20652"/>
                    <a:pt x="19251" y="59073"/>
                  </a:cubicBezTo>
                  <a:cubicBezTo>
                    <a:pt x="3837" y="92351"/>
                    <a:pt x="210" y="125932"/>
                    <a:pt x="210" y="151344"/>
                  </a:cubicBezTo>
                  <a:cubicBezTo>
                    <a:pt x="210" y="174941"/>
                    <a:pt x="3535" y="211547"/>
                    <a:pt x="20158" y="245732"/>
                  </a:cubicBezTo>
                  <a:cubicBezTo>
                    <a:pt x="38292" y="282943"/>
                    <a:pt x="64285" y="302607"/>
                    <a:pt x="67308" y="302607"/>
                  </a:cubicBezTo>
                  <a:cubicBezTo>
                    <a:pt x="69121" y="302607"/>
                    <a:pt x="70330" y="301700"/>
                    <a:pt x="70330" y="299582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50C49C-1857-EBA0-5B8D-F7463DDA746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026148" y="4881425"/>
              <a:ext cx="143262" cy="136742"/>
            </a:xfrm>
            <a:custGeom>
              <a:avLst/>
              <a:gdLst>
                <a:gd name="connsiteX0" fmla="*/ 129875 w 143262"/>
                <a:gd name="connsiteY0" fmla="*/ 99914 h 136742"/>
                <a:gd name="connsiteX1" fmla="*/ 123226 w 143262"/>
                <a:gd name="connsiteY1" fmla="*/ 108083 h 136742"/>
                <a:gd name="connsiteX2" fmla="*/ 109323 w 143262"/>
                <a:gd name="connsiteY2" fmla="*/ 120184 h 136742"/>
                <a:gd name="connsiteX3" fmla="*/ 99953 w 143262"/>
                <a:gd name="connsiteY3" fmla="*/ 107780 h 136742"/>
                <a:gd name="connsiteX4" fmla="*/ 98744 w 143262"/>
                <a:gd name="connsiteY4" fmla="*/ 102637 h 136742"/>
                <a:gd name="connsiteX5" fmla="*/ 87864 w 143262"/>
                <a:gd name="connsiteY5" fmla="*/ 53628 h 136742"/>
                <a:gd name="connsiteX6" fmla="*/ 117483 w 143262"/>
                <a:gd name="connsiteY6" fmla="*/ 17022 h 136742"/>
                <a:gd name="connsiteX7" fmla="*/ 124737 w 143262"/>
                <a:gd name="connsiteY7" fmla="*/ 19442 h 136742"/>
                <a:gd name="connsiteX8" fmla="*/ 132898 w 143262"/>
                <a:gd name="connsiteY8" fmla="*/ 22165 h 136742"/>
                <a:gd name="connsiteX9" fmla="*/ 143476 w 143262"/>
                <a:gd name="connsiteY9" fmla="*/ 11274 h 136742"/>
                <a:gd name="connsiteX10" fmla="*/ 131084 w 143262"/>
                <a:gd name="connsiteY10" fmla="*/ 81 h 136742"/>
                <a:gd name="connsiteX11" fmla="*/ 85446 w 143262"/>
                <a:gd name="connsiteY11" fmla="*/ 43342 h 136742"/>
                <a:gd name="connsiteX12" fmla="*/ 82121 w 143262"/>
                <a:gd name="connsiteY12" fmla="*/ 26703 h 136742"/>
                <a:gd name="connsiteX13" fmla="*/ 66405 w 143262"/>
                <a:gd name="connsiteY13" fmla="*/ 81 h 136742"/>
                <a:gd name="connsiteX14" fmla="*/ 31042 w 143262"/>
                <a:gd name="connsiteY14" fmla="*/ 8854 h 136742"/>
                <a:gd name="connsiteX15" fmla="*/ 27718 w 143262"/>
                <a:gd name="connsiteY15" fmla="*/ 10064 h 136742"/>
                <a:gd name="connsiteX16" fmla="*/ 28927 w 143262"/>
                <a:gd name="connsiteY16" fmla="*/ 14602 h 136742"/>
                <a:gd name="connsiteX17" fmla="*/ 45852 w 143262"/>
                <a:gd name="connsiteY17" fmla="*/ 11274 h 136742"/>
                <a:gd name="connsiteX18" fmla="*/ 59453 w 143262"/>
                <a:gd name="connsiteY18" fmla="*/ 32148 h 136742"/>
                <a:gd name="connsiteX19" fmla="*/ 68218 w 143262"/>
                <a:gd name="connsiteY19" fmla="*/ 69359 h 136742"/>
                <a:gd name="connsiteX20" fmla="*/ 43434 w 143262"/>
                <a:gd name="connsiteY20" fmla="*/ 104755 h 136742"/>
                <a:gd name="connsiteX21" fmla="*/ 28020 w 143262"/>
                <a:gd name="connsiteY21" fmla="*/ 119276 h 136742"/>
                <a:gd name="connsiteX22" fmla="*/ 20162 w 143262"/>
                <a:gd name="connsiteY22" fmla="*/ 116553 h 136742"/>
                <a:gd name="connsiteX23" fmla="*/ 10490 w 143262"/>
                <a:gd name="connsiteY23" fmla="*/ 113528 h 136742"/>
                <a:gd name="connsiteX24" fmla="*/ 214 w 143262"/>
                <a:gd name="connsiteY24" fmla="*/ 124117 h 136742"/>
                <a:gd name="connsiteX25" fmla="*/ 15326 w 143262"/>
                <a:gd name="connsiteY25" fmla="*/ 136823 h 136742"/>
                <a:gd name="connsiteX26" fmla="*/ 43434 w 143262"/>
                <a:gd name="connsiteY26" fmla="*/ 115646 h 136742"/>
                <a:gd name="connsiteX27" fmla="*/ 70636 w 143262"/>
                <a:gd name="connsiteY27" fmla="*/ 80250 h 136742"/>
                <a:gd name="connsiteX28" fmla="*/ 79703 w 143262"/>
                <a:gd name="connsiteY28" fmla="*/ 116553 h 136742"/>
                <a:gd name="connsiteX29" fmla="*/ 97233 w 143262"/>
                <a:gd name="connsiteY29" fmla="*/ 136823 h 136742"/>
                <a:gd name="connsiteX30" fmla="*/ 134107 w 143262"/>
                <a:gd name="connsiteY30" fmla="*/ 102335 h 136742"/>
                <a:gd name="connsiteX31" fmla="*/ 129875 w 143262"/>
                <a:gd name="connsiteY31" fmla="*/ 99914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62" h="136742">
                  <a:moveTo>
                    <a:pt x="129875" y="99914"/>
                  </a:moveTo>
                  <a:cubicBezTo>
                    <a:pt x="127457" y="102637"/>
                    <a:pt x="125946" y="104452"/>
                    <a:pt x="123226" y="108083"/>
                  </a:cubicBezTo>
                  <a:cubicBezTo>
                    <a:pt x="116274" y="117158"/>
                    <a:pt x="112648" y="120184"/>
                    <a:pt x="109323" y="120184"/>
                  </a:cubicBezTo>
                  <a:cubicBezTo>
                    <a:pt x="104789" y="120184"/>
                    <a:pt x="102069" y="116251"/>
                    <a:pt x="99953" y="107780"/>
                  </a:cubicBezTo>
                  <a:cubicBezTo>
                    <a:pt x="99349" y="105360"/>
                    <a:pt x="99047" y="103545"/>
                    <a:pt x="98744" y="102637"/>
                  </a:cubicBezTo>
                  <a:cubicBezTo>
                    <a:pt x="91188" y="72082"/>
                    <a:pt x="87864" y="58166"/>
                    <a:pt x="87864" y="53628"/>
                  </a:cubicBezTo>
                  <a:cubicBezTo>
                    <a:pt x="101162" y="30333"/>
                    <a:pt x="112043" y="17022"/>
                    <a:pt x="117483" y="17022"/>
                  </a:cubicBezTo>
                  <a:cubicBezTo>
                    <a:pt x="119297" y="17022"/>
                    <a:pt x="121715" y="17930"/>
                    <a:pt x="124737" y="19442"/>
                  </a:cubicBezTo>
                  <a:cubicBezTo>
                    <a:pt x="128364" y="21560"/>
                    <a:pt x="130480" y="22165"/>
                    <a:pt x="132898" y="22165"/>
                  </a:cubicBezTo>
                  <a:cubicBezTo>
                    <a:pt x="139245" y="22165"/>
                    <a:pt x="143476" y="17627"/>
                    <a:pt x="143476" y="11274"/>
                  </a:cubicBezTo>
                  <a:cubicBezTo>
                    <a:pt x="143476" y="4921"/>
                    <a:pt x="138338" y="81"/>
                    <a:pt x="131084" y="81"/>
                  </a:cubicBezTo>
                  <a:cubicBezTo>
                    <a:pt x="117786" y="81"/>
                    <a:pt x="106301" y="10972"/>
                    <a:pt x="85446" y="43342"/>
                  </a:cubicBezTo>
                  <a:lnTo>
                    <a:pt x="82121" y="26703"/>
                  </a:lnTo>
                  <a:cubicBezTo>
                    <a:pt x="77890" y="6131"/>
                    <a:pt x="74565" y="81"/>
                    <a:pt x="66405" y="81"/>
                  </a:cubicBezTo>
                  <a:cubicBezTo>
                    <a:pt x="59755" y="81"/>
                    <a:pt x="49479" y="2803"/>
                    <a:pt x="31042" y="8854"/>
                  </a:cubicBezTo>
                  <a:lnTo>
                    <a:pt x="27718" y="10064"/>
                  </a:lnTo>
                  <a:lnTo>
                    <a:pt x="28927" y="14602"/>
                  </a:lnTo>
                  <a:cubicBezTo>
                    <a:pt x="40412" y="11879"/>
                    <a:pt x="43132" y="11274"/>
                    <a:pt x="45852" y="11274"/>
                  </a:cubicBezTo>
                  <a:cubicBezTo>
                    <a:pt x="53408" y="11274"/>
                    <a:pt x="55222" y="13997"/>
                    <a:pt x="59453" y="32148"/>
                  </a:cubicBezTo>
                  <a:lnTo>
                    <a:pt x="68218" y="69359"/>
                  </a:lnTo>
                  <a:lnTo>
                    <a:pt x="43434" y="104755"/>
                  </a:lnTo>
                  <a:cubicBezTo>
                    <a:pt x="37389" y="113831"/>
                    <a:pt x="31345" y="119276"/>
                    <a:pt x="28020" y="119276"/>
                  </a:cubicBezTo>
                  <a:cubicBezTo>
                    <a:pt x="26207" y="119276"/>
                    <a:pt x="23184" y="118369"/>
                    <a:pt x="20162" y="116553"/>
                  </a:cubicBezTo>
                  <a:cubicBezTo>
                    <a:pt x="16233" y="114436"/>
                    <a:pt x="12908" y="113528"/>
                    <a:pt x="10490" y="113528"/>
                  </a:cubicBezTo>
                  <a:cubicBezTo>
                    <a:pt x="4747" y="113528"/>
                    <a:pt x="214" y="118066"/>
                    <a:pt x="214" y="124117"/>
                  </a:cubicBezTo>
                  <a:cubicBezTo>
                    <a:pt x="214" y="131982"/>
                    <a:pt x="6259" y="136823"/>
                    <a:pt x="15326" y="136823"/>
                  </a:cubicBezTo>
                  <a:cubicBezTo>
                    <a:pt x="24695" y="136823"/>
                    <a:pt x="28322" y="134100"/>
                    <a:pt x="43434" y="115646"/>
                  </a:cubicBezTo>
                  <a:cubicBezTo>
                    <a:pt x="51595" y="105965"/>
                    <a:pt x="57942" y="97797"/>
                    <a:pt x="70636" y="80250"/>
                  </a:cubicBezTo>
                  <a:lnTo>
                    <a:pt x="79703" y="116553"/>
                  </a:lnTo>
                  <a:cubicBezTo>
                    <a:pt x="83632" y="131982"/>
                    <a:pt x="87562" y="136823"/>
                    <a:pt x="97233" y="136823"/>
                  </a:cubicBezTo>
                  <a:cubicBezTo>
                    <a:pt x="108718" y="136823"/>
                    <a:pt x="116577" y="129562"/>
                    <a:pt x="134107" y="102335"/>
                  </a:cubicBezTo>
                  <a:lnTo>
                    <a:pt x="129875" y="99914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489CDB9-8121-B3D2-6A67-25F75C6CA6C7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193831" y="4909374"/>
              <a:ext cx="63295" cy="151335"/>
            </a:xfrm>
            <a:custGeom>
              <a:avLst/>
              <a:gdLst>
                <a:gd name="connsiteX0" fmla="*/ 40476 w 63295"/>
                <a:gd name="connsiteY0" fmla="*/ 83 h 151335"/>
                <a:gd name="connsiteX1" fmla="*/ 218 w 63295"/>
                <a:gd name="connsiteY1" fmla="*/ 20455 h 151335"/>
                <a:gd name="connsiteX2" fmla="*/ 218 w 63295"/>
                <a:gd name="connsiteY2" fmla="*/ 23589 h 151335"/>
                <a:gd name="connsiteX3" fmla="*/ 6256 w 63295"/>
                <a:gd name="connsiteY3" fmla="*/ 21126 h 151335"/>
                <a:gd name="connsiteX4" fmla="*/ 16321 w 63295"/>
                <a:gd name="connsiteY4" fmla="*/ 18664 h 151335"/>
                <a:gd name="connsiteX5" fmla="*/ 23031 w 63295"/>
                <a:gd name="connsiteY5" fmla="*/ 29186 h 151335"/>
                <a:gd name="connsiteX6" fmla="*/ 23031 w 63295"/>
                <a:gd name="connsiteY6" fmla="*/ 130599 h 151335"/>
                <a:gd name="connsiteX7" fmla="*/ 17663 w 63295"/>
                <a:gd name="connsiteY7" fmla="*/ 145150 h 151335"/>
                <a:gd name="connsiteX8" fmla="*/ 1783 w 63295"/>
                <a:gd name="connsiteY8" fmla="*/ 148061 h 151335"/>
                <a:gd name="connsiteX9" fmla="*/ 1783 w 63295"/>
                <a:gd name="connsiteY9" fmla="*/ 151419 h 151335"/>
                <a:gd name="connsiteX10" fmla="*/ 63513 w 63295"/>
                <a:gd name="connsiteY10" fmla="*/ 151419 h 151335"/>
                <a:gd name="connsiteX11" fmla="*/ 63513 w 63295"/>
                <a:gd name="connsiteY11" fmla="*/ 148061 h 151335"/>
                <a:gd name="connsiteX12" fmla="*/ 42266 w 63295"/>
                <a:gd name="connsiteY12" fmla="*/ 134852 h 151335"/>
                <a:gd name="connsiteX13" fmla="*/ 42266 w 63295"/>
                <a:gd name="connsiteY13" fmla="*/ 530 h 151335"/>
                <a:gd name="connsiteX14" fmla="*/ 40476 w 63295"/>
                <a:gd name="connsiteY14" fmla="*/ 83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95" h="151335">
                  <a:moveTo>
                    <a:pt x="40476" y="83"/>
                  </a:moveTo>
                  <a:lnTo>
                    <a:pt x="218" y="20455"/>
                  </a:lnTo>
                  <a:lnTo>
                    <a:pt x="218" y="23589"/>
                  </a:lnTo>
                  <a:cubicBezTo>
                    <a:pt x="2902" y="22470"/>
                    <a:pt x="5362" y="21574"/>
                    <a:pt x="6256" y="21126"/>
                  </a:cubicBezTo>
                  <a:cubicBezTo>
                    <a:pt x="10282" y="19559"/>
                    <a:pt x="14085" y="18664"/>
                    <a:pt x="16321" y="18664"/>
                  </a:cubicBezTo>
                  <a:cubicBezTo>
                    <a:pt x="21018" y="18664"/>
                    <a:pt x="23031" y="22022"/>
                    <a:pt x="23031" y="29186"/>
                  </a:cubicBezTo>
                  <a:lnTo>
                    <a:pt x="23031" y="130599"/>
                  </a:lnTo>
                  <a:cubicBezTo>
                    <a:pt x="23031" y="137986"/>
                    <a:pt x="21242" y="143135"/>
                    <a:pt x="17663" y="145150"/>
                  </a:cubicBezTo>
                  <a:cubicBezTo>
                    <a:pt x="14308" y="147165"/>
                    <a:pt x="11177" y="147837"/>
                    <a:pt x="1783" y="148061"/>
                  </a:cubicBezTo>
                  <a:lnTo>
                    <a:pt x="1783" y="151419"/>
                  </a:lnTo>
                  <a:lnTo>
                    <a:pt x="63513" y="151419"/>
                  </a:lnTo>
                  <a:lnTo>
                    <a:pt x="63513" y="148061"/>
                  </a:lnTo>
                  <a:cubicBezTo>
                    <a:pt x="45844" y="147837"/>
                    <a:pt x="42266" y="145598"/>
                    <a:pt x="42266" y="134852"/>
                  </a:cubicBezTo>
                  <a:lnTo>
                    <a:pt x="42266" y="530"/>
                  </a:lnTo>
                  <a:lnTo>
                    <a:pt x="40476" y="83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42D056-50AB-0FD0-8CEF-24DC133AA60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313650" y="4787944"/>
              <a:ext cx="70119" cy="302526"/>
            </a:xfrm>
            <a:custGeom>
              <a:avLst/>
              <a:gdLst>
                <a:gd name="connsiteX0" fmla="*/ 70342 w 70119"/>
                <a:gd name="connsiteY0" fmla="*/ 151344 h 302526"/>
                <a:gd name="connsiteX1" fmla="*/ 50394 w 70119"/>
                <a:gd name="connsiteY1" fmla="*/ 56956 h 302526"/>
                <a:gd name="connsiteX2" fmla="*/ 3245 w 70119"/>
                <a:gd name="connsiteY2" fmla="*/ 81 h 302526"/>
                <a:gd name="connsiteX3" fmla="*/ 222 w 70119"/>
                <a:gd name="connsiteY3" fmla="*/ 3106 h 302526"/>
                <a:gd name="connsiteX4" fmla="*/ 5965 w 70119"/>
                <a:gd name="connsiteY4" fmla="*/ 10064 h 302526"/>
                <a:gd name="connsiteX5" fmla="*/ 52812 w 70119"/>
                <a:gd name="connsiteY5" fmla="*/ 151344 h 302526"/>
                <a:gd name="connsiteX6" fmla="*/ 4151 w 70119"/>
                <a:gd name="connsiteY6" fmla="*/ 294439 h 302526"/>
                <a:gd name="connsiteX7" fmla="*/ 222 w 70119"/>
                <a:gd name="connsiteY7" fmla="*/ 299582 h 302526"/>
                <a:gd name="connsiteX8" fmla="*/ 3245 w 70119"/>
                <a:gd name="connsiteY8" fmla="*/ 302607 h 302526"/>
                <a:gd name="connsiteX9" fmla="*/ 51301 w 70119"/>
                <a:gd name="connsiteY9" fmla="*/ 243615 h 302526"/>
                <a:gd name="connsiteX10" fmla="*/ 70342 w 70119"/>
                <a:gd name="connsiteY10" fmla="*/ 15134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342" y="151344"/>
                  </a:moveTo>
                  <a:cubicBezTo>
                    <a:pt x="70342" y="127747"/>
                    <a:pt x="67018" y="91141"/>
                    <a:pt x="50394" y="56956"/>
                  </a:cubicBezTo>
                  <a:cubicBezTo>
                    <a:pt x="32260" y="19745"/>
                    <a:pt x="6267" y="81"/>
                    <a:pt x="3245" y="81"/>
                  </a:cubicBezTo>
                  <a:cubicBezTo>
                    <a:pt x="1431" y="81"/>
                    <a:pt x="222" y="1291"/>
                    <a:pt x="222" y="3106"/>
                  </a:cubicBezTo>
                  <a:cubicBezTo>
                    <a:pt x="222" y="4013"/>
                    <a:pt x="222" y="4618"/>
                    <a:pt x="5965" y="10064"/>
                  </a:cubicBezTo>
                  <a:cubicBezTo>
                    <a:pt x="35585" y="40014"/>
                    <a:pt x="52812" y="88116"/>
                    <a:pt x="52812" y="151344"/>
                  </a:cubicBezTo>
                  <a:cubicBezTo>
                    <a:pt x="52812" y="203076"/>
                    <a:pt x="41629" y="256321"/>
                    <a:pt x="4151" y="294439"/>
                  </a:cubicBezTo>
                  <a:cubicBezTo>
                    <a:pt x="222" y="298069"/>
                    <a:pt x="222" y="298674"/>
                    <a:pt x="222" y="299582"/>
                  </a:cubicBezTo>
                  <a:cubicBezTo>
                    <a:pt x="222" y="301397"/>
                    <a:pt x="1431" y="302607"/>
                    <a:pt x="3245" y="302607"/>
                  </a:cubicBezTo>
                  <a:cubicBezTo>
                    <a:pt x="6267" y="302607"/>
                    <a:pt x="33469" y="282035"/>
                    <a:pt x="51301" y="243615"/>
                  </a:cubicBezTo>
                  <a:cubicBezTo>
                    <a:pt x="66715" y="210337"/>
                    <a:pt x="70342" y="176756"/>
                    <a:pt x="70342" y="151344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3888801-4EE7-2D79-A20B-8F1EC5E983A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473188" y="4838466"/>
              <a:ext cx="200990" cy="201482"/>
            </a:xfrm>
            <a:custGeom>
              <a:avLst/>
              <a:gdLst>
                <a:gd name="connsiteX0" fmla="*/ 106919 w 200990"/>
                <a:gd name="connsiteY0" fmla="*/ 106872 h 201482"/>
                <a:gd name="connsiteX1" fmla="*/ 191245 w 200990"/>
                <a:gd name="connsiteY1" fmla="*/ 106872 h 201482"/>
                <a:gd name="connsiteX2" fmla="*/ 201219 w 200990"/>
                <a:gd name="connsiteY2" fmla="*/ 100822 h 201482"/>
                <a:gd name="connsiteX3" fmla="*/ 191245 w 200990"/>
                <a:gd name="connsiteY3" fmla="*/ 94771 h 201482"/>
                <a:gd name="connsiteX4" fmla="*/ 106919 w 200990"/>
                <a:gd name="connsiteY4" fmla="*/ 94771 h 201482"/>
                <a:gd name="connsiteX5" fmla="*/ 106919 w 200990"/>
                <a:gd name="connsiteY5" fmla="*/ 10064 h 201482"/>
                <a:gd name="connsiteX6" fmla="*/ 100874 w 200990"/>
                <a:gd name="connsiteY6" fmla="*/ 81 h 201482"/>
                <a:gd name="connsiteX7" fmla="*/ 94830 w 200990"/>
                <a:gd name="connsiteY7" fmla="*/ 10064 h 201482"/>
                <a:gd name="connsiteX8" fmla="*/ 94830 w 200990"/>
                <a:gd name="connsiteY8" fmla="*/ 94771 h 201482"/>
                <a:gd name="connsiteX9" fmla="*/ 10202 w 200990"/>
                <a:gd name="connsiteY9" fmla="*/ 94771 h 201482"/>
                <a:gd name="connsiteX10" fmla="*/ 228 w 200990"/>
                <a:gd name="connsiteY10" fmla="*/ 100822 h 201482"/>
                <a:gd name="connsiteX11" fmla="*/ 10202 w 200990"/>
                <a:gd name="connsiteY11" fmla="*/ 106872 h 201482"/>
                <a:gd name="connsiteX12" fmla="*/ 94830 w 200990"/>
                <a:gd name="connsiteY12" fmla="*/ 106872 h 201482"/>
                <a:gd name="connsiteX13" fmla="*/ 94830 w 200990"/>
                <a:gd name="connsiteY13" fmla="*/ 191580 h 201482"/>
                <a:gd name="connsiteX14" fmla="*/ 100874 w 200990"/>
                <a:gd name="connsiteY14" fmla="*/ 201563 h 201482"/>
                <a:gd name="connsiteX15" fmla="*/ 106919 w 200990"/>
                <a:gd name="connsiteY15" fmla="*/ 191580 h 201482"/>
                <a:gd name="connsiteX16" fmla="*/ 106919 w 200990"/>
                <a:gd name="connsiteY16" fmla="*/ 106872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90" h="201482">
                  <a:moveTo>
                    <a:pt x="106919" y="106872"/>
                  </a:moveTo>
                  <a:lnTo>
                    <a:pt x="191245" y="106872"/>
                  </a:lnTo>
                  <a:cubicBezTo>
                    <a:pt x="195476" y="106872"/>
                    <a:pt x="201219" y="106872"/>
                    <a:pt x="201219" y="100822"/>
                  </a:cubicBezTo>
                  <a:cubicBezTo>
                    <a:pt x="201219" y="94771"/>
                    <a:pt x="195476" y="94771"/>
                    <a:pt x="191245" y="94771"/>
                  </a:cubicBezTo>
                  <a:lnTo>
                    <a:pt x="106919" y="94771"/>
                  </a:lnTo>
                  <a:lnTo>
                    <a:pt x="106919" y="10064"/>
                  </a:lnTo>
                  <a:cubicBezTo>
                    <a:pt x="106919" y="5829"/>
                    <a:pt x="106919" y="81"/>
                    <a:pt x="100874" y="81"/>
                  </a:cubicBezTo>
                  <a:cubicBezTo>
                    <a:pt x="94830" y="81"/>
                    <a:pt x="94830" y="5829"/>
                    <a:pt x="94830" y="10064"/>
                  </a:cubicBezTo>
                  <a:lnTo>
                    <a:pt x="94830" y="94771"/>
                  </a:lnTo>
                  <a:lnTo>
                    <a:pt x="10202" y="94771"/>
                  </a:lnTo>
                  <a:cubicBezTo>
                    <a:pt x="5971" y="94771"/>
                    <a:pt x="228" y="94771"/>
                    <a:pt x="228" y="100822"/>
                  </a:cubicBezTo>
                  <a:cubicBezTo>
                    <a:pt x="228" y="106872"/>
                    <a:pt x="5971" y="106872"/>
                    <a:pt x="10202" y="106872"/>
                  </a:cubicBezTo>
                  <a:lnTo>
                    <a:pt x="94830" y="106872"/>
                  </a:lnTo>
                  <a:lnTo>
                    <a:pt x="94830" y="191580"/>
                  </a:lnTo>
                  <a:cubicBezTo>
                    <a:pt x="94830" y="195815"/>
                    <a:pt x="94830" y="201563"/>
                    <a:pt x="100874" y="201563"/>
                  </a:cubicBezTo>
                  <a:cubicBezTo>
                    <a:pt x="106919" y="201563"/>
                    <a:pt x="106919" y="195815"/>
                    <a:pt x="106919" y="191580"/>
                  </a:cubicBezTo>
                  <a:lnTo>
                    <a:pt x="106919" y="106872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CB4C4C2-741E-A7A0-E506-419A3548B073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735192" y="4809726"/>
              <a:ext cx="172579" cy="267736"/>
            </a:xfrm>
            <a:custGeom>
              <a:avLst/>
              <a:gdLst>
                <a:gd name="connsiteX0" fmla="*/ 55246 w 172579"/>
                <a:gd name="connsiteY0" fmla="*/ 85393 h 267736"/>
                <a:gd name="connsiteX1" fmla="*/ 82448 w 172579"/>
                <a:gd name="connsiteY1" fmla="*/ 85393 h 267736"/>
                <a:gd name="connsiteX2" fmla="*/ 55851 w 172579"/>
                <a:gd name="connsiteY2" fmla="*/ 212454 h 267736"/>
                <a:gd name="connsiteX3" fmla="*/ 26533 w 172579"/>
                <a:gd name="connsiteY3" fmla="*/ 261464 h 267736"/>
                <a:gd name="connsiteX4" fmla="*/ 20488 w 172579"/>
                <a:gd name="connsiteY4" fmla="*/ 256623 h 267736"/>
                <a:gd name="connsiteX5" fmla="*/ 21697 w 172579"/>
                <a:gd name="connsiteY5" fmla="*/ 253295 h 267736"/>
                <a:gd name="connsiteX6" fmla="*/ 23208 w 172579"/>
                <a:gd name="connsiteY6" fmla="*/ 248455 h 267736"/>
                <a:gd name="connsiteX7" fmla="*/ 11421 w 172579"/>
                <a:gd name="connsiteY7" fmla="*/ 236959 h 267736"/>
                <a:gd name="connsiteX8" fmla="*/ 238 w 172579"/>
                <a:gd name="connsiteY8" fmla="*/ 249363 h 267736"/>
                <a:gd name="connsiteX9" fmla="*/ 24115 w 172579"/>
                <a:gd name="connsiteY9" fmla="*/ 267817 h 267736"/>
                <a:gd name="connsiteX10" fmla="*/ 84563 w 172579"/>
                <a:gd name="connsiteY10" fmla="*/ 182202 h 267736"/>
                <a:gd name="connsiteX11" fmla="*/ 106325 w 172579"/>
                <a:gd name="connsiteY11" fmla="*/ 85393 h 267736"/>
                <a:gd name="connsiteX12" fmla="*/ 139269 w 172579"/>
                <a:gd name="connsiteY12" fmla="*/ 85393 h 267736"/>
                <a:gd name="connsiteX13" fmla="*/ 141083 w 172579"/>
                <a:gd name="connsiteY13" fmla="*/ 75712 h 267736"/>
                <a:gd name="connsiteX14" fmla="*/ 108440 w 172579"/>
                <a:gd name="connsiteY14" fmla="*/ 75712 h 267736"/>
                <a:gd name="connsiteX15" fmla="*/ 145314 w 172579"/>
                <a:gd name="connsiteY15" fmla="*/ 6736 h 267736"/>
                <a:gd name="connsiteX16" fmla="*/ 151963 w 172579"/>
                <a:gd name="connsiteY16" fmla="*/ 10367 h 267736"/>
                <a:gd name="connsiteX17" fmla="*/ 150754 w 172579"/>
                <a:gd name="connsiteY17" fmla="*/ 13392 h 267736"/>
                <a:gd name="connsiteX18" fmla="*/ 148941 w 172579"/>
                <a:gd name="connsiteY18" fmla="*/ 19745 h 267736"/>
                <a:gd name="connsiteX19" fmla="*/ 160124 w 172579"/>
                <a:gd name="connsiteY19" fmla="*/ 31846 h 267736"/>
                <a:gd name="connsiteX20" fmla="*/ 172818 w 172579"/>
                <a:gd name="connsiteY20" fmla="*/ 19745 h 267736"/>
                <a:gd name="connsiteX21" fmla="*/ 146825 w 172579"/>
                <a:gd name="connsiteY21" fmla="*/ 81 h 267736"/>
                <a:gd name="connsiteX22" fmla="*/ 109347 w 172579"/>
                <a:gd name="connsiteY22" fmla="*/ 20955 h 267736"/>
                <a:gd name="connsiteX23" fmla="*/ 85168 w 172579"/>
                <a:gd name="connsiteY23" fmla="*/ 75712 h 267736"/>
                <a:gd name="connsiteX24" fmla="*/ 57362 w 172579"/>
                <a:gd name="connsiteY24" fmla="*/ 75712 h 267736"/>
                <a:gd name="connsiteX25" fmla="*/ 55246 w 172579"/>
                <a:gd name="connsiteY25" fmla="*/ 85393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79" h="267736">
                  <a:moveTo>
                    <a:pt x="55246" y="85393"/>
                  </a:moveTo>
                  <a:lnTo>
                    <a:pt x="82448" y="85393"/>
                  </a:lnTo>
                  <a:lnTo>
                    <a:pt x="55851" y="212454"/>
                  </a:lnTo>
                  <a:cubicBezTo>
                    <a:pt x="49201" y="244825"/>
                    <a:pt x="39227" y="261464"/>
                    <a:pt x="26533" y="261464"/>
                  </a:cubicBezTo>
                  <a:cubicBezTo>
                    <a:pt x="22906" y="261464"/>
                    <a:pt x="20488" y="259346"/>
                    <a:pt x="20488" y="256623"/>
                  </a:cubicBezTo>
                  <a:cubicBezTo>
                    <a:pt x="20488" y="255716"/>
                    <a:pt x="20790" y="254808"/>
                    <a:pt x="21697" y="253295"/>
                  </a:cubicBezTo>
                  <a:cubicBezTo>
                    <a:pt x="22906" y="251480"/>
                    <a:pt x="23208" y="250270"/>
                    <a:pt x="23208" y="248455"/>
                  </a:cubicBezTo>
                  <a:cubicBezTo>
                    <a:pt x="23208" y="242102"/>
                    <a:pt x="17768" y="236959"/>
                    <a:pt x="11421" y="236959"/>
                  </a:cubicBezTo>
                  <a:cubicBezTo>
                    <a:pt x="5074" y="236959"/>
                    <a:pt x="238" y="242404"/>
                    <a:pt x="238" y="249363"/>
                  </a:cubicBezTo>
                  <a:cubicBezTo>
                    <a:pt x="238" y="259649"/>
                    <a:pt x="10817" y="267817"/>
                    <a:pt x="24115" y="267817"/>
                  </a:cubicBezTo>
                  <a:cubicBezTo>
                    <a:pt x="51015" y="267817"/>
                    <a:pt x="72172" y="237867"/>
                    <a:pt x="84563" y="182202"/>
                  </a:cubicBezTo>
                  <a:lnTo>
                    <a:pt x="106325" y="85393"/>
                  </a:lnTo>
                  <a:lnTo>
                    <a:pt x="139269" y="85393"/>
                  </a:lnTo>
                  <a:lnTo>
                    <a:pt x="141083" y="75712"/>
                  </a:lnTo>
                  <a:lnTo>
                    <a:pt x="108440" y="75712"/>
                  </a:lnTo>
                  <a:cubicBezTo>
                    <a:pt x="117205" y="28216"/>
                    <a:pt x="128388" y="6736"/>
                    <a:pt x="145314" y="6736"/>
                  </a:cubicBezTo>
                  <a:cubicBezTo>
                    <a:pt x="149243" y="6736"/>
                    <a:pt x="151963" y="8249"/>
                    <a:pt x="151963" y="10367"/>
                  </a:cubicBezTo>
                  <a:cubicBezTo>
                    <a:pt x="151963" y="11274"/>
                    <a:pt x="151661" y="11879"/>
                    <a:pt x="150754" y="13392"/>
                  </a:cubicBezTo>
                  <a:cubicBezTo>
                    <a:pt x="149545" y="16115"/>
                    <a:pt x="148941" y="17627"/>
                    <a:pt x="148941" y="19745"/>
                  </a:cubicBezTo>
                  <a:cubicBezTo>
                    <a:pt x="148941" y="27005"/>
                    <a:pt x="153474" y="31846"/>
                    <a:pt x="160124" y="31846"/>
                  </a:cubicBezTo>
                  <a:cubicBezTo>
                    <a:pt x="167075" y="31846"/>
                    <a:pt x="172818" y="26400"/>
                    <a:pt x="172818" y="19745"/>
                  </a:cubicBezTo>
                  <a:cubicBezTo>
                    <a:pt x="172818" y="8551"/>
                    <a:pt x="161635" y="81"/>
                    <a:pt x="146825" y="81"/>
                  </a:cubicBezTo>
                  <a:cubicBezTo>
                    <a:pt x="132015" y="81"/>
                    <a:pt x="120228" y="6736"/>
                    <a:pt x="109347" y="20955"/>
                  </a:cubicBezTo>
                  <a:cubicBezTo>
                    <a:pt x="100280" y="32753"/>
                    <a:pt x="94235" y="46670"/>
                    <a:pt x="85168" y="75712"/>
                  </a:cubicBezTo>
                  <a:lnTo>
                    <a:pt x="57362" y="75712"/>
                  </a:lnTo>
                  <a:lnTo>
                    <a:pt x="55246" y="85393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4B41643-B965-F976-EEC4-ABE186B227B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938171" y="4787944"/>
              <a:ext cx="70119" cy="302526"/>
            </a:xfrm>
            <a:custGeom>
              <a:avLst/>
              <a:gdLst>
                <a:gd name="connsiteX0" fmla="*/ 70362 w 70119"/>
                <a:gd name="connsiteY0" fmla="*/ 299582 h 302526"/>
                <a:gd name="connsiteX1" fmla="*/ 65224 w 70119"/>
                <a:gd name="connsiteY1" fmla="*/ 292926 h 302526"/>
                <a:gd name="connsiteX2" fmla="*/ 17772 w 70119"/>
                <a:gd name="connsiteY2" fmla="*/ 151344 h 302526"/>
                <a:gd name="connsiteX3" fmla="*/ 66433 w 70119"/>
                <a:gd name="connsiteY3" fmla="*/ 8249 h 302526"/>
                <a:gd name="connsiteX4" fmla="*/ 70362 w 70119"/>
                <a:gd name="connsiteY4" fmla="*/ 3106 h 302526"/>
                <a:gd name="connsiteX5" fmla="*/ 67340 w 70119"/>
                <a:gd name="connsiteY5" fmla="*/ 81 h 302526"/>
                <a:gd name="connsiteX6" fmla="*/ 19284 w 70119"/>
                <a:gd name="connsiteY6" fmla="*/ 59073 h 302526"/>
                <a:gd name="connsiteX7" fmla="*/ 243 w 70119"/>
                <a:gd name="connsiteY7" fmla="*/ 151344 h 302526"/>
                <a:gd name="connsiteX8" fmla="*/ 20190 w 70119"/>
                <a:gd name="connsiteY8" fmla="*/ 245732 h 302526"/>
                <a:gd name="connsiteX9" fmla="*/ 67340 w 70119"/>
                <a:gd name="connsiteY9" fmla="*/ 302607 h 302526"/>
                <a:gd name="connsiteX10" fmla="*/ 70362 w 70119"/>
                <a:gd name="connsiteY10" fmla="*/ 29958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362" y="299582"/>
                  </a:moveTo>
                  <a:cubicBezTo>
                    <a:pt x="70362" y="298674"/>
                    <a:pt x="70362" y="298069"/>
                    <a:pt x="65224" y="292926"/>
                  </a:cubicBezTo>
                  <a:cubicBezTo>
                    <a:pt x="27444" y="254808"/>
                    <a:pt x="17772" y="197630"/>
                    <a:pt x="17772" y="151344"/>
                  </a:cubicBezTo>
                  <a:cubicBezTo>
                    <a:pt x="17772" y="98704"/>
                    <a:pt x="29258" y="46065"/>
                    <a:pt x="66433" y="8249"/>
                  </a:cubicBezTo>
                  <a:cubicBezTo>
                    <a:pt x="70362" y="4618"/>
                    <a:pt x="70362" y="4013"/>
                    <a:pt x="70362" y="3106"/>
                  </a:cubicBezTo>
                  <a:cubicBezTo>
                    <a:pt x="70362" y="988"/>
                    <a:pt x="69154" y="81"/>
                    <a:pt x="67340" y="81"/>
                  </a:cubicBezTo>
                  <a:cubicBezTo>
                    <a:pt x="64318" y="81"/>
                    <a:pt x="37116" y="20652"/>
                    <a:pt x="19284" y="59073"/>
                  </a:cubicBezTo>
                  <a:cubicBezTo>
                    <a:pt x="3869" y="92351"/>
                    <a:pt x="243" y="125932"/>
                    <a:pt x="243" y="151344"/>
                  </a:cubicBezTo>
                  <a:cubicBezTo>
                    <a:pt x="243" y="174941"/>
                    <a:pt x="3567" y="211547"/>
                    <a:pt x="20190" y="245732"/>
                  </a:cubicBezTo>
                  <a:cubicBezTo>
                    <a:pt x="38325" y="282943"/>
                    <a:pt x="64318" y="302607"/>
                    <a:pt x="67340" y="302607"/>
                  </a:cubicBezTo>
                  <a:cubicBezTo>
                    <a:pt x="69154" y="302607"/>
                    <a:pt x="70362" y="301700"/>
                    <a:pt x="70362" y="299582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8BD0374-75EC-6070-697E-12C3D101804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017794" y="4881425"/>
              <a:ext cx="143262" cy="136742"/>
            </a:xfrm>
            <a:custGeom>
              <a:avLst/>
              <a:gdLst>
                <a:gd name="connsiteX0" fmla="*/ 129908 w 143262"/>
                <a:gd name="connsiteY0" fmla="*/ 99914 h 136742"/>
                <a:gd name="connsiteX1" fmla="*/ 123259 w 143262"/>
                <a:gd name="connsiteY1" fmla="*/ 108083 h 136742"/>
                <a:gd name="connsiteX2" fmla="*/ 109356 w 143262"/>
                <a:gd name="connsiteY2" fmla="*/ 120184 h 136742"/>
                <a:gd name="connsiteX3" fmla="*/ 99986 w 143262"/>
                <a:gd name="connsiteY3" fmla="*/ 107780 h 136742"/>
                <a:gd name="connsiteX4" fmla="*/ 98777 w 143262"/>
                <a:gd name="connsiteY4" fmla="*/ 102637 h 136742"/>
                <a:gd name="connsiteX5" fmla="*/ 87896 w 143262"/>
                <a:gd name="connsiteY5" fmla="*/ 53628 h 136742"/>
                <a:gd name="connsiteX6" fmla="*/ 117516 w 143262"/>
                <a:gd name="connsiteY6" fmla="*/ 17022 h 136742"/>
                <a:gd name="connsiteX7" fmla="*/ 124770 w 143262"/>
                <a:gd name="connsiteY7" fmla="*/ 19442 h 136742"/>
                <a:gd name="connsiteX8" fmla="*/ 132930 w 143262"/>
                <a:gd name="connsiteY8" fmla="*/ 22165 h 136742"/>
                <a:gd name="connsiteX9" fmla="*/ 143509 w 143262"/>
                <a:gd name="connsiteY9" fmla="*/ 11274 h 136742"/>
                <a:gd name="connsiteX10" fmla="*/ 131117 w 143262"/>
                <a:gd name="connsiteY10" fmla="*/ 81 h 136742"/>
                <a:gd name="connsiteX11" fmla="*/ 85478 w 143262"/>
                <a:gd name="connsiteY11" fmla="*/ 43342 h 136742"/>
                <a:gd name="connsiteX12" fmla="*/ 82154 w 143262"/>
                <a:gd name="connsiteY12" fmla="*/ 26703 h 136742"/>
                <a:gd name="connsiteX13" fmla="*/ 66437 w 143262"/>
                <a:gd name="connsiteY13" fmla="*/ 81 h 136742"/>
                <a:gd name="connsiteX14" fmla="*/ 31075 w 143262"/>
                <a:gd name="connsiteY14" fmla="*/ 8854 h 136742"/>
                <a:gd name="connsiteX15" fmla="*/ 27750 w 143262"/>
                <a:gd name="connsiteY15" fmla="*/ 10064 h 136742"/>
                <a:gd name="connsiteX16" fmla="*/ 28959 w 143262"/>
                <a:gd name="connsiteY16" fmla="*/ 14602 h 136742"/>
                <a:gd name="connsiteX17" fmla="*/ 45885 w 143262"/>
                <a:gd name="connsiteY17" fmla="*/ 11274 h 136742"/>
                <a:gd name="connsiteX18" fmla="*/ 59486 w 143262"/>
                <a:gd name="connsiteY18" fmla="*/ 32148 h 136742"/>
                <a:gd name="connsiteX19" fmla="*/ 68251 w 143262"/>
                <a:gd name="connsiteY19" fmla="*/ 69359 h 136742"/>
                <a:gd name="connsiteX20" fmla="*/ 43467 w 143262"/>
                <a:gd name="connsiteY20" fmla="*/ 104755 h 136742"/>
                <a:gd name="connsiteX21" fmla="*/ 28053 w 143262"/>
                <a:gd name="connsiteY21" fmla="*/ 119276 h 136742"/>
                <a:gd name="connsiteX22" fmla="*/ 20194 w 143262"/>
                <a:gd name="connsiteY22" fmla="*/ 116553 h 136742"/>
                <a:gd name="connsiteX23" fmla="*/ 10523 w 143262"/>
                <a:gd name="connsiteY23" fmla="*/ 113528 h 136742"/>
                <a:gd name="connsiteX24" fmla="*/ 246 w 143262"/>
                <a:gd name="connsiteY24" fmla="*/ 124117 h 136742"/>
                <a:gd name="connsiteX25" fmla="*/ 15358 w 143262"/>
                <a:gd name="connsiteY25" fmla="*/ 136823 h 136742"/>
                <a:gd name="connsiteX26" fmla="*/ 43467 w 143262"/>
                <a:gd name="connsiteY26" fmla="*/ 115646 h 136742"/>
                <a:gd name="connsiteX27" fmla="*/ 70669 w 143262"/>
                <a:gd name="connsiteY27" fmla="*/ 80250 h 136742"/>
                <a:gd name="connsiteX28" fmla="*/ 79736 w 143262"/>
                <a:gd name="connsiteY28" fmla="*/ 116553 h 136742"/>
                <a:gd name="connsiteX29" fmla="*/ 97266 w 143262"/>
                <a:gd name="connsiteY29" fmla="*/ 136823 h 136742"/>
                <a:gd name="connsiteX30" fmla="*/ 134139 w 143262"/>
                <a:gd name="connsiteY30" fmla="*/ 102335 h 136742"/>
                <a:gd name="connsiteX31" fmla="*/ 129908 w 143262"/>
                <a:gd name="connsiteY31" fmla="*/ 99914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62" h="136742">
                  <a:moveTo>
                    <a:pt x="129908" y="99914"/>
                  </a:moveTo>
                  <a:cubicBezTo>
                    <a:pt x="127490" y="102637"/>
                    <a:pt x="125979" y="104452"/>
                    <a:pt x="123259" y="108083"/>
                  </a:cubicBezTo>
                  <a:cubicBezTo>
                    <a:pt x="116307" y="117158"/>
                    <a:pt x="112680" y="120184"/>
                    <a:pt x="109356" y="120184"/>
                  </a:cubicBezTo>
                  <a:cubicBezTo>
                    <a:pt x="104822" y="120184"/>
                    <a:pt x="102102" y="116251"/>
                    <a:pt x="99986" y="107780"/>
                  </a:cubicBezTo>
                  <a:cubicBezTo>
                    <a:pt x="99382" y="105360"/>
                    <a:pt x="99079" y="103545"/>
                    <a:pt x="98777" y="102637"/>
                  </a:cubicBezTo>
                  <a:cubicBezTo>
                    <a:pt x="91221" y="72082"/>
                    <a:pt x="87896" y="58166"/>
                    <a:pt x="87896" y="53628"/>
                  </a:cubicBezTo>
                  <a:cubicBezTo>
                    <a:pt x="101195" y="30333"/>
                    <a:pt x="112076" y="17022"/>
                    <a:pt x="117516" y="17022"/>
                  </a:cubicBezTo>
                  <a:cubicBezTo>
                    <a:pt x="119329" y="17022"/>
                    <a:pt x="121747" y="17930"/>
                    <a:pt x="124770" y="19442"/>
                  </a:cubicBezTo>
                  <a:cubicBezTo>
                    <a:pt x="128397" y="21560"/>
                    <a:pt x="130512" y="22165"/>
                    <a:pt x="132930" y="22165"/>
                  </a:cubicBezTo>
                  <a:cubicBezTo>
                    <a:pt x="139277" y="22165"/>
                    <a:pt x="143509" y="17627"/>
                    <a:pt x="143509" y="11274"/>
                  </a:cubicBezTo>
                  <a:cubicBezTo>
                    <a:pt x="143509" y="4921"/>
                    <a:pt x="138371" y="81"/>
                    <a:pt x="131117" y="81"/>
                  </a:cubicBezTo>
                  <a:cubicBezTo>
                    <a:pt x="117818" y="81"/>
                    <a:pt x="106333" y="10972"/>
                    <a:pt x="85478" y="43342"/>
                  </a:cubicBezTo>
                  <a:lnTo>
                    <a:pt x="82154" y="26703"/>
                  </a:lnTo>
                  <a:cubicBezTo>
                    <a:pt x="77922" y="6131"/>
                    <a:pt x="74598" y="81"/>
                    <a:pt x="66437" y="81"/>
                  </a:cubicBezTo>
                  <a:cubicBezTo>
                    <a:pt x="59788" y="81"/>
                    <a:pt x="49512" y="2803"/>
                    <a:pt x="31075" y="8854"/>
                  </a:cubicBezTo>
                  <a:lnTo>
                    <a:pt x="27750" y="10064"/>
                  </a:lnTo>
                  <a:lnTo>
                    <a:pt x="28959" y="14602"/>
                  </a:lnTo>
                  <a:cubicBezTo>
                    <a:pt x="40444" y="11879"/>
                    <a:pt x="43165" y="11274"/>
                    <a:pt x="45885" y="11274"/>
                  </a:cubicBezTo>
                  <a:cubicBezTo>
                    <a:pt x="53441" y="11274"/>
                    <a:pt x="55254" y="13997"/>
                    <a:pt x="59486" y="32148"/>
                  </a:cubicBezTo>
                  <a:lnTo>
                    <a:pt x="68251" y="69359"/>
                  </a:lnTo>
                  <a:lnTo>
                    <a:pt x="43467" y="104755"/>
                  </a:lnTo>
                  <a:cubicBezTo>
                    <a:pt x="37422" y="113831"/>
                    <a:pt x="31377" y="119276"/>
                    <a:pt x="28053" y="119276"/>
                  </a:cubicBezTo>
                  <a:cubicBezTo>
                    <a:pt x="26239" y="119276"/>
                    <a:pt x="23217" y="118369"/>
                    <a:pt x="20194" y="116553"/>
                  </a:cubicBezTo>
                  <a:cubicBezTo>
                    <a:pt x="16265" y="114436"/>
                    <a:pt x="12941" y="113528"/>
                    <a:pt x="10523" y="113528"/>
                  </a:cubicBezTo>
                  <a:cubicBezTo>
                    <a:pt x="4780" y="113528"/>
                    <a:pt x="246" y="118066"/>
                    <a:pt x="246" y="124117"/>
                  </a:cubicBezTo>
                  <a:cubicBezTo>
                    <a:pt x="246" y="131982"/>
                    <a:pt x="6291" y="136823"/>
                    <a:pt x="15358" y="136823"/>
                  </a:cubicBezTo>
                  <a:cubicBezTo>
                    <a:pt x="24728" y="136823"/>
                    <a:pt x="28355" y="134100"/>
                    <a:pt x="43467" y="115646"/>
                  </a:cubicBezTo>
                  <a:cubicBezTo>
                    <a:pt x="51627" y="105965"/>
                    <a:pt x="57974" y="97797"/>
                    <a:pt x="70669" y="80250"/>
                  </a:cubicBezTo>
                  <a:lnTo>
                    <a:pt x="79736" y="116553"/>
                  </a:lnTo>
                  <a:cubicBezTo>
                    <a:pt x="83665" y="131982"/>
                    <a:pt x="87594" y="136823"/>
                    <a:pt x="97266" y="136823"/>
                  </a:cubicBezTo>
                  <a:cubicBezTo>
                    <a:pt x="108751" y="136823"/>
                    <a:pt x="116609" y="129562"/>
                    <a:pt x="134139" y="102335"/>
                  </a:cubicBezTo>
                  <a:lnTo>
                    <a:pt x="129908" y="99914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BF5F12-93D5-4A6F-4A6D-604B39E1905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167361" y="4909374"/>
              <a:ext cx="99528" cy="151335"/>
            </a:xfrm>
            <a:custGeom>
              <a:avLst/>
              <a:gdLst>
                <a:gd name="connsiteX0" fmla="*/ 99778 w 99528"/>
                <a:gd name="connsiteY0" fmla="*/ 120748 h 151335"/>
                <a:gd name="connsiteX1" fmla="*/ 96871 w 99528"/>
                <a:gd name="connsiteY1" fmla="*/ 119629 h 151335"/>
                <a:gd name="connsiteX2" fmla="*/ 75623 w 99528"/>
                <a:gd name="connsiteY2" fmla="*/ 134404 h 151335"/>
                <a:gd name="connsiteX3" fmla="*/ 22169 w 99528"/>
                <a:gd name="connsiteY3" fmla="*/ 134404 h 151335"/>
                <a:gd name="connsiteX4" fmla="*/ 59743 w 99528"/>
                <a:gd name="connsiteY4" fmla="*/ 95003 h 151335"/>
                <a:gd name="connsiteX5" fmla="*/ 88372 w 99528"/>
                <a:gd name="connsiteY5" fmla="*/ 39708 h 151335"/>
                <a:gd name="connsiteX6" fmla="*/ 46995 w 99528"/>
                <a:gd name="connsiteY6" fmla="*/ 83 h 151335"/>
                <a:gd name="connsiteX7" fmla="*/ 14788 w 99528"/>
                <a:gd name="connsiteY7" fmla="*/ 13963 h 151335"/>
                <a:gd name="connsiteX8" fmla="*/ 474 w 99528"/>
                <a:gd name="connsiteY8" fmla="*/ 44633 h 151335"/>
                <a:gd name="connsiteX9" fmla="*/ 5171 w 99528"/>
                <a:gd name="connsiteY9" fmla="*/ 45752 h 151335"/>
                <a:gd name="connsiteX10" fmla="*/ 37601 w 99528"/>
                <a:gd name="connsiteY10" fmla="*/ 16649 h 151335"/>
                <a:gd name="connsiteX11" fmla="*/ 69137 w 99528"/>
                <a:gd name="connsiteY11" fmla="*/ 48215 h 151335"/>
                <a:gd name="connsiteX12" fmla="*/ 40061 w 99528"/>
                <a:gd name="connsiteY12" fmla="*/ 106421 h 151335"/>
                <a:gd name="connsiteX13" fmla="*/ 250 w 99528"/>
                <a:gd name="connsiteY13" fmla="*/ 148732 h 151335"/>
                <a:gd name="connsiteX14" fmla="*/ 250 w 99528"/>
                <a:gd name="connsiteY14" fmla="*/ 151419 h 151335"/>
                <a:gd name="connsiteX15" fmla="*/ 87477 w 99528"/>
                <a:gd name="connsiteY15" fmla="*/ 151419 h 151335"/>
                <a:gd name="connsiteX16" fmla="*/ 99778 w 99528"/>
                <a:gd name="connsiteY16" fmla="*/ 120748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528" h="151335">
                  <a:moveTo>
                    <a:pt x="99778" y="120748"/>
                  </a:moveTo>
                  <a:lnTo>
                    <a:pt x="96871" y="119629"/>
                  </a:lnTo>
                  <a:cubicBezTo>
                    <a:pt x="88595" y="132390"/>
                    <a:pt x="85688" y="134404"/>
                    <a:pt x="75623" y="134404"/>
                  </a:cubicBezTo>
                  <a:lnTo>
                    <a:pt x="22169" y="134404"/>
                  </a:lnTo>
                  <a:lnTo>
                    <a:pt x="59743" y="95003"/>
                  </a:lnTo>
                  <a:cubicBezTo>
                    <a:pt x="79649" y="74184"/>
                    <a:pt x="88372" y="57169"/>
                    <a:pt x="88372" y="39708"/>
                  </a:cubicBezTo>
                  <a:cubicBezTo>
                    <a:pt x="88372" y="17321"/>
                    <a:pt x="70255" y="83"/>
                    <a:pt x="46995" y="83"/>
                  </a:cubicBezTo>
                  <a:cubicBezTo>
                    <a:pt x="34694" y="83"/>
                    <a:pt x="23063" y="5008"/>
                    <a:pt x="14788" y="13963"/>
                  </a:cubicBezTo>
                  <a:cubicBezTo>
                    <a:pt x="7631" y="21574"/>
                    <a:pt x="4276" y="28738"/>
                    <a:pt x="474" y="44633"/>
                  </a:cubicBezTo>
                  <a:lnTo>
                    <a:pt x="5171" y="45752"/>
                  </a:lnTo>
                  <a:cubicBezTo>
                    <a:pt x="14117" y="23813"/>
                    <a:pt x="22169" y="16649"/>
                    <a:pt x="37601" y="16649"/>
                  </a:cubicBezTo>
                  <a:cubicBezTo>
                    <a:pt x="56389" y="16649"/>
                    <a:pt x="69137" y="29410"/>
                    <a:pt x="69137" y="48215"/>
                  </a:cubicBezTo>
                  <a:cubicBezTo>
                    <a:pt x="69137" y="65677"/>
                    <a:pt x="58849" y="86496"/>
                    <a:pt x="40061" y="106421"/>
                  </a:cubicBezTo>
                  <a:lnTo>
                    <a:pt x="250" y="148732"/>
                  </a:lnTo>
                  <a:lnTo>
                    <a:pt x="250" y="151419"/>
                  </a:lnTo>
                  <a:lnTo>
                    <a:pt x="87477" y="151419"/>
                  </a:lnTo>
                  <a:lnTo>
                    <a:pt x="99778" y="120748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9CB10C9-62A1-8D88-FC96-FC001498D619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305296" y="4787944"/>
              <a:ext cx="70119" cy="302526"/>
            </a:xfrm>
            <a:custGeom>
              <a:avLst/>
              <a:gdLst>
                <a:gd name="connsiteX0" fmla="*/ 70375 w 70119"/>
                <a:gd name="connsiteY0" fmla="*/ 151344 h 302526"/>
                <a:gd name="connsiteX1" fmla="*/ 50427 w 70119"/>
                <a:gd name="connsiteY1" fmla="*/ 56956 h 302526"/>
                <a:gd name="connsiteX2" fmla="*/ 3277 w 70119"/>
                <a:gd name="connsiteY2" fmla="*/ 81 h 302526"/>
                <a:gd name="connsiteX3" fmla="*/ 255 w 70119"/>
                <a:gd name="connsiteY3" fmla="*/ 3106 h 302526"/>
                <a:gd name="connsiteX4" fmla="*/ 5997 w 70119"/>
                <a:gd name="connsiteY4" fmla="*/ 10064 h 302526"/>
                <a:gd name="connsiteX5" fmla="*/ 52845 w 70119"/>
                <a:gd name="connsiteY5" fmla="*/ 151344 h 302526"/>
                <a:gd name="connsiteX6" fmla="*/ 4184 w 70119"/>
                <a:gd name="connsiteY6" fmla="*/ 294439 h 302526"/>
                <a:gd name="connsiteX7" fmla="*/ 255 w 70119"/>
                <a:gd name="connsiteY7" fmla="*/ 299582 h 302526"/>
                <a:gd name="connsiteX8" fmla="*/ 3277 w 70119"/>
                <a:gd name="connsiteY8" fmla="*/ 302607 h 302526"/>
                <a:gd name="connsiteX9" fmla="*/ 51334 w 70119"/>
                <a:gd name="connsiteY9" fmla="*/ 243615 h 302526"/>
                <a:gd name="connsiteX10" fmla="*/ 70375 w 70119"/>
                <a:gd name="connsiteY10" fmla="*/ 15134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375" y="151344"/>
                  </a:moveTo>
                  <a:cubicBezTo>
                    <a:pt x="70375" y="127747"/>
                    <a:pt x="67050" y="91141"/>
                    <a:pt x="50427" y="56956"/>
                  </a:cubicBezTo>
                  <a:cubicBezTo>
                    <a:pt x="32292" y="19745"/>
                    <a:pt x="6300" y="81"/>
                    <a:pt x="3277" y="81"/>
                  </a:cubicBezTo>
                  <a:cubicBezTo>
                    <a:pt x="1464" y="81"/>
                    <a:pt x="255" y="1291"/>
                    <a:pt x="255" y="3106"/>
                  </a:cubicBezTo>
                  <a:cubicBezTo>
                    <a:pt x="255" y="4013"/>
                    <a:pt x="255" y="4618"/>
                    <a:pt x="5997" y="10064"/>
                  </a:cubicBezTo>
                  <a:cubicBezTo>
                    <a:pt x="35617" y="40014"/>
                    <a:pt x="52845" y="88116"/>
                    <a:pt x="52845" y="151344"/>
                  </a:cubicBezTo>
                  <a:cubicBezTo>
                    <a:pt x="52845" y="203076"/>
                    <a:pt x="41662" y="256321"/>
                    <a:pt x="4184" y="294439"/>
                  </a:cubicBezTo>
                  <a:cubicBezTo>
                    <a:pt x="255" y="298069"/>
                    <a:pt x="255" y="298674"/>
                    <a:pt x="255" y="299582"/>
                  </a:cubicBezTo>
                  <a:cubicBezTo>
                    <a:pt x="255" y="301397"/>
                    <a:pt x="1464" y="302607"/>
                    <a:pt x="3277" y="302607"/>
                  </a:cubicBezTo>
                  <a:cubicBezTo>
                    <a:pt x="6300" y="302607"/>
                    <a:pt x="33501" y="282035"/>
                    <a:pt x="51334" y="243615"/>
                  </a:cubicBezTo>
                  <a:cubicBezTo>
                    <a:pt x="66748" y="210337"/>
                    <a:pt x="70375" y="176756"/>
                    <a:pt x="70375" y="151344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8806A00-A2CF-59AD-7023-1E9B61C1F03D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742469" y="5138427"/>
              <a:ext cx="1663302" cy="12143"/>
            </a:xfrm>
            <a:custGeom>
              <a:avLst/>
              <a:gdLst>
                <a:gd name="connsiteX0" fmla="*/ 0 w 1663302"/>
                <a:gd name="connsiteY0" fmla="*/ 0 h 12143"/>
                <a:gd name="connsiteX1" fmla="*/ 1663303 w 1663302"/>
                <a:gd name="connsiteY1" fmla="*/ 0 h 12143"/>
                <a:gd name="connsiteX2" fmla="*/ 1663303 w 1663302"/>
                <a:gd name="connsiteY2" fmla="*/ 12143 h 12143"/>
                <a:gd name="connsiteX3" fmla="*/ 0 w 1663302"/>
                <a:gd name="connsiteY3" fmla="*/ 12143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3302" h="12143">
                  <a:moveTo>
                    <a:pt x="0" y="0"/>
                  </a:moveTo>
                  <a:lnTo>
                    <a:pt x="1663303" y="0"/>
                  </a:lnTo>
                  <a:lnTo>
                    <a:pt x="1663303" y="12143"/>
                  </a:lnTo>
                  <a:lnTo>
                    <a:pt x="0" y="12143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45D1C24-56C8-7C08-641F-5449FC9542F9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507344" y="5224218"/>
              <a:ext cx="134497" cy="204508"/>
            </a:xfrm>
            <a:custGeom>
              <a:avLst/>
              <a:gdLst>
                <a:gd name="connsiteX0" fmla="*/ 134727 w 134497"/>
                <a:gd name="connsiteY0" fmla="*/ 163156 h 204508"/>
                <a:gd name="connsiteX1" fmla="*/ 130797 w 134497"/>
                <a:gd name="connsiteY1" fmla="*/ 161643 h 204508"/>
                <a:gd name="connsiteX2" fmla="*/ 102084 w 134497"/>
                <a:gd name="connsiteY2" fmla="*/ 181610 h 204508"/>
                <a:gd name="connsiteX3" fmla="*/ 29849 w 134497"/>
                <a:gd name="connsiteY3" fmla="*/ 181610 h 204508"/>
                <a:gd name="connsiteX4" fmla="*/ 80625 w 134497"/>
                <a:gd name="connsiteY4" fmla="*/ 128365 h 204508"/>
                <a:gd name="connsiteX5" fmla="*/ 119312 w 134497"/>
                <a:gd name="connsiteY5" fmla="*/ 53641 h 204508"/>
                <a:gd name="connsiteX6" fmla="*/ 63398 w 134497"/>
                <a:gd name="connsiteY6" fmla="*/ 94 h 204508"/>
                <a:gd name="connsiteX7" fmla="*/ 19875 w 134497"/>
                <a:gd name="connsiteY7" fmla="*/ 18851 h 204508"/>
                <a:gd name="connsiteX8" fmla="*/ 531 w 134497"/>
                <a:gd name="connsiteY8" fmla="*/ 60297 h 204508"/>
                <a:gd name="connsiteX9" fmla="*/ 6878 w 134497"/>
                <a:gd name="connsiteY9" fmla="*/ 61809 h 204508"/>
                <a:gd name="connsiteX10" fmla="*/ 50703 w 134497"/>
                <a:gd name="connsiteY10" fmla="*/ 22481 h 204508"/>
                <a:gd name="connsiteX11" fmla="*/ 93319 w 134497"/>
                <a:gd name="connsiteY11" fmla="*/ 65137 h 204508"/>
                <a:gd name="connsiteX12" fmla="*/ 54028 w 134497"/>
                <a:gd name="connsiteY12" fmla="*/ 143794 h 204508"/>
                <a:gd name="connsiteX13" fmla="*/ 229 w 134497"/>
                <a:gd name="connsiteY13" fmla="*/ 200972 h 204508"/>
                <a:gd name="connsiteX14" fmla="*/ 229 w 134497"/>
                <a:gd name="connsiteY14" fmla="*/ 204602 h 204508"/>
                <a:gd name="connsiteX15" fmla="*/ 118103 w 134497"/>
                <a:gd name="connsiteY15" fmla="*/ 204602 h 204508"/>
                <a:gd name="connsiteX16" fmla="*/ 134727 w 134497"/>
                <a:gd name="connsiteY16" fmla="*/ 16315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497" h="204508">
                  <a:moveTo>
                    <a:pt x="134727" y="163156"/>
                  </a:moveTo>
                  <a:lnTo>
                    <a:pt x="130797" y="161643"/>
                  </a:lnTo>
                  <a:cubicBezTo>
                    <a:pt x="119614" y="178887"/>
                    <a:pt x="115685" y="181610"/>
                    <a:pt x="102084" y="181610"/>
                  </a:cubicBezTo>
                  <a:lnTo>
                    <a:pt x="29849" y="181610"/>
                  </a:lnTo>
                  <a:lnTo>
                    <a:pt x="80625" y="128365"/>
                  </a:lnTo>
                  <a:cubicBezTo>
                    <a:pt x="107525" y="100230"/>
                    <a:pt x="119312" y="77238"/>
                    <a:pt x="119312" y="53641"/>
                  </a:cubicBezTo>
                  <a:cubicBezTo>
                    <a:pt x="119312" y="23388"/>
                    <a:pt x="94831" y="94"/>
                    <a:pt x="63398" y="94"/>
                  </a:cubicBezTo>
                  <a:cubicBezTo>
                    <a:pt x="46774" y="94"/>
                    <a:pt x="31058" y="6749"/>
                    <a:pt x="19875" y="18851"/>
                  </a:cubicBezTo>
                  <a:cubicBezTo>
                    <a:pt x="10203" y="29136"/>
                    <a:pt x="5670" y="38817"/>
                    <a:pt x="531" y="60297"/>
                  </a:cubicBezTo>
                  <a:lnTo>
                    <a:pt x="6878" y="61809"/>
                  </a:lnTo>
                  <a:cubicBezTo>
                    <a:pt x="18968" y="32162"/>
                    <a:pt x="29849" y="22481"/>
                    <a:pt x="50703" y="22481"/>
                  </a:cubicBezTo>
                  <a:cubicBezTo>
                    <a:pt x="76092" y="22481"/>
                    <a:pt x="93319" y="39725"/>
                    <a:pt x="93319" y="65137"/>
                  </a:cubicBezTo>
                  <a:cubicBezTo>
                    <a:pt x="93319" y="88734"/>
                    <a:pt x="79416" y="116869"/>
                    <a:pt x="54028" y="143794"/>
                  </a:cubicBezTo>
                  <a:lnTo>
                    <a:pt x="229" y="200972"/>
                  </a:lnTo>
                  <a:lnTo>
                    <a:pt x="229" y="204602"/>
                  </a:lnTo>
                  <a:lnTo>
                    <a:pt x="118103" y="204602"/>
                  </a:lnTo>
                  <a:lnTo>
                    <a:pt x="134727" y="163156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D56A010-ADE5-3712-B0B3-33080B53ADBA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501237" y="5044041"/>
              <a:ext cx="200990" cy="201482"/>
            </a:xfrm>
            <a:custGeom>
              <a:avLst/>
              <a:gdLst>
                <a:gd name="connsiteX0" fmla="*/ 106953 w 200990"/>
                <a:gd name="connsiteY0" fmla="*/ 106879 h 201482"/>
                <a:gd name="connsiteX1" fmla="*/ 191278 w 200990"/>
                <a:gd name="connsiteY1" fmla="*/ 106879 h 201482"/>
                <a:gd name="connsiteX2" fmla="*/ 201252 w 200990"/>
                <a:gd name="connsiteY2" fmla="*/ 100829 h 201482"/>
                <a:gd name="connsiteX3" fmla="*/ 191278 w 200990"/>
                <a:gd name="connsiteY3" fmla="*/ 94778 h 201482"/>
                <a:gd name="connsiteX4" fmla="*/ 106953 w 200990"/>
                <a:gd name="connsiteY4" fmla="*/ 94778 h 201482"/>
                <a:gd name="connsiteX5" fmla="*/ 106953 w 200990"/>
                <a:gd name="connsiteY5" fmla="*/ 10071 h 201482"/>
                <a:gd name="connsiteX6" fmla="*/ 100908 w 200990"/>
                <a:gd name="connsiteY6" fmla="*/ 87 h 201482"/>
                <a:gd name="connsiteX7" fmla="*/ 94863 w 200990"/>
                <a:gd name="connsiteY7" fmla="*/ 10071 h 201482"/>
                <a:gd name="connsiteX8" fmla="*/ 94863 w 200990"/>
                <a:gd name="connsiteY8" fmla="*/ 94778 h 201482"/>
                <a:gd name="connsiteX9" fmla="*/ 10236 w 200990"/>
                <a:gd name="connsiteY9" fmla="*/ 94778 h 201482"/>
                <a:gd name="connsiteX10" fmla="*/ 262 w 200990"/>
                <a:gd name="connsiteY10" fmla="*/ 100829 h 201482"/>
                <a:gd name="connsiteX11" fmla="*/ 10236 w 200990"/>
                <a:gd name="connsiteY11" fmla="*/ 106879 h 201482"/>
                <a:gd name="connsiteX12" fmla="*/ 94863 w 200990"/>
                <a:gd name="connsiteY12" fmla="*/ 106879 h 201482"/>
                <a:gd name="connsiteX13" fmla="*/ 94863 w 200990"/>
                <a:gd name="connsiteY13" fmla="*/ 191587 h 201482"/>
                <a:gd name="connsiteX14" fmla="*/ 100908 w 200990"/>
                <a:gd name="connsiteY14" fmla="*/ 201570 h 201482"/>
                <a:gd name="connsiteX15" fmla="*/ 106953 w 200990"/>
                <a:gd name="connsiteY15" fmla="*/ 191587 h 201482"/>
                <a:gd name="connsiteX16" fmla="*/ 106953 w 200990"/>
                <a:gd name="connsiteY16" fmla="*/ 106879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90" h="201482">
                  <a:moveTo>
                    <a:pt x="106953" y="106879"/>
                  </a:moveTo>
                  <a:lnTo>
                    <a:pt x="191278" y="106879"/>
                  </a:lnTo>
                  <a:cubicBezTo>
                    <a:pt x="195510" y="106879"/>
                    <a:pt x="201252" y="106879"/>
                    <a:pt x="201252" y="100829"/>
                  </a:cubicBezTo>
                  <a:cubicBezTo>
                    <a:pt x="201252" y="94778"/>
                    <a:pt x="195510" y="94778"/>
                    <a:pt x="191278" y="94778"/>
                  </a:cubicBezTo>
                  <a:lnTo>
                    <a:pt x="106953" y="94778"/>
                  </a:lnTo>
                  <a:lnTo>
                    <a:pt x="106953" y="10071"/>
                  </a:lnTo>
                  <a:cubicBezTo>
                    <a:pt x="106953" y="5835"/>
                    <a:pt x="106953" y="87"/>
                    <a:pt x="100908" y="87"/>
                  </a:cubicBezTo>
                  <a:cubicBezTo>
                    <a:pt x="94863" y="87"/>
                    <a:pt x="94863" y="5835"/>
                    <a:pt x="94863" y="10071"/>
                  </a:cubicBezTo>
                  <a:lnTo>
                    <a:pt x="94863" y="94778"/>
                  </a:lnTo>
                  <a:lnTo>
                    <a:pt x="10236" y="94778"/>
                  </a:lnTo>
                  <a:cubicBezTo>
                    <a:pt x="6004" y="94778"/>
                    <a:pt x="262" y="94778"/>
                    <a:pt x="262" y="100829"/>
                  </a:cubicBezTo>
                  <a:cubicBezTo>
                    <a:pt x="262" y="106879"/>
                    <a:pt x="6004" y="106879"/>
                    <a:pt x="10236" y="106879"/>
                  </a:cubicBezTo>
                  <a:lnTo>
                    <a:pt x="94863" y="106879"/>
                  </a:lnTo>
                  <a:lnTo>
                    <a:pt x="94863" y="191587"/>
                  </a:lnTo>
                  <a:cubicBezTo>
                    <a:pt x="94863" y="195822"/>
                    <a:pt x="94863" y="201570"/>
                    <a:pt x="100908" y="201570"/>
                  </a:cubicBezTo>
                  <a:cubicBezTo>
                    <a:pt x="106953" y="201570"/>
                    <a:pt x="106953" y="195822"/>
                    <a:pt x="106953" y="191587"/>
                  </a:cubicBezTo>
                  <a:lnTo>
                    <a:pt x="106953" y="106879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13E8168-0D28-4592-CDEF-D9A106E6327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788158" y="5128749"/>
              <a:ext cx="32037" cy="32067"/>
            </a:xfrm>
            <a:custGeom>
              <a:avLst/>
              <a:gdLst>
                <a:gd name="connsiteX0" fmla="*/ 32308 w 32037"/>
                <a:gd name="connsiteY0" fmla="*/ 16121 h 32067"/>
                <a:gd name="connsiteX1" fmla="*/ 16289 w 32037"/>
                <a:gd name="connsiteY1" fmla="*/ 87 h 32067"/>
                <a:gd name="connsiteX2" fmla="*/ 270 w 32037"/>
                <a:gd name="connsiteY2" fmla="*/ 16121 h 32067"/>
                <a:gd name="connsiteX3" fmla="*/ 16289 w 32037"/>
                <a:gd name="connsiteY3" fmla="*/ 32155 h 32067"/>
                <a:gd name="connsiteX4" fmla="*/ 32308 w 32037"/>
                <a:gd name="connsiteY4" fmla="*/ 16121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7" h="32067">
                  <a:moveTo>
                    <a:pt x="32308" y="16121"/>
                  </a:moveTo>
                  <a:cubicBezTo>
                    <a:pt x="32308" y="7348"/>
                    <a:pt x="25054" y="87"/>
                    <a:pt x="16289" y="87"/>
                  </a:cubicBezTo>
                  <a:cubicBezTo>
                    <a:pt x="7524" y="87"/>
                    <a:pt x="270" y="7348"/>
                    <a:pt x="270" y="16121"/>
                  </a:cubicBezTo>
                  <a:cubicBezTo>
                    <a:pt x="270" y="24894"/>
                    <a:pt x="7524" y="32155"/>
                    <a:pt x="16289" y="32155"/>
                  </a:cubicBezTo>
                  <a:cubicBezTo>
                    <a:pt x="25054" y="32155"/>
                    <a:pt x="32308" y="24894"/>
                    <a:pt x="32308" y="16121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B3C9B31-342F-4959-02C7-61305702152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905897" y="5128749"/>
              <a:ext cx="32037" cy="32067"/>
            </a:xfrm>
            <a:custGeom>
              <a:avLst/>
              <a:gdLst>
                <a:gd name="connsiteX0" fmla="*/ 32312 w 32037"/>
                <a:gd name="connsiteY0" fmla="*/ 16121 h 32067"/>
                <a:gd name="connsiteX1" fmla="*/ 16293 w 32037"/>
                <a:gd name="connsiteY1" fmla="*/ 87 h 32067"/>
                <a:gd name="connsiteX2" fmla="*/ 274 w 32037"/>
                <a:gd name="connsiteY2" fmla="*/ 16121 h 32067"/>
                <a:gd name="connsiteX3" fmla="*/ 16293 w 32037"/>
                <a:gd name="connsiteY3" fmla="*/ 32155 h 32067"/>
                <a:gd name="connsiteX4" fmla="*/ 32312 w 32037"/>
                <a:gd name="connsiteY4" fmla="*/ 16121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7" h="32067">
                  <a:moveTo>
                    <a:pt x="32312" y="16121"/>
                  </a:moveTo>
                  <a:cubicBezTo>
                    <a:pt x="32312" y="7348"/>
                    <a:pt x="25058" y="87"/>
                    <a:pt x="16293" y="87"/>
                  </a:cubicBezTo>
                  <a:cubicBezTo>
                    <a:pt x="7528" y="87"/>
                    <a:pt x="274" y="7348"/>
                    <a:pt x="274" y="16121"/>
                  </a:cubicBezTo>
                  <a:cubicBezTo>
                    <a:pt x="274" y="24894"/>
                    <a:pt x="7528" y="32155"/>
                    <a:pt x="16293" y="32155"/>
                  </a:cubicBezTo>
                  <a:cubicBezTo>
                    <a:pt x="25058" y="32155"/>
                    <a:pt x="32312" y="24894"/>
                    <a:pt x="32312" y="16121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12EE922-F5D3-D3F4-89AC-794F208C330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023636" y="5128749"/>
              <a:ext cx="32037" cy="32067"/>
            </a:xfrm>
            <a:custGeom>
              <a:avLst/>
              <a:gdLst>
                <a:gd name="connsiteX0" fmla="*/ 32316 w 32037"/>
                <a:gd name="connsiteY0" fmla="*/ 16121 h 32067"/>
                <a:gd name="connsiteX1" fmla="*/ 16297 w 32037"/>
                <a:gd name="connsiteY1" fmla="*/ 87 h 32067"/>
                <a:gd name="connsiteX2" fmla="*/ 278 w 32037"/>
                <a:gd name="connsiteY2" fmla="*/ 16121 h 32067"/>
                <a:gd name="connsiteX3" fmla="*/ 16297 w 32037"/>
                <a:gd name="connsiteY3" fmla="*/ 32155 h 32067"/>
                <a:gd name="connsiteX4" fmla="*/ 32316 w 32037"/>
                <a:gd name="connsiteY4" fmla="*/ 16121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7" h="32067">
                  <a:moveTo>
                    <a:pt x="32316" y="16121"/>
                  </a:moveTo>
                  <a:cubicBezTo>
                    <a:pt x="32316" y="7348"/>
                    <a:pt x="25062" y="87"/>
                    <a:pt x="16297" y="87"/>
                  </a:cubicBezTo>
                  <a:cubicBezTo>
                    <a:pt x="7532" y="87"/>
                    <a:pt x="278" y="7348"/>
                    <a:pt x="278" y="16121"/>
                  </a:cubicBezTo>
                  <a:cubicBezTo>
                    <a:pt x="278" y="24894"/>
                    <a:pt x="7532" y="32155"/>
                    <a:pt x="16297" y="32155"/>
                  </a:cubicBezTo>
                  <a:cubicBezTo>
                    <a:pt x="25062" y="32155"/>
                    <a:pt x="32316" y="24894"/>
                    <a:pt x="32316" y="16121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1A94CC2-109A-8BA8-F9E9-2FB6725B4EBC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140735" y="5044041"/>
              <a:ext cx="200990" cy="201482"/>
            </a:xfrm>
            <a:custGeom>
              <a:avLst/>
              <a:gdLst>
                <a:gd name="connsiteX0" fmla="*/ 106974 w 200990"/>
                <a:gd name="connsiteY0" fmla="*/ 106879 h 201482"/>
                <a:gd name="connsiteX1" fmla="*/ 191299 w 200990"/>
                <a:gd name="connsiteY1" fmla="*/ 106879 h 201482"/>
                <a:gd name="connsiteX2" fmla="*/ 201273 w 200990"/>
                <a:gd name="connsiteY2" fmla="*/ 100829 h 201482"/>
                <a:gd name="connsiteX3" fmla="*/ 191299 w 200990"/>
                <a:gd name="connsiteY3" fmla="*/ 94778 h 201482"/>
                <a:gd name="connsiteX4" fmla="*/ 106974 w 200990"/>
                <a:gd name="connsiteY4" fmla="*/ 94778 h 201482"/>
                <a:gd name="connsiteX5" fmla="*/ 106974 w 200990"/>
                <a:gd name="connsiteY5" fmla="*/ 10071 h 201482"/>
                <a:gd name="connsiteX6" fmla="*/ 100929 w 200990"/>
                <a:gd name="connsiteY6" fmla="*/ 87 h 201482"/>
                <a:gd name="connsiteX7" fmla="*/ 94884 w 200990"/>
                <a:gd name="connsiteY7" fmla="*/ 10071 h 201482"/>
                <a:gd name="connsiteX8" fmla="*/ 94884 w 200990"/>
                <a:gd name="connsiteY8" fmla="*/ 94778 h 201482"/>
                <a:gd name="connsiteX9" fmla="*/ 10257 w 200990"/>
                <a:gd name="connsiteY9" fmla="*/ 94778 h 201482"/>
                <a:gd name="connsiteX10" fmla="*/ 283 w 200990"/>
                <a:gd name="connsiteY10" fmla="*/ 100829 h 201482"/>
                <a:gd name="connsiteX11" fmla="*/ 10257 w 200990"/>
                <a:gd name="connsiteY11" fmla="*/ 106879 h 201482"/>
                <a:gd name="connsiteX12" fmla="*/ 94884 w 200990"/>
                <a:gd name="connsiteY12" fmla="*/ 106879 h 201482"/>
                <a:gd name="connsiteX13" fmla="*/ 94884 w 200990"/>
                <a:gd name="connsiteY13" fmla="*/ 191587 h 201482"/>
                <a:gd name="connsiteX14" fmla="*/ 100929 w 200990"/>
                <a:gd name="connsiteY14" fmla="*/ 201570 h 201482"/>
                <a:gd name="connsiteX15" fmla="*/ 106974 w 200990"/>
                <a:gd name="connsiteY15" fmla="*/ 191587 h 201482"/>
                <a:gd name="connsiteX16" fmla="*/ 106974 w 200990"/>
                <a:gd name="connsiteY16" fmla="*/ 106879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90" h="201482">
                  <a:moveTo>
                    <a:pt x="106974" y="106879"/>
                  </a:moveTo>
                  <a:lnTo>
                    <a:pt x="191299" y="106879"/>
                  </a:lnTo>
                  <a:cubicBezTo>
                    <a:pt x="195531" y="106879"/>
                    <a:pt x="201273" y="106879"/>
                    <a:pt x="201273" y="100829"/>
                  </a:cubicBezTo>
                  <a:cubicBezTo>
                    <a:pt x="201273" y="94778"/>
                    <a:pt x="195531" y="94778"/>
                    <a:pt x="191299" y="94778"/>
                  </a:cubicBezTo>
                  <a:lnTo>
                    <a:pt x="106974" y="94778"/>
                  </a:lnTo>
                  <a:lnTo>
                    <a:pt x="106974" y="10071"/>
                  </a:lnTo>
                  <a:cubicBezTo>
                    <a:pt x="106974" y="5835"/>
                    <a:pt x="106974" y="87"/>
                    <a:pt x="100929" y="87"/>
                  </a:cubicBezTo>
                  <a:cubicBezTo>
                    <a:pt x="94884" y="87"/>
                    <a:pt x="94884" y="5835"/>
                    <a:pt x="94884" y="10071"/>
                  </a:cubicBezTo>
                  <a:lnTo>
                    <a:pt x="94884" y="94778"/>
                  </a:lnTo>
                  <a:lnTo>
                    <a:pt x="10257" y="94778"/>
                  </a:lnTo>
                  <a:cubicBezTo>
                    <a:pt x="6025" y="94778"/>
                    <a:pt x="283" y="94778"/>
                    <a:pt x="283" y="100829"/>
                  </a:cubicBezTo>
                  <a:cubicBezTo>
                    <a:pt x="283" y="106879"/>
                    <a:pt x="6025" y="106879"/>
                    <a:pt x="10257" y="106879"/>
                  </a:cubicBezTo>
                  <a:lnTo>
                    <a:pt x="94884" y="106879"/>
                  </a:lnTo>
                  <a:lnTo>
                    <a:pt x="94884" y="191587"/>
                  </a:lnTo>
                  <a:cubicBezTo>
                    <a:pt x="94884" y="195822"/>
                    <a:pt x="94884" y="201570"/>
                    <a:pt x="100929" y="201570"/>
                  </a:cubicBezTo>
                  <a:cubicBezTo>
                    <a:pt x="106974" y="201570"/>
                    <a:pt x="106974" y="195822"/>
                    <a:pt x="106974" y="191587"/>
                  </a:cubicBezTo>
                  <a:lnTo>
                    <a:pt x="106974" y="106879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FFCD569-2268-FCCE-E6A1-5C0EF49D088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407405" y="5013789"/>
              <a:ext cx="138728" cy="209348"/>
            </a:xfrm>
            <a:custGeom>
              <a:avLst/>
              <a:gdLst>
                <a:gd name="connsiteX0" fmla="*/ 135091 w 138728"/>
                <a:gd name="connsiteY0" fmla="*/ 171317 h 209348"/>
                <a:gd name="connsiteX1" fmla="*/ 110307 w 138728"/>
                <a:gd name="connsiteY1" fmla="*/ 195217 h 209348"/>
                <a:gd name="connsiteX2" fmla="*/ 105472 w 138728"/>
                <a:gd name="connsiteY2" fmla="*/ 189771 h 209348"/>
                <a:gd name="connsiteX3" fmla="*/ 115446 w 138728"/>
                <a:gd name="connsiteY3" fmla="*/ 151955 h 209348"/>
                <a:gd name="connsiteX4" fmla="*/ 129953 w 138728"/>
                <a:gd name="connsiteY4" fmla="*/ 93568 h 209348"/>
                <a:gd name="connsiteX5" fmla="*/ 110005 w 138728"/>
                <a:gd name="connsiteY5" fmla="*/ 73299 h 209348"/>
                <a:gd name="connsiteX6" fmla="*/ 40792 w 138728"/>
                <a:gd name="connsiteY6" fmla="*/ 137132 h 209348"/>
                <a:gd name="connsiteX7" fmla="*/ 77061 w 138728"/>
                <a:gd name="connsiteY7" fmla="*/ 1600 h 209348"/>
                <a:gd name="connsiteX8" fmla="*/ 75550 w 138728"/>
                <a:gd name="connsiteY8" fmla="*/ 87 h 209348"/>
                <a:gd name="connsiteX9" fmla="*/ 28098 w 138728"/>
                <a:gd name="connsiteY9" fmla="*/ 8255 h 209348"/>
                <a:gd name="connsiteX10" fmla="*/ 28098 w 138728"/>
                <a:gd name="connsiteY10" fmla="*/ 12793 h 209348"/>
                <a:gd name="connsiteX11" fmla="*/ 35956 w 138728"/>
                <a:gd name="connsiteY11" fmla="*/ 12793 h 209348"/>
                <a:gd name="connsiteX12" fmla="*/ 36863 w 138728"/>
                <a:gd name="connsiteY12" fmla="*/ 12491 h 209348"/>
                <a:gd name="connsiteX13" fmla="*/ 48348 w 138728"/>
                <a:gd name="connsiteY13" fmla="*/ 20054 h 209348"/>
                <a:gd name="connsiteX14" fmla="*/ 44117 w 138728"/>
                <a:gd name="connsiteY14" fmla="*/ 40626 h 209348"/>
                <a:gd name="connsiteX15" fmla="*/ 41094 w 138728"/>
                <a:gd name="connsiteY15" fmla="*/ 51819 h 209348"/>
                <a:gd name="connsiteX16" fmla="*/ 292 w 138728"/>
                <a:gd name="connsiteY16" fmla="*/ 206713 h 209348"/>
                <a:gd name="connsiteX17" fmla="*/ 22960 w 138728"/>
                <a:gd name="connsiteY17" fmla="*/ 206713 h 209348"/>
                <a:gd name="connsiteX18" fmla="*/ 51068 w 138728"/>
                <a:gd name="connsiteY18" fmla="*/ 131384 h 209348"/>
                <a:gd name="connsiteX19" fmla="*/ 97916 w 138728"/>
                <a:gd name="connsiteY19" fmla="*/ 88727 h 209348"/>
                <a:gd name="connsiteX20" fmla="*/ 106378 w 138728"/>
                <a:gd name="connsiteY20" fmla="*/ 96291 h 209348"/>
                <a:gd name="connsiteX21" fmla="*/ 104263 w 138728"/>
                <a:gd name="connsiteY21" fmla="*/ 106274 h 209348"/>
                <a:gd name="connsiteX22" fmla="*/ 87639 w 138728"/>
                <a:gd name="connsiteY22" fmla="*/ 168897 h 209348"/>
                <a:gd name="connsiteX23" fmla="*/ 81595 w 138728"/>
                <a:gd name="connsiteY23" fmla="*/ 196729 h 209348"/>
                <a:gd name="connsiteX24" fmla="*/ 94893 w 138728"/>
                <a:gd name="connsiteY24" fmla="*/ 209436 h 209348"/>
                <a:gd name="connsiteX25" fmla="*/ 139020 w 138728"/>
                <a:gd name="connsiteY25" fmla="*/ 174948 h 209348"/>
                <a:gd name="connsiteX26" fmla="*/ 135091 w 138728"/>
                <a:gd name="connsiteY26" fmla="*/ 171317 h 20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728" h="209348">
                  <a:moveTo>
                    <a:pt x="135091" y="171317"/>
                  </a:moveTo>
                  <a:cubicBezTo>
                    <a:pt x="118770" y="191889"/>
                    <a:pt x="115143" y="195217"/>
                    <a:pt x="110307" y="195217"/>
                  </a:cubicBezTo>
                  <a:cubicBezTo>
                    <a:pt x="107587" y="195217"/>
                    <a:pt x="105472" y="192494"/>
                    <a:pt x="105472" y="189771"/>
                  </a:cubicBezTo>
                  <a:cubicBezTo>
                    <a:pt x="105472" y="186746"/>
                    <a:pt x="110307" y="167687"/>
                    <a:pt x="115446" y="151955"/>
                  </a:cubicBezTo>
                  <a:cubicBezTo>
                    <a:pt x="124211" y="123215"/>
                    <a:pt x="129953" y="100828"/>
                    <a:pt x="129953" y="93568"/>
                  </a:cubicBezTo>
                  <a:cubicBezTo>
                    <a:pt x="129953" y="81467"/>
                    <a:pt x="121793" y="73299"/>
                    <a:pt x="110005" y="73299"/>
                  </a:cubicBezTo>
                  <a:cubicBezTo>
                    <a:pt x="90360" y="73299"/>
                    <a:pt x="68900" y="93265"/>
                    <a:pt x="40792" y="137132"/>
                  </a:cubicBezTo>
                  <a:lnTo>
                    <a:pt x="77061" y="1600"/>
                  </a:lnTo>
                  <a:lnTo>
                    <a:pt x="75550" y="87"/>
                  </a:lnTo>
                  <a:cubicBezTo>
                    <a:pt x="58020" y="4020"/>
                    <a:pt x="46232" y="6138"/>
                    <a:pt x="28098" y="8255"/>
                  </a:cubicBezTo>
                  <a:lnTo>
                    <a:pt x="28098" y="12793"/>
                  </a:lnTo>
                  <a:lnTo>
                    <a:pt x="35956" y="12793"/>
                  </a:lnTo>
                  <a:cubicBezTo>
                    <a:pt x="36258" y="12793"/>
                    <a:pt x="36561" y="12793"/>
                    <a:pt x="36863" y="12491"/>
                  </a:cubicBezTo>
                  <a:cubicBezTo>
                    <a:pt x="41094" y="10676"/>
                    <a:pt x="48348" y="15818"/>
                    <a:pt x="48348" y="20054"/>
                  </a:cubicBezTo>
                  <a:cubicBezTo>
                    <a:pt x="48348" y="24289"/>
                    <a:pt x="46837" y="31852"/>
                    <a:pt x="44117" y="40626"/>
                  </a:cubicBezTo>
                  <a:cubicBezTo>
                    <a:pt x="43814" y="40928"/>
                    <a:pt x="42908" y="45164"/>
                    <a:pt x="41094" y="51819"/>
                  </a:cubicBezTo>
                  <a:lnTo>
                    <a:pt x="292" y="206713"/>
                  </a:lnTo>
                  <a:lnTo>
                    <a:pt x="22960" y="206713"/>
                  </a:lnTo>
                  <a:cubicBezTo>
                    <a:pt x="35049" y="160124"/>
                    <a:pt x="38979" y="149838"/>
                    <a:pt x="51068" y="131384"/>
                  </a:cubicBezTo>
                  <a:cubicBezTo>
                    <a:pt x="66785" y="107484"/>
                    <a:pt x="87337" y="88727"/>
                    <a:pt x="97916" y="88727"/>
                  </a:cubicBezTo>
                  <a:cubicBezTo>
                    <a:pt x="102449" y="88727"/>
                    <a:pt x="106378" y="92358"/>
                    <a:pt x="106378" y="96291"/>
                  </a:cubicBezTo>
                  <a:cubicBezTo>
                    <a:pt x="106378" y="97501"/>
                    <a:pt x="105472" y="101434"/>
                    <a:pt x="104263" y="106274"/>
                  </a:cubicBezTo>
                  <a:lnTo>
                    <a:pt x="87639" y="168897"/>
                  </a:lnTo>
                  <a:cubicBezTo>
                    <a:pt x="83710" y="183721"/>
                    <a:pt x="81595" y="193099"/>
                    <a:pt x="81595" y="196729"/>
                  </a:cubicBezTo>
                  <a:cubicBezTo>
                    <a:pt x="81595" y="204595"/>
                    <a:pt x="86733" y="209436"/>
                    <a:pt x="94893" y="209436"/>
                  </a:cubicBezTo>
                  <a:cubicBezTo>
                    <a:pt x="110307" y="209436"/>
                    <a:pt x="120886" y="201267"/>
                    <a:pt x="139020" y="174948"/>
                  </a:cubicBezTo>
                  <a:lnTo>
                    <a:pt x="135091" y="171317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95448ED-8088-AFC8-4CB3-B75DE5AAAFD9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556482" y="5167237"/>
              <a:ext cx="102882" cy="100741"/>
            </a:xfrm>
            <a:custGeom>
              <a:avLst/>
              <a:gdLst>
                <a:gd name="connsiteX0" fmla="*/ 100048 w 102882"/>
                <a:gd name="connsiteY0" fmla="*/ 72623 h 100741"/>
                <a:gd name="connsiteX1" fmla="*/ 95351 w 102882"/>
                <a:gd name="connsiteY1" fmla="*/ 78444 h 100741"/>
                <a:gd name="connsiteX2" fmla="*/ 81708 w 102882"/>
                <a:gd name="connsiteY2" fmla="*/ 90309 h 100741"/>
                <a:gd name="connsiteX3" fmla="*/ 78129 w 102882"/>
                <a:gd name="connsiteY3" fmla="*/ 86727 h 100741"/>
                <a:gd name="connsiteX4" fmla="*/ 81260 w 102882"/>
                <a:gd name="connsiteY4" fmla="*/ 72623 h 100741"/>
                <a:gd name="connsiteX5" fmla="*/ 94009 w 102882"/>
                <a:gd name="connsiteY5" fmla="*/ 26506 h 100741"/>
                <a:gd name="connsiteX6" fmla="*/ 96022 w 102882"/>
                <a:gd name="connsiteY6" fmla="*/ 13745 h 100741"/>
                <a:gd name="connsiteX7" fmla="*/ 81260 w 102882"/>
                <a:gd name="connsiteY7" fmla="*/ 89 h 100741"/>
                <a:gd name="connsiteX8" fmla="*/ 29819 w 102882"/>
                <a:gd name="connsiteY8" fmla="*/ 49341 h 100741"/>
                <a:gd name="connsiteX9" fmla="*/ 44804 w 102882"/>
                <a:gd name="connsiteY9" fmla="*/ 537 h 100741"/>
                <a:gd name="connsiteX10" fmla="*/ 44133 w 102882"/>
                <a:gd name="connsiteY10" fmla="*/ 89 h 100741"/>
                <a:gd name="connsiteX11" fmla="*/ 7900 w 102882"/>
                <a:gd name="connsiteY11" fmla="*/ 7029 h 100741"/>
                <a:gd name="connsiteX12" fmla="*/ 7900 w 102882"/>
                <a:gd name="connsiteY12" fmla="*/ 10611 h 100741"/>
                <a:gd name="connsiteX13" fmla="*/ 22215 w 102882"/>
                <a:gd name="connsiteY13" fmla="*/ 16656 h 100741"/>
                <a:gd name="connsiteX14" fmla="*/ 21767 w 102882"/>
                <a:gd name="connsiteY14" fmla="*/ 20462 h 100741"/>
                <a:gd name="connsiteX15" fmla="*/ 296 w 102882"/>
                <a:gd name="connsiteY15" fmla="*/ 98816 h 100741"/>
                <a:gd name="connsiteX16" fmla="*/ 17070 w 102882"/>
                <a:gd name="connsiteY16" fmla="*/ 98816 h 100741"/>
                <a:gd name="connsiteX17" fmla="*/ 39436 w 102882"/>
                <a:gd name="connsiteY17" fmla="*/ 43296 h 100741"/>
                <a:gd name="connsiteX18" fmla="*/ 72538 w 102882"/>
                <a:gd name="connsiteY18" fmla="*/ 11507 h 100741"/>
                <a:gd name="connsiteX19" fmla="*/ 77905 w 102882"/>
                <a:gd name="connsiteY19" fmla="*/ 17999 h 100741"/>
                <a:gd name="connsiteX20" fmla="*/ 74774 w 102882"/>
                <a:gd name="connsiteY20" fmla="*/ 35013 h 100741"/>
                <a:gd name="connsiteX21" fmla="*/ 64933 w 102882"/>
                <a:gd name="connsiteY21" fmla="*/ 71952 h 100741"/>
                <a:gd name="connsiteX22" fmla="*/ 61355 w 102882"/>
                <a:gd name="connsiteY22" fmla="*/ 88742 h 100741"/>
                <a:gd name="connsiteX23" fmla="*/ 71867 w 102882"/>
                <a:gd name="connsiteY23" fmla="*/ 100831 h 100741"/>
                <a:gd name="connsiteX24" fmla="*/ 103179 w 102882"/>
                <a:gd name="connsiteY24" fmla="*/ 75534 h 100741"/>
                <a:gd name="connsiteX25" fmla="*/ 100048 w 102882"/>
                <a:gd name="connsiteY25" fmla="*/ 72623 h 10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882" h="100741">
                  <a:moveTo>
                    <a:pt x="100048" y="72623"/>
                  </a:moveTo>
                  <a:lnTo>
                    <a:pt x="95351" y="78444"/>
                  </a:lnTo>
                  <a:cubicBezTo>
                    <a:pt x="88865" y="86727"/>
                    <a:pt x="84839" y="90309"/>
                    <a:pt x="81708" y="90309"/>
                  </a:cubicBezTo>
                  <a:cubicBezTo>
                    <a:pt x="79918" y="90309"/>
                    <a:pt x="78129" y="88518"/>
                    <a:pt x="78129" y="86727"/>
                  </a:cubicBezTo>
                  <a:cubicBezTo>
                    <a:pt x="78129" y="85160"/>
                    <a:pt x="78129" y="85160"/>
                    <a:pt x="81260" y="72623"/>
                  </a:cubicBezTo>
                  <a:lnTo>
                    <a:pt x="94009" y="26506"/>
                  </a:lnTo>
                  <a:cubicBezTo>
                    <a:pt x="95127" y="21805"/>
                    <a:pt x="96022" y="16880"/>
                    <a:pt x="96022" y="13745"/>
                  </a:cubicBezTo>
                  <a:cubicBezTo>
                    <a:pt x="96022" y="5686"/>
                    <a:pt x="89983" y="89"/>
                    <a:pt x="81260" y="89"/>
                  </a:cubicBezTo>
                  <a:cubicBezTo>
                    <a:pt x="66946" y="89"/>
                    <a:pt x="52856" y="13522"/>
                    <a:pt x="29819" y="49341"/>
                  </a:cubicBezTo>
                  <a:lnTo>
                    <a:pt x="44804" y="537"/>
                  </a:lnTo>
                  <a:lnTo>
                    <a:pt x="44133" y="89"/>
                  </a:lnTo>
                  <a:cubicBezTo>
                    <a:pt x="32056" y="2552"/>
                    <a:pt x="27359" y="3447"/>
                    <a:pt x="7900" y="7029"/>
                  </a:cubicBezTo>
                  <a:lnTo>
                    <a:pt x="7900" y="10611"/>
                  </a:lnTo>
                  <a:cubicBezTo>
                    <a:pt x="19307" y="10835"/>
                    <a:pt x="22215" y="12178"/>
                    <a:pt x="22215" y="16656"/>
                  </a:cubicBezTo>
                  <a:cubicBezTo>
                    <a:pt x="22215" y="17999"/>
                    <a:pt x="21991" y="19342"/>
                    <a:pt x="21767" y="20462"/>
                  </a:cubicBezTo>
                  <a:lnTo>
                    <a:pt x="296" y="98816"/>
                  </a:lnTo>
                  <a:lnTo>
                    <a:pt x="17070" y="98816"/>
                  </a:lnTo>
                  <a:cubicBezTo>
                    <a:pt x="27582" y="63445"/>
                    <a:pt x="29595" y="58519"/>
                    <a:pt x="39436" y="43296"/>
                  </a:cubicBezTo>
                  <a:cubicBezTo>
                    <a:pt x="52856" y="22700"/>
                    <a:pt x="64262" y="11507"/>
                    <a:pt x="72538" y="11507"/>
                  </a:cubicBezTo>
                  <a:cubicBezTo>
                    <a:pt x="75893" y="11507"/>
                    <a:pt x="77905" y="13969"/>
                    <a:pt x="77905" y="17999"/>
                  </a:cubicBezTo>
                  <a:cubicBezTo>
                    <a:pt x="77905" y="20685"/>
                    <a:pt x="76564" y="28073"/>
                    <a:pt x="74774" y="35013"/>
                  </a:cubicBezTo>
                  <a:lnTo>
                    <a:pt x="64933" y="71952"/>
                  </a:lnTo>
                  <a:cubicBezTo>
                    <a:pt x="62026" y="83369"/>
                    <a:pt x="61355" y="86503"/>
                    <a:pt x="61355" y="88742"/>
                  </a:cubicBezTo>
                  <a:cubicBezTo>
                    <a:pt x="61355" y="97249"/>
                    <a:pt x="64486" y="100831"/>
                    <a:pt x="71867" y="100831"/>
                  </a:cubicBezTo>
                  <a:cubicBezTo>
                    <a:pt x="81931" y="100831"/>
                    <a:pt x="87746" y="96130"/>
                    <a:pt x="103179" y="75534"/>
                  </a:cubicBezTo>
                  <a:lnTo>
                    <a:pt x="100048" y="72623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FD70803-7FD1-2E67-1C32-2B79C0D92A18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718249" y="4809726"/>
              <a:ext cx="172579" cy="267736"/>
            </a:xfrm>
            <a:custGeom>
              <a:avLst/>
              <a:gdLst>
                <a:gd name="connsiteX0" fmla="*/ 55311 w 172579"/>
                <a:gd name="connsiteY0" fmla="*/ 85393 h 267736"/>
                <a:gd name="connsiteX1" fmla="*/ 82513 w 172579"/>
                <a:gd name="connsiteY1" fmla="*/ 85393 h 267736"/>
                <a:gd name="connsiteX2" fmla="*/ 55916 w 172579"/>
                <a:gd name="connsiteY2" fmla="*/ 212454 h 267736"/>
                <a:gd name="connsiteX3" fmla="*/ 26598 w 172579"/>
                <a:gd name="connsiteY3" fmla="*/ 261464 h 267736"/>
                <a:gd name="connsiteX4" fmla="*/ 20553 w 172579"/>
                <a:gd name="connsiteY4" fmla="*/ 256623 h 267736"/>
                <a:gd name="connsiteX5" fmla="*/ 21762 w 172579"/>
                <a:gd name="connsiteY5" fmla="*/ 253295 h 267736"/>
                <a:gd name="connsiteX6" fmla="*/ 23274 w 172579"/>
                <a:gd name="connsiteY6" fmla="*/ 248455 h 267736"/>
                <a:gd name="connsiteX7" fmla="*/ 11486 w 172579"/>
                <a:gd name="connsiteY7" fmla="*/ 236959 h 267736"/>
                <a:gd name="connsiteX8" fmla="*/ 303 w 172579"/>
                <a:gd name="connsiteY8" fmla="*/ 249363 h 267736"/>
                <a:gd name="connsiteX9" fmla="*/ 24180 w 172579"/>
                <a:gd name="connsiteY9" fmla="*/ 267817 h 267736"/>
                <a:gd name="connsiteX10" fmla="*/ 84629 w 172579"/>
                <a:gd name="connsiteY10" fmla="*/ 182202 h 267736"/>
                <a:gd name="connsiteX11" fmla="*/ 106390 w 172579"/>
                <a:gd name="connsiteY11" fmla="*/ 85393 h 267736"/>
                <a:gd name="connsiteX12" fmla="*/ 139334 w 172579"/>
                <a:gd name="connsiteY12" fmla="*/ 85393 h 267736"/>
                <a:gd name="connsiteX13" fmla="*/ 141148 w 172579"/>
                <a:gd name="connsiteY13" fmla="*/ 75712 h 267736"/>
                <a:gd name="connsiteX14" fmla="*/ 108506 w 172579"/>
                <a:gd name="connsiteY14" fmla="*/ 75712 h 267736"/>
                <a:gd name="connsiteX15" fmla="*/ 145379 w 172579"/>
                <a:gd name="connsiteY15" fmla="*/ 6736 h 267736"/>
                <a:gd name="connsiteX16" fmla="*/ 152028 w 172579"/>
                <a:gd name="connsiteY16" fmla="*/ 10367 h 267736"/>
                <a:gd name="connsiteX17" fmla="*/ 150819 w 172579"/>
                <a:gd name="connsiteY17" fmla="*/ 13392 h 267736"/>
                <a:gd name="connsiteX18" fmla="*/ 149006 w 172579"/>
                <a:gd name="connsiteY18" fmla="*/ 19745 h 267736"/>
                <a:gd name="connsiteX19" fmla="*/ 160189 w 172579"/>
                <a:gd name="connsiteY19" fmla="*/ 31846 h 267736"/>
                <a:gd name="connsiteX20" fmla="*/ 172883 w 172579"/>
                <a:gd name="connsiteY20" fmla="*/ 19745 h 267736"/>
                <a:gd name="connsiteX21" fmla="*/ 146890 w 172579"/>
                <a:gd name="connsiteY21" fmla="*/ 81 h 267736"/>
                <a:gd name="connsiteX22" fmla="*/ 109412 w 172579"/>
                <a:gd name="connsiteY22" fmla="*/ 20955 h 267736"/>
                <a:gd name="connsiteX23" fmla="*/ 85233 w 172579"/>
                <a:gd name="connsiteY23" fmla="*/ 75712 h 267736"/>
                <a:gd name="connsiteX24" fmla="*/ 57427 w 172579"/>
                <a:gd name="connsiteY24" fmla="*/ 75712 h 267736"/>
                <a:gd name="connsiteX25" fmla="*/ 55311 w 172579"/>
                <a:gd name="connsiteY25" fmla="*/ 85393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79" h="267736">
                  <a:moveTo>
                    <a:pt x="55311" y="85393"/>
                  </a:moveTo>
                  <a:lnTo>
                    <a:pt x="82513" y="85393"/>
                  </a:lnTo>
                  <a:lnTo>
                    <a:pt x="55916" y="212454"/>
                  </a:lnTo>
                  <a:cubicBezTo>
                    <a:pt x="49266" y="244825"/>
                    <a:pt x="39292" y="261464"/>
                    <a:pt x="26598" y="261464"/>
                  </a:cubicBezTo>
                  <a:cubicBezTo>
                    <a:pt x="22971" y="261464"/>
                    <a:pt x="20553" y="259346"/>
                    <a:pt x="20553" y="256623"/>
                  </a:cubicBezTo>
                  <a:cubicBezTo>
                    <a:pt x="20553" y="255716"/>
                    <a:pt x="20856" y="254808"/>
                    <a:pt x="21762" y="253295"/>
                  </a:cubicBezTo>
                  <a:cubicBezTo>
                    <a:pt x="22971" y="251480"/>
                    <a:pt x="23274" y="250270"/>
                    <a:pt x="23274" y="248455"/>
                  </a:cubicBezTo>
                  <a:cubicBezTo>
                    <a:pt x="23274" y="242102"/>
                    <a:pt x="17833" y="236959"/>
                    <a:pt x="11486" y="236959"/>
                  </a:cubicBezTo>
                  <a:cubicBezTo>
                    <a:pt x="5139" y="236959"/>
                    <a:pt x="303" y="242404"/>
                    <a:pt x="303" y="249363"/>
                  </a:cubicBezTo>
                  <a:cubicBezTo>
                    <a:pt x="303" y="259649"/>
                    <a:pt x="10882" y="267817"/>
                    <a:pt x="24180" y="267817"/>
                  </a:cubicBezTo>
                  <a:cubicBezTo>
                    <a:pt x="51080" y="267817"/>
                    <a:pt x="72237" y="237867"/>
                    <a:pt x="84629" y="182202"/>
                  </a:cubicBezTo>
                  <a:lnTo>
                    <a:pt x="106390" y="85393"/>
                  </a:lnTo>
                  <a:lnTo>
                    <a:pt x="139334" y="85393"/>
                  </a:lnTo>
                  <a:lnTo>
                    <a:pt x="141148" y="75712"/>
                  </a:lnTo>
                  <a:lnTo>
                    <a:pt x="108506" y="75712"/>
                  </a:lnTo>
                  <a:cubicBezTo>
                    <a:pt x="117271" y="28216"/>
                    <a:pt x="128454" y="6736"/>
                    <a:pt x="145379" y="6736"/>
                  </a:cubicBezTo>
                  <a:cubicBezTo>
                    <a:pt x="149308" y="6736"/>
                    <a:pt x="152028" y="8249"/>
                    <a:pt x="152028" y="10367"/>
                  </a:cubicBezTo>
                  <a:cubicBezTo>
                    <a:pt x="152028" y="11274"/>
                    <a:pt x="151726" y="11879"/>
                    <a:pt x="150819" y="13392"/>
                  </a:cubicBezTo>
                  <a:cubicBezTo>
                    <a:pt x="149610" y="16115"/>
                    <a:pt x="149006" y="17627"/>
                    <a:pt x="149006" y="19745"/>
                  </a:cubicBezTo>
                  <a:cubicBezTo>
                    <a:pt x="149006" y="27005"/>
                    <a:pt x="153540" y="31846"/>
                    <a:pt x="160189" y="31846"/>
                  </a:cubicBezTo>
                  <a:cubicBezTo>
                    <a:pt x="167140" y="31846"/>
                    <a:pt x="172883" y="26400"/>
                    <a:pt x="172883" y="19745"/>
                  </a:cubicBezTo>
                  <a:cubicBezTo>
                    <a:pt x="172883" y="8551"/>
                    <a:pt x="161700" y="81"/>
                    <a:pt x="146890" y="81"/>
                  </a:cubicBezTo>
                  <a:cubicBezTo>
                    <a:pt x="132080" y="81"/>
                    <a:pt x="120293" y="6736"/>
                    <a:pt x="109412" y="20955"/>
                  </a:cubicBezTo>
                  <a:cubicBezTo>
                    <a:pt x="100345" y="32753"/>
                    <a:pt x="94300" y="46670"/>
                    <a:pt x="85233" y="75712"/>
                  </a:cubicBezTo>
                  <a:lnTo>
                    <a:pt x="57427" y="75712"/>
                  </a:lnTo>
                  <a:lnTo>
                    <a:pt x="55311" y="85393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15FA5FB-3502-2E5C-4A2D-6534F4B5BD4F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921227" y="4787944"/>
              <a:ext cx="70119" cy="302526"/>
            </a:xfrm>
            <a:custGeom>
              <a:avLst/>
              <a:gdLst>
                <a:gd name="connsiteX0" fmla="*/ 70428 w 70119"/>
                <a:gd name="connsiteY0" fmla="*/ 299582 h 302526"/>
                <a:gd name="connsiteX1" fmla="*/ 65290 w 70119"/>
                <a:gd name="connsiteY1" fmla="*/ 292926 h 302526"/>
                <a:gd name="connsiteX2" fmla="*/ 17838 w 70119"/>
                <a:gd name="connsiteY2" fmla="*/ 151344 h 302526"/>
                <a:gd name="connsiteX3" fmla="*/ 66498 w 70119"/>
                <a:gd name="connsiteY3" fmla="*/ 8249 h 302526"/>
                <a:gd name="connsiteX4" fmla="*/ 70428 w 70119"/>
                <a:gd name="connsiteY4" fmla="*/ 3106 h 302526"/>
                <a:gd name="connsiteX5" fmla="*/ 67405 w 70119"/>
                <a:gd name="connsiteY5" fmla="*/ 81 h 302526"/>
                <a:gd name="connsiteX6" fmla="*/ 19349 w 70119"/>
                <a:gd name="connsiteY6" fmla="*/ 59073 h 302526"/>
                <a:gd name="connsiteX7" fmla="*/ 308 w 70119"/>
                <a:gd name="connsiteY7" fmla="*/ 151344 h 302526"/>
                <a:gd name="connsiteX8" fmla="*/ 20256 w 70119"/>
                <a:gd name="connsiteY8" fmla="*/ 245732 h 302526"/>
                <a:gd name="connsiteX9" fmla="*/ 67405 w 70119"/>
                <a:gd name="connsiteY9" fmla="*/ 302607 h 302526"/>
                <a:gd name="connsiteX10" fmla="*/ 70428 w 70119"/>
                <a:gd name="connsiteY10" fmla="*/ 29958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428" y="299582"/>
                  </a:moveTo>
                  <a:cubicBezTo>
                    <a:pt x="70428" y="298674"/>
                    <a:pt x="70428" y="298069"/>
                    <a:pt x="65290" y="292926"/>
                  </a:cubicBezTo>
                  <a:cubicBezTo>
                    <a:pt x="27509" y="254808"/>
                    <a:pt x="17838" y="197630"/>
                    <a:pt x="17838" y="151344"/>
                  </a:cubicBezTo>
                  <a:cubicBezTo>
                    <a:pt x="17838" y="98704"/>
                    <a:pt x="29323" y="46065"/>
                    <a:pt x="66498" y="8249"/>
                  </a:cubicBezTo>
                  <a:cubicBezTo>
                    <a:pt x="70428" y="4618"/>
                    <a:pt x="70428" y="4013"/>
                    <a:pt x="70428" y="3106"/>
                  </a:cubicBezTo>
                  <a:cubicBezTo>
                    <a:pt x="70428" y="988"/>
                    <a:pt x="69219" y="81"/>
                    <a:pt x="67405" y="81"/>
                  </a:cubicBezTo>
                  <a:cubicBezTo>
                    <a:pt x="64383" y="81"/>
                    <a:pt x="37181" y="20652"/>
                    <a:pt x="19349" y="59073"/>
                  </a:cubicBezTo>
                  <a:cubicBezTo>
                    <a:pt x="3935" y="92351"/>
                    <a:pt x="308" y="125932"/>
                    <a:pt x="308" y="151344"/>
                  </a:cubicBezTo>
                  <a:cubicBezTo>
                    <a:pt x="308" y="174941"/>
                    <a:pt x="3632" y="211547"/>
                    <a:pt x="20256" y="245732"/>
                  </a:cubicBezTo>
                  <a:cubicBezTo>
                    <a:pt x="38390" y="282943"/>
                    <a:pt x="64383" y="302607"/>
                    <a:pt x="67405" y="302607"/>
                  </a:cubicBezTo>
                  <a:cubicBezTo>
                    <a:pt x="69219" y="302607"/>
                    <a:pt x="70428" y="301700"/>
                    <a:pt x="70428" y="299582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8B85D5B-2012-B685-CA9B-C5EBBAED1F4E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000851" y="4881425"/>
              <a:ext cx="143262" cy="136742"/>
            </a:xfrm>
            <a:custGeom>
              <a:avLst/>
              <a:gdLst>
                <a:gd name="connsiteX0" fmla="*/ 129973 w 143262"/>
                <a:gd name="connsiteY0" fmla="*/ 99914 h 136742"/>
                <a:gd name="connsiteX1" fmla="*/ 123324 w 143262"/>
                <a:gd name="connsiteY1" fmla="*/ 108083 h 136742"/>
                <a:gd name="connsiteX2" fmla="*/ 109421 w 143262"/>
                <a:gd name="connsiteY2" fmla="*/ 120184 h 136742"/>
                <a:gd name="connsiteX3" fmla="*/ 100051 w 143262"/>
                <a:gd name="connsiteY3" fmla="*/ 107780 h 136742"/>
                <a:gd name="connsiteX4" fmla="*/ 98842 w 143262"/>
                <a:gd name="connsiteY4" fmla="*/ 102637 h 136742"/>
                <a:gd name="connsiteX5" fmla="*/ 87962 w 143262"/>
                <a:gd name="connsiteY5" fmla="*/ 53628 h 136742"/>
                <a:gd name="connsiteX6" fmla="*/ 117581 w 143262"/>
                <a:gd name="connsiteY6" fmla="*/ 17022 h 136742"/>
                <a:gd name="connsiteX7" fmla="*/ 124835 w 143262"/>
                <a:gd name="connsiteY7" fmla="*/ 19442 h 136742"/>
                <a:gd name="connsiteX8" fmla="*/ 132995 w 143262"/>
                <a:gd name="connsiteY8" fmla="*/ 22165 h 136742"/>
                <a:gd name="connsiteX9" fmla="*/ 143574 w 143262"/>
                <a:gd name="connsiteY9" fmla="*/ 11274 h 136742"/>
                <a:gd name="connsiteX10" fmla="*/ 131182 w 143262"/>
                <a:gd name="connsiteY10" fmla="*/ 81 h 136742"/>
                <a:gd name="connsiteX11" fmla="*/ 85544 w 143262"/>
                <a:gd name="connsiteY11" fmla="*/ 43342 h 136742"/>
                <a:gd name="connsiteX12" fmla="*/ 82219 w 143262"/>
                <a:gd name="connsiteY12" fmla="*/ 26703 h 136742"/>
                <a:gd name="connsiteX13" fmla="*/ 66502 w 143262"/>
                <a:gd name="connsiteY13" fmla="*/ 81 h 136742"/>
                <a:gd name="connsiteX14" fmla="*/ 31140 w 143262"/>
                <a:gd name="connsiteY14" fmla="*/ 8854 h 136742"/>
                <a:gd name="connsiteX15" fmla="*/ 27815 w 143262"/>
                <a:gd name="connsiteY15" fmla="*/ 10064 h 136742"/>
                <a:gd name="connsiteX16" fmla="*/ 29024 w 143262"/>
                <a:gd name="connsiteY16" fmla="*/ 14602 h 136742"/>
                <a:gd name="connsiteX17" fmla="*/ 45950 w 143262"/>
                <a:gd name="connsiteY17" fmla="*/ 11274 h 136742"/>
                <a:gd name="connsiteX18" fmla="*/ 59551 w 143262"/>
                <a:gd name="connsiteY18" fmla="*/ 32148 h 136742"/>
                <a:gd name="connsiteX19" fmla="*/ 68316 w 143262"/>
                <a:gd name="connsiteY19" fmla="*/ 69359 h 136742"/>
                <a:gd name="connsiteX20" fmla="*/ 43532 w 143262"/>
                <a:gd name="connsiteY20" fmla="*/ 104755 h 136742"/>
                <a:gd name="connsiteX21" fmla="*/ 28118 w 143262"/>
                <a:gd name="connsiteY21" fmla="*/ 119276 h 136742"/>
                <a:gd name="connsiteX22" fmla="*/ 20259 w 143262"/>
                <a:gd name="connsiteY22" fmla="*/ 116553 h 136742"/>
                <a:gd name="connsiteX23" fmla="*/ 10588 w 143262"/>
                <a:gd name="connsiteY23" fmla="*/ 113528 h 136742"/>
                <a:gd name="connsiteX24" fmla="*/ 311 w 143262"/>
                <a:gd name="connsiteY24" fmla="*/ 124117 h 136742"/>
                <a:gd name="connsiteX25" fmla="*/ 15424 w 143262"/>
                <a:gd name="connsiteY25" fmla="*/ 136823 h 136742"/>
                <a:gd name="connsiteX26" fmla="*/ 43532 w 143262"/>
                <a:gd name="connsiteY26" fmla="*/ 115646 h 136742"/>
                <a:gd name="connsiteX27" fmla="*/ 70734 w 143262"/>
                <a:gd name="connsiteY27" fmla="*/ 80250 h 136742"/>
                <a:gd name="connsiteX28" fmla="*/ 79801 w 143262"/>
                <a:gd name="connsiteY28" fmla="*/ 116553 h 136742"/>
                <a:gd name="connsiteX29" fmla="*/ 97331 w 143262"/>
                <a:gd name="connsiteY29" fmla="*/ 136823 h 136742"/>
                <a:gd name="connsiteX30" fmla="*/ 134204 w 143262"/>
                <a:gd name="connsiteY30" fmla="*/ 102335 h 136742"/>
                <a:gd name="connsiteX31" fmla="*/ 129973 w 143262"/>
                <a:gd name="connsiteY31" fmla="*/ 99914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62" h="136742">
                  <a:moveTo>
                    <a:pt x="129973" y="99914"/>
                  </a:moveTo>
                  <a:cubicBezTo>
                    <a:pt x="127555" y="102637"/>
                    <a:pt x="126044" y="104452"/>
                    <a:pt x="123324" y="108083"/>
                  </a:cubicBezTo>
                  <a:cubicBezTo>
                    <a:pt x="116372" y="117158"/>
                    <a:pt x="112745" y="120184"/>
                    <a:pt x="109421" y="120184"/>
                  </a:cubicBezTo>
                  <a:cubicBezTo>
                    <a:pt x="104887" y="120184"/>
                    <a:pt x="102167" y="116251"/>
                    <a:pt x="100051" y="107780"/>
                  </a:cubicBezTo>
                  <a:cubicBezTo>
                    <a:pt x="99447" y="105360"/>
                    <a:pt x="99144" y="103545"/>
                    <a:pt x="98842" y="102637"/>
                  </a:cubicBezTo>
                  <a:cubicBezTo>
                    <a:pt x="91286" y="72082"/>
                    <a:pt x="87962" y="58166"/>
                    <a:pt x="87962" y="53628"/>
                  </a:cubicBezTo>
                  <a:cubicBezTo>
                    <a:pt x="101260" y="30333"/>
                    <a:pt x="112141" y="17022"/>
                    <a:pt x="117581" y="17022"/>
                  </a:cubicBezTo>
                  <a:cubicBezTo>
                    <a:pt x="119395" y="17022"/>
                    <a:pt x="121813" y="17930"/>
                    <a:pt x="124835" y="19442"/>
                  </a:cubicBezTo>
                  <a:cubicBezTo>
                    <a:pt x="128462" y="21560"/>
                    <a:pt x="130578" y="22165"/>
                    <a:pt x="132995" y="22165"/>
                  </a:cubicBezTo>
                  <a:cubicBezTo>
                    <a:pt x="139342" y="22165"/>
                    <a:pt x="143574" y="17627"/>
                    <a:pt x="143574" y="11274"/>
                  </a:cubicBezTo>
                  <a:cubicBezTo>
                    <a:pt x="143574" y="4921"/>
                    <a:pt x="138436" y="81"/>
                    <a:pt x="131182" y="81"/>
                  </a:cubicBezTo>
                  <a:cubicBezTo>
                    <a:pt x="117883" y="81"/>
                    <a:pt x="106398" y="10972"/>
                    <a:pt x="85544" y="43342"/>
                  </a:cubicBezTo>
                  <a:lnTo>
                    <a:pt x="82219" y="26703"/>
                  </a:lnTo>
                  <a:cubicBezTo>
                    <a:pt x="77988" y="6131"/>
                    <a:pt x="74663" y="81"/>
                    <a:pt x="66502" y="81"/>
                  </a:cubicBezTo>
                  <a:cubicBezTo>
                    <a:pt x="59853" y="81"/>
                    <a:pt x="49577" y="2803"/>
                    <a:pt x="31140" y="8854"/>
                  </a:cubicBezTo>
                  <a:lnTo>
                    <a:pt x="27815" y="10064"/>
                  </a:lnTo>
                  <a:lnTo>
                    <a:pt x="29024" y="14602"/>
                  </a:lnTo>
                  <a:cubicBezTo>
                    <a:pt x="40510" y="11879"/>
                    <a:pt x="43230" y="11274"/>
                    <a:pt x="45950" y="11274"/>
                  </a:cubicBezTo>
                  <a:cubicBezTo>
                    <a:pt x="53506" y="11274"/>
                    <a:pt x="55319" y="13997"/>
                    <a:pt x="59551" y="32148"/>
                  </a:cubicBezTo>
                  <a:lnTo>
                    <a:pt x="68316" y="69359"/>
                  </a:lnTo>
                  <a:lnTo>
                    <a:pt x="43532" y="104755"/>
                  </a:lnTo>
                  <a:cubicBezTo>
                    <a:pt x="37487" y="113831"/>
                    <a:pt x="31442" y="119276"/>
                    <a:pt x="28118" y="119276"/>
                  </a:cubicBezTo>
                  <a:cubicBezTo>
                    <a:pt x="26304" y="119276"/>
                    <a:pt x="23282" y="118369"/>
                    <a:pt x="20259" y="116553"/>
                  </a:cubicBezTo>
                  <a:cubicBezTo>
                    <a:pt x="16330" y="114436"/>
                    <a:pt x="13006" y="113528"/>
                    <a:pt x="10588" y="113528"/>
                  </a:cubicBezTo>
                  <a:cubicBezTo>
                    <a:pt x="4845" y="113528"/>
                    <a:pt x="311" y="118066"/>
                    <a:pt x="311" y="124117"/>
                  </a:cubicBezTo>
                  <a:cubicBezTo>
                    <a:pt x="311" y="131982"/>
                    <a:pt x="6356" y="136823"/>
                    <a:pt x="15424" y="136823"/>
                  </a:cubicBezTo>
                  <a:cubicBezTo>
                    <a:pt x="24793" y="136823"/>
                    <a:pt x="28420" y="134100"/>
                    <a:pt x="43532" y="115646"/>
                  </a:cubicBezTo>
                  <a:cubicBezTo>
                    <a:pt x="51693" y="105965"/>
                    <a:pt x="58040" y="97797"/>
                    <a:pt x="70734" y="80250"/>
                  </a:cubicBezTo>
                  <a:lnTo>
                    <a:pt x="79801" y="116553"/>
                  </a:lnTo>
                  <a:cubicBezTo>
                    <a:pt x="83730" y="131982"/>
                    <a:pt x="87659" y="136823"/>
                    <a:pt x="97331" y="136823"/>
                  </a:cubicBezTo>
                  <a:cubicBezTo>
                    <a:pt x="108816" y="136823"/>
                    <a:pt x="116674" y="129562"/>
                    <a:pt x="134204" y="102335"/>
                  </a:cubicBezTo>
                  <a:lnTo>
                    <a:pt x="129973" y="99914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8DC2D1F-BAFA-AD0D-C478-88F4030DF57D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146839" y="4961984"/>
              <a:ext cx="102882" cy="100741"/>
            </a:xfrm>
            <a:custGeom>
              <a:avLst/>
              <a:gdLst>
                <a:gd name="connsiteX0" fmla="*/ 100067 w 102882"/>
                <a:gd name="connsiteY0" fmla="*/ 72616 h 100741"/>
                <a:gd name="connsiteX1" fmla="*/ 95370 w 102882"/>
                <a:gd name="connsiteY1" fmla="*/ 78437 h 100741"/>
                <a:gd name="connsiteX2" fmla="*/ 81727 w 102882"/>
                <a:gd name="connsiteY2" fmla="*/ 90302 h 100741"/>
                <a:gd name="connsiteX3" fmla="*/ 78149 w 102882"/>
                <a:gd name="connsiteY3" fmla="*/ 86720 h 100741"/>
                <a:gd name="connsiteX4" fmla="*/ 81280 w 102882"/>
                <a:gd name="connsiteY4" fmla="*/ 72616 h 100741"/>
                <a:gd name="connsiteX5" fmla="*/ 94028 w 102882"/>
                <a:gd name="connsiteY5" fmla="*/ 26499 h 100741"/>
                <a:gd name="connsiteX6" fmla="*/ 96041 w 102882"/>
                <a:gd name="connsiteY6" fmla="*/ 13739 h 100741"/>
                <a:gd name="connsiteX7" fmla="*/ 81280 w 102882"/>
                <a:gd name="connsiteY7" fmla="*/ 83 h 100741"/>
                <a:gd name="connsiteX8" fmla="*/ 29838 w 102882"/>
                <a:gd name="connsiteY8" fmla="*/ 49334 h 100741"/>
                <a:gd name="connsiteX9" fmla="*/ 44823 w 102882"/>
                <a:gd name="connsiteY9" fmla="*/ 530 h 100741"/>
                <a:gd name="connsiteX10" fmla="*/ 44152 w 102882"/>
                <a:gd name="connsiteY10" fmla="*/ 83 h 100741"/>
                <a:gd name="connsiteX11" fmla="*/ 7920 w 102882"/>
                <a:gd name="connsiteY11" fmla="*/ 7023 h 100741"/>
                <a:gd name="connsiteX12" fmla="*/ 7920 w 102882"/>
                <a:gd name="connsiteY12" fmla="*/ 10605 h 100741"/>
                <a:gd name="connsiteX13" fmla="*/ 22234 w 102882"/>
                <a:gd name="connsiteY13" fmla="*/ 16649 h 100741"/>
                <a:gd name="connsiteX14" fmla="*/ 21787 w 102882"/>
                <a:gd name="connsiteY14" fmla="*/ 20455 h 100741"/>
                <a:gd name="connsiteX15" fmla="*/ 315 w 102882"/>
                <a:gd name="connsiteY15" fmla="*/ 98809 h 100741"/>
                <a:gd name="connsiteX16" fmla="*/ 17090 w 102882"/>
                <a:gd name="connsiteY16" fmla="*/ 98809 h 100741"/>
                <a:gd name="connsiteX17" fmla="*/ 39456 w 102882"/>
                <a:gd name="connsiteY17" fmla="*/ 43290 h 100741"/>
                <a:gd name="connsiteX18" fmla="*/ 72557 w 102882"/>
                <a:gd name="connsiteY18" fmla="*/ 11500 h 100741"/>
                <a:gd name="connsiteX19" fmla="*/ 77925 w 102882"/>
                <a:gd name="connsiteY19" fmla="*/ 17992 h 100741"/>
                <a:gd name="connsiteX20" fmla="*/ 74794 w 102882"/>
                <a:gd name="connsiteY20" fmla="*/ 35006 h 100741"/>
                <a:gd name="connsiteX21" fmla="*/ 64953 w 102882"/>
                <a:gd name="connsiteY21" fmla="*/ 71945 h 100741"/>
                <a:gd name="connsiteX22" fmla="*/ 61374 w 102882"/>
                <a:gd name="connsiteY22" fmla="*/ 88735 h 100741"/>
                <a:gd name="connsiteX23" fmla="*/ 71886 w 102882"/>
                <a:gd name="connsiteY23" fmla="*/ 100824 h 100741"/>
                <a:gd name="connsiteX24" fmla="*/ 103198 w 102882"/>
                <a:gd name="connsiteY24" fmla="*/ 75527 h 100741"/>
                <a:gd name="connsiteX25" fmla="*/ 100067 w 102882"/>
                <a:gd name="connsiteY25" fmla="*/ 72616 h 10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882" h="100741">
                  <a:moveTo>
                    <a:pt x="100067" y="72616"/>
                  </a:moveTo>
                  <a:lnTo>
                    <a:pt x="95370" y="78437"/>
                  </a:lnTo>
                  <a:cubicBezTo>
                    <a:pt x="88884" y="86720"/>
                    <a:pt x="84858" y="90302"/>
                    <a:pt x="81727" y="90302"/>
                  </a:cubicBezTo>
                  <a:cubicBezTo>
                    <a:pt x="79938" y="90302"/>
                    <a:pt x="78149" y="88511"/>
                    <a:pt x="78149" y="86720"/>
                  </a:cubicBezTo>
                  <a:cubicBezTo>
                    <a:pt x="78149" y="85153"/>
                    <a:pt x="78149" y="85153"/>
                    <a:pt x="81280" y="72616"/>
                  </a:cubicBezTo>
                  <a:lnTo>
                    <a:pt x="94028" y="26499"/>
                  </a:lnTo>
                  <a:cubicBezTo>
                    <a:pt x="95147" y="21798"/>
                    <a:pt x="96041" y="16873"/>
                    <a:pt x="96041" y="13739"/>
                  </a:cubicBezTo>
                  <a:cubicBezTo>
                    <a:pt x="96041" y="5679"/>
                    <a:pt x="90002" y="83"/>
                    <a:pt x="81280" y="83"/>
                  </a:cubicBezTo>
                  <a:cubicBezTo>
                    <a:pt x="66966" y="83"/>
                    <a:pt x="52875" y="13515"/>
                    <a:pt x="29838" y="49334"/>
                  </a:cubicBezTo>
                  <a:lnTo>
                    <a:pt x="44823" y="530"/>
                  </a:lnTo>
                  <a:lnTo>
                    <a:pt x="44152" y="83"/>
                  </a:lnTo>
                  <a:cubicBezTo>
                    <a:pt x="32075" y="2545"/>
                    <a:pt x="27378" y="3441"/>
                    <a:pt x="7920" y="7023"/>
                  </a:cubicBezTo>
                  <a:lnTo>
                    <a:pt x="7920" y="10605"/>
                  </a:lnTo>
                  <a:cubicBezTo>
                    <a:pt x="19326" y="10828"/>
                    <a:pt x="22234" y="12172"/>
                    <a:pt x="22234" y="16649"/>
                  </a:cubicBezTo>
                  <a:cubicBezTo>
                    <a:pt x="22234" y="17992"/>
                    <a:pt x="22010" y="19335"/>
                    <a:pt x="21787" y="20455"/>
                  </a:cubicBezTo>
                  <a:lnTo>
                    <a:pt x="315" y="98809"/>
                  </a:lnTo>
                  <a:lnTo>
                    <a:pt x="17090" y="98809"/>
                  </a:lnTo>
                  <a:cubicBezTo>
                    <a:pt x="27602" y="63438"/>
                    <a:pt x="29615" y="58513"/>
                    <a:pt x="39456" y="43290"/>
                  </a:cubicBezTo>
                  <a:cubicBezTo>
                    <a:pt x="52875" y="22694"/>
                    <a:pt x="64282" y="11500"/>
                    <a:pt x="72557" y="11500"/>
                  </a:cubicBezTo>
                  <a:cubicBezTo>
                    <a:pt x="75912" y="11500"/>
                    <a:pt x="77925" y="13963"/>
                    <a:pt x="77925" y="17992"/>
                  </a:cubicBezTo>
                  <a:cubicBezTo>
                    <a:pt x="77925" y="20679"/>
                    <a:pt x="76583" y="28066"/>
                    <a:pt x="74794" y="35006"/>
                  </a:cubicBezTo>
                  <a:lnTo>
                    <a:pt x="64953" y="71945"/>
                  </a:lnTo>
                  <a:cubicBezTo>
                    <a:pt x="62045" y="83362"/>
                    <a:pt x="61374" y="86496"/>
                    <a:pt x="61374" y="88735"/>
                  </a:cubicBezTo>
                  <a:cubicBezTo>
                    <a:pt x="61374" y="97242"/>
                    <a:pt x="64505" y="100824"/>
                    <a:pt x="71886" y="100824"/>
                  </a:cubicBezTo>
                  <a:cubicBezTo>
                    <a:pt x="81951" y="100824"/>
                    <a:pt x="87766" y="96123"/>
                    <a:pt x="103198" y="75527"/>
                  </a:cubicBezTo>
                  <a:lnTo>
                    <a:pt x="100067" y="72616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7BF5697-8E94-4CBF-565C-6F94378763BC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2274520" y="5000265"/>
              <a:ext cx="136655" cy="8954"/>
            </a:xfrm>
            <a:custGeom>
              <a:avLst/>
              <a:gdLst>
                <a:gd name="connsiteX0" fmla="*/ 129146 w 136655"/>
                <a:gd name="connsiteY0" fmla="*/ 9037 h 8954"/>
                <a:gd name="connsiteX1" fmla="*/ 136974 w 136655"/>
                <a:gd name="connsiteY1" fmla="*/ 4560 h 8954"/>
                <a:gd name="connsiteX2" fmla="*/ 129146 w 136655"/>
                <a:gd name="connsiteY2" fmla="*/ 83 h 8954"/>
                <a:gd name="connsiteX3" fmla="*/ 8147 w 136655"/>
                <a:gd name="connsiteY3" fmla="*/ 83 h 8954"/>
                <a:gd name="connsiteX4" fmla="*/ 319 w 136655"/>
                <a:gd name="connsiteY4" fmla="*/ 4560 h 8954"/>
                <a:gd name="connsiteX5" fmla="*/ 8147 w 136655"/>
                <a:gd name="connsiteY5" fmla="*/ 9037 h 8954"/>
                <a:gd name="connsiteX6" fmla="*/ 129146 w 136655"/>
                <a:gd name="connsiteY6" fmla="*/ 9037 h 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655" h="8954">
                  <a:moveTo>
                    <a:pt x="129146" y="9037"/>
                  </a:moveTo>
                  <a:cubicBezTo>
                    <a:pt x="132949" y="9037"/>
                    <a:pt x="136974" y="9037"/>
                    <a:pt x="136974" y="4560"/>
                  </a:cubicBezTo>
                  <a:cubicBezTo>
                    <a:pt x="136974" y="83"/>
                    <a:pt x="132949" y="83"/>
                    <a:pt x="129146" y="83"/>
                  </a:cubicBezTo>
                  <a:lnTo>
                    <a:pt x="8147" y="83"/>
                  </a:lnTo>
                  <a:cubicBezTo>
                    <a:pt x="4345" y="83"/>
                    <a:pt x="319" y="83"/>
                    <a:pt x="319" y="4560"/>
                  </a:cubicBezTo>
                  <a:cubicBezTo>
                    <a:pt x="319" y="9037"/>
                    <a:pt x="4345" y="9037"/>
                    <a:pt x="8147" y="9037"/>
                  </a:cubicBezTo>
                  <a:lnTo>
                    <a:pt x="129146" y="9037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11F660F-D893-39F2-FD3D-81FB32DC00F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2455215" y="4909374"/>
              <a:ext cx="63295" cy="151335"/>
            </a:xfrm>
            <a:custGeom>
              <a:avLst/>
              <a:gdLst>
                <a:gd name="connsiteX0" fmla="*/ 40583 w 63295"/>
                <a:gd name="connsiteY0" fmla="*/ 83 h 151335"/>
                <a:gd name="connsiteX1" fmla="*/ 325 w 63295"/>
                <a:gd name="connsiteY1" fmla="*/ 20455 h 151335"/>
                <a:gd name="connsiteX2" fmla="*/ 325 w 63295"/>
                <a:gd name="connsiteY2" fmla="*/ 23589 h 151335"/>
                <a:gd name="connsiteX3" fmla="*/ 6364 w 63295"/>
                <a:gd name="connsiteY3" fmla="*/ 21126 h 151335"/>
                <a:gd name="connsiteX4" fmla="*/ 16428 w 63295"/>
                <a:gd name="connsiteY4" fmla="*/ 18664 h 151335"/>
                <a:gd name="connsiteX5" fmla="*/ 23138 w 63295"/>
                <a:gd name="connsiteY5" fmla="*/ 29186 h 151335"/>
                <a:gd name="connsiteX6" fmla="*/ 23138 w 63295"/>
                <a:gd name="connsiteY6" fmla="*/ 130599 h 151335"/>
                <a:gd name="connsiteX7" fmla="*/ 17770 w 63295"/>
                <a:gd name="connsiteY7" fmla="*/ 145150 h 151335"/>
                <a:gd name="connsiteX8" fmla="*/ 1890 w 63295"/>
                <a:gd name="connsiteY8" fmla="*/ 148061 h 151335"/>
                <a:gd name="connsiteX9" fmla="*/ 1890 w 63295"/>
                <a:gd name="connsiteY9" fmla="*/ 151419 h 151335"/>
                <a:gd name="connsiteX10" fmla="*/ 63620 w 63295"/>
                <a:gd name="connsiteY10" fmla="*/ 151419 h 151335"/>
                <a:gd name="connsiteX11" fmla="*/ 63620 w 63295"/>
                <a:gd name="connsiteY11" fmla="*/ 148061 h 151335"/>
                <a:gd name="connsiteX12" fmla="*/ 42373 w 63295"/>
                <a:gd name="connsiteY12" fmla="*/ 134852 h 151335"/>
                <a:gd name="connsiteX13" fmla="*/ 42373 w 63295"/>
                <a:gd name="connsiteY13" fmla="*/ 530 h 151335"/>
                <a:gd name="connsiteX14" fmla="*/ 40583 w 63295"/>
                <a:gd name="connsiteY14" fmla="*/ 83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95" h="151335">
                  <a:moveTo>
                    <a:pt x="40583" y="83"/>
                  </a:moveTo>
                  <a:lnTo>
                    <a:pt x="325" y="20455"/>
                  </a:lnTo>
                  <a:lnTo>
                    <a:pt x="325" y="23589"/>
                  </a:lnTo>
                  <a:cubicBezTo>
                    <a:pt x="3009" y="22470"/>
                    <a:pt x="5469" y="21574"/>
                    <a:pt x="6364" y="21126"/>
                  </a:cubicBezTo>
                  <a:cubicBezTo>
                    <a:pt x="10389" y="19559"/>
                    <a:pt x="14192" y="18664"/>
                    <a:pt x="16428" y="18664"/>
                  </a:cubicBezTo>
                  <a:cubicBezTo>
                    <a:pt x="21125" y="18664"/>
                    <a:pt x="23138" y="22022"/>
                    <a:pt x="23138" y="29186"/>
                  </a:cubicBezTo>
                  <a:lnTo>
                    <a:pt x="23138" y="130599"/>
                  </a:lnTo>
                  <a:cubicBezTo>
                    <a:pt x="23138" y="137986"/>
                    <a:pt x="21349" y="143135"/>
                    <a:pt x="17770" y="145150"/>
                  </a:cubicBezTo>
                  <a:cubicBezTo>
                    <a:pt x="14415" y="147165"/>
                    <a:pt x="11284" y="147837"/>
                    <a:pt x="1890" y="148061"/>
                  </a:cubicBezTo>
                  <a:lnTo>
                    <a:pt x="1890" y="151419"/>
                  </a:lnTo>
                  <a:lnTo>
                    <a:pt x="63620" y="151419"/>
                  </a:lnTo>
                  <a:lnTo>
                    <a:pt x="63620" y="148061"/>
                  </a:lnTo>
                  <a:cubicBezTo>
                    <a:pt x="45951" y="147837"/>
                    <a:pt x="42373" y="145598"/>
                    <a:pt x="42373" y="134852"/>
                  </a:cubicBezTo>
                  <a:lnTo>
                    <a:pt x="42373" y="530"/>
                  </a:lnTo>
                  <a:lnTo>
                    <a:pt x="40583" y="83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2F375BF-341F-5D33-7DD5-5C0C06CD7BD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2575033" y="4787944"/>
              <a:ext cx="70119" cy="302526"/>
            </a:xfrm>
            <a:custGeom>
              <a:avLst/>
              <a:gdLst>
                <a:gd name="connsiteX0" fmla="*/ 70449 w 70119"/>
                <a:gd name="connsiteY0" fmla="*/ 151344 h 302526"/>
                <a:gd name="connsiteX1" fmla="*/ 50501 w 70119"/>
                <a:gd name="connsiteY1" fmla="*/ 56956 h 302526"/>
                <a:gd name="connsiteX2" fmla="*/ 3352 w 70119"/>
                <a:gd name="connsiteY2" fmla="*/ 81 h 302526"/>
                <a:gd name="connsiteX3" fmla="*/ 329 w 70119"/>
                <a:gd name="connsiteY3" fmla="*/ 3106 h 302526"/>
                <a:gd name="connsiteX4" fmla="*/ 6072 w 70119"/>
                <a:gd name="connsiteY4" fmla="*/ 10064 h 302526"/>
                <a:gd name="connsiteX5" fmla="*/ 52919 w 70119"/>
                <a:gd name="connsiteY5" fmla="*/ 151344 h 302526"/>
                <a:gd name="connsiteX6" fmla="*/ 4259 w 70119"/>
                <a:gd name="connsiteY6" fmla="*/ 294439 h 302526"/>
                <a:gd name="connsiteX7" fmla="*/ 329 w 70119"/>
                <a:gd name="connsiteY7" fmla="*/ 299582 h 302526"/>
                <a:gd name="connsiteX8" fmla="*/ 3352 w 70119"/>
                <a:gd name="connsiteY8" fmla="*/ 302607 h 302526"/>
                <a:gd name="connsiteX9" fmla="*/ 51408 w 70119"/>
                <a:gd name="connsiteY9" fmla="*/ 243615 h 302526"/>
                <a:gd name="connsiteX10" fmla="*/ 70449 w 70119"/>
                <a:gd name="connsiteY10" fmla="*/ 15134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449" y="151344"/>
                  </a:moveTo>
                  <a:cubicBezTo>
                    <a:pt x="70449" y="127747"/>
                    <a:pt x="67125" y="91141"/>
                    <a:pt x="50501" y="56956"/>
                  </a:cubicBezTo>
                  <a:cubicBezTo>
                    <a:pt x="32367" y="19745"/>
                    <a:pt x="6374" y="81"/>
                    <a:pt x="3352" y="81"/>
                  </a:cubicBezTo>
                  <a:cubicBezTo>
                    <a:pt x="1538" y="81"/>
                    <a:pt x="329" y="1291"/>
                    <a:pt x="329" y="3106"/>
                  </a:cubicBezTo>
                  <a:cubicBezTo>
                    <a:pt x="329" y="4013"/>
                    <a:pt x="329" y="4618"/>
                    <a:pt x="6072" y="10064"/>
                  </a:cubicBezTo>
                  <a:cubicBezTo>
                    <a:pt x="35692" y="40014"/>
                    <a:pt x="52919" y="88116"/>
                    <a:pt x="52919" y="151344"/>
                  </a:cubicBezTo>
                  <a:cubicBezTo>
                    <a:pt x="52919" y="203076"/>
                    <a:pt x="41736" y="256321"/>
                    <a:pt x="4259" y="294439"/>
                  </a:cubicBezTo>
                  <a:cubicBezTo>
                    <a:pt x="329" y="298069"/>
                    <a:pt x="329" y="298674"/>
                    <a:pt x="329" y="299582"/>
                  </a:cubicBezTo>
                  <a:cubicBezTo>
                    <a:pt x="329" y="301397"/>
                    <a:pt x="1538" y="302607"/>
                    <a:pt x="3352" y="302607"/>
                  </a:cubicBezTo>
                  <a:cubicBezTo>
                    <a:pt x="6374" y="302607"/>
                    <a:pt x="33576" y="282035"/>
                    <a:pt x="51408" y="243615"/>
                  </a:cubicBezTo>
                  <a:cubicBezTo>
                    <a:pt x="66823" y="210337"/>
                    <a:pt x="70449" y="176756"/>
                    <a:pt x="70449" y="151344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E1F99C7-D6D5-94EB-646C-E0A8F5E0BB45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734571" y="4838466"/>
              <a:ext cx="200990" cy="201482"/>
            </a:xfrm>
            <a:custGeom>
              <a:avLst/>
              <a:gdLst>
                <a:gd name="connsiteX0" fmla="*/ 107026 w 200990"/>
                <a:gd name="connsiteY0" fmla="*/ 106872 h 201482"/>
                <a:gd name="connsiteX1" fmla="*/ 191352 w 200990"/>
                <a:gd name="connsiteY1" fmla="*/ 106872 h 201482"/>
                <a:gd name="connsiteX2" fmla="*/ 201326 w 200990"/>
                <a:gd name="connsiteY2" fmla="*/ 100822 h 201482"/>
                <a:gd name="connsiteX3" fmla="*/ 191352 w 200990"/>
                <a:gd name="connsiteY3" fmla="*/ 94771 h 201482"/>
                <a:gd name="connsiteX4" fmla="*/ 107026 w 200990"/>
                <a:gd name="connsiteY4" fmla="*/ 94771 h 201482"/>
                <a:gd name="connsiteX5" fmla="*/ 107026 w 200990"/>
                <a:gd name="connsiteY5" fmla="*/ 10064 h 201482"/>
                <a:gd name="connsiteX6" fmla="*/ 100982 w 200990"/>
                <a:gd name="connsiteY6" fmla="*/ 81 h 201482"/>
                <a:gd name="connsiteX7" fmla="*/ 94937 w 200990"/>
                <a:gd name="connsiteY7" fmla="*/ 10064 h 201482"/>
                <a:gd name="connsiteX8" fmla="*/ 94937 w 200990"/>
                <a:gd name="connsiteY8" fmla="*/ 94771 h 201482"/>
                <a:gd name="connsiteX9" fmla="*/ 10309 w 200990"/>
                <a:gd name="connsiteY9" fmla="*/ 94771 h 201482"/>
                <a:gd name="connsiteX10" fmla="*/ 335 w 200990"/>
                <a:gd name="connsiteY10" fmla="*/ 100822 h 201482"/>
                <a:gd name="connsiteX11" fmla="*/ 10309 w 200990"/>
                <a:gd name="connsiteY11" fmla="*/ 106872 h 201482"/>
                <a:gd name="connsiteX12" fmla="*/ 94937 w 200990"/>
                <a:gd name="connsiteY12" fmla="*/ 106872 h 201482"/>
                <a:gd name="connsiteX13" fmla="*/ 94937 w 200990"/>
                <a:gd name="connsiteY13" fmla="*/ 191580 h 201482"/>
                <a:gd name="connsiteX14" fmla="*/ 100982 w 200990"/>
                <a:gd name="connsiteY14" fmla="*/ 201563 h 201482"/>
                <a:gd name="connsiteX15" fmla="*/ 107026 w 200990"/>
                <a:gd name="connsiteY15" fmla="*/ 191580 h 201482"/>
                <a:gd name="connsiteX16" fmla="*/ 107026 w 200990"/>
                <a:gd name="connsiteY16" fmla="*/ 106872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90" h="201482">
                  <a:moveTo>
                    <a:pt x="107026" y="106872"/>
                  </a:moveTo>
                  <a:lnTo>
                    <a:pt x="191352" y="106872"/>
                  </a:lnTo>
                  <a:cubicBezTo>
                    <a:pt x="195583" y="106872"/>
                    <a:pt x="201326" y="106872"/>
                    <a:pt x="201326" y="100822"/>
                  </a:cubicBezTo>
                  <a:cubicBezTo>
                    <a:pt x="201326" y="94771"/>
                    <a:pt x="195583" y="94771"/>
                    <a:pt x="191352" y="94771"/>
                  </a:cubicBezTo>
                  <a:lnTo>
                    <a:pt x="107026" y="94771"/>
                  </a:lnTo>
                  <a:lnTo>
                    <a:pt x="107026" y="10064"/>
                  </a:lnTo>
                  <a:cubicBezTo>
                    <a:pt x="107026" y="5829"/>
                    <a:pt x="107026" y="81"/>
                    <a:pt x="100982" y="81"/>
                  </a:cubicBezTo>
                  <a:cubicBezTo>
                    <a:pt x="94937" y="81"/>
                    <a:pt x="94937" y="5829"/>
                    <a:pt x="94937" y="10064"/>
                  </a:cubicBezTo>
                  <a:lnTo>
                    <a:pt x="94937" y="94771"/>
                  </a:lnTo>
                  <a:lnTo>
                    <a:pt x="10309" y="94771"/>
                  </a:lnTo>
                  <a:cubicBezTo>
                    <a:pt x="6078" y="94771"/>
                    <a:pt x="335" y="94771"/>
                    <a:pt x="335" y="100822"/>
                  </a:cubicBezTo>
                  <a:cubicBezTo>
                    <a:pt x="335" y="106872"/>
                    <a:pt x="6078" y="106872"/>
                    <a:pt x="10309" y="106872"/>
                  </a:cubicBezTo>
                  <a:lnTo>
                    <a:pt x="94937" y="106872"/>
                  </a:lnTo>
                  <a:lnTo>
                    <a:pt x="94937" y="191580"/>
                  </a:lnTo>
                  <a:cubicBezTo>
                    <a:pt x="94937" y="195815"/>
                    <a:pt x="94937" y="201563"/>
                    <a:pt x="100982" y="201563"/>
                  </a:cubicBezTo>
                  <a:cubicBezTo>
                    <a:pt x="107026" y="201563"/>
                    <a:pt x="107026" y="195815"/>
                    <a:pt x="107026" y="191580"/>
                  </a:cubicBezTo>
                  <a:lnTo>
                    <a:pt x="107026" y="106872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F30787-69B3-E400-5C94-0812E264D41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996576" y="4809726"/>
              <a:ext cx="172579" cy="267736"/>
            </a:xfrm>
            <a:custGeom>
              <a:avLst/>
              <a:gdLst>
                <a:gd name="connsiteX0" fmla="*/ 55353 w 172579"/>
                <a:gd name="connsiteY0" fmla="*/ 85393 h 267736"/>
                <a:gd name="connsiteX1" fmla="*/ 82555 w 172579"/>
                <a:gd name="connsiteY1" fmla="*/ 85393 h 267736"/>
                <a:gd name="connsiteX2" fmla="*/ 55958 w 172579"/>
                <a:gd name="connsiteY2" fmla="*/ 212454 h 267736"/>
                <a:gd name="connsiteX3" fmla="*/ 26640 w 172579"/>
                <a:gd name="connsiteY3" fmla="*/ 261464 h 267736"/>
                <a:gd name="connsiteX4" fmla="*/ 20595 w 172579"/>
                <a:gd name="connsiteY4" fmla="*/ 256623 h 267736"/>
                <a:gd name="connsiteX5" fmla="*/ 21804 w 172579"/>
                <a:gd name="connsiteY5" fmla="*/ 253295 h 267736"/>
                <a:gd name="connsiteX6" fmla="*/ 23316 w 172579"/>
                <a:gd name="connsiteY6" fmla="*/ 248455 h 267736"/>
                <a:gd name="connsiteX7" fmla="*/ 11528 w 172579"/>
                <a:gd name="connsiteY7" fmla="*/ 236959 h 267736"/>
                <a:gd name="connsiteX8" fmla="*/ 345 w 172579"/>
                <a:gd name="connsiteY8" fmla="*/ 249363 h 267736"/>
                <a:gd name="connsiteX9" fmla="*/ 24222 w 172579"/>
                <a:gd name="connsiteY9" fmla="*/ 267817 h 267736"/>
                <a:gd name="connsiteX10" fmla="*/ 84671 w 172579"/>
                <a:gd name="connsiteY10" fmla="*/ 182202 h 267736"/>
                <a:gd name="connsiteX11" fmla="*/ 106432 w 172579"/>
                <a:gd name="connsiteY11" fmla="*/ 85393 h 267736"/>
                <a:gd name="connsiteX12" fmla="*/ 139376 w 172579"/>
                <a:gd name="connsiteY12" fmla="*/ 85393 h 267736"/>
                <a:gd name="connsiteX13" fmla="*/ 141190 w 172579"/>
                <a:gd name="connsiteY13" fmla="*/ 75712 h 267736"/>
                <a:gd name="connsiteX14" fmla="*/ 108548 w 172579"/>
                <a:gd name="connsiteY14" fmla="*/ 75712 h 267736"/>
                <a:gd name="connsiteX15" fmla="*/ 145421 w 172579"/>
                <a:gd name="connsiteY15" fmla="*/ 6736 h 267736"/>
                <a:gd name="connsiteX16" fmla="*/ 152070 w 172579"/>
                <a:gd name="connsiteY16" fmla="*/ 10367 h 267736"/>
                <a:gd name="connsiteX17" fmla="*/ 150861 w 172579"/>
                <a:gd name="connsiteY17" fmla="*/ 13392 h 267736"/>
                <a:gd name="connsiteX18" fmla="*/ 149048 w 172579"/>
                <a:gd name="connsiteY18" fmla="*/ 19745 h 267736"/>
                <a:gd name="connsiteX19" fmla="*/ 160231 w 172579"/>
                <a:gd name="connsiteY19" fmla="*/ 31846 h 267736"/>
                <a:gd name="connsiteX20" fmla="*/ 172925 w 172579"/>
                <a:gd name="connsiteY20" fmla="*/ 19745 h 267736"/>
                <a:gd name="connsiteX21" fmla="*/ 146932 w 172579"/>
                <a:gd name="connsiteY21" fmla="*/ 81 h 267736"/>
                <a:gd name="connsiteX22" fmla="*/ 109454 w 172579"/>
                <a:gd name="connsiteY22" fmla="*/ 20955 h 267736"/>
                <a:gd name="connsiteX23" fmla="*/ 85275 w 172579"/>
                <a:gd name="connsiteY23" fmla="*/ 75712 h 267736"/>
                <a:gd name="connsiteX24" fmla="*/ 57469 w 172579"/>
                <a:gd name="connsiteY24" fmla="*/ 75712 h 267736"/>
                <a:gd name="connsiteX25" fmla="*/ 55353 w 172579"/>
                <a:gd name="connsiteY25" fmla="*/ 85393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79" h="267736">
                  <a:moveTo>
                    <a:pt x="55353" y="85393"/>
                  </a:moveTo>
                  <a:lnTo>
                    <a:pt x="82555" y="85393"/>
                  </a:lnTo>
                  <a:lnTo>
                    <a:pt x="55958" y="212454"/>
                  </a:lnTo>
                  <a:cubicBezTo>
                    <a:pt x="49308" y="244825"/>
                    <a:pt x="39334" y="261464"/>
                    <a:pt x="26640" y="261464"/>
                  </a:cubicBezTo>
                  <a:cubicBezTo>
                    <a:pt x="23013" y="261464"/>
                    <a:pt x="20595" y="259346"/>
                    <a:pt x="20595" y="256623"/>
                  </a:cubicBezTo>
                  <a:cubicBezTo>
                    <a:pt x="20595" y="255716"/>
                    <a:pt x="20898" y="254808"/>
                    <a:pt x="21804" y="253295"/>
                  </a:cubicBezTo>
                  <a:cubicBezTo>
                    <a:pt x="23013" y="251480"/>
                    <a:pt x="23316" y="250270"/>
                    <a:pt x="23316" y="248455"/>
                  </a:cubicBezTo>
                  <a:cubicBezTo>
                    <a:pt x="23316" y="242102"/>
                    <a:pt x="17875" y="236959"/>
                    <a:pt x="11528" y="236959"/>
                  </a:cubicBezTo>
                  <a:cubicBezTo>
                    <a:pt x="5181" y="236959"/>
                    <a:pt x="345" y="242404"/>
                    <a:pt x="345" y="249363"/>
                  </a:cubicBezTo>
                  <a:cubicBezTo>
                    <a:pt x="345" y="259649"/>
                    <a:pt x="10924" y="267817"/>
                    <a:pt x="24222" y="267817"/>
                  </a:cubicBezTo>
                  <a:cubicBezTo>
                    <a:pt x="51122" y="267817"/>
                    <a:pt x="72279" y="237867"/>
                    <a:pt x="84671" y="182202"/>
                  </a:cubicBezTo>
                  <a:lnTo>
                    <a:pt x="106432" y="85393"/>
                  </a:lnTo>
                  <a:lnTo>
                    <a:pt x="139376" y="85393"/>
                  </a:lnTo>
                  <a:lnTo>
                    <a:pt x="141190" y="75712"/>
                  </a:lnTo>
                  <a:lnTo>
                    <a:pt x="108548" y="75712"/>
                  </a:lnTo>
                  <a:cubicBezTo>
                    <a:pt x="117313" y="28216"/>
                    <a:pt x="128496" y="6736"/>
                    <a:pt x="145421" y="6736"/>
                  </a:cubicBezTo>
                  <a:cubicBezTo>
                    <a:pt x="149350" y="6736"/>
                    <a:pt x="152070" y="8249"/>
                    <a:pt x="152070" y="10367"/>
                  </a:cubicBezTo>
                  <a:cubicBezTo>
                    <a:pt x="152070" y="11274"/>
                    <a:pt x="151768" y="11879"/>
                    <a:pt x="150861" y="13392"/>
                  </a:cubicBezTo>
                  <a:cubicBezTo>
                    <a:pt x="149652" y="16115"/>
                    <a:pt x="149048" y="17627"/>
                    <a:pt x="149048" y="19745"/>
                  </a:cubicBezTo>
                  <a:cubicBezTo>
                    <a:pt x="149048" y="27005"/>
                    <a:pt x="153582" y="31846"/>
                    <a:pt x="160231" y="31846"/>
                  </a:cubicBezTo>
                  <a:cubicBezTo>
                    <a:pt x="167182" y="31846"/>
                    <a:pt x="172925" y="26400"/>
                    <a:pt x="172925" y="19745"/>
                  </a:cubicBezTo>
                  <a:cubicBezTo>
                    <a:pt x="172925" y="8551"/>
                    <a:pt x="161742" y="81"/>
                    <a:pt x="146932" y="81"/>
                  </a:cubicBezTo>
                  <a:cubicBezTo>
                    <a:pt x="132122" y="81"/>
                    <a:pt x="120335" y="6736"/>
                    <a:pt x="109454" y="20955"/>
                  </a:cubicBezTo>
                  <a:cubicBezTo>
                    <a:pt x="100387" y="32753"/>
                    <a:pt x="94342" y="46670"/>
                    <a:pt x="85275" y="75712"/>
                  </a:cubicBezTo>
                  <a:lnTo>
                    <a:pt x="57469" y="75712"/>
                  </a:lnTo>
                  <a:lnTo>
                    <a:pt x="55353" y="85393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C03E648-7EC4-724C-9DC0-A36510E0AC4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3199554" y="4787944"/>
              <a:ext cx="70119" cy="302526"/>
            </a:xfrm>
            <a:custGeom>
              <a:avLst/>
              <a:gdLst>
                <a:gd name="connsiteX0" fmla="*/ 70470 w 70119"/>
                <a:gd name="connsiteY0" fmla="*/ 299582 h 302526"/>
                <a:gd name="connsiteX1" fmla="*/ 65332 w 70119"/>
                <a:gd name="connsiteY1" fmla="*/ 292926 h 302526"/>
                <a:gd name="connsiteX2" fmla="*/ 17880 w 70119"/>
                <a:gd name="connsiteY2" fmla="*/ 151344 h 302526"/>
                <a:gd name="connsiteX3" fmla="*/ 66540 w 70119"/>
                <a:gd name="connsiteY3" fmla="*/ 8249 h 302526"/>
                <a:gd name="connsiteX4" fmla="*/ 70470 w 70119"/>
                <a:gd name="connsiteY4" fmla="*/ 3106 h 302526"/>
                <a:gd name="connsiteX5" fmla="*/ 67447 w 70119"/>
                <a:gd name="connsiteY5" fmla="*/ 81 h 302526"/>
                <a:gd name="connsiteX6" fmla="*/ 19391 w 70119"/>
                <a:gd name="connsiteY6" fmla="*/ 59073 h 302526"/>
                <a:gd name="connsiteX7" fmla="*/ 350 w 70119"/>
                <a:gd name="connsiteY7" fmla="*/ 151344 h 302526"/>
                <a:gd name="connsiteX8" fmla="*/ 20298 w 70119"/>
                <a:gd name="connsiteY8" fmla="*/ 245732 h 302526"/>
                <a:gd name="connsiteX9" fmla="*/ 67447 w 70119"/>
                <a:gd name="connsiteY9" fmla="*/ 302607 h 302526"/>
                <a:gd name="connsiteX10" fmla="*/ 70470 w 70119"/>
                <a:gd name="connsiteY10" fmla="*/ 299582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470" y="299582"/>
                  </a:moveTo>
                  <a:cubicBezTo>
                    <a:pt x="70470" y="298674"/>
                    <a:pt x="70470" y="298069"/>
                    <a:pt x="65332" y="292926"/>
                  </a:cubicBezTo>
                  <a:cubicBezTo>
                    <a:pt x="27551" y="254808"/>
                    <a:pt x="17880" y="197630"/>
                    <a:pt x="17880" y="151344"/>
                  </a:cubicBezTo>
                  <a:cubicBezTo>
                    <a:pt x="17880" y="98704"/>
                    <a:pt x="29365" y="46065"/>
                    <a:pt x="66540" y="8249"/>
                  </a:cubicBezTo>
                  <a:cubicBezTo>
                    <a:pt x="70470" y="4618"/>
                    <a:pt x="70470" y="4013"/>
                    <a:pt x="70470" y="3106"/>
                  </a:cubicBezTo>
                  <a:cubicBezTo>
                    <a:pt x="70470" y="988"/>
                    <a:pt x="69261" y="81"/>
                    <a:pt x="67447" y="81"/>
                  </a:cubicBezTo>
                  <a:cubicBezTo>
                    <a:pt x="64425" y="81"/>
                    <a:pt x="37223" y="20652"/>
                    <a:pt x="19391" y="59073"/>
                  </a:cubicBezTo>
                  <a:cubicBezTo>
                    <a:pt x="3976" y="92351"/>
                    <a:pt x="350" y="125932"/>
                    <a:pt x="350" y="151344"/>
                  </a:cubicBezTo>
                  <a:cubicBezTo>
                    <a:pt x="350" y="174941"/>
                    <a:pt x="3674" y="211547"/>
                    <a:pt x="20298" y="245732"/>
                  </a:cubicBezTo>
                  <a:cubicBezTo>
                    <a:pt x="38432" y="282943"/>
                    <a:pt x="64425" y="302607"/>
                    <a:pt x="67447" y="302607"/>
                  </a:cubicBezTo>
                  <a:cubicBezTo>
                    <a:pt x="69261" y="302607"/>
                    <a:pt x="70470" y="301700"/>
                    <a:pt x="70470" y="299582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0ADD20F-A667-771D-6973-09EBA934DFDF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3279177" y="4881425"/>
              <a:ext cx="143262" cy="136742"/>
            </a:xfrm>
            <a:custGeom>
              <a:avLst/>
              <a:gdLst>
                <a:gd name="connsiteX0" fmla="*/ 130015 w 143262"/>
                <a:gd name="connsiteY0" fmla="*/ 99914 h 136742"/>
                <a:gd name="connsiteX1" fmla="*/ 123366 w 143262"/>
                <a:gd name="connsiteY1" fmla="*/ 108083 h 136742"/>
                <a:gd name="connsiteX2" fmla="*/ 109463 w 143262"/>
                <a:gd name="connsiteY2" fmla="*/ 120184 h 136742"/>
                <a:gd name="connsiteX3" fmla="*/ 100093 w 143262"/>
                <a:gd name="connsiteY3" fmla="*/ 107780 h 136742"/>
                <a:gd name="connsiteX4" fmla="*/ 98884 w 143262"/>
                <a:gd name="connsiteY4" fmla="*/ 102637 h 136742"/>
                <a:gd name="connsiteX5" fmla="*/ 88003 w 143262"/>
                <a:gd name="connsiteY5" fmla="*/ 53628 h 136742"/>
                <a:gd name="connsiteX6" fmla="*/ 117623 w 143262"/>
                <a:gd name="connsiteY6" fmla="*/ 17022 h 136742"/>
                <a:gd name="connsiteX7" fmla="*/ 124877 w 143262"/>
                <a:gd name="connsiteY7" fmla="*/ 19442 h 136742"/>
                <a:gd name="connsiteX8" fmla="*/ 133037 w 143262"/>
                <a:gd name="connsiteY8" fmla="*/ 22165 h 136742"/>
                <a:gd name="connsiteX9" fmla="*/ 143616 w 143262"/>
                <a:gd name="connsiteY9" fmla="*/ 11274 h 136742"/>
                <a:gd name="connsiteX10" fmla="*/ 131224 w 143262"/>
                <a:gd name="connsiteY10" fmla="*/ 81 h 136742"/>
                <a:gd name="connsiteX11" fmla="*/ 85586 w 143262"/>
                <a:gd name="connsiteY11" fmla="*/ 43342 h 136742"/>
                <a:gd name="connsiteX12" fmla="*/ 82261 w 143262"/>
                <a:gd name="connsiteY12" fmla="*/ 26703 h 136742"/>
                <a:gd name="connsiteX13" fmla="*/ 66544 w 143262"/>
                <a:gd name="connsiteY13" fmla="*/ 81 h 136742"/>
                <a:gd name="connsiteX14" fmla="*/ 31182 w 143262"/>
                <a:gd name="connsiteY14" fmla="*/ 8854 h 136742"/>
                <a:gd name="connsiteX15" fmla="*/ 27857 w 143262"/>
                <a:gd name="connsiteY15" fmla="*/ 10064 h 136742"/>
                <a:gd name="connsiteX16" fmla="*/ 29066 w 143262"/>
                <a:gd name="connsiteY16" fmla="*/ 14602 h 136742"/>
                <a:gd name="connsiteX17" fmla="*/ 45992 w 143262"/>
                <a:gd name="connsiteY17" fmla="*/ 11274 h 136742"/>
                <a:gd name="connsiteX18" fmla="*/ 59593 w 143262"/>
                <a:gd name="connsiteY18" fmla="*/ 32148 h 136742"/>
                <a:gd name="connsiteX19" fmla="*/ 68358 w 143262"/>
                <a:gd name="connsiteY19" fmla="*/ 69359 h 136742"/>
                <a:gd name="connsiteX20" fmla="*/ 43574 w 143262"/>
                <a:gd name="connsiteY20" fmla="*/ 104755 h 136742"/>
                <a:gd name="connsiteX21" fmla="*/ 28160 w 143262"/>
                <a:gd name="connsiteY21" fmla="*/ 119276 h 136742"/>
                <a:gd name="connsiteX22" fmla="*/ 20301 w 143262"/>
                <a:gd name="connsiteY22" fmla="*/ 116553 h 136742"/>
                <a:gd name="connsiteX23" fmla="*/ 10630 w 143262"/>
                <a:gd name="connsiteY23" fmla="*/ 113528 h 136742"/>
                <a:gd name="connsiteX24" fmla="*/ 353 w 143262"/>
                <a:gd name="connsiteY24" fmla="*/ 124117 h 136742"/>
                <a:gd name="connsiteX25" fmla="*/ 15466 w 143262"/>
                <a:gd name="connsiteY25" fmla="*/ 136823 h 136742"/>
                <a:gd name="connsiteX26" fmla="*/ 43574 w 143262"/>
                <a:gd name="connsiteY26" fmla="*/ 115646 h 136742"/>
                <a:gd name="connsiteX27" fmla="*/ 70776 w 143262"/>
                <a:gd name="connsiteY27" fmla="*/ 80250 h 136742"/>
                <a:gd name="connsiteX28" fmla="*/ 79843 w 143262"/>
                <a:gd name="connsiteY28" fmla="*/ 116553 h 136742"/>
                <a:gd name="connsiteX29" fmla="*/ 97373 w 143262"/>
                <a:gd name="connsiteY29" fmla="*/ 136823 h 136742"/>
                <a:gd name="connsiteX30" fmla="*/ 134246 w 143262"/>
                <a:gd name="connsiteY30" fmla="*/ 102335 h 136742"/>
                <a:gd name="connsiteX31" fmla="*/ 130015 w 143262"/>
                <a:gd name="connsiteY31" fmla="*/ 99914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62" h="136742">
                  <a:moveTo>
                    <a:pt x="130015" y="99914"/>
                  </a:moveTo>
                  <a:cubicBezTo>
                    <a:pt x="127597" y="102637"/>
                    <a:pt x="126086" y="104452"/>
                    <a:pt x="123366" y="108083"/>
                  </a:cubicBezTo>
                  <a:cubicBezTo>
                    <a:pt x="116414" y="117158"/>
                    <a:pt x="112787" y="120184"/>
                    <a:pt x="109463" y="120184"/>
                  </a:cubicBezTo>
                  <a:cubicBezTo>
                    <a:pt x="104929" y="120184"/>
                    <a:pt x="102209" y="116251"/>
                    <a:pt x="100093" y="107780"/>
                  </a:cubicBezTo>
                  <a:cubicBezTo>
                    <a:pt x="99489" y="105360"/>
                    <a:pt x="99186" y="103545"/>
                    <a:pt x="98884" y="102637"/>
                  </a:cubicBezTo>
                  <a:cubicBezTo>
                    <a:pt x="91328" y="72082"/>
                    <a:pt x="88003" y="58166"/>
                    <a:pt x="88003" y="53628"/>
                  </a:cubicBezTo>
                  <a:cubicBezTo>
                    <a:pt x="101302" y="30333"/>
                    <a:pt x="112183" y="17022"/>
                    <a:pt x="117623" y="17022"/>
                  </a:cubicBezTo>
                  <a:cubicBezTo>
                    <a:pt x="119437" y="17022"/>
                    <a:pt x="121855" y="17930"/>
                    <a:pt x="124877" y="19442"/>
                  </a:cubicBezTo>
                  <a:cubicBezTo>
                    <a:pt x="128504" y="21560"/>
                    <a:pt x="130619" y="22165"/>
                    <a:pt x="133037" y="22165"/>
                  </a:cubicBezTo>
                  <a:cubicBezTo>
                    <a:pt x="139384" y="22165"/>
                    <a:pt x="143616" y="17627"/>
                    <a:pt x="143616" y="11274"/>
                  </a:cubicBezTo>
                  <a:cubicBezTo>
                    <a:pt x="143616" y="4921"/>
                    <a:pt x="138478" y="81"/>
                    <a:pt x="131224" y="81"/>
                  </a:cubicBezTo>
                  <a:cubicBezTo>
                    <a:pt x="117925" y="81"/>
                    <a:pt x="106440" y="10972"/>
                    <a:pt x="85586" y="43342"/>
                  </a:cubicBezTo>
                  <a:lnTo>
                    <a:pt x="82261" y="26703"/>
                  </a:lnTo>
                  <a:cubicBezTo>
                    <a:pt x="78029" y="6131"/>
                    <a:pt x="74705" y="81"/>
                    <a:pt x="66544" y="81"/>
                  </a:cubicBezTo>
                  <a:cubicBezTo>
                    <a:pt x="59895" y="81"/>
                    <a:pt x="49619" y="2803"/>
                    <a:pt x="31182" y="8854"/>
                  </a:cubicBezTo>
                  <a:lnTo>
                    <a:pt x="27857" y="10064"/>
                  </a:lnTo>
                  <a:lnTo>
                    <a:pt x="29066" y="14602"/>
                  </a:lnTo>
                  <a:cubicBezTo>
                    <a:pt x="40552" y="11879"/>
                    <a:pt x="43272" y="11274"/>
                    <a:pt x="45992" y="11274"/>
                  </a:cubicBezTo>
                  <a:cubicBezTo>
                    <a:pt x="53548" y="11274"/>
                    <a:pt x="55361" y="13997"/>
                    <a:pt x="59593" y="32148"/>
                  </a:cubicBezTo>
                  <a:lnTo>
                    <a:pt x="68358" y="69359"/>
                  </a:lnTo>
                  <a:lnTo>
                    <a:pt x="43574" y="104755"/>
                  </a:lnTo>
                  <a:cubicBezTo>
                    <a:pt x="37529" y="113831"/>
                    <a:pt x="31484" y="119276"/>
                    <a:pt x="28160" y="119276"/>
                  </a:cubicBezTo>
                  <a:cubicBezTo>
                    <a:pt x="26346" y="119276"/>
                    <a:pt x="23324" y="118369"/>
                    <a:pt x="20301" y="116553"/>
                  </a:cubicBezTo>
                  <a:cubicBezTo>
                    <a:pt x="16372" y="114436"/>
                    <a:pt x="13048" y="113528"/>
                    <a:pt x="10630" y="113528"/>
                  </a:cubicBezTo>
                  <a:cubicBezTo>
                    <a:pt x="4887" y="113528"/>
                    <a:pt x="353" y="118066"/>
                    <a:pt x="353" y="124117"/>
                  </a:cubicBezTo>
                  <a:cubicBezTo>
                    <a:pt x="353" y="131982"/>
                    <a:pt x="6398" y="136823"/>
                    <a:pt x="15466" y="136823"/>
                  </a:cubicBezTo>
                  <a:cubicBezTo>
                    <a:pt x="24835" y="136823"/>
                    <a:pt x="28462" y="134100"/>
                    <a:pt x="43574" y="115646"/>
                  </a:cubicBezTo>
                  <a:cubicBezTo>
                    <a:pt x="51735" y="105965"/>
                    <a:pt x="58082" y="97797"/>
                    <a:pt x="70776" y="80250"/>
                  </a:cubicBezTo>
                  <a:lnTo>
                    <a:pt x="79843" y="116553"/>
                  </a:lnTo>
                  <a:cubicBezTo>
                    <a:pt x="83772" y="131982"/>
                    <a:pt x="87701" y="136823"/>
                    <a:pt x="97373" y="136823"/>
                  </a:cubicBezTo>
                  <a:cubicBezTo>
                    <a:pt x="108858" y="136823"/>
                    <a:pt x="116716" y="129562"/>
                    <a:pt x="134246" y="102335"/>
                  </a:cubicBezTo>
                  <a:lnTo>
                    <a:pt x="130015" y="99914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999A2BA-98E5-6BD1-57AD-989D95767C8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3425166" y="4961661"/>
              <a:ext cx="102882" cy="100741"/>
            </a:xfrm>
            <a:custGeom>
              <a:avLst/>
              <a:gdLst>
                <a:gd name="connsiteX0" fmla="*/ 100109 w 102882"/>
                <a:gd name="connsiteY0" fmla="*/ 72616 h 100741"/>
                <a:gd name="connsiteX1" fmla="*/ 95412 w 102882"/>
                <a:gd name="connsiteY1" fmla="*/ 78437 h 100741"/>
                <a:gd name="connsiteX2" fmla="*/ 81769 w 102882"/>
                <a:gd name="connsiteY2" fmla="*/ 90302 h 100741"/>
                <a:gd name="connsiteX3" fmla="*/ 78191 w 102882"/>
                <a:gd name="connsiteY3" fmla="*/ 86720 h 100741"/>
                <a:gd name="connsiteX4" fmla="*/ 81322 w 102882"/>
                <a:gd name="connsiteY4" fmla="*/ 72616 h 100741"/>
                <a:gd name="connsiteX5" fmla="*/ 94070 w 102882"/>
                <a:gd name="connsiteY5" fmla="*/ 26499 h 100741"/>
                <a:gd name="connsiteX6" fmla="*/ 96083 w 102882"/>
                <a:gd name="connsiteY6" fmla="*/ 13739 h 100741"/>
                <a:gd name="connsiteX7" fmla="*/ 81322 w 102882"/>
                <a:gd name="connsiteY7" fmla="*/ 83 h 100741"/>
                <a:gd name="connsiteX8" fmla="*/ 29880 w 102882"/>
                <a:gd name="connsiteY8" fmla="*/ 49334 h 100741"/>
                <a:gd name="connsiteX9" fmla="*/ 44865 w 102882"/>
                <a:gd name="connsiteY9" fmla="*/ 530 h 100741"/>
                <a:gd name="connsiteX10" fmla="*/ 44194 w 102882"/>
                <a:gd name="connsiteY10" fmla="*/ 83 h 100741"/>
                <a:gd name="connsiteX11" fmla="*/ 7962 w 102882"/>
                <a:gd name="connsiteY11" fmla="*/ 7023 h 100741"/>
                <a:gd name="connsiteX12" fmla="*/ 7962 w 102882"/>
                <a:gd name="connsiteY12" fmla="*/ 10605 h 100741"/>
                <a:gd name="connsiteX13" fmla="*/ 22276 w 102882"/>
                <a:gd name="connsiteY13" fmla="*/ 16649 h 100741"/>
                <a:gd name="connsiteX14" fmla="*/ 21829 w 102882"/>
                <a:gd name="connsiteY14" fmla="*/ 20455 h 100741"/>
                <a:gd name="connsiteX15" fmla="*/ 357 w 102882"/>
                <a:gd name="connsiteY15" fmla="*/ 98809 h 100741"/>
                <a:gd name="connsiteX16" fmla="*/ 17132 w 102882"/>
                <a:gd name="connsiteY16" fmla="*/ 98809 h 100741"/>
                <a:gd name="connsiteX17" fmla="*/ 39498 w 102882"/>
                <a:gd name="connsiteY17" fmla="*/ 43290 h 100741"/>
                <a:gd name="connsiteX18" fmla="*/ 72599 w 102882"/>
                <a:gd name="connsiteY18" fmla="*/ 11500 h 100741"/>
                <a:gd name="connsiteX19" fmla="*/ 77967 w 102882"/>
                <a:gd name="connsiteY19" fmla="*/ 17992 h 100741"/>
                <a:gd name="connsiteX20" fmla="*/ 74836 w 102882"/>
                <a:gd name="connsiteY20" fmla="*/ 35006 h 100741"/>
                <a:gd name="connsiteX21" fmla="*/ 64995 w 102882"/>
                <a:gd name="connsiteY21" fmla="*/ 71945 h 100741"/>
                <a:gd name="connsiteX22" fmla="*/ 61416 w 102882"/>
                <a:gd name="connsiteY22" fmla="*/ 88735 h 100741"/>
                <a:gd name="connsiteX23" fmla="*/ 71928 w 102882"/>
                <a:gd name="connsiteY23" fmla="*/ 100824 h 100741"/>
                <a:gd name="connsiteX24" fmla="*/ 103240 w 102882"/>
                <a:gd name="connsiteY24" fmla="*/ 75527 h 100741"/>
                <a:gd name="connsiteX25" fmla="*/ 100109 w 102882"/>
                <a:gd name="connsiteY25" fmla="*/ 72616 h 10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882" h="100741">
                  <a:moveTo>
                    <a:pt x="100109" y="72616"/>
                  </a:moveTo>
                  <a:lnTo>
                    <a:pt x="95412" y="78437"/>
                  </a:lnTo>
                  <a:cubicBezTo>
                    <a:pt x="88926" y="86720"/>
                    <a:pt x="84900" y="90302"/>
                    <a:pt x="81769" y="90302"/>
                  </a:cubicBezTo>
                  <a:cubicBezTo>
                    <a:pt x="79980" y="90302"/>
                    <a:pt x="78191" y="88511"/>
                    <a:pt x="78191" y="86720"/>
                  </a:cubicBezTo>
                  <a:cubicBezTo>
                    <a:pt x="78191" y="85153"/>
                    <a:pt x="78191" y="85153"/>
                    <a:pt x="81322" y="72616"/>
                  </a:cubicBezTo>
                  <a:lnTo>
                    <a:pt x="94070" y="26499"/>
                  </a:lnTo>
                  <a:cubicBezTo>
                    <a:pt x="95189" y="21798"/>
                    <a:pt x="96083" y="16873"/>
                    <a:pt x="96083" y="13739"/>
                  </a:cubicBezTo>
                  <a:cubicBezTo>
                    <a:pt x="96083" y="5679"/>
                    <a:pt x="90044" y="83"/>
                    <a:pt x="81322" y="83"/>
                  </a:cubicBezTo>
                  <a:cubicBezTo>
                    <a:pt x="67008" y="83"/>
                    <a:pt x="52917" y="13515"/>
                    <a:pt x="29880" y="49334"/>
                  </a:cubicBezTo>
                  <a:lnTo>
                    <a:pt x="44865" y="530"/>
                  </a:lnTo>
                  <a:lnTo>
                    <a:pt x="44194" y="83"/>
                  </a:lnTo>
                  <a:cubicBezTo>
                    <a:pt x="32117" y="2545"/>
                    <a:pt x="27420" y="3441"/>
                    <a:pt x="7962" y="7023"/>
                  </a:cubicBezTo>
                  <a:lnTo>
                    <a:pt x="7962" y="10605"/>
                  </a:lnTo>
                  <a:cubicBezTo>
                    <a:pt x="19368" y="10828"/>
                    <a:pt x="22276" y="12172"/>
                    <a:pt x="22276" y="16649"/>
                  </a:cubicBezTo>
                  <a:cubicBezTo>
                    <a:pt x="22276" y="17992"/>
                    <a:pt x="22052" y="19335"/>
                    <a:pt x="21829" y="20455"/>
                  </a:cubicBezTo>
                  <a:lnTo>
                    <a:pt x="357" y="98809"/>
                  </a:lnTo>
                  <a:lnTo>
                    <a:pt x="17132" y="98809"/>
                  </a:lnTo>
                  <a:cubicBezTo>
                    <a:pt x="27644" y="63438"/>
                    <a:pt x="29657" y="58513"/>
                    <a:pt x="39498" y="43290"/>
                  </a:cubicBezTo>
                  <a:cubicBezTo>
                    <a:pt x="52917" y="22694"/>
                    <a:pt x="64324" y="11500"/>
                    <a:pt x="72599" y="11500"/>
                  </a:cubicBezTo>
                  <a:cubicBezTo>
                    <a:pt x="75954" y="11500"/>
                    <a:pt x="77967" y="13963"/>
                    <a:pt x="77967" y="17992"/>
                  </a:cubicBezTo>
                  <a:cubicBezTo>
                    <a:pt x="77967" y="20679"/>
                    <a:pt x="76625" y="28066"/>
                    <a:pt x="74836" y="35006"/>
                  </a:cubicBezTo>
                  <a:lnTo>
                    <a:pt x="64995" y="71945"/>
                  </a:lnTo>
                  <a:cubicBezTo>
                    <a:pt x="62087" y="83362"/>
                    <a:pt x="61416" y="86496"/>
                    <a:pt x="61416" y="88735"/>
                  </a:cubicBezTo>
                  <a:cubicBezTo>
                    <a:pt x="61416" y="97242"/>
                    <a:pt x="64547" y="100824"/>
                    <a:pt x="71928" y="100824"/>
                  </a:cubicBezTo>
                  <a:cubicBezTo>
                    <a:pt x="81993" y="100824"/>
                    <a:pt x="87808" y="96123"/>
                    <a:pt x="103240" y="75527"/>
                  </a:cubicBezTo>
                  <a:lnTo>
                    <a:pt x="100109" y="72616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91F4677-FAB1-B171-9474-86843EA666F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3566680" y="4787944"/>
              <a:ext cx="70119" cy="302526"/>
            </a:xfrm>
            <a:custGeom>
              <a:avLst/>
              <a:gdLst>
                <a:gd name="connsiteX0" fmla="*/ 70482 w 70119"/>
                <a:gd name="connsiteY0" fmla="*/ 151344 h 302526"/>
                <a:gd name="connsiteX1" fmla="*/ 50534 w 70119"/>
                <a:gd name="connsiteY1" fmla="*/ 56956 h 302526"/>
                <a:gd name="connsiteX2" fmla="*/ 3384 w 70119"/>
                <a:gd name="connsiteY2" fmla="*/ 81 h 302526"/>
                <a:gd name="connsiteX3" fmla="*/ 362 w 70119"/>
                <a:gd name="connsiteY3" fmla="*/ 3106 h 302526"/>
                <a:gd name="connsiteX4" fmla="*/ 6105 w 70119"/>
                <a:gd name="connsiteY4" fmla="*/ 10064 h 302526"/>
                <a:gd name="connsiteX5" fmla="*/ 52952 w 70119"/>
                <a:gd name="connsiteY5" fmla="*/ 151344 h 302526"/>
                <a:gd name="connsiteX6" fmla="*/ 4291 w 70119"/>
                <a:gd name="connsiteY6" fmla="*/ 294439 h 302526"/>
                <a:gd name="connsiteX7" fmla="*/ 362 w 70119"/>
                <a:gd name="connsiteY7" fmla="*/ 299582 h 302526"/>
                <a:gd name="connsiteX8" fmla="*/ 3384 w 70119"/>
                <a:gd name="connsiteY8" fmla="*/ 302607 h 302526"/>
                <a:gd name="connsiteX9" fmla="*/ 51441 w 70119"/>
                <a:gd name="connsiteY9" fmla="*/ 243615 h 302526"/>
                <a:gd name="connsiteX10" fmla="*/ 70482 w 70119"/>
                <a:gd name="connsiteY10" fmla="*/ 151344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19" h="302526">
                  <a:moveTo>
                    <a:pt x="70482" y="151344"/>
                  </a:moveTo>
                  <a:cubicBezTo>
                    <a:pt x="70482" y="127747"/>
                    <a:pt x="67157" y="91141"/>
                    <a:pt x="50534" y="56956"/>
                  </a:cubicBezTo>
                  <a:cubicBezTo>
                    <a:pt x="32400" y="19745"/>
                    <a:pt x="6407" y="81"/>
                    <a:pt x="3384" y="81"/>
                  </a:cubicBezTo>
                  <a:cubicBezTo>
                    <a:pt x="1571" y="81"/>
                    <a:pt x="362" y="1291"/>
                    <a:pt x="362" y="3106"/>
                  </a:cubicBezTo>
                  <a:cubicBezTo>
                    <a:pt x="362" y="4013"/>
                    <a:pt x="362" y="4618"/>
                    <a:pt x="6105" y="10064"/>
                  </a:cubicBezTo>
                  <a:cubicBezTo>
                    <a:pt x="35724" y="40014"/>
                    <a:pt x="52952" y="88116"/>
                    <a:pt x="52952" y="151344"/>
                  </a:cubicBezTo>
                  <a:cubicBezTo>
                    <a:pt x="52952" y="203076"/>
                    <a:pt x="41769" y="256321"/>
                    <a:pt x="4291" y="294439"/>
                  </a:cubicBezTo>
                  <a:cubicBezTo>
                    <a:pt x="362" y="298069"/>
                    <a:pt x="362" y="298674"/>
                    <a:pt x="362" y="299582"/>
                  </a:cubicBezTo>
                  <a:cubicBezTo>
                    <a:pt x="362" y="301397"/>
                    <a:pt x="1571" y="302607"/>
                    <a:pt x="3384" y="302607"/>
                  </a:cubicBezTo>
                  <a:cubicBezTo>
                    <a:pt x="6407" y="302607"/>
                    <a:pt x="33609" y="282035"/>
                    <a:pt x="51441" y="243615"/>
                  </a:cubicBezTo>
                  <a:cubicBezTo>
                    <a:pt x="66855" y="210337"/>
                    <a:pt x="70482" y="176756"/>
                    <a:pt x="70482" y="151344"/>
                  </a:cubicBez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580C8A9-AECA-553E-F8EE-4CC2FD4E5D1A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717173" y="5138427"/>
              <a:ext cx="1949982" cy="12143"/>
            </a:xfrm>
            <a:custGeom>
              <a:avLst/>
              <a:gdLst>
                <a:gd name="connsiteX0" fmla="*/ 0 w 1949982"/>
                <a:gd name="connsiteY0" fmla="*/ 0 h 12143"/>
                <a:gd name="connsiteX1" fmla="*/ 1949983 w 1949982"/>
                <a:gd name="connsiteY1" fmla="*/ 0 h 12143"/>
                <a:gd name="connsiteX2" fmla="*/ 1949983 w 1949982"/>
                <a:gd name="connsiteY2" fmla="*/ 12143 h 12143"/>
                <a:gd name="connsiteX3" fmla="*/ 0 w 1949982"/>
                <a:gd name="connsiteY3" fmla="*/ 12143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9982" h="12143">
                  <a:moveTo>
                    <a:pt x="0" y="0"/>
                  </a:moveTo>
                  <a:lnTo>
                    <a:pt x="1949983" y="0"/>
                  </a:lnTo>
                  <a:lnTo>
                    <a:pt x="1949983" y="12143"/>
                  </a:lnTo>
                  <a:lnTo>
                    <a:pt x="0" y="12143"/>
                  </a:lnTo>
                  <a:close/>
                </a:path>
              </a:pathLst>
            </a:custGeom>
            <a:solidFill>
              <a:srgbClr val="FFFFFF"/>
            </a:solidFill>
            <a:ln w="304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54C6838-EF1B-CBAB-3D50-43381C273983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2625388" y="5224218"/>
              <a:ext cx="134497" cy="204508"/>
            </a:xfrm>
            <a:custGeom>
              <a:avLst/>
              <a:gdLst>
                <a:gd name="connsiteX0" fmla="*/ 134829 w 134497"/>
                <a:gd name="connsiteY0" fmla="*/ 163156 h 204508"/>
                <a:gd name="connsiteX1" fmla="*/ 130900 w 134497"/>
                <a:gd name="connsiteY1" fmla="*/ 161643 h 204508"/>
                <a:gd name="connsiteX2" fmla="*/ 102187 w 134497"/>
                <a:gd name="connsiteY2" fmla="*/ 181610 h 204508"/>
                <a:gd name="connsiteX3" fmla="*/ 29951 w 134497"/>
                <a:gd name="connsiteY3" fmla="*/ 181610 h 204508"/>
                <a:gd name="connsiteX4" fmla="*/ 80728 w 134497"/>
                <a:gd name="connsiteY4" fmla="*/ 128365 h 204508"/>
                <a:gd name="connsiteX5" fmla="*/ 119415 w 134497"/>
                <a:gd name="connsiteY5" fmla="*/ 53641 h 204508"/>
                <a:gd name="connsiteX6" fmla="*/ 63500 w 134497"/>
                <a:gd name="connsiteY6" fmla="*/ 94 h 204508"/>
                <a:gd name="connsiteX7" fmla="*/ 19977 w 134497"/>
                <a:gd name="connsiteY7" fmla="*/ 18851 h 204508"/>
                <a:gd name="connsiteX8" fmla="*/ 634 w 134497"/>
                <a:gd name="connsiteY8" fmla="*/ 60297 h 204508"/>
                <a:gd name="connsiteX9" fmla="*/ 6981 w 134497"/>
                <a:gd name="connsiteY9" fmla="*/ 61809 h 204508"/>
                <a:gd name="connsiteX10" fmla="*/ 50806 w 134497"/>
                <a:gd name="connsiteY10" fmla="*/ 22481 h 204508"/>
                <a:gd name="connsiteX11" fmla="*/ 93422 w 134497"/>
                <a:gd name="connsiteY11" fmla="*/ 65137 h 204508"/>
                <a:gd name="connsiteX12" fmla="*/ 54130 w 134497"/>
                <a:gd name="connsiteY12" fmla="*/ 143794 h 204508"/>
                <a:gd name="connsiteX13" fmla="*/ 332 w 134497"/>
                <a:gd name="connsiteY13" fmla="*/ 200972 h 204508"/>
                <a:gd name="connsiteX14" fmla="*/ 332 w 134497"/>
                <a:gd name="connsiteY14" fmla="*/ 204602 h 204508"/>
                <a:gd name="connsiteX15" fmla="*/ 118206 w 134497"/>
                <a:gd name="connsiteY15" fmla="*/ 204602 h 204508"/>
                <a:gd name="connsiteX16" fmla="*/ 134829 w 134497"/>
                <a:gd name="connsiteY16" fmla="*/ 16315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497" h="204508">
                  <a:moveTo>
                    <a:pt x="134829" y="163156"/>
                  </a:moveTo>
                  <a:lnTo>
                    <a:pt x="130900" y="161643"/>
                  </a:lnTo>
                  <a:cubicBezTo>
                    <a:pt x="119717" y="178887"/>
                    <a:pt x="115788" y="181610"/>
                    <a:pt x="102187" y="181610"/>
                  </a:cubicBezTo>
                  <a:lnTo>
                    <a:pt x="29951" y="181610"/>
                  </a:lnTo>
                  <a:lnTo>
                    <a:pt x="80728" y="128365"/>
                  </a:lnTo>
                  <a:cubicBezTo>
                    <a:pt x="107627" y="100230"/>
                    <a:pt x="119415" y="77238"/>
                    <a:pt x="119415" y="53641"/>
                  </a:cubicBezTo>
                  <a:cubicBezTo>
                    <a:pt x="119415" y="23388"/>
                    <a:pt x="94933" y="94"/>
                    <a:pt x="63500" y="94"/>
                  </a:cubicBezTo>
                  <a:cubicBezTo>
                    <a:pt x="46877" y="94"/>
                    <a:pt x="31160" y="6749"/>
                    <a:pt x="19977" y="18851"/>
                  </a:cubicBezTo>
                  <a:cubicBezTo>
                    <a:pt x="10306" y="29136"/>
                    <a:pt x="5772" y="38817"/>
                    <a:pt x="634" y="60297"/>
                  </a:cubicBezTo>
                  <a:lnTo>
                    <a:pt x="6981" y="61809"/>
                  </a:lnTo>
                  <a:cubicBezTo>
                    <a:pt x="19071" y="32162"/>
                    <a:pt x="29951" y="22481"/>
                    <a:pt x="50806" y="22481"/>
                  </a:cubicBezTo>
                  <a:cubicBezTo>
                    <a:pt x="76194" y="22481"/>
                    <a:pt x="93422" y="39725"/>
                    <a:pt x="93422" y="65137"/>
                  </a:cubicBezTo>
                  <a:cubicBezTo>
                    <a:pt x="93422" y="88734"/>
                    <a:pt x="79519" y="116869"/>
                    <a:pt x="54130" y="143794"/>
                  </a:cubicBezTo>
                  <a:lnTo>
                    <a:pt x="332" y="200972"/>
                  </a:lnTo>
                  <a:lnTo>
                    <a:pt x="332" y="204602"/>
                  </a:lnTo>
                  <a:lnTo>
                    <a:pt x="118206" y="204602"/>
                  </a:lnTo>
                  <a:lnTo>
                    <a:pt x="134829" y="163156"/>
                  </a:lnTo>
                  <a:close/>
                </a:path>
              </a:pathLst>
            </a:custGeom>
            <a:solidFill>
              <a:srgbClr val="FFFFFF"/>
            </a:solidFill>
            <a:ln w="41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758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34AF-8533-D9ED-BE08-FAD5077E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E1D9-438C-0629-F7C3-30C1196B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Example: Unequal spaced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42E3-F8F5-A3AE-62D2-36966F14D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841" y="1082566"/>
            <a:ext cx="10515600" cy="54832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296B72A8-6ACB-1323-1D8A-A439B77FBF86}"/>
              </a:ext>
            </a:extLst>
          </p:cNvPr>
          <p:cNvSpPr/>
          <p:nvPr/>
        </p:nvSpPr>
        <p:spPr>
          <a:xfrm>
            <a:off x="6650182" y="2462645"/>
            <a:ext cx="1569027" cy="363682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2DA8D500-E2E7-64C3-725F-7B37655B3808}"/>
              </a:ext>
            </a:extLst>
          </p:cNvPr>
          <p:cNvSpPr/>
          <p:nvPr/>
        </p:nvSpPr>
        <p:spPr>
          <a:xfrm>
            <a:off x="4647962" y="544987"/>
            <a:ext cx="1569027" cy="363682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5C66EE55-F1E6-557A-6F90-9A7171D10A4F}"/>
              </a:ext>
            </a:extLst>
          </p:cNvPr>
          <p:cNvSpPr/>
          <p:nvPr/>
        </p:nvSpPr>
        <p:spPr>
          <a:xfrm>
            <a:off x="1932709" y="197427"/>
            <a:ext cx="1267691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9B582-9891-659C-2502-4E7BBDCA4935}"/>
              </a:ext>
            </a:extLst>
          </p:cNvPr>
          <p:cNvSpPr txBox="1"/>
          <p:nvPr/>
        </p:nvSpPr>
        <p:spPr>
          <a:xfrm>
            <a:off x="1489841" y="197427"/>
            <a:ext cx="10116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</a:t>
            </a:r>
          </a:p>
        </p:txBody>
      </p:sp>
      <p:grpSp>
        <p:nvGrpSpPr>
          <p:cNvPr id="110" name="Group 10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Example: Use the information in Table. Determine the integral for this data. Recall that the correct answer is 1.640533.&#10;}&#10;\end{document}" title="IguanaTex Shape Display">
            <a:extLst>
              <a:ext uri="{FF2B5EF4-FFF2-40B4-BE49-F238E27FC236}">
                <a16:creationId xmlns:a16="http://schemas.microsoft.com/office/drawing/2014/main" id="{D99E75C8-3E65-A5FF-19D0-629487E9B06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54926" y="272366"/>
            <a:ext cx="10450515" cy="567685"/>
            <a:chOff x="4423890" y="4223986"/>
            <a:chExt cx="10450515" cy="56768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6550A7A-0678-018D-FF8B-68884738DEED}"/>
                </a:ext>
              </a:extLst>
            </p:cNvPr>
            <p:cNvSpPr/>
            <p:nvPr>
              <p:custDataLst>
                <p:tags r:id="rId402"/>
              </p:custDataLst>
            </p:nvPr>
          </p:nvSpPr>
          <p:spPr>
            <a:xfrm>
              <a:off x="4878418" y="4230255"/>
              <a:ext cx="176720" cy="197637"/>
            </a:xfrm>
            <a:custGeom>
              <a:avLst/>
              <a:gdLst>
                <a:gd name="connsiteX0" fmla="*/ 176798 w 176720"/>
                <a:gd name="connsiteY0" fmla="*/ 147246 h 197637"/>
                <a:gd name="connsiteX1" fmla="*/ 168339 w 176720"/>
                <a:gd name="connsiteY1" fmla="*/ 147246 h 197637"/>
                <a:gd name="connsiteX2" fmla="*/ 97047 w 176720"/>
                <a:gd name="connsiteY2" fmla="*/ 186654 h 197637"/>
                <a:gd name="connsiteX3" fmla="*/ 88890 w 176720"/>
                <a:gd name="connsiteY3" fmla="*/ 186654 h 197637"/>
                <a:gd name="connsiteX4" fmla="*/ 59286 w 176720"/>
                <a:gd name="connsiteY4" fmla="*/ 183072 h 197637"/>
                <a:gd name="connsiteX5" fmla="*/ 57171 w 176720"/>
                <a:gd name="connsiteY5" fmla="*/ 173817 h 197637"/>
                <a:gd name="connsiteX6" fmla="*/ 57171 w 176720"/>
                <a:gd name="connsiteY6" fmla="*/ 100076 h 197637"/>
                <a:gd name="connsiteX7" fmla="*/ 103693 w 176720"/>
                <a:gd name="connsiteY7" fmla="*/ 100076 h 197637"/>
                <a:gd name="connsiteX8" fmla="*/ 136922 w 176720"/>
                <a:gd name="connsiteY8" fmla="*/ 128736 h 197637"/>
                <a:gd name="connsiteX9" fmla="*/ 143870 w 176720"/>
                <a:gd name="connsiteY9" fmla="*/ 128736 h 197637"/>
                <a:gd name="connsiteX10" fmla="*/ 143870 w 176720"/>
                <a:gd name="connsiteY10" fmla="*/ 59473 h 197637"/>
                <a:gd name="connsiteX11" fmla="*/ 136922 w 176720"/>
                <a:gd name="connsiteY11" fmla="*/ 59473 h 197637"/>
                <a:gd name="connsiteX12" fmla="*/ 130276 w 176720"/>
                <a:gd name="connsiteY12" fmla="*/ 80372 h 197637"/>
                <a:gd name="connsiteX13" fmla="*/ 103693 w 176720"/>
                <a:gd name="connsiteY13" fmla="*/ 87835 h 197637"/>
                <a:gd name="connsiteX14" fmla="*/ 57171 w 176720"/>
                <a:gd name="connsiteY14" fmla="*/ 87835 h 197637"/>
                <a:gd name="connsiteX15" fmla="*/ 57171 w 176720"/>
                <a:gd name="connsiteY15" fmla="*/ 21558 h 197637"/>
                <a:gd name="connsiteX16" fmla="*/ 67140 w 176720"/>
                <a:gd name="connsiteY16" fmla="*/ 11408 h 197637"/>
                <a:gd name="connsiteX17" fmla="*/ 107922 w 176720"/>
                <a:gd name="connsiteY17" fmla="*/ 11408 h 197637"/>
                <a:gd name="connsiteX18" fmla="*/ 153839 w 176720"/>
                <a:gd name="connsiteY18" fmla="*/ 42755 h 197637"/>
                <a:gd name="connsiteX19" fmla="*/ 161391 w 176720"/>
                <a:gd name="connsiteY19" fmla="*/ 42755 h 197637"/>
                <a:gd name="connsiteX20" fmla="*/ 160485 w 176720"/>
                <a:gd name="connsiteY20" fmla="*/ 63 h 197637"/>
                <a:gd name="connsiteX21" fmla="*/ 77 w 176720"/>
                <a:gd name="connsiteY21" fmla="*/ 63 h 197637"/>
                <a:gd name="connsiteX22" fmla="*/ 77 w 176720"/>
                <a:gd name="connsiteY22" fmla="*/ 5735 h 197637"/>
                <a:gd name="connsiteX23" fmla="*/ 26358 w 176720"/>
                <a:gd name="connsiteY23" fmla="*/ 32604 h 197637"/>
                <a:gd name="connsiteX24" fmla="*/ 26358 w 176720"/>
                <a:gd name="connsiteY24" fmla="*/ 165159 h 197637"/>
                <a:gd name="connsiteX25" fmla="*/ 77 w 176720"/>
                <a:gd name="connsiteY25" fmla="*/ 192028 h 197637"/>
                <a:gd name="connsiteX26" fmla="*/ 77 w 176720"/>
                <a:gd name="connsiteY26" fmla="*/ 197700 h 197637"/>
                <a:gd name="connsiteX27" fmla="*/ 163204 w 176720"/>
                <a:gd name="connsiteY27" fmla="*/ 197700 h 197637"/>
                <a:gd name="connsiteX28" fmla="*/ 176798 w 176720"/>
                <a:gd name="connsiteY28" fmla="*/ 147246 h 19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720" h="197637">
                  <a:moveTo>
                    <a:pt x="176798" y="147246"/>
                  </a:moveTo>
                  <a:lnTo>
                    <a:pt x="168339" y="147246"/>
                  </a:lnTo>
                  <a:cubicBezTo>
                    <a:pt x="153235" y="179489"/>
                    <a:pt x="140245" y="186654"/>
                    <a:pt x="97047" y="186654"/>
                  </a:cubicBezTo>
                  <a:lnTo>
                    <a:pt x="88890" y="186654"/>
                  </a:lnTo>
                  <a:cubicBezTo>
                    <a:pt x="74088" y="186654"/>
                    <a:pt x="61400" y="185161"/>
                    <a:pt x="59286" y="183072"/>
                  </a:cubicBezTo>
                  <a:cubicBezTo>
                    <a:pt x="57775" y="182176"/>
                    <a:pt x="57171" y="178892"/>
                    <a:pt x="57171" y="173817"/>
                  </a:cubicBezTo>
                  <a:lnTo>
                    <a:pt x="57171" y="100076"/>
                  </a:lnTo>
                  <a:lnTo>
                    <a:pt x="103693" y="100076"/>
                  </a:lnTo>
                  <a:cubicBezTo>
                    <a:pt x="128464" y="100076"/>
                    <a:pt x="132995" y="103957"/>
                    <a:pt x="136922" y="128736"/>
                  </a:cubicBezTo>
                  <a:lnTo>
                    <a:pt x="143870" y="128736"/>
                  </a:lnTo>
                  <a:lnTo>
                    <a:pt x="143870" y="59473"/>
                  </a:lnTo>
                  <a:lnTo>
                    <a:pt x="136922" y="59473"/>
                  </a:lnTo>
                  <a:cubicBezTo>
                    <a:pt x="134808" y="71714"/>
                    <a:pt x="133599" y="76192"/>
                    <a:pt x="130276" y="80372"/>
                  </a:cubicBezTo>
                  <a:cubicBezTo>
                    <a:pt x="126349" y="85447"/>
                    <a:pt x="117891" y="87835"/>
                    <a:pt x="103693" y="87835"/>
                  </a:cubicBezTo>
                  <a:lnTo>
                    <a:pt x="57171" y="87835"/>
                  </a:lnTo>
                  <a:lnTo>
                    <a:pt x="57171" y="21558"/>
                  </a:lnTo>
                  <a:cubicBezTo>
                    <a:pt x="57171" y="13199"/>
                    <a:pt x="58984" y="11408"/>
                    <a:pt x="67140" y="11408"/>
                  </a:cubicBezTo>
                  <a:lnTo>
                    <a:pt x="107922" y="11408"/>
                  </a:lnTo>
                  <a:cubicBezTo>
                    <a:pt x="142058" y="11408"/>
                    <a:pt x="148704" y="15886"/>
                    <a:pt x="153839" y="42755"/>
                  </a:cubicBezTo>
                  <a:lnTo>
                    <a:pt x="161391" y="42755"/>
                  </a:lnTo>
                  <a:lnTo>
                    <a:pt x="160485" y="63"/>
                  </a:lnTo>
                  <a:lnTo>
                    <a:pt x="77" y="63"/>
                  </a:lnTo>
                  <a:lnTo>
                    <a:pt x="77" y="5735"/>
                  </a:lnTo>
                  <a:cubicBezTo>
                    <a:pt x="22431" y="7526"/>
                    <a:pt x="26358" y="11706"/>
                    <a:pt x="26358" y="32604"/>
                  </a:cubicBezTo>
                  <a:lnTo>
                    <a:pt x="26358" y="165159"/>
                  </a:lnTo>
                  <a:cubicBezTo>
                    <a:pt x="26358" y="186057"/>
                    <a:pt x="22129" y="190535"/>
                    <a:pt x="77" y="192028"/>
                  </a:cubicBezTo>
                  <a:lnTo>
                    <a:pt x="77" y="197700"/>
                  </a:lnTo>
                  <a:lnTo>
                    <a:pt x="163204" y="197700"/>
                  </a:lnTo>
                  <a:lnTo>
                    <a:pt x="176798" y="147246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B736B-13FC-C985-83DF-C80DB730413E}"/>
                </a:ext>
              </a:extLst>
            </p:cNvPr>
            <p:cNvSpPr/>
            <p:nvPr>
              <p:custDataLst>
                <p:tags r:id="rId403"/>
              </p:custDataLst>
            </p:nvPr>
          </p:nvSpPr>
          <p:spPr>
            <a:xfrm>
              <a:off x="5065195" y="4293547"/>
              <a:ext cx="139564" cy="134345"/>
            </a:xfrm>
            <a:custGeom>
              <a:avLst/>
              <a:gdLst>
                <a:gd name="connsiteX0" fmla="*/ 78928 w 139564"/>
                <a:gd name="connsiteY0" fmla="*/ 134409 h 134345"/>
                <a:gd name="connsiteX1" fmla="*/ 139647 w 139564"/>
                <a:gd name="connsiteY1" fmla="*/ 134409 h 134345"/>
                <a:gd name="connsiteX2" fmla="*/ 139647 w 139564"/>
                <a:gd name="connsiteY2" fmla="*/ 129930 h 134345"/>
                <a:gd name="connsiteX3" fmla="*/ 114876 w 139564"/>
                <a:gd name="connsiteY3" fmla="*/ 112018 h 134345"/>
                <a:gd name="connsiteX4" fmla="*/ 76209 w 139564"/>
                <a:gd name="connsiteY4" fmla="*/ 53503 h 134345"/>
                <a:gd name="connsiteX5" fmla="*/ 101282 w 139564"/>
                <a:gd name="connsiteY5" fmla="*/ 17677 h 134345"/>
                <a:gd name="connsiteX6" fmla="*/ 125751 w 139564"/>
                <a:gd name="connsiteY6" fmla="*/ 4541 h 134345"/>
                <a:gd name="connsiteX7" fmla="*/ 125751 w 139564"/>
                <a:gd name="connsiteY7" fmla="*/ 63 h 134345"/>
                <a:gd name="connsiteX8" fmla="*/ 78021 w 139564"/>
                <a:gd name="connsiteY8" fmla="*/ 63 h 134345"/>
                <a:gd name="connsiteX9" fmla="*/ 78021 w 139564"/>
                <a:gd name="connsiteY9" fmla="*/ 4541 h 134345"/>
                <a:gd name="connsiteX10" fmla="*/ 90105 w 139564"/>
                <a:gd name="connsiteY10" fmla="*/ 11109 h 134345"/>
                <a:gd name="connsiteX11" fmla="*/ 78928 w 139564"/>
                <a:gd name="connsiteY11" fmla="*/ 30514 h 134345"/>
                <a:gd name="connsiteX12" fmla="*/ 69865 w 139564"/>
                <a:gd name="connsiteY12" fmla="*/ 43650 h 134345"/>
                <a:gd name="connsiteX13" fmla="*/ 65636 w 139564"/>
                <a:gd name="connsiteY13" fmla="*/ 37680 h 134345"/>
                <a:gd name="connsiteX14" fmla="*/ 51740 w 139564"/>
                <a:gd name="connsiteY14" fmla="*/ 11109 h 134345"/>
                <a:gd name="connsiteX15" fmla="*/ 64729 w 139564"/>
                <a:gd name="connsiteY15" fmla="*/ 4541 h 134345"/>
                <a:gd name="connsiteX16" fmla="*/ 64729 w 139564"/>
                <a:gd name="connsiteY16" fmla="*/ 63 h 134345"/>
                <a:gd name="connsiteX17" fmla="*/ 2197 w 139564"/>
                <a:gd name="connsiteY17" fmla="*/ 63 h 134345"/>
                <a:gd name="connsiteX18" fmla="*/ 2197 w 139564"/>
                <a:gd name="connsiteY18" fmla="*/ 4541 h 134345"/>
                <a:gd name="connsiteX19" fmla="*/ 4916 w 139564"/>
                <a:gd name="connsiteY19" fmla="*/ 4541 h 134345"/>
                <a:gd name="connsiteX20" fmla="*/ 28177 w 139564"/>
                <a:gd name="connsiteY20" fmla="*/ 22454 h 134345"/>
                <a:gd name="connsiteX21" fmla="*/ 56573 w 139564"/>
                <a:gd name="connsiteY21" fmla="*/ 65444 h 134345"/>
                <a:gd name="connsiteX22" fmla="*/ 22135 w 139564"/>
                <a:gd name="connsiteY22" fmla="*/ 114704 h 134345"/>
                <a:gd name="connsiteX23" fmla="*/ 83 w 139564"/>
                <a:gd name="connsiteY23" fmla="*/ 129930 h 134345"/>
                <a:gd name="connsiteX24" fmla="*/ 83 w 139564"/>
                <a:gd name="connsiteY24" fmla="*/ 134409 h 134345"/>
                <a:gd name="connsiteX25" fmla="*/ 43885 w 139564"/>
                <a:gd name="connsiteY25" fmla="*/ 134409 h 134345"/>
                <a:gd name="connsiteX26" fmla="*/ 43885 w 139564"/>
                <a:gd name="connsiteY26" fmla="*/ 129930 h 134345"/>
                <a:gd name="connsiteX27" fmla="*/ 31802 w 139564"/>
                <a:gd name="connsiteY27" fmla="*/ 124557 h 134345"/>
                <a:gd name="connsiteX28" fmla="*/ 37844 w 139564"/>
                <a:gd name="connsiteY28" fmla="*/ 112316 h 134345"/>
                <a:gd name="connsiteX29" fmla="*/ 61709 w 139564"/>
                <a:gd name="connsiteY29" fmla="*/ 75595 h 134345"/>
                <a:gd name="connsiteX30" fmla="*/ 89198 w 139564"/>
                <a:gd name="connsiteY30" fmla="*/ 117391 h 134345"/>
                <a:gd name="connsiteX31" fmla="*/ 91011 w 139564"/>
                <a:gd name="connsiteY31" fmla="*/ 122765 h 134345"/>
                <a:gd name="connsiteX32" fmla="*/ 78928 w 139564"/>
                <a:gd name="connsiteY32" fmla="*/ 129930 h 134345"/>
                <a:gd name="connsiteX33" fmla="*/ 78928 w 139564"/>
                <a:gd name="connsiteY33" fmla="*/ 134409 h 13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564" h="134345">
                  <a:moveTo>
                    <a:pt x="78928" y="134409"/>
                  </a:moveTo>
                  <a:lnTo>
                    <a:pt x="139647" y="134409"/>
                  </a:lnTo>
                  <a:lnTo>
                    <a:pt x="139647" y="129930"/>
                  </a:lnTo>
                  <a:cubicBezTo>
                    <a:pt x="130282" y="129930"/>
                    <a:pt x="124241" y="125154"/>
                    <a:pt x="114876" y="112018"/>
                  </a:cubicBezTo>
                  <a:lnTo>
                    <a:pt x="76209" y="53503"/>
                  </a:lnTo>
                  <a:lnTo>
                    <a:pt x="101282" y="17677"/>
                  </a:lnTo>
                  <a:cubicBezTo>
                    <a:pt x="107022" y="9616"/>
                    <a:pt x="116084" y="4840"/>
                    <a:pt x="125751" y="4541"/>
                  </a:cubicBezTo>
                  <a:lnTo>
                    <a:pt x="125751" y="63"/>
                  </a:lnTo>
                  <a:lnTo>
                    <a:pt x="78021" y="63"/>
                  </a:lnTo>
                  <a:lnTo>
                    <a:pt x="78021" y="4541"/>
                  </a:lnTo>
                  <a:cubicBezTo>
                    <a:pt x="87084" y="5138"/>
                    <a:pt x="90105" y="6929"/>
                    <a:pt x="90105" y="11109"/>
                  </a:cubicBezTo>
                  <a:cubicBezTo>
                    <a:pt x="90105" y="14692"/>
                    <a:pt x="86480" y="21260"/>
                    <a:pt x="78928" y="30514"/>
                  </a:cubicBezTo>
                  <a:cubicBezTo>
                    <a:pt x="77417" y="32306"/>
                    <a:pt x="73792" y="37680"/>
                    <a:pt x="69865" y="43650"/>
                  </a:cubicBezTo>
                  <a:lnTo>
                    <a:pt x="65636" y="37680"/>
                  </a:lnTo>
                  <a:cubicBezTo>
                    <a:pt x="57177" y="25141"/>
                    <a:pt x="51740" y="14990"/>
                    <a:pt x="51740" y="11109"/>
                  </a:cubicBezTo>
                  <a:cubicBezTo>
                    <a:pt x="51740" y="6929"/>
                    <a:pt x="55667" y="4840"/>
                    <a:pt x="64729" y="4541"/>
                  </a:cubicBezTo>
                  <a:lnTo>
                    <a:pt x="64729" y="63"/>
                  </a:lnTo>
                  <a:lnTo>
                    <a:pt x="2197" y="63"/>
                  </a:lnTo>
                  <a:lnTo>
                    <a:pt x="2197" y="4541"/>
                  </a:lnTo>
                  <a:lnTo>
                    <a:pt x="4916" y="4541"/>
                  </a:lnTo>
                  <a:cubicBezTo>
                    <a:pt x="13979" y="4541"/>
                    <a:pt x="18812" y="8422"/>
                    <a:pt x="28177" y="22454"/>
                  </a:cubicBezTo>
                  <a:lnTo>
                    <a:pt x="56573" y="65444"/>
                  </a:lnTo>
                  <a:lnTo>
                    <a:pt x="22135" y="114704"/>
                  </a:lnTo>
                  <a:cubicBezTo>
                    <a:pt x="13073" y="126945"/>
                    <a:pt x="10052" y="129035"/>
                    <a:pt x="83" y="129930"/>
                  </a:cubicBezTo>
                  <a:lnTo>
                    <a:pt x="83" y="134409"/>
                  </a:lnTo>
                  <a:lnTo>
                    <a:pt x="43885" y="134409"/>
                  </a:lnTo>
                  <a:lnTo>
                    <a:pt x="43885" y="129930"/>
                  </a:lnTo>
                  <a:cubicBezTo>
                    <a:pt x="35427" y="129930"/>
                    <a:pt x="31802" y="128438"/>
                    <a:pt x="31802" y="124557"/>
                  </a:cubicBezTo>
                  <a:cubicBezTo>
                    <a:pt x="31802" y="122765"/>
                    <a:pt x="33917" y="118287"/>
                    <a:pt x="37844" y="112316"/>
                  </a:cubicBezTo>
                  <a:lnTo>
                    <a:pt x="61709" y="75595"/>
                  </a:lnTo>
                  <a:lnTo>
                    <a:pt x="89198" y="117391"/>
                  </a:lnTo>
                  <a:cubicBezTo>
                    <a:pt x="90407" y="119183"/>
                    <a:pt x="91011" y="120974"/>
                    <a:pt x="91011" y="122765"/>
                  </a:cubicBezTo>
                  <a:cubicBezTo>
                    <a:pt x="91011" y="128139"/>
                    <a:pt x="88896" y="129333"/>
                    <a:pt x="78928" y="129930"/>
                  </a:cubicBezTo>
                  <a:lnTo>
                    <a:pt x="78928" y="134409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73CBF24-D53F-3C90-201A-4E6340C0720D}"/>
                </a:ext>
              </a:extLst>
            </p:cNvPr>
            <p:cNvSpPr/>
            <p:nvPr>
              <p:custDataLst>
                <p:tags r:id="rId404"/>
              </p:custDataLst>
            </p:nvPr>
          </p:nvSpPr>
          <p:spPr>
            <a:xfrm>
              <a:off x="5222847" y="4290561"/>
              <a:ext cx="122345" cy="140316"/>
            </a:xfrm>
            <a:custGeom>
              <a:avLst/>
              <a:gdLst>
                <a:gd name="connsiteX0" fmla="*/ 122433 w 122345"/>
                <a:gd name="connsiteY0" fmla="*/ 117690 h 140316"/>
                <a:gd name="connsiteX1" fmla="*/ 109141 w 122345"/>
                <a:gd name="connsiteY1" fmla="*/ 123362 h 140316"/>
                <a:gd name="connsiteX2" fmla="*/ 100079 w 122345"/>
                <a:gd name="connsiteY2" fmla="*/ 106047 h 140316"/>
                <a:gd name="connsiteX3" fmla="*/ 100079 w 122345"/>
                <a:gd name="connsiteY3" fmla="*/ 47830 h 140316"/>
                <a:gd name="connsiteX4" fmla="*/ 94037 w 122345"/>
                <a:gd name="connsiteY4" fmla="*/ 16483 h 140316"/>
                <a:gd name="connsiteX5" fmla="*/ 56578 w 122345"/>
                <a:gd name="connsiteY5" fmla="*/ 63 h 140316"/>
                <a:gd name="connsiteX6" fmla="*/ 5827 w 122345"/>
                <a:gd name="connsiteY6" fmla="*/ 33500 h 140316"/>
                <a:gd name="connsiteX7" fmla="*/ 18817 w 122345"/>
                <a:gd name="connsiteY7" fmla="*/ 46337 h 140316"/>
                <a:gd name="connsiteX8" fmla="*/ 32411 w 122345"/>
                <a:gd name="connsiteY8" fmla="*/ 33798 h 140316"/>
                <a:gd name="connsiteX9" fmla="*/ 31807 w 122345"/>
                <a:gd name="connsiteY9" fmla="*/ 29022 h 140316"/>
                <a:gd name="connsiteX10" fmla="*/ 30901 w 122345"/>
                <a:gd name="connsiteY10" fmla="*/ 21857 h 140316"/>
                <a:gd name="connsiteX11" fmla="*/ 52651 w 122345"/>
                <a:gd name="connsiteY11" fmla="*/ 7228 h 140316"/>
                <a:gd name="connsiteX12" fmla="*/ 75610 w 122345"/>
                <a:gd name="connsiteY12" fmla="*/ 32007 h 140316"/>
                <a:gd name="connsiteX13" fmla="*/ 75610 w 122345"/>
                <a:gd name="connsiteY13" fmla="*/ 50219 h 140316"/>
                <a:gd name="connsiteX14" fmla="*/ 10963 w 122345"/>
                <a:gd name="connsiteY14" fmla="*/ 82462 h 140316"/>
                <a:gd name="connsiteX15" fmla="*/ 88 w 122345"/>
                <a:gd name="connsiteY15" fmla="*/ 108435 h 140316"/>
                <a:gd name="connsiteX16" fmla="*/ 31807 w 122345"/>
                <a:gd name="connsiteY16" fmla="*/ 140379 h 140316"/>
                <a:gd name="connsiteX17" fmla="*/ 75912 w 122345"/>
                <a:gd name="connsiteY17" fmla="*/ 118586 h 140316"/>
                <a:gd name="connsiteX18" fmla="*/ 95245 w 122345"/>
                <a:gd name="connsiteY18" fmla="*/ 140379 h 140316"/>
                <a:gd name="connsiteX19" fmla="*/ 122433 w 122345"/>
                <a:gd name="connsiteY19" fmla="*/ 125452 h 140316"/>
                <a:gd name="connsiteX20" fmla="*/ 122433 w 122345"/>
                <a:gd name="connsiteY20" fmla="*/ 117690 h 140316"/>
                <a:gd name="connsiteX21" fmla="*/ 75610 w 122345"/>
                <a:gd name="connsiteY21" fmla="*/ 100673 h 140316"/>
                <a:gd name="connsiteX22" fmla="*/ 67755 w 122345"/>
                <a:gd name="connsiteY22" fmla="*/ 116197 h 140316"/>
                <a:gd name="connsiteX23" fmla="*/ 45703 w 122345"/>
                <a:gd name="connsiteY23" fmla="*/ 123064 h 140316"/>
                <a:gd name="connsiteX24" fmla="*/ 26671 w 122345"/>
                <a:gd name="connsiteY24" fmla="*/ 100076 h 140316"/>
                <a:gd name="connsiteX25" fmla="*/ 26671 w 122345"/>
                <a:gd name="connsiteY25" fmla="*/ 98882 h 140316"/>
                <a:gd name="connsiteX26" fmla="*/ 75610 w 122345"/>
                <a:gd name="connsiteY26" fmla="*/ 57384 h 140316"/>
                <a:gd name="connsiteX27" fmla="*/ 75610 w 122345"/>
                <a:gd name="connsiteY27" fmla="*/ 10067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433" y="117690"/>
                  </a:moveTo>
                  <a:cubicBezTo>
                    <a:pt x="117298" y="121870"/>
                    <a:pt x="113672" y="123362"/>
                    <a:pt x="109141" y="123362"/>
                  </a:cubicBezTo>
                  <a:cubicBezTo>
                    <a:pt x="102193" y="123362"/>
                    <a:pt x="100079" y="119183"/>
                    <a:pt x="100079" y="106047"/>
                  </a:cubicBezTo>
                  <a:lnTo>
                    <a:pt x="100079" y="47830"/>
                  </a:lnTo>
                  <a:cubicBezTo>
                    <a:pt x="100079" y="32306"/>
                    <a:pt x="98568" y="23648"/>
                    <a:pt x="94037" y="16483"/>
                  </a:cubicBezTo>
                  <a:cubicBezTo>
                    <a:pt x="87391" y="5735"/>
                    <a:pt x="74401" y="63"/>
                    <a:pt x="56578" y="63"/>
                  </a:cubicBezTo>
                  <a:cubicBezTo>
                    <a:pt x="28182" y="63"/>
                    <a:pt x="5827" y="14692"/>
                    <a:pt x="5827" y="33500"/>
                  </a:cubicBezTo>
                  <a:cubicBezTo>
                    <a:pt x="5827" y="40367"/>
                    <a:pt x="11869" y="46337"/>
                    <a:pt x="18817" y="46337"/>
                  </a:cubicBezTo>
                  <a:cubicBezTo>
                    <a:pt x="26067" y="46337"/>
                    <a:pt x="32411" y="40367"/>
                    <a:pt x="32411" y="33798"/>
                  </a:cubicBezTo>
                  <a:cubicBezTo>
                    <a:pt x="32411" y="32604"/>
                    <a:pt x="32109" y="31112"/>
                    <a:pt x="31807" y="29022"/>
                  </a:cubicBezTo>
                  <a:cubicBezTo>
                    <a:pt x="31203" y="26335"/>
                    <a:pt x="30901" y="23946"/>
                    <a:pt x="30901" y="21857"/>
                  </a:cubicBezTo>
                  <a:cubicBezTo>
                    <a:pt x="30901" y="13796"/>
                    <a:pt x="40567" y="7228"/>
                    <a:pt x="52651" y="7228"/>
                  </a:cubicBezTo>
                  <a:cubicBezTo>
                    <a:pt x="67453" y="7228"/>
                    <a:pt x="75610" y="15886"/>
                    <a:pt x="75610" y="32007"/>
                  </a:cubicBezTo>
                  <a:lnTo>
                    <a:pt x="75610" y="50219"/>
                  </a:lnTo>
                  <a:cubicBezTo>
                    <a:pt x="29088" y="68728"/>
                    <a:pt x="23953" y="71117"/>
                    <a:pt x="10963" y="82462"/>
                  </a:cubicBezTo>
                  <a:cubicBezTo>
                    <a:pt x="4317" y="88432"/>
                    <a:pt x="88" y="98583"/>
                    <a:pt x="88" y="108435"/>
                  </a:cubicBezTo>
                  <a:cubicBezTo>
                    <a:pt x="88" y="127243"/>
                    <a:pt x="13380" y="140379"/>
                    <a:pt x="31807" y="140379"/>
                  </a:cubicBezTo>
                  <a:cubicBezTo>
                    <a:pt x="45099" y="140379"/>
                    <a:pt x="57484" y="134110"/>
                    <a:pt x="75912" y="118586"/>
                  </a:cubicBezTo>
                  <a:cubicBezTo>
                    <a:pt x="77422" y="134110"/>
                    <a:pt x="82860" y="140379"/>
                    <a:pt x="95245" y="140379"/>
                  </a:cubicBezTo>
                  <a:cubicBezTo>
                    <a:pt x="105516" y="140379"/>
                    <a:pt x="111860" y="136797"/>
                    <a:pt x="122433" y="125452"/>
                  </a:cubicBezTo>
                  <a:lnTo>
                    <a:pt x="122433" y="117690"/>
                  </a:lnTo>
                  <a:close/>
                  <a:moveTo>
                    <a:pt x="75610" y="100673"/>
                  </a:moveTo>
                  <a:cubicBezTo>
                    <a:pt x="75610" y="109928"/>
                    <a:pt x="74099" y="112615"/>
                    <a:pt x="67755" y="116197"/>
                  </a:cubicBezTo>
                  <a:cubicBezTo>
                    <a:pt x="60505" y="120377"/>
                    <a:pt x="52047" y="123064"/>
                    <a:pt x="45703" y="123064"/>
                  </a:cubicBezTo>
                  <a:cubicBezTo>
                    <a:pt x="35130" y="123064"/>
                    <a:pt x="26671" y="112913"/>
                    <a:pt x="26671" y="100076"/>
                  </a:cubicBezTo>
                  <a:lnTo>
                    <a:pt x="26671" y="98882"/>
                  </a:lnTo>
                  <a:cubicBezTo>
                    <a:pt x="26671" y="81267"/>
                    <a:pt x="39057" y="70520"/>
                    <a:pt x="75610" y="57384"/>
                  </a:cubicBezTo>
                  <a:lnTo>
                    <a:pt x="75610" y="1006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C4B973-895A-FBF8-8FCC-03CFEA4DCA3C}"/>
                </a:ext>
              </a:extLst>
            </p:cNvPr>
            <p:cNvSpPr/>
            <p:nvPr>
              <p:custDataLst>
                <p:tags r:id="rId405"/>
              </p:custDataLst>
            </p:nvPr>
          </p:nvSpPr>
          <p:spPr>
            <a:xfrm>
              <a:off x="5351131" y="4290561"/>
              <a:ext cx="229284" cy="137331"/>
            </a:xfrm>
            <a:custGeom>
              <a:avLst/>
              <a:gdLst>
                <a:gd name="connsiteX0" fmla="*/ 998 w 229284"/>
                <a:gd name="connsiteY0" fmla="*/ 18573 h 137331"/>
                <a:gd name="connsiteX1" fmla="*/ 10665 w 229284"/>
                <a:gd name="connsiteY1" fmla="*/ 17378 h 137331"/>
                <a:gd name="connsiteX2" fmla="*/ 21238 w 229284"/>
                <a:gd name="connsiteY2" fmla="*/ 36485 h 137331"/>
                <a:gd name="connsiteX3" fmla="*/ 21238 w 229284"/>
                <a:gd name="connsiteY3" fmla="*/ 112018 h 137331"/>
                <a:gd name="connsiteX4" fmla="*/ 92 w 229284"/>
                <a:gd name="connsiteY4" fmla="*/ 132916 h 137331"/>
                <a:gd name="connsiteX5" fmla="*/ 92 w 229284"/>
                <a:gd name="connsiteY5" fmla="*/ 137394 h 137331"/>
                <a:gd name="connsiteX6" fmla="*/ 67156 w 229284"/>
                <a:gd name="connsiteY6" fmla="*/ 137394 h 137331"/>
                <a:gd name="connsiteX7" fmla="*/ 67156 w 229284"/>
                <a:gd name="connsiteY7" fmla="*/ 132916 h 137331"/>
                <a:gd name="connsiteX8" fmla="*/ 46614 w 229284"/>
                <a:gd name="connsiteY8" fmla="*/ 117391 h 137331"/>
                <a:gd name="connsiteX9" fmla="*/ 46614 w 229284"/>
                <a:gd name="connsiteY9" fmla="*/ 33201 h 137331"/>
                <a:gd name="connsiteX10" fmla="*/ 51145 w 229284"/>
                <a:gd name="connsiteY10" fmla="*/ 27529 h 137331"/>
                <a:gd name="connsiteX11" fmla="*/ 82260 w 229284"/>
                <a:gd name="connsiteY11" fmla="*/ 15587 h 137331"/>
                <a:gd name="connsiteX12" fmla="*/ 102198 w 229284"/>
                <a:gd name="connsiteY12" fmla="*/ 46935 h 137331"/>
                <a:gd name="connsiteX13" fmla="*/ 102198 w 229284"/>
                <a:gd name="connsiteY13" fmla="*/ 111719 h 137331"/>
                <a:gd name="connsiteX14" fmla="*/ 81656 w 229284"/>
                <a:gd name="connsiteY14" fmla="*/ 132916 h 137331"/>
                <a:gd name="connsiteX15" fmla="*/ 81656 w 229284"/>
                <a:gd name="connsiteY15" fmla="*/ 137394 h 137331"/>
                <a:gd name="connsiteX16" fmla="*/ 149323 w 229284"/>
                <a:gd name="connsiteY16" fmla="*/ 137394 h 137331"/>
                <a:gd name="connsiteX17" fmla="*/ 149323 w 229284"/>
                <a:gd name="connsiteY17" fmla="*/ 132916 h 137331"/>
                <a:gd name="connsiteX18" fmla="*/ 127573 w 229284"/>
                <a:gd name="connsiteY18" fmla="*/ 109032 h 137331"/>
                <a:gd name="connsiteX19" fmla="*/ 127573 w 229284"/>
                <a:gd name="connsiteY19" fmla="*/ 33798 h 137331"/>
                <a:gd name="connsiteX20" fmla="*/ 160500 w 229284"/>
                <a:gd name="connsiteY20" fmla="*/ 15587 h 137331"/>
                <a:gd name="connsiteX21" fmla="*/ 183157 w 229284"/>
                <a:gd name="connsiteY21" fmla="*/ 48427 h 137331"/>
                <a:gd name="connsiteX22" fmla="*/ 183157 w 229284"/>
                <a:gd name="connsiteY22" fmla="*/ 111420 h 137331"/>
                <a:gd name="connsiteX23" fmla="*/ 163219 w 229284"/>
                <a:gd name="connsiteY23" fmla="*/ 132916 h 137331"/>
                <a:gd name="connsiteX24" fmla="*/ 163219 w 229284"/>
                <a:gd name="connsiteY24" fmla="*/ 137394 h 137331"/>
                <a:gd name="connsiteX25" fmla="*/ 229376 w 229284"/>
                <a:gd name="connsiteY25" fmla="*/ 137394 h 137331"/>
                <a:gd name="connsiteX26" fmla="*/ 229376 w 229284"/>
                <a:gd name="connsiteY26" fmla="*/ 132916 h 137331"/>
                <a:gd name="connsiteX27" fmla="*/ 221522 w 229284"/>
                <a:gd name="connsiteY27" fmla="*/ 132319 h 137331"/>
                <a:gd name="connsiteX28" fmla="*/ 208532 w 229284"/>
                <a:gd name="connsiteY28" fmla="*/ 114704 h 137331"/>
                <a:gd name="connsiteX29" fmla="*/ 208532 w 229284"/>
                <a:gd name="connsiteY29" fmla="*/ 53204 h 137331"/>
                <a:gd name="connsiteX30" fmla="*/ 173490 w 229284"/>
                <a:gd name="connsiteY30" fmla="*/ 63 h 137331"/>
                <a:gd name="connsiteX31" fmla="*/ 124250 w 229284"/>
                <a:gd name="connsiteY31" fmla="*/ 25141 h 137331"/>
                <a:gd name="connsiteX32" fmla="*/ 92229 w 229284"/>
                <a:gd name="connsiteY32" fmla="*/ 63 h 137331"/>
                <a:gd name="connsiteX33" fmla="*/ 45405 w 229284"/>
                <a:gd name="connsiteY33" fmla="*/ 23051 h 137331"/>
                <a:gd name="connsiteX34" fmla="*/ 45405 w 229284"/>
                <a:gd name="connsiteY34" fmla="*/ 660 h 137331"/>
                <a:gd name="connsiteX35" fmla="*/ 43291 w 229284"/>
                <a:gd name="connsiteY35" fmla="*/ 63 h 137331"/>
                <a:gd name="connsiteX36" fmla="*/ 998 w 229284"/>
                <a:gd name="connsiteY36" fmla="*/ 13497 h 137331"/>
                <a:gd name="connsiteX37" fmla="*/ 998 w 229284"/>
                <a:gd name="connsiteY37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284" h="137331">
                  <a:moveTo>
                    <a:pt x="998" y="18573"/>
                  </a:moveTo>
                  <a:cubicBezTo>
                    <a:pt x="4926" y="17677"/>
                    <a:pt x="7342" y="17378"/>
                    <a:pt x="10665" y="17378"/>
                  </a:cubicBezTo>
                  <a:cubicBezTo>
                    <a:pt x="18519" y="17378"/>
                    <a:pt x="21238" y="22155"/>
                    <a:pt x="21238" y="36485"/>
                  </a:cubicBezTo>
                  <a:lnTo>
                    <a:pt x="21238" y="112018"/>
                  </a:lnTo>
                  <a:cubicBezTo>
                    <a:pt x="21238" y="128139"/>
                    <a:pt x="17009" y="132617"/>
                    <a:pt x="92" y="132916"/>
                  </a:cubicBezTo>
                  <a:lnTo>
                    <a:pt x="92" y="137394"/>
                  </a:lnTo>
                  <a:lnTo>
                    <a:pt x="67156" y="137394"/>
                  </a:lnTo>
                  <a:lnTo>
                    <a:pt x="67156" y="132916"/>
                  </a:lnTo>
                  <a:cubicBezTo>
                    <a:pt x="51145" y="132319"/>
                    <a:pt x="46614" y="129035"/>
                    <a:pt x="46614" y="117391"/>
                  </a:cubicBezTo>
                  <a:lnTo>
                    <a:pt x="46614" y="33201"/>
                  </a:lnTo>
                  <a:cubicBezTo>
                    <a:pt x="46614" y="32604"/>
                    <a:pt x="49030" y="29619"/>
                    <a:pt x="51145" y="27529"/>
                  </a:cubicBezTo>
                  <a:cubicBezTo>
                    <a:pt x="58697" y="20662"/>
                    <a:pt x="71687" y="15587"/>
                    <a:pt x="82260" y="15587"/>
                  </a:cubicBezTo>
                  <a:cubicBezTo>
                    <a:pt x="95552" y="15587"/>
                    <a:pt x="102198" y="26036"/>
                    <a:pt x="102198" y="46935"/>
                  </a:cubicBezTo>
                  <a:lnTo>
                    <a:pt x="102198" y="111719"/>
                  </a:lnTo>
                  <a:cubicBezTo>
                    <a:pt x="102198" y="128438"/>
                    <a:pt x="98875" y="131722"/>
                    <a:pt x="81656" y="132916"/>
                  </a:cubicBezTo>
                  <a:lnTo>
                    <a:pt x="81656" y="137394"/>
                  </a:lnTo>
                  <a:lnTo>
                    <a:pt x="149323" y="137394"/>
                  </a:lnTo>
                  <a:lnTo>
                    <a:pt x="149323" y="132916"/>
                  </a:lnTo>
                  <a:cubicBezTo>
                    <a:pt x="132104" y="132617"/>
                    <a:pt x="127573" y="127542"/>
                    <a:pt x="127573" y="109032"/>
                  </a:cubicBezTo>
                  <a:lnTo>
                    <a:pt x="127573" y="33798"/>
                  </a:lnTo>
                  <a:cubicBezTo>
                    <a:pt x="136636" y="20961"/>
                    <a:pt x="146604" y="15587"/>
                    <a:pt x="160500" y="15587"/>
                  </a:cubicBezTo>
                  <a:cubicBezTo>
                    <a:pt x="177719" y="15587"/>
                    <a:pt x="183157" y="23648"/>
                    <a:pt x="183157" y="48427"/>
                  </a:cubicBezTo>
                  <a:lnTo>
                    <a:pt x="183157" y="111420"/>
                  </a:lnTo>
                  <a:cubicBezTo>
                    <a:pt x="183157" y="128438"/>
                    <a:pt x="180740" y="130826"/>
                    <a:pt x="163219" y="132916"/>
                  </a:cubicBezTo>
                  <a:lnTo>
                    <a:pt x="163219" y="137394"/>
                  </a:lnTo>
                  <a:lnTo>
                    <a:pt x="229376" y="137394"/>
                  </a:lnTo>
                  <a:lnTo>
                    <a:pt x="229376" y="132916"/>
                  </a:lnTo>
                  <a:lnTo>
                    <a:pt x="221522" y="132319"/>
                  </a:lnTo>
                  <a:cubicBezTo>
                    <a:pt x="212459" y="131722"/>
                    <a:pt x="208532" y="126348"/>
                    <a:pt x="208532" y="114704"/>
                  </a:cubicBezTo>
                  <a:lnTo>
                    <a:pt x="208532" y="53204"/>
                  </a:lnTo>
                  <a:cubicBezTo>
                    <a:pt x="208532" y="17976"/>
                    <a:pt x="196751" y="63"/>
                    <a:pt x="173490" y="63"/>
                  </a:cubicBezTo>
                  <a:cubicBezTo>
                    <a:pt x="155969" y="63"/>
                    <a:pt x="140563" y="7825"/>
                    <a:pt x="124250" y="25141"/>
                  </a:cubicBezTo>
                  <a:cubicBezTo>
                    <a:pt x="118812" y="8123"/>
                    <a:pt x="108541" y="63"/>
                    <a:pt x="92229" y="63"/>
                  </a:cubicBezTo>
                  <a:cubicBezTo>
                    <a:pt x="78937" y="63"/>
                    <a:pt x="70479" y="4242"/>
                    <a:pt x="45405" y="23051"/>
                  </a:cubicBezTo>
                  <a:lnTo>
                    <a:pt x="45405" y="660"/>
                  </a:lnTo>
                  <a:lnTo>
                    <a:pt x="43291" y="63"/>
                  </a:lnTo>
                  <a:cubicBezTo>
                    <a:pt x="27884" y="5735"/>
                    <a:pt x="17613" y="9019"/>
                    <a:pt x="998" y="13497"/>
                  </a:cubicBezTo>
                  <a:lnTo>
                    <a:pt x="998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8D00C8B-CA29-104B-248C-27101F585001}"/>
                </a:ext>
              </a:extLst>
            </p:cNvPr>
            <p:cNvSpPr/>
            <p:nvPr>
              <p:custDataLst>
                <p:tags r:id="rId406"/>
              </p:custDataLst>
            </p:nvPr>
          </p:nvSpPr>
          <p:spPr>
            <a:xfrm>
              <a:off x="5583710" y="4290561"/>
              <a:ext cx="140470" cy="202115"/>
            </a:xfrm>
            <a:custGeom>
              <a:avLst/>
              <a:gdLst>
                <a:gd name="connsiteX0" fmla="*/ 1308 w 140470"/>
                <a:gd name="connsiteY0" fmla="*/ 20065 h 202115"/>
                <a:gd name="connsiteX1" fmla="*/ 8860 w 140470"/>
                <a:gd name="connsiteY1" fmla="*/ 19767 h 202115"/>
                <a:gd name="connsiteX2" fmla="*/ 21246 w 140470"/>
                <a:gd name="connsiteY2" fmla="*/ 36784 h 202115"/>
                <a:gd name="connsiteX3" fmla="*/ 21246 w 140470"/>
                <a:gd name="connsiteY3" fmla="*/ 176504 h 202115"/>
                <a:gd name="connsiteX4" fmla="*/ 100 w 140470"/>
                <a:gd name="connsiteY4" fmla="*/ 197103 h 202115"/>
                <a:gd name="connsiteX5" fmla="*/ 100 w 140470"/>
                <a:gd name="connsiteY5" fmla="*/ 202179 h 202115"/>
                <a:gd name="connsiteX6" fmla="*/ 73205 w 140470"/>
                <a:gd name="connsiteY6" fmla="*/ 202179 h 202115"/>
                <a:gd name="connsiteX7" fmla="*/ 73205 w 140470"/>
                <a:gd name="connsiteY7" fmla="*/ 196805 h 202115"/>
                <a:gd name="connsiteX8" fmla="*/ 46621 w 140470"/>
                <a:gd name="connsiteY8" fmla="*/ 174414 h 202115"/>
                <a:gd name="connsiteX9" fmla="*/ 46621 w 140470"/>
                <a:gd name="connsiteY9" fmla="*/ 127542 h 202115"/>
                <a:gd name="connsiteX10" fmla="*/ 77132 w 140470"/>
                <a:gd name="connsiteY10" fmla="*/ 140379 h 202115"/>
                <a:gd name="connsiteX11" fmla="*/ 140570 w 140470"/>
                <a:gd name="connsiteY11" fmla="*/ 63653 h 202115"/>
                <a:gd name="connsiteX12" fmla="*/ 90122 w 140470"/>
                <a:gd name="connsiteY12" fmla="*/ 63 h 202115"/>
                <a:gd name="connsiteX13" fmla="*/ 46621 w 140470"/>
                <a:gd name="connsiteY13" fmla="*/ 23648 h 202115"/>
                <a:gd name="connsiteX14" fmla="*/ 46621 w 140470"/>
                <a:gd name="connsiteY14" fmla="*/ 660 h 202115"/>
                <a:gd name="connsiteX15" fmla="*/ 44809 w 140470"/>
                <a:gd name="connsiteY15" fmla="*/ 63 h 202115"/>
                <a:gd name="connsiteX16" fmla="*/ 1308 w 140470"/>
                <a:gd name="connsiteY16" fmla="*/ 15289 h 202115"/>
                <a:gd name="connsiteX17" fmla="*/ 1308 w 140470"/>
                <a:gd name="connsiteY17" fmla="*/ 20065 h 202115"/>
                <a:gd name="connsiteX18" fmla="*/ 46621 w 140470"/>
                <a:gd name="connsiteY18" fmla="*/ 37680 h 202115"/>
                <a:gd name="connsiteX19" fmla="*/ 77434 w 140470"/>
                <a:gd name="connsiteY19" fmla="*/ 17976 h 202115"/>
                <a:gd name="connsiteX20" fmla="*/ 114591 w 140470"/>
                <a:gd name="connsiteY20" fmla="*/ 75296 h 202115"/>
                <a:gd name="connsiteX21" fmla="*/ 78038 w 140470"/>
                <a:gd name="connsiteY21" fmla="*/ 130826 h 202115"/>
                <a:gd name="connsiteX22" fmla="*/ 46621 w 140470"/>
                <a:gd name="connsiteY22" fmla="*/ 111122 h 202115"/>
                <a:gd name="connsiteX23" fmla="*/ 46621 w 140470"/>
                <a:gd name="connsiteY23" fmla="*/ 37680 h 20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470" h="202115">
                  <a:moveTo>
                    <a:pt x="1308" y="20065"/>
                  </a:moveTo>
                  <a:cubicBezTo>
                    <a:pt x="4027" y="19767"/>
                    <a:pt x="6142" y="19767"/>
                    <a:pt x="8860" y="19767"/>
                  </a:cubicBezTo>
                  <a:cubicBezTo>
                    <a:pt x="19131" y="19767"/>
                    <a:pt x="21246" y="22752"/>
                    <a:pt x="21246" y="36784"/>
                  </a:cubicBezTo>
                  <a:lnTo>
                    <a:pt x="21246" y="176504"/>
                  </a:lnTo>
                  <a:cubicBezTo>
                    <a:pt x="21246" y="192028"/>
                    <a:pt x="17923" y="195312"/>
                    <a:pt x="100" y="197103"/>
                  </a:cubicBezTo>
                  <a:lnTo>
                    <a:pt x="100" y="202179"/>
                  </a:lnTo>
                  <a:lnTo>
                    <a:pt x="73205" y="202179"/>
                  </a:lnTo>
                  <a:lnTo>
                    <a:pt x="73205" y="196805"/>
                  </a:lnTo>
                  <a:cubicBezTo>
                    <a:pt x="50548" y="196506"/>
                    <a:pt x="46621" y="193222"/>
                    <a:pt x="46621" y="174414"/>
                  </a:cubicBezTo>
                  <a:lnTo>
                    <a:pt x="46621" y="127542"/>
                  </a:lnTo>
                  <a:cubicBezTo>
                    <a:pt x="57194" y="137394"/>
                    <a:pt x="64445" y="140379"/>
                    <a:pt x="77132" y="140379"/>
                  </a:cubicBezTo>
                  <a:cubicBezTo>
                    <a:pt x="112778" y="140379"/>
                    <a:pt x="140570" y="106942"/>
                    <a:pt x="140570" y="63653"/>
                  </a:cubicBezTo>
                  <a:cubicBezTo>
                    <a:pt x="140570" y="26633"/>
                    <a:pt x="119424" y="63"/>
                    <a:pt x="90122" y="63"/>
                  </a:cubicBezTo>
                  <a:cubicBezTo>
                    <a:pt x="73205" y="63"/>
                    <a:pt x="59913" y="7526"/>
                    <a:pt x="46621" y="23648"/>
                  </a:cubicBezTo>
                  <a:lnTo>
                    <a:pt x="46621" y="660"/>
                  </a:lnTo>
                  <a:lnTo>
                    <a:pt x="44809" y="63"/>
                  </a:lnTo>
                  <a:cubicBezTo>
                    <a:pt x="28496" y="6332"/>
                    <a:pt x="17923" y="10213"/>
                    <a:pt x="1308" y="15289"/>
                  </a:cubicBezTo>
                  <a:lnTo>
                    <a:pt x="1308" y="20065"/>
                  </a:lnTo>
                  <a:close/>
                  <a:moveTo>
                    <a:pt x="46621" y="37680"/>
                  </a:moveTo>
                  <a:cubicBezTo>
                    <a:pt x="46621" y="28723"/>
                    <a:pt x="63538" y="17976"/>
                    <a:pt x="77434" y="17976"/>
                  </a:cubicBezTo>
                  <a:cubicBezTo>
                    <a:pt x="99789" y="17976"/>
                    <a:pt x="114591" y="40665"/>
                    <a:pt x="114591" y="75296"/>
                  </a:cubicBezTo>
                  <a:cubicBezTo>
                    <a:pt x="114591" y="108435"/>
                    <a:pt x="99789" y="130826"/>
                    <a:pt x="78038" y="130826"/>
                  </a:cubicBezTo>
                  <a:cubicBezTo>
                    <a:pt x="63840" y="130826"/>
                    <a:pt x="46621" y="120078"/>
                    <a:pt x="46621" y="111122"/>
                  </a:cubicBezTo>
                  <a:lnTo>
                    <a:pt x="46621" y="37680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B7DD6F-DBD8-3751-4B2F-504CEE25F5A6}"/>
                </a:ext>
              </a:extLst>
            </p:cNvPr>
            <p:cNvSpPr/>
            <p:nvPr>
              <p:custDataLst>
                <p:tags r:id="rId407"/>
              </p:custDataLst>
            </p:nvPr>
          </p:nvSpPr>
          <p:spPr>
            <a:xfrm>
              <a:off x="5739550" y="4223986"/>
              <a:ext cx="71896" cy="203907"/>
            </a:xfrm>
            <a:custGeom>
              <a:avLst/>
              <a:gdLst>
                <a:gd name="connsiteX0" fmla="*/ 105 w 71896"/>
                <a:gd name="connsiteY0" fmla="*/ 17976 h 203907"/>
                <a:gd name="connsiteX1" fmla="*/ 1917 w 71896"/>
                <a:gd name="connsiteY1" fmla="*/ 17976 h 203907"/>
                <a:gd name="connsiteX2" fmla="*/ 11282 w 71896"/>
                <a:gd name="connsiteY2" fmla="*/ 17378 h 203907"/>
                <a:gd name="connsiteX3" fmla="*/ 23970 w 71896"/>
                <a:gd name="connsiteY3" fmla="*/ 35590 h 203907"/>
                <a:gd name="connsiteX4" fmla="*/ 23970 w 71896"/>
                <a:gd name="connsiteY4" fmla="*/ 177996 h 203907"/>
                <a:gd name="connsiteX5" fmla="*/ 709 w 71896"/>
                <a:gd name="connsiteY5" fmla="*/ 199492 h 203907"/>
                <a:gd name="connsiteX6" fmla="*/ 709 w 71896"/>
                <a:gd name="connsiteY6" fmla="*/ 203970 h 203907"/>
                <a:gd name="connsiteX7" fmla="*/ 72002 w 71896"/>
                <a:gd name="connsiteY7" fmla="*/ 203970 h 203907"/>
                <a:gd name="connsiteX8" fmla="*/ 72002 w 71896"/>
                <a:gd name="connsiteY8" fmla="*/ 199492 h 203907"/>
                <a:gd name="connsiteX9" fmla="*/ 49345 w 71896"/>
                <a:gd name="connsiteY9" fmla="*/ 178892 h 203907"/>
                <a:gd name="connsiteX10" fmla="*/ 49345 w 71896"/>
                <a:gd name="connsiteY10" fmla="*/ 660 h 203907"/>
                <a:gd name="connsiteX11" fmla="*/ 48137 w 71896"/>
                <a:gd name="connsiteY11" fmla="*/ 63 h 203907"/>
                <a:gd name="connsiteX12" fmla="*/ 105 w 71896"/>
                <a:gd name="connsiteY12" fmla="*/ 13199 h 203907"/>
                <a:gd name="connsiteX13" fmla="*/ 105 w 71896"/>
                <a:gd name="connsiteY13" fmla="*/ 17976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96" h="203907">
                  <a:moveTo>
                    <a:pt x="105" y="17976"/>
                  </a:moveTo>
                  <a:lnTo>
                    <a:pt x="1917" y="17976"/>
                  </a:lnTo>
                  <a:cubicBezTo>
                    <a:pt x="5240" y="17677"/>
                    <a:pt x="8865" y="17378"/>
                    <a:pt x="11282" y="17378"/>
                  </a:cubicBezTo>
                  <a:cubicBezTo>
                    <a:pt x="20949" y="17378"/>
                    <a:pt x="23970" y="21558"/>
                    <a:pt x="23970" y="35590"/>
                  </a:cubicBezTo>
                  <a:lnTo>
                    <a:pt x="23970" y="177996"/>
                  </a:lnTo>
                  <a:cubicBezTo>
                    <a:pt x="23970" y="194118"/>
                    <a:pt x="19741" y="197999"/>
                    <a:pt x="709" y="199492"/>
                  </a:cubicBezTo>
                  <a:lnTo>
                    <a:pt x="709" y="203970"/>
                  </a:lnTo>
                  <a:lnTo>
                    <a:pt x="72002" y="203970"/>
                  </a:lnTo>
                  <a:lnTo>
                    <a:pt x="72002" y="199492"/>
                  </a:lnTo>
                  <a:cubicBezTo>
                    <a:pt x="52970" y="198297"/>
                    <a:pt x="49345" y="195312"/>
                    <a:pt x="49345" y="178892"/>
                  </a:cubicBezTo>
                  <a:lnTo>
                    <a:pt x="49345" y="660"/>
                  </a:lnTo>
                  <a:lnTo>
                    <a:pt x="48137" y="63"/>
                  </a:lnTo>
                  <a:cubicBezTo>
                    <a:pt x="32428" y="5138"/>
                    <a:pt x="20949" y="8124"/>
                    <a:pt x="105" y="13199"/>
                  </a:cubicBezTo>
                  <a:lnTo>
                    <a:pt x="105" y="17976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4B94331-9334-12F3-A226-A7AFE1D32BBC}"/>
                </a:ext>
              </a:extLst>
            </p:cNvPr>
            <p:cNvSpPr/>
            <p:nvPr>
              <p:custDataLst>
                <p:tags r:id="rId408"/>
              </p:custDataLst>
            </p:nvPr>
          </p:nvSpPr>
          <p:spPr>
            <a:xfrm>
              <a:off x="5825654" y="4290561"/>
              <a:ext cx="120532" cy="140316"/>
            </a:xfrm>
            <a:custGeom>
              <a:avLst/>
              <a:gdLst>
                <a:gd name="connsiteX0" fmla="*/ 115807 w 120532"/>
                <a:gd name="connsiteY0" fmla="*/ 88432 h 140316"/>
                <a:gd name="connsiteX1" fmla="*/ 68984 w 120532"/>
                <a:gd name="connsiteY1" fmla="*/ 119780 h 140316"/>
                <a:gd name="connsiteX2" fmla="*/ 30014 w 120532"/>
                <a:gd name="connsiteY2" fmla="*/ 94105 h 140316"/>
                <a:gd name="connsiteX3" fmla="*/ 21858 w 120532"/>
                <a:gd name="connsiteY3" fmla="*/ 54697 h 140316"/>
                <a:gd name="connsiteX4" fmla="*/ 114901 w 120532"/>
                <a:gd name="connsiteY4" fmla="*/ 54697 h 140316"/>
                <a:gd name="connsiteX5" fmla="*/ 101911 w 120532"/>
                <a:gd name="connsiteY5" fmla="*/ 17080 h 140316"/>
                <a:gd name="connsiteX6" fmla="*/ 63244 w 120532"/>
                <a:gd name="connsiteY6" fmla="*/ 63 h 140316"/>
                <a:gd name="connsiteX7" fmla="*/ 22462 w 120532"/>
                <a:gd name="connsiteY7" fmla="*/ 15587 h 140316"/>
                <a:gd name="connsiteX8" fmla="*/ 108 w 120532"/>
                <a:gd name="connsiteY8" fmla="*/ 73505 h 140316"/>
                <a:gd name="connsiteX9" fmla="*/ 56598 w 120532"/>
                <a:gd name="connsiteY9" fmla="*/ 140379 h 140316"/>
                <a:gd name="connsiteX10" fmla="*/ 120640 w 120532"/>
                <a:gd name="connsiteY10" fmla="*/ 90522 h 140316"/>
                <a:gd name="connsiteX11" fmla="*/ 115807 w 120532"/>
                <a:gd name="connsiteY11" fmla="*/ 88432 h 140316"/>
                <a:gd name="connsiteX12" fmla="*/ 22462 w 120532"/>
                <a:gd name="connsiteY12" fmla="*/ 45143 h 140316"/>
                <a:gd name="connsiteX13" fmla="*/ 54483 w 120532"/>
                <a:gd name="connsiteY13" fmla="*/ 10810 h 140316"/>
                <a:gd name="connsiteX14" fmla="*/ 84088 w 120532"/>
                <a:gd name="connsiteY14" fmla="*/ 45143 h 140316"/>
                <a:gd name="connsiteX15" fmla="*/ 22462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807" y="88432"/>
                  </a:moveTo>
                  <a:cubicBezTo>
                    <a:pt x="101307" y="111122"/>
                    <a:pt x="88317" y="119780"/>
                    <a:pt x="68984" y="119780"/>
                  </a:cubicBezTo>
                  <a:cubicBezTo>
                    <a:pt x="51765" y="119780"/>
                    <a:pt x="38775" y="111122"/>
                    <a:pt x="30014" y="94105"/>
                  </a:cubicBezTo>
                  <a:cubicBezTo>
                    <a:pt x="24577" y="82760"/>
                    <a:pt x="22462" y="72908"/>
                    <a:pt x="21858" y="54697"/>
                  </a:cubicBezTo>
                  <a:lnTo>
                    <a:pt x="114901" y="54697"/>
                  </a:lnTo>
                  <a:cubicBezTo>
                    <a:pt x="112484" y="35291"/>
                    <a:pt x="109463" y="26633"/>
                    <a:pt x="101911" y="17080"/>
                  </a:cubicBezTo>
                  <a:cubicBezTo>
                    <a:pt x="92848" y="6332"/>
                    <a:pt x="78952" y="63"/>
                    <a:pt x="63244" y="63"/>
                  </a:cubicBezTo>
                  <a:cubicBezTo>
                    <a:pt x="48140" y="63"/>
                    <a:pt x="33941" y="5437"/>
                    <a:pt x="22462" y="15587"/>
                  </a:cubicBezTo>
                  <a:cubicBezTo>
                    <a:pt x="8264" y="27828"/>
                    <a:pt x="108" y="49024"/>
                    <a:pt x="108" y="73505"/>
                  </a:cubicBezTo>
                  <a:cubicBezTo>
                    <a:pt x="108" y="114704"/>
                    <a:pt x="21858" y="140379"/>
                    <a:pt x="56598" y="140379"/>
                  </a:cubicBezTo>
                  <a:cubicBezTo>
                    <a:pt x="85296" y="140379"/>
                    <a:pt x="107953" y="122765"/>
                    <a:pt x="120640" y="90522"/>
                  </a:cubicBezTo>
                  <a:lnTo>
                    <a:pt x="115807" y="88432"/>
                  </a:lnTo>
                  <a:close/>
                  <a:moveTo>
                    <a:pt x="22462" y="45143"/>
                  </a:moveTo>
                  <a:cubicBezTo>
                    <a:pt x="25785" y="21857"/>
                    <a:pt x="36056" y="10810"/>
                    <a:pt x="54483" y="10810"/>
                  </a:cubicBezTo>
                  <a:cubicBezTo>
                    <a:pt x="72911" y="10810"/>
                    <a:pt x="80161" y="19170"/>
                    <a:pt x="84088" y="45143"/>
                  </a:cubicBezTo>
                  <a:lnTo>
                    <a:pt x="22462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7382B52-8295-2A2D-38AA-560D70689991}"/>
                </a:ext>
              </a:extLst>
            </p:cNvPr>
            <p:cNvSpPr/>
            <p:nvPr>
              <p:custDataLst>
                <p:tags r:id="rId409"/>
              </p:custDataLst>
            </p:nvPr>
          </p:nvSpPr>
          <p:spPr>
            <a:xfrm>
              <a:off x="5977199" y="4290860"/>
              <a:ext cx="33531" cy="140316"/>
            </a:xfrm>
            <a:custGeom>
              <a:avLst/>
              <a:gdLst>
                <a:gd name="connsiteX0" fmla="*/ 16727 w 33531"/>
                <a:gd name="connsiteY0" fmla="*/ 63 h 140316"/>
                <a:gd name="connsiteX1" fmla="*/ 112 w 33531"/>
                <a:gd name="connsiteY1" fmla="*/ 17080 h 140316"/>
                <a:gd name="connsiteX2" fmla="*/ 16425 w 33531"/>
                <a:gd name="connsiteY2" fmla="*/ 33201 h 140316"/>
                <a:gd name="connsiteX3" fmla="*/ 33644 w 33531"/>
                <a:gd name="connsiteY3" fmla="*/ 17080 h 140316"/>
                <a:gd name="connsiteX4" fmla="*/ 16727 w 33531"/>
                <a:gd name="connsiteY4" fmla="*/ 63 h 140316"/>
                <a:gd name="connsiteX5" fmla="*/ 16727 w 33531"/>
                <a:gd name="connsiteY5" fmla="*/ 107241 h 140316"/>
                <a:gd name="connsiteX6" fmla="*/ 112 w 33531"/>
                <a:gd name="connsiteY6" fmla="*/ 124258 h 140316"/>
                <a:gd name="connsiteX7" fmla="*/ 16425 w 33531"/>
                <a:gd name="connsiteY7" fmla="*/ 140379 h 140316"/>
                <a:gd name="connsiteX8" fmla="*/ 33644 w 33531"/>
                <a:gd name="connsiteY8" fmla="*/ 124258 h 140316"/>
                <a:gd name="connsiteX9" fmla="*/ 16727 w 33531"/>
                <a:gd name="connsiteY9" fmla="*/ 107241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31" h="140316">
                  <a:moveTo>
                    <a:pt x="16727" y="63"/>
                  </a:moveTo>
                  <a:cubicBezTo>
                    <a:pt x="7664" y="63"/>
                    <a:pt x="112" y="7825"/>
                    <a:pt x="112" y="17080"/>
                  </a:cubicBezTo>
                  <a:cubicBezTo>
                    <a:pt x="112" y="25738"/>
                    <a:pt x="7664" y="33201"/>
                    <a:pt x="16425" y="33201"/>
                  </a:cubicBezTo>
                  <a:cubicBezTo>
                    <a:pt x="25790" y="33201"/>
                    <a:pt x="33644" y="25738"/>
                    <a:pt x="33644" y="17080"/>
                  </a:cubicBezTo>
                  <a:cubicBezTo>
                    <a:pt x="33644" y="7825"/>
                    <a:pt x="25790" y="63"/>
                    <a:pt x="16727" y="63"/>
                  </a:cubicBezTo>
                  <a:close/>
                  <a:moveTo>
                    <a:pt x="16727" y="107241"/>
                  </a:moveTo>
                  <a:cubicBezTo>
                    <a:pt x="7664" y="107241"/>
                    <a:pt x="112" y="115003"/>
                    <a:pt x="112" y="124258"/>
                  </a:cubicBezTo>
                  <a:cubicBezTo>
                    <a:pt x="112" y="132916"/>
                    <a:pt x="7664" y="140379"/>
                    <a:pt x="16425" y="140379"/>
                  </a:cubicBezTo>
                  <a:cubicBezTo>
                    <a:pt x="25790" y="140379"/>
                    <a:pt x="33644" y="132916"/>
                    <a:pt x="33644" y="124258"/>
                  </a:cubicBezTo>
                  <a:cubicBezTo>
                    <a:pt x="33644" y="115003"/>
                    <a:pt x="25790" y="107241"/>
                    <a:pt x="16727" y="107241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129A31-56BE-37E7-D8FE-75E8B12FD16E}"/>
                </a:ext>
              </a:extLst>
            </p:cNvPr>
            <p:cNvSpPr/>
            <p:nvPr>
              <p:custDataLst>
                <p:tags r:id="rId410"/>
              </p:custDataLst>
            </p:nvPr>
          </p:nvSpPr>
          <p:spPr>
            <a:xfrm>
              <a:off x="6130751" y="4230255"/>
              <a:ext cx="208742" cy="201817"/>
            </a:xfrm>
            <a:custGeom>
              <a:avLst/>
              <a:gdLst>
                <a:gd name="connsiteX0" fmla="*/ 180464 w 208742"/>
                <a:gd name="connsiteY0" fmla="*/ 43949 h 201817"/>
                <a:gd name="connsiteX1" fmla="*/ 208860 w 208742"/>
                <a:gd name="connsiteY1" fmla="*/ 5735 h 201817"/>
                <a:gd name="connsiteX2" fmla="*/ 208860 w 208742"/>
                <a:gd name="connsiteY2" fmla="*/ 63 h 201817"/>
                <a:gd name="connsiteX3" fmla="*/ 138776 w 208742"/>
                <a:gd name="connsiteY3" fmla="*/ 63 h 201817"/>
                <a:gd name="connsiteX4" fmla="*/ 138776 w 208742"/>
                <a:gd name="connsiteY4" fmla="*/ 5735 h 201817"/>
                <a:gd name="connsiteX5" fmla="*/ 167172 w 208742"/>
                <a:gd name="connsiteY5" fmla="*/ 43949 h 201817"/>
                <a:gd name="connsiteX6" fmla="*/ 167172 w 208742"/>
                <a:gd name="connsiteY6" fmla="*/ 124557 h 201817"/>
                <a:gd name="connsiteX7" fmla="*/ 160224 w 208742"/>
                <a:gd name="connsiteY7" fmla="*/ 165159 h 201817"/>
                <a:gd name="connsiteX8" fmla="*/ 110078 w 208742"/>
                <a:gd name="connsiteY8" fmla="*/ 188744 h 201817"/>
                <a:gd name="connsiteX9" fmla="*/ 65671 w 208742"/>
                <a:gd name="connsiteY9" fmla="*/ 167547 h 201817"/>
                <a:gd name="connsiteX10" fmla="*/ 58119 w 208742"/>
                <a:gd name="connsiteY10" fmla="*/ 128139 h 201817"/>
                <a:gd name="connsiteX11" fmla="*/ 58119 w 208742"/>
                <a:gd name="connsiteY11" fmla="*/ 32604 h 201817"/>
                <a:gd name="connsiteX12" fmla="*/ 85608 w 208742"/>
                <a:gd name="connsiteY12" fmla="*/ 5735 h 201817"/>
                <a:gd name="connsiteX13" fmla="*/ 85608 w 208742"/>
                <a:gd name="connsiteY13" fmla="*/ 63 h 201817"/>
                <a:gd name="connsiteX14" fmla="*/ 118 w 208742"/>
                <a:gd name="connsiteY14" fmla="*/ 63 h 201817"/>
                <a:gd name="connsiteX15" fmla="*/ 118 w 208742"/>
                <a:gd name="connsiteY15" fmla="*/ 5735 h 201817"/>
                <a:gd name="connsiteX16" fmla="*/ 27306 w 208742"/>
                <a:gd name="connsiteY16" fmla="*/ 32604 h 201817"/>
                <a:gd name="connsiteX17" fmla="*/ 27306 w 208742"/>
                <a:gd name="connsiteY17" fmla="*/ 125751 h 201817"/>
                <a:gd name="connsiteX18" fmla="*/ 103130 w 208742"/>
                <a:gd name="connsiteY18" fmla="*/ 201880 h 201817"/>
                <a:gd name="connsiteX19" fmla="*/ 170495 w 208742"/>
                <a:gd name="connsiteY19" fmla="*/ 171130 h 201817"/>
                <a:gd name="connsiteX20" fmla="*/ 180464 w 208742"/>
                <a:gd name="connsiteY20" fmla="*/ 121870 h 201817"/>
                <a:gd name="connsiteX21" fmla="*/ 180464 w 208742"/>
                <a:gd name="connsiteY21" fmla="*/ 43949 h 201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8742" h="201817">
                  <a:moveTo>
                    <a:pt x="180464" y="43949"/>
                  </a:moveTo>
                  <a:cubicBezTo>
                    <a:pt x="180464" y="13497"/>
                    <a:pt x="184089" y="8721"/>
                    <a:pt x="208860" y="5735"/>
                  </a:cubicBezTo>
                  <a:lnTo>
                    <a:pt x="208860" y="63"/>
                  </a:lnTo>
                  <a:lnTo>
                    <a:pt x="138776" y="63"/>
                  </a:lnTo>
                  <a:lnTo>
                    <a:pt x="138776" y="5735"/>
                  </a:lnTo>
                  <a:cubicBezTo>
                    <a:pt x="162339" y="7526"/>
                    <a:pt x="167172" y="14094"/>
                    <a:pt x="167172" y="43949"/>
                  </a:cubicBezTo>
                  <a:lnTo>
                    <a:pt x="167172" y="124557"/>
                  </a:lnTo>
                  <a:cubicBezTo>
                    <a:pt x="167172" y="144858"/>
                    <a:pt x="165057" y="156202"/>
                    <a:pt x="160224" y="165159"/>
                  </a:cubicBezTo>
                  <a:cubicBezTo>
                    <a:pt x="152068" y="179489"/>
                    <a:pt x="132734" y="188744"/>
                    <a:pt x="110078" y="188744"/>
                  </a:cubicBezTo>
                  <a:cubicBezTo>
                    <a:pt x="88629" y="188744"/>
                    <a:pt x="73827" y="181579"/>
                    <a:pt x="65671" y="167547"/>
                  </a:cubicBezTo>
                  <a:cubicBezTo>
                    <a:pt x="60233" y="157994"/>
                    <a:pt x="58119" y="146948"/>
                    <a:pt x="58119" y="128139"/>
                  </a:cubicBezTo>
                  <a:lnTo>
                    <a:pt x="58119" y="32604"/>
                  </a:lnTo>
                  <a:cubicBezTo>
                    <a:pt x="58119" y="11109"/>
                    <a:pt x="61442" y="7825"/>
                    <a:pt x="85608" y="5735"/>
                  </a:cubicBezTo>
                  <a:lnTo>
                    <a:pt x="85608" y="63"/>
                  </a:lnTo>
                  <a:lnTo>
                    <a:pt x="118" y="63"/>
                  </a:lnTo>
                  <a:lnTo>
                    <a:pt x="118" y="5735"/>
                  </a:lnTo>
                  <a:cubicBezTo>
                    <a:pt x="23983" y="7526"/>
                    <a:pt x="27306" y="10810"/>
                    <a:pt x="27306" y="32604"/>
                  </a:cubicBezTo>
                  <a:lnTo>
                    <a:pt x="27306" y="125751"/>
                  </a:lnTo>
                  <a:cubicBezTo>
                    <a:pt x="27306" y="177399"/>
                    <a:pt x="51775" y="201880"/>
                    <a:pt x="103130" y="201880"/>
                  </a:cubicBezTo>
                  <a:cubicBezTo>
                    <a:pt x="136057" y="201880"/>
                    <a:pt x="158714" y="191431"/>
                    <a:pt x="170495" y="171130"/>
                  </a:cubicBezTo>
                  <a:cubicBezTo>
                    <a:pt x="177745" y="158591"/>
                    <a:pt x="180464" y="144858"/>
                    <a:pt x="180464" y="121870"/>
                  </a:cubicBezTo>
                  <a:lnTo>
                    <a:pt x="180464" y="43949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FC6B82-37A6-21D0-5B64-454A34513997}"/>
                </a:ext>
              </a:extLst>
            </p:cNvPr>
            <p:cNvSpPr/>
            <p:nvPr>
              <p:custDataLst>
                <p:tags r:id="rId411"/>
              </p:custDataLst>
            </p:nvPr>
          </p:nvSpPr>
          <p:spPr>
            <a:xfrm>
              <a:off x="6360852" y="4290860"/>
              <a:ext cx="89719" cy="140018"/>
            </a:xfrm>
            <a:custGeom>
              <a:avLst/>
              <a:gdLst>
                <a:gd name="connsiteX0" fmla="*/ 79876 w 89719"/>
                <a:gd name="connsiteY0" fmla="*/ 43352 h 140018"/>
                <a:gd name="connsiteX1" fmla="*/ 78668 w 89719"/>
                <a:gd name="connsiteY1" fmla="*/ 2750 h 140018"/>
                <a:gd name="connsiteX2" fmla="*/ 75345 w 89719"/>
                <a:gd name="connsiteY2" fmla="*/ 2750 h 140018"/>
                <a:gd name="connsiteX3" fmla="*/ 74741 w 89719"/>
                <a:gd name="connsiteY3" fmla="*/ 3347 h 140018"/>
                <a:gd name="connsiteX4" fmla="*/ 70511 w 89719"/>
                <a:gd name="connsiteY4" fmla="*/ 5735 h 140018"/>
                <a:gd name="connsiteX5" fmla="*/ 62355 w 89719"/>
                <a:gd name="connsiteY5" fmla="*/ 3645 h 140018"/>
                <a:gd name="connsiteX6" fmla="*/ 41209 w 89719"/>
                <a:gd name="connsiteY6" fmla="*/ 63 h 140018"/>
                <a:gd name="connsiteX7" fmla="*/ 125 w 89719"/>
                <a:gd name="connsiteY7" fmla="*/ 36784 h 140018"/>
                <a:gd name="connsiteX8" fmla="*/ 35469 w 89719"/>
                <a:gd name="connsiteY8" fmla="*/ 79775 h 140018"/>
                <a:gd name="connsiteX9" fmla="*/ 52990 w 89719"/>
                <a:gd name="connsiteY9" fmla="*/ 89627 h 140018"/>
                <a:gd name="connsiteX10" fmla="*/ 68699 w 89719"/>
                <a:gd name="connsiteY10" fmla="*/ 112018 h 140018"/>
                <a:gd name="connsiteX11" fmla="*/ 43626 w 89719"/>
                <a:gd name="connsiteY11" fmla="*/ 133513 h 140018"/>
                <a:gd name="connsiteX12" fmla="*/ 18250 w 89719"/>
                <a:gd name="connsiteY12" fmla="*/ 123064 h 140018"/>
                <a:gd name="connsiteX13" fmla="*/ 5261 w 89719"/>
                <a:gd name="connsiteY13" fmla="*/ 91716 h 140018"/>
                <a:gd name="connsiteX14" fmla="*/ 427 w 89719"/>
                <a:gd name="connsiteY14" fmla="*/ 91716 h 140018"/>
                <a:gd name="connsiteX15" fmla="*/ 427 w 89719"/>
                <a:gd name="connsiteY15" fmla="*/ 138290 h 140018"/>
                <a:gd name="connsiteX16" fmla="*/ 4354 w 89719"/>
                <a:gd name="connsiteY16" fmla="*/ 138290 h 140018"/>
                <a:gd name="connsiteX17" fmla="*/ 11302 w 89719"/>
                <a:gd name="connsiteY17" fmla="*/ 134707 h 140018"/>
                <a:gd name="connsiteX18" fmla="*/ 25198 w 89719"/>
                <a:gd name="connsiteY18" fmla="*/ 137095 h 140018"/>
                <a:gd name="connsiteX19" fmla="*/ 47251 w 89719"/>
                <a:gd name="connsiteY19" fmla="*/ 140081 h 140018"/>
                <a:gd name="connsiteX20" fmla="*/ 89845 w 89719"/>
                <a:gd name="connsiteY20" fmla="*/ 101867 h 140018"/>
                <a:gd name="connsiteX21" fmla="*/ 64470 w 89719"/>
                <a:gd name="connsiteY21" fmla="*/ 66340 h 140018"/>
                <a:gd name="connsiteX22" fmla="*/ 31844 w 89719"/>
                <a:gd name="connsiteY22" fmla="*/ 47233 h 140018"/>
                <a:gd name="connsiteX23" fmla="*/ 18854 w 89719"/>
                <a:gd name="connsiteY23" fmla="*/ 26932 h 140018"/>
                <a:gd name="connsiteX24" fmla="*/ 42115 w 89719"/>
                <a:gd name="connsiteY24" fmla="*/ 6631 h 140018"/>
                <a:gd name="connsiteX25" fmla="*/ 75345 w 89719"/>
                <a:gd name="connsiteY25" fmla="*/ 43352 h 140018"/>
                <a:gd name="connsiteX26" fmla="*/ 79876 w 89719"/>
                <a:gd name="connsiteY26" fmla="*/ 43352 h 14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19" h="140018">
                  <a:moveTo>
                    <a:pt x="79876" y="43352"/>
                  </a:moveTo>
                  <a:lnTo>
                    <a:pt x="78668" y="2750"/>
                  </a:lnTo>
                  <a:lnTo>
                    <a:pt x="75345" y="2750"/>
                  </a:lnTo>
                  <a:lnTo>
                    <a:pt x="74741" y="3347"/>
                  </a:lnTo>
                  <a:cubicBezTo>
                    <a:pt x="72022" y="5437"/>
                    <a:pt x="71720" y="5735"/>
                    <a:pt x="70511" y="5735"/>
                  </a:cubicBezTo>
                  <a:cubicBezTo>
                    <a:pt x="68699" y="5735"/>
                    <a:pt x="65678" y="5138"/>
                    <a:pt x="62355" y="3645"/>
                  </a:cubicBezTo>
                  <a:cubicBezTo>
                    <a:pt x="55709" y="1257"/>
                    <a:pt x="49063" y="63"/>
                    <a:pt x="41209" y="63"/>
                  </a:cubicBezTo>
                  <a:cubicBezTo>
                    <a:pt x="17344" y="63"/>
                    <a:pt x="125" y="15289"/>
                    <a:pt x="125" y="36784"/>
                  </a:cubicBezTo>
                  <a:cubicBezTo>
                    <a:pt x="125" y="53503"/>
                    <a:pt x="9792" y="65444"/>
                    <a:pt x="35469" y="79775"/>
                  </a:cubicBezTo>
                  <a:lnTo>
                    <a:pt x="52990" y="89627"/>
                  </a:lnTo>
                  <a:cubicBezTo>
                    <a:pt x="63563" y="95598"/>
                    <a:pt x="68699" y="102763"/>
                    <a:pt x="68699" y="112018"/>
                  </a:cubicBezTo>
                  <a:cubicBezTo>
                    <a:pt x="68699" y="125154"/>
                    <a:pt x="59032" y="133513"/>
                    <a:pt x="43626" y="133513"/>
                  </a:cubicBezTo>
                  <a:cubicBezTo>
                    <a:pt x="33355" y="133513"/>
                    <a:pt x="23990" y="129632"/>
                    <a:pt x="18250" y="123064"/>
                  </a:cubicBezTo>
                  <a:cubicBezTo>
                    <a:pt x="11906" y="115600"/>
                    <a:pt x="9188" y="108734"/>
                    <a:pt x="5261" y="91716"/>
                  </a:cubicBezTo>
                  <a:lnTo>
                    <a:pt x="427" y="91716"/>
                  </a:lnTo>
                  <a:lnTo>
                    <a:pt x="427" y="138290"/>
                  </a:lnTo>
                  <a:lnTo>
                    <a:pt x="4354" y="138290"/>
                  </a:lnTo>
                  <a:cubicBezTo>
                    <a:pt x="6469" y="135304"/>
                    <a:pt x="7677" y="134707"/>
                    <a:pt x="11302" y="134707"/>
                  </a:cubicBezTo>
                  <a:cubicBezTo>
                    <a:pt x="14021" y="134707"/>
                    <a:pt x="18250" y="135304"/>
                    <a:pt x="25198" y="137095"/>
                  </a:cubicBezTo>
                  <a:cubicBezTo>
                    <a:pt x="33657" y="138887"/>
                    <a:pt x="41813" y="140081"/>
                    <a:pt x="47251" y="140081"/>
                  </a:cubicBezTo>
                  <a:cubicBezTo>
                    <a:pt x="70511" y="140081"/>
                    <a:pt x="89845" y="122765"/>
                    <a:pt x="89845" y="101867"/>
                  </a:cubicBezTo>
                  <a:cubicBezTo>
                    <a:pt x="89845" y="86940"/>
                    <a:pt x="82595" y="77088"/>
                    <a:pt x="64470" y="66340"/>
                  </a:cubicBezTo>
                  <a:lnTo>
                    <a:pt x="31844" y="47233"/>
                  </a:lnTo>
                  <a:cubicBezTo>
                    <a:pt x="23386" y="42456"/>
                    <a:pt x="18854" y="34993"/>
                    <a:pt x="18854" y="26932"/>
                  </a:cubicBezTo>
                  <a:cubicBezTo>
                    <a:pt x="18854" y="14990"/>
                    <a:pt x="28219" y="6631"/>
                    <a:pt x="42115" y="6631"/>
                  </a:cubicBezTo>
                  <a:cubicBezTo>
                    <a:pt x="59334" y="6631"/>
                    <a:pt x="68397" y="16781"/>
                    <a:pt x="75345" y="43352"/>
                  </a:cubicBezTo>
                  <a:lnTo>
                    <a:pt x="79876" y="43352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08DB342-8BB7-DBE1-2C9D-D486C9FDC100}"/>
                </a:ext>
              </a:extLst>
            </p:cNvPr>
            <p:cNvSpPr/>
            <p:nvPr>
              <p:custDataLst>
                <p:tags r:id="rId412"/>
              </p:custDataLst>
            </p:nvPr>
          </p:nvSpPr>
          <p:spPr>
            <a:xfrm>
              <a:off x="6470948" y="4290561"/>
              <a:ext cx="120532" cy="140316"/>
            </a:xfrm>
            <a:custGeom>
              <a:avLst/>
              <a:gdLst>
                <a:gd name="connsiteX0" fmla="*/ 115828 w 120532"/>
                <a:gd name="connsiteY0" fmla="*/ 88432 h 140316"/>
                <a:gd name="connsiteX1" fmla="*/ 69005 w 120532"/>
                <a:gd name="connsiteY1" fmla="*/ 119780 h 140316"/>
                <a:gd name="connsiteX2" fmla="*/ 30036 w 120532"/>
                <a:gd name="connsiteY2" fmla="*/ 94105 h 140316"/>
                <a:gd name="connsiteX3" fmla="*/ 21879 w 120532"/>
                <a:gd name="connsiteY3" fmla="*/ 54697 h 140316"/>
                <a:gd name="connsiteX4" fmla="*/ 114922 w 120532"/>
                <a:gd name="connsiteY4" fmla="*/ 54697 h 140316"/>
                <a:gd name="connsiteX5" fmla="*/ 101932 w 120532"/>
                <a:gd name="connsiteY5" fmla="*/ 17080 h 140316"/>
                <a:gd name="connsiteX6" fmla="*/ 63265 w 120532"/>
                <a:gd name="connsiteY6" fmla="*/ 63 h 140316"/>
                <a:gd name="connsiteX7" fmla="*/ 22483 w 120532"/>
                <a:gd name="connsiteY7" fmla="*/ 15587 h 140316"/>
                <a:gd name="connsiteX8" fmla="*/ 129 w 120532"/>
                <a:gd name="connsiteY8" fmla="*/ 73505 h 140316"/>
                <a:gd name="connsiteX9" fmla="*/ 56619 w 120532"/>
                <a:gd name="connsiteY9" fmla="*/ 140379 h 140316"/>
                <a:gd name="connsiteX10" fmla="*/ 120662 w 120532"/>
                <a:gd name="connsiteY10" fmla="*/ 90522 h 140316"/>
                <a:gd name="connsiteX11" fmla="*/ 115828 w 120532"/>
                <a:gd name="connsiteY11" fmla="*/ 88432 h 140316"/>
                <a:gd name="connsiteX12" fmla="*/ 22483 w 120532"/>
                <a:gd name="connsiteY12" fmla="*/ 45143 h 140316"/>
                <a:gd name="connsiteX13" fmla="*/ 54505 w 120532"/>
                <a:gd name="connsiteY13" fmla="*/ 10810 h 140316"/>
                <a:gd name="connsiteX14" fmla="*/ 84109 w 120532"/>
                <a:gd name="connsiteY14" fmla="*/ 45143 h 140316"/>
                <a:gd name="connsiteX15" fmla="*/ 22483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828" y="88432"/>
                  </a:moveTo>
                  <a:cubicBezTo>
                    <a:pt x="101328" y="111122"/>
                    <a:pt x="88338" y="119780"/>
                    <a:pt x="69005" y="119780"/>
                  </a:cubicBezTo>
                  <a:cubicBezTo>
                    <a:pt x="51786" y="119780"/>
                    <a:pt x="38796" y="111122"/>
                    <a:pt x="30036" y="94105"/>
                  </a:cubicBezTo>
                  <a:cubicBezTo>
                    <a:pt x="24598" y="82760"/>
                    <a:pt x="22483" y="72908"/>
                    <a:pt x="21879" y="54697"/>
                  </a:cubicBezTo>
                  <a:lnTo>
                    <a:pt x="114922" y="54697"/>
                  </a:lnTo>
                  <a:cubicBezTo>
                    <a:pt x="112505" y="35291"/>
                    <a:pt x="109484" y="26633"/>
                    <a:pt x="101932" y="17080"/>
                  </a:cubicBezTo>
                  <a:cubicBezTo>
                    <a:pt x="92870" y="6332"/>
                    <a:pt x="78974" y="63"/>
                    <a:pt x="63265" y="63"/>
                  </a:cubicBezTo>
                  <a:cubicBezTo>
                    <a:pt x="48161" y="63"/>
                    <a:pt x="33963" y="5437"/>
                    <a:pt x="22483" y="15587"/>
                  </a:cubicBezTo>
                  <a:cubicBezTo>
                    <a:pt x="8285" y="27828"/>
                    <a:pt x="129" y="49024"/>
                    <a:pt x="129" y="73505"/>
                  </a:cubicBezTo>
                  <a:cubicBezTo>
                    <a:pt x="129" y="114704"/>
                    <a:pt x="21879" y="140379"/>
                    <a:pt x="56619" y="140379"/>
                  </a:cubicBezTo>
                  <a:cubicBezTo>
                    <a:pt x="85317" y="140379"/>
                    <a:pt x="107974" y="122765"/>
                    <a:pt x="120662" y="90522"/>
                  </a:cubicBezTo>
                  <a:lnTo>
                    <a:pt x="115828" y="88432"/>
                  </a:lnTo>
                  <a:close/>
                  <a:moveTo>
                    <a:pt x="22483" y="45143"/>
                  </a:moveTo>
                  <a:cubicBezTo>
                    <a:pt x="25806" y="21857"/>
                    <a:pt x="36077" y="10810"/>
                    <a:pt x="54505" y="10810"/>
                  </a:cubicBezTo>
                  <a:cubicBezTo>
                    <a:pt x="72932" y="10810"/>
                    <a:pt x="80182" y="19170"/>
                    <a:pt x="84109" y="45143"/>
                  </a:cubicBezTo>
                  <a:lnTo>
                    <a:pt x="22483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71B2258-D76F-EDA5-969F-BEFA67B47CDF}"/>
                </a:ext>
              </a:extLst>
            </p:cNvPr>
            <p:cNvSpPr/>
            <p:nvPr>
              <p:custDataLst>
                <p:tags r:id="rId413"/>
              </p:custDataLst>
            </p:nvPr>
          </p:nvSpPr>
          <p:spPr>
            <a:xfrm>
              <a:off x="6668760" y="4255034"/>
              <a:ext cx="80355" cy="175843"/>
            </a:xfrm>
            <a:custGeom>
              <a:avLst/>
              <a:gdLst>
                <a:gd name="connsiteX0" fmla="*/ 73241 w 80355"/>
                <a:gd name="connsiteY0" fmla="*/ 38575 h 175843"/>
                <a:gd name="connsiteX1" fmla="*/ 42730 w 80355"/>
                <a:gd name="connsiteY1" fmla="*/ 38575 h 175843"/>
                <a:gd name="connsiteX2" fmla="*/ 42730 w 80355"/>
                <a:gd name="connsiteY2" fmla="*/ 3944 h 175843"/>
                <a:gd name="connsiteX3" fmla="*/ 40615 w 80355"/>
                <a:gd name="connsiteY3" fmla="*/ 63 h 175843"/>
                <a:gd name="connsiteX4" fmla="*/ 34573 w 80355"/>
                <a:gd name="connsiteY4" fmla="*/ 8422 h 175843"/>
                <a:gd name="connsiteX5" fmla="*/ 5271 w 80355"/>
                <a:gd name="connsiteY5" fmla="*/ 40367 h 175843"/>
                <a:gd name="connsiteX6" fmla="*/ 136 w 80355"/>
                <a:gd name="connsiteY6" fmla="*/ 46039 h 175843"/>
                <a:gd name="connsiteX7" fmla="*/ 1344 w 80355"/>
                <a:gd name="connsiteY7" fmla="*/ 48129 h 175843"/>
                <a:gd name="connsiteX8" fmla="*/ 17354 w 80355"/>
                <a:gd name="connsiteY8" fmla="*/ 48129 h 175843"/>
                <a:gd name="connsiteX9" fmla="*/ 17354 w 80355"/>
                <a:gd name="connsiteY9" fmla="*/ 137991 h 175843"/>
                <a:gd name="connsiteX10" fmla="*/ 44240 w 80355"/>
                <a:gd name="connsiteY10" fmla="*/ 175906 h 175843"/>
                <a:gd name="connsiteX11" fmla="*/ 80491 w 80355"/>
                <a:gd name="connsiteY11" fmla="*/ 153217 h 175843"/>
                <a:gd name="connsiteX12" fmla="*/ 76564 w 80355"/>
                <a:gd name="connsiteY12" fmla="*/ 149933 h 175843"/>
                <a:gd name="connsiteX13" fmla="*/ 58438 w 80355"/>
                <a:gd name="connsiteY13" fmla="*/ 160382 h 175843"/>
                <a:gd name="connsiteX14" fmla="*/ 42730 w 80355"/>
                <a:gd name="connsiteY14" fmla="*/ 133513 h 175843"/>
                <a:gd name="connsiteX15" fmla="*/ 42730 w 80355"/>
                <a:gd name="connsiteY15" fmla="*/ 48129 h 175843"/>
                <a:gd name="connsiteX16" fmla="*/ 73241 w 80355"/>
                <a:gd name="connsiteY16" fmla="*/ 48129 h 175843"/>
                <a:gd name="connsiteX17" fmla="*/ 73241 w 80355"/>
                <a:gd name="connsiteY17" fmla="*/ 38575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241" y="38575"/>
                  </a:moveTo>
                  <a:lnTo>
                    <a:pt x="42730" y="38575"/>
                  </a:lnTo>
                  <a:lnTo>
                    <a:pt x="42730" y="3944"/>
                  </a:lnTo>
                  <a:cubicBezTo>
                    <a:pt x="42730" y="958"/>
                    <a:pt x="42428" y="63"/>
                    <a:pt x="40615" y="63"/>
                  </a:cubicBezTo>
                  <a:cubicBezTo>
                    <a:pt x="38501" y="2750"/>
                    <a:pt x="36688" y="5437"/>
                    <a:pt x="34573" y="8422"/>
                  </a:cubicBezTo>
                  <a:cubicBezTo>
                    <a:pt x="23094" y="24842"/>
                    <a:pt x="10104" y="39172"/>
                    <a:pt x="5271" y="40367"/>
                  </a:cubicBezTo>
                  <a:cubicBezTo>
                    <a:pt x="1948" y="42456"/>
                    <a:pt x="136" y="44546"/>
                    <a:pt x="136" y="46039"/>
                  </a:cubicBezTo>
                  <a:cubicBezTo>
                    <a:pt x="136" y="46935"/>
                    <a:pt x="438" y="47532"/>
                    <a:pt x="1344" y="48129"/>
                  </a:cubicBezTo>
                  <a:lnTo>
                    <a:pt x="17354" y="48129"/>
                  </a:lnTo>
                  <a:lnTo>
                    <a:pt x="17354" y="137991"/>
                  </a:lnTo>
                  <a:cubicBezTo>
                    <a:pt x="17354" y="163069"/>
                    <a:pt x="26417" y="175906"/>
                    <a:pt x="44240" y="175906"/>
                  </a:cubicBezTo>
                  <a:cubicBezTo>
                    <a:pt x="59043" y="175906"/>
                    <a:pt x="70522" y="168741"/>
                    <a:pt x="80491" y="153217"/>
                  </a:cubicBezTo>
                  <a:lnTo>
                    <a:pt x="76564" y="149933"/>
                  </a:lnTo>
                  <a:cubicBezTo>
                    <a:pt x="70220" y="157397"/>
                    <a:pt x="65084" y="160382"/>
                    <a:pt x="58438" y="160382"/>
                  </a:cubicBezTo>
                  <a:cubicBezTo>
                    <a:pt x="47261" y="160382"/>
                    <a:pt x="42730" y="152321"/>
                    <a:pt x="42730" y="133513"/>
                  </a:cubicBezTo>
                  <a:lnTo>
                    <a:pt x="42730" y="48129"/>
                  </a:lnTo>
                  <a:lnTo>
                    <a:pt x="73241" y="48129"/>
                  </a:lnTo>
                  <a:lnTo>
                    <a:pt x="73241" y="385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E1C494-DC82-6AA3-8AFE-6A45C45F3160}"/>
                </a:ext>
              </a:extLst>
            </p:cNvPr>
            <p:cNvSpPr/>
            <p:nvPr>
              <p:custDataLst>
                <p:tags r:id="rId414"/>
              </p:custDataLst>
            </p:nvPr>
          </p:nvSpPr>
          <p:spPr>
            <a:xfrm>
              <a:off x="6751844" y="4223986"/>
              <a:ext cx="144397" cy="203907"/>
            </a:xfrm>
            <a:custGeom>
              <a:avLst/>
              <a:gdLst>
                <a:gd name="connsiteX0" fmla="*/ 44847 w 144397"/>
                <a:gd name="connsiteY0" fmla="*/ 101568 h 203907"/>
                <a:gd name="connsiteX1" fmla="*/ 78379 w 144397"/>
                <a:gd name="connsiteY1" fmla="*/ 82760 h 203907"/>
                <a:gd name="connsiteX2" fmla="*/ 101035 w 144397"/>
                <a:gd name="connsiteY2" fmla="*/ 114406 h 203907"/>
                <a:gd name="connsiteX3" fmla="*/ 101035 w 144397"/>
                <a:gd name="connsiteY3" fmla="*/ 173518 h 203907"/>
                <a:gd name="connsiteX4" fmla="*/ 80493 w 144397"/>
                <a:gd name="connsiteY4" fmla="*/ 199492 h 203907"/>
                <a:gd name="connsiteX5" fmla="*/ 80493 w 144397"/>
                <a:gd name="connsiteY5" fmla="*/ 203970 h 203907"/>
                <a:gd name="connsiteX6" fmla="*/ 144536 w 144397"/>
                <a:gd name="connsiteY6" fmla="*/ 203970 h 203907"/>
                <a:gd name="connsiteX7" fmla="*/ 144536 w 144397"/>
                <a:gd name="connsiteY7" fmla="*/ 199492 h 203907"/>
                <a:gd name="connsiteX8" fmla="*/ 126411 w 144397"/>
                <a:gd name="connsiteY8" fmla="*/ 173518 h 203907"/>
                <a:gd name="connsiteX9" fmla="*/ 126411 w 144397"/>
                <a:gd name="connsiteY9" fmla="*/ 114107 h 203907"/>
                <a:gd name="connsiteX10" fmla="*/ 89254 w 144397"/>
                <a:gd name="connsiteY10" fmla="*/ 66639 h 203907"/>
                <a:gd name="connsiteX11" fmla="*/ 44847 w 144397"/>
                <a:gd name="connsiteY11" fmla="*/ 91716 h 203907"/>
                <a:gd name="connsiteX12" fmla="*/ 44847 w 144397"/>
                <a:gd name="connsiteY12" fmla="*/ 958 h 203907"/>
                <a:gd name="connsiteX13" fmla="*/ 43337 w 144397"/>
                <a:gd name="connsiteY13" fmla="*/ 63 h 203907"/>
                <a:gd name="connsiteX14" fmla="*/ 8597 w 144397"/>
                <a:gd name="connsiteY14" fmla="*/ 10810 h 203907"/>
                <a:gd name="connsiteX15" fmla="*/ 440 w 144397"/>
                <a:gd name="connsiteY15" fmla="*/ 13199 h 203907"/>
                <a:gd name="connsiteX16" fmla="*/ 440 w 144397"/>
                <a:gd name="connsiteY16" fmla="*/ 17976 h 203907"/>
                <a:gd name="connsiteX17" fmla="*/ 4065 w 144397"/>
                <a:gd name="connsiteY17" fmla="*/ 17677 h 203907"/>
                <a:gd name="connsiteX18" fmla="*/ 19472 w 144397"/>
                <a:gd name="connsiteY18" fmla="*/ 32903 h 203907"/>
                <a:gd name="connsiteX19" fmla="*/ 19472 w 144397"/>
                <a:gd name="connsiteY19" fmla="*/ 173518 h 203907"/>
                <a:gd name="connsiteX20" fmla="*/ 138 w 144397"/>
                <a:gd name="connsiteY20" fmla="*/ 199492 h 203907"/>
                <a:gd name="connsiteX21" fmla="*/ 138 w 144397"/>
                <a:gd name="connsiteY21" fmla="*/ 203970 h 203907"/>
                <a:gd name="connsiteX22" fmla="*/ 65389 w 144397"/>
                <a:gd name="connsiteY22" fmla="*/ 203970 h 203907"/>
                <a:gd name="connsiteX23" fmla="*/ 65389 w 144397"/>
                <a:gd name="connsiteY23" fmla="*/ 199492 h 203907"/>
                <a:gd name="connsiteX24" fmla="*/ 44847 w 144397"/>
                <a:gd name="connsiteY24" fmla="*/ 173518 h 203907"/>
                <a:gd name="connsiteX25" fmla="*/ 44847 w 144397"/>
                <a:gd name="connsiteY25" fmla="*/ 101568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397" h="203907">
                  <a:moveTo>
                    <a:pt x="44847" y="101568"/>
                  </a:moveTo>
                  <a:cubicBezTo>
                    <a:pt x="57535" y="87835"/>
                    <a:pt x="66597" y="82760"/>
                    <a:pt x="78379" y="82760"/>
                  </a:cubicBezTo>
                  <a:cubicBezTo>
                    <a:pt x="93483" y="82760"/>
                    <a:pt x="101035" y="93508"/>
                    <a:pt x="101035" y="114406"/>
                  </a:cubicBezTo>
                  <a:lnTo>
                    <a:pt x="101035" y="173518"/>
                  </a:lnTo>
                  <a:cubicBezTo>
                    <a:pt x="101035" y="193819"/>
                    <a:pt x="98015" y="197700"/>
                    <a:pt x="80493" y="199492"/>
                  </a:cubicBezTo>
                  <a:lnTo>
                    <a:pt x="80493" y="203970"/>
                  </a:lnTo>
                  <a:lnTo>
                    <a:pt x="144536" y="203970"/>
                  </a:lnTo>
                  <a:lnTo>
                    <a:pt x="144536" y="199492"/>
                  </a:lnTo>
                  <a:cubicBezTo>
                    <a:pt x="128223" y="196506"/>
                    <a:pt x="126411" y="194118"/>
                    <a:pt x="126411" y="173518"/>
                  </a:cubicBezTo>
                  <a:lnTo>
                    <a:pt x="126411" y="114107"/>
                  </a:lnTo>
                  <a:cubicBezTo>
                    <a:pt x="126411" y="82760"/>
                    <a:pt x="113723" y="66639"/>
                    <a:pt x="89254" y="66639"/>
                  </a:cubicBezTo>
                  <a:cubicBezTo>
                    <a:pt x="71431" y="66639"/>
                    <a:pt x="58743" y="73804"/>
                    <a:pt x="44847" y="91716"/>
                  </a:cubicBezTo>
                  <a:lnTo>
                    <a:pt x="44847" y="958"/>
                  </a:lnTo>
                  <a:lnTo>
                    <a:pt x="43337" y="63"/>
                  </a:lnTo>
                  <a:cubicBezTo>
                    <a:pt x="33066" y="3645"/>
                    <a:pt x="25514" y="6034"/>
                    <a:pt x="8597" y="10810"/>
                  </a:cubicBezTo>
                  <a:lnTo>
                    <a:pt x="440" y="13199"/>
                  </a:lnTo>
                  <a:lnTo>
                    <a:pt x="440" y="17976"/>
                  </a:lnTo>
                  <a:cubicBezTo>
                    <a:pt x="1649" y="17677"/>
                    <a:pt x="2555" y="17677"/>
                    <a:pt x="4065" y="17677"/>
                  </a:cubicBezTo>
                  <a:cubicBezTo>
                    <a:pt x="17055" y="17677"/>
                    <a:pt x="19472" y="20065"/>
                    <a:pt x="19472" y="32903"/>
                  </a:cubicBezTo>
                  <a:lnTo>
                    <a:pt x="19472" y="173518"/>
                  </a:lnTo>
                  <a:cubicBezTo>
                    <a:pt x="19472" y="194416"/>
                    <a:pt x="17659" y="197103"/>
                    <a:pt x="138" y="199492"/>
                  </a:cubicBezTo>
                  <a:lnTo>
                    <a:pt x="138" y="203970"/>
                  </a:lnTo>
                  <a:lnTo>
                    <a:pt x="65389" y="203970"/>
                  </a:lnTo>
                  <a:lnTo>
                    <a:pt x="65389" y="199492"/>
                  </a:lnTo>
                  <a:cubicBezTo>
                    <a:pt x="47868" y="197700"/>
                    <a:pt x="44847" y="194118"/>
                    <a:pt x="44847" y="173518"/>
                  </a:cubicBezTo>
                  <a:lnTo>
                    <a:pt x="44847" y="101568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08A04F9-EC94-2590-D0A0-9E56EF9643A8}"/>
                </a:ext>
              </a:extLst>
            </p:cNvPr>
            <p:cNvSpPr/>
            <p:nvPr>
              <p:custDataLst>
                <p:tags r:id="rId415"/>
              </p:custDataLst>
            </p:nvPr>
          </p:nvSpPr>
          <p:spPr>
            <a:xfrm>
              <a:off x="6908287" y="4290561"/>
              <a:ext cx="120532" cy="140316"/>
            </a:xfrm>
            <a:custGeom>
              <a:avLst/>
              <a:gdLst>
                <a:gd name="connsiteX0" fmla="*/ 115843 w 120532"/>
                <a:gd name="connsiteY0" fmla="*/ 88432 h 140316"/>
                <a:gd name="connsiteX1" fmla="*/ 69019 w 120532"/>
                <a:gd name="connsiteY1" fmla="*/ 119780 h 140316"/>
                <a:gd name="connsiteX2" fmla="*/ 30050 w 120532"/>
                <a:gd name="connsiteY2" fmla="*/ 94105 h 140316"/>
                <a:gd name="connsiteX3" fmla="*/ 21894 w 120532"/>
                <a:gd name="connsiteY3" fmla="*/ 54697 h 140316"/>
                <a:gd name="connsiteX4" fmla="*/ 114936 w 120532"/>
                <a:gd name="connsiteY4" fmla="*/ 54697 h 140316"/>
                <a:gd name="connsiteX5" fmla="*/ 101947 w 120532"/>
                <a:gd name="connsiteY5" fmla="*/ 17080 h 140316"/>
                <a:gd name="connsiteX6" fmla="*/ 63279 w 120532"/>
                <a:gd name="connsiteY6" fmla="*/ 63 h 140316"/>
                <a:gd name="connsiteX7" fmla="*/ 22498 w 120532"/>
                <a:gd name="connsiteY7" fmla="*/ 15587 h 140316"/>
                <a:gd name="connsiteX8" fmla="*/ 143 w 120532"/>
                <a:gd name="connsiteY8" fmla="*/ 73505 h 140316"/>
                <a:gd name="connsiteX9" fmla="*/ 56634 w 120532"/>
                <a:gd name="connsiteY9" fmla="*/ 140379 h 140316"/>
                <a:gd name="connsiteX10" fmla="*/ 120676 w 120532"/>
                <a:gd name="connsiteY10" fmla="*/ 90522 h 140316"/>
                <a:gd name="connsiteX11" fmla="*/ 115843 w 120532"/>
                <a:gd name="connsiteY11" fmla="*/ 88432 h 140316"/>
                <a:gd name="connsiteX12" fmla="*/ 22498 w 120532"/>
                <a:gd name="connsiteY12" fmla="*/ 45143 h 140316"/>
                <a:gd name="connsiteX13" fmla="*/ 54519 w 120532"/>
                <a:gd name="connsiteY13" fmla="*/ 10810 h 140316"/>
                <a:gd name="connsiteX14" fmla="*/ 84123 w 120532"/>
                <a:gd name="connsiteY14" fmla="*/ 45143 h 140316"/>
                <a:gd name="connsiteX15" fmla="*/ 22498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843" y="88432"/>
                  </a:moveTo>
                  <a:cubicBezTo>
                    <a:pt x="101342" y="111122"/>
                    <a:pt x="88353" y="119780"/>
                    <a:pt x="69019" y="119780"/>
                  </a:cubicBezTo>
                  <a:cubicBezTo>
                    <a:pt x="51800" y="119780"/>
                    <a:pt x="38810" y="111122"/>
                    <a:pt x="30050" y="94105"/>
                  </a:cubicBezTo>
                  <a:cubicBezTo>
                    <a:pt x="24612" y="82760"/>
                    <a:pt x="22498" y="72908"/>
                    <a:pt x="21894" y="54697"/>
                  </a:cubicBezTo>
                  <a:lnTo>
                    <a:pt x="114936" y="54697"/>
                  </a:lnTo>
                  <a:cubicBezTo>
                    <a:pt x="112520" y="35291"/>
                    <a:pt x="109499" y="26633"/>
                    <a:pt x="101947" y="17080"/>
                  </a:cubicBezTo>
                  <a:cubicBezTo>
                    <a:pt x="92884" y="6332"/>
                    <a:pt x="78988" y="63"/>
                    <a:pt x="63279" y="63"/>
                  </a:cubicBezTo>
                  <a:cubicBezTo>
                    <a:pt x="48175" y="63"/>
                    <a:pt x="33977" y="5437"/>
                    <a:pt x="22498" y="15587"/>
                  </a:cubicBezTo>
                  <a:cubicBezTo>
                    <a:pt x="8300" y="27828"/>
                    <a:pt x="143" y="49024"/>
                    <a:pt x="143" y="73505"/>
                  </a:cubicBezTo>
                  <a:cubicBezTo>
                    <a:pt x="143" y="114704"/>
                    <a:pt x="21894" y="140379"/>
                    <a:pt x="56634" y="140379"/>
                  </a:cubicBezTo>
                  <a:cubicBezTo>
                    <a:pt x="85332" y="140379"/>
                    <a:pt x="107988" y="122765"/>
                    <a:pt x="120676" y="90522"/>
                  </a:cubicBezTo>
                  <a:lnTo>
                    <a:pt x="115843" y="88432"/>
                  </a:lnTo>
                  <a:close/>
                  <a:moveTo>
                    <a:pt x="22498" y="45143"/>
                  </a:moveTo>
                  <a:cubicBezTo>
                    <a:pt x="25821" y="21857"/>
                    <a:pt x="36092" y="10810"/>
                    <a:pt x="54519" y="10810"/>
                  </a:cubicBezTo>
                  <a:cubicBezTo>
                    <a:pt x="72946" y="10810"/>
                    <a:pt x="80196" y="19170"/>
                    <a:pt x="84123" y="45143"/>
                  </a:cubicBezTo>
                  <a:lnTo>
                    <a:pt x="22498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FF93EC6-E2F9-9C0D-ACDC-FE2B9590CC31}"/>
                </a:ext>
              </a:extLst>
            </p:cNvPr>
            <p:cNvSpPr/>
            <p:nvPr>
              <p:custDataLst>
                <p:tags r:id="rId416"/>
              </p:custDataLst>
            </p:nvPr>
          </p:nvSpPr>
          <p:spPr>
            <a:xfrm>
              <a:off x="7107007" y="4223986"/>
              <a:ext cx="71594" cy="203907"/>
            </a:xfrm>
            <a:custGeom>
              <a:avLst/>
              <a:gdLst>
                <a:gd name="connsiteX0" fmla="*/ 48182 w 71594"/>
                <a:gd name="connsiteY0" fmla="*/ 66639 h 203907"/>
                <a:gd name="connsiteX1" fmla="*/ 1358 w 71594"/>
                <a:gd name="connsiteY1" fmla="*/ 83059 h 203907"/>
                <a:gd name="connsiteX2" fmla="*/ 1358 w 71594"/>
                <a:gd name="connsiteY2" fmla="*/ 87537 h 203907"/>
                <a:gd name="connsiteX3" fmla="*/ 3775 w 71594"/>
                <a:gd name="connsiteY3" fmla="*/ 87238 h 203907"/>
                <a:gd name="connsiteX4" fmla="*/ 14046 w 71594"/>
                <a:gd name="connsiteY4" fmla="*/ 86343 h 203907"/>
                <a:gd name="connsiteX5" fmla="*/ 24015 w 71594"/>
                <a:gd name="connsiteY5" fmla="*/ 104255 h 203907"/>
                <a:gd name="connsiteX6" fmla="*/ 24015 w 71594"/>
                <a:gd name="connsiteY6" fmla="*/ 173518 h 203907"/>
                <a:gd name="connsiteX7" fmla="*/ 150 w 71594"/>
                <a:gd name="connsiteY7" fmla="*/ 199492 h 203907"/>
                <a:gd name="connsiteX8" fmla="*/ 150 w 71594"/>
                <a:gd name="connsiteY8" fmla="*/ 203970 h 203907"/>
                <a:gd name="connsiteX9" fmla="*/ 71745 w 71594"/>
                <a:gd name="connsiteY9" fmla="*/ 203970 h 203907"/>
                <a:gd name="connsiteX10" fmla="*/ 71745 w 71594"/>
                <a:gd name="connsiteY10" fmla="*/ 199492 h 203907"/>
                <a:gd name="connsiteX11" fmla="*/ 49390 w 71594"/>
                <a:gd name="connsiteY11" fmla="*/ 173518 h 203907"/>
                <a:gd name="connsiteX12" fmla="*/ 49390 w 71594"/>
                <a:gd name="connsiteY12" fmla="*/ 67534 h 203907"/>
                <a:gd name="connsiteX13" fmla="*/ 48182 w 71594"/>
                <a:gd name="connsiteY13" fmla="*/ 66639 h 203907"/>
                <a:gd name="connsiteX14" fmla="*/ 33984 w 71594"/>
                <a:gd name="connsiteY14" fmla="*/ 63 h 203907"/>
                <a:gd name="connsiteX15" fmla="*/ 18879 w 71594"/>
                <a:gd name="connsiteY15" fmla="*/ 15289 h 203907"/>
                <a:gd name="connsiteX16" fmla="*/ 33984 w 71594"/>
                <a:gd name="connsiteY16" fmla="*/ 30514 h 203907"/>
                <a:gd name="connsiteX17" fmla="*/ 49692 w 71594"/>
                <a:gd name="connsiteY17" fmla="*/ 15289 h 203907"/>
                <a:gd name="connsiteX18" fmla="*/ 33984 w 71594"/>
                <a:gd name="connsiteY18" fmla="*/ 63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94" h="203907">
                  <a:moveTo>
                    <a:pt x="48182" y="66639"/>
                  </a:moveTo>
                  <a:lnTo>
                    <a:pt x="1358" y="83059"/>
                  </a:lnTo>
                  <a:lnTo>
                    <a:pt x="1358" y="87537"/>
                  </a:lnTo>
                  <a:lnTo>
                    <a:pt x="3775" y="87238"/>
                  </a:lnTo>
                  <a:cubicBezTo>
                    <a:pt x="7400" y="86641"/>
                    <a:pt x="11327" y="86343"/>
                    <a:pt x="14046" y="86343"/>
                  </a:cubicBezTo>
                  <a:cubicBezTo>
                    <a:pt x="21296" y="86343"/>
                    <a:pt x="24015" y="91119"/>
                    <a:pt x="24015" y="104255"/>
                  </a:cubicBezTo>
                  <a:lnTo>
                    <a:pt x="24015" y="173518"/>
                  </a:lnTo>
                  <a:cubicBezTo>
                    <a:pt x="24015" y="195013"/>
                    <a:pt x="20994" y="198297"/>
                    <a:pt x="150" y="199492"/>
                  </a:cubicBezTo>
                  <a:lnTo>
                    <a:pt x="150" y="203970"/>
                  </a:lnTo>
                  <a:lnTo>
                    <a:pt x="71745" y="203970"/>
                  </a:lnTo>
                  <a:lnTo>
                    <a:pt x="71745" y="199492"/>
                  </a:lnTo>
                  <a:cubicBezTo>
                    <a:pt x="51807" y="197999"/>
                    <a:pt x="49390" y="195013"/>
                    <a:pt x="49390" y="173518"/>
                  </a:cubicBezTo>
                  <a:lnTo>
                    <a:pt x="49390" y="67534"/>
                  </a:lnTo>
                  <a:lnTo>
                    <a:pt x="48182" y="66639"/>
                  </a:lnTo>
                  <a:close/>
                  <a:moveTo>
                    <a:pt x="33984" y="63"/>
                  </a:moveTo>
                  <a:cubicBezTo>
                    <a:pt x="25827" y="63"/>
                    <a:pt x="18879" y="6929"/>
                    <a:pt x="18879" y="15289"/>
                  </a:cubicBezTo>
                  <a:cubicBezTo>
                    <a:pt x="18879" y="23648"/>
                    <a:pt x="25525" y="30514"/>
                    <a:pt x="33984" y="30514"/>
                  </a:cubicBezTo>
                  <a:cubicBezTo>
                    <a:pt x="42744" y="30514"/>
                    <a:pt x="49692" y="23946"/>
                    <a:pt x="49692" y="15289"/>
                  </a:cubicBezTo>
                  <a:cubicBezTo>
                    <a:pt x="49692" y="6929"/>
                    <a:pt x="42744" y="63"/>
                    <a:pt x="33984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EDD6C6-F92E-C04A-B63A-02520A78FE56}"/>
                </a:ext>
              </a:extLst>
            </p:cNvPr>
            <p:cNvSpPr/>
            <p:nvPr>
              <p:custDataLst>
                <p:tags r:id="rId417"/>
              </p:custDataLst>
            </p:nvPr>
          </p:nvSpPr>
          <p:spPr>
            <a:xfrm>
              <a:off x="7191299" y="4290561"/>
              <a:ext cx="141678" cy="137331"/>
            </a:xfrm>
            <a:custGeom>
              <a:avLst/>
              <a:gdLst>
                <a:gd name="connsiteX0" fmla="*/ 153 w 141678"/>
                <a:gd name="connsiteY0" fmla="*/ 18573 h 137331"/>
                <a:gd name="connsiteX1" fmla="*/ 8309 w 141678"/>
                <a:gd name="connsiteY1" fmla="*/ 17378 h 137331"/>
                <a:gd name="connsiteX2" fmla="*/ 19486 w 141678"/>
                <a:gd name="connsiteY2" fmla="*/ 36485 h 137331"/>
                <a:gd name="connsiteX3" fmla="*/ 19486 w 141678"/>
                <a:gd name="connsiteY3" fmla="*/ 110525 h 137331"/>
                <a:gd name="connsiteX4" fmla="*/ 757 w 141678"/>
                <a:gd name="connsiteY4" fmla="*/ 132916 h 137331"/>
                <a:gd name="connsiteX5" fmla="*/ 757 w 141678"/>
                <a:gd name="connsiteY5" fmla="*/ 137394 h 137331"/>
                <a:gd name="connsiteX6" fmla="*/ 64799 w 141678"/>
                <a:gd name="connsiteY6" fmla="*/ 137394 h 137331"/>
                <a:gd name="connsiteX7" fmla="*/ 64799 w 141678"/>
                <a:gd name="connsiteY7" fmla="*/ 132916 h 137331"/>
                <a:gd name="connsiteX8" fmla="*/ 44862 w 141678"/>
                <a:gd name="connsiteY8" fmla="*/ 117391 h 137331"/>
                <a:gd name="connsiteX9" fmla="*/ 44862 w 141678"/>
                <a:gd name="connsiteY9" fmla="*/ 33500 h 137331"/>
                <a:gd name="connsiteX10" fmla="*/ 75977 w 141678"/>
                <a:gd name="connsiteY10" fmla="*/ 16483 h 137331"/>
                <a:gd name="connsiteX11" fmla="*/ 98029 w 141678"/>
                <a:gd name="connsiteY11" fmla="*/ 45442 h 137331"/>
                <a:gd name="connsiteX12" fmla="*/ 98029 w 141678"/>
                <a:gd name="connsiteY12" fmla="*/ 107838 h 137331"/>
                <a:gd name="connsiteX13" fmla="*/ 78997 w 141678"/>
                <a:gd name="connsiteY13" fmla="*/ 132916 h 137331"/>
                <a:gd name="connsiteX14" fmla="*/ 78997 w 141678"/>
                <a:gd name="connsiteY14" fmla="*/ 137394 h 137331"/>
                <a:gd name="connsiteX15" fmla="*/ 141832 w 141678"/>
                <a:gd name="connsiteY15" fmla="*/ 137394 h 137331"/>
                <a:gd name="connsiteX16" fmla="*/ 141832 w 141678"/>
                <a:gd name="connsiteY16" fmla="*/ 132916 h 137331"/>
                <a:gd name="connsiteX17" fmla="*/ 123404 w 141678"/>
                <a:gd name="connsiteY17" fmla="*/ 113212 h 137331"/>
                <a:gd name="connsiteX18" fmla="*/ 123404 w 141678"/>
                <a:gd name="connsiteY18" fmla="*/ 44845 h 137331"/>
                <a:gd name="connsiteX19" fmla="*/ 87758 w 141678"/>
                <a:gd name="connsiteY19" fmla="*/ 63 h 137331"/>
                <a:gd name="connsiteX20" fmla="*/ 43955 w 141678"/>
                <a:gd name="connsiteY20" fmla="*/ 24245 h 137331"/>
                <a:gd name="connsiteX21" fmla="*/ 43955 w 141678"/>
                <a:gd name="connsiteY21" fmla="*/ 660 h 137331"/>
                <a:gd name="connsiteX22" fmla="*/ 41841 w 141678"/>
                <a:gd name="connsiteY22" fmla="*/ 63 h 137331"/>
                <a:gd name="connsiteX23" fmla="*/ 153 w 141678"/>
                <a:gd name="connsiteY23" fmla="*/ 13497 h 137331"/>
                <a:gd name="connsiteX24" fmla="*/ 153 w 141678"/>
                <a:gd name="connsiteY24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78" h="137331">
                  <a:moveTo>
                    <a:pt x="153" y="18573"/>
                  </a:moveTo>
                  <a:cubicBezTo>
                    <a:pt x="1965" y="17677"/>
                    <a:pt x="4986" y="17378"/>
                    <a:pt x="8309" y="17378"/>
                  </a:cubicBezTo>
                  <a:cubicBezTo>
                    <a:pt x="16767" y="17378"/>
                    <a:pt x="19486" y="21857"/>
                    <a:pt x="19486" y="36485"/>
                  </a:cubicBezTo>
                  <a:lnTo>
                    <a:pt x="19486" y="110525"/>
                  </a:lnTo>
                  <a:cubicBezTo>
                    <a:pt x="19486" y="127542"/>
                    <a:pt x="16163" y="131722"/>
                    <a:pt x="757" y="132916"/>
                  </a:cubicBezTo>
                  <a:lnTo>
                    <a:pt x="757" y="137394"/>
                  </a:lnTo>
                  <a:lnTo>
                    <a:pt x="64799" y="137394"/>
                  </a:lnTo>
                  <a:lnTo>
                    <a:pt x="64799" y="132916"/>
                  </a:lnTo>
                  <a:cubicBezTo>
                    <a:pt x="49393" y="131722"/>
                    <a:pt x="44862" y="128139"/>
                    <a:pt x="44862" y="117391"/>
                  </a:cubicBezTo>
                  <a:lnTo>
                    <a:pt x="44862" y="33500"/>
                  </a:lnTo>
                  <a:cubicBezTo>
                    <a:pt x="59362" y="20065"/>
                    <a:pt x="66008" y="16483"/>
                    <a:pt x="75977" y="16483"/>
                  </a:cubicBezTo>
                  <a:cubicBezTo>
                    <a:pt x="90779" y="16483"/>
                    <a:pt x="98029" y="25738"/>
                    <a:pt x="98029" y="45442"/>
                  </a:cubicBezTo>
                  <a:lnTo>
                    <a:pt x="98029" y="107838"/>
                  </a:lnTo>
                  <a:cubicBezTo>
                    <a:pt x="98029" y="126646"/>
                    <a:pt x="94102" y="131722"/>
                    <a:pt x="78997" y="132916"/>
                  </a:cubicBezTo>
                  <a:lnTo>
                    <a:pt x="78997" y="137394"/>
                  </a:lnTo>
                  <a:lnTo>
                    <a:pt x="141832" y="137394"/>
                  </a:lnTo>
                  <a:lnTo>
                    <a:pt x="141832" y="132916"/>
                  </a:lnTo>
                  <a:cubicBezTo>
                    <a:pt x="127029" y="131423"/>
                    <a:pt x="123404" y="127841"/>
                    <a:pt x="123404" y="113212"/>
                  </a:cubicBezTo>
                  <a:lnTo>
                    <a:pt x="123404" y="44845"/>
                  </a:lnTo>
                  <a:cubicBezTo>
                    <a:pt x="123404" y="16781"/>
                    <a:pt x="110112" y="63"/>
                    <a:pt x="87758" y="63"/>
                  </a:cubicBezTo>
                  <a:cubicBezTo>
                    <a:pt x="73862" y="63"/>
                    <a:pt x="64497" y="5138"/>
                    <a:pt x="43955" y="24245"/>
                  </a:cubicBezTo>
                  <a:lnTo>
                    <a:pt x="43955" y="660"/>
                  </a:lnTo>
                  <a:lnTo>
                    <a:pt x="41841" y="63"/>
                  </a:lnTo>
                  <a:cubicBezTo>
                    <a:pt x="27038" y="5437"/>
                    <a:pt x="16767" y="8721"/>
                    <a:pt x="153" y="13497"/>
                  </a:cubicBezTo>
                  <a:lnTo>
                    <a:pt x="153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6F54D35-044E-33FC-D54D-6F2A777EBDBF}"/>
                </a:ext>
              </a:extLst>
            </p:cNvPr>
            <p:cNvSpPr/>
            <p:nvPr>
              <p:custDataLst>
                <p:tags r:id="rId418"/>
              </p:custDataLst>
            </p:nvPr>
          </p:nvSpPr>
          <p:spPr>
            <a:xfrm>
              <a:off x="7344117" y="4223986"/>
              <a:ext cx="109657" cy="203907"/>
            </a:xfrm>
            <a:custGeom>
              <a:avLst/>
              <a:gdLst>
                <a:gd name="connsiteX0" fmla="*/ 87461 w 109657"/>
                <a:gd name="connsiteY0" fmla="*/ 69624 h 203907"/>
                <a:gd name="connsiteX1" fmla="*/ 50304 w 109657"/>
                <a:gd name="connsiteY1" fmla="*/ 69624 h 203907"/>
                <a:gd name="connsiteX2" fmla="*/ 50304 w 109657"/>
                <a:gd name="connsiteY2" fmla="*/ 34993 h 203907"/>
                <a:gd name="connsiteX3" fmla="*/ 67523 w 109657"/>
                <a:gd name="connsiteY3" fmla="*/ 8422 h 203907"/>
                <a:gd name="connsiteX4" fmla="*/ 83534 w 109657"/>
                <a:gd name="connsiteY4" fmla="*/ 20065 h 203907"/>
                <a:gd name="connsiteX5" fmla="*/ 97128 w 109657"/>
                <a:gd name="connsiteY5" fmla="*/ 30813 h 203907"/>
                <a:gd name="connsiteX6" fmla="*/ 109815 w 109657"/>
                <a:gd name="connsiteY6" fmla="*/ 18573 h 203907"/>
                <a:gd name="connsiteX7" fmla="*/ 78398 w 109657"/>
                <a:gd name="connsiteY7" fmla="*/ 63 h 203907"/>
                <a:gd name="connsiteX8" fmla="*/ 35804 w 109657"/>
                <a:gd name="connsiteY8" fmla="*/ 21857 h 203907"/>
                <a:gd name="connsiteX9" fmla="*/ 25231 w 109657"/>
                <a:gd name="connsiteY9" fmla="*/ 69624 h 203907"/>
                <a:gd name="connsiteX10" fmla="*/ 460 w 109657"/>
                <a:gd name="connsiteY10" fmla="*/ 69624 h 203907"/>
                <a:gd name="connsiteX11" fmla="*/ 460 w 109657"/>
                <a:gd name="connsiteY11" fmla="*/ 79178 h 203907"/>
                <a:gd name="connsiteX12" fmla="*/ 25231 w 109657"/>
                <a:gd name="connsiteY12" fmla="*/ 79178 h 203907"/>
                <a:gd name="connsiteX13" fmla="*/ 25231 w 109657"/>
                <a:gd name="connsiteY13" fmla="*/ 172921 h 203907"/>
                <a:gd name="connsiteX14" fmla="*/ 158 w 109657"/>
                <a:gd name="connsiteY14" fmla="*/ 199492 h 203907"/>
                <a:gd name="connsiteX15" fmla="*/ 158 w 109657"/>
                <a:gd name="connsiteY15" fmla="*/ 203970 h 203907"/>
                <a:gd name="connsiteX16" fmla="*/ 78700 w 109657"/>
                <a:gd name="connsiteY16" fmla="*/ 203970 h 203907"/>
                <a:gd name="connsiteX17" fmla="*/ 78700 w 109657"/>
                <a:gd name="connsiteY17" fmla="*/ 199492 h 203907"/>
                <a:gd name="connsiteX18" fmla="*/ 50606 w 109657"/>
                <a:gd name="connsiteY18" fmla="*/ 172921 h 203907"/>
                <a:gd name="connsiteX19" fmla="*/ 50606 w 109657"/>
                <a:gd name="connsiteY19" fmla="*/ 79178 h 203907"/>
                <a:gd name="connsiteX20" fmla="*/ 87461 w 109657"/>
                <a:gd name="connsiteY20" fmla="*/ 79178 h 203907"/>
                <a:gd name="connsiteX21" fmla="*/ 87461 w 109657"/>
                <a:gd name="connsiteY21" fmla="*/ 69624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657" h="203907">
                  <a:moveTo>
                    <a:pt x="87461" y="69624"/>
                  </a:moveTo>
                  <a:lnTo>
                    <a:pt x="50304" y="69624"/>
                  </a:lnTo>
                  <a:lnTo>
                    <a:pt x="50304" y="34993"/>
                  </a:lnTo>
                  <a:cubicBezTo>
                    <a:pt x="50304" y="17677"/>
                    <a:pt x="56044" y="8422"/>
                    <a:pt x="67523" y="8422"/>
                  </a:cubicBezTo>
                  <a:cubicBezTo>
                    <a:pt x="73867" y="8422"/>
                    <a:pt x="78096" y="11408"/>
                    <a:pt x="83534" y="20065"/>
                  </a:cubicBezTo>
                  <a:cubicBezTo>
                    <a:pt x="88367" y="27828"/>
                    <a:pt x="91992" y="30813"/>
                    <a:pt x="97128" y="30813"/>
                  </a:cubicBezTo>
                  <a:cubicBezTo>
                    <a:pt x="104076" y="30813"/>
                    <a:pt x="109815" y="25439"/>
                    <a:pt x="109815" y="18573"/>
                  </a:cubicBezTo>
                  <a:cubicBezTo>
                    <a:pt x="109815" y="7825"/>
                    <a:pt x="96523" y="63"/>
                    <a:pt x="78398" y="63"/>
                  </a:cubicBezTo>
                  <a:cubicBezTo>
                    <a:pt x="59669" y="63"/>
                    <a:pt x="43658" y="8124"/>
                    <a:pt x="35804" y="21857"/>
                  </a:cubicBezTo>
                  <a:cubicBezTo>
                    <a:pt x="27950" y="34993"/>
                    <a:pt x="25533" y="45740"/>
                    <a:pt x="25231" y="69624"/>
                  </a:cubicBezTo>
                  <a:lnTo>
                    <a:pt x="460" y="69624"/>
                  </a:lnTo>
                  <a:lnTo>
                    <a:pt x="460" y="79178"/>
                  </a:lnTo>
                  <a:lnTo>
                    <a:pt x="25231" y="79178"/>
                  </a:lnTo>
                  <a:lnTo>
                    <a:pt x="25231" y="172921"/>
                  </a:lnTo>
                  <a:cubicBezTo>
                    <a:pt x="25231" y="194715"/>
                    <a:pt x="21908" y="198297"/>
                    <a:pt x="158" y="199492"/>
                  </a:cubicBezTo>
                  <a:lnTo>
                    <a:pt x="158" y="203970"/>
                  </a:lnTo>
                  <a:lnTo>
                    <a:pt x="78700" y="203970"/>
                  </a:lnTo>
                  <a:lnTo>
                    <a:pt x="78700" y="199492"/>
                  </a:lnTo>
                  <a:cubicBezTo>
                    <a:pt x="53929" y="198596"/>
                    <a:pt x="50606" y="195312"/>
                    <a:pt x="50606" y="172921"/>
                  </a:cubicBezTo>
                  <a:lnTo>
                    <a:pt x="50606" y="79178"/>
                  </a:lnTo>
                  <a:lnTo>
                    <a:pt x="87461" y="79178"/>
                  </a:lnTo>
                  <a:lnTo>
                    <a:pt x="87461" y="69624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FD0C91-31B3-D7A7-5872-D861A076BD15}"/>
                </a:ext>
              </a:extLst>
            </p:cNvPr>
            <p:cNvSpPr/>
            <p:nvPr>
              <p:custDataLst>
                <p:tags r:id="rId419"/>
              </p:custDataLst>
            </p:nvPr>
          </p:nvSpPr>
          <p:spPr>
            <a:xfrm>
              <a:off x="7447807" y="4290561"/>
              <a:ext cx="133220" cy="140316"/>
            </a:xfrm>
            <a:custGeom>
              <a:avLst/>
              <a:gdLst>
                <a:gd name="connsiteX0" fmla="*/ 66922 w 133220"/>
                <a:gd name="connsiteY0" fmla="*/ 63 h 140316"/>
                <a:gd name="connsiteX1" fmla="*/ 161 w 133220"/>
                <a:gd name="connsiteY1" fmla="*/ 69923 h 140316"/>
                <a:gd name="connsiteX2" fmla="*/ 66318 w 133220"/>
                <a:gd name="connsiteY2" fmla="*/ 140379 h 140316"/>
                <a:gd name="connsiteX3" fmla="*/ 133381 w 133220"/>
                <a:gd name="connsiteY3" fmla="*/ 67534 h 140316"/>
                <a:gd name="connsiteX4" fmla="*/ 66922 w 133220"/>
                <a:gd name="connsiteY4" fmla="*/ 63 h 140316"/>
                <a:gd name="connsiteX5" fmla="*/ 62995 w 133220"/>
                <a:gd name="connsiteY5" fmla="*/ 8422 h 140316"/>
                <a:gd name="connsiteX6" fmla="*/ 106194 w 133220"/>
                <a:gd name="connsiteY6" fmla="*/ 77983 h 140316"/>
                <a:gd name="connsiteX7" fmla="*/ 69943 w 133220"/>
                <a:gd name="connsiteY7" fmla="*/ 132020 h 140316"/>
                <a:gd name="connsiteX8" fmla="*/ 40641 w 133220"/>
                <a:gd name="connsiteY8" fmla="*/ 112913 h 140316"/>
                <a:gd name="connsiteX9" fmla="*/ 27349 w 133220"/>
                <a:gd name="connsiteY9" fmla="*/ 55294 h 140316"/>
                <a:gd name="connsiteX10" fmla="*/ 62995 w 133220"/>
                <a:gd name="connsiteY10" fmla="*/ 8422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20" h="140316">
                  <a:moveTo>
                    <a:pt x="66922" y="63"/>
                  </a:moveTo>
                  <a:cubicBezTo>
                    <a:pt x="27651" y="63"/>
                    <a:pt x="161" y="28723"/>
                    <a:pt x="161" y="69923"/>
                  </a:cubicBezTo>
                  <a:cubicBezTo>
                    <a:pt x="161" y="110226"/>
                    <a:pt x="28255" y="140379"/>
                    <a:pt x="66318" y="140379"/>
                  </a:cubicBezTo>
                  <a:cubicBezTo>
                    <a:pt x="104381" y="140379"/>
                    <a:pt x="133381" y="108734"/>
                    <a:pt x="133381" y="67534"/>
                  </a:cubicBezTo>
                  <a:cubicBezTo>
                    <a:pt x="133381" y="28425"/>
                    <a:pt x="105589" y="63"/>
                    <a:pt x="66922" y="63"/>
                  </a:cubicBezTo>
                  <a:close/>
                  <a:moveTo>
                    <a:pt x="62995" y="8422"/>
                  </a:moveTo>
                  <a:cubicBezTo>
                    <a:pt x="88370" y="8422"/>
                    <a:pt x="106194" y="37082"/>
                    <a:pt x="106194" y="77983"/>
                  </a:cubicBezTo>
                  <a:cubicBezTo>
                    <a:pt x="106194" y="111719"/>
                    <a:pt x="92600" y="132020"/>
                    <a:pt x="69943" y="132020"/>
                  </a:cubicBezTo>
                  <a:cubicBezTo>
                    <a:pt x="58162" y="132020"/>
                    <a:pt x="46984" y="124855"/>
                    <a:pt x="40641" y="112913"/>
                  </a:cubicBezTo>
                  <a:cubicBezTo>
                    <a:pt x="32182" y="97389"/>
                    <a:pt x="27349" y="76491"/>
                    <a:pt x="27349" y="55294"/>
                  </a:cubicBezTo>
                  <a:cubicBezTo>
                    <a:pt x="27349" y="26932"/>
                    <a:pt x="41547" y="8422"/>
                    <a:pt x="62995" y="8422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E38CA0-E4B9-EA91-8A99-F9FC7B196433}"/>
                </a:ext>
              </a:extLst>
            </p:cNvPr>
            <p:cNvSpPr/>
            <p:nvPr>
              <p:custDataLst>
                <p:tags r:id="rId420"/>
              </p:custDataLst>
            </p:nvPr>
          </p:nvSpPr>
          <p:spPr>
            <a:xfrm>
              <a:off x="7592167" y="4290561"/>
              <a:ext cx="99688" cy="137331"/>
            </a:xfrm>
            <a:custGeom>
              <a:avLst/>
              <a:gdLst>
                <a:gd name="connsiteX0" fmla="*/ 770 w 99688"/>
                <a:gd name="connsiteY0" fmla="*/ 20961 h 137331"/>
                <a:gd name="connsiteX1" fmla="*/ 11343 w 99688"/>
                <a:gd name="connsiteY1" fmla="*/ 19767 h 137331"/>
                <a:gd name="connsiteX2" fmla="*/ 21614 w 99688"/>
                <a:gd name="connsiteY2" fmla="*/ 37680 h 137331"/>
                <a:gd name="connsiteX3" fmla="*/ 21614 w 99688"/>
                <a:gd name="connsiteY3" fmla="*/ 112316 h 137331"/>
                <a:gd name="connsiteX4" fmla="*/ 166 w 99688"/>
                <a:gd name="connsiteY4" fmla="*/ 132916 h 137331"/>
                <a:gd name="connsiteX5" fmla="*/ 166 w 99688"/>
                <a:gd name="connsiteY5" fmla="*/ 137394 h 137331"/>
                <a:gd name="connsiteX6" fmla="*/ 72667 w 99688"/>
                <a:gd name="connsiteY6" fmla="*/ 137394 h 137331"/>
                <a:gd name="connsiteX7" fmla="*/ 72667 w 99688"/>
                <a:gd name="connsiteY7" fmla="*/ 132916 h 137331"/>
                <a:gd name="connsiteX8" fmla="*/ 46989 w 99688"/>
                <a:gd name="connsiteY8" fmla="*/ 110525 h 137331"/>
                <a:gd name="connsiteX9" fmla="*/ 46989 w 99688"/>
                <a:gd name="connsiteY9" fmla="*/ 43352 h 137331"/>
                <a:gd name="connsiteX10" fmla="*/ 68136 w 99688"/>
                <a:gd name="connsiteY10" fmla="*/ 18871 h 137331"/>
                <a:gd name="connsiteX11" fmla="*/ 75990 w 99688"/>
                <a:gd name="connsiteY11" fmla="*/ 23349 h 137331"/>
                <a:gd name="connsiteX12" fmla="*/ 88073 w 99688"/>
                <a:gd name="connsiteY12" fmla="*/ 29320 h 137331"/>
                <a:gd name="connsiteX13" fmla="*/ 99855 w 99688"/>
                <a:gd name="connsiteY13" fmla="*/ 15886 h 137331"/>
                <a:gd name="connsiteX14" fmla="*/ 83240 w 99688"/>
                <a:gd name="connsiteY14" fmla="*/ 63 h 137331"/>
                <a:gd name="connsiteX15" fmla="*/ 46989 w 99688"/>
                <a:gd name="connsiteY15" fmla="*/ 28126 h 137331"/>
                <a:gd name="connsiteX16" fmla="*/ 46989 w 99688"/>
                <a:gd name="connsiteY16" fmla="*/ 660 h 137331"/>
                <a:gd name="connsiteX17" fmla="*/ 45479 w 99688"/>
                <a:gd name="connsiteY17" fmla="*/ 63 h 137331"/>
                <a:gd name="connsiteX18" fmla="*/ 770 w 99688"/>
                <a:gd name="connsiteY18" fmla="*/ 16184 h 137331"/>
                <a:gd name="connsiteX19" fmla="*/ 770 w 99688"/>
                <a:gd name="connsiteY19" fmla="*/ 20961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88" h="137331">
                  <a:moveTo>
                    <a:pt x="770" y="20961"/>
                  </a:moveTo>
                  <a:cubicBezTo>
                    <a:pt x="4999" y="20065"/>
                    <a:pt x="7718" y="19767"/>
                    <a:pt x="11343" y="19767"/>
                  </a:cubicBezTo>
                  <a:cubicBezTo>
                    <a:pt x="18895" y="19767"/>
                    <a:pt x="21614" y="24544"/>
                    <a:pt x="21614" y="37680"/>
                  </a:cubicBezTo>
                  <a:lnTo>
                    <a:pt x="21614" y="112316"/>
                  </a:lnTo>
                  <a:cubicBezTo>
                    <a:pt x="21614" y="127243"/>
                    <a:pt x="19500" y="129333"/>
                    <a:pt x="166" y="132916"/>
                  </a:cubicBezTo>
                  <a:lnTo>
                    <a:pt x="166" y="137394"/>
                  </a:lnTo>
                  <a:lnTo>
                    <a:pt x="72667" y="137394"/>
                  </a:lnTo>
                  <a:lnTo>
                    <a:pt x="72667" y="132916"/>
                  </a:lnTo>
                  <a:cubicBezTo>
                    <a:pt x="52125" y="132020"/>
                    <a:pt x="46989" y="127542"/>
                    <a:pt x="46989" y="110525"/>
                  </a:cubicBezTo>
                  <a:lnTo>
                    <a:pt x="46989" y="43352"/>
                  </a:lnTo>
                  <a:cubicBezTo>
                    <a:pt x="46989" y="33798"/>
                    <a:pt x="59979" y="18871"/>
                    <a:pt x="68136" y="18871"/>
                  </a:cubicBezTo>
                  <a:cubicBezTo>
                    <a:pt x="69948" y="18871"/>
                    <a:pt x="72667" y="20364"/>
                    <a:pt x="75990" y="23349"/>
                  </a:cubicBezTo>
                  <a:cubicBezTo>
                    <a:pt x="80823" y="27529"/>
                    <a:pt x="84146" y="29320"/>
                    <a:pt x="88073" y="29320"/>
                  </a:cubicBezTo>
                  <a:cubicBezTo>
                    <a:pt x="95323" y="29320"/>
                    <a:pt x="99855" y="24245"/>
                    <a:pt x="99855" y="15886"/>
                  </a:cubicBezTo>
                  <a:cubicBezTo>
                    <a:pt x="99855" y="6034"/>
                    <a:pt x="93511" y="63"/>
                    <a:pt x="83240" y="63"/>
                  </a:cubicBezTo>
                  <a:cubicBezTo>
                    <a:pt x="70552" y="63"/>
                    <a:pt x="61792" y="6929"/>
                    <a:pt x="46989" y="28126"/>
                  </a:cubicBezTo>
                  <a:lnTo>
                    <a:pt x="46989" y="660"/>
                  </a:lnTo>
                  <a:lnTo>
                    <a:pt x="45479" y="63"/>
                  </a:lnTo>
                  <a:cubicBezTo>
                    <a:pt x="29468" y="6631"/>
                    <a:pt x="18593" y="10512"/>
                    <a:pt x="770" y="16184"/>
                  </a:cubicBezTo>
                  <a:lnTo>
                    <a:pt x="770" y="20961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85C18EC-4DDB-31AA-07E9-BA5C8AC68AE2}"/>
                </a:ext>
              </a:extLst>
            </p:cNvPr>
            <p:cNvSpPr/>
            <p:nvPr>
              <p:custDataLst>
                <p:tags r:id="rId421"/>
              </p:custDataLst>
            </p:nvPr>
          </p:nvSpPr>
          <p:spPr>
            <a:xfrm>
              <a:off x="7696461" y="4290561"/>
              <a:ext cx="229284" cy="137331"/>
            </a:xfrm>
            <a:custGeom>
              <a:avLst/>
              <a:gdLst>
                <a:gd name="connsiteX0" fmla="*/ 1076 w 229284"/>
                <a:gd name="connsiteY0" fmla="*/ 18573 h 137331"/>
                <a:gd name="connsiteX1" fmla="*/ 10742 w 229284"/>
                <a:gd name="connsiteY1" fmla="*/ 17378 h 137331"/>
                <a:gd name="connsiteX2" fmla="*/ 21315 w 229284"/>
                <a:gd name="connsiteY2" fmla="*/ 36485 h 137331"/>
                <a:gd name="connsiteX3" fmla="*/ 21315 w 229284"/>
                <a:gd name="connsiteY3" fmla="*/ 112018 h 137331"/>
                <a:gd name="connsiteX4" fmla="*/ 169 w 229284"/>
                <a:gd name="connsiteY4" fmla="*/ 132916 h 137331"/>
                <a:gd name="connsiteX5" fmla="*/ 169 w 229284"/>
                <a:gd name="connsiteY5" fmla="*/ 137394 h 137331"/>
                <a:gd name="connsiteX6" fmla="*/ 67233 w 229284"/>
                <a:gd name="connsiteY6" fmla="*/ 137394 h 137331"/>
                <a:gd name="connsiteX7" fmla="*/ 67233 w 229284"/>
                <a:gd name="connsiteY7" fmla="*/ 132916 h 137331"/>
                <a:gd name="connsiteX8" fmla="*/ 46691 w 229284"/>
                <a:gd name="connsiteY8" fmla="*/ 117391 h 137331"/>
                <a:gd name="connsiteX9" fmla="*/ 46691 w 229284"/>
                <a:gd name="connsiteY9" fmla="*/ 33201 h 137331"/>
                <a:gd name="connsiteX10" fmla="*/ 51222 w 229284"/>
                <a:gd name="connsiteY10" fmla="*/ 27529 h 137331"/>
                <a:gd name="connsiteX11" fmla="*/ 82337 w 229284"/>
                <a:gd name="connsiteY11" fmla="*/ 15587 h 137331"/>
                <a:gd name="connsiteX12" fmla="*/ 102275 w 229284"/>
                <a:gd name="connsiteY12" fmla="*/ 46935 h 137331"/>
                <a:gd name="connsiteX13" fmla="*/ 102275 w 229284"/>
                <a:gd name="connsiteY13" fmla="*/ 111719 h 137331"/>
                <a:gd name="connsiteX14" fmla="*/ 81733 w 229284"/>
                <a:gd name="connsiteY14" fmla="*/ 132916 h 137331"/>
                <a:gd name="connsiteX15" fmla="*/ 81733 w 229284"/>
                <a:gd name="connsiteY15" fmla="*/ 137394 h 137331"/>
                <a:gd name="connsiteX16" fmla="*/ 149400 w 229284"/>
                <a:gd name="connsiteY16" fmla="*/ 137394 h 137331"/>
                <a:gd name="connsiteX17" fmla="*/ 149400 w 229284"/>
                <a:gd name="connsiteY17" fmla="*/ 132916 h 137331"/>
                <a:gd name="connsiteX18" fmla="*/ 127650 w 229284"/>
                <a:gd name="connsiteY18" fmla="*/ 109032 h 137331"/>
                <a:gd name="connsiteX19" fmla="*/ 127650 w 229284"/>
                <a:gd name="connsiteY19" fmla="*/ 33798 h 137331"/>
                <a:gd name="connsiteX20" fmla="*/ 160578 w 229284"/>
                <a:gd name="connsiteY20" fmla="*/ 15587 h 137331"/>
                <a:gd name="connsiteX21" fmla="*/ 183234 w 229284"/>
                <a:gd name="connsiteY21" fmla="*/ 48427 h 137331"/>
                <a:gd name="connsiteX22" fmla="*/ 183234 w 229284"/>
                <a:gd name="connsiteY22" fmla="*/ 111420 h 137331"/>
                <a:gd name="connsiteX23" fmla="*/ 163296 w 229284"/>
                <a:gd name="connsiteY23" fmla="*/ 132916 h 137331"/>
                <a:gd name="connsiteX24" fmla="*/ 163296 w 229284"/>
                <a:gd name="connsiteY24" fmla="*/ 137394 h 137331"/>
                <a:gd name="connsiteX25" fmla="*/ 229453 w 229284"/>
                <a:gd name="connsiteY25" fmla="*/ 137394 h 137331"/>
                <a:gd name="connsiteX26" fmla="*/ 229453 w 229284"/>
                <a:gd name="connsiteY26" fmla="*/ 132916 h 137331"/>
                <a:gd name="connsiteX27" fmla="*/ 221599 w 229284"/>
                <a:gd name="connsiteY27" fmla="*/ 132319 h 137331"/>
                <a:gd name="connsiteX28" fmla="*/ 208609 w 229284"/>
                <a:gd name="connsiteY28" fmla="*/ 114704 h 137331"/>
                <a:gd name="connsiteX29" fmla="*/ 208609 w 229284"/>
                <a:gd name="connsiteY29" fmla="*/ 53204 h 137331"/>
                <a:gd name="connsiteX30" fmla="*/ 173567 w 229284"/>
                <a:gd name="connsiteY30" fmla="*/ 63 h 137331"/>
                <a:gd name="connsiteX31" fmla="*/ 124327 w 229284"/>
                <a:gd name="connsiteY31" fmla="*/ 25141 h 137331"/>
                <a:gd name="connsiteX32" fmla="*/ 92306 w 229284"/>
                <a:gd name="connsiteY32" fmla="*/ 63 h 137331"/>
                <a:gd name="connsiteX33" fmla="*/ 45482 w 229284"/>
                <a:gd name="connsiteY33" fmla="*/ 23051 h 137331"/>
                <a:gd name="connsiteX34" fmla="*/ 45482 w 229284"/>
                <a:gd name="connsiteY34" fmla="*/ 660 h 137331"/>
                <a:gd name="connsiteX35" fmla="*/ 43368 w 229284"/>
                <a:gd name="connsiteY35" fmla="*/ 63 h 137331"/>
                <a:gd name="connsiteX36" fmla="*/ 1076 w 229284"/>
                <a:gd name="connsiteY36" fmla="*/ 13497 h 137331"/>
                <a:gd name="connsiteX37" fmla="*/ 1076 w 229284"/>
                <a:gd name="connsiteY37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284" h="137331">
                  <a:moveTo>
                    <a:pt x="1076" y="18573"/>
                  </a:moveTo>
                  <a:cubicBezTo>
                    <a:pt x="5003" y="17677"/>
                    <a:pt x="7419" y="17378"/>
                    <a:pt x="10742" y="17378"/>
                  </a:cubicBezTo>
                  <a:cubicBezTo>
                    <a:pt x="18597" y="17378"/>
                    <a:pt x="21315" y="22155"/>
                    <a:pt x="21315" y="36485"/>
                  </a:cubicBezTo>
                  <a:lnTo>
                    <a:pt x="21315" y="112018"/>
                  </a:lnTo>
                  <a:cubicBezTo>
                    <a:pt x="21315" y="128139"/>
                    <a:pt x="17086" y="132617"/>
                    <a:pt x="169" y="132916"/>
                  </a:cubicBezTo>
                  <a:lnTo>
                    <a:pt x="169" y="137394"/>
                  </a:lnTo>
                  <a:lnTo>
                    <a:pt x="67233" y="137394"/>
                  </a:lnTo>
                  <a:lnTo>
                    <a:pt x="67233" y="132916"/>
                  </a:lnTo>
                  <a:cubicBezTo>
                    <a:pt x="51222" y="132319"/>
                    <a:pt x="46691" y="129035"/>
                    <a:pt x="46691" y="117391"/>
                  </a:cubicBezTo>
                  <a:lnTo>
                    <a:pt x="46691" y="33201"/>
                  </a:lnTo>
                  <a:cubicBezTo>
                    <a:pt x="46691" y="32604"/>
                    <a:pt x="49107" y="29619"/>
                    <a:pt x="51222" y="27529"/>
                  </a:cubicBezTo>
                  <a:cubicBezTo>
                    <a:pt x="58774" y="20662"/>
                    <a:pt x="71764" y="15587"/>
                    <a:pt x="82337" y="15587"/>
                  </a:cubicBezTo>
                  <a:cubicBezTo>
                    <a:pt x="95629" y="15587"/>
                    <a:pt x="102275" y="26036"/>
                    <a:pt x="102275" y="46935"/>
                  </a:cubicBezTo>
                  <a:lnTo>
                    <a:pt x="102275" y="111719"/>
                  </a:lnTo>
                  <a:cubicBezTo>
                    <a:pt x="102275" y="128438"/>
                    <a:pt x="98952" y="131722"/>
                    <a:pt x="81733" y="132916"/>
                  </a:cubicBezTo>
                  <a:lnTo>
                    <a:pt x="81733" y="137394"/>
                  </a:lnTo>
                  <a:lnTo>
                    <a:pt x="149400" y="137394"/>
                  </a:lnTo>
                  <a:lnTo>
                    <a:pt x="149400" y="132916"/>
                  </a:lnTo>
                  <a:cubicBezTo>
                    <a:pt x="132181" y="132617"/>
                    <a:pt x="127650" y="127542"/>
                    <a:pt x="127650" y="109032"/>
                  </a:cubicBezTo>
                  <a:lnTo>
                    <a:pt x="127650" y="33798"/>
                  </a:lnTo>
                  <a:cubicBezTo>
                    <a:pt x="136713" y="20961"/>
                    <a:pt x="146681" y="15587"/>
                    <a:pt x="160578" y="15587"/>
                  </a:cubicBezTo>
                  <a:cubicBezTo>
                    <a:pt x="177796" y="15587"/>
                    <a:pt x="183234" y="23648"/>
                    <a:pt x="183234" y="48427"/>
                  </a:cubicBezTo>
                  <a:lnTo>
                    <a:pt x="183234" y="111420"/>
                  </a:lnTo>
                  <a:cubicBezTo>
                    <a:pt x="183234" y="128438"/>
                    <a:pt x="180817" y="130826"/>
                    <a:pt x="163296" y="132916"/>
                  </a:cubicBezTo>
                  <a:lnTo>
                    <a:pt x="163296" y="137394"/>
                  </a:lnTo>
                  <a:lnTo>
                    <a:pt x="229453" y="137394"/>
                  </a:lnTo>
                  <a:lnTo>
                    <a:pt x="229453" y="132916"/>
                  </a:lnTo>
                  <a:lnTo>
                    <a:pt x="221599" y="132319"/>
                  </a:lnTo>
                  <a:cubicBezTo>
                    <a:pt x="212536" y="131722"/>
                    <a:pt x="208609" y="126348"/>
                    <a:pt x="208609" y="114704"/>
                  </a:cubicBezTo>
                  <a:lnTo>
                    <a:pt x="208609" y="53204"/>
                  </a:lnTo>
                  <a:cubicBezTo>
                    <a:pt x="208609" y="17976"/>
                    <a:pt x="196828" y="63"/>
                    <a:pt x="173567" y="63"/>
                  </a:cubicBezTo>
                  <a:cubicBezTo>
                    <a:pt x="156046" y="63"/>
                    <a:pt x="140640" y="7825"/>
                    <a:pt x="124327" y="25141"/>
                  </a:cubicBezTo>
                  <a:cubicBezTo>
                    <a:pt x="118889" y="8123"/>
                    <a:pt x="108619" y="63"/>
                    <a:pt x="92306" y="63"/>
                  </a:cubicBezTo>
                  <a:cubicBezTo>
                    <a:pt x="79014" y="63"/>
                    <a:pt x="70556" y="4242"/>
                    <a:pt x="45482" y="23051"/>
                  </a:cubicBezTo>
                  <a:lnTo>
                    <a:pt x="45482" y="660"/>
                  </a:lnTo>
                  <a:lnTo>
                    <a:pt x="43368" y="63"/>
                  </a:lnTo>
                  <a:cubicBezTo>
                    <a:pt x="27961" y="5735"/>
                    <a:pt x="17690" y="9019"/>
                    <a:pt x="1076" y="13497"/>
                  </a:cubicBezTo>
                  <a:lnTo>
                    <a:pt x="1076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99E5B0D-ED5D-FD61-D59D-C095E06D4078}"/>
                </a:ext>
              </a:extLst>
            </p:cNvPr>
            <p:cNvSpPr/>
            <p:nvPr>
              <p:custDataLst>
                <p:tags r:id="rId422"/>
              </p:custDataLst>
            </p:nvPr>
          </p:nvSpPr>
          <p:spPr>
            <a:xfrm>
              <a:off x="7938707" y="4290561"/>
              <a:ext cx="122345" cy="140316"/>
            </a:xfrm>
            <a:custGeom>
              <a:avLst/>
              <a:gdLst>
                <a:gd name="connsiteX0" fmla="*/ 122522 w 122345"/>
                <a:gd name="connsiteY0" fmla="*/ 117690 h 140316"/>
                <a:gd name="connsiteX1" fmla="*/ 109230 w 122345"/>
                <a:gd name="connsiteY1" fmla="*/ 123362 h 140316"/>
                <a:gd name="connsiteX2" fmla="*/ 100168 w 122345"/>
                <a:gd name="connsiteY2" fmla="*/ 106047 h 140316"/>
                <a:gd name="connsiteX3" fmla="*/ 100168 w 122345"/>
                <a:gd name="connsiteY3" fmla="*/ 47830 h 140316"/>
                <a:gd name="connsiteX4" fmla="*/ 94126 w 122345"/>
                <a:gd name="connsiteY4" fmla="*/ 16483 h 140316"/>
                <a:gd name="connsiteX5" fmla="*/ 56667 w 122345"/>
                <a:gd name="connsiteY5" fmla="*/ 63 h 140316"/>
                <a:gd name="connsiteX6" fmla="*/ 5917 w 122345"/>
                <a:gd name="connsiteY6" fmla="*/ 33500 h 140316"/>
                <a:gd name="connsiteX7" fmla="*/ 18906 w 122345"/>
                <a:gd name="connsiteY7" fmla="*/ 46337 h 140316"/>
                <a:gd name="connsiteX8" fmla="*/ 32500 w 122345"/>
                <a:gd name="connsiteY8" fmla="*/ 33798 h 140316"/>
                <a:gd name="connsiteX9" fmla="*/ 31896 w 122345"/>
                <a:gd name="connsiteY9" fmla="*/ 29022 h 140316"/>
                <a:gd name="connsiteX10" fmla="*/ 30990 w 122345"/>
                <a:gd name="connsiteY10" fmla="*/ 21857 h 140316"/>
                <a:gd name="connsiteX11" fmla="*/ 52740 w 122345"/>
                <a:gd name="connsiteY11" fmla="*/ 7228 h 140316"/>
                <a:gd name="connsiteX12" fmla="*/ 75699 w 122345"/>
                <a:gd name="connsiteY12" fmla="*/ 32007 h 140316"/>
                <a:gd name="connsiteX13" fmla="*/ 75699 w 122345"/>
                <a:gd name="connsiteY13" fmla="*/ 50219 h 140316"/>
                <a:gd name="connsiteX14" fmla="*/ 11052 w 122345"/>
                <a:gd name="connsiteY14" fmla="*/ 82462 h 140316"/>
                <a:gd name="connsiteX15" fmla="*/ 177 w 122345"/>
                <a:gd name="connsiteY15" fmla="*/ 108435 h 140316"/>
                <a:gd name="connsiteX16" fmla="*/ 31896 w 122345"/>
                <a:gd name="connsiteY16" fmla="*/ 140379 h 140316"/>
                <a:gd name="connsiteX17" fmla="*/ 76001 w 122345"/>
                <a:gd name="connsiteY17" fmla="*/ 118586 h 140316"/>
                <a:gd name="connsiteX18" fmla="*/ 95334 w 122345"/>
                <a:gd name="connsiteY18" fmla="*/ 140379 h 140316"/>
                <a:gd name="connsiteX19" fmla="*/ 122522 w 122345"/>
                <a:gd name="connsiteY19" fmla="*/ 125452 h 140316"/>
                <a:gd name="connsiteX20" fmla="*/ 122522 w 122345"/>
                <a:gd name="connsiteY20" fmla="*/ 117690 h 140316"/>
                <a:gd name="connsiteX21" fmla="*/ 75699 w 122345"/>
                <a:gd name="connsiteY21" fmla="*/ 100673 h 140316"/>
                <a:gd name="connsiteX22" fmla="*/ 67845 w 122345"/>
                <a:gd name="connsiteY22" fmla="*/ 116197 h 140316"/>
                <a:gd name="connsiteX23" fmla="*/ 45792 w 122345"/>
                <a:gd name="connsiteY23" fmla="*/ 123064 h 140316"/>
                <a:gd name="connsiteX24" fmla="*/ 26761 w 122345"/>
                <a:gd name="connsiteY24" fmla="*/ 100076 h 140316"/>
                <a:gd name="connsiteX25" fmla="*/ 26761 w 122345"/>
                <a:gd name="connsiteY25" fmla="*/ 98882 h 140316"/>
                <a:gd name="connsiteX26" fmla="*/ 75699 w 122345"/>
                <a:gd name="connsiteY26" fmla="*/ 57384 h 140316"/>
                <a:gd name="connsiteX27" fmla="*/ 75699 w 122345"/>
                <a:gd name="connsiteY27" fmla="*/ 10067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522" y="117690"/>
                  </a:moveTo>
                  <a:cubicBezTo>
                    <a:pt x="117387" y="121870"/>
                    <a:pt x="113762" y="123362"/>
                    <a:pt x="109230" y="123362"/>
                  </a:cubicBezTo>
                  <a:cubicBezTo>
                    <a:pt x="102282" y="123362"/>
                    <a:pt x="100168" y="119183"/>
                    <a:pt x="100168" y="106047"/>
                  </a:cubicBezTo>
                  <a:lnTo>
                    <a:pt x="100168" y="47830"/>
                  </a:lnTo>
                  <a:cubicBezTo>
                    <a:pt x="100168" y="32306"/>
                    <a:pt x="98657" y="23648"/>
                    <a:pt x="94126" y="16483"/>
                  </a:cubicBezTo>
                  <a:cubicBezTo>
                    <a:pt x="87480" y="5735"/>
                    <a:pt x="74490" y="63"/>
                    <a:pt x="56667" y="63"/>
                  </a:cubicBezTo>
                  <a:cubicBezTo>
                    <a:pt x="28271" y="63"/>
                    <a:pt x="5917" y="14692"/>
                    <a:pt x="5917" y="33500"/>
                  </a:cubicBezTo>
                  <a:cubicBezTo>
                    <a:pt x="5917" y="40367"/>
                    <a:pt x="11958" y="46337"/>
                    <a:pt x="18906" y="46337"/>
                  </a:cubicBezTo>
                  <a:cubicBezTo>
                    <a:pt x="26156" y="46337"/>
                    <a:pt x="32500" y="40367"/>
                    <a:pt x="32500" y="33798"/>
                  </a:cubicBezTo>
                  <a:cubicBezTo>
                    <a:pt x="32500" y="32604"/>
                    <a:pt x="32198" y="31112"/>
                    <a:pt x="31896" y="29022"/>
                  </a:cubicBezTo>
                  <a:cubicBezTo>
                    <a:pt x="31292" y="26335"/>
                    <a:pt x="30990" y="23946"/>
                    <a:pt x="30990" y="21857"/>
                  </a:cubicBezTo>
                  <a:cubicBezTo>
                    <a:pt x="30990" y="13796"/>
                    <a:pt x="40657" y="7228"/>
                    <a:pt x="52740" y="7228"/>
                  </a:cubicBezTo>
                  <a:cubicBezTo>
                    <a:pt x="67542" y="7228"/>
                    <a:pt x="75699" y="15886"/>
                    <a:pt x="75699" y="32007"/>
                  </a:cubicBezTo>
                  <a:lnTo>
                    <a:pt x="75699" y="50219"/>
                  </a:lnTo>
                  <a:cubicBezTo>
                    <a:pt x="29177" y="68728"/>
                    <a:pt x="24042" y="71117"/>
                    <a:pt x="11052" y="82462"/>
                  </a:cubicBezTo>
                  <a:cubicBezTo>
                    <a:pt x="4406" y="88432"/>
                    <a:pt x="177" y="98583"/>
                    <a:pt x="177" y="108435"/>
                  </a:cubicBezTo>
                  <a:cubicBezTo>
                    <a:pt x="177" y="127243"/>
                    <a:pt x="13469" y="140379"/>
                    <a:pt x="31896" y="140379"/>
                  </a:cubicBezTo>
                  <a:cubicBezTo>
                    <a:pt x="45188" y="140379"/>
                    <a:pt x="57574" y="134110"/>
                    <a:pt x="76001" y="118586"/>
                  </a:cubicBezTo>
                  <a:cubicBezTo>
                    <a:pt x="77511" y="134110"/>
                    <a:pt x="82949" y="140379"/>
                    <a:pt x="95334" y="140379"/>
                  </a:cubicBezTo>
                  <a:cubicBezTo>
                    <a:pt x="105605" y="140379"/>
                    <a:pt x="111949" y="136797"/>
                    <a:pt x="122522" y="125452"/>
                  </a:cubicBezTo>
                  <a:lnTo>
                    <a:pt x="122522" y="117690"/>
                  </a:lnTo>
                  <a:close/>
                  <a:moveTo>
                    <a:pt x="75699" y="100673"/>
                  </a:moveTo>
                  <a:cubicBezTo>
                    <a:pt x="75699" y="109928"/>
                    <a:pt x="74188" y="112615"/>
                    <a:pt x="67845" y="116197"/>
                  </a:cubicBezTo>
                  <a:cubicBezTo>
                    <a:pt x="60594" y="120377"/>
                    <a:pt x="52136" y="123064"/>
                    <a:pt x="45792" y="123064"/>
                  </a:cubicBezTo>
                  <a:cubicBezTo>
                    <a:pt x="35219" y="123064"/>
                    <a:pt x="26761" y="112913"/>
                    <a:pt x="26761" y="100076"/>
                  </a:cubicBezTo>
                  <a:lnTo>
                    <a:pt x="26761" y="98882"/>
                  </a:lnTo>
                  <a:cubicBezTo>
                    <a:pt x="26761" y="81267"/>
                    <a:pt x="39146" y="70520"/>
                    <a:pt x="75699" y="57384"/>
                  </a:cubicBezTo>
                  <a:lnTo>
                    <a:pt x="75699" y="1006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8F01B6F-6D58-10DB-6497-DC962F5E9321}"/>
                </a:ext>
              </a:extLst>
            </p:cNvPr>
            <p:cNvSpPr/>
            <p:nvPr>
              <p:custDataLst>
                <p:tags r:id="rId423"/>
              </p:custDataLst>
            </p:nvPr>
          </p:nvSpPr>
          <p:spPr>
            <a:xfrm>
              <a:off x="8066085" y="4255034"/>
              <a:ext cx="80355" cy="175843"/>
            </a:xfrm>
            <a:custGeom>
              <a:avLst/>
              <a:gdLst>
                <a:gd name="connsiteX0" fmla="*/ 73287 w 80355"/>
                <a:gd name="connsiteY0" fmla="*/ 38575 h 175843"/>
                <a:gd name="connsiteX1" fmla="*/ 42776 w 80355"/>
                <a:gd name="connsiteY1" fmla="*/ 38575 h 175843"/>
                <a:gd name="connsiteX2" fmla="*/ 42776 w 80355"/>
                <a:gd name="connsiteY2" fmla="*/ 3944 h 175843"/>
                <a:gd name="connsiteX3" fmla="*/ 40661 w 80355"/>
                <a:gd name="connsiteY3" fmla="*/ 63 h 175843"/>
                <a:gd name="connsiteX4" fmla="*/ 34619 w 80355"/>
                <a:gd name="connsiteY4" fmla="*/ 8422 h 175843"/>
                <a:gd name="connsiteX5" fmla="*/ 5317 w 80355"/>
                <a:gd name="connsiteY5" fmla="*/ 40367 h 175843"/>
                <a:gd name="connsiteX6" fmla="*/ 181 w 80355"/>
                <a:gd name="connsiteY6" fmla="*/ 46039 h 175843"/>
                <a:gd name="connsiteX7" fmla="*/ 1390 w 80355"/>
                <a:gd name="connsiteY7" fmla="*/ 48129 h 175843"/>
                <a:gd name="connsiteX8" fmla="*/ 17400 w 80355"/>
                <a:gd name="connsiteY8" fmla="*/ 48129 h 175843"/>
                <a:gd name="connsiteX9" fmla="*/ 17400 w 80355"/>
                <a:gd name="connsiteY9" fmla="*/ 137991 h 175843"/>
                <a:gd name="connsiteX10" fmla="*/ 44286 w 80355"/>
                <a:gd name="connsiteY10" fmla="*/ 175906 h 175843"/>
                <a:gd name="connsiteX11" fmla="*/ 80537 w 80355"/>
                <a:gd name="connsiteY11" fmla="*/ 153217 h 175843"/>
                <a:gd name="connsiteX12" fmla="*/ 76609 w 80355"/>
                <a:gd name="connsiteY12" fmla="*/ 149933 h 175843"/>
                <a:gd name="connsiteX13" fmla="*/ 58484 w 80355"/>
                <a:gd name="connsiteY13" fmla="*/ 160382 h 175843"/>
                <a:gd name="connsiteX14" fmla="*/ 42776 w 80355"/>
                <a:gd name="connsiteY14" fmla="*/ 133513 h 175843"/>
                <a:gd name="connsiteX15" fmla="*/ 42776 w 80355"/>
                <a:gd name="connsiteY15" fmla="*/ 48129 h 175843"/>
                <a:gd name="connsiteX16" fmla="*/ 73287 w 80355"/>
                <a:gd name="connsiteY16" fmla="*/ 48129 h 175843"/>
                <a:gd name="connsiteX17" fmla="*/ 73287 w 80355"/>
                <a:gd name="connsiteY17" fmla="*/ 38575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287" y="38575"/>
                  </a:moveTo>
                  <a:lnTo>
                    <a:pt x="42776" y="38575"/>
                  </a:lnTo>
                  <a:lnTo>
                    <a:pt x="42776" y="3944"/>
                  </a:lnTo>
                  <a:cubicBezTo>
                    <a:pt x="42776" y="958"/>
                    <a:pt x="42474" y="63"/>
                    <a:pt x="40661" y="63"/>
                  </a:cubicBezTo>
                  <a:cubicBezTo>
                    <a:pt x="38547" y="2750"/>
                    <a:pt x="36734" y="5437"/>
                    <a:pt x="34619" y="8422"/>
                  </a:cubicBezTo>
                  <a:cubicBezTo>
                    <a:pt x="23140" y="24842"/>
                    <a:pt x="10150" y="39172"/>
                    <a:pt x="5317" y="40367"/>
                  </a:cubicBezTo>
                  <a:cubicBezTo>
                    <a:pt x="1994" y="42456"/>
                    <a:pt x="181" y="44546"/>
                    <a:pt x="181" y="46039"/>
                  </a:cubicBezTo>
                  <a:cubicBezTo>
                    <a:pt x="181" y="46935"/>
                    <a:pt x="484" y="47532"/>
                    <a:pt x="1390" y="48129"/>
                  </a:cubicBezTo>
                  <a:lnTo>
                    <a:pt x="17400" y="48129"/>
                  </a:lnTo>
                  <a:lnTo>
                    <a:pt x="17400" y="137991"/>
                  </a:lnTo>
                  <a:cubicBezTo>
                    <a:pt x="17400" y="163069"/>
                    <a:pt x="26463" y="175906"/>
                    <a:pt x="44286" y="175906"/>
                  </a:cubicBezTo>
                  <a:cubicBezTo>
                    <a:pt x="59088" y="175906"/>
                    <a:pt x="70568" y="168741"/>
                    <a:pt x="80537" y="153217"/>
                  </a:cubicBezTo>
                  <a:lnTo>
                    <a:pt x="76609" y="149933"/>
                  </a:lnTo>
                  <a:cubicBezTo>
                    <a:pt x="70266" y="157397"/>
                    <a:pt x="65130" y="160382"/>
                    <a:pt x="58484" y="160382"/>
                  </a:cubicBezTo>
                  <a:cubicBezTo>
                    <a:pt x="47307" y="160382"/>
                    <a:pt x="42776" y="152321"/>
                    <a:pt x="42776" y="133513"/>
                  </a:cubicBezTo>
                  <a:lnTo>
                    <a:pt x="42776" y="48129"/>
                  </a:lnTo>
                  <a:lnTo>
                    <a:pt x="73287" y="48129"/>
                  </a:lnTo>
                  <a:lnTo>
                    <a:pt x="73287" y="385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5609583-A7DE-6517-29DD-E3036C81F460}"/>
                </a:ext>
              </a:extLst>
            </p:cNvPr>
            <p:cNvSpPr/>
            <p:nvPr>
              <p:custDataLst>
                <p:tags r:id="rId424"/>
              </p:custDataLst>
            </p:nvPr>
          </p:nvSpPr>
          <p:spPr>
            <a:xfrm>
              <a:off x="8151283" y="4223986"/>
              <a:ext cx="71594" cy="203907"/>
            </a:xfrm>
            <a:custGeom>
              <a:avLst/>
              <a:gdLst>
                <a:gd name="connsiteX0" fmla="*/ 48216 w 71594"/>
                <a:gd name="connsiteY0" fmla="*/ 66639 h 203907"/>
                <a:gd name="connsiteX1" fmla="*/ 1393 w 71594"/>
                <a:gd name="connsiteY1" fmla="*/ 83059 h 203907"/>
                <a:gd name="connsiteX2" fmla="*/ 1393 w 71594"/>
                <a:gd name="connsiteY2" fmla="*/ 87537 h 203907"/>
                <a:gd name="connsiteX3" fmla="*/ 3809 w 71594"/>
                <a:gd name="connsiteY3" fmla="*/ 87238 h 203907"/>
                <a:gd name="connsiteX4" fmla="*/ 14080 w 71594"/>
                <a:gd name="connsiteY4" fmla="*/ 86343 h 203907"/>
                <a:gd name="connsiteX5" fmla="*/ 24049 w 71594"/>
                <a:gd name="connsiteY5" fmla="*/ 104255 h 203907"/>
                <a:gd name="connsiteX6" fmla="*/ 24049 w 71594"/>
                <a:gd name="connsiteY6" fmla="*/ 173518 h 203907"/>
                <a:gd name="connsiteX7" fmla="*/ 184 w 71594"/>
                <a:gd name="connsiteY7" fmla="*/ 199492 h 203907"/>
                <a:gd name="connsiteX8" fmla="*/ 184 w 71594"/>
                <a:gd name="connsiteY8" fmla="*/ 203970 h 203907"/>
                <a:gd name="connsiteX9" fmla="*/ 71779 w 71594"/>
                <a:gd name="connsiteY9" fmla="*/ 203970 h 203907"/>
                <a:gd name="connsiteX10" fmla="*/ 71779 w 71594"/>
                <a:gd name="connsiteY10" fmla="*/ 199492 h 203907"/>
                <a:gd name="connsiteX11" fmla="*/ 49424 w 71594"/>
                <a:gd name="connsiteY11" fmla="*/ 173518 h 203907"/>
                <a:gd name="connsiteX12" fmla="*/ 49424 w 71594"/>
                <a:gd name="connsiteY12" fmla="*/ 67534 h 203907"/>
                <a:gd name="connsiteX13" fmla="*/ 48216 w 71594"/>
                <a:gd name="connsiteY13" fmla="*/ 66639 h 203907"/>
                <a:gd name="connsiteX14" fmla="*/ 34018 w 71594"/>
                <a:gd name="connsiteY14" fmla="*/ 63 h 203907"/>
                <a:gd name="connsiteX15" fmla="*/ 18914 w 71594"/>
                <a:gd name="connsiteY15" fmla="*/ 15289 h 203907"/>
                <a:gd name="connsiteX16" fmla="*/ 34018 w 71594"/>
                <a:gd name="connsiteY16" fmla="*/ 30514 h 203907"/>
                <a:gd name="connsiteX17" fmla="*/ 49726 w 71594"/>
                <a:gd name="connsiteY17" fmla="*/ 15289 h 203907"/>
                <a:gd name="connsiteX18" fmla="*/ 34018 w 71594"/>
                <a:gd name="connsiteY18" fmla="*/ 63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94" h="203907">
                  <a:moveTo>
                    <a:pt x="48216" y="66639"/>
                  </a:moveTo>
                  <a:lnTo>
                    <a:pt x="1393" y="83059"/>
                  </a:lnTo>
                  <a:lnTo>
                    <a:pt x="1393" y="87537"/>
                  </a:lnTo>
                  <a:lnTo>
                    <a:pt x="3809" y="87238"/>
                  </a:lnTo>
                  <a:cubicBezTo>
                    <a:pt x="7434" y="86641"/>
                    <a:pt x="11361" y="86343"/>
                    <a:pt x="14080" y="86343"/>
                  </a:cubicBezTo>
                  <a:cubicBezTo>
                    <a:pt x="21330" y="86343"/>
                    <a:pt x="24049" y="91119"/>
                    <a:pt x="24049" y="104255"/>
                  </a:cubicBezTo>
                  <a:lnTo>
                    <a:pt x="24049" y="173518"/>
                  </a:lnTo>
                  <a:cubicBezTo>
                    <a:pt x="24049" y="195013"/>
                    <a:pt x="21028" y="198297"/>
                    <a:pt x="184" y="199492"/>
                  </a:cubicBezTo>
                  <a:lnTo>
                    <a:pt x="184" y="203970"/>
                  </a:lnTo>
                  <a:lnTo>
                    <a:pt x="71779" y="203970"/>
                  </a:lnTo>
                  <a:lnTo>
                    <a:pt x="71779" y="199492"/>
                  </a:lnTo>
                  <a:cubicBezTo>
                    <a:pt x="51841" y="197999"/>
                    <a:pt x="49424" y="195013"/>
                    <a:pt x="49424" y="173518"/>
                  </a:cubicBezTo>
                  <a:lnTo>
                    <a:pt x="49424" y="67534"/>
                  </a:lnTo>
                  <a:lnTo>
                    <a:pt x="48216" y="66639"/>
                  </a:lnTo>
                  <a:close/>
                  <a:moveTo>
                    <a:pt x="34018" y="63"/>
                  </a:moveTo>
                  <a:cubicBezTo>
                    <a:pt x="25862" y="63"/>
                    <a:pt x="18914" y="6929"/>
                    <a:pt x="18914" y="15289"/>
                  </a:cubicBezTo>
                  <a:cubicBezTo>
                    <a:pt x="18914" y="23648"/>
                    <a:pt x="25560" y="30514"/>
                    <a:pt x="34018" y="30514"/>
                  </a:cubicBezTo>
                  <a:cubicBezTo>
                    <a:pt x="42778" y="30514"/>
                    <a:pt x="49726" y="23946"/>
                    <a:pt x="49726" y="15289"/>
                  </a:cubicBezTo>
                  <a:cubicBezTo>
                    <a:pt x="49726" y="6929"/>
                    <a:pt x="42778" y="63"/>
                    <a:pt x="34018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A64690C-17A5-BCFB-91BD-C310F9B235BC}"/>
                </a:ext>
              </a:extLst>
            </p:cNvPr>
            <p:cNvSpPr/>
            <p:nvPr>
              <p:custDataLst>
                <p:tags r:id="rId425"/>
              </p:custDataLst>
            </p:nvPr>
          </p:nvSpPr>
          <p:spPr>
            <a:xfrm>
              <a:off x="8239503" y="4290561"/>
              <a:ext cx="133220" cy="140316"/>
            </a:xfrm>
            <a:custGeom>
              <a:avLst/>
              <a:gdLst>
                <a:gd name="connsiteX0" fmla="*/ 66948 w 133220"/>
                <a:gd name="connsiteY0" fmla="*/ 63 h 140316"/>
                <a:gd name="connsiteX1" fmla="*/ 187 w 133220"/>
                <a:gd name="connsiteY1" fmla="*/ 69923 h 140316"/>
                <a:gd name="connsiteX2" fmla="*/ 66344 w 133220"/>
                <a:gd name="connsiteY2" fmla="*/ 140379 h 140316"/>
                <a:gd name="connsiteX3" fmla="*/ 133407 w 133220"/>
                <a:gd name="connsiteY3" fmla="*/ 67534 h 140316"/>
                <a:gd name="connsiteX4" fmla="*/ 66948 w 133220"/>
                <a:gd name="connsiteY4" fmla="*/ 63 h 140316"/>
                <a:gd name="connsiteX5" fmla="*/ 63021 w 133220"/>
                <a:gd name="connsiteY5" fmla="*/ 8422 h 140316"/>
                <a:gd name="connsiteX6" fmla="*/ 106220 w 133220"/>
                <a:gd name="connsiteY6" fmla="*/ 77983 h 140316"/>
                <a:gd name="connsiteX7" fmla="*/ 69969 w 133220"/>
                <a:gd name="connsiteY7" fmla="*/ 132020 h 140316"/>
                <a:gd name="connsiteX8" fmla="*/ 40667 w 133220"/>
                <a:gd name="connsiteY8" fmla="*/ 112913 h 140316"/>
                <a:gd name="connsiteX9" fmla="*/ 27375 w 133220"/>
                <a:gd name="connsiteY9" fmla="*/ 55294 h 140316"/>
                <a:gd name="connsiteX10" fmla="*/ 63021 w 133220"/>
                <a:gd name="connsiteY10" fmla="*/ 8422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20" h="140316">
                  <a:moveTo>
                    <a:pt x="66948" y="63"/>
                  </a:moveTo>
                  <a:cubicBezTo>
                    <a:pt x="27677" y="63"/>
                    <a:pt x="187" y="28723"/>
                    <a:pt x="187" y="69923"/>
                  </a:cubicBezTo>
                  <a:cubicBezTo>
                    <a:pt x="187" y="110226"/>
                    <a:pt x="28281" y="140379"/>
                    <a:pt x="66344" y="140379"/>
                  </a:cubicBezTo>
                  <a:cubicBezTo>
                    <a:pt x="104407" y="140379"/>
                    <a:pt x="133407" y="108734"/>
                    <a:pt x="133407" y="67534"/>
                  </a:cubicBezTo>
                  <a:cubicBezTo>
                    <a:pt x="133407" y="28425"/>
                    <a:pt x="105615" y="63"/>
                    <a:pt x="66948" y="63"/>
                  </a:cubicBezTo>
                  <a:close/>
                  <a:moveTo>
                    <a:pt x="63021" y="8422"/>
                  </a:moveTo>
                  <a:cubicBezTo>
                    <a:pt x="88396" y="8422"/>
                    <a:pt x="106220" y="37082"/>
                    <a:pt x="106220" y="77983"/>
                  </a:cubicBezTo>
                  <a:cubicBezTo>
                    <a:pt x="106220" y="111719"/>
                    <a:pt x="92626" y="132020"/>
                    <a:pt x="69969" y="132020"/>
                  </a:cubicBezTo>
                  <a:cubicBezTo>
                    <a:pt x="58188" y="132020"/>
                    <a:pt x="47010" y="124855"/>
                    <a:pt x="40667" y="112913"/>
                  </a:cubicBezTo>
                  <a:cubicBezTo>
                    <a:pt x="32208" y="97389"/>
                    <a:pt x="27375" y="76491"/>
                    <a:pt x="27375" y="55294"/>
                  </a:cubicBezTo>
                  <a:cubicBezTo>
                    <a:pt x="27375" y="26932"/>
                    <a:pt x="41573" y="8422"/>
                    <a:pt x="63021" y="8422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F718704-B009-1A54-EF45-48B2B8BEF0B3}"/>
                </a:ext>
              </a:extLst>
            </p:cNvPr>
            <p:cNvSpPr/>
            <p:nvPr>
              <p:custDataLst>
                <p:tags r:id="rId426"/>
              </p:custDataLst>
            </p:nvPr>
          </p:nvSpPr>
          <p:spPr>
            <a:xfrm>
              <a:off x="8387186" y="4290561"/>
              <a:ext cx="141678" cy="137331"/>
            </a:xfrm>
            <a:custGeom>
              <a:avLst/>
              <a:gdLst>
                <a:gd name="connsiteX0" fmla="*/ 192 w 141678"/>
                <a:gd name="connsiteY0" fmla="*/ 18573 h 137331"/>
                <a:gd name="connsiteX1" fmla="*/ 8348 w 141678"/>
                <a:gd name="connsiteY1" fmla="*/ 17378 h 137331"/>
                <a:gd name="connsiteX2" fmla="*/ 19526 w 141678"/>
                <a:gd name="connsiteY2" fmla="*/ 36485 h 137331"/>
                <a:gd name="connsiteX3" fmla="*/ 19526 w 141678"/>
                <a:gd name="connsiteY3" fmla="*/ 110525 h 137331"/>
                <a:gd name="connsiteX4" fmla="*/ 796 w 141678"/>
                <a:gd name="connsiteY4" fmla="*/ 132916 h 137331"/>
                <a:gd name="connsiteX5" fmla="*/ 796 w 141678"/>
                <a:gd name="connsiteY5" fmla="*/ 137394 h 137331"/>
                <a:gd name="connsiteX6" fmla="*/ 64839 w 141678"/>
                <a:gd name="connsiteY6" fmla="*/ 137394 h 137331"/>
                <a:gd name="connsiteX7" fmla="*/ 64839 w 141678"/>
                <a:gd name="connsiteY7" fmla="*/ 132916 h 137331"/>
                <a:gd name="connsiteX8" fmla="*/ 44901 w 141678"/>
                <a:gd name="connsiteY8" fmla="*/ 117391 h 137331"/>
                <a:gd name="connsiteX9" fmla="*/ 44901 w 141678"/>
                <a:gd name="connsiteY9" fmla="*/ 33500 h 137331"/>
                <a:gd name="connsiteX10" fmla="*/ 76016 w 141678"/>
                <a:gd name="connsiteY10" fmla="*/ 16483 h 137331"/>
                <a:gd name="connsiteX11" fmla="*/ 98068 w 141678"/>
                <a:gd name="connsiteY11" fmla="*/ 45442 h 137331"/>
                <a:gd name="connsiteX12" fmla="*/ 98068 w 141678"/>
                <a:gd name="connsiteY12" fmla="*/ 107838 h 137331"/>
                <a:gd name="connsiteX13" fmla="*/ 79037 w 141678"/>
                <a:gd name="connsiteY13" fmla="*/ 132916 h 137331"/>
                <a:gd name="connsiteX14" fmla="*/ 79037 w 141678"/>
                <a:gd name="connsiteY14" fmla="*/ 137394 h 137331"/>
                <a:gd name="connsiteX15" fmla="*/ 141871 w 141678"/>
                <a:gd name="connsiteY15" fmla="*/ 137394 h 137331"/>
                <a:gd name="connsiteX16" fmla="*/ 141871 w 141678"/>
                <a:gd name="connsiteY16" fmla="*/ 132916 h 137331"/>
                <a:gd name="connsiteX17" fmla="*/ 123443 w 141678"/>
                <a:gd name="connsiteY17" fmla="*/ 113212 h 137331"/>
                <a:gd name="connsiteX18" fmla="*/ 123443 w 141678"/>
                <a:gd name="connsiteY18" fmla="*/ 44845 h 137331"/>
                <a:gd name="connsiteX19" fmla="*/ 87797 w 141678"/>
                <a:gd name="connsiteY19" fmla="*/ 63 h 137331"/>
                <a:gd name="connsiteX20" fmla="*/ 43995 w 141678"/>
                <a:gd name="connsiteY20" fmla="*/ 24245 h 137331"/>
                <a:gd name="connsiteX21" fmla="*/ 43995 w 141678"/>
                <a:gd name="connsiteY21" fmla="*/ 660 h 137331"/>
                <a:gd name="connsiteX22" fmla="*/ 41880 w 141678"/>
                <a:gd name="connsiteY22" fmla="*/ 63 h 137331"/>
                <a:gd name="connsiteX23" fmla="*/ 192 w 141678"/>
                <a:gd name="connsiteY23" fmla="*/ 13497 h 137331"/>
                <a:gd name="connsiteX24" fmla="*/ 192 w 141678"/>
                <a:gd name="connsiteY24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78" h="137331">
                  <a:moveTo>
                    <a:pt x="192" y="18573"/>
                  </a:moveTo>
                  <a:cubicBezTo>
                    <a:pt x="2004" y="17677"/>
                    <a:pt x="5025" y="17378"/>
                    <a:pt x="8348" y="17378"/>
                  </a:cubicBezTo>
                  <a:cubicBezTo>
                    <a:pt x="16807" y="17378"/>
                    <a:pt x="19526" y="21857"/>
                    <a:pt x="19526" y="36485"/>
                  </a:cubicBezTo>
                  <a:lnTo>
                    <a:pt x="19526" y="110525"/>
                  </a:lnTo>
                  <a:cubicBezTo>
                    <a:pt x="19526" y="127542"/>
                    <a:pt x="16203" y="131722"/>
                    <a:pt x="796" y="132916"/>
                  </a:cubicBezTo>
                  <a:lnTo>
                    <a:pt x="796" y="137394"/>
                  </a:lnTo>
                  <a:lnTo>
                    <a:pt x="64839" y="137394"/>
                  </a:lnTo>
                  <a:lnTo>
                    <a:pt x="64839" y="132916"/>
                  </a:lnTo>
                  <a:cubicBezTo>
                    <a:pt x="49432" y="131722"/>
                    <a:pt x="44901" y="128139"/>
                    <a:pt x="44901" y="117391"/>
                  </a:cubicBezTo>
                  <a:lnTo>
                    <a:pt x="44901" y="33500"/>
                  </a:lnTo>
                  <a:cubicBezTo>
                    <a:pt x="59401" y="20065"/>
                    <a:pt x="66047" y="16483"/>
                    <a:pt x="76016" y="16483"/>
                  </a:cubicBezTo>
                  <a:cubicBezTo>
                    <a:pt x="90818" y="16483"/>
                    <a:pt x="98068" y="25738"/>
                    <a:pt x="98068" y="45442"/>
                  </a:cubicBezTo>
                  <a:lnTo>
                    <a:pt x="98068" y="107838"/>
                  </a:lnTo>
                  <a:cubicBezTo>
                    <a:pt x="98068" y="126646"/>
                    <a:pt x="94141" y="131722"/>
                    <a:pt x="79037" y="132916"/>
                  </a:cubicBezTo>
                  <a:lnTo>
                    <a:pt x="79037" y="137394"/>
                  </a:lnTo>
                  <a:lnTo>
                    <a:pt x="141871" y="137394"/>
                  </a:lnTo>
                  <a:lnTo>
                    <a:pt x="141871" y="132916"/>
                  </a:lnTo>
                  <a:cubicBezTo>
                    <a:pt x="127069" y="131423"/>
                    <a:pt x="123443" y="127841"/>
                    <a:pt x="123443" y="113212"/>
                  </a:cubicBezTo>
                  <a:lnTo>
                    <a:pt x="123443" y="44845"/>
                  </a:lnTo>
                  <a:cubicBezTo>
                    <a:pt x="123443" y="16781"/>
                    <a:pt x="110152" y="63"/>
                    <a:pt x="87797" y="63"/>
                  </a:cubicBezTo>
                  <a:cubicBezTo>
                    <a:pt x="73901" y="63"/>
                    <a:pt x="64536" y="5138"/>
                    <a:pt x="43995" y="24245"/>
                  </a:cubicBezTo>
                  <a:lnTo>
                    <a:pt x="43995" y="660"/>
                  </a:lnTo>
                  <a:lnTo>
                    <a:pt x="41880" y="63"/>
                  </a:lnTo>
                  <a:cubicBezTo>
                    <a:pt x="27078" y="5437"/>
                    <a:pt x="16807" y="8721"/>
                    <a:pt x="192" y="13497"/>
                  </a:cubicBezTo>
                  <a:lnTo>
                    <a:pt x="192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9FEFCA2-EC18-8494-5362-50069A2BF58B}"/>
                </a:ext>
              </a:extLst>
            </p:cNvPr>
            <p:cNvSpPr/>
            <p:nvPr>
              <p:custDataLst>
                <p:tags r:id="rId427"/>
              </p:custDataLst>
            </p:nvPr>
          </p:nvSpPr>
          <p:spPr>
            <a:xfrm>
              <a:off x="8605605" y="4223986"/>
              <a:ext cx="71594" cy="203907"/>
            </a:xfrm>
            <a:custGeom>
              <a:avLst/>
              <a:gdLst>
                <a:gd name="connsiteX0" fmla="*/ 48231 w 71594"/>
                <a:gd name="connsiteY0" fmla="*/ 66639 h 203907"/>
                <a:gd name="connsiteX1" fmla="*/ 1407 w 71594"/>
                <a:gd name="connsiteY1" fmla="*/ 83059 h 203907"/>
                <a:gd name="connsiteX2" fmla="*/ 1407 w 71594"/>
                <a:gd name="connsiteY2" fmla="*/ 87537 h 203907"/>
                <a:gd name="connsiteX3" fmla="*/ 3824 w 71594"/>
                <a:gd name="connsiteY3" fmla="*/ 87238 h 203907"/>
                <a:gd name="connsiteX4" fmla="*/ 14095 w 71594"/>
                <a:gd name="connsiteY4" fmla="*/ 86343 h 203907"/>
                <a:gd name="connsiteX5" fmla="*/ 24064 w 71594"/>
                <a:gd name="connsiteY5" fmla="*/ 104255 h 203907"/>
                <a:gd name="connsiteX6" fmla="*/ 24064 w 71594"/>
                <a:gd name="connsiteY6" fmla="*/ 173518 h 203907"/>
                <a:gd name="connsiteX7" fmla="*/ 199 w 71594"/>
                <a:gd name="connsiteY7" fmla="*/ 199492 h 203907"/>
                <a:gd name="connsiteX8" fmla="*/ 199 w 71594"/>
                <a:gd name="connsiteY8" fmla="*/ 203970 h 203907"/>
                <a:gd name="connsiteX9" fmla="*/ 71794 w 71594"/>
                <a:gd name="connsiteY9" fmla="*/ 203970 h 203907"/>
                <a:gd name="connsiteX10" fmla="*/ 71794 w 71594"/>
                <a:gd name="connsiteY10" fmla="*/ 199492 h 203907"/>
                <a:gd name="connsiteX11" fmla="*/ 49439 w 71594"/>
                <a:gd name="connsiteY11" fmla="*/ 173518 h 203907"/>
                <a:gd name="connsiteX12" fmla="*/ 49439 w 71594"/>
                <a:gd name="connsiteY12" fmla="*/ 67534 h 203907"/>
                <a:gd name="connsiteX13" fmla="*/ 48231 w 71594"/>
                <a:gd name="connsiteY13" fmla="*/ 66639 h 203907"/>
                <a:gd name="connsiteX14" fmla="*/ 34033 w 71594"/>
                <a:gd name="connsiteY14" fmla="*/ 63 h 203907"/>
                <a:gd name="connsiteX15" fmla="*/ 18929 w 71594"/>
                <a:gd name="connsiteY15" fmla="*/ 15289 h 203907"/>
                <a:gd name="connsiteX16" fmla="*/ 34033 w 71594"/>
                <a:gd name="connsiteY16" fmla="*/ 30514 h 203907"/>
                <a:gd name="connsiteX17" fmla="*/ 49741 w 71594"/>
                <a:gd name="connsiteY17" fmla="*/ 15289 h 203907"/>
                <a:gd name="connsiteX18" fmla="*/ 34033 w 71594"/>
                <a:gd name="connsiteY18" fmla="*/ 63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94" h="203907">
                  <a:moveTo>
                    <a:pt x="48231" y="66639"/>
                  </a:moveTo>
                  <a:lnTo>
                    <a:pt x="1407" y="83059"/>
                  </a:lnTo>
                  <a:lnTo>
                    <a:pt x="1407" y="87537"/>
                  </a:lnTo>
                  <a:lnTo>
                    <a:pt x="3824" y="87238"/>
                  </a:lnTo>
                  <a:cubicBezTo>
                    <a:pt x="7449" y="86641"/>
                    <a:pt x="11376" y="86343"/>
                    <a:pt x="14095" y="86343"/>
                  </a:cubicBezTo>
                  <a:cubicBezTo>
                    <a:pt x="21345" y="86343"/>
                    <a:pt x="24064" y="91119"/>
                    <a:pt x="24064" y="104255"/>
                  </a:cubicBezTo>
                  <a:lnTo>
                    <a:pt x="24064" y="173518"/>
                  </a:lnTo>
                  <a:cubicBezTo>
                    <a:pt x="24064" y="195013"/>
                    <a:pt x="21043" y="198297"/>
                    <a:pt x="199" y="199492"/>
                  </a:cubicBezTo>
                  <a:lnTo>
                    <a:pt x="199" y="203970"/>
                  </a:lnTo>
                  <a:lnTo>
                    <a:pt x="71794" y="203970"/>
                  </a:lnTo>
                  <a:lnTo>
                    <a:pt x="71794" y="199492"/>
                  </a:lnTo>
                  <a:cubicBezTo>
                    <a:pt x="51856" y="197999"/>
                    <a:pt x="49439" y="195013"/>
                    <a:pt x="49439" y="173518"/>
                  </a:cubicBezTo>
                  <a:lnTo>
                    <a:pt x="49439" y="67534"/>
                  </a:lnTo>
                  <a:lnTo>
                    <a:pt x="48231" y="66639"/>
                  </a:lnTo>
                  <a:close/>
                  <a:moveTo>
                    <a:pt x="34033" y="63"/>
                  </a:moveTo>
                  <a:cubicBezTo>
                    <a:pt x="25877" y="63"/>
                    <a:pt x="18929" y="6929"/>
                    <a:pt x="18929" y="15289"/>
                  </a:cubicBezTo>
                  <a:cubicBezTo>
                    <a:pt x="18929" y="23648"/>
                    <a:pt x="25574" y="30514"/>
                    <a:pt x="34033" y="30514"/>
                  </a:cubicBezTo>
                  <a:cubicBezTo>
                    <a:pt x="42793" y="30514"/>
                    <a:pt x="49741" y="23946"/>
                    <a:pt x="49741" y="15289"/>
                  </a:cubicBezTo>
                  <a:cubicBezTo>
                    <a:pt x="49741" y="6929"/>
                    <a:pt x="42793" y="63"/>
                    <a:pt x="34033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131AEA3-2470-07BC-6D8F-37630C3CA764}"/>
                </a:ext>
              </a:extLst>
            </p:cNvPr>
            <p:cNvSpPr/>
            <p:nvPr>
              <p:custDataLst>
                <p:tags r:id="rId428"/>
              </p:custDataLst>
            </p:nvPr>
          </p:nvSpPr>
          <p:spPr>
            <a:xfrm>
              <a:off x="8689897" y="4290561"/>
              <a:ext cx="141678" cy="137331"/>
            </a:xfrm>
            <a:custGeom>
              <a:avLst/>
              <a:gdLst>
                <a:gd name="connsiteX0" fmla="*/ 202 w 141678"/>
                <a:gd name="connsiteY0" fmla="*/ 18573 h 137331"/>
                <a:gd name="connsiteX1" fmla="*/ 8358 w 141678"/>
                <a:gd name="connsiteY1" fmla="*/ 17378 h 137331"/>
                <a:gd name="connsiteX2" fmla="*/ 19535 w 141678"/>
                <a:gd name="connsiteY2" fmla="*/ 36485 h 137331"/>
                <a:gd name="connsiteX3" fmla="*/ 19535 w 141678"/>
                <a:gd name="connsiteY3" fmla="*/ 110525 h 137331"/>
                <a:gd name="connsiteX4" fmla="*/ 806 w 141678"/>
                <a:gd name="connsiteY4" fmla="*/ 132916 h 137331"/>
                <a:gd name="connsiteX5" fmla="*/ 806 w 141678"/>
                <a:gd name="connsiteY5" fmla="*/ 137394 h 137331"/>
                <a:gd name="connsiteX6" fmla="*/ 64849 w 141678"/>
                <a:gd name="connsiteY6" fmla="*/ 137394 h 137331"/>
                <a:gd name="connsiteX7" fmla="*/ 64849 w 141678"/>
                <a:gd name="connsiteY7" fmla="*/ 132916 h 137331"/>
                <a:gd name="connsiteX8" fmla="*/ 44911 w 141678"/>
                <a:gd name="connsiteY8" fmla="*/ 117391 h 137331"/>
                <a:gd name="connsiteX9" fmla="*/ 44911 w 141678"/>
                <a:gd name="connsiteY9" fmla="*/ 33500 h 137331"/>
                <a:gd name="connsiteX10" fmla="*/ 76026 w 141678"/>
                <a:gd name="connsiteY10" fmla="*/ 16483 h 137331"/>
                <a:gd name="connsiteX11" fmla="*/ 98078 w 141678"/>
                <a:gd name="connsiteY11" fmla="*/ 45442 h 137331"/>
                <a:gd name="connsiteX12" fmla="*/ 98078 w 141678"/>
                <a:gd name="connsiteY12" fmla="*/ 107838 h 137331"/>
                <a:gd name="connsiteX13" fmla="*/ 79047 w 141678"/>
                <a:gd name="connsiteY13" fmla="*/ 132916 h 137331"/>
                <a:gd name="connsiteX14" fmla="*/ 79047 w 141678"/>
                <a:gd name="connsiteY14" fmla="*/ 137394 h 137331"/>
                <a:gd name="connsiteX15" fmla="*/ 141881 w 141678"/>
                <a:gd name="connsiteY15" fmla="*/ 137394 h 137331"/>
                <a:gd name="connsiteX16" fmla="*/ 141881 w 141678"/>
                <a:gd name="connsiteY16" fmla="*/ 132916 h 137331"/>
                <a:gd name="connsiteX17" fmla="*/ 123453 w 141678"/>
                <a:gd name="connsiteY17" fmla="*/ 113212 h 137331"/>
                <a:gd name="connsiteX18" fmla="*/ 123453 w 141678"/>
                <a:gd name="connsiteY18" fmla="*/ 44845 h 137331"/>
                <a:gd name="connsiteX19" fmla="*/ 87807 w 141678"/>
                <a:gd name="connsiteY19" fmla="*/ 63 h 137331"/>
                <a:gd name="connsiteX20" fmla="*/ 44005 w 141678"/>
                <a:gd name="connsiteY20" fmla="*/ 24245 h 137331"/>
                <a:gd name="connsiteX21" fmla="*/ 44005 w 141678"/>
                <a:gd name="connsiteY21" fmla="*/ 660 h 137331"/>
                <a:gd name="connsiteX22" fmla="*/ 41890 w 141678"/>
                <a:gd name="connsiteY22" fmla="*/ 63 h 137331"/>
                <a:gd name="connsiteX23" fmla="*/ 202 w 141678"/>
                <a:gd name="connsiteY23" fmla="*/ 13497 h 137331"/>
                <a:gd name="connsiteX24" fmla="*/ 202 w 141678"/>
                <a:gd name="connsiteY24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78" h="137331">
                  <a:moveTo>
                    <a:pt x="202" y="18573"/>
                  </a:moveTo>
                  <a:cubicBezTo>
                    <a:pt x="2014" y="17677"/>
                    <a:pt x="5035" y="17378"/>
                    <a:pt x="8358" y="17378"/>
                  </a:cubicBezTo>
                  <a:cubicBezTo>
                    <a:pt x="16817" y="17378"/>
                    <a:pt x="19535" y="21857"/>
                    <a:pt x="19535" y="36485"/>
                  </a:cubicBezTo>
                  <a:lnTo>
                    <a:pt x="19535" y="110525"/>
                  </a:lnTo>
                  <a:cubicBezTo>
                    <a:pt x="19535" y="127542"/>
                    <a:pt x="16213" y="131722"/>
                    <a:pt x="806" y="132916"/>
                  </a:cubicBezTo>
                  <a:lnTo>
                    <a:pt x="806" y="137394"/>
                  </a:lnTo>
                  <a:lnTo>
                    <a:pt x="64849" y="137394"/>
                  </a:lnTo>
                  <a:lnTo>
                    <a:pt x="64849" y="132916"/>
                  </a:lnTo>
                  <a:cubicBezTo>
                    <a:pt x="49442" y="131722"/>
                    <a:pt x="44911" y="128139"/>
                    <a:pt x="44911" y="117391"/>
                  </a:cubicBezTo>
                  <a:lnTo>
                    <a:pt x="44911" y="33500"/>
                  </a:lnTo>
                  <a:cubicBezTo>
                    <a:pt x="59411" y="20065"/>
                    <a:pt x="66057" y="16483"/>
                    <a:pt x="76026" y="16483"/>
                  </a:cubicBezTo>
                  <a:cubicBezTo>
                    <a:pt x="90828" y="16483"/>
                    <a:pt x="98078" y="25738"/>
                    <a:pt x="98078" y="45442"/>
                  </a:cubicBezTo>
                  <a:lnTo>
                    <a:pt x="98078" y="107838"/>
                  </a:lnTo>
                  <a:cubicBezTo>
                    <a:pt x="98078" y="126646"/>
                    <a:pt x="94151" y="131722"/>
                    <a:pt x="79047" y="132916"/>
                  </a:cubicBezTo>
                  <a:lnTo>
                    <a:pt x="79047" y="137394"/>
                  </a:lnTo>
                  <a:lnTo>
                    <a:pt x="141881" y="137394"/>
                  </a:lnTo>
                  <a:lnTo>
                    <a:pt x="141881" y="132916"/>
                  </a:lnTo>
                  <a:cubicBezTo>
                    <a:pt x="127078" y="131423"/>
                    <a:pt x="123453" y="127841"/>
                    <a:pt x="123453" y="113212"/>
                  </a:cubicBezTo>
                  <a:lnTo>
                    <a:pt x="123453" y="44845"/>
                  </a:lnTo>
                  <a:cubicBezTo>
                    <a:pt x="123453" y="16781"/>
                    <a:pt x="110162" y="63"/>
                    <a:pt x="87807" y="63"/>
                  </a:cubicBezTo>
                  <a:cubicBezTo>
                    <a:pt x="73911" y="63"/>
                    <a:pt x="64546" y="5138"/>
                    <a:pt x="44005" y="24245"/>
                  </a:cubicBezTo>
                  <a:lnTo>
                    <a:pt x="44005" y="660"/>
                  </a:lnTo>
                  <a:lnTo>
                    <a:pt x="41890" y="63"/>
                  </a:lnTo>
                  <a:cubicBezTo>
                    <a:pt x="27088" y="5437"/>
                    <a:pt x="16817" y="8721"/>
                    <a:pt x="202" y="13497"/>
                  </a:cubicBezTo>
                  <a:lnTo>
                    <a:pt x="202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EC8225A-5D49-9FF5-5319-67B85EF1CB75}"/>
                </a:ext>
              </a:extLst>
            </p:cNvPr>
            <p:cNvSpPr/>
            <p:nvPr>
              <p:custDataLst>
                <p:tags r:id="rId429"/>
              </p:custDataLst>
            </p:nvPr>
          </p:nvSpPr>
          <p:spPr>
            <a:xfrm>
              <a:off x="8908619" y="4230255"/>
              <a:ext cx="174002" cy="197637"/>
            </a:xfrm>
            <a:custGeom>
              <a:avLst/>
              <a:gdLst>
                <a:gd name="connsiteX0" fmla="*/ 71804 w 174002"/>
                <a:gd name="connsiteY0" fmla="*/ 12602 h 197637"/>
                <a:gd name="connsiteX1" fmla="*/ 71804 w 174002"/>
                <a:gd name="connsiteY1" fmla="*/ 161875 h 197637"/>
                <a:gd name="connsiteX2" fmla="*/ 43408 w 174002"/>
                <a:gd name="connsiteY2" fmla="*/ 192028 h 197637"/>
                <a:gd name="connsiteX3" fmla="*/ 43408 w 174002"/>
                <a:gd name="connsiteY3" fmla="*/ 197700 h 197637"/>
                <a:gd name="connsiteX4" fmla="*/ 131617 w 174002"/>
                <a:gd name="connsiteY4" fmla="*/ 197700 h 197637"/>
                <a:gd name="connsiteX5" fmla="*/ 131617 w 174002"/>
                <a:gd name="connsiteY5" fmla="*/ 192028 h 197637"/>
                <a:gd name="connsiteX6" fmla="*/ 102617 w 174002"/>
                <a:gd name="connsiteY6" fmla="*/ 165159 h 197637"/>
                <a:gd name="connsiteX7" fmla="*/ 102617 w 174002"/>
                <a:gd name="connsiteY7" fmla="*/ 12602 h 197637"/>
                <a:gd name="connsiteX8" fmla="*/ 118929 w 174002"/>
                <a:gd name="connsiteY8" fmla="*/ 12602 h 197637"/>
                <a:gd name="connsiteX9" fmla="*/ 166961 w 174002"/>
                <a:gd name="connsiteY9" fmla="*/ 50816 h 197637"/>
                <a:gd name="connsiteX10" fmla="*/ 174211 w 174002"/>
                <a:gd name="connsiteY10" fmla="*/ 50816 h 197637"/>
                <a:gd name="connsiteX11" fmla="*/ 172399 w 174002"/>
                <a:gd name="connsiteY11" fmla="*/ 63 h 197637"/>
                <a:gd name="connsiteX12" fmla="*/ 2022 w 174002"/>
                <a:gd name="connsiteY12" fmla="*/ 63 h 197637"/>
                <a:gd name="connsiteX13" fmla="*/ 209 w 174002"/>
                <a:gd name="connsiteY13" fmla="*/ 50816 h 197637"/>
                <a:gd name="connsiteX14" fmla="*/ 7459 w 174002"/>
                <a:gd name="connsiteY14" fmla="*/ 50816 h 197637"/>
                <a:gd name="connsiteX15" fmla="*/ 55491 w 174002"/>
                <a:gd name="connsiteY15" fmla="*/ 12602 h 197637"/>
                <a:gd name="connsiteX16" fmla="*/ 71804 w 174002"/>
                <a:gd name="connsiteY16" fmla="*/ 12602 h 19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002" h="197637">
                  <a:moveTo>
                    <a:pt x="71804" y="12602"/>
                  </a:moveTo>
                  <a:lnTo>
                    <a:pt x="71804" y="161875"/>
                  </a:lnTo>
                  <a:cubicBezTo>
                    <a:pt x="71804" y="187251"/>
                    <a:pt x="68481" y="190535"/>
                    <a:pt x="43408" y="192028"/>
                  </a:cubicBezTo>
                  <a:lnTo>
                    <a:pt x="43408" y="197700"/>
                  </a:lnTo>
                  <a:lnTo>
                    <a:pt x="131617" y="197700"/>
                  </a:lnTo>
                  <a:lnTo>
                    <a:pt x="131617" y="192028"/>
                  </a:lnTo>
                  <a:cubicBezTo>
                    <a:pt x="106846" y="190834"/>
                    <a:pt x="102617" y="186953"/>
                    <a:pt x="102617" y="165159"/>
                  </a:cubicBezTo>
                  <a:lnTo>
                    <a:pt x="102617" y="12602"/>
                  </a:lnTo>
                  <a:lnTo>
                    <a:pt x="118929" y="12602"/>
                  </a:lnTo>
                  <a:cubicBezTo>
                    <a:pt x="153367" y="12602"/>
                    <a:pt x="160013" y="17976"/>
                    <a:pt x="166961" y="50816"/>
                  </a:cubicBezTo>
                  <a:lnTo>
                    <a:pt x="174211" y="50816"/>
                  </a:lnTo>
                  <a:lnTo>
                    <a:pt x="172399" y="63"/>
                  </a:lnTo>
                  <a:lnTo>
                    <a:pt x="2022" y="63"/>
                  </a:lnTo>
                  <a:lnTo>
                    <a:pt x="209" y="50816"/>
                  </a:lnTo>
                  <a:lnTo>
                    <a:pt x="7459" y="50816"/>
                  </a:lnTo>
                  <a:cubicBezTo>
                    <a:pt x="14709" y="18274"/>
                    <a:pt x="21657" y="12602"/>
                    <a:pt x="55491" y="12602"/>
                  </a:cubicBezTo>
                  <a:lnTo>
                    <a:pt x="71804" y="12602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C9E1F2E-4183-481F-8D5A-FA23043AE730}"/>
                </a:ext>
              </a:extLst>
            </p:cNvPr>
            <p:cNvSpPr/>
            <p:nvPr>
              <p:custDataLst>
                <p:tags r:id="rId430"/>
              </p:custDataLst>
            </p:nvPr>
          </p:nvSpPr>
          <p:spPr>
            <a:xfrm>
              <a:off x="9075672" y="4290561"/>
              <a:ext cx="122345" cy="140316"/>
            </a:xfrm>
            <a:custGeom>
              <a:avLst/>
              <a:gdLst>
                <a:gd name="connsiteX0" fmla="*/ 122560 w 122345"/>
                <a:gd name="connsiteY0" fmla="*/ 117690 h 140316"/>
                <a:gd name="connsiteX1" fmla="*/ 109268 w 122345"/>
                <a:gd name="connsiteY1" fmla="*/ 123362 h 140316"/>
                <a:gd name="connsiteX2" fmla="*/ 100205 w 122345"/>
                <a:gd name="connsiteY2" fmla="*/ 106047 h 140316"/>
                <a:gd name="connsiteX3" fmla="*/ 100205 w 122345"/>
                <a:gd name="connsiteY3" fmla="*/ 47830 h 140316"/>
                <a:gd name="connsiteX4" fmla="*/ 94163 w 122345"/>
                <a:gd name="connsiteY4" fmla="*/ 16483 h 140316"/>
                <a:gd name="connsiteX5" fmla="*/ 56705 w 122345"/>
                <a:gd name="connsiteY5" fmla="*/ 63 h 140316"/>
                <a:gd name="connsiteX6" fmla="*/ 5954 w 122345"/>
                <a:gd name="connsiteY6" fmla="*/ 33500 h 140316"/>
                <a:gd name="connsiteX7" fmla="*/ 18944 w 122345"/>
                <a:gd name="connsiteY7" fmla="*/ 46337 h 140316"/>
                <a:gd name="connsiteX8" fmla="*/ 32538 w 122345"/>
                <a:gd name="connsiteY8" fmla="*/ 33798 h 140316"/>
                <a:gd name="connsiteX9" fmla="*/ 31934 w 122345"/>
                <a:gd name="connsiteY9" fmla="*/ 29022 h 140316"/>
                <a:gd name="connsiteX10" fmla="*/ 31027 w 122345"/>
                <a:gd name="connsiteY10" fmla="*/ 21857 h 140316"/>
                <a:gd name="connsiteX11" fmla="*/ 52778 w 122345"/>
                <a:gd name="connsiteY11" fmla="*/ 7228 h 140316"/>
                <a:gd name="connsiteX12" fmla="*/ 75736 w 122345"/>
                <a:gd name="connsiteY12" fmla="*/ 32007 h 140316"/>
                <a:gd name="connsiteX13" fmla="*/ 75736 w 122345"/>
                <a:gd name="connsiteY13" fmla="*/ 50219 h 140316"/>
                <a:gd name="connsiteX14" fmla="*/ 11090 w 122345"/>
                <a:gd name="connsiteY14" fmla="*/ 82462 h 140316"/>
                <a:gd name="connsiteX15" fmla="*/ 214 w 122345"/>
                <a:gd name="connsiteY15" fmla="*/ 108435 h 140316"/>
                <a:gd name="connsiteX16" fmla="*/ 31934 w 122345"/>
                <a:gd name="connsiteY16" fmla="*/ 140379 h 140316"/>
                <a:gd name="connsiteX17" fmla="*/ 76038 w 122345"/>
                <a:gd name="connsiteY17" fmla="*/ 118586 h 140316"/>
                <a:gd name="connsiteX18" fmla="*/ 95372 w 122345"/>
                <a:gd name="connsiteY18" fmla="*/ 140379 h 140316"/>
                <a:gd name="connsiteX19" fmla="*/ 122560 w 122345"/>
                <a:gd name="connsiteY19" fmla="*/ 125452 h 140316"/>
                <a:gd name="connsiteX20" fmla="*/ 122560 w 122345"/>
                <a:gd name="connsiteY20" fmla="*/ 117690 h 140316"/>
                <a:gd name="connsiteX21" fmla="*/ 75736 w 122345"/>
                <a:gd name="connsiteY21" fmla="*/ 100673 h 140316"/>
                <a:gd name="connsiteX22" fmla="*/ 67882 w 122345"/>
                <a:gd name="connsiteY22" fmla="*/ 116197 h 140316"/>
                <a:gd name="connsiteX23" fmla="*/ 45830 w 122345"/>
                <a:gd name="connsiteY23" fmla="*/ 123064 h 140316"/>
                <a:gd name="connsiteX24" fmla="*/ 26798 w 122345"/>
                <a:gd name="connsiteY24" fmla="*/ 100076 h 140316"/>
                <a:gd name="connsiteX25" fmla="*/ 26798 w 122345"/>
                <a:gd name="connsiteY25" fmla="*/ 98882 h 140316"/>
                <a:gd name="connsiteX26" fmla="*/ 75736 w 122345"/>
                <a:gd name="connsiteY26" fmla="*/ 57384 h 140316"/>
                <a:gd name="connsiteX27" fmla="*/ 75736 w 122345"/>
                <a:gd name="connsiteY27" fmla="*/ 10067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560" y="117690"/>
                  </a:moveTo>
                  <a:cubicBezTo>
                    <a:pt x="117424" y="121870"/>
                    <a:pt x="113799" y="123362"/>
                    <a:pt x="109268" y="123362"/>
                  </a:cubicBezTo>
                  <a:cubicBezTo>
                    <a:pt x="102320" y="123362"/>
                    <a:pt x="100205" y="119183"/>
                    <a:pt x="100205" y="106047"/>
                  </a:cubicBezTo>
                  <a:lnTo>
                    <a:pt x="100205" y="47830"/>
                  </a:lnTo>
                  <a:cubicBezTo>
                    <a:pt x="100205" y="32306"/>
                    <a:pt x="98695" y="23648"/>
                    <a:pt x="94163" y="16483"/>
                  </a:cubicBezTo>
                  <a:cubicBezTo>
                    <a:pt x="87518" y="5735"/>
                    <a:pt x="74528" y="63"/>
                    <a:pt x="56705" y="63"/>
                  </a:cubicBezTo>
                  <a:cubicBezTo>
                    <a:pt x="28308" y="63"/>
                    <a:pt x="5954" y="14692"/>
                    <a:pt x="5954" y="33500"/>
                  </a:cubicBezTo>
                  <a:cubicBezTo>
                    <a:pt x="5954" y="40367"/>
                    <a:pt x="11996" y="46337"/>
                    <a:pt x="18944" y="46337"/>
                  </a:cubicBezTo>
                  <a:cubicBezTo>
                    <a:pt x="26194" y="46337"/>
                    <a:pt x="32538" y="40367"/>
                    <a:pt x="32538" y="33798"/>
                  </a:cubicBezTo>
                  <a:cubicBezTo>
                    <a:pt x="32538" y="32604"/>
                    <a:pt x="32236" y="31112"/>
                    <a:pt x="31934" y="29022"/>
                  </a:cubicBezTo>
                  <a:cubicBezTo>
                    <a:pt x="31329" y="26335"/>
                    <a:pt x="31027" y="23946"/>
                    <a:pt x="31027" y="21857"/>
                  </a:cubicBezTo>
                  <a:cubicBezTo>
                    <a:pt x="31027" y="13796"/>
                    <a:pt x="40694" y="7228"/>
                    <a:pt x="52778" y="7228"/>
                  </a:cubicBezTo>
                  <a:cubicBezTo>
                    <a:pt x="67580" y="7228"/>
                    <a:pt x="75736" y="15886"/>
                    <a:pt x="75736" y="32007"/>
                  </a:cubicBezTo>
                  <a:lnTo>
                    <a:pt x="75736" y="50219"/>
                  </a:lnTo>
                  <a:cubicBezTo>
                    <a:pt x="29215" y="68728"/>
                    <a:pt x="24079" y="71117"/>
                    <a:pt x="11090" y="82462"/>
                  </a:cubicBezTo>
                  <a:cubicBezTo>
                    <a:pt x="4444" y="88432"/>
                    <a:pt x="214" y="98583"/>
                    <a:pt x="214" y="108435"/>
                  </a:cubicBezTo>
                  <a:cubicBezTo>
                    <a:pt x="214" y="127243"/>
                    <a:pt x="13506" y="140379"/>
                    <a:pt x="31934" y="140379"/>
                  </a:cubicBezTo>
                  <a:cubicBezTo>
                    <a:pt x="45225" y="140379"/>
                    <a:pt x="57611" y="134110"/>
                    <a:pt x="76038" y="118586"/>
                  </a:cubicBezTo>
                  <a:cubicBezTo>
                    <a:pt x="77549" y="134110"/>
                    <a:pt x="82986" y="140379"/>
                    <a:pt x="95372" y="140379"/>
                  </a:cubicBezTo>
                  <a:cubicBezTo>
                    <a:pt x="105643" y="140379"/>
                    <a:pt x="111987" y="136797"/>
                    <a:pt x="122560" y="125452"/>
                  </a:cubicBezTo>
                  <a:lnTo>
                    <a:pt x="122560" y="117690"/>
                  </a:lnTo>
                  <a:close/>
                  <a:moveTo>
                    <a:pt x="75736" y="100673"/>
                  </a:moveTo>
                  <a:cubicBezTo>
                    <a:pt x="75736" y="109928"/>
                    <a:pt x="74226" y="112615"/>
                    <a:pt x="67882" y="116197"/>
                  </a:cubicBezTo>
                  <a:cubicBezTo>
                    <a:pt x="60632" y="120377"/>
                    <a:pt x="52173" y="123064"/>
                    <a:pt x="45830" y="123064"/>
                  </a:cubicBezTo>
                  <a:cubicBezTo>
                    <a:pt x="35256" y="123064"/>
                    <a:pt x="26798" y="112913"/>
                    <a:pt x="26798" y="100076"/>
                  </a:cubicBezTo>
                  <a:lnTo>
                    <a:pt x="26798" y="98882"/>
                  </a:lnTo>
                  <a:cubicBezTo>
                    <a:pt x="26798" y="81267"/>
                    <a:pt x="39184" y="70520"/>
                    <a:pt x="75736" y="57384"/>
                  </a:cubicBezTo>
                  <a:lnTo>
                    <a:pt x="75736" y="1006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6CF7E56-5DB8-611C-4C92-CE07B49A910B}"/>
                </a:ext>
              </a:extLst>
            </p:cNvPr>
            <p:cNvSpPr/>
            <p:nvPr>
              <p:custDataLst>
                <p:tags r:id="rId431"/>
              </p:custDataLst>
            </p:nvPr>
          </p:nvSpPr>
          <p:spPr>
            <a:xfrm>
              <a:off x="9200029" y="4223986"/>
              <a:ext cx="140470" cy="206892"/>
            </a:xfrm>
            <a:custGeom>
              <a:avLst/>
              <a:gdLst>
                <a:gd name="connsiteX0" fmla="*/ 45532 w 140470"/>
                <a:gd name="connsiteY0" fmla="*/ 660 h 206892"/>
                <a:gd name="connsiteX1" fmla="*/ 44021 w 140470"/>
                <a:gd name="connsiteY1" fmla="*/ 63 h 206892"/>
                <a:gd name="connsiteX2" fmla="*/ 8979 w 140470"/>
                <a:gd name="connsiteY2" fmla="*/ 10810 h 206892"/>
                <a:gd name="connsiteX3" fmla="*/ 219 w 140470"/>
                <a:gd name="connsiteY3" fmla="*/ 13199 h 206892"/>
                <a:gd name="connsiteX4" fmla="*/ 219 w 140470"/>
                <a:gd name="connsiteY4" fmla="*/ 17976 h 206892"/>
                <a:gd name="connsiteX5" fmla="*/ 5354 w 140470"/>
                <a:gd name="connsiteY5" fmla="*/ 17677 h 206892"/>
                <a:gd name="connsiteX6" fmla="*/ 20157 w 140470"/>
                <a:gd name="connsiteY6" fmla="*/ 32903 h 206892"/>
                <a:gd name="connsiteX7" fmla="*/ 20157 w 140470"/>
                <a:gd name="connsiteY7" fmla="*/ 187848 h 206892"/>
                <a:gd name="connsiteX8" fmla="*/ 70001 w 140470"/>
                <a:gd name="connsiteY8" fmla="*/ 206955 h 206892"/>
                <a:gd name="connsiteX9" fmla="*/ 140689 w 140470"/>
                <a:gd name="connsiteY9" fmla="*/ 131423 h 206892"/>
                <a:gd name="connsiteX10" fmla="*/ 87522 w 140470"/>
                <a:gd name="connsiteY10" fmla="*/ 66639 h 206892"/>
                <a:gd name="connsiteX11" fmla="*/ 45532 w 140470"/>
                <a:gd name="connsiteY11" fmla="*/ 92015 h 206892"/>
                <a:gd name="connsiteX12" fmla="*/ 45532 w 140470"/>
                <a:gd name="connsiteY12" fmla="*/ 660 h 206892"/>
                <a:gd name="connsiteX13" fmla="*/ 45532 w 140470"/>
                <a:gd name="connsiteY13" fmla="*/ 107838 h 206892"/>
                <a:gd name="connsiteX14" fmla="*/ 75438 w 140470"/>
                <a:gd name="connsiteY14" fmla="*/ 85447 h 206892"/>
                <a:gd name="connsiteX15" fmla="*/ 114106 w 140470"/>
                <a:gd name="connsiteY15" fmla="*/ 145156 h 206892"/>
                <a:gd name="connsiteX16" fmla="*/ 74834 w 140470"/>
                <a:gd name="connsiteY16" fmla="*/ 197402 h 206892"/>
                <a:gd name="connsiteX17" fmla="*/ 45532 w 140470"/>
                <a:gd name="connsiteY17" fmla="*/ 183072 h 206892"/>
                <a:gd name="connsiteX18" fmla="*/ 45532 w 140470"/>
                <a:gd name="connsiteY18" fmla="*/ 107838 h 20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470" h="206892">
                  <a:moveTo>
                    <a:pt x="45532" y="660"/>
                  </a:moveTo>
                  <a:lnTo>
                    <a:pt x="44021" y="63"/>
                  </a:lnTo>
                  <a:cubicBezTo>
                    <a:pt x="31334" y="4541"/>
                    <a:pt x="23177" y="6929"/>
                    <a:pt x="8979" y="10810"/>
                  </a:cubicBezTo>
                  <a:lnTo>
                    <a:pt x="219" y="13199"/>
                  </a:lnTo>
                  <a:lnTo>
                    <a:pt x="219" y="17976"/>
                  </a:lnTo>
                  <a:cubicBezTo>
                    <a:pt x="2031" y="17677"/>
                    <a:pt x="3240" y="17677"/>
                    <a:pt x="5354" y="17677"/>
                  </a:cubicBezTo>
                  <a:cubicBezTo>
                    <a:pt x="17438" y="17677"/>
                    <a:pt x="20157" y="20364"/>
                    <a:pt x="20157" y="32903"/>
                  </a:cubicBezTo>
                  <a:lnTo>
                    <a:pt x="20157" y="187848"/>
                  </a:lnTo>
                  <a:cubicBezTo>
                    <a:pt x="20157" y="197103"/>
                    <a:pt x="45834" y="206955"/>
                    <a:pt x="70001" y="206955"/>
                  </a:cubicBezTo>
                  <a:cubicBezTo>
                    <a:pt x="109876" y="206955"/>
                    <a:pt x="140689" y="174115"/>
                    <a:pt x="140689" y="131423"/>
                  </a:cubicBezTo>
                  <a:cubicBezTo>
                    <a:pt x="140689" y="94702"/>
                    <a:pt x="117731" y="66639"/>
                    <a:pt x="87522" y="66639"/>
                  </a:cubicBezTo>
                  <a:cubicBezTo>
                    <a:pt x="69095" y="66639"/>
                    <a:pt x="51574" y="77386"/>
                    <a:pt x="45532" y="92015"/>
                  </a:cubicBezTo>
                  <a:lnTo>
                    <a:pt x="45532" y="660"/>
                  </a:lnTo>
                  <a:close/>
                  <a:moveTo>
                    <a:pt x="45532" y="107838"/>
                  </a:moveTo>
                  <a:cubicBezTo>
                    <a:pt x="45532" y="96195"/>
                    <a:pt x="59730" y="85447"/>
                    <a:pt x="75438" y="85447"/>
                  </a:cubicBezTo>
                  <a:cubicBezTo>
                    <a:pt x="99001" y="85447"/>
                    <a:pt x="114106" y="108734"/>
                    <a:pt x="114106" y="145156"/>
                  </a:cubicBezTo>
                  <a:cubicBezTo>
                    <a:pt x="114106" y="178295"/>
                    <a:pt x="99605" y="197402"/>
                    <a:pt x="74834" y="197402"/>
                  </a:cubicBezTo>
                  <a:cubicBezTo>
                    <a:pt x="59126" y="197402"/>
                    <a:pt x="45532" y="190535"/>
                    <a:pt x="45532" y="183072"/>
                  </a:cubicBezTo>
                  <a:lnTo>
                    <a:pt x="45532" y="107838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E075FB4-939E-E691-6CDD-E58E0878A7B7}"/>
                </a:ext>
              </a:extLst>
            </p:cNvPr>
            <p:cNvSpPr/>
            <p:nvPr>
              <p:custDataLst>
                <p:tags r:id="rId432"/>
              </p:custDataLst>
            </p:nvPr>
          </p:nvSpPr>
          <p:spPr>
            <a:xfrm>
              <a:off x="9356472" y="4223986"/>
              <a:ext cx="71896" cy="203907"/>
            </a:xfrm>
            <a:custGeom>
              <a:avLst/>
              <a:gdLst>
                <a:gd name="connsiteX0" fmla="*/ 224 w 71896"/>
                <a:gd name="connsiteY0" fmla="*/ 17976 h 203907"/>
                <a:gd name="connsiteX1" fmla="*/ 2036 w 71896"/>
                <a:gd name="connsiteY1" fmla="*/ 17976 h 203907"/>
                <a:gd name="connsiteX2" fmla="*/ 11401 w 71896"/>
                <a:gd name="connsiteY2" fmla="*/ 17378 h 203907"/>
                <a:gd name="connsiteX3" fmla="*/ 24089 w 71896"/>
                <a:gd name="connsiteY3" fmla="*/ 35590 h 203907"/>
                <a:gd name="connsiteX4" fmla="*/ 24089 w 71896"/>
                <a:gd name="connsiteY4" fmla="*/ 177996 h 203907"/>
                <a:gd name="connsiteX5" fmla="*/ 828 w 71896"/>
                <a:gd name="connsiteY5" fmla="*/ 199492 h 203907"/>
                <a:gd name="connsiteX6" fmla="*/ 828 w 71896"/>
                <a:gd name="connsiteY6" fmla="*/ 203970 h 203907"/>
                <a:gd name="connsiteX7" fmla="*/ 72121 w 71896"/>
                <a:gd name="connsiteY7" fmla="*/ 203970 h 203907"/>
                <a:gd name="connsiteX8" fmla="*/ 72121 w 71896"/>
                <a:gd name="connsiteY8" fmla="*/ 199492 h 203907"/>
                <a:gd name="connsiteX9" fmla="*/ 49464 w 71896"/>
                <a:gd name="connsiteY9" fmla="*/ 178892 h 203907"/>
                <a:gd name="connsiteX10" fmla="*/ 49464 w 71896"/>
                <a:gd name="connsiteY10" fmla="*/ 660 h 203907"/>
                <a:gd name="connsiteX11" fmla="*/ 48256 w 71896"/>
                <a:gd name="connsiteY11" fmla="*/ 63 h 203907"/>
                <a:gd name="connsiteX12" fmla="*/ 224 w 71896"/>
                <a:gd name="connsiteY12" fmla="*/ 13199 h 203907"/>
                <a:gd name="connsiteX13" fmla="*/ 224 w 71896"/>
                <a:gd name="connsiteY13" fmla="*/ 17976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96" h="203907">
                  <a:moveTo>
                    <a:pt x="224" y="17976"/>
                  </a:moveTo>
                  <a:lnTo>
                    <a:pt x="2036" y="17976"/>
                  </a:lnTo>
                  <a:cubicBezTo>
                    <a:pt x="5359" y="17677"/>
                    <a:pt x="8984" y="17378"/>
                    <a:pt x="11401" y="17378"/>
                  </a:cubicBezTo>
                  <a:cubicBezTo>
                    <a:pt x="21068" y="17378"/>
                    <a:pt x="24089" y="21558"/>
                    <a:pt x="24089" y="35590"/>
                  </a:cubicBezTo>
                  <a:lnTo>
                    <a:pt x="24089" y="177996"/>
                  </a:lnTo>
                  <a:cubicBezTo>
                    <a:pt x="24089" y="194118"/>
                    <a:pt x="19859" y="197999"/>
                    <a:pt x="828" y="199492"/>
                  </a:cubicBezTo>
                  <a:lnTo>
                    <a:pt x="828" y="203970"/>
                  </a:lnTo>
                  <a:lnTo>
                    <a:pt x="72121" y="203970"/>
                  </a:lnTo>
                  <a:lnTo>
                    <a:pt x="72121" y="199492"/>
                  </a:lnTo>
                  <a:cubicBezTo>
                    <a:pt x="53089" y="198297"/>
                    <a:pt x="49464" y="195312"/>
                    <a:pt x="49464" y="178892"/>
                  </a:cubicBezTo>
                  <a:lnTo>
                    <a:pt x="49464" y="660"/>
                  </a:lnTo>
                  <a:lnTo>
                    <a:pt x="48256" y="63"/>
                  </a:lnTo>
                  <a:cubicBezTo>
                    <a:pt x="32547" y="5138"/>
                    <a:pt x="21068" y="8124"/>
                    <a:pt x="224" y="13199"/>
                  </a:cubicBezTo>
                  <a:lnTo>
                    <a:pt x="224" y="17976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F09B6A-80FD-1F3C-482F-D9C92F497C0C}"/>
                </a:ext>
              </a:extLst>
            </p:cNvPr>
            <p:cNvSpPr/>
            <p:nvPr>
              <p:custDataLst>
                <p:tags r:id="rId433"/>
              </p:custDataLst>
            </p:nvPr>
          </p:nvSpPr>
          <p:spPr>
            <a:xfrm>
              <a:off x="9442577" y="4290561"/>
              <a:ext cx="120532" cy="140316"/>
            </a:xfrm>
            <a:custGeom>
              <a:avLst/>
              <a:gdLst>
                <a:gd name="connsiteX0" fmla="*/ 115926 w 120532"/>
                <a:gd name="connsiteY0" fmla="*/ 88432 h 140316"/>
                <a:gd name="connsiteX1" fmla="*/ 69102 w 120532"/>
                <a:gd name="connsiteY1" fmla="*/ 119780 h 140316"/>
                <a:gd name="connsiteX2" fmla="*/ 30133 w 120532"/>
                <a:gd name="connsiteY2" fmla="*/ 94105 h 140316"/>
                <a:gd name="connsiteX3" fmla="*/ 21977 w 120532"/>
                <a:gd name="connsiteY3" fmla="*/ 54697 h 140316"/>
                <a:gd name="connsiteX4" fmla="*/ 115020 w 120532"/>
                <a:gd name="connsiteY4" fmla="*/ 54697 h 140316"/>
                <a:gd name="connsiteX5" fmla="*/ 102030 w 120532"/>
                <a:gd name="connsiteY5" fmla="*/ 17080 h 140316"/>
                <a:gd name="connsiteX6" fmla="*/ 63363 w 120532"/>
                <a:gd name="connsiteY6" fmla="*/ 63 h 140316"/>
                <a:gd name="connsiteX7" fmla="*/ 22581 w 120532"/>
                <a:gd name="connsiteY7" fmla="*/ 15587 h 140316"/>
                <a:gd name="connsiteX8" fmla="*/ 227 w 120532"/>
                <a:gd name="connsiteY8" fmla="*/ 73505 h 140316"/>
                <a:gd name="connsiteX9" fmla="*/ 56717 w 120532"/>
                <a:gd name="connsiteY9" fmla="*/ 140379 h 140316"/>
                <a:gd name="connsiteX10" fmla="*/ 120759 w 120532"/>
                <a:gd name="connsiteY10" fmla="*/ 90522 h 140316"/>
                <a:gd name="connsiteX11" fmla="*/ 115926 w 120532"/>
                <a:gd name="connsiteY11" fmla="*/ 88432 h 140316"/>
                <a:gd name="connsiteX12" fmla="*/ 22581 w 120532"/>
                <a:gd name="connsiteY12" fmla="*/ 45143 h 140316"/>
                <a:gd name="connsiteX13" fmla="*/ 54602 w 120532"/>
                <a:gd name="connsiteY13" fmla="*/ 10810 h 140316"/>
                <a:gd name="connsiteX14" fmla="*/ 84207 w 120532"/>
                <a:gd name="connsiteY14" fmla="*/ 45143 h 140316"/>
                <a:gd name="connsiteX15" fmla="*/ 22581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926" y="88432"/>
                  </a:moveTo>
                  <a:cubicBezTo>
                    <a:pt x="101426" y="111122"/>
                    <a:pt x="88436" y="119780"/>
                    <a:pt x="69102" y="119780"/>
                  </a:cubicBezTo>
                  <a:cubicBezTo>
                    <a:pt x="51883" y="119780"/>
                    <a:pt x="38894" y="111122"/>
                    <a:pt x="30133" y="94105"/>
                  </a:cubicBezTo>
                  <a:cubicBezTo>
                    <a:pt x="24696" y="82760"/>
                    <a:pt x="22581" y="72908"/>
                    <a:pt x="21977" y="54697"/>
                  </a:cubicBezTo>
                  <a:lnTo>
                    <a:pt x="115020" y="54697"/>
                  </a:lnTo>
                  <a:cubicBezTo>
                    <a:pt x="112603" y="35291"/>
                    <a:pt x="109582" y="26633"/>
                    <a:pt x="102030" y="17080"/>
                  </a:cubicBezTo>
                  <a:cubicBezTo>
                    <a:pt x="92967" y="6332"/>
                    <a:pt x="79071" y="63"/>
                    <a:pt x="63363" y="63"/>
                  </a:cubicBezTo>
                  <a:cubicBezTo>
                    <a:pt x="48258" y="63"/>
                    <a:pt x="34060" y="5437"/>
                    <a:pt x="22581" y="15587"/>
                  </a:cubicBezTo>
                  <a:cubicBezTo>
                    <a:pt x="8383" y="27828"/>
                    <a:pt x="227" y="49024"/>
                    <a:pt x="227" y="73505"/>
                  </a:cubicBezTo>
                  <a:cubicBezTo>
                    <a:pt x="227" y="114704"/>
                    <a:pt x="21977" y="140379"/>
                    <a:pt x="56717" y="140379"/>
                  </a:cubicBezTo>
                  <a:cubicBezTo>
                    <a:pt x="85415" y="140379"/>
                    <a:pt x="108072" y="122765"/>
                    <a:pt x="120759" y="90522"/>
                  </a:cubicBezTo>
                  <a:lnTo>
                    <a:pt x="115926" y="88432"/>
                  </a:lnTo>
                  <a:close/>
                  <a:moveTo>
                    <a:pt x="22581" y="45143"/>
                  </a:moveTo>
                  <a:cubicBezTo>
                    <a:pt x="25904" y="21857"/>
                    <a:pt x="36175" y="10810"/>
                    <a:pt x="54602" y="10810"/>
                  </a:cubicBezTo>
                  <a:cubicBezTo>
                    <a:pt x="73030" y="10810"/>
                    <a:pt x="80280" y="19170"/>
                    <a:pt x="84207" y="45143"/>
                  </a:cubicBezTo>
                  <a:lnTo>
                    <a:pt x="22581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7218B1A-3013-EC59-2CE2-0A795C8F7DC6}"/>
                </a:ext>
              </a:extLst>
            </p:cNvPr>
            <p:cNvSpPr/>
            <p:nvPr>
              <p:custDataLst>
                <p:tags r:id="rId434"/>
              </p:custDataLst>
            </p:nvPr>
          </p:nvSpPr>
          <p:spPr>
            <a:xfrm>
              <a:off x="9590799" y="4398038"/>
              <a:ext cx="33531" cy="33138"/>
            </a:xfrm>
            <a:custGeom>
              <a:avLst/>
              <a:gdLst>
                <a:gd name="connsiteX0" fmla="*/ 16846 w 33531"/>
                <a:gd name="connsiteY0" fmla="*/ 63 h 33138"/>
                <a:gd name="connsiteX1" fmla="*/ 231 w 33531"/>
                <a:gd name="connsiteY1" fmla="*/ 17080 h 33138"/>
                <a:gd name="connsiteX2" fmla="*/ 16544 w 33531"/>
                <a:gd name="connsiteY2" fmla="*/ 33201 h 33138"/>
                <a:gd name="connsiteX3" fmla="*/ 33763 w 33531"/>
                <a:gd name="connsiteY3" fmla="*/ 17080 h 33138"/>
                <a:gd name="connsiteX4" fmla="*/ 16846 w 33531"/>
                <a:gd name="connsiteY4" fmla="*/ 63 h 3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1" h="33138">
                  <a:moveTo>
                    <a:pt x="16846" y="63"/>
                  </a:moveTo>
                  <a:cubicBezTo>
                    <a:pt x="7783" y="63"/>
                    <a:pt x="231" y="7825"/>
                    <a:pt x="231" y="17080"/>
                  </a:cubicBezTo>
                  <a:cubicBezTo>
                    <a:pt x="231" y="25738"/>
                    <a:pt x="7783" y="33201"/>
                    <a:pt x="16544" y="33201"/>
                  </a:cubicBezTo>
                  <a:cubicBezTo>
                    <a:pt x="25908" y="33201"/>
                    <a:pt x="33763" y="25738"/>
                    <a:pt x="33763" y="17080"/>
                  </a:cubicBezTo>
                  <a:cubicBezTo>
                    <a:pt x="33763" y="7825"/>
                    <a:pt x="25908" y="63"/>
                    <a:pt x="16846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E2D9963-C9C0-146A-CDF1-29C3A5F8CC3B}"/>
                </a:ext>
              </a:extLst>
            </p:cNvPr>
            <p:cNvSpPr/>
            <p:nvPr>
              <p:custDataLst>
                <p:tags r:id="rId435"/>
              </p:custDataLst>
            </p:nvPr>
          </p:nvSpPr>
          <p:spPr>
            <a:xfrm>
              <a:off x="9741291" y="4230255"/>
              <a:ext cx="202096" cy="197637"/>
            </a:xfrm>
            <a:custGeom>
              <a:avLst/>
              <a:gdLst>
                <a:gd name="connsiteX0" fmla="*/ 26820 w 202096"/>
                <a:gd name="connsiteY0" fmla="*/ 165159 h 197637"/>
                <a:gd name="connsiteX1" fmla="*/ 236 w 202096"/>
                <a:gd name="connsiteY1" fmla="*/ 192028 h 197637"/>
                <a:gd name="connsiteX2" fmla="*/ 236 w 202096"/>
                <a:gd name="connsiteY2" fmla="*/ 197700 h 197637"/>
                <a:gd name="connsiteX3" fmla="*/ 86029 w 202096"/>
                <a:gd name="connsiteY3" fmla="*/ 197700 h 197637"/>
                <a:gd name="connsiteX4" fmla="*/ 171520 w 202096"/>
                <a:gd name="connsiteY4" fmla="*/ 171130 h 197637"/>
                <a:gd name="connsiteX5" fmla="*/ 202333 w 202096"/>
                <a:gd name="connsiteY5" fmla="*/ 97986 h 197637"/>
                <a:gd name="connsiteX6" fmla="*/ 176655 w 202096"/>
                <a:gd name="connsiteY6" fmla="*/ 31410 h 197637"/>
                <a:gd name="connsiteX7" fmla="*/ 81800 w 202096"/>
                <a:gd name="connsiteY7" fmla="*/ 63 h 197637"/>
                <a:gd name="connsiteX8" fmla="*/ 236 w 202096"/>
                <a:gd name="connsiteY8" fmla="*/ 63 h 197637"/>
                <a:gd name="connsiteX9" fmla="*/ 236 w 202096"/>
                <a:gd name="connsiteY9" fmla="*/ 5735 h 197637"/>
                <a:gd name="connsiteX10" fmla="*/ 26820 w 202096"/>
                <a:gd name="connsiteY10" fmla="*/ 32604 h 197637"/>
                <a:gd name="connsiteX11" fmla="*/ 26820 w 202096"/>
                <a:gd name="connsiteY11" fmla="*/ 165159 h 197637"/>
                <a:gd name="connsiteX12" fmla="*/ 57633 w 202096"/>
                <a:gd name="connsiteY12" fmla="*/ 22752 h 197637"/>
                <a:gd name="connsiteX13" fmla="*/ 73342 w 202096"/>
                <a:gd name="connsiteY13" fmla="*/ 11109 h 197637"/>
                <a:gd name="connsiteX14" fmla="*/ 133457 w 202096"/>
                <a:gd name="connsiteY14" fmla="*/ 26036 h 197637"/>
                <a:gd name="connsiteX15" fmla="*/ 169405 w 202096"/>
                <a:gd name="connsiteY15" fmla="*/ 100076 h 197637"/>
                <a:gd name="connsiteX16" fmla="*/ 132551 w 202096"/>
                <a:gd name="connsiteY16" fmla="*/ 174414 h 197637"/>
                <a:gd name="connsiteX17" fmla="*/ 73342 w 202096"/>
                <a:gd name="connsiteY17" fmla="*/ 186654 h 197637"/>
                <a:gd name="connsiteX18" fmla="*/ 57633 w 202096"/>
                <a:gd name="connsiteY18" fmla="*/ 174414 h 197637"/>
                <a:gd name="connsiteX19" fmla="*/ 57633 w 202096"/>
                <a:gd name="connsiteY19" fmla="*/ 22752 h 19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2096" h="197637">
                  <a:moveTo>
                    <a:pt x="26820" y="165159"/>
                  </a:moveTo>
                  <a:cubicBezTo>
                    <a:pt x="26820" y="186654"/>
                    <a:pt x="23195" y="190535"/>
                    <a:pt x="236" y="192028"/>
                  </a:cubicBezTo>
                  <a:lnTo>
                    <a:pt x="236" y="197700"/>
                  </a:lnTo>
                  <a:lnTo>
                    <a:pt x="86029" y="197700"/>
                  </a:lnTo>
                  <a:cubicBezTo>
                    <a:pt x="121071" y="197700"/>
                    <a:pt x="152790" y="187848"/>
                    <a:pt x="171520" y="171130"/>
                  </a:cubicBezTo>
                  <a:cubicBezTo>
                    <a:pt x="191155" y="153516"/>
                    <a:pt x="202333" y="126945"/>
                    <a:pt x="202333" y="97986"/>
                  </a:cubicBezTo>
                  <a:cubicBezTo>
                    <a:pt x="202333" y="71117"/>
                    <a:pt x="193270" y="47830"/>
                    <a:pt x="176655" y="31410"/>
                  </a:cubicBezTo>
                  <a:cubicBezTo>
                    <a:pt x="156113" y="10810"/>
                    <a:pt x="123186" y="63"/>
                    <a:pt x="81800" y="63"/>
                  </a:cubicBezTo>
                  <a:lnTo>
                    <a:pt x="236" y="63"/>
                  </a:lnTo>
                  <a:lnTo>
                    <a:pt x="236" y="5735"/>
                  </a:lnTo>
                  <a:cubicBezTo>
                    <a:pt x="24101" y="7825"/>
                    <a:pt x="26820" y="10512"/>
                    <a:pt x="26820" y="32604"/>
                  </a:cubicBezTo>
                  <a:lnTo>
                    <a:pt x="26820" y="165159"/>
                  </a:lnTo>
                  <a:close/>
                  <a:moveTo>
                    <a:pt x="57633" y="22752"/>
                  </a:moveTo>
                  <a:cubicBezTo>
                    <a:pt x="57633" y="13497"/>
                    <a:pt x="60956" y="11109"/>
                    <a:pt x="73342" y="11109"/>
                  </a:cubicBezTo>
                  <a:cubicBezTo>
                    <a:pt x="99321" y="11109"/>
                    <a:pt x="118957" y="15886"/>
                    <a:pt x="133457" y="26036"/>
                  </a:cubicBezTo>
                  <a:cubicBezTo>
                    <a:pt x="157020" y="42158"/>
                    <a:pt x="169405" y="67833"/>
                    <a:pt x="169405" y="100076"/>
                  </a:cubicBezTo>
                  <a:cubicBezTo>
                    <a:pt x="169405" y="135304"/>
                    <a:pt x="157020" y="160382"/>
                    <a:pt x="132551" y="174414"/>
                  </a:cubicBezTo>
                  <a:cubicBezTo>
                    <a:pt x="117144" y="183072"/>
                    <a:pt x="99623" y="186654"/>
                    <a:pt x="73342" y="186654"/>
                  </a:cubicBezTo>
                  <a:cubicBezTo>
                    <a:pt x="61258" y="186654"/>
                    <a:pt x="57633" y="183967"/>
                    <a:pt x="57633" y="174414"/>
                  </a:cubicBezTo>
                  <a:lnTo>
                    <a:pt x="57633" y="22752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85AFAB3-778F-AD89-A3A1-8EC37C65D501}"/>
                </a:ext>
              </a:extLst>
            </p:cNvPr>
            <p:cNvSpPr/>
            <p:nvPr>
              <p:custDataLst>
                <p:tags r:id="rId436"/>
              </p:custDataLst>
            </p:nvPr>
          </p:nvSpPr>
          <p:spPr>
            <a:xfrm>
              <a:off x="9962933" y="4290561"/>
              <a:ext cx="120532" cy="140316"/>
            </a:xfrm>
            <a:custGeom>
              <a:avLst/>
              <a:gdLst>
                <a:gd name="connsiteX0" fmla="*/ 115943 w 120532"/>
                <a:gd name="connsiteY0" fmla="*/ 88432 h 140316"/>
                <a:gd name="connsiteX1" fmla="*/ 69120 w 120532"/>
                <a:gd name="connsiteY1" fmla="*/ 119780 h 140316"/>
                <a:gd name="connsiteX2" fmla="*/ 30150 w 120532"/>
                <a:gd name="connsiteY2" fmla="*/ 94105 h 140316"/>
                <a:gd name="connsiteX3" fmla="*/ 21994 w 120532"/>
                <a:gd name="connsiteY3" fmla="*/ 54697 h 140316"/>
                <a:gd name="connsiteX4" fmla="*/ 115037 w 120532"/>
                <a:gd name="connsiteY4" fmla="*/ 54697 h 140316"/>
                <a:gd name="connsiteX5" fmla="*/ 102047 w 120532"/>
                <a:gd name="connsiteY5" fmla="*/ 17080 h 140316"/>
                <a:gd name="connsiteX6" fmla="*/ 63380 w 120532"/>
                <a:gd name="connsiteY6" fmla="*/ 63 h 140316"/>
                <a:gd name="connsiteX7" fmla="*/ 22598 w 120532"/>
                <a:gd name="connsiteY7" fmla="*/ 15587 h 140316"/>
                <a:gd name="connsiteX8" fmla="*/ 244 w 120532"/>
                <a:gd name="connsiteY8" fmla="*/ 73505 h 140316"/>
                <a:gd name="connsiteX9" fmla="*/ 56734 w 120532"/>
                <a:gd name="connsiteY9" fmla="*/ 140379 h 140316"/>
                <a:gd name="connsiteX10" fmla="*/ 120776 w 120532"/>
                <a:gd name="connsiteY10" fmla="*/ 90522 h 140316"/>
                <a:gd name="connsiteX11" fmla="*/ 115943 w 120532"/>
                <a:gd name="connsiteY11" fmla="*/ 88432 h 140316"/>
                <a:gd name="connsiteX12" fmla="*/ 22598 w 120532"/>
                <a:gd name="connsiteY12" fmla="*/ 45143 h 140316"/>
                <a:gd name="connsiteX13" fmla="*/ 54619 w 120532"/>
                <a:gd name="connsiteY13" fmla="*/ 10810 h 140316"/>
                <a:gd name="connsiteX14" fmla="*/ 84224 w 120532"/>
                <a:gd name="connsiteY14" fmla="*/ 45143 h 140316"/>
                <a:gd name="connsiteX15" fmla="*/ 22598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943" y="88432"/>
                  </a:moveTo>
                  <a:cubicBezTo>
                    <a:pt x="101443" y="111122"/>
                    <a:pt x="88453" y="119780"/>
                    <a:pt x="69120" y="119780"/>
                  </a:cubicBezTo>
                  <a:cubicBezTo>
                    <a:pt x="51901" y="119780"/>
                    <a:pt x="38911" y="111122"/>
                    <a:pt x="30150" y="94105"/>
                  </a:cubicBezTo>
                  <a:cubicBezTo>
                    <a:pt x="24713" y="82760"/>
                    <a:pt x="22598" y="72908"/>
                    <a:pt x="21994" y="54697"/>
                  </a:cubicBezTo>
                  <a:lnTo>
                    <a:pt x="115037" y="54697"/>
                  </a:lnTo>
                  <a:cubicBezTo>
                    <a:pt x="112620" y="35291"/>
                    <a:pt x="109599" y="26633"/>
                    <a:pt x="102047" y="17080"/>
                  </a:cubicBezTo>
                  <a:cubicBezTo>
                    <a:pt x="92984" y="6332"/>
                    <a:pt x="79088" y="63"/>
                    <a:pt x="63380" y="63"/>
                  </a:cubicBezTo>
                  <a:cubicBezTo>
                    <a:pt x="48275" y="63"/>
                    <a:pt x="34077" y="5437"/>
                    <a:pt x="22598" y="15587"/>
                  </a:cubicBezTo>
                  <a:cubicBezTo>
                    <a:pt x="8400" y="27828"/>
                    <a:pt x="244" y="49024"/>
                    <a:pt x="244" y="73505"/>
                  </a:cubicBezTo>
                  <a:cubicBezTo>
                    <a:pt x="244" y="114704"/>
                    <a:pt x="21994" y="140379"/>
                    <a:pt x="56734" y="140379"/>
                  </a:cubicBezTo>
                  <a:cubicBezTo>
                    <a:pt x="85432" y="140379"/>
                    <a:pt x="108089" y="122765"/>
                    <a:pt x="120776" y="90522"/>
                  </a:cubicBezTo>
                  <a:lnTo>
                    <a:pt x="115943" y="88432"/>
                  </a:lnTo>
                  <a:close/>
                  <a:moveTo>
                    <a:pt x="22598" y="45143"/>
                  </a:moveTo>
                  <a:cubicBezTo>
                    <a:pt x="25921" y="21857"/>
                    <a:pt x="36192" y="10810"/>
                    <a:pt x="54619" y="10810"/>
                  </a:cubicBezTo>
                  <a:cubicBezTo>
                    <a:pt x="73047" y="10810"/>
                    <a:pt x="80297" y="19170"/>
                    <a:pt x="84224" y="45143"/>
                  </a:cubicBezTo>
                  <a:lnTo>
                    <a:pt x="22598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CCA2CD8-9049-B882-694E-6F4104BDA745}"/>
                </a:ext>
              </a:extLst>
            </p:cNvPr>
            <p:cNvSpPr/>
            <p:nvPr>
              <p:custDataLst>
                <p:tags r:id="rId437"/>
              </p:custDataLst>
            </p:nvPr>
          </p:nvSpPr>
          <p:spPr>
            <a:xfrm>
              <a:off x="10093936" y="4255034"/>
              <a:ext cx="80355" cy="175843"/>
            </a:xfrm>
            <a:custGeom>
              <a:avLst/>
              <a:gdLst>
                <a:gd name="connsiteX0" fmla="*/ 73353 w 80355"/>
                <a:gd name="connsiteY0" fmla="*/ 38575 h 175843"/>
                <a:gd name="connsiteX1" fmla="*/ 42842 w 80355"/>
                <a:gd name="connsiteY1" fmla="*/ 38575 h 175843"/>
                <a:gd name="connsiteX2" fmla="*/ 42842 w 80355"/>
                <a:gd name="connsiteY2" fmla="*/ 3944 h 175843"/>
                <a:gd name="connsiteX3" fmla="*/ 40728 w 80355"/>
                <a:gd name="connsiteY3" fmla="*/ 63 h 175843"/>
                <a:gd name="connsiteX4" fmla="*/ 34686 w 80355"/>
                <a:gd name="connsiteY4" fmla="*/ 8422 h 175843"/>
                <a:gd name="connsiteX5" fmla="*/ 5384 w 80355"/>
                <a:gd name="connsiteY5" fmla="*/ 40367 h 175843"/>
                <a:gd name="connsiteX6" fmla="*/ 248 w 80355"/>
                <a:gd name="connsiteY6" fmla="*/ 46039 h 175843"/>
                <a:gd name="connsiteX7" fmla="*/ 1456 w 80355"/>
                <a:gd name="connsiteY7" fmla="*/ 48129 h 175843"/>
                <a:gd name="connsiteX8" fmla="*/ 17467 w 80355"/>
                <a:gd name="connsiteY8" fmla="*/ 48129 h 175843"/>
                <a:gd name="connsiteX9" fmla="*/ 17467 w 80355"/>
                <a:gd name="connsiteY9" fmla="*/ 137991 h 175843"/>
                <a:gd name="connsiteX10" fmla="*/ 44353 w 80355"/>
                <a:gd name="connsiteY10" fmla="*/ 175906 h 175843"/>
                <a:gd name="connsiteX11" fmla="*/ 80603 w 80355"/>
                <a:gd name="connsiteY11" fmla="*/ 153217 h 175843"/>
                <a:gd name="connsiteX12" fmla="*/ 76676 w 80355"/>
                <a:gd name="connsiteY12" fmla="*/ 149933 h 175843"/>
                <a:gd name="connsiteX13" fmla="*/ 58551 w 80355"/>
                <a:gd name="connsiteY13" fmla="*/ 160382 h 175843"/>
                <a:gd name="connsiteX14" fmla="*/ 42842 w 80355"/>
                <a:gd name="connsiteY14" fmla="*/ 133513 h 175843"/>
                <a:gd name="connsiteX15" fmla="*/ 42842 w 80355"/>
                <a:gd name="connsiteY15" fmla="*/ 48129 h 175843"/>
                <a:gd name="connsiteX16" fmla="*/ 73353 w 80355"/>
                <a:gd name="connsiteY16" fmla="*/ 48129 h 175843"/>
                <a:gd name="connsiteX17" fmla="*/ 73353 w 80355"/>
                <a:gd name="connsiteY17" fmla="*/ 38575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353" y="38575"/>
                  </a:moveTo>
                  <a:lnTo>
                    <a:pt x="42842" y="38575"/>
                  </a:lnTo>
                  <a:lnTo>
                    <a:pt x="42842" y="3944"/>
                  </a:lnTo>
                  <a:cubicBezTo>
                    <a:pt x="42842" y="958"/>
                    <a:pt x="42540" y="63"/>
                    <a:pt x="40728" y="63"/>
                  </a:cubicBezTo>
                  <a:cubicBezTo>
                    <a:pt x="38613" y="2750"/>
                    <a:pt x="36801" y="5437"/>
                    <a:pt x="34686" y="8422"/>
                  </a:cubicBezTo>
                  <a:cubicBezTo>
                    <a:pt x="23207" y="24842"/>
                    <a:pt x="10217" y="39172"/>
                    <a:pt x="5384" y="40367"/>
                  </a:cubicBezTo>
                  <a:cubicBezTo>
                    <a:pt x="2061" y="42456"/>
                    <a:pt x="248" y="44546"/>
                    <a:pt x="248" y="46039"/>
                  </a:cubicBezTo>
                  <a:cubicBezTo>
                    <a:pt x="248" y="46935"/>
                    <a:pt x="550" y="47532"/>
                    <a:pt x="1456" y="48129"/>
                  </a:cubicBezTo>
                  <a:lnTo>
                    <a:pt x="17467" y="48129"/>
                  </a:lnTo>
                  <a:lnTo>
                    <a:pt x="17467" y="137991"/>
                  </a:lnTo>
                  <a:cubicBezTo>
                    <a:pt x="17467" y="163069"/>
                    <a:pt x="26530" y="175906"/>
                    <a:pt x="44353" y="175906"/>
                  </a:cubicBezTo>
                  <a:cubicBezTo>
                    <a:pt x="59155" y="175906"/>
                    <a:pt x="70634" y="168741"/>
                    <a:pt x="80603" y="153217"/>
                  </a:cubicBezTo>
                  <a:lnTo>
                    <a:pt x="76676" y="149933"/>
                  </a:lnTo>
                  <a:cubicBezTo>
                    <a:pt x="70332" y="157397"/>
                    <a:pt x="65197" y="160382"/>
                    <a:pt x="58551" y="160382"/>
                  </a:cubicBezTo>
                  <a:cubicBezTo>
                    <a:pt x="47374" y="160382"/>
                    <a:pt x="42842" y="152321"/>
                    <a:pt x="42842" y="133513"/>
                  </a:cubicBezTo>
                  <a:lnTo>
                    <a:pt x="42842" y="48129"/>
                  </a:lnTo>
                  <a:lnTo>
                    <a:pt x="73353" y="48129"/>
                  </a:lnTo>
                  <a:lnTo>
                    <a:pt x="73353" y="385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EABEDE0-61B2-F1CD-CFD5-F2D0565E8856}"/>
                </a:ext>
              </a:extLst>
            </p:cNvPr>
            <p:cNvSpPr/>
            <p:nvPr>
              <p:custDataLst>
                <p:tags r:id="rId438"/>
              </p:custDataLst>
            </p:nvPr>
          </p:nvSpPr>
          <p:spPr>
            <a:xfrm>
              <a:off x="10181853" y="4290561"/>
              <a:ext cx="120532" cy="140316"/>
            </a:xfrm>
            <a:custGeom>
              <a:avLst/>
              <a:gdLst>
                <a:gd name="connsiteX0" fmla="*/ 115950 w 120532"/>
                <a:gd name="connsiteY0" fmla="*/ 88432 h 140316"/>
                <a:gd name="connsiteX1" fmla="*/ 69127 w 120532"/>
                <a:gd name="connsiteY1" fmla="*/ 119780 h 140316"/>
                <a:gd name="connsiteX2" fmla="*/ 30157 w 120532"/>
                <a:gd name="connsiteY2" fmla="*/ 94105 h 140316"/>
                <a:gd name="connsiteX3" fmla="*/ 22001 w 120532"/>
                <a:gd name="connsiteY3" fmla="*/ 54697 h 140316"/>
                <a:gd name="connsiteX4" fmla="*/ 115044 w 120532"/>
                <a:gd name="connsiteY4" fmla="*/ 54697 h 140316"/>
                <a:gd name="connsiteX5" fmla="*/ 102054 w 120532"/>
                <a:gd name="connsiteY5" fmla="*/ 17080 h 140316"/>
                <a:gd name="connsiteX6" fmla="*/ 63387 w 120532"/>
                <a:gd name="connsiteY6" fmla="*/ 63 h 140316"/>
                <a:gd name="connsiteX7" fmla="*/ 22605 w 120532"/>
                <a:gd name="connsiteY7" fmla="*/ 15587 h 140316"/>
                <a:gd name="connsiteX8" fmla="*/ 251 w 120532"/>
                <a:gd name="connsiteY8" fmla="*/ 73505 h 140316"/>
                <a:gd name="connsiteX9" fmla="*/ 56741 w 120532"/>
                <a:gd name="connsiteY9" fmla="*/ 140379 h 140316"/>
                <a:gd name="connsiteX10" fmla="*/ 120784 w 120532"/>
                <a:gd name="connsiteY10" fmla="*/ 90522 h 140316"/>
                <a:gd name="connsiteX11" fmla="*/ 115950 w 120532"/>
                <a:gd name="connsiteY11" fmla="*/ 88432 h 140316"/>
                <a:gd name="connsiteX12" fmla="*/ 22605 w 120532"/>
                <a:gd name="connsiteY12" fmla="*/ 45143 h 140316"/>
                <a:gd name="connsiteX13" fmla="*/ 54627 w 120532"/>
                <a:gd name="connsiteY13" fmla="*/ 10810 h 140316"/>
                <a:gd name="connsiteX14" fmla="*/ 84231 w 120532"/>
                <a:gd name="connsiteY14" fmla="*/ 45143 h 140316"/>
                <a:gd name="connsiteX15" fmla="*/ 22605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950" y="88432"/>
                  </a:moveTo>
                  <a:cubicBezTo>
                    <a:pt x="101450" y="111122"/>
                    <a:pt x="88460" y="119780"/>
                    <a:pt x="69127" y="119780"/>
                  </a:cubicBezTo>
                  <a:cubicBezTo>
                    <a:pt x="51908" y="119780"/>
                    <a:pt x="38918" y="111122"/>
                    <a:pt x="30157" y="94105"/>
                  </a:cubicBezTo>
                  <a:cubicBezTo>
                    <a:pt x="24720" y="82760"/>
                    <a:pt x="22605" y="72908"/>
                    <a:pt x="22001" y="54697"/>
                  </a:cubicBezTo>
                  <a:lnTo>
                    <a:pt x="115044" y="54697"/>
                  </a:lnTo>
                  <a:cubicBezTo>
                    <a:pt x="112627" y="35291"/>
                    <a:pt x="109606" y="26633"/>
                    <a:pt x="102054" y="17080"/>
                  </a:cubicBezTo>
                  <a:cubicBezTo>
                    <a:pt x="92992" y="6332"/>
                    <a:pt x="79096" y="63"/>
                    <a:pt x="63387" y="63"/>
                  </a:cubicBezTo>
                  <a:cubicBezTo>
                    <a:pt x="48283" y="63"/>
                    <a:pt x="34085" y="5437"/>
                    <a:pt x="22605" y="15587"/>
                  </a:cubicBezTo>
                  <a:cubicBezTo>
                    <a:pt x="8407" y="27828"/>
                    <a:pt x="251" y="49024"/>
                    <a:pt x="251" y="73505"/>
                  </a:cubicBezTo>
                  <a:cubicBezTo>
                    <a:pt x="251" y="114704"/>
                    <a:pt x="22001" y="140379"/>
                    <a:pt x="56741" y="140379"/>
                  </a:cubicBezTo>
                  <a:cubicBezTo>
                    <a:pt x="85439" y="140379"/>
                    <a:pt x="108096" y="122765"/>
                    <a:pt x="120784" y="90522"/>
                  </a:cubicBezTo>
                  <a:lnTo>
                    <a:pt x="115950" y="88432"/>
                  </a:lnTo>
                  <a:close/>
                  <a:moveTo>
                    <a:pt x="22605" y="45143"/>
                  </a:moveTo>
                  <a:cubicBezTo>
                    <a:pt x="25928" y="21857"/>
                    <a:pt x="36199" y="10810"/>
                    <a:pt x="54627" y="10810"/>
                  </a:cubicBezTo>
                  <a:cubicBezTo>
                    <a:pt x="73054" y="10810"/>
                    <a:pt x="80304" y="19170"/>
                    <a:pt x="84231" y="45143"/>
                  </a:cubicBezTo>
                  <a:lnTo>
                    <a:pt x="22605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FF9B3DD-0861-2013-94D0-B1B045481B23}"/>
                </a:ext>
              </a:extLst>
            </p:cNvPr>
            <p:cNvSpPr/>
            <p:nvPr>
              <p:custDataLst>
                <p:tags r:id="rId439"/>
              </p:custDataLst>
            </p:nvPr>
          </p:nvSpPr>
          <p:spPr>
            <a:xfrm>
              <a:off x="10310440" y="4290561"/>
              <a:ext cx="99688" cy="137331"/>
            </a:xfrm>
            <a:custGeom>
              <a:avLst/>
              <a:gdLst>
                <a:gd name="connsiteX0" fmla="*/ 859 w 99688"/>
                <a:gd name="connsiteY0" fmla="*/ 20961 h 137331"/>
                <a:gd name="connsiteX1" fmla="*/ 11432 w 99688"/>
                <a:gd name="connsiteY1" fmla="*/ 19767 h 137331"/>
                <a:gd name="connsiteX2" fmla="*/ 21703 w 99688"/>
                <a:gd name="connsiteY2" fmla="*/ 37680 h 137331"/>
                <a:gd name="connsiteX3" fmla="*/ 21703 w 99688"/>
                <a:gd name="connsiteY3" fmla="*/ 112316 h 137331"/>
                <a:gd name="connsiteX4" fmla="*/ 255 w 99688"/>
                <a:gd name="connsiteY4" fmla="*/ 132916 h 137331"/>
                <a:gd name="connsiteX5" fmla="*/ 255 w 99688"/>
                <a:gd name="connsiteY5" fmla="*/ 137394 h 137331"/>
                <a:gd name="connsiteX6" fmla="*/ 72756 w 99688"/>
                <a:gd name="connsiteY6" fmla="*/ 137394 h 137331"/>
                <a:gd name="connsiteX7" fmla="*/ 72756 w 99688"/>
                <a:gd name="connsiteY7" fmla="*/ 132916 h 137331"/>
                <a:gd name="connsiteX8" fmla="*/ 47079 w 99688"/>
                <a:gd name="connsiteY8" fmla="*/ 110525 h 137331"/>
                <a:gd name="connsiteX9" fmla="*/ 47079 w 99688"/>
                <a:gd name="connsiteY9" fmla="*/ 43352 h 137331"/>
                <a:gd name="connsiteX10" fmla="*/ 68225 w 99688"/>
                <a:gd name="connsiteY10" fmla="*/ 18871 h 137331"/>
                <a:gd name="connsiteX11" fmla="*/ 76079 w 99688"/>
                <a:gd name="connsiteY11" fmla="*/ 23349 h 137331"/>
                <a:gd name="connsiteX12" fmla="*/ 88163 w 99688"/>
                <a:gd name="connsiteY12" fmla="*/ 29320 h 137331"/>
                <a:gd name="connsiteX13" fmla="*/ 99944 w 99688"/>
                <a:gd name="connsiteY13" fmla="*/ 15886 h 137331"/>
                <a:gd name="connsiteX14" fmla="*/ 83329 w 99688"/>
                <a:gd name="connsiteY14" fmla="*/ 63 h 137331"/>
                <a:gd name="connsiteX15" fmla="*/ 47079 w 99688"/>
                <a:gd name="connsiteY15" fmla="*/ 28126 h 137331"/>
                <a:gd name="connsiteX16" fmla="*/ 47079 w 99688"/>
                <a:gd name="connsiteY16" fmla="*/ 660 h 137331"/>
                <a:gd name="connsiteX17" fmla="*/ 45568 w 99688"/>
                <a:gd name="connsiteY17" fmla="*/ 63 h 137331"/>
                <a:gd name="connsiteX18" fmla="*/ 859 w 99688"/>
                <a:gd name="connsiteY18" fmla="*/ 16184 h 137331"/>
                <a:gd name="connsiteX19" fmla="*/ 859 w 99688"/>
                <a:gd name="connsiteY19" fmla="*/ 20961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88" h="137331">
                  <a:moveTo>
                    <a:pt x="859" y="20961"/>
                  </a:moveTo>
                  <a:cubicBezTo>
                    <a:pt x="5089" y="20065"/>
                    <a:pt x="7807" y="19767"/>
                    <a:pt x="11432" y="19767"/>
                  </a:cubicBezTo>
                  <a:cubicBezTo>
                    <a:pt x="18985" y="19767"/>
                    <a:pt x="21703" y="24544"/>
                    <a:pt x="21703" y="37680"/>
                  </a:cubicBezTo>
                  <a:lnTo>
                    <a:pt x="21703" y="112316"/>
                  </a:lnTo>
                  <a:cubicBezTo>
                    <a:pt x="21703" y="127243"/>
                    <a:pt x="19589" y="129333"/>
                    <a:pt x="255" y="132916"/>
                  </a:cubicBezTo>
                  <a:lnTo>
                    <a:pt x="255" y="137394"/>
                  </a:lnTo>
                  <a:lnTo>
                    <a:pt x="72756" y="137394"/>
                  </a:lnTo>
                  <a:lnTo>
                    <a:pt x="72756" y="132916"/>
                  </a:lnTo>
                  <a:cubicBezTo>
                    <a:pt x="52214" y="132020"/>
                    <a:pt x="47079" y="127542"/>
                    <a:pt x="47079" y="110525"/>
                  </a:cubicBezTo>
                  <a:lnTo>
                    <a:pt x="47079" y="43352"/>
                  </a:lnTo>
                  <a:cubicBezTo>
                    <a:pt x="47079" y="33798"/>
                    <a:pt x="60068" y="18871"/>
                    <a:pt x="68225" y="18871"/>
                  </a:cubicBezTo>
                  <a:cubicBezTo>
                    <a:pt x="70037" y="18871"/>
                    <a:pt x="72756" y="20364"/>
                    <a:pt x="76079" y="23349"/>
                  </a:cubicBezTo>
                  <a:cubicBezTo>
                    <a:pt x="80913" y="27529"/>
                    <a:pt x="84235" y="29320"/>
                    <a:pt x="88163" y="29320"/>
                  </a:cubicBezTo>
                  <a:cubicBezTo>
                    <a:pt x="95413" y="29320"/>
                    <a:pt x="99944" y="24245"/>
                    <a:pt x="99944" y="15886"/>
                  </a:cubicBezTo>
                  <a:cubicBezTo>
                    <a:pt x="99944" y="6034"/>
                    <a:pt x="93600" y="63"/>
                    <a:pt x="83329" y="63"/>
                  </a:cubicBezTo>
                  <a:cubicBezTo>
                    <a:pt x="70642" y="63"/>
                    <a:pt x="61881" y="6929"/>
                    <a:pt x="47079" y="28126"/>
                  </a:cubicBezTo>
                  <a:lnTo>
                    <a:pt x="47079" y="660"/>
                  </a:lnTo>
                  <a:lnTo>
                    <a:pt x="45568" y="63"/>
                  </a:lnTo>
                  <a:cubicBezTo>
                    <a:pt x="29558" y="6631"/>
                    <a:pt x="18683" y="10512"/>
                    <a:pt x="859" y="16184"/>
                  </a:cubicBezTo>
                  <a:lnTo>
                    <a:pt x="859" y="20961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1457872-F5AF-F65B-7100-F38FEA7D828A}"/>
                </a:ext>
              </a:extLst>
            </p:cNvPr>
            <p:cNvSpPr/>
            <p:nvPr>
              <p:custDataLst>
                <p:tags r:id="rId440"/>
              </p:custDataLst>
            </p:nvPr>
          </p:nvSpPr>
          <p:spPr>
            <a:xfrm>
              <a:off x="10414734" y="4290561"/>
              <a:ext cx="229284" cy="137331"/>
            </a:xfrm>
            <a:custGeom>
              <a:avLst/>
              <a:gdLst>
                <a:gd name="connsiteX0" fmla="*/ 1165 w 229284"/>
                <a:gd name="connsiteY0" fmla="*/ 18573 h 137331"/>
                <a:gd name="connsiteX1" fmla="*/ 10832 w 229284"/>
                <a:gd name="connsiteY1" fmla="*/ 17378 h 137331"/>
                <a:gd name="connsiteX2" fmla="*/ 21405 w 229284"/>
                <a:gd name="connsiteY2" fmla="*/ 36485 h 137331"/>
                <a:gd name="connsiteX3" fmla="*/ 21405 w 229284"/>
                <a:gd name="connsiteY3" fmla="*/ 112018 h 137331"/>
                <a:gd name="connsiteX4" fmla="*/ 259 w 229284"/>
                <a:gd name="connsiteY4" fmla="*/ 132916 h 137331"/>
                <a:gd name="connsiteX5" fmla="*/ 259 w 229284"/>
                <a:gd name="connsiteY5" fmla="*/ 137394 h 137331"/>
                <a:gd name="connsiteX6" fmla="*/ 67322 w 229284"/>
                <a:gd name="connsiteY6" fmla="*/ 137394 h 137331"/>
                <a:gd name="connsiteX7" fmla="*/ 67322 w 229284"/>
                <a:gd name="connsiteY7" fmla="*/ 132916 h 137331"/>
                <a:gd name="connsiteX8" fmla="*/ 46780 w 229284"/>
                <a:gd name="connsiteY8" fmla="*/ 117391 h 137331"/>
                <a:gd name="connsiteX9" fmla="*/ 46780 w 229284"/>
                <a:gd name="connsiteY9" fmla="*/ 33201 h 137331"/>
                <a:gd name="connsiteX10" fmla="*/ 51311 w 229284"/>
                <a:gd name="connsiteY10" fmla="*/ 27529 h 137331"/>
                <a:gd name="connsiteX11" fmla="*/ 82426 w 229284"/>
                <a:gd name="connsiteY11" fmla="*/ 15587 h 137331"/>
                <a:gd name="connsiteX12" fmla="*/ 102364 w 229284"/>
                <a:gd name="connsiteY12" fmla="*/ 46935 h 137331"/>
                <a:gd name="connsiteX13" fmla="*/ 102364 w 229284"/>
                <a:gd name="connsiteY13" fmla="*/ 111719 h 137331"/>
                <a:gd name="connsiteX14" fmla="*/ 81822 w 229284"/>
                <a:gd name="connsiteY14" fmla="*/ 132916 h 137331"/>
                <a:gd name="connsiteX15" fmla="*/ 81822 w 229284"/>
                <a:gd name="connsiteY15" fmla="*/ 137394 h 137331"/>
                <a:gd name="connsiteX16" fmla="*/ 149490 w 229284"/>
                <a:gd name="connsiteY16" fmla="*/ 137394 h 137331"/>
                <a:gd name="connsiteX17" fmla="*/ 149490 w 229284"/>
                <a:gd name="connsiteY17" fmla="*/ 132916 h 137331"/>
                <a:gd name="connsiteX18" fmla="*/ 127739 w 229284"/>
                <a:gd name="connsiteY18" fmla="*/ 109032 h 137331"/>
                <a:gd name="connsiteX19" fmla="*/ 127739 w 229284"/>
                <a:gd name="connsiteY19" fmla="*/ 33798 h 137331"/>
                <a:gd name="connsiteX20" fmla="*/ 160667 w 229284"/>
                <a:gd name="connsiteY20" fmla="*/ 15587 h 137331"/>
                <a:gd name="connsiteX21" fmla="*/ 183323 w 229284"/>
                <a:gd name="connsiteY21" fmla="*/ 48427 h 137331"/>
                <a:gd name="connsiteX22" fmla="*/ 183323 w 229284"/>
                <a:gd name="connsiteY22" fmla="*/ 111420 h 137331"/>
                <a:gd name="connsiteX23" fmla="*/ 163386 w 229284"/>
                <a:gd name="connsiteY23" fmla="*/ 132916 h 137331"/>
                <a:gd name="connsiteX24" fmla="*/ 163386 w 229284"/>
                <a:gd name="connsiteY24" fmla="*/ 137394 h 137331"/>
                <a:gd name="connsiteX25" fmla="*/ 229543 w 229284"/>
                <a:gd name="connsiteY25" fmla="*/ 137394 h 137331"/>
                <a:gd name="connsiteX26" fmla="*/ 229543 w 229284"/>
                <a:gd name="connsiteY26" fmla="*/ 132916 h 137331"/>
                <a:gd name="connsiteX27" fmla="*/ 221688 w 229284"/>
                <a:gd name="connsiteY27" fmla="*/ 132319 h 137331"/>
                <a:gd name="connsiteX28" fmla="*/ 208699 w 229284"/>
                <a:gd name="connsiteY28" fmla="*/ 114704 h 137331"/>
                <a:gd name="connsiteX29" fmla="*/ 208699 w 229284"/>
                <a:gd name="connsiteY29" fmla="*/ 53204 h 137331"/>
                <a:gd name="connsiteX30" fmla="*/ 173657 w 229284"/>
                <a:gd name="connsiteY30" fmla="*/ 63 h 137331"/>
                <a:gd name="connsiteX31" fmla="*/ 124416 w 229284"/>
                <a:gd name="connsiteY31" fmla="*/ 25141 h 137331"/>
                <a:gd name="connsiteX32" fmla="*/ 92395 w 229284"/>
                <a:gd name="connsiteY32" fmla="*/ 63 h 137331"/>
                <a:gd name="connsiteX33" fmla="*/ 45572 w 229284"/>
                <a:gd name="connsiteY33" fmla="*/ 23051 h 137331"/>
                <a:gd name="connsiteX34" fmla="*/ 45572 w 229284"/>
                <a:gd name="connsiteY34" fmla="*/ 660 h 137331"/>
                <a:gd name="connsiteX35" fmla="*/ 43457 w 229284"/>
                <a:gd name="connsiteY35" fmla="*/ 63 h 137331"/>
                <a:gd name="connsiteX36" fmla="*/ 1165 w 229284"/>
                <a:gd name="connsiteY36" fmla="*/ 13497 h 137331"/>
                <a:gd name="connsiteX37" fmla="*/ 1165 w 229284"/>
                <a:gd name="connsiteY37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284" h="137331">
                  <a:moveTo>
                    <a:pt x="1165" y="18573"/>
                  </a:moveTo>
                  <a:cubicBezTo>
                    <a:pt x="5092" y="17677"/>
                    <a:pt x="7509" y="17378"/>
                    <a:pt x="10832" y="17378"/>
                  </a:cubicBezTo>
                  <a:cubicBezTo>
                    <a:pt x="18686" y="17378"/>
                    <a:pt x="21405" y="22155"/>
                    <a:pt x="21405" y="36485"/>
                  </a:cubicBezTo>
                  <a:lnTo>
                    <a:pt x="21405" y="112018"/>
                  </a:lnTo>
                  <a:cubicBezTo>
                    <a:pt x="21405" y="128139"/>
                    <a:pt x="17175" y="132617"/>
                    <a:pt x="259" y="132916"/>
                  </a:cubicBezTo>
                  <a:lnTo>
                    <a:pt x="259" y="137394"/>
                  </a:lnTo>
                  <a:lnTo>
                    <a:pt x="67322" y="137394"/>
                  </a:lnTo>
                  <a:lnTo>
                    <a:pt x="67322" y="132916"/>
                  </a:lnTo>
                  <a:cubicBezTo>
                    <a:pt x="51311" y="132319"/>
                    <a:pt x="46780" y="129035"/>
                    <a:pt x="46780" y="117391"/>
                  </a:cubicBezTo>
                  <a:lnTo>
                    <a:pt x="46780" y="33201"/>
                  </a:lnTo>
                  <a:cubicBezTo>
                    <a:pt x="46780" y="32604"/>
                    <a:pt x="49197" y="29619"/>
                    <a:pt x="51311" y="27529"/>
                  </a:cubicBezTo>
                  <a:cubicBezTo>
                    <a:pt x="58863" y="20662"/>
                    <a:pt x="71853" y="15587"/>
                    <a:pt x="82426" y="15587"/>
                  </a:cubicBezTo>
                  <a:cubicBezTo>
                    <a:pt x="95718" y="15587"/>
                    <a:pt x="102364" y="26036"/>
                    <a:pt x="102364" y="46935"/>
                  </a:cubicBezTo>
                  <a:lnTo>
                    <a:pt x="102364" y="111719"/>
                  </a:lnTo>
                  <a:cubicBezTo>
                    <a:pt x="102364" y="128438"/>
                    <a:pt x="99041" y="131722"/>
                    <a:pt x="81822" y="132916"/>
                  </a:cubicBezTo>
                  <a:lnTo>
                    <a:pt x="81822" y="137394"/>
                  </a:lnTo>
                  <a:lnTo>
                    <a:pt x="149490" y="137394"/>
                  </a:lnTo>
                  <a:lnTo>
                    <a:pt x="149490" y="132916"/>
                  </a:lnTo>
                  <a:cubicBezTo>
                    <a:pt x="132271" y="132617"/>
                    <a:pt x="127739" y="127542"/>
                    <a:pt x="127739" y="109032"/>
                  </a:cubicBezTo>
                  <a:lnTo>
                    <a:pt x="127739" y="33798"/>
                  </a:lnTo>
                  <a:cubicBezTo>
                    <a:pt x="136802" y="20961"/>
                    <a:pt x="146771" y="15587"/>
                    <a:pt x="160667" y="15587"/>
                  </a:cubicBezTo>
                  <a:cubicBezTo>
                    <a:pt x="177886" y="15587"/>
                    <a:pt x="183323" y="23648"/>
                    <a:pt x="183323" y="48427"/>
                  </a:cubicBezTo>
                  <a:lnTo>
                    <a:pt x="183323" y="111420"/>
                  </a:lnTo>
                  <a:cubicBezTo>
                    <a:pt x="183323" y="128438"/>
                    <a:pt x="180907" y="130826"/>
                    <a:pt x="163386" y="132916"/>
                  </a:cubicBezTo>
                  <a:lnTo>
                    <a:pt x="163386" y="137394"/>
                  </a:lnTo>
                  <a:lnTo>
                    <a:pt x="229543" y="137394"/>
                  </a:lnTo>
                  <a:lnTo>
                    <a:pt x="229543" y="132916"/>
                  </a:lnTo>
                  <a:lnTo>
                    <a:pt x="221688" y="132319"/>
                  </a:lnTo>
                  <a:cubicBezTo>
                    <a:pt x="212626" y="131722"/>
                    <a:pt x="208699" y="126348"/>
                    <a:pt x="208699" y="114704"/>
                  </a:cubicBezTo>
                  <a:lnTo>
                    <a:pt x="208699" y="53204"/>
                  </a:lnTo>
                  <a:cubicBezTo>
                    <a:pt x="208699" y="17976"/>
                    <a:pt x="196917" y="63"/>
                    <a:pt x="173657" y="63"/>
                  </a:cubicBezTo>
                  <a:cubicBezTo>
                    <a:pt x="156135" y="63"/>
                    <a:pt x="140729" y="7825"/>
                    <a:pt x="124416" y="25141"/>
                  </a:cubicBezTo>
                  <a:cubicBezTo>
                    <a:pt x="118979" y="8123"/>
                    <a:pt x="108708" y="63"/>
                    <a:pt x="92395" y="63"/>
                  </a:cubicBezTo>
                  <a:cubicBezTo>
                    <a:pt x="79103" y="63"/>
                    <a:pt x="70645" y="4242"/>
                    <a:pt x="45572" y="23051"/>
                  </a:cubicBezTo>
                  <a:lnTo>
                    <a:pt x="45572" y="660"/>
                  </a:lnTo>
                  <a:lnTo>
                    <a:pt x="43457" y="63"/>
                  </a:lnTo>
                  <a:cubicBezTo>
                    <a:pt x="28051" y="5735"/>
                    <a:pt x="17780" y="9019"/>
                    <a:pt x="1165" y="13497"/>
                  </a:cubicBezTo>
                  <a:lnTo>
                    <a:pt x="1165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EEF19DA-87A1-16AA-5AE4-6F3708816A44}"/>
                </a:ext>
              </a:extLst>
            </p:cNvPr>
            <p:cNvSpPr/>
            <p:nvPr>
              <p:custDataLst>
                <p:tags r:id="rId441"/>
              </p:custDataLst>
            </p:nvPr>
          </p:nvSpPr>
          <p:spPr>
            <a:xfrm>
              <a:off x="10650636" y="4223986"/>
              <a:ext cx="71594" cy="203907"/>
            </a:xfrm>
            <a:custGeom>
              <a:avLst/>
              <a:gdLst>
                <a:gd name="connsiteX0" fmla="*/ 48298 w 71594"/>
                <a:gd name="connsiteY0" fmla="*/ 66639 h 203907"/>
                <a:gd name="connsiteX1" fmla="*/ 1475 w 71594"/>
                <a:gd name="connsiteY1" fmla="*/ 83059 h 203907"/>
                <a:gd name="connsiteX2" fmla="*/ 1475 w 71594"/>
                <a:gd name="connsiteY2" fmla="*/ 87537 h 203907"/>
                <a:gd name="connsiteX3" fmla="*/ 3891 w 71594"/>
                <a:gd name="connsiteY3" fmla="*/ 87238 h 203907"/>
                <a:gd name="connsiteX4" fmla="*/ 14162 w 71594"/>
                <a:gd name="connsiteY4" fmla="*/ 86343 h 203907"/>
                <a:gd name="connsiteX5" fmla="*/ 24131 w 71594"/>
                <a:gd name="connsiteY5" fmla="*/ 104255 h 203907"/>
                <a:gd name="connsiteX6" fmla="*/ 24131 w 71594"/>
                <a:gd name="connsiteY6" fmla="*/ 173518 h 203907"/>
                <a:gd name="connsiteX7" fmla="*/ 266 w 71594"/>
                <a:gd name="connsiteY7" fmla="*/ 199492 h 203907"/>
                <a:gd name="connsiteX8" fmla="*/ 266 w 71594"/>
                <a:gd name="connsiteY8" fmla="*/ 203970 h 203907"/>
                <a:gd name="connsiteX9" fmla="*/ 71861 w 71594"/>
                <a:gd name="connsiteY9" fmla="*/ 203970 h 203907"/>
                <a:gd name="connsiteX10" fmla="*/ 71861 w 71594"/>
                <a:gd name="connsiteY10" fmla="*/ 199492 h 203907"/>
                <a:gd name="connsiteX11" fmla="*/ 49507 w 71594"/>
                <a:gd name="connsiteY11" fmla="*/ 173518 h 203907"/>
                <a:gd name="connsiteX12" fmla="*/ 49507 w 71594"/>
                <a:gd name="connsiteY12" fmla="*/ 67534 h 203907"/>
                <a:gd name="connsiteX13" fmla="*/ 48298 w 71594"/>
                <a:gd name="connsiteY13" fmla="*/ 66639 h 203907"/>
                <a:gd name="connsiteX14" fmla="*/ 34100 w 71594"/>
                <a:gd name="connsiteY14" fmla="*/ 63 h 203907"/>
                <a:gd name="connsiteX15" fmla="*/ 18996 w 71594"/>
                <a:gd name="connsiteY15" fmla="*/ 15289 h 203907"/>
                <a:gd name="connsiteX16" fmla="*/ 34100 w 71594"/>
                <a:gd name="connsiteY16" fmla="*/ 30514 h 203907"/>
                <a:gd name="connsiteX17" fmla="*/ 49809 w 71594"/>
                <a:gd name="connsiteY17" fmla="*/ 15289 h 203907"/>
                <a:gd name="connsiteX18" fmla="*/ 34100 w 71594"/>
                <a:gd name="connsiteY18" fmla="*/ 63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94" h="203907">
                  <a:moveTo>
                    <a:pt x="48298" y="66639"/>
                  </a:moveTo>
                  <a:lnTo>
                    <a:pt x="1475" y="83059"/>
                  </a:lnTo>
                  <a:lnTo>
                    <a:pt x="1475" y="87537"/>
                  </a:lnTo>
                  <a:lnTo>
                    <a:pt x="3891" y="87238"/>
                  </a:lnTo>
                  <a:cubicBezTo>
                    <a:pt x="7516" y="86641"/>
                    <a:pt x="11444" y="86343"/>
                    <a:pt x="14162" y="86343"/>
                  </a:cubicBezTo>
                  <a:cubicBezTo>
                    <a:pt x="21412" y="86343"/>
                    <a:pt x="24131" y="91119"/>
                    <a:pt x="24131" y="104255"/>
                  </a:cubicBezTo>
                  <a:lnTo>
                    <a:pt x="24131" y="173518"/>
                  </a:lnTo>
                  <a:cubicBezTo>
                    <a:pt x="24131" y="195013"/>
                    <a:pt x="21110" y="198297"/>
                    <a:pt x="266" y="199492"/>
                  </a:cubicBezTo>
                  <a:lnTo>
                    <a:pt x="266" y="203970"/>
                  </a:lnTo>
                  <a:lnTo>
                    <a:pt x="71861" y="203970"/>
                  </a:lnTo>
                  <a:lnTo>
                    <a:pt x="71861" y="199492"/>
                  </a:lnTo>
                  <a:cubicBezTo>
                    <a:pt x="51923" y="197999"/>
                    <a:pt x="49507" y="195013"/>
                    <a:pt x="49507" y="173518"/>
                  </a:cubicBezTo>
                  <a:lnTo>
                    <a:pt x="49507" y="67534"/>
                  </a:lnTo>
                  <a:lnTo>
                    <a:pt x="48298" y="66639"/>
                  </a:lnTo>
                  <a:close/>
                  <a:moveTo>
                    <a:pt x="34100" y="63"/>
                  </a:moveTo>
                  <a:cubicBezTo>
                    <a:pt x="25944" y="63"/>
                    <a:pt x="18996" y="6929"/>
                    <a:pt x="18996" y="15289"/>
                  </a:cubicBezTo>
                  <a:cubicBezTo>
                    <a:pt x="18996" y="23648"/>
                    <a:pt x="25642" y="30514"/>
                    <a:pt x="34100" y="30514"/>
                  </a:cubicBezTo>
                  <a:cubicBezTo>
                    <a:pt x="42861" y="30514"/>
                    <a:pt x="49809" y="23946"/>
                    <a:pt x="49809" y="15289"/>
                  </a:cubicBezTo>
                  <a:cubicBezTo>
                    <a:pt x="49809" y="6929"/>
                    <a:pt x="42861" y="63"/>
                    <a:pt x="34100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7F8A09E-997A-2B0E-0D9E-60A33F7DF6B7}"/>
                </a:ext>
              </a:extLst>
            </p:cNvPr>
            <p:cNvSpPr/>
            <p:nvPr>
              <p:custDataLst>
                <p:tags r:id="rId442"/>
              </p:custDataLst>
            </p:nvPr>
          </p:nvSpPr>
          <p:spPr>
            <a:xfrm>
              <a:off x="10734928" y="4290561"/>
              <a:ext cx="141678" cy="137331"/>
            </a:xfrm>
            <a:custGeom>
              <a:avLst/>
              <a:gdLst>
                <a:gd name="connsiteX0" fmla="*/ 269 w 141678"/>
                <a:gd name="connsiteY0" fmla="*/ 18573 h 137331"/>
                <a:gd name="connsiteX1" fmla="*/ 8425 w 141678"/>
                <a:gd name="connsiteY1" fmla="*/ 17378 h 137331"/>
                <a:gd name="connsiteX2" fmla="*/ 19603 w 141678"/>
                <a:gd name="connsiteY2" fmla="*/ 36485 h 137331"/>
                <a:gd name="connsiteX3" fmla="*/ 19603 w 141678"/>
                <a:gd name="connsiteY3" fmla="*/ 110525 h 137331"/>
                <a:gd name="connsiteX4" fmla="*/ 873 w 141678"/>
                <a:gd name="connsiteY4" fmla="*/ 132916 h 137331"/>
                <a:gd name="connsiteX5" fmla="*/ 873 w 141678"/>
                <a:gd name="connsiteY5" fmla="*/ 137394 h 137331"/>
                <a:gd name="connsiteX6" fmla="*/ 64916 w 141678"/>
                <a:gd name="connsiteY6" fmla="*/ 137394 h 137331"/>
                <a:gd name="connsiteX7" fmla="*/ 64916 w 141678"/>
                <a:gd name="connsiteY7" fmla="*/ 132916 h 137331"/>
                <a:gd name="connsiteX8" fmla="*/ 44978 w 141678"/>
                <a:gd name="connsiteY8" fmla="*/ 117391 h 137331"/>
                <a:gd name="connsiteX9" fmla="*/ 44978 w 141678"/>
                <a:gd name="connsiteY9" fmla="*/ 33500 h 137331"/>
                <a:gd name="connsiteX10" fmla="*/ 76093 w 141678"/>
                <a:gd name="connsiteY10" fmla="*/ 16483 h 137331"/>
                <a:gd name="connsiteX11" fmla="*/ 98145 w 141678"/>
                <a:gd name="connsiteY11" fmla="*/ 45442 h 137331"/>
                <a:gd name="connsiteX12" fmla="*/ 98145 w 141678"/>
                <a:gd name="connsiteY12" fmla="*/ 107838 h 137331"/>
                <a:gd name="connsiteX13" fmla="*/ 79114 w 141678"/>
                <a:gd name="connsiteY13" fmla="*/ 132916 h 137331"/>
                <a:gd name="connsiteX14" fmla="*/ 79114 w 141678"/>
                <a:gd name="connsiteY14" fmla="*/ 137394 h 137331"/>
                <a:gd name="connsiteX15" fmla="*/ 141948 w 141678"/>
                <a:gd name="connsiteY15" fmla="*/ 137394 h 137331"/>
                <a:gd name="connsiteX16" fmla="*/ 141948 w 141678"/>
                <a:gd name="connsiteY16" fmla="*/ 132916 h 137331"/>
                <a:gd name="connsiteX17" fmla="*/ 123521 w 141678"/>
                <a:gd name="connsiteY17" fmla="*/ 113212 h 137331"/>
                <a:gd name="connsiteX18" fmla="*/ 123521 w 141678"/>
                <a:gd name="connsiteY18" fmla="*/ 44845 h 137331"/>
                <a:gd name="connsiteX19" fmla="*/ 87874 w 141678"/>
                <a:gd name="connsiteY19" fmla="*/ 63 h 137331"/>
                <a:gd name="connsiteX20" fmla="*/ 44072 w 141678"/>
                <a:gd name="connsiteY20" fmla="*/ 24245 h 137331"/>
                <a:gd name="connsiteX21" fmla="*/ 44072 w 141678"/>
                <a:gd name="connsiteY21" fmla="*/ 660 h 137331"/>
                <a:gd name="connsiteX22" fmla="*/ 41957 w 141678"/>
                <a:gd name="connsiteY22" fmla="*/ 63 h 137331"/>
                <a:gd name="connsiteX23" fmla="*/ 269 w 141678"/>
                <a:gd name="connsiteY23" fmla="*/ 13497 h 137331"/>
                <a:gd name="connsiteX24" fmla="*/ 269 w 141678"/>
                <a:gd name="connsiteY24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78" h="137331">
                  <a:moveTo>
                    <a:pt x="269" y="18573"/>
                  </a:moveTo>
                  <a:cubicBezTo>
                    <a:pt x="2082" y="17677"/>
                    <a:pt x="5102" y="17378"/>
                    <a:pt x="8425" y="17378"/>
                  </a:cubicBezTo>
                  <a:cubicBezTo>
                    <a:pt x="16884" y="17378"/>
                    <a:pt x="19603" y="21857"/>
                    <a:pt x="19603" y="36485"/>
                  </a:cubicBezTo>
                  <a:lnTo>
                    <a:pt x="19603" y="110525"/>
                  </a:lnTo>
                  <a:cubicBezTo>
                    <a:pt x="19603" y="127542"/>
                    <a:pt x="16280" y="131722"/>
                    <a:pt x="873" y="132916"/>
                  </a:cubicBezTo>
                  <a:lnTo>
                    <a:pt x="873" y="137394"/>
                  </a:lnTo>
                  <a:lnTo>
                    <a:pt x="64916" y="137394"/>
                  </a:lnTo>
                  <a:lnTo>
                    <a:pt x="64916" y="132916"/>
                  </a:lnTo>
                  <a:cubicBezTo>
                    <a:pt x="49509" y="131722"/>
                    <a:pt x="44978" y="128139"/>
                    <a:pt x="44978" y="117391"/>
                  </a:cubicBezTo>
                  <a:lnTo>
                    <a:pt x="44978" y="33500"/>
                  </a:lnTo>
                  <a:cubicBezTo>
                    <a:pt x="59478" y="20065"/>
                    <a:pt x="66124" y="16483"/>
                    <a:pt x="76093" y="16483"/>
                  </a:cubicBezTo>
                  <a:cubicBezTo>
                    <a:pt x="90895" y="16483"/>
                    <a:pt x="98145" y="25738"/>
                    <a:pt x="98145" y="45442"/>
                  </a:cubicBezTo>
                  <a:lnTo>
                    <a:pt x="98145" y="107838"/>
                  </a:lnTo>
                  <a:cubicBezTo>
                    <a:pt x="98145" y="126646"/>
                    <a:pt x="94218" y="131722"/>
                    <a:pt x="79114" y="132916"/>
                  </a:cubicBezTo>
                  <a:lnTo>
                    <a:pt x="79114" y="137394"/>
                  </a:lnTo>
                  <a:lnTo>
                    <a:pt x="141948" y="137394"/>
                  </a:lnTo>
                  <a:lnTo>
                    <a:pt x="141948" y="132916"/>
                  </a:lnTo>
                  <a:cubicBezTo>
                    <a:pt x="127146" y="131423"/>
                    <a:pt x="123521" y="127841"/>
                    <a:pt x="123521" y="113212"/>
                  </a:cubicBezTo>
                  <a:lnTo>
                    <a:pt x="123521" y="44845"/>
                  </a:lnTo>
                  <a:cubicBezTo>
                    <a:pt x="123521" y="16781"/>
                    <a:pt x="110229" y="63"/>
                    <a:pt x="87874" y="63"/>
                  </a:cubicBezTo>
                  <a:cubicBezTo>
                    <a:pt x="73978" y="63"/>
                    <a:pt x="64614" y="5138"/>
                    <a:pt x="44072" y="24245"/>
                  </a:cubicBezTo>
                  <a:lnTo>
                    <a:pt x="44072" y="660"/>
                  </a:lnTo>
                  <a:lnTo>
                    <a:pt x="41957" y="63"/>
                  </a:lnTo>
                  <a:cubicBezTo>
                    <a:pt x="27155" y="5437"/>
                    <a:pt x="16884" y="8721"/>
                    <a:pt x="269" y="13497"/>
                  </a:cubicBezTo>
                  <a:lnTo>
                    <a:pt x="269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EAFE3F4-6E5E-2B92-F369-B318361A0DDB}"/>
                </a:ext>
              </a:extLst>
            </p:cNvPr>
            <p:cNvSpPr/>
            <p:nvPr>
              <p:custDataLst>
                <p:tags r:id="rId443"/>
              </p:custDataLst>
            </p:nvPr>
          </p:nvSpPr>
          <p:spPr>
            <a:xfrm>
              <a:off x="10889257" y="4290561"/>
              <a:ext cx="120532" cy="140316"/>
            </a:xfrm>
            <a:custGeom>
              <a:avLst/>
              <a:gdLst>
                <a:gd name="connsiteX0" fmla="*/ 115973 w 120532"/>
                <a:gd name="connsiteY0" fmla="*/ 88432 h 140316"/>
                <a:gd name="connsiteX1" fmla="*/ 69150 w 120532"/>
                <a:gd name="connsiteY1" fmla="*/ 119780 h 140316"/>
                <a:gd name="connsiteX2" fmla="*/ 30181 w 120532"/>
                <a:gd name="connsiteY2" fmla="*/ 94105 h 140316"/>
                <a:gd name="connsiteX3" fmla="*/ 22024 w 120532"/>
                <a:gd name="connsiteY3" fmla="*/ 54697 h 140316"/>
                <a:gd name="connsiteX4" fmla="*/ 115067 w 120532"/>
                <a:gd name="connsiteY4" fmla="*/ 54697 h 140316"/>
                <a:gd name="connsiteX5" fmla="*/ 102077 w 120532"/>
                <a:gd name="connsiteY5" fmla="*/ 17080 h 140316"/>
                <a:gd name="connsiteX6" fmla="*/ 63410 w 120532"/>
                <a:gd name="connsiteY6" fmla="*/ 63 h 140316"/>
                <a:gd name="connsiteX7" fmla="*/ 22629 w 120532"/>
                <a:gd name="connsiteY7" fmla="*/ 15587 h 140316"/>
                <a:gd name="connsiteX8" fmla="*/ 274 w 120532"/>
                <a:gd name="connsiteY8" fmla="*/ 73505 h 140316"/>
                <a:gd name="connsiteX9" fmla="*/ 56764 w 120532"/>
                <a:gd name="connsiteY9" fmla="*/ 140379 h 140316"/>
                <a:gd name="connsiteX10" fmla="*/ 120807 w 120532"/>
                <a:gd name="connsiteY10" fmla="*/ 90522 h 140316"/>
                <a:gd name="connsiteX11" fmla="*/ 115973 w 120532"/>
                <a:gd name="connsiteY11" fmla="*/ 88432 h 140316"/>
                <a:gd name="connsiteX12" fmla="*/ 22629 w 120532"/>
                <a:gd name="connsiteY12" fmla="*/ 45143 h 140316"/>
                <a:gd name="connsiteX13" fmla="*/ 54650 w 120532"/>
                <a:gd name="connsiteY13" fmla="*/ 10810 h 140316"/>
                <a:gd name="connsiteX14" fmla="*/ 84254 w 120532"/>
                <a:gd name="connsiteY14" fmla="*/ 45143 h 140316"/>
                <a:gd name="connsiteX15" fmla="*/ 22629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973" y="88432"/>
                  </a:moveTo>
                  <a:cubicBezTo>
                    <a:pt x="101473" y="111122"/>
                    <a:pt x="88484" y="119780"/>
                    <a:pt x="69150" y="119780"/>
                  </a:cubicBezTo>
                  <a:cubicBezTo>
                    <a:pt x="51931" y="119780"/>
                    <a:pt x="38941" y="111122"/>
                    <a:pt x="30181" y="94105"/>
                  </a:cubicBezTo>
                  <a:cubicBezTo>
                    <a:pt x="24743" y="82760"/>
                    <a:pt x="22629" y="72908"/>
                    <a:pt x="22024" y="54697"/>
                  </a:cubicBezTo>
                  <a:lnTo>
                    <a:pt x="115067" y="54697"/>
                  </a:lnTo>
                  <a:cubicBezTo>
                    <a:pt x="112650" y="35291"/>
                    <a:pt x="109630" y="26633"/>
                    <a:pt x="102077" y="17080"/>
                  </a:cubicBezTo>
                  <a:cubicBezTo>
                    <a:pt x="93015" y="6332"/>
                    <a:pt x="79119" y="63"/>
                    <a:pt x="63410" y="63"/>
                  </a:cubicBezTo>
                  <a:cubicBezTo>
                    <a:pt x="48306" y="63"/>
                    <a:pt x="34108" y="5437"/>
                    <a:pt x="22629" y="15587"/>
                  </a:cubicBezTo>
                  <a:cubicBezTo>
                    <a:pt x="8430" y="27828"/>
                    <a:pt x="274" y="49024"/>
                    <a:pt x="274" y="73505"/>
                  </a:cubicBezTo>
                  <a:cubicBezTo>
                    <a:pt x="274" y="114704"/>
                    <a:pt x="22024" y="140379"/>
                    <a:pt x="56764" y="140379"/>
                  </a:cubicBezTo>
                  <a:cubicBezTo>
                    <a:pt x="85463" y="140379"/>
                    <a:pt x="108119" y="122765"/>
                    <a:pt x="120807" y="90522"/>
                  </a:cubicBezTo>
                  <a:lnTo>
                    <a:pt x="115973" y="88432"/>
                  </a:lnTo>
                  <a:close/>
                  <a:moveTo>
                    <a:pt x="22629" y="45143"/>
                  </a:moveTo>
                  <a:cubicBezTo>
                    <a:pt x="25951" y="21857"/>
                    <a:pt x="36222" y="10810"/>
                    <a:pt x="54650" y="10810"/>
                  </a:cubicBezTo>
                  <a:cubicBezTo>
                    <a:pt x="73077" y="10810"/>
                    <a:pt x="80327" y="19170"/>
                    <a:pt x="84254" y="45143"/>
                  </a:cubicBezTo>
                  <a:lnTo>
                    <a:pt x="22629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BB91633-D7E1-8EEB-BB56-D410BA27B310}"/>
                </a:ext>
              </a:extLst>
            </p:cNvPr>
            <p:cNvSpPr/>
            <p:nvPr>
              <p:custDataLst>
                <p:tags r:id="rId444"/>
              </p:custDataLst>
            </p:nvPr>
          </p:nvSpPr>
          <p:spPr>
            <a:xfrm>
              <a:off x="11087069" y="4255034"/>
              <a:ext cx="80355" cy="175843"/>
            </a:xfrm>
            <a:custGeom>
              <a:avLst/>
              <a:gdLst>
                <a:gd name="connsiteX0" fmla="*/ 73386 w 80355"/>
                <a:gd name="connsiteY0" fmla="*/ 38575 h 175843"/>
                <a:gd name="connsiteX1" fmla="*/ 42875 w 80355"/>
                <a:gd name="connsiteY1" fmla="*/ 38575 h 175843"/>
                <a:gd name="connsiteX2" fmla="*/ 42875 w 80355"/>
                <a:gd name="connsiteY2" fmla="*/ 3944 h 175843"/>
                <a:gd name="connsiteX3" fmla="*/ 40760 w 80355"/>
                <a:gd name="connsiteY3" fmla="*/ 63 h 175843"/>
                <a:gd name="connsiteX4" fmla="*/ 34719 w 80355"/>
                <a:gd name="connsiteY4" fmla="*/ 8422 h 175843"/>
                <a:gd name="connsiteX5" fmla="*/ 5416 w 80355"/>
                <a:gd name="connsiteY5" fmla="*/ 40367 h 175843"/>
                <a:gd name="connsiteX6" fmla="*/ 281 w 80355"/>
                <a:gd name="connsiteY6" fmla="*/ 46039 h 175843"/>
                <a:gd name="connsiteX7" fmla="*/ 1489 w 80355"/>
                <a:gd name="connsiteY7" fmla="*/ 48129 h 175843"/>
                <a:gd name="connsiteX8" fmla="*/ 17500 w 80355"/>
                <a:gd name="connsiteY8" fmla="*/ 48129 h 175843"/>
                <a:gd name="connsiteX9" fmla="*/ 17500 w 80355"/>
                <a:gd name="connsiteY9" fmla="*/ 137991 h 175843"/>
                <a:gd name="connsiteX10" fmla="*/ 44385 w 80355"/>
                <a:gd name="connsiteY10" fmla="*/ 175906 h 175843"/>
                <a:gd name="connsiteX11" fmla="*/ 80636 w 80355"/>
                <a:gd name="connsiteY11" fmla="*/ 153217 h 175843"/>
                <a:gd name="connsiteX12" fmla="*/ 76709 w 80355"/>
                <a:gd name="connsiteY12" fmla="*/ 149933 h 175843"/>
                <a:gd name="connsiteX13" fmla="*/ 58584 w 80355"/>
                <a:gd name="connsiteY13" fmla="*/ 160382 h 175843"/>
                <a:gd name="connsiteX14" fmla="*/ 42875 w 80355"/>
                <a:gd name="connsiteY14" fmla="*/ 133513 h 175843"/>
                <a:gd name="connsiteX15" fmla="*/ 42875 w 80355"/>
                <a:gd name="connsiteY15" fmla="*/ 48129 h 175843"/>
                <a:gd name="connsiteX16" fmla="*/ 73386 w 80355"/>
                <a:gd name="connsiteY16" fmla="*/ 48129 h 175843"/>
                <a:gd name="connsiteX17" fmla="*/ 73386 w 80355"/>
                <a:gd name="connsiteY17" fmla="*/ 38575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386" y="38575"/>
                  </a:moveTo>
                  <a:lnTo>
                    <a:pt x="42875" y="38575"/>
                  </a:lnTo>
                  <a:lnTo>
                    <a:pt x="42875" y="3944"/>
                  </a:lnTo>
                  <a:cubicBezTo>
                    <a:pt x="42875" y="958"/>
                    <a:pt x="42573" y="63"/>
                    <a:pt x="40760" y="63"/>
                  </a:cubicBezTo>
                  <a:cubicBezTo>
                    <a:pt x="38646" y="2750"/>
                    <a:pt x="36833" y="5437"/>
                    <a:pt x="34719" y="8422"/>
                  </a:cubicBezTo>
                  <a:cubicBezTo>
                    <a:pt x="23239" y="24842"/>
                    <a:pt x="10250" y="39172"/>
                    <a:pt x="5416" y="40367"/>
                  </a:cubicBezTo>
                  <a:cubicBezTo>
                    <a:pt x="2093" y="42456"/>
                    <a:pt x="281" y="44546"/>
                    <a:pt x="281" y="46039"/>
                  </a:cubicBezTo>
                  <a:cubicBezTo>
                    <a:pt x="281" y="46935"/>
                    <a:pt x="583" y="47532"/>
                    <a:pt x="1489" y="48129"/>
                  </a:cubicBezTo>
                  <a:lnTo>
                    <a:pt x="17500" y="48129"/>
                  </a:lnTo>
                  <a:lnTo>
                    <a:pt x="17500" y="137991"/>
                  </a:lnTo>
                  <a:cubicBezTo>
                    <a:pt x="17500" y="163069"/>
                    <a:pt x="26562" y="175906"/>
                    <a:pt x="44385" y="175906"/>
                  </a:cubicBezTo>
                  <a:cubicBezTo>
                    <a:pt x="59188" y="175906"/>
                    <a:pt x="70667" y="168741"/>
                    <a:pt x="80636" y="153217"/>
                  </a:cubicBezTo>
                  <a:lnTo>
                    <a:pt x="76709" y="149933"/>
                  </a:lnTo>
                  <a:cubicBezTo>
                    <a:pt x="70365" y="157397"/>
                    <a:pt x="65229" y="160382"/>
                    <a:pt x="58584" y="160382"/>
                  </a:cubicBezTo>
                  <a:cubicBezTo>
                    <a:pt x="47406" y="160382"/>
                    <a:pt x="42875" y="152321"/>
                    <a:pt x="42875" y="133513"/>
                  </a:cubicBezTo>
                  <a:lnTo>
                    <a:pt x="42875" y="48129"/>
                  </a:lnTo>
                  <a:lnTo>
                    <a:pt x="73386" y="48129"/>
                  </a:lnTo>
                  <a:lnTo>
                    <a:pt x="73386" y="385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1AB58BB-1E33-F6E8-38B0-C353493BE6BE}"/>
                </a:ext>
              </a:extLst>
            </p:cNvPr>
            <p:cNvSpPr/>
            <p:nvPr>
              <p:custDataLst>
                <p:tags r:id="rId445"/>
              </p:custDataLst>
            </p:nvPr>
          </p:nvSpPr>
          <p:spPr>
            <a:xfrm>
              <a:off x="11170153" y="4223986"/>
              <a:ext cx="144397" cy="203907"/>
            </a:xfrm>
            <a:custGeom>
              <a:avLst/>
              <a:gdLst>
                <a:gd name="connsiteX0" fmla="*/ 44992 w 144397"/>
                <a:gd name="connsiteY0" fmla="*/ 101568 h 203907"/>
                <a:gd name="connsiteX1" fmla="*/ 78524 w 144397"/>
                <a:gd name="connsiteY1" fmla="*/ 82760 h 203907"/>
                <a:gd name="connsiteX2" fmla="*/ 101181 w 144397"/>
                <a:gd name="connsiteY2" fmla="*/ 114406 h 203907"/>
                <a:gd name="connsiteX3" fmla="*/ 101181 w 144397"/>
                <a:gd name="connsiteY3" fmla="*/ 173518 h 203907"/>
                <a:gd name="connsiteX4" fmla="*/ 80639 w 144397"/>
                <a:gd name="connsiteY4" fmla="*/ 199492 h 203907"/>
                <a:gd name="connsiteX5" fmla="*/ 80639 w 144397"/>
                <a:gd name="connsiteY5" fmla="*/ 203970 h 203907"/>
                <a:gd name="connsiteX6" fmla="*/ 144681 w 144397"/>
                <a:gd name="connsiteY6" fmla="*/ 203970 h 203907"/>
                <a:gd name="connsiteX7" fmla="*/ 144681 w 144397"/>
                <a:gd name="connsiteY7" fmla="*/ 199492 h 203907"/>
                <a:gd name="connsiteX8" fmla="*/ 126556 w 144397"/>
                <a:gd name="connsiteY8" fmla="*/ 173518 h 203907"/>
                <a:gd name="connsiteX9" fmla="*/ 126556 w 144397"/>
                <a:gd name="connsiteY9" fmla="*/ 114107 h 203907"/>
                <a:gd name="connsiteX10" fmla="*/ 89399 w 144397"/>
                <a:gd name="connsiteY10" fmla="*/ 66639 h 203907"/>
                <a:gd name="connsiteX11" fmla="*/ 44992 w 144397"/>
                <a:gd name="connsiteY11" fmla="*/ 91716 h 203907"/>
                <a:gd name="connsiteX12" fmla="*/ 44992 w 144397"/>
                <a:gd name="connsiteY12" fmla="*/ 958 h 203907"/>
                <a:gd name="connsiteX13" fmla="*/ 43482 w 144397"/>
                <a:gd name="connsiteY13" fmla="*/ 63 h 203907"/>
                <a:gd name="connsiteX14" fmla="*/ 8742 w 144397"/>
                <a:gd name="connsiteY14" fmla="*/ 10810 h 203907"/>
                <a:gd name="connsiteX15" fmla="*/ 586 w 144397"/>
                <a:gd name="connsiteY15" fmla="*/ 13199 h 203907"/>
                <a:gd name="connsiteX16" fmla="*/ 586 w 144397"/>
                <a:gd name="connsiteY16" fmla="*/ 17976 h 203907"/>
                <a:gd name="connsiteX17" fmla="*/ 4211 w 144397"/>
                <a:gd name="connsiteY17" fmla="*/ 17677 h 203907"/>
                <a:gd name="connsiteX18" fmla="*/ 19617 w 144397"/>
                <a:gd name="connsiteY18" fmla="*/ 32903 h 203907"/>
                <a:gd name="connsiteX19" fmla="*/ 19617 w 144397"/>
                <a:gd name="connsiteY19" fmla="*/ 173518 h 203907"/>
                <a:gd name="connsiteX20" fmla="*/ 283 w 144397"/>
                <a:gd name="connsiteY20" fmla="*/ 199492 h 203907"/>
                <a:gd name="connsiteX21" fmla="*/ 283 w 144397"/>
                <a:gd name="connsiteY21" fmla="*/ 203970 h 203907"/>
                <a:gd name="connsiteX22" fmla="*/ 65534 w 144397"/>
                <a:gd name="connsiteY22" fmla="*/ 203970 h 203907"/>
                <a:gd name="connsiteX23" fmla="*/ 65534 w 144397"/>
                <a:gd name="connsiteY23" fmla="*/ 199492 h 203907"/>
                <a:gd name="connsiteX24" fmla="*/ 44992 w 144397"/>
                <a:gd name="connsiteY24" fmla="*/ 173518 h 203907"/>
                <a:gd name="connsiteX25" fmla="*/ 44992 w 144397"/>
                <a:gd name="connsiteY25" fmla="*/ 101568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397" h="203907">
                  <a:moveTo>
                    <a:pt x="44992" y="101568"/>
                  </a:moveTo>
                  <a:cubicBezTo>
                    <a:pt x="57680" y="87835"/>
                    <a:pt x="66743" y="82760"/>
                    <a:pt x="78524" y="82760"/>
                  </a:cubicBezTo>
                  <a:cubicBezTo>
                    <a:pt x="93628" y="82760"/>
                    <a:pt x="101181" y="93508"/>
                    <a:pt x="101181" y="114406"/>
                  </a:cubicBezTo>
                  <a:lnTo>
                    <a:pt x="101181" y="173518"/>
                  </a:lnTo>
                  <a:cubicBezTo>
                    <a:pt x="101181" y="193819"/>
                    <a:pt x="98160" y="197700"/>
                    <a:pt x="80639" y="199492"/>
                  </a:cubicBezTo>
                  <a:lnTo>
                    <a:pt x="80639" y="203970"/>
                  </a:lnTo>
                  <a:lnTo>
                    <a:pt x="144681" y="203970"/>
                  </a:lnTo>
                  <a:lnTo>
                    <a:pt x="144681" y="199492"/>
                  </a:lnTo>
                  <a:cubicBezTo>
                    <a:pt x="128368" y="196506"/>
                    <a:pt x="126556" y="194118"/>
                    <a:pt x="126556" y="173518"/>
                  </a:cubicBezTo>
                  <a:lnTo>
                    <a:pt x="126556" y="114107"/>
                  </a:lnTo>
                  <a:cubicBezTo>
                    <a:pt x="126556" y="82760"/>
                    <a:pt x="113868" y="66639"/>
                    <a:pt x="89399" y="66639"/>
                  </a:cubicBezTo>
                  <a:cubicBezTo>
                    <a:pt x="71576" y="66639"/>
                    <a:pt x="58888" y="73804"/>
                    <a:pt x="44992" y="91716"/>
                  </a:cubicBezTo>
                  <a:lnTo>
                    <a:pt x="44992" y="958"/>
                  </a:lnTo>
                  <a:lnTo>
                    <a:pt x="43482" y="63"/>
                  </a:lnTo>
                  <a:cubicBezTo>
                    <a:pt x="33211" y="3645"/>
                    <a:pt x="25659" y="6034"/>
                    <a:pt x="8742" y="10810"/>
                  </a:cubicBezTo>
                  <a:lnTo>
                    <a:pt x="586" y="13199"/>
                  </a:lnTo>
                  <a:lnTo>
                    <a:pt x="586" y="17976"/>
                  </a:lnTo>
                  <a:cubicBezTo>
                    <a:pt x="1794" y="17677"/>
                    <a:pt x="2700" y="17677"/>
                    <a:pt x="4211" y="17677"/>
                  </a:cubicBezTo>
                  <a:cubicBezTo>
                    <a:pt x="17200" y="17677"/>
                    <a:pt x="19617" y="20065"/>
                    <a:pt x="19617" y="32903"/>
                  </a:cubicBezTo>
                  <a:lnTo>
                    <a:pt x="19617" y="173518"/>
                  </a:lnTo>
                  <a:cubicBezTo>
                    <a:pt x="19617" y="194416"/>
                    <a:pt x="17805" y="197103"/>
                    <a:pt x="283" y="199492"/>
                  </a:cubicBezTo>
                  <a:lnTo>
                    <a:pt x="283" y="203970"/>
                  </a:lnTo>
                  <a:lnTo>
                    <a:pt x="65534" y="203970"/>
                  </a:lnTo>
                  <a:lnTo>
                    <a:pt x="65534" y="199492"/>
                  </a:lnTo>
                  <a:cubicBezTo>
                    <a:pt x="48013" y="197700"/>
                    <a:pt x="44992" y="194118"/>
                    <a:pt x="44992" y="173518"/>
                  </a:cubicBezTo>
                  <a:lnTo>
                    <a:pt x="44992" y="101568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76A01F5-26B3-29E4-E66F-8C2B81EA852D}"/>
                </a:ext>
              </a:extLst>
            </p:cNvPr>
            <p:cNvSpPr/>
            <p:nvPr>
              <p:custDataLst>
                <p:tags r:id="rId446"/>
              </p:custDataLst>
            </p:nvPr>
          </p:nvSpPr>
          <p:spPr>
            <a:xfrm>
              <a:off x="11326597" y="4290561"/>
              <a:ext cx="120532" cy="140316"/>
            </a:xfrm>
            <a:custGeom>
              <a:avLst/>
              <a:gdLst>
                <a:gd name="connsiteX0" fmla="*/ 115988 w 120532"/>
                <a:gd name="connsiteY0" fmla="*/ 88432 h 140316"/>
                <a:gd name="connsiteX1" fmla="*/ 69164 w 120532"/>
                <a:gd name="connsiteY1" fmla="*/ 119780 h 140316"/>
                <a:gd name="connsiteX2" fmla="*/ 30195 w 120532"/>
                <a:gd name="connsiteY2" fmla="*/ 94105 h 140316"/>
                <a:gd name="connsiteX3" fmla="*/ 22039 w 120532"/>
                <a:gd name="connsiteY3" fmla="*/ 54697 h 140316"/>
                <a:gd name="connsiteX4" fmla="*/ 115082 w 120532"/>
                <a:gd name="connsiteY4" fmla="*/ 54697 h 140316"/>
                <a:gd name="connsiteX5" fmla="*/ 102092 w 120532"/>
                <a:gd name="connsiteY5" fmla="*/ 17080 h 140316"/>
                <a:gd name="connsiteX6" fmla="*/ 63425 w 120532"/>
                <a:gd name="connsiteY6" fmla="*/ 63 h 140316"/>
                <a:gd name="connsiteX7" fmla="*/ 22643 w 120532"/>
                <a:gd name="connsiteY7" fmla="*/ 15587 h 140316"/>
                <a:gd name="connsiteX8" fmla="*/ 288 w 120532"/>
                <a:gd name="connsiteY8" fmla="*/ 73505 h 140316"/>
                <a:gd name="connsiteX9" fmla="*/ 56779 w 120532"/>
                <a:gd name="connsiteY9" fmla="*/ 140379 h 140316"/>
                <a:gd name="connsiteX10" fmla="*/ 120821 w 120532"/>
                <a:gd name="connsiteY10" fmla="*/ 90522 h 140316"/>
                <a:gd name="connsiteX11" fmla="*/ 115988 w 120532"/>
                <a:gd name="connsiteY11" fmla="*/ 88432 h 140316"/>
                <a:gd name="connsiteX12" fmla="*/ 22643 w 120532"/>
                <a:gd name="connsiteY12" fmla="*/ 45143 h 140316"/>
                <a:gd name="connsiteX13" fmla="*/ 54664 w 120532"/>
                <a:gd name="connsiteY13" fmla="*/ 10810 h 140316"/>
                <a:gd name="connsiteX14" fmla="*/ 84269 w 120532"/>
                <a:gd name="connsiteY14" fmla="*/ 45143 h 140316"/>
                <a:gd name="connsiteX15" fmla="*/ 22643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988" y="88432"/>
                  </a:moveTo>
                  <a:cubicBezTo>
                    <a:pt x="101488" y="111122"/>
                    <a:pt x="88498" y="119780"/>
                    <a:pt x="69164" y="119780"/>
                  </a:cubicBezTo>
                  <a:cubicBezTo>
                    <a:pt x="51945" y="119780"/>
                    <a:pt x="38956" y="111122"/>
                    <a:pt x="30195" y="94105"/>
                  </a:cubicBezTo>
                  <a:cubicBezTo>
                    <a:pt x="24757" y="82760"/>
                    <a:pt x="22643" y="72908"/>
                    <a:pt x="22039" y="54697"/>
                  </a:cubicBezTo>
                  <a:lnTo>
                    <a:pt x="115082" y="54697"/>
                  </a:lnTo>
                  <a:cubicBezTo>
                    <a:pt x="112665" y="35291"/>
                    <a:pt x="109644" y="26633"/>
                    <a:pt x="102092" y="17080"/>
                  </a:cubicBezTo>
                  <a:cubicBezTo>
                    <a:pt x="93029" y="6332"/>
                    <a:pt x="79133" y="63"/>
                    <a:pt x="63425" y="63"/>
                  </a:cubicBezTo>
                  <a:cubicBezTo>
                    <a:pt x="48320" y="63"/>
                    <a:pt x="34122" y="5437"/>
                    <a:pt x="22643" y="15587"/>
                  </a:cubicBezTo>
                  <a:cubicBezTo>
                    <a:pt x="8445" y="27828"/>
                    <a:pt x="288" y="49024"/>
                    <a:pt x="288" y="73505"/>
                  </a:cubicBezTo>
                  <a:cubicBezTo>
                    <a:pt x="288" y="114704"/>
                    <a:pt x="22039" y="140379"/>
                    <a:pt x="56779" y="140379"/>
                  </a:cubicBezTo>
                  <a:cubicBezTo>
                    <a:pt x="85477" y="140379"/>
                    <a:pt x="108134" y="122765"/>
                    <a:pt x="120821" y="90522"/>
                  </a:cubicBezTo>
                  <a:lnTo>
                    <a:pt x="115988" y="88432"/>
                  </a:lnTo>
                  <a:close/>
                  <a:moveTo>
                    <a:pt x="22643" y="45143"/>
                  </a:moveTo>
                  <a:cubicBezTo>
                    <a:pt x="25966" y="21857"/>
                    <a:pt x="36237" y="10810"/>
                    <a:pt x="54664" y="10810"/>
                  </a:cubicBezTo>
                  <a:cubicBezTo>
                    <a:pt x="73091" y="10810"/>
                    <a:pt x="80342" y="19170"/>
                    <a:pt x="84269" y="45143"/>
                  </a:cubicBezTo>
                  <a:lnTo>
                    <a:pt x="22643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6284E67-D3FD-BC68-3D02-A9AE63B5CE91}"/>
                </a:ext>
              </a:extLst>
            </p:cNvPr>
            <p:cNvSpPr/>
            <p:nvPr>
              <p:custDataLst>
                <p:tags r:id="rId447"/>
              </p:custDataLst>
            </p:nvPr>
          </p:nvSpPr>
          <p:spPr>
            <a:xfrm>
              <a:off x="11525315" y="4223986"/>
              <a:ext cx="71594" cy="203907"/>
            </a:xfrm>
            <a:custGeom>
              <a:avLst/>
              <a:gdLst>
                <a:gd name="connsiteX0" fmla="*/ 48327 w 71594"/>
                <a:gd name="connsiteY0" fmla="*/ 66639 h 203907"/>
                <a:gd name="connsiteX1" fmla="*/ 1503 w 71594"/>
                <a:gd name="connsiteY1" fmla="*/ 83059 h 203907"/>
                <a:gd name="connsiteX2" fmla="*/ 1503 w 71594"/>
                <a:gd name="connsiteY2" fmla="*/ 87537 h 203907"/>
                <a:gd name="connsiteX3" fmla="*/ 3920 w 71594"/>
                <a:gd name="connsiteY3" fmla="*/ 87238 h 203907"/>
                <a:gd name="connsiteX4" fmla="*/ 14191 w 71594"/>
                <a:gd name="connsiteY4" fmla="*/ 86343 h 203907"/>
                <a:gd name="connsiteX5" fmla="*/ 24160 w 71594"/>
                <a:gd name="connsiteY5" fmla="*/ 104255 h 203907"/>
                <a:gd name="connsiteX6" fmla="*/ 24160 w 71594"/>
                <a:gd name="connsiteY6" fmla="*/ 173518 h 203907"/>
                <a:gd name="connsiteX7" fmla="*/ 295 w 71594"/>
                <a:gd name="connsiteY7" fmla="*/ 199492 h 203907"/>
                <a:gd name="connsiteX8" fmla="*/ 295 w 71594"/>
                <a:gd name="connsiteY8" fmla="*/ 203970 h 203907"/>
                <a:gd name="connsiteX9" fmla="*/ 71890 w 71594"/>
                <a:gd name="connsiteY9" fmla="*/ 203970 h 203907"/>
                <a:gd name="connsiteX10" fmla="*/ 71890 w 71594"/>
                <a:gd name="connsiteY10" fmla="*/ 199492 h 203907"/>
                <a:gd name="connsiteX11" fmla="*/ 49535 w 71594"/>
                <a:gd name="connsiteY11" fmla="*/ 173518 h 203907"/>
                <a:gd name="connsiteX12" fmla="*/ 49535 w 71594"/>
                <a:gd name="connsiteY12" fmla="*/ 67534 h 203907"/>
                <a:gd name="connsiteX13" fmla="*/ 48327 w 71594"/>
                <a:gd name="connsiteY13" fmla="*/ 66639 h 203907"/>
                <a:gd name="connsiteX14" fmla="*/ 34129 w 71594"/>
                <a:gd name="connsiteY14" fmla="*/ 63 h 203907"/>
                <a:gd name="connsiteX15" fmla="*/ 19024 w 71594"/>
                <a:gd name="connsiteY15" fmla="*/ 15289 h 203907"/>
                <a:gd name="connsiteX16" fmla="*/ 34129 w 71594"/>
                <a:gd name="connsiteY16" fmla="*/ 30514 h 203907"/>
                <a:gd name="connsiteX17" fmla="*/ 49837 w 71594"/>
                <a:gd name="connsiteY17" fmla="*/ 15289 h 203907"/>
                <a:gd name="connsiteX18" fmla="*/ 34129 w 71594"/>
                <a:gd name="connsiteY18" fmla="*/ 63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94" h="203907">
                  <a:moveTo>
                    <a:pt x="48327" y="66639"/>
                  </a:moveTo>
                  <a:lnTo>
                    <a:pt x="1503" y="83059"/>
                  </a:lnTo>
                  <a:lnTo>
                    <a:pt x="1503" y="87537"/>
                  </a:lnTo>
                  <a:lnTo>
                    <a:pt x="3920" y="87238"/>
                  </a:lnTo>
                  <a:cubicBezTo>
                    <a:pt x="7545" y="86641"/>
                    <a:pt x="11472" y="86343"/>
                    <a:pt x="14191" y="86343"/>
                  </a:cubicBezTo>
                  <a:cubicBezTo>
                    <a:pt x="21441" y="86343"/>
                    <a:pt x="24160" y="91119"/>
                    <a:pt x="24160" y="104255"/>
                  </a:cubicBezTo>
                  <a:lnTo>
                    <a:pt x="24160" y="173518"/>
                  </a:lnTo>
                  <a:cubicBezTo>
                    <a:pt x="24160" y="195013"/>
                    <a:pt x="21139" y="198297"/>
                    <a:pt x="295" y="199492"/>
                  </a:cubicBezTo>
                  <a:lnTo>
                    <a:pt x="295" y="203970"/>
                  </a:lnTo>
                  <a:lnTo>
                    <a:pt x="71890" y="203970"/>
                  </a:lnTo>
                  <a:lnTo>
                    <a:pt x="71890" y="199492"/>
                  </a:lnTo>
                  <a:cubicBezTo>
                    <a:pt x="51952" y="197999"/>
                    <a:pt x="49535" y="195013"/>
                    <a:pt x="49535" y="173518"/>
                  </a:cubicBezTo>
                  <a:lnTo>
                    <a:pt x="49535" y="67534"/>
                  </a:lnTo>
                  <a:lnTo>
                    <a:pt x="48327" y="66639"/>
                  </a:lnTo>
                  <a:close/>
                  <a:moveTo>
                    <a:pt x="34129" y="63"/>
                  </a:moveTo>
                  <a:cubicBezTo>
                    <a:pt x="25972" y="63"/>
                    <a:pt x="19024" y="6929"/>
                    <a:pt x="19024" y="15289"/>
                  </a:cubicBezTo>
                  <a:cubicBezTo>
                    <a:pt x="19024" y="23648"/>
                    <a:pt x="25670" y="30514"/>
                    <a:pt x="34129" y="30514"/>
                  </a:cubicBezTo>
                  <a:cubicBezTo>
                    <a:pt x="42889" y="30514"/>
                    <a:pt x="49837" y="23946"/>
                    <a:pt x="49837" y="15289"/>
                  </a:cubicBezTo>
                  <a:cubicBezTo>
                    <a:pt x="49837" y="6929"/>
                    <a:pt x="42889" y="63"/>
                    <a:pt x="34129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4F9D6BD-E935-5703-1CBE-D88C0BE10FBF}"/>
                </a:ext>
              </a:extLst>
            </p:cNvPr>
            <p:cNvSpPr/>
            <p:nvPr>
              <p:custDataLst>
                <p:tags r:id="rId448"/>
              </p:custDataLst>
            </p:nvPr>
          </p:nvSpPr>
          <p:spPr>
            <a:xfrm>
              <a:off x="11609608" y="4290561"/>
              <a:ext cx="141678" cy="137331"/>
            </a:xfrm>
            <a:custGeom>
              <a:avLst/>
              <a:gdLst>
                <a:gd name="connsiteX0" fmla="*/ 298 w 141678"/>
                <a:gd name="connsiteY0" fmla="*/ 18573 h 137331"/>
                <a:gd name="connsiteX1" fmla="*/ 8454 w 141678"/>
                <a:gd name="connsiteY1" fmla="*/ 17378 h 137331"/>
                <a:gd name="connsiteX2" fmla="*/ 19631 w 141678"/>
                <a:gd name="connsiteY2" fmla="*/ 36485 h 137331"/>
                <a:gd name="connsiteX3" fmla="*/ 19631 w 141678"/>
                <a:gd name="connsiteY3" fmla="*/ 110525 h 137331"/>
                <a:gd name="connsiteX4" fmla="*/ 902 w 141678"/>
                <a:gd name="connsiteY4" fmla="*/ 132916 h 137331"/>
                <a:gd name="connsiteX5" fmla="*/ 902 w 141678"/>
                <a:gd name="connsiteY5" fmla="*/ 137394 h 137331"/>
                <a:gd name="connsiteX6" fmla="*/ 64944 w 141678"/>
                <a:gd name="connsiteY6" fmla="*/ 137394 h 137331"/>
                <a:gd name="connsiteX7" fmla="*/ 64944 w 141678"/>
                <a:gd name="connsiteY7" fmla="*/ 132916 h 137331"/>
                <a:gd name="connsiteX8" fmla="*/ 45007 w 141678"/>
                <a:gd name="connsiteY8" fmla="*/ 117391 h 137331"/>
                <a:gd name="connsiteX9" fmla="*/ 45007 w 141678"/>
                <a:gd name="connsiteY9" fmla="*/ 33500 h 137331"/>
                <a:gd name="connsiteX10" fmla="*/ 76122 w 141678"/>
                <a:gd name="connsiteY10" fmla="*/ 16483 h 137331"/>
                <a:gd name="connsiteX11" fmla="*/ 98174 w 141678"/>
                <a:gd name="connsiteY11" fmla="*/ 45442 h 137331"/>
                <a:gd name="connsiteX12" fmla="*/ 98174 w 141678"/>
                <a:gd name="connsiteY12" fmla="*/ 107838 h 137331"/>
                <a:gd name="connsiteX13" fmla="*/ 79143 w 141678"/>
                <a:gd name="connsiteY13" fmla="*/ 132916 h 137331"/>
                <a:gd name="connsiteX14" fmla="*/ 79143 w 141678"/>
                <a:gd name="connsiteY14" fmla="*/ 137394 h 137331"/>
                <a:gd name="connsiteX15" fmla="*/ 141977 w 141678"/>
                <a:gd name="connsiteY15" fmla="*/ 137394 h 137331"/>
                <a:gd name="connsiteX16" fmla="*/ 141977 w 141678"/>
                <a:gd name="connsiteY16" fmla="*/ 132916 h 137331"/>
                <a:gd name="connsiteX17" fmla="*/ 123549 w 141678"/>
                <a:gd name="connsiteY17" fmla="*/ 113212 h 137331"/>
                <a:gd name="connsiteX18" fmla="*/ 123549 w 141678"/>
                <a:gd name="connsiteY18" fmla="*/ 44845 h 137331"/>
                <a:gd name="connsiteX19" fmla="*/ 87903 w 141678"/>
                <a:gd name="connsiteY19" fmla="*/ 63 h 137331"/>
                <a:gd name="connsiteX20" fmla="*/ 44100 w 141678"/>
                <a:gd name="connsiteY20" fmla="*/ 24245 h 137331"/>
                <a:gd name="connsiteX21" fmla="*/ 44100 w 141678"/>
                <a:gd name="connsiteY21" fmla="*/ 660 h 137331"/>
                <a:gd name="connsiteX22" fmla="*/ 41986 w 141678"/>
                <a:gd name="connsiteY22" fmla="*/ 63 h 137331"/>
                <a:gd name="connsiteX23" fmla="*/ 298 w 141678"/>
                <a:gd name="connsiteY23" fmla="*/ 13497 h 137331"/>
                <a:gd name="connsiteX24" fmla="*/ 298 w 141678"/>
                <a:gd name="connsiteY24" fmla="*/ 185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78" h="137331">
                  <a:moveTo>
                    <a:pt x="298" y="18573"/>
                  </a:moveTo>
                  <a:cubicBezTo>
                    <a:pt x="2110" y="17677"/>
                    <a:pt x="5131" y="17378"/>
                    <a:pt x="8454" y="17378"/>
                  </a:cubicBezTo>
                  <a:cubicBezTo>
                    <a:pt x="16913" y="17378"/>
                    <a:pt x="19631" y="21857"/>
                    <a:pt x="19631" y="36485"/>
                  </a:cubicBezTo>
                  <a:lnTo>
                    <a:pt x="19631" y="110525"/>
                  </a:lnTo>
                  <a:cubicBezTo>
                    <a:pt x="19631" y="127542"/>
                    <a:pt x="16308" y="131722"/>
                    <a:pt x="902" y="132916"/>
                  </a:cubicBezTo>
                  <a:lnTo>
                    <a:pt x="902" y="137394"/>
                  </a:lnTo>
                  <a:lnTo>
                    <a:pt x="64944" y="137394"/>
                  </a:lnTo>
                  <a:lnTo>
                    <a:pt x="64944" y="132916"/>
                  </a:lnTo>
                  <a:cubicBezTo>
                    <a:pt x="49538" y="131722"/>
                    <a:pt x="45007" y="128139"/>
                    <a:pt x="45007" y="117391"/>
                  </a:cubicBezTo>
                  <a:lnTo>
                    <a:pt x="45007" y="33500"/>
                  </a:lnTo>
                  <a:cubicBezTo>
                    <a:pt x="59507" y="20065"/>
                    <a:pt x="66153" y="16483"/>
                    <a:pt x="76122" y="16483"/>
                  </a:cubicBezTo>
                  <a:cubicBezTo>
                    <a:pt x="90924" y="16483"/>
                    <a:pt x="98174" y="25738"/>
                    <a:pt x="98174" y="45442"/>
                  </a:cubicBezTo>
                  <a:lnTo>
                    <a:pt x="98174" y="107838"/>
                  </a:lnTo>
                  <a:cubicBezTo>
                    <a:pt x="98174" y="126646"/>
                    <a:pt x="94247" y="131722"/>
                    <a:pt x="79143" y="132916"/>
                  </a:cubicBezTo>
                  <a:lnTo>
                    <a:pt x="79143" y="137394"/>
                  </a:lnTo>
                  <a:lnTo>
                    <a:pt x="141977" y="137394"/>
                  </a:lnTo>
                  <a:lnTo>
                    <a:pt x="141977" y="132916"/>
                  </a:lnTo>
                  <a:cubicBezTo>
                    <a:pt x="127174" y="131423"/>
                    <a:pt x="123549" y="127841"/>
                    <a:pt x="123549" y="113212"/>
                  </a:cubicBezTo>
                  <a:lnTo>
                    <a:pt x="123549" y="44845"/>
                  </a:lnTo>
                  <a:cubicBezTo>
                    <a:pt x="123549" y="16781"/>
                    <a:pt x="110258" y="63"/>
                    <a:pt x="87903" y="63"/>
                  </a:cubicBezTo>
                  <a:cubicBezTo>
                    <a:pt x="74007" y="63"/>
                    <a:pt x="64642" y="5138"/>
                    <a:pt x="44100" y="24245"/>
                  </a:cubicBezTo>
                  <a:lnTo>
                    <a:pt x="44100" y="660"/>
                  </a:lnTo>
                  <a:lnTo>
                    <a:pt x="41986" y="63"/>
                  </a:lnTo>
                  <a:cubicBezTo>
                    <a:pt x="27184" y="5437"/>
                    <a:pt x="16913" y="8721"/>
                    <a:pt x="298" y="13497"/>
                  </a:cubicBezTo>
                  <a:lnTo>
                    <a:pt x="298" y="185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55E52BA-1760-3E4F-9C81-C4008CDE889C}"/>
                </a:ext>
              </a:extLst>
            </p:cNvPr>
            <p:cNvSpPr/>
            <p:nvPr>
              <p:custDataLst>
                <p:tags r:id="rId449"/>
              </p:custDataLst>
            </p:nvPr>
          </p:nvSpPr>
          <p:spPr>
            <a:xfrm>
              <a:off x="11760311" y="4255034"/>
              <a:ext cx="80355" cy="175843"/>
            </a:xfrm>
            <a:custGeom>
              <a:avLst/>
              <a:gdLst>
                <a:gd name="connsiteX0" fmla="*/ 73408 w 80355"/>
                <a:gd name="connsiteY0" fmla="*/ 38575 h 175843"/>
                <a:gd name="connsiteX1" fmla="*/ 42897 w 80355"/>
                <a:gd name="connsiteY1" fmla="*/ 38575 h 175843"/>
                <a:gd name="connsiteX2" fmla="*/ 42897 w 80355"/>
                <a:gd name="connsiteY2" fmla="*/ 3944 h 175843"/>
                <a:gd name="connsiteX3" fmla="*/ 40783 w 80355"/>
                <a:gd name="connsiteY3" fmla="*/ 63 h 175843"/>
                <a:gd name="connsiteX4" fmla="*/ 34741 w 80355"/>
                <a:gd name="connsiteY4" fmla="*/ 8422 h 175843"/>
                <a:gd name="connsiteX5" fmla="*/ 5438 w 80355"/>
                <a:gd name="connsiteY5" fmla="*/ 40367 h 175843"/>
                <a:gd name="connsiteX6" fmla="*/ 303 w 80355"/>
                <a:gd name="connsiteY6" fmla="*/ 46039 h 175843"/>
                <a:gd name="connsiteX7" fmla="*/ 1511 w 80355"/>
                <a:gd name="connsiteY7" fmla="*/ 48129 h 175843"/>
                <a:gd name="connsiteX8" fmla="*/ 17522 w 80355"/>
                <a:gd name="connsiteY8" fmla="*/ 48129 h 175843"/>
                <a:gd name="connsiteX9" fmla="*/ 17522 w 80355"/>
                <a:gd name="connsiteY9" fmla="*/ 137991 h 175843"/>
                <a:gd name="connsiteX10" fmla="*/ 44408 w 80355"/>
                <a:gd name="connsiteY10" fmla="*/ 175906 h 175843"/>
                <a:gd name="connsiteX11" fmla="*/ 80658 w 80355"/>
                <a:gd name="connsiteY11" fmla="*/ 153217 h 175843"/>
                <a:gd name="connsiteX12" fmla="*/ 76731 w 80355"/>
                <a:gd name="connsiteY12" fmla="*/ 149933 h 175843"/>
                <a:gd name="connsiteX13" fmla="*/ 58606 w 80355"/>
                <a:gd name="connsiteY13" fmla="*/ 160382 h 175843"/>
                <a:gd name="connsiteX14" fmla="*/ 42897 w 80355"/>
                <a:gd name="connsiteY14" fmla="*/ 133513 h 175843"/>
                <a:gd name="connsiteX15" fmla="*/ 42897 w 80355"/>
                <a:gd name="connsiteY15" fmla="*/ 48129 h 175843"/>
                <a:gd name="connsiteX16" fmla="*/ 73408 w 80355"/>
                <a:gd name="connsiteY16" fmla="*/ 48129 h 175843"/>
                <a:gd name="connsiteX17" fmla="*/ 73408 w 80355"/>
                <a:gd name="connsiteY17" fmla="*/ 38575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408" y="38575"/>
                  </a:moveTo>
                  <a:lnTo>
                    <a:pt x="42897" y="38575"/>
                  </a:lnTo>
                  <a:lnTo>
                    <a:pt x="42897" y="3944"/>
                  </a:lnTo>
                  <a:cubicBezTo>
                    <a:pt x="42897" y="958"/>
                    <a:pt x="42595" y="63"/>
                    <a:pt x="40783" y="63"/>
                  </a:cubicBezTo>
                  <a:cubicBezTo>
                    <a:pt x="38668" y="2750"/>
                    <a:pt x="36855" y="5437"/>
                    <a:pt x="34741" y="8422"/>
                  </a:cubicBezTo>
                  <a:cubicBezTo>
                    <a:pt x="23261" y="24842"/>
                    <a:pt x="10272" y="39172"/>
                    <a:pt x="5438" y="40367"/>
                  </a:cubicBezTo>
                  <a:cubicBezTo>
                    <a:pt x="2115" y="42456"/>
                    <a:pt x="303" y="44546"/>
                    <a:pt x="303" y="46039"/>
                  </a:cubicBezTo>
                  <a:cubicBezTo>
                    <a:pt x="303" y="46935"/>
                    <a:pt x="605" y="47532"/>
                    <a:pt x="1511" y="48129"/>
                  </a:cubicBezTo>
                  <a:lnTo>
                    <a:pt x="17522" y="48129"/>
                  </a:lnTo>
                  <a:lnTo>
                    <a:pt x="17522" y="137991"/>
                  </a:lnTo>
                  <a:cubicBezTo>
                    <a:pt x="17522" y="163069"/>
                    <a:pt x="26584" y="175906"/>
                    <a:pt x="44408" y="175906"/>
                  </a:cubicBezTo>
                  <a:cubicBezTo>
                    <a:pt x="59210" y="175906"/>
                    <a:pt x="70689" y="168741"/>
                    <a:pt x="80658" y="153217"/>
                  </a:cubicBezTo>
                  <a:lnTo>
                    <a:pt x="76731" y="149933"/>
                  </a:lnTo>
                  <a:cubicBezTo>
                    <a:pt x="70387" y="157397"/>
                    <a:pt x="65252" y="160382"/>
                    <a:pt x="58606" y="160382"/>
                  </a:cubicBezTo>
                  <a:cubicBezTo>
                    <a:pt x="47428" y="160382"/>
                    <a:pt x="42897" y="152321"/>
                    <a:pt x="42897" y="133513"/>
                  </a:cubicBezTo>
                  <a:lnTo>
                    <a:pt x="42897" y="48129"/>
                  </a:lnTo>
                  <a:lnTo>
                    <a:pt x="73408" y="48129"/>
                  </a:lnTo>
                  <a:lnTo>
                    <a:pt x="73408" y="385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70982B2-8938-4DEE-7205-7B154959934C}"/>
                </a:ext>
              </a:extLst>
            </p:cNvPr>
            <p:cNvSpPr/>
            <p:nvPr>
              <p:custDataLst>
                <p:tags r:id="rId450"/>
              </p:custDataLst>
            </p:nvPr>
          </p:nvSpPr>
          <p:spPr>
            <a:xfrm>
              <a:off x="11848229" y="4290561"/>
              <a:ext cx="120532" cy="140316"/>
            </a:xfrm>
            <a:custGeom>
              <a:avLst/>
              <a:gdLst>
                <a:gd name="connsiteX0" fmla="*/ 116005 w 120532"/>
                <a:gd name="connsiteY0" fmla="*/ 88432 h 140316"/>
                <a:gd name="connsiteX1" fmla="*/ 69181 w 120532"/>
                <a:gd name="connsiteY1" fmla="*/ 119780 h 140316"/>
                <a:gd name="connsiteX2" fmla="*/ 30212 w 120532"/>
                <a:gd name="connsiteY2" fmla="*/ 94105 h 140316"/>
                <a:gd name="connsiteX3" fmla="*/ 22056 w 120532"/>
                <a:gd name="connsiteY3" fmla="*/ 54697 h 140316"/>
                <a:gd name="connsiteX4" fmla="*/ 115099 w 120532"/>
                <a:gd name="connsiteY4" fmla="*/ 54697 h 140316"/>
                <a:gd name="connsiteX5" fmla="*/ 102109 w 120532"/>
                <a:gd name="connsiteY5" fmla="*/ 17080 h 140316"/>
                <a:gd name="connsiteX6" fmla="*/ 63442 w 120532"/>
                <a:gd name="connsiteY6" fmla="*/ 63 h 140316"/>
                <a:gd name="connsiteX7" fmla="*/ 22660 w 120532"/>
                <a:gd name="connsiteY7" fmla="*/ 15587 h 140316"/>
                <a:gd name="connsiteX8" fmla="*/ 306 w 120532"/>
                <a:gd name="connsiteY8" fmla="*/ 73505 h 140316"/>
                <a:gd name="connsiteX9" fmla="*/ 56796 w 120532"/>
                <a:gd name="connsiteY9" fmla="*/ 140379 h 140316"/>
                <a:gd name="connsiteX10" fmla="*/ 120838 w 120532"/>
                <a:gd name="connsiteY10" fmla="*/ 90522 h 140316"/>
                <a:gd name="connsiteX11" fmla="*/ 116005 w 120532"/>
                <a:gd name="connsiteY11" fmla="*/ 88432 h 140316"/>
                <a:gd name="connsiteX12" fmla="*/ 22660 w 120532"/>
                <a:gd name="connsiteY12" fmla="*/ 45143 h 140316"/>
                <a:gd name="connsiteX13" fmla="*/ 54681 w 120532"/>
                <a:gd name="connsiteY13" fmla="*/ 10810 h 140316"/>
                <a:gd name="connsiteX14" fmla="*/ 84286 w 120532"/>
                <a:gd name="connsiteY14" fmla="*/ 45143 h 140316"/>
                <a:gd name="connsiteX15" fmla="*/ 22660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6005" y="88432"/>
                  </a:moveTo>
                  <a:cubicBezTo>
                    <a:pt x="101505" y="111122"/>
                    <a:pt x="88515" y="119780"/>
                    <a:pt x="69181" y="119780"/>
                  </a:cubicBezTo>
                  <a:cubicBezTo>
                    <a:pt x="51962" y="119780"/>
                    <a:pt x="38973" y="111122"/>
                    <a:pt x="30212" y="94105"/>
                  </a:cubicBezTo>
                  <a:cubicBezTo>
                    <a:pt x="24775" y="82760"/>
                    <a:pt x="22660" y="72908"/>
                    <a:pt x="22056" y="54697"/>
                  </a:cubicBezTo>
                  <a:lnTo>
                    <a:pt x="115099" y="54697"/>
                  </a:lnTo>
                  <a:cubicBezTo>
                    <a:pt x="112682" y="35291"/>
                    <a:pt x="109661" y="26633"/>
                    <a:pt x="102109" y="17080"/>
                  </a:cubicBezTo>
                  <a:cubicBezTo>
                    <a:pt x="93046" y="6332"/>
                    <a:pt x="79150" y="63"/>
                    <a:pt x="63442" y="63"/>
                  </a:cubicBezTo>
                  <a:cubicBezTo>
                    <a:pt x="48337" y="63"/>
                    <a:pt x="34139" y="5437"/>
                    <a:pt x="22660" y="15587"/>
                  </a:cubicBezTo>
                  <a:cubicBezTo>
                    <a:pt x="8462" y="27828"/>
                    <a:pt x="306" y="49024"/>
                    <a:pt x="306" y="73505"/>
                  </a:cubicBezTo>
                  <a:cubicBezTo>
                    <a:pt x="306" y="114704"/>
                    <a:pt x="22056" y="140379"/>
                    <a:pt x="56796" y="140379"/>
                  </a:cubicBezTo>
                  <a:cubicBezTo>
                    <a:pt x="85494" y="140379"/>
                    <a:pt x="108151" y="122765"/>
                    <a:pt x="120838" y="90522"/>
                  </a:cubicBezTo>
                  <a:lnTo>
                    <a:pt x="116005" y="88432"/>
                  </a:lnTo>
                  <a:close/>
                  <a:moveTo>
                    <a:pt x="22660" y="45143"/>
                  </a:moveTo>
                  <a:cubicBezTo>
                    <a:pt x="25983" y="21857"/>
                    <a:pt x="36254" y="10810"/>
                    <a:pt x="54681" y="10810"/>
                  </a:cubicBezTo>
                  <a:cubicBezTo>
                    <a:pt x="73109" y="10810"/>
                    <a:pt x="80359" y="19170"/>
                    <a:pt x="84286" y="45143"/>
                  </a:cubicBezTo>
                  <a:lnTo>
                    <a:pt x="22660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197266-2A0F-E0E9-2D44-72B74AA289E3}"/>
                </a:ext>
              </a:extLst>
            </p:cNvPr>
            <p:cNvSpPr/>
            <p:nvPr>
              <p:custDataLst>
                <p:tags r:id="rId451"/>
              </p:custDataLst>
            </p:nvPr>
          </p:nvSpPr>
          <p:spPr>
            <a:xfrm>
              <a:off x="11979217" y="4290561"/>
              <a:ext cx="133522" cy="202414"/>
            </a:xfrm>
            <a:custGeom>
              <a:avLst/>
              <a:gdLst>
                <a:gd name="connsiteX0" fmla="*/ 133832 w 133522"/>
                <a:gd name="connsiteY0" fmla="*/ 21558 h 202414"/>
                <a:gd name="connsiteX1" fmla="*/ 133832 w 133522"/>
                <a:gd name="connsiteY1" fmla="*/ 9915 h 202414"/>
                <a:gd name="connsiteX2" fmla="*/ 110572 w 133522"/>
                <a:gd name="connsiteY2" fmla="*/ 9915 h 202414"/>
                <a:gd name="connsiteX3" fmla="*/ 93957 w 133522"/>
                <a:gd name="connsiteY3" fmla="*/ 6929 h 202414"/>
                <a:gd name="connsiteX4" fmla="*/ 87311 w 133522"/>
                <a:gd name="connsiteY4" fmla="*/ 4541 h 202414"/>
                <a:gd name="connsiteX5" fmla="*/ 63144 w 133522"/>
                <a:gd name="connsiteY5" fmla="*/ 63 h 202414"/>
                <a:gd name="connsiteX6" fmla="*/ 12695 w 133522"/>
                <a:gd name="connsiteY6" fmla="*/ 48726 h 202414"/>
                <a:gd name="connsiteX7" fmla="*/ 40790 w 133522"/>
                <a:gd name="connsiteY7" fmla="*/ 88731 h 202414"/>
                <a:gd name="connsiteX8" fmla="*/ 27800 w 133522"/>
                <a:gd name="connsiteY8" fmla="*/ 100673 h 202414"/>
                <a:gd name="connsiteX9" fmla="*/ 13904 w 133522"/>
                <a:gd name="connsiteY9" fmla="*/ 121273 h 202414"/>
                <a:gd name="connsiteX10" fmla="*/ 29914 w 133522"/>
                <a:gd name="connsiteY10" fmla="*/ 137095 h 202414"/>
                <a:gd name="connsiteX11" fmla="*/ 310 w 133522"/>
                <a:gd name="connsiteY11" fmla="*/ 173518 h 202414"/>
                <a:gd name="connsiteX12" fmla="*/ 52571 w 133522"/>
                <a:gd name="connsiteY12" fmla="*/ 202477 h 202414"/>
                <a:gd name="connsiteX13" fmla="*/ 114499 w 133522"/>
                <a:gd name="connsiteY13" fmla="*/ 182176 h 202414"/>
                <a:gd name="connsiteX14" fmla="*/ 131114 w 133522"/>
                <a:gd name="connsiteY14" fmla="*/ 152023 h 202414"/>
                <a:gd name="connsiteX15" fmla="*/ 94561 w 133522"/>
                <a:gd name="connsiteY15" fmla="*/ 120078 h 202414"/>
                <a:gd name="connsiteX16" fmla="*/ 55592 w 133522"/>
                <a:gd name="connsiteY16" fmla="*/ 118287 h 202414"/>
                <a:gd name="connsiteX17" fmla="*/ 32029 w 133522"/>
                <a:gd name="connsiteY17" fmla="*/ 110226 h 202414"/>
                <a:gd name="connsiteX18" fmla="*/ 50154 w 133522"/>
                <a:gd name="connsiteY18" fmla="*/ 91418 h 202414"/>
                <a:gd name="connsiteX19" fmla="*/ 55894 w 133522"/>
                <a:gd name="connsiteY19" fmla="*/ 92015 h 202414"/>
                <a:gd name="connsiteX20" fmla="*/ 67373 w 133522"/>
                <a:gd name="connsiteY20" fmla="*/ 92911 h 202414"/>
                <a:gd name="connsiteX21" fmla="*/ 99999 w 133522"/>
                <a:gd name="connsiteY21" fmla="*/ 80372 h 202414"/>
                <a:gd name="connsiteX22" fmla="*/ 114499 w 133522"/>
                <a:gd name="connsiteY22" fmla="*/ 46636 h 202414"/>
                <a:gd name="connsiteX23" fmla="*/ 108759 w 133522"/>
                <a:gd name="connsiteY23" fmla="*/ 21558 h 202414"/>
                <a:gd name="connsiteX24" fmla="*/ 133832 w 133522"/>
                <a:gd name="connsiteY24" fmla="*/ 21558 h 202414"/>
                <a:gd name="connsiteX25" fmla="*/ 36258 w 133522"/>
                <a:gd name="connsiteY25" fmla="*/ 137991 h 202414"/>
                <a:gd name="connsiteX26" fmla="*/ 85196 w 133522"/>
                <a:gd name="connsiteY26" fmla="*/ 141872 h 202414"/>
                <a:gd name="connsiteX27" fmla="*/ 122655 w 133522"/>
                <a:gd name="connsiteY27" fmla="*/ 156501 h 202414"/>
                <a:gd name="connsiteX28" fmla="*/ 65561 w 133522"/>
                <a:gd name="connsiteY28" fmla="*/ 185460 h 202414"/>
                <a:gd name="connsiteX29" fmla="*/ 21456 w 133522"/>
                <a:gd name="connsiteY29" fmla="*/ 163666 h 202414"/>
                <a:gd name="connsiteX30" fmla="*/ 36258 w 133522"/>
                <a:gd name="connsiteY30" fmla="*/ 137991 h 202414"/>
                <a:gd name="connsiteX31" fmla="*/ 37769 w 133522"/>
                <a:gd name="connsiteY31" fmla="*/ 36485 h 202414"/>
                <a:gd name="connsiteX32" fmla="*/ 60123 w 133522"/>
                <a:gd name="connsiteY32" fmla="*/ 8422 h 202414"/>
                <a:gd name="connsiteX33" fmla="*/ 82175 w 133522"/>
                <a:gd name="connsiteY33" fmla="*/ 22454 h 202414"/>
                <a:gd name="connsiteX34" fmla="*/ 91238 w 133522"/>
                <a:gd name="connsiteY34" fmla="*/ 58279 h 202414"/>
                <a:gd name="connsiteX35" fmla="*/ 68582 w 133522"/>
                <a:gd name="connsiteY35" fmla="*/ 85447 h 202414"/>
                <a:gd name="connsiteX36" fmla="*/ 37769 w 133522"/>
                <a:gd name="connsiteY36" fmla="*/ 37381 h 202414"/>
                <a:gd name="connsiteX37" fmla="*/ 37769 w 133522"/>
                <a:gd name="connsiteY37" fmla="*/ 36485 h 202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522" h="202414">
                  <a:moveTo>
                    <a:pt x="133832" y="21558"/>
                  </a:moveTo>
                  <a:lnTo>
                    <a:pt x="133832" y="9915"/>
                  </a:lnTo>
                  <a:lnTo>
                    <a:pt x="110572" y="9915"/>
                  </a:lnTo>
                  <a:cubicBezTo>
                    <a:pt x="104530" y="9915"/>
                    <a:pt x="99999" y="9019"/>
                    <a:pt x="93957" y="6929"/>
                  </a:cubicBezTo>
                  <a:lnTo>
                    <a:pt x="87311" y="4541"/>
                  </a:lnTo>
                  <a:cubicBezTo>
                    <a:pt x="79155" y="1555"/>
                    <a:pt x="70998" y="63"/>
                    <a:pt x="63144" y="63"/>
                  </a:cubicBezTo>
                  <a:cubicBezTo>
                    <a:pt x="35050" y="63"/>
                    <a:pt x="12695" y="21558"/>
                    <a:pt x="12695" y="48726"/>
                  </a:cubicBezTo>
                  <a:cubicBezTo>
                    <a:pt x="12695" y="67534"/>
                    <a:pt x="20852" y="78879"/>
                    <a:pt x="40790" y="88731"/>
                  </a:cubicBezTo>
                  <a:cubicBezTo>
                    <a:pt x="35050" y="94105"/>
                    <a:pt x="29612" y="99180"/>
                    <a:pt x="27800" y="100673"/>
                  </a:cubicBezTo>
                  <a:cubicBezTo>
                    <a:pt x="17831" y="109331"/>
                    <a:pt x="13904" y="115302"/>
                    <a:pt x="13904" y="121273"/>
                  </a:cubicBezTo>
                  <a:cubicBezTo>
                    <a:pt x="13904" y="127542"/>
                    <a:pt x="17529" y="131125"/>
                    <a:pt x="29914" y="137095"/>
                  </a:cubicBezTo>
                  <a:cubicBezTo>
                    <a:pt x="8466" y="152620"/>
                    <a:pt x="310" y="162472"/>
                    <a:pt x="310" y="173518"/>
                  </a:cubicBezTo>
                  <a:cubicBezTo>
                    <a:pt x="310" y="189341"/>
                    <a:pt x="23873" y="202477"/>
                    <a:pt x="52571" y="202477"/>
                  </a:cubicBezTo>
                  <a:cubicBezTo>
                    <a:pt x="75227" y="202477"/>
                    <a:pt x="98790" y="194715"/>
                    <a:pt x="114499" y="182176"/>
                  </a:cubicBezTo>
                  <a:cubicBezTo>
                    <a:pt x="125978" y="172921"/>
                    <a:pt x="131114" y="163368"/>
                    <a:pt x="131114" y="152023"/>
                  </a:cubicBezTo>
                  <a:cubicBezTo>
                    <a:pt x="131114" y="133513"/>
                    <a:pt x="116915" y="120974"/>
                    <a:pt x="94561" y="120078"/>
                  </a:cubicBezTo>
                  <a:lnTo>
                    <a:pt x="55592" y="118287"/>
                  </a:lnTo>
                  <a:cubicBezTo>
                    <a:pt x="39581" y="117690"/>
                    <a:pt x="32029" y="115003"/>
                    <a:pt x="32029" y="110226"/>
                  </a:cubicBezTo>
                  <a:cubicBezTo>
                    <a:pt x="32029" y="104255"/>
                    <a:pt x="41998" y="93806"/>
                    <a:pt x="50154" y="91418"/>
                  </a:cubicBezTo>
                  <a:cubicBezTo>
                    <a:pt x="52873" y="91716"/>
                    <a:pt x="54988" y="92015"/>
                    <a:pt x="55894" y="92015"/>
                  </a:cubicBezTo>
                  <a:cubicBezTo>
                    <a:pt x="61634" y="92612"/>
                    <a:pt x="65561" y="92911"/>
                    <a:pt x="67373" y="92911"/>
                  </a:cubicBezTo>
                  <a:cubicBezTo>
                    <a:pt x="78550" y="92911"/>
                    <a:pt x="90634" y="88432"/>
                    <a:pt x="99999" y="80372"/>
                  </a:cubicBezTo>
                  <a:cubicBezTo>
                    <a:pt x="109967" y="72012"/>
                    <a:pt x="114499" y="61563"/>
                    <a:pt x="114499" y="46636"/>
                  </a:cubicBezTo>
                  <a:cubicBezTo>
                    <a:pt x="114499" y="37978"/>
                    <a:pt x="112988" y="31112"/>
                    <a:pt x="108759" y="21558"/>
                  </a:cubicBezTo>
                  <a:lnTo>
                    <a:pt x="133832" y="21558"/>
                  </a:lnTo>
                  <a:close/>
                  <a:moveTo>
                    <a:pt x="36258" y="137991"/>
                  </a:moveTo>
                  <a:cubicBezTo>
                    <a:pt x="46227" y="140081"/>
                    <a:pt x="70394" y="141872"/>
                    <a:pt x="85196" y="141872"/>
                  </a:cubicBezTo>
                  <a:cubicBezTo>
                    <a:pt x="112686" y="141872"/>
                    <a:pt x="122655" y="145753"/>
                    <a:pt x="122655" y="156501"/>
                  </a:cubicBezTo>
                  <a:cubicBezTo>
                    <a:pt x="122655" y="173817"/>
                    <a:pt x="99697" y="185460"/>
                    <a:pt x="65561" y="185460"/>
                  </a:cubicBezTo>
                  <a:cubicBezTo>
                    <a:pt x="38977" y="185460"/>
                    <a:pt x="21456" y="176802"/>
                    <a:pt x="21456" y="163666"/>
                  </a:cubicBezTo>
                  <a:cubicBezTo>
                    <a:pt x="21456" y="156800"/>
                    <a:pt x="23571" y="152918"/>
                    <a:pt x="36258" y="137991"/>
                  </a:cubicBezTo>
                  <a:close/>
                  <a:moveTo>
                    <a:pt x="37769" y="36485"/>
                  </a:moveTo>
                  <a:cubicBezTo>
                    <a:pt x="37769" y="18871"/>
                    <a:pt x="46227" y="8422"/>
                    <a:pt x="60123" y="8422"/>
                  </a:cubicBezTo>
                  <a:cubicBezTo>
                    <a:pt x="69488" y="8422"/>
                    <a:pt x="77342" y="13497"/>
                    <a:pt x="82175" y="22454"/>
                  </a:cubicBezTo>
                  <a:cubicBezTo>
                    <a:pt x="87613" y="32903"/>
                    <a:pt x="91238" y="46636"/>
                    <a:pt x="91238" y="58279"/>
                  </a:cubicBezTo>
                  <a:cubicBezTo>
                    <a:pt x="91238" y="74998"/>
                    <a:pt x="82478" y="85447"/>
                    <a:pt x="68582" y="85447"/>
                  </a:cubicBezTo>
                  <a:cubicBezTo>
                    <a:pt x="50456" y="85447"/>
                    <a:pt x="37769" y="66041"/>
                    <a:pt x="37769" y="37381"/>
                  </a:cubicBezTo>
                  <a:lnTo>
                    <a:pt x="37769" y="3648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8B403DB-60DD-E124-7B12-AAAB7BA20F87}"/>
                </a:ext>
              </a:extLst>
            </p:cNvPr>
            <p:cNvSpPr/>
            <p:nvPr>
              <p:custDataLst>
                <p:tags r:id="rId452"/>
              </p:custDataLst>
            </p:nvPr>
          </p:nvSpPr>
          <p:spPr>
            <a:xfrm>
              <a:off x="12123879" y="4290561"/>
              <a:ext cx="99688" cy="137331"/>
            </a:xfrm>
            <a:custGeom>
              <a:avLst/>
              <a:gdLst>
                <a:gd name="connsiteX0" fmla="*/ 919 w 99688"/>
                <a:gd name="connsiteY0" fmla="*/ 20961 h 137331"/>
                <a:gd name="connsiteX1" fmla="*/ 11492 w 99688"/>
                <a:gd name="connsiteY1" fmla="*/ 19767 h 137331"/>
                <a:gd name="connsiteX2" fmla="*/ 21763 w 99688"/>
                <a:gd name="connsiteY2" fmla="*/ 37680 h 137331"/>
                <a:gd name="connsiteX3" fmla="*/ 21763 w 99688"/>
                <a:gd name="connsiteY3" fmla="*/ 112316 h 137331"/>
                <a:gd name="connsiteX4" fmla="*/ 315 w 99688"/>
                <a:gd name="connsiteY4" fmla="*/ 132916 h 137331"/>
                <a:gd name="connsiteX5" fmla="*/ 315 w 99688"/>
                <a:gd name="connsiteY5" fmla="*/ 137394 h 137331"/>
                <a:gd name="connsiteX6" fmla="*/ 72816 w 99688"/>
                <a:gd name="connsiteY6" fmla="*/ 137394 h 137331"/>
                <a:gd name="connsiteX7" fmla="*/ 72816 w 99688"/>
                <a:gd name="connsiteY7" fmla="*/ 132916 h 137331"/>
                <a:gd name="connsiteX8" fmla="*/ 47138 w 99688"/>
                <a:gd name="connsiteY8" fmla="*/ 110525 h 137331"/>
                <a:gd name="connsiteX9" fmla="*/ 47138 w 99688"/>
                <a:gd name="connsiteY9" fmla="*/ 43352 h 137331"/>
                <a:gd name="connsiteX10" fmla="*/ 68284 w 99688"/>
                <a:gd name="connsiteY10" fmla="*/ 18871 h 137331"/>
                <a:gd name="connsiteX11" fmla="*/ 76139 w 99688"/>
                <a:gd name="connsiteY11" fmla="*/ 23349 h 137331"/>
                <a:gd name="connsiteX12" fmla="*/ 88222 w 99688"/>
                <a:gd name="connsiteY12" fmla="*/ 29320 h 137331"/>
                <a:gd name="connsiteX13" fmla="*/ 100004 w 99688"/>
                <a:gd name="connsiteY13" fmla="*/ 15886 h 137331"/>
                <a:gd name="connsiteX14" fmla="*/ 83389 w 99688"/>
                <a:gd name="connsiteY14" fmla="*/ 63 h 137331"/>
                <a:gd name="connsiteX15" fmla="*/ 47138 w 99688"/>
                <a:gd name="connsiteY15" fmla="*/ 28126 h 137331"/>
                <a:gd name="connsiteX16" fmla="*/ 47138 w 99688"/>
                <a:gd name="connsiteY16" fmla="*/ 660 h 137331"/>
                <a:gd name="connsiteX17" fmla="*/ 45628 w 99688"/>
                <a:gd name="connsiteY17" fmla="*/ 63 h 137331"/>
                <a:gd name="connsiteX18" fmla="*/ 919 w 99688"/>
                <a:gd name="connsiteY18" fmla="*/ 16184 h 137331"/>
                <a:gd name="connsiteX19" fmla="*/ 919 w 99688"/>
                <a:gd name="connsiteY19" fmla="*/ 20961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88" h="137331">
                  <a:moveTo>
                    <a:pt x="919" y="20961"/>
                  </a:moveTo>
                  <a:cubicBezTo>
                    <a:pt x="5148" y="20065"/>
                    <a:pt x="7867" y="19767"/>
                    <a:pt x="11492" y="19767"/>
                  </a:cubicBezTo>
                  <a:cubicBezTo>
                    <a:pt x="19044" y="19767"/>
                    <a:pt x="21763" y="24544"/>
                    <a:pt x="21763" y="37680"/>
                  </a:cubicBezTo>
                  <a:lnTo>
                    <a:pt x="21763" y="112316"/>
                  </a:lnTo>
                  <a:cubicBezTo>
                    <a:pt x="21763" y="127243"/>
                    <a:pt x="19648" y="129333"/>
                    <a:pt x="315" y="132916"/>
                  </a:cubicBezTo>
                  <a:lnTo>
                    <a:pt x="315" y="137394"/>
                  </a:lnTo>
                  <a:lnTo>
                    <a:pt x="72816" y="137394"/>
                  </a:lnTo>
                  <a:lnTo>
                    <a:pt x="72816" y="132916"/>
                  </a:lnTo>
                  <a:cubicBezTo>
                    <a:pt x="52274" y="132020"/>
                    <a:pt x="47138" y="127542"/>
                    <a:pt x="47138" y="110525"/>
                  </a:cubicBezTo>
                  <a:lnTo>
                    <a:pt x="47138" y="43352"/>
                  </a:lnTo>
                  <a:cubicBezTo>
                    <a:pt x="47138" y="33798"/>
                    <a:pt x="60128" y="18871"/>
                    <a:pt x="68284" y="18871"/>
                  </a:cubicBezTo>
                  <a:cubicBezTo>
                    <a:pt x="70097" y="18871"/>
                    <a:pt x="72816" y="20364"/>
                    <a:pt x="76139" y="23349"/>
                  </a:cubicBezTo>
                  <a:cubicBezTo>
                    <a:pt x="80972" y="27529"/>
                    <a:pt x="84295" y="29320"/>
                    <a:pt x="88222" y="29320"/>
                  </a:cubicBezTo>
                  <a:cubicBezTo>
                    <a:pt x="95472" y="29320"/>
                    <a:pt x="100004" y="24245"/>
                    <a:pt x="100004" y="15886"/>
                  </a:cubicBezTo>
                  <a:cubicBezTo>
                    <a:pt x="100004" y="6034"/>
                    <a:pt x="93660" y="63"/>
                    <a:pt x="83389" y="63"/>
                  </a:cubicBezTo>
                  <a:cubicBezTo>
                    <a:pt x="70701" y="63"/>
                    <a:pt x="61941" y="6929"/>
                    <a:pt x="47138" y="28126"/>
                  </a:cubicBezTo>
                  <a:lnTo>
                    <a:pt x="47138" y="660"/>
                  </a:lnTo>
                  <a:lnTo>
                    <a:pt x="45628" y="63"/>
                  </a:lnTo>
                  <a:cubicBezTo>
                    <a:pt x="29617" y="6631"/>
                    <a:pt x="18742" y="10512"/>
                    <a:pt x="919" y="16184"/>
                  </a:cubicBezTo>
                  <a:lnTo>
                    <a:pt x="919" y="20961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D1BE7FE-77A0-C2D7-FA86-2B5236E5493C}"/>
                </a:ext>
              </a:extLst>
            </p:cNvPr>
            <p:cNvSpPr/>
            <p:nvPr>
              <p:custDataLst>
                <p:tags r:id="rId453"/>
              </p:custDataLst>
            </p:nvPr>
          </p:nvSpPr>
          <p:spPr>
            <a:xfrm>
              <a:off x="12234517" y="4290561"/>
              <a:ext cx="122345" cy="140316"/>
            </a:xfrm>
            <a:custGeom>
              <a:avLst/>
              <a:gdLst>
                <a:gd name="connsiteX0" fmla="*/ 122663 w 122345"/>
                <a:gd name="connsiteY0" fmla="*/ 117690 h 140316"/>
                <a:gd name="connsiteX1" fmla="*/ 109372 w 122345"/>
                <a:gd name="connsiteY1" fmla="*/ 123362 h 140316"/>
                <a:gd name="connsiteX2" fmla="*/ 100309 w 122345"/>
                <a:gd name="connsiteY2" fmla="*/ 106047 h 140316"/>
                <a:gd name="connsiteX3" fmla="*/ 100309 w 122345"/>
                <a:gd name="connsiteY3" fmla="*/ 47830 h 140316"/>
                <a:gd name="connsiteX4" fmla="*/ 94267 w 122345"/>
                <a:gd name="connsiteY4" fmla="*/ 16483 h 140316"/>
                <a:gd name="connsiteX5" fmla="*/ 56808 w 122345"/>
                <a:gd name="connsiteY5" fmla="*/ 63 h 140316"/>
                <a:gd name="connsiteX6" fmla="*/ 6058 w 122345"/>
                <a:gd name="connsiteY6" fmla="*/ 33500 h 140316"/>
                <a:gd name="connsiteX7" fmla="*/ 19048 w 122345"/>
                <a:gd name="connsiteY7" fmla="*/ 46337 h 140316"/>
                <a:gd name="connsiteX8" fmla="*/ 32641 w 122345"/>
                <a:gd name="connsiteY8" fmla="*/ 33798 h 140316"/>
                <a:gd name="connsiteX9" fmla="*/ 32037 w 122345"/>
                <a:gd name="connsiteY9" fmla="*/ 29022 h 140316"/>
                <a:gd name="connsiteX10" fmla="*/ 31131 w 122345"/>
                <a:gd name="connsiteY10" fmla="*/ 21857 h 140316"/>
                <a:gd name="connsiteX11" fmla="*/ 52881 w 122345"/>
                <a:gd name="connsiteY11" fmla="*/ 7228 h 140316"/>
                <a:gd name="connsiteX12" fmla="*/ 75840 w 122345"/>
                <a:gd name="connsiteY12" fmla="*/ 32007 h 140316"/>
                <a:gd name="connsiteX13" fmla="*/ 75840 w 122345"/>
                <a:gd name="connsiteY13" fmla="*/ 50219 h 140316"/>
                <a:gd name="connsiteX14" fmla="*/ 11193 w 122345"/>
                <a:gd name="connsiteY14" fmla="*/ 82462 h 140316"/>
                <a:gd name="connsiteX15" fmla="*/ 318 w 122345"/>
                <a:gd name="connsiteY15" fmla="*/ 108435 h 140316"/>
                <a:gd name="connsiteX16" fmla="*/ 32037 w 122345"/>
                <a:gd name="connsiteY16" fmla="*/ 140379 h 140316"/>
                <a:gd name="connsiteX17" fmla="*/ 76142 w 122345"/>
                <a:gd name="connsiteY17" fmla="*/ 118586 h 140316"/>
                <a:gd name="connsiteX18" fmla="*/ 95476 w 122345"/>
                <a:gd name="connsiteY18" fmla="*/ 140379 h 140316"/>
                <a:gd name="connsiteX19" fmla="*/ 122663 w 122345"/>
                <a:gd name="connsiteY19" fmla="*/ 125452 h 140316"/>
                <a:gd name="connsiteX20" fmla="*/ 122663 w 122345"/>
                <a:gd name="connsiteY20" fmla="*/ 117690 h 140316"/>
                <a:gd name="connsiteX21" fmla="*/ 75840 w 122345"/>
                <a:gd name="connsiteY21" fmla="*/ 100673 h 140316"/>
                <a:gd name="connsiteX22" fmla="*/ 67986 w 122345"/>
                <a:gd name="connsiteY22" fmla="*/ 116197 h 140316"/>
                <a:gd name="connsiteX23" fmla="*/ 45933 w 122345"/>
                <a:gd name="connsiteY23" fmla="*/ 123064 h 140316"/>
                <a:gd name="connsiteX24" fmla="*/ 26902 w 122345"/>
                <a:gd name="connsiteY24" fmla="*/ 100076 h 140316"/>
                <a:gd name="connsiteX25" fmla="*/ 26902 w 122345"/>
                <a:gd name="connsiteY25" fmla="*/ 98882 h 140316"/>
                <a:gd name="connsiteX26" fmla="*/ 75840 w 122345"/>
                <a:gd name="connsiteY26" fmla="*/ 57384 h 140316"/>
                <a:gd name="connsiteX27" fmla="*/ 75840 w 122345"/>
                <a:gd name="connsiteY27" fmla="*/ 10067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663" y="117690"/>
                  </a:moveTo>
                  <a:cubicBezTo>
                    <a:pt x="117528" y="121870"/>
                    <a:pt x="113903" y="123362"/>
                    <a:pt x="109372" y="123362"/>
                  </a:cubicBezTo>
                  <a:cubicBezTo>
                    <a:pt x="102424" y="123362"/>
                    <a:pt x="100309" y="119183"/>
                    <a:pt x="100309" y="106047"/>
                  </a:cubicBezTo>
                  <a:lnTo>
                    <a:pt x="100309" y="47830"/>
                  </a:lnTo>
                  <a:cubicBezTo>
                    <a:pt x="100309" y="32306"/>
                    <a:pt x="98799" y="23648"/>
                    <a:pt x="94267" y="16483"/>
                  </a:cubicBezTo>
                  <a:cubicBezTo>
                    <a:pt x="87621" y="5735"/>
                    <a:pt x="74632" y="63"/>
                    <a:pt x="56808" y="63"/>
                  </a:cubicBezTo>
                  <a:cubicBezTo>
                    <a:pt x="28412" y="63"/>
                    <a:pt x="6058" y="14692"/>
                    <a:pt x="6058" y="33500"/>
                  </a:cubicBezTo>
                  <a:cubicBezTo>
                    <a:pt x="6058" y="40367"/>
                    <a:pt x="12100" y="46337"/>
                    <a:pt x="19048" y="46337"/>
                  </a:cubicBezTo>
                  <a:cubicBezTo>
                    <a:pt x="26298" y="46337"/>
                    <a:pt x="32641" y="40367"/>
                    <a:pt x="32641" y="33798"/>
                  </a:cubicBezTo>
                  <a:cubicBezTo>
                    <a:pt x="32641" y="32604"/>
                    <a:pt x="32339" y="31112"/>
                    <a:pt x="32037" y="29022"/>
                  </a:cubicBezTo>
                  <a:cubicBezTo>
                    <a:pt x="31433" y="26335"/>
                    <a:pt x="31131" y="23946"/>
                    <a:pt x="31131" y="21857"/>
                  </a:cubicBezTo>
                  <a:cubicBezTo>
                    <a:pt x="31131" y="13796"/>
                    <a:pt x="40798" y="7228"/>
                    <a:pt x="52881" y="7228"/>
                  </a:cubicBezTo>
                  <a:cubicBezTo>
                    <a:pt x="67684" y="7228"/>
                    <a:pt x="75840" y="15886"/>
                    <a:pt x="75840" y="32007"/>
                  </a:cubicBezTo>
                  <a:lnTo>
                    <a:pt x="75840" y="50219"/>
                  </a:lnTo>
                  <a:cubicBezTo>
                    <a:pt x="29319" y="68728"/>
                    <a:pt x="24183" y="71117"/>
                    <a:pt x="11193" y="82462"/>
                  </a:cubicBezTo>
                  <a:cubicBezTo>
                    <a:pt x="4547" y="88432"/>
                    <a:pt x="318" y="98583"/>
                    <a:pt x="318" y="108435"/>
                  </a:cubicBezTo>
                  <a:cubicBezTo>
                    <a:pt x="318" y="127243"/>
                    <a:pt x="13610" y="140379"/>
                    <a:pt x="32037" y="140379"/>
                  </a:cubicBezTo>
                  <a:cubicBezTo>
                    <a:pt x="45329" y="140379"/>
                    <a:pt x="57715" y="134110"/>
                    <a:pt x="76142" y="118586"/>
                  </a:cubicBezTo>
                  <a:cubicBezTo>
                    <a:pt x="77652" y="134110"/>
                    <a:pt x="83090" y="140379"/>
                    <a:pt x="95476" y="140379"/>
                  </a:cubicBezTo>
                  <a:cubicBezTo>
                    <a:pt x="105747" y="140379"/>
                    <a:pt x="112090" y="136797"/>
                    <a:pt x="122663" y="125452"/>
                  </a:cubicBezTo>
                  <a:lnTo>
                    <a:pt x="122663" y="117690"/>
                  </a:lnTo>
                  <a:close/>
                  <a:moveTo>
                    <a:pt x="75840" y="100673"/>
                  </a:moveTo>
                  <a:cubicBezTo>
                    <a:pt x="75840" y="109928"/>
                    <a:pt x="74329" y="112615"/>
                    <a:pt x="67986" y="116197"/>
                  </a:cubicBezTo>
                  <a:cubicBezTo>
                    <a:pt x="60736" y="120377"/>
                    <a:pt x="52277" y="123064"/>
                    <a:pt x="45933" y="123064"/>
                  </a:cubicBezTo>
                  <a:cubicBezTo>
                    <a:pt x="35360" y="123064"/>
                    <a:pt x="26902" y="112913"/>
                    <a:pt x="26902" y="100076"/>
                  </a:cubicBezTo>
                  <a:lnTo>
                    <a:pt x="26902" y="98882"/>
                  </a:lnTo>
                  <a:cubicBezTo>
                    <a:pt x="26902" y="81267"/>
                    <a:pt x="39287" y="70520"/>
                    <a:pt x="75840" y="57384"/>
                  </a:cubicBezTo>
                  <a:lnTo>
                    <a:pt x="75840" y="1006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3B14420-B506-DDFA-9805-CF4A6F1EC49C}"/>
                </a:ext>
              </a:extLst>
            </p:cNvPr>
            <p:cNvSpPr/>
            <p:nvPr>
              <p:custDataLst>
                <p:tags r:id="rId454"/>
              </p:custDataLst>
            </p:nvPr>
          </p:nvSpPr>
          <p:spPr>
            <a:xfrm>
              <a:off x="12363708" y="4223986"/>
              <a:ext cx="71896" cy="203907"/>
            </a:xfrm>
            <a:custGeom>
              <a:avLst/>
              <a:gdLst>
                <a:gd name="connsiteX0" fmla="*/ 323 w 71896"/>
                <a:gd name="connsiteY0" fmla="*/ 17976 h 203907"/>
                <a:gd name="connsiteX1" fmla="*/ 2135 w 71896"/>
                <a:gd name="connsiteY1" fmla="*/ 17976 h 203907"/>
                <a:gd name="connsiteX2" fmla="*/ 11500 w 71896"/>
                <a:gd name="connsiteY2" fmla="*/ 17378 h 203907"/>
                <a:gd name="connsiteX3" fmla="*/ 24187 w 71896"/>
                <a:gd name="connsiteY3" fmla="*/ 35590 h 203907"/>
                <a:gd name="connsiteX4" fmla="*/ 24187 w 71896"/>
                <a:gd name="connsiteY4" fmla="*/ 177996 h 203907"/>
                <a:gd name="connsiteX5" fmla="*/ 927 w 71896"/>
                <a:gd name="connsiteY5" fmla="*/ 199492 h 203907"/>
                <a:gd name="connsiteX6" fmla="*/ 927 w 71896"/>
                <a:gd name="connsiteY6" fmla="*/ 203970 h 203907"/>
                <a:gd name="connsiteX7" fmla="*/ 72219 w 71896"/>
                <a:gd name="connsiteY7" fmla="*/ 203970 h 203907"/>
                <a:gd name="connsiteX8" fmla="*/ 72219 w 71896"/>
                <a:gd name="connsiteY8" fmla="*/ 199492 h 203907"/>
                <a:gd name="connsiteX9" fmla="*/ 49563 w 71896"/>
                <a:gd name="connsiteY9" fmla="*/ 178892 h 203907"/>
                <a:gd name="connsiteX10" fmla="*/ 49563 w 71896"/>
                <a:gd name="connsiteY10" fmla="*/ 660 h 203907"/>
                <a:gd name="connsiteX11" fmla="*/ 48354 w 71896"/>
                <a:gd name="connsiteY11" fmla="*/ 63 h 203907"/>
                <a:gd name="connsiteX12" fmla="*/ 323 w 71896"/>
                <a:gd name="connsiteY12" fmla="*/ 13199 h 203907"/>
                <a:gd name="connsiteX13" fmla="*/ 323 w 71896"/>
                <a:gd name="connsiteY13" fmla="*/ 17976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96" h="203907">
                  <a:moveTo>
                    <a:pt x="323" y="17976"/>
                  </a:moveTo>
                  <a:lnTo>
                    <a:pt x="2135" y="17976"/>
                  </a:lnTo>
                  <a:cubicBezTo>
                    <a:pt x="5458" y="17677"/>
                    <a:pt x="9083" y="17378"/>
                    <a:pt x="11500" y="17378"/>
                  </a:cubicBezTo>
                  <a:cubicBezTo>
                    <a:pt x="21167" y="17378"/>
                    <a:pt x="24187" y="21558"/>
                    <a:pt x="24187" y="35590"/>
                  </a:cubicBezTo>
                  <a:lnTo>
                    <a:pt x="24187" y="177996"/>
                  </a:lnTo>
                  <a:cubicBezTo>
                    <a:pt x="24187" y="194118"/>
                    <a:pt x="19958" y="197999"/>
                    <a:pt x="927" y="199492"/>
                  </a:cubicBezTo>
                  <a:lnTo>
                    <a:pt x="927" y="203970"/>
                  </a:lnTo>
                  <a:lnTo>
                    <a:pt x="72219" y="203970"/>
                  </a:lnTo>
                  <a:lnTo>
                    <a:pt x="72219" y="199492"/>
                  </a:lnTo>
                  <a:cubicBezTo>
                    <a:pt x="53188" y="198297"/>
                    <a:pt x="49563" y="195312"/>
                    <a:pt x="49563" y="178892"/>
                  </a:cubicBezTo>
                  <a:lnTo>
                    <a:pt x="49563" y="660"/>
                  </a:lnTo>
                  <a:lnTo>
                    <a:pt x="48354" y="63"/>
                  </a:lnTo>
                  <a:cubicBezTo>
                    <a:pt x="32646" y="5138"/>
                    <a:pt x="21167" y="8124"/>
                    <a:pt x="323" y="13199"/>
                  </a:cubicBezTo>
                  <a:lnTo>
                    <a:pt x="323" y="17976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821011C-7694-9E74-B163-99D8E69A4F33}"/>
                </a:ext>
              </a:extLst>
            </p:cNvPr>
            <p:cNvSpPr/>
            <p:nvPr>
              <p:custDataLst>
                <p:tags r:id="rId455"/>
              </p:custDataLst>
            </p:nvPr>
          </p:nvSpPr>
          <p:spPr>
            <a:xfrm>
              <a:off x="12515112" y="4223986"/>
              <a:ext cx="109657" cy="203907"/>
            </a:xfrm>
            <a:custGeom>
              <a:avLst/>
              <a:gdLst>
                <a:gd name="connsiteX0" fmla="*/ 87631 w 109657"/>
                <a:gd name="connsiteY0" fmla="*/ 69624 h 203907"/>
                <a:gd name="connsiteX1" fmla="*/ 50474 w 109657"/>
                <a:gd name="connsiteY1" fmla="*/ 69624 h 203907"/>
                <a:gd name="connsiteX2" fmla="*/ 50474 w 109657"/>
                <a:gd name="connsiteY2" fmla="*/ 34993 h 203907"/>
                <a:gd name="connsiteX3" fmla="*/ 67693 w 109657"/>
                <a:gd name="connsiteY3" fmla="*/ 8422 h 203907"/>
                <a:gd name="connsiteX4" fmla="*/ 83704 w 109657"/>
                <a:gd name="connsiteY4" fmla="*/ 20065 h 203907"/>
                <a:gd name="connsiteX5" fmla="*/ 97298 w 109657"/>
                <a:gd name="connsiteY5" fmla="*/ 30813 h 203907"/>
                <a:gd name="connsiteX6" fmla="*/ 109985 w 109657"/>
                <a:gd name="connsiteY6" fmla="*/ 18573 h 203907"/>
                <a:gd name="connsiteX7" fmla="*/ 78568 w 109657"/>
                <a:gd name="connsiteY7" fmla="*/ 63 h 203907"/>
                <a:gd name="connsiteX8" fmla="*/ 35974 w 109657"/>
                <a:gd name="connsiteY8" fmla="*/ 21857 h 203907"/>
                <a:gd name="connsiteX9" fmla="*/ 25401 w 109657"/>
                <a:gd name="connsiteY9" fmla="*/ 69624 h 203907"/>
                <a:gd name="connsiteX10" fmla="*/ 630 w 109657"/>
                <a:gd name="connsiteY10" fmla="*/ 69624 h 203907"/>
                <a:gd name="connsiteX11" fmla="*/ 630 w 109657"/>
                <a:gd name="connsiteY11" fmla="*/ 79178 h 203907"/>
                <a:gd name="connsiteX12" fmla="*/ 25401 w 109657"/>
                <a:gd name="connsiteY12" fmla="*/ 79178 h 203907"/>
                <a:gd name="connsiteX13" fmla="*/ 25401 w 109657"/>
                <a:gd name="connsiteY13" fmla="*/ 172921 h 203907"/>
                <a:gd name="connsiteX14" fmla="*/ 328 w 109657"/>
                <a:gd name="connsiteY14" fmla="*/ 199492 h 203907"/>
                <a:gd name="connsiteX15" fmla="*/ 328 w 109657"/>
                <a:gd name="connsiteY15" fmla="*/ 203970 h 203907"/>
                <a:gd name="connsiteX16" fmla="*/ 78870 w 109657"/>
                <a:gd name="connsiteY16" fmla="*/ 203970 h 203907"/>
                <a:gd name="connsiteX17" fmla="*/ 78870 w 109657"/>
                <a:gd name="connsiteY17" fmla="*/ 199492 h 203907"/>
                <a:gd name="connsiteX18" fmla="*/ 50776 w 109657"/>
                <a:gd name="connsiteY18" fmla="*/ 172921 h 203907"/>
                <a:gd name="connsiteX19" fmla="*/ 50776 w 109657"/>
                <a:gd name="connsiteY19" fmla="*/ 79178 h 203907"/>
                <a:gd name="connsiteX20" fmla="*/ 87631 w 109657"/>
                <a:gd name="connsiteY20" fmla="*/ 79178 h 203907"/>
                <a:gd name="connsiteX21" fmla="*/ 87631 w 109657"/>
                <a:gd name="connsiteY21" fmla="*/ 69624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657" h="203907">
                  <a:moveTo>
                    <a:pt x="87631" y="69624"/>
                  </a:moveTo>
                  <a:lnTo>
                    <a:pt x="50474" y="69624"/>
                  </a:lnTo>
                  <a:lnTo>
                    <a:pt x="50474" y="34993"/>
                  </a:lnTo>
                  <a:cubicBezTo>
                    <a:pt x="50474" y="17677"/>
                    <a:pt x="56214" y="8422"/>
                    <a:pt x="67693" y="8422"/>
                  </a:cubicBezTo>
                  <a:cubicBezTo>
                    <a:pt x="74037" y="8422"/>
                    <a:pt x="78266" y="11408"/>
                    <a:pt x="83704" y="20065"/>
                  </a:cubicBezTo>
                  <a:cubicBezTo>
                    <a:pt x="88537" y="27828"/>
                    <a:pt x="92162" y="30813"/>
                    <a:pt x="97298" y="30813"/>
                  </a:cubicBezTo>
                  <a:cubicBezTo>
                    <a:pt x="104246" y="30813"/>
                    <a:pt x="109985" y="25439"/>
                    <a:pt x="109985" y="18573"/>
                  </a:cubicBezTo>
                  <a:cubicBezTo>
                    <a:pt x="109985" y="7825"/>
                    <a:pt x="96693" y="63"/>
                    <a:pt x="78568" y="63"/>
                  </a:cubicBezTo>
                  <a:cubicBezTo>
                    <a:pt x="59839" y="63"/>
                    <a:pt x="43828" y="8124"/>
                    <a:pt x="35974" y="21857"/>
                  </a:cubicBezTo>
                  <a:cubicBezTo>
                    <a:pt x="28120" y="34993"/>
                    <a:pt x="25703" y="45740"/>
                    <a:pt x="25401" y="69624"/>
                  </a:cubicBezTo>
                  <a:lnTo>
                    <a:pt x="630" y="69624"/>
                  </a:lnTo>
                  <a:lnTo>
                    <a:pt x="630" y="79178"/>
                  </a:lnTo>
                  <a:lnTo>
                    <a:pt x="25401" y="79178"/>
                  </a:lnTo>
                  <a:lnTo>
                    <a:pt x="25401" y="172921"/>
                  </a:lnTo>
                  <a:cubicBezTo>
                    <a:pt x="25401" y="194715"/>
                    <a:pt x="22078" y="198297"/>
                    <a:pt x="328" y="199492"/>
                  </a:cubicBezTo>
                  <a:lnTo>
                    <a:pt x="328" y="203970"/>
                  </a:lnTo>
                  <a:lnTo>
                    <a:pt x="78870" y="203970"/>
                  </a:lnTo>
                  <a:lnTo>
                    <a:pt x="78870" y="199492"/>
                  </a:lnTo>
                  <a:cubicBezTo>
                    <a:pt x="54099" y="198596"/>
                    <a:pt x="50776" y="195312"/>
                    <a:pt x="50776" y="172921"/>
                  </a:cubicBezTo>
                  <a:lnTo>
                    <a:pt x="50776" y="79178"/>
                  </a:lnTo>
                  <a:lnTo>
                    <a:pt x="87631" y="79178"/>
                  </a:lnTo>
                  <a:lnTo>
                    <a:pt x="87631" y="69624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210483B-A273-20AB-D9C6-A444BF5ADC5C}"/>
                </a:ext>
              </a:extLst>
            </p:cNvPr>
            <p:cNvSpPr/>
            <p:nvPr>
              <p:custDataLst>
                <p:tags r:id="rId456"/>
              </p:custDataLst>
            </p:nvPr>
          </p:nvSpPr>
          <p:spPr>
            <a:xfrm>
              <a:off x="12618802" y="4290561"/>
              <a:ext cx="133220" cy="140316"/>
            </a:xfrm>
            <a:custGeom>
              <a:avLst/>
              <a:gdLst>
                <a:gd name="connsiteX0" fmla="*/ 67092 w 133220"/>
                <a:gd name="connsiteY0" fmla="*/ 63 h 140316"/>
                <a:gd name="connsiteX1" fmla="*/ 331 w 133220"/>
                <a:gd name="connsiteY1" fmla="*/ 69923 h 140316"/>
                <a:gd name="connsiteX2" fmla="*/ 66488 w 133220"/>
                <a:gd name="connsiteY2" fmla="*/ 140379 h 140316"/>
                <a:gd name="connsiteX3" fmla="*/ 133551 w 133220"/>
                <a:gd name="connsiteY3" fmla="*/ 67534 h 140316"/>
                <a:gd name="connsiteX4" fmla="*/ 67092 w 133220"/>
                <a:gd name="connsiteY4" fmla="*/ 63 h 140316"/>
                <a:gd name="connsiteX5" fmla="*/ 63165 w 133220"/>
                <a:gd name="connsiteY5" fmla="*/ 8422 h 140316"/>
                <a:gd name="connsiteX6" fmla="*/ 106363 w 133220"/>
                <a:gd name="connsiteY6" fmla="*/ 77983 h 140316"/>
                <a:gd name="connsiteX7" fmla="*/ 70113 w 133220"/>
                <a:gd name="connsiteY7" fmla="*/ 132020 h 140316"/>
                <a:gd name="connsiteX8" fmla="*/ 40811 w 133220"/>
                <a:gd name="connsiteY8" fmla="*/ 112913 h 140316"/>
                <a:gd name="connsiteX9" fmla="*/ 27519 w 133220"/>
                <a:gd name="connsiteY9" fmla="*/ 55294 h 140316"/>
                <a:gd name="connsiteX10" fmla="*/ 63165 w 133220"/>
                <a:gd name="connsiteY10" fmla="*/ 8422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20" h="140316">
                  <a:moveTo>
                    <a:pt x="67092" y="63"/>
                  </a:moveTo>
                  <a:cubicBezTo>
                    <a:pt x="27821" y="63"/>
                    <a:pt x="331" y="28723"/>
                    <a:pt x="331" y="69923"/>
                  </a:cubicBezTo>
                  <a:cubicBezTo>
                    <a:pt x="331" y="110226"/>
                    <a:pt x="28425" y="140379"/>
                    <a:pt x="66488" y="140379"/>
                  </a:cubicBezTo>
                  <a:cubicBezTo>
                    <a:pt x="104551" y="140379"/>
                    <a:pt x="133551" y="108734"/>
                    <a:pt x="133551" y="67534"/>
                  </a:cubicBezTo>
                  <a:cubicBezTo>
                    <a:pt x="133551" y="28425"/>
                    <a:pt x="105759" y="63"/>
                    <a:pt x="67092" y="63"/>
                  </a:cubicBezTo>
                  <a:close/>
                  <a:moveTo>
                    <a:pt x="63165" y="8422"/>
                  </a:moveTo>
                  <a:cubicBezTo>
                    <a:pt x="88540" y="8422"/>
                    <a:pt x="106363" y="37082"/>
                    <a:pt x="106363" y="77983"/>
                  </a:cubicBezTo>
                  <a:cubicBezTo>
                    <a:pt x="106363" y="111719"/>
                    <a:pt x="92770" y="132020"/>
                    <a:pt x="70113" y="132020"/>
                  </a:cubicBezTo>
                  <a:cubicBezTo>
                    <a:pt x="58332" y="132020"/>
                    <a:pt x="47154" y="124855"/>
                    <a:pt x="40811" y="112913"/>
                  </a:cubicBezTo>
                  <a:cubicBezTo>
                    <a:pt x="32352" y="97389"/>
                    <a:pt x="27519" y="76491"/>
                    <a:pt x="27519" y="55294"/>
                  </a:cubicBezTo>
                  <a:cubicBezTo>
                    <a:pt x="27519" y="26932"/>
                    <a:pt x="41717" y="8422"/>
                    <a:pt x="63165" y="8422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CB98261-64D5-A3C4-2123-557E2FED767D}"/>
                </a:ext>
              </a:extLst>
            </p:cNvPr>
            <p:cNvSpPr/>
            <p:nvPr>
              <p:custDataLst>
                <p:tags r:id="rId457"/>
              </p:custDataLst>
            </p:nvPr>
          </p:nvSpPr>
          <p:spPr>
            <a:xfrm>
              <a:off x="12763162" y="4290561"/>
              <a:ext cx="99688" cy="137331"/>
            </a:xfrm>
            <a:custGeom>
              <a:avLst/>
              <a:gdLst>
                <a:gd name="connsiteX0" fmla="*/ 940 w 99688"/>
                <a:gd name="connsiteY0" fmla="*/ 20961 h 137331"/>
                <a:gd name="connsiteX1" fmla="*/ 11513 w 99688"/>
                <a:gd name="connsiteY1" fmla="*/ 19767 h 137331"/>
                <a:gd name="connsiteX2" fmla="*/ 21784 w 99688"/>
                <a:gd name="connsiteY2" fmla="*/ 37680 h 137331"/>
                <a:gd name="connsiteX3" fmla="*/ 21784 w 99688"/>
                <a:gd name="connsiteY3" fmla="*/ 112316 h 137331"/>
                <a:gd name="connsiteX4" fmla="*/ 336 w 99688"/>
                <a:gd name="connsiteY4" fmla="*/ 132916 h 137331"/>
                <a:gd name="connsiteX5" fmla="*/ 336 w 99688"/>
                <a:gd name="connsiteY5" fmla="*/ 137394 h 137331"/>
                <a:gd name="connsiteX6" fmla="*/ 72837 w 99688"/>
                <a:gd name="connsiteY6" fmla="*/ 137394 h 137331"/>
                <a:gd name="connsiteX7" fmla="*/ 72837 w 99688"/>
                <a:gd name="connsiteY7" fmla="*/ 132916 h 137331"/>
                <a:gd name="connsiteX8" fmla="*/ 47159 w 99688"/>
                <a:gd name="connsiteY8" fmla="*/ 110525 h 137331"/>
                <a:gd name="connsiteX9" fmla="*/ 47159 w 99688"/>
                <a:gd name="connsiteY9" fmla="*/ 43352 h 137331"/>
                <a:gd name="connsiteX10" fmla="*/ 68305 w 99688"/>
                <a:gd name="connsiteY10" fmla="*/ 18871 h 137331"/>
                <a:gd name="connsiteX11" fmla="*/ 76160 w 99688"/>
                <a:gd name="connsiteY11" fmla="*/ 23349 h 137331"/>
                <a:gd name="connsiteX12" fmla="*/ 88243 w 99688"/>
                <a:gd name="connsiteY12" fmla="*/ 29320 h 137331"/>
                <a:gd name="connsiteX13" fmla="*/ 100025 w 99688"/>
                <a:gd name="connsiteY13" fmla="*/ 15886 h 137331"/>
                <a:gd name="connsiteX14" fmla="*/ 83410 w 99688"/>
                <a:gd name="connsiteY14" fmla="*/ 63 h 137331"/>
                <a:gd name="connsiteX15" fmla="*/ 47159 w 99688"/>
                <a:gd name="connsiteY15" fmla="*/ 28126 h 137331"/>
                <a:gd name="connsiteX16" fmla="*/ 47159 w 99688"/>
                <a:gd name="connsiteY16" fmla="*/ 660 h 137331"/>
                <a:gd name="connsiteX17" fmla="*/ 45649 w 99688"/>
                <a:gd name="connsiteY17" fmla="*/ 63 h 137331"/>
                <a:gd name="connsiteX18" fmla="*/ 940 w 99688"/>
                <a:gd name="connsiteY18" fmla="*/ 16184 h 137331"/>
                <a:gd name="connsiteX19" fmla="*/ 940 w 99688"/>
                <a:gd name="connsiteY19" fmla="*/ 20961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88" h="137331">
                  <a:moveTo>
                    <a:pt x="940" y="20961"/>
                  </a:moveTo>
                  <a:cubicBezTo>
                    <a:pt x="5169" y="20065"/>
                    <a:pt x="7888" y="19767"/>
                    <a:pt x="11513" y="19767"/>
                  </a:cubicBezTo>
                  <a:cubicBezTo>
                    <a:pt x="19065" y="19767"/>
                    <a:pt x="21784" y="24544"/>
                    <a:pt x="21784" y="37680"/>
                  </a:cubicBezTo>
                  <a:lnTo>
                    <a:pt x="21784" y="112316"/>
                  </a:lnTo>
                  <a:cubicBezTo>
                    <a:pt x="21784" y="127243"/>
                    <a:pt x="19669" y="129333"/>
                    <a:pt x="336" y="132916"/>
                  </a:cubicBezTo>
                  <a:lnTo>
                    <a:pt x="336" y="137394"/>
                  </a:lnTo>
                  <a:lnTo>
                    <a:pt x="72837" y="137394"/>
                  </a:lnTo>
                  <a:lnTo>
                    <a:pt x="72837" y="132916"/>
                  </a:lnTo>
                  <a:cubicBezTo>
                    <a:pt x="52295" y="132020"/>
                    <a:pt x="47159" y="127542"/>
                    <a:pt x="47159" y="110525"/>
                  </a:cubicBezTo>
                  <a:lnTo>
                    <a:pt x="47159" y="43352"/>
                  </a:lnTo>
                  <a:cubicBezTo>
                    <a:pt x="47159" y="33798"/>
                    <a:pt x="60149" y="18871"/>
                    <a:pt x="68305" y="18871"/>
                  </a:cubicBezTo>
                  <a:cubicBezTo>
                    <a:pt x="70118" y="18871"/>
                    <a:pt x="72837" y="20364"/>
                    <a:pt x="76160" y="23349"/>
                  </a:cubicBezTo>
                  <a:cubicBezTo>
                    <a:pt x="80993" y="27529"/>
                    <a:pt x="84316" y="29320"/>
                    <a:pt x="88243" y="29320"/>
                  </a:cubicBezTo>
                  <a:cubicBezTo>
                    <a:pt x="95493" y="29320"/>
                    <a:pt x="100025" y="24245"/>
                    <a:pt x="100025" y="15886"/>
                  </a:cubicBezTo>
                  <a:cubicBezTo>
                    <a:pt x="100025" y="6034"/>
                    <a:pt x="93681" y="63"/>
                    <a:pt x="83410" y="63"/>
                  </a:cubicBezTo>
                  <a:cubicBezTo>
                    <a:pt x="70722" y="63"/>
                    <a:pt x="61962" y="6929"/>
                    <a:pt x="47159" y="28126"/>
                  </a:cubicBezTo>
                  <a:lnTo>
                    <a:pt x="47159" y="660"/>
                  </a:lnTo>
                  <a:lnTo>
                    <a:pt x="45649" y="63"/>
                  </a:lnTo>
                  <a:cubicBezTo>
                    <a:pt x="29638" y="6631"/>
                    <a:pt x="18763" y="10512"/>
                    <a:pt x="940" y="16184"/>
                  </a:cubicBezTo>
                  <a:lnTo>
                    <a:pt x="940" y="20961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137D35C-17E7-5B70-2B6F-9B497DF9CAF2}"/>
                </a:ext>
              </a:extLst>
            </p:cNvPr>
            <p:cNvSpPr/>
            <p:nvPr>
              <p:custDataLst>
                <p:tags r:id="rId458"/>
              </p:custDataLst>
            </p:nvPr>
          </p:nvSpPr>
          <p:spPr>
            <a:xfrm>
              <a:off x="12933359" y="4255034"/>
              <a:ext cx="80355" cy="175843"/>
            </a:xfrm>
            <a:custGeom>
              <a:avLst/>
              <a:gdLst>
                <a:gd name="connsiteX0" fmla="*/ 73446 w 80355"/>
                <a:gd name="connsiteY0" fmla="*/ 38575 h 175843"/>
                <a:gd name="connsiteX1" fmla="*/ 42936 w 80355"/>
                <a:gd name="connsiteY1" fmla="*/ 38575 h 175843"/>
                <a:gd name="connsiteX2" fmla="*/ 42936 w 80355"/>
                <a:gd name="connsiteY2" fmla="*/ 3944 h 175843"/>
                <a:gd name="connsiteX3" fmla="*/ 40821 w 80355"/>
                <a:gd name="connsiteY3" fmla="*/ 63 h 175843"/>
                <a:gd name="connsiteX4" fmla="*/ 34779 w 80355"/>
                <a:gd name="connsiteY4" fmla="*/ 8422 h 175843"/>
                <a:gd name="connsiteX5" fmla="*/ 5477 w 80355"/>
                <a:gd name="connsiteY5" fmla="*/ 40367 h 175843"/>
                <a:gd name="connsiteX6" fmla="*/ 341 w 80355"/>
                <a:gd name="connsiteY6" fmla="*/ 46039 h 175843"/>
                <a:gd name="connsiteX7" fmla="*/ 1550 w 80355"/>
                <a:gd name="connsiteY7" fmla="*/ 48129 h 175843"/>
                <a:gd name="connsiteX8" fmla="*/ 17560 w 80355"/>
                <a:gd name="connsiteY8" fmla="*/ 48129 h 175843"/>
                <a:gd name="connsiteX9" fmla="*/ 17560 w 80355"/>
                <a:gd name="connsiteY9" fmla="*/ 137991 h 175843"/>
                <a:gd name="connsiteX10" fmla="*/ 44446 w 80355"/>
                <a:gd name="connsiteY10" fmla="*/ 175906 h 175843"/>
                <a:gd name="connsiteX11" fmla="*/ 80697 w 80355"/>
                <a:gd name="connsiteY11" fmla="*/ 153217 h 175843"/>
                <a:gd name="connsiteX12" fmla="*/ 76769 w 80355"/>
                <a:gd name="connsiteY12" fmla="*/ 149933 h 175843"/>
                <a:gd name="connsiteX13" fmla="*/ 58644 w 80355"/>
                <a:gd name="connsiteY13" fmla="*/ 160382 h 175843"/>
                <a:gd name="connsiteX14" fmla="*/ 42936 w 80355"/>
                <a:gd name="connsiteY14" fmla="*/ 133513 h 175843"/>
                <a:gd name="connsiteX15" fmla="*/ 42936 w 80355"/>
                <a:gd name="connsiteY15" fmla="*/ 48129 h 175843"/>
                <a:gd name="connsiteX16" fmla="*/ 73446 w 80355"/>
                <a:gd name="connsiteY16" fmla="*/ 48129 h 175843"/>
                <a:gd name="connsiteX17" fmla="*/ 73446 w 80355"/>
                <a:gd name="connsiteY17" fmla="*/ 38575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446" y="38575"/>
                  </a:moveTo>
                  <a:lnTo>
                    <a:pt x="42936" y="38575"/>
                  </a:lnTo>
                  <a:lnTo>
                    <a:pt x="42936" y="3944"/>
                  </a:lnTo>
                  <a:cubicBezTo>
                    <a:pt x="42936" y="958"/>
                    <a:pt x="42634" y="63"/>
                    <a:pt x="40821" y="63"/>
                  </a:cubicBezTo>
                  <a:cubicBezTo>
                    <a:pt x="38706" y="2750"/>
                    <a:pt x="36894" y="5437"/>
                    <a:pt x="34779" y="8422"/>
                  </a:cubicBezTo>
                  <a:cubicBezTo>
                    <a:pt x="23300" y="24842"/>
                    <a:pt x="10310" y="39172"/>
                    <a:pt x="5477" y="40367"/>
                  </a:cubicBezTo>
                  <a:cubicBezTo>
                    <a:pt x="2154" y="42456"/>
                    <a:pt x="341" y="44546"/>
                    <a:pt x="341" y="46039"/>
                  </a:cubicBezTo>
                  <a:cubicBezTo>
                    <a:pt x="341" y="46935"/>
                    <a:pt x="643" y="47532"/>
                    <a:pt x="1550" y="48129"/>
                  </a:cubicBezTo>
                  <a:lnTo>
                    <a:pt x="17560" y="48129"/>
                  </a:lnTo>
                  <a:lnTo>
                    <a:pt x="17560" y="137991"/>
                  </a:lnTo>
                  <a:cubicBezTo>
                    <a:pt x="17560" y="163069"/>
                    <a:pt x="26623" y="175906"/>
                    <a:pt x="44446" y="175906"/>
                  </a:cubicBezTo>
                  <a:cubicBezTo>
                    <a:pt x="59248" y="175906"/>
                    <a:pt x="70728" y="168741"/>
                    <a:pt x="80697" y="153217"/>
                  </a:cubicBezTo>
                  <a:lnTo>
                    <a:pt x="76769" y="149933"/>
                  </a:lnTo>
                  <a:cubicBezTo>
                    <a:pt x="70426" y="157397"/>
                    <a:pt x="65290" y="160382"/>
                    <a:pt x="58644" y="160382"/>
                  </a:cubicBezTo>
                  <a:cubicBezTo>
                    <a:pt x="47467" y="160382"/>
                    <a:pt x="42936" y="152321"/>
                    <a:pt x="42936" y="133513"/>
                  </a:cubicBezTo>
                  <a:lnTo>
                    <a:pt x="42936" y="48129"/>
                  </a:lnTo>
                  <a:lnTo>
                    <a:pt x="73446" y="48129"/>
                  </a:lnTo>
                  <a:lnTo>
                    <a:pt x="73446" y="385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E6A222C-30A6-C01D-6BED-41BC0A1B72C4}"/>
                </a:ext>
              </a:extLst>
            </p:cNvPr>
            <p:cNvSpPr/>
            <p:nvPr>
              <p:custDataLst>
                <p:tags r:id="rId459"/>
              </p:custDataLst>
            </p:nvPr>
          </p:nvSpPr>
          <p:spPr>
            <a:xfrm>
              <a:off x="13016443" y="4223986"/>
              <a:ext cx="144397" cy="203907"/>
            </a:xfrm>
            <a:custGeom>
              <a:avLst/>
              <a:gdLst>
                <a:gd name="connsiteX0" fmla="*/ 45053 w 144397"/>
                <a:gd name="connsiteY0" fmla="*/ 101568 h 203907"/>
                <a:gd name="connsiteX1" fmla="*/ 78585 w 144397"/>
                <a:gd name="connsiteY1" fmla="*/ 82760 h 203907"/>
                <a:gd name="connsiteX2" fmla="*/ 101241 w 144397"/>
                <a:gd name="connsiteY2" fmla="*/ 114406 h 203907"/>
                <a:gd name="connsiteX3" fmla="*/ 101241 w 144397"/>
                <a:gd name="connsiteY3" fmla="*/ 173518 h 203907"/>
                <a:gd name="connsiteX4" fmla="*/ 80699 w 144397"/>
                <a:gd name="connsiteY4" fmla="*/ 199492 h 203907"/>
                <a:gd name="connsiteX5" fmla="*/ 80699 w 144397"/>
                <a:gd name="connsiteY5" fmla="*/ 203970 h 203907"/>
                <a:gd name="connsiteX6" fmla="*/ 144742 w 144397"/>
                <a:gd name="connsiteY6" fmla="*/ 203970 h 203907"/>
                <a:gd name="connsiteX7" fmla="*/ 144742 w 144397"/>
                <a:gd name="connsiteY7" fmla="*/ 199492 h 203907"/>
                <a:gd name="connsiteX8" fmla="*/ 126617 w 144397"/>
                <a:gd name="connsiteY8" fmla="*/ 173518 h 203907"/>
                <a:gd name="connsiteX9" fmla="*/ 126617 w 144397"/>
                <a:gd name="connsiteY9" fmla="*/ 114107 h 203907"/>
                <a:gd name="connsiteX10" fmla="*/ 89460 w 144397"/>
                <a:gd name="connsiteY10" fmla="*/ 66639 h 203907"/>
                <a:gd name="connsiteX11" fmla="*/ 45053 w 144397"/>
                <a:gd name="connsiteY11" fmla="*/ 91716 h 203907"/>
                <a:gd name="connsiteX12" fmla="*/ 45053 w 144397"/>
                <a:gd name="connsiteY12" fmla="*/ 958 h 203907"/>
                <a:gd name="connsiteX13" fmla="*/ 43543 w 144397"/>
                <a:gd name="connsiteY13" fmla="*/ 63 h 203907"/>
                <a:gd name="connsiteX14" fmla="*/ 8803 w 144397"/>
                <a:gd name="connsiteY14" fmla="*/ 10810 h 203907"/>
                <a:gd name="connsiteX15" fmla="*/ 646 w 144397"/>
                <a:gd name="connsiteY15" fmla="*/ 13199 h 203907"/>
                <a:gd name="connsiteX16" fmla="*/ 646 w 144397"/>
                <a:gd name="connsiteY16" fmla="*/ 17976 h 203907"/>
                <a:gd name="connsiteX17" fmla="*/ 4271 w 144397"/>
                <a:gd name="connsiteY17" fmla="*/ 17677 h 203907"/>
                <a:gd name="connsiteX18" fmla="*/ 19678 w 144397"/>
                <a:gd name="connsiteY18" fmla="*/ 32903 h 203907"/>
                <a:gd name="connsiteX19" fmla="*/ 19678 w 144397"/>
                <a:gd name="connsiteY19" fmla="*/ 173518 h 203907"/>
                <a:gd name="connsiteX20" fmla="*/ 344 w 144397"/>
                <a:gd name="connsiteY20" fmla="*/ 199492 h 203907"/>
                <a:gd name="connsiteX21" fmla="*/ 344 w 144397"/>
                <a:gd name="connsiteY21" fmla="*/ 203970 h 203907"/>
                <a:gd name="connsiteX22" fmla="*/ 65595 w 144397"/>
                <a:gd name="connsiteY22" fmla="*/ 203970 h 203907"/>
                <a:gd name="connsiteX23" fmla="*/ 65595 w 144397"/>
                <a:gd name="connsiteY23" fmla="*/ 199492 h 203907"/>
                <a:gd name="connsiteX24" fmla="*/ 45053 w 144397"/>
                <a:gd name="connsiteY24" fmla="*/ 173518 h 203907"/>
                <a:gd name="connsiteX25" fmla="*/ 45053 w 144397"/>
                <a:gd name="connsiteY25" fmla="*/ 101568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397" h="203907">
                  <a:moveTo>
                    <a:pt x="45053" y="101568"/>
                  </a:moveTo>
                  <a:cubicBezTo>
                    <a:pt x="57741" y="87835"/>
                    <a:pt x="66803" y="82760"/>
                    <a:pt x="78585" y="82760"/>
                  </a:cubicBezTo>
                  <a:cubicBezTo>
                    <a:pt x="93689" y="82760"/>
                    <a:pt x="101241" y="93508"/>
                    <a:pt x="101241" y="114406"/>
                  </a:cubicBezTo>
                  <a:lnTo>
                    <a:pt x="101241" y="173518"/>
                  </a:lnTo>
                  <a:cubicBezTo>
                    <a:pt x="101241" y="193819"/>
                    <a:pt x="98220" y="197700"/>
                    <a:pt x="80699" y="199492"/>
                  </a:cubicBezTo>
                  <a:lnTo>
                    <a:pt x="80699" y="203970"/>
                  </a:lnTo>
                  <a:lnTo>
                    <a:pt x="144742" y="203970"/>
                  </a:lnTo>
                  <a:lnTo>
                    <a:pt x="144742" y="199492"/>
                  </a:lnTo>
                  <a:cubicBezTo>
                    <a:pt x="128429" y="196506"/>
                    <a:pt x="126617" y="194118"/>
                    <a:pt x="126617" y="173518"/>
                  </a:cubicBezTo>
                  <a:lnTo>
                    <a:pt x="126617" y="114107"/>
                  </a:lnTo>
                  <a:cubicBezTo>
                    <a:pt x="126617" y="82760"/>
                    <a:pt x="113929" y="66639"/>
                    <a:pt x="89460" y="66639"/>
                  </a:cubicBezTo>
                  <a:cubicBezTo>
                    <a:pt x="71637" y="66639"/>
                    <a:pt x="58949" y="73804"/>
                    <a:pt x="45053" y="91716"/>
                  </a:cubicBezTo>
                  <a:lnTo>
                    <a:pt x="45053" y="958"/>
                  </a:lnTo>
                  <a:lnTo>
                    <a:pt x="43543" y="63"/>
                  </a:lnTo>
                  <a:cubicBezTo>
                    <a:pt x="33272" y="3645"/>
                    <a:pt x="25719" y="6034"/>
                    <a:pt x="8803" y="10810"/>
                  </a:cubicBezTo>
                  <a:lnTo>
                    <a:pt x="646" y="13199"/>
                  </a:lnTo>
                  <a:lnTo>
                    <a:pt x="646" y="17976"/>
                  </a:lnTo>
                  <a:cubicBezTo>
                    <a:pt x="1855" y="17677"/>
                    <a:pt x="2761" y="17677"/>
                    <a:pt x="4271" y="17677"/>
                  </a:cubicBezTo>
                  <a:cubicBezTo>
                    <a:pt x="17261" y="17677"/>
                    <a:pt x="19678" y="20065"/>
                    <a:pt x="19678" y="32903"/>
                  </a:cubicBezTo>
                  <a:lnTo>
                    <a:pt x="19678" y="173518"/>
                  </a:lnTo>
                  <a:cubicBezTo>
                    <a:pt x="19678" y="194416"/>
                    <a:pt x="17865" y="197103"/>
                    <a:pt x="344" y="199492"/>
                  </a:cubicBezTo>
                  <a:lnTo>
                    <a:pt x="344" y="203970"/>
                  </a:lnTo>
                  <a:lnTo>
                    <a:pt x="65595" y="203970"/>
                  </a:lnTo>
                  <a:lnTo>
                    <a:pt x="65595" y="199492"/>
                  </a:lnTo>
                  <a:cubicBezTo>
                    <a:pt x="48074" y="197700"/>
                    <a:pt x="45053" y="194118"/>
                    <a:pt x="45053" y="173518"/>
                  </a:cubicBezTo>
                  <a:lnTo>
                    <a:pt x="45053" y="101568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A1F669B-FA2F-F40D-3494-CCAAF0A83176}"/>
                </a:ext>
              </a:extLst>
            </p:cNvPr>
            <p:cNvSpPr/>
            <p:nvPr>
              <p:custDataLst>
                <p:tags r:id="rId460"/>
              </p:custDataLst>
            </p:nvPr>
          </p:nvSpPr>
          <p:spPr>
            <a:xfrm>
              <a:off x="13170168" y="4223986"/>
              <a:ext cx="71594" cy="203907"/>
            </a:xfrm>
            <a:custGeom>
              <a:avLst/>
              <a:gdLst>
                <a:gd name="connsiteX0" fmla="*/ 48381 w 71594"/>
                <a:gd name="connsiteY0" fmla="*/ 66639 h 203907"/>
                <a:gd name="connsiteX1" fmla="*/ 1557 w 71594"/>
                <a:gd name="connsiteY1" fmla="*/ 83059 h 203907"/>
                <a:gd name="connsiteX2" fmla="*/ 1557 w 71594"/>
                <a:gd name="connsiteY2" fmla="*/ 87537 h 203907"/>
                <a:gd name="connsiteX3" fmla="*/ 3974 w 71594"/>
                <a:gd name="connsiteY3" fmla="*/ 87238 h 203907"/>
                <a:gd name="connsiteX4" fmla="*/ 14245 w 71594"/>
                <a:gd name="connsiteY4" fmla="*/ 86343 h 203907"/>
                <a:gd name="connsiteX5" fmla="*/ 24214 w 71594"/>
                <a:gd name="connsiteY5" fmla="*/ 104255 h 203907"/>
                <a:gd name="connsiteX6" fmla="*/ 24214 w 71594"/>
                <a:gd name="connsiteY6" fmla="*/ 173518 h 203907"/>
                <a:gd name="connsiteX7" fmla="*/ 349 w 71594"/>
                <a:gd name="connsiteY7" fmla="*/ 199492 h 203907"/>
                <a:gd name="connsiteX8" fmla="*/ 349 w 71594"/>
                <a:gd name="connsiteY8" fmla="*/ 203970 h 203907"/>
                <a:gd name="connsiteX9" fmla="*/ 71944 w 71594"/>
                <a:gd name="connsiteY9" fmla="*/ 203970 h 203907"/>
                <a:gd name="connsiteX10" fmla="*/ 71944 w 71594"/>
                <a:gd name="connsiteY10" fmla="*/ 199492 h 203907"/>
                <a:gd name="connsiteX11" fmla="*/ 49589 w 71594"/>
                <a:gd name="connsiteY11" fmla="*/ 173518 h 203907"/>
                <a:gd name="connsiteX12" fmla="*/ 49589 w 71594"/>
                <a:gd name="connsiteY12" fmla="*/ 67534 h 203907"/>
                <a:gd name="connsiteX13" fmla="*/ 48381 w 71594"/>
                <a:gd name="connsiteY13" fmla="*/ 66639 h 203907"/>
                <a:gd name="connsiteX14" fmla="*/ 34183 w 71594"/>
                <a:gd name="connsiteY14" fmla="*/ 63 h 203907"/>
                <a:gd name="connsiteX15" fmla="*/ 19079 w 71594"/>
                <a:gd name="connsiteY15" fmla="*/ 15289 h 203907"/>
                <a:gd name="connsiteX16" fmla="*/ 34183 w 71594"/>
                <a:gd name="connsiteY16" fmla="*/ 30514 h 203907"/>
                <a:gd name="connsiteX17" fmla="*/ 49891 w 71594"/>
                <a:gd name="connsiteY17" fmla="*/ 15289 h 203907"/>
                <a:gd name="connsiteX18" fmla="*/ 34183 w 71594"/>
                <a:gd name="connsiteY18" fmla="*/ 63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94" h="203907">
                  <a:moveTo>
                    <a:pt x="48381" y="66639"/>
                  </a:moveTo>
                  <a:lnTo>
                    <a:pt x="1557" y="83059"/>
                  </a:lnTo>
                  <a:lnTo>
                    <a:pt x="1557" y="87537"/>
                  </a:lnTo>
                  <a:lnTo>
                    <a:pt x="3974" y="87238"/>
                  </a:lnTo>
                  <a:cubicBezTo>
                    <a:pt x="7599" y="86641"/>
                    <a:pt x="11526" y="86343"/>
                    <a:pt x="14245" y="86343"/>
                  </a:cubicBezTo>
                  <a:cubicBezTo>
                    <a:pt x="21495" y="86343"/>
                    <a:pt x="24214" y="91119"/>
                    <a:pt x="24214" y="104255"/>
                  </a:cubicBezTo>
                  <a:lnTo>
                    <a:pt x="24214" y="173518"/>
                  </a:lnTo>
                  <a:cubicBezTo>
                    <a:pt x="24214" y="195013"/>
                    <a:pt x="21193" y="198297"/>
                    <a:pt x="349" y="199492"/>
                  </a:cubicBezTo>
                  <a:lnTo>
                    <a:pt x="349" y="203970"/>
                  </a:lnTo>
                  <a:lnTo>
                    <a:pt x="71944" y="203970"/>
                  </a:lnTo>
                  <a:lnTo>
                    <a:pt x="71944" y="199492"/>
                  </a:lnTo>
                  <a:cubicBezTo>
                    <a:pt x="52006" y="197999"/>
                    <a:pt x="49589" y="195013"/>
                    <a:pt x="49589" y="173518"/>
                  </a:cubicBezTo>
                  <a:lnTo>
                    <a:pt x="49589" y="67534"/>
                  </a:lnTo>
                  <a:lnTo>
                    <a:pt x="48381" y="66639"/>
                  </a:lnTo>
                  <a:close/>
                  <a:moveTo>
                    <a:pt x="34183" y="63"/>
                  </a:moveTo>
                  <a:cubicBezTo>
                    <a:pt x="26026" y="63"/>
                    <a:pt x="19079" y="6929"/>
                    <a:pt x="19079" y="15289"/>
                  </a:cubicBezTo>
                  <a:cubicBezTo>
                    <a:pt x="19079" y="23648"/>
                    <a:pt x="25724" y="30514"/>
                    <a:pt x="34183" y="30514"/>
                  </a:cubicBezTo>
                  <a:cubicBezTo>
                    <a:pt x="42943" y="30514"/>
                    <a:pt x="49891" y="23946"/>
                    <a:pt x="49891" y="15289"/>
                  </a:cubicBezTo>
                  <a:cubicBezTo>
                    <a:pt x="49891" y="6929"/>
                    <a:pt x="42943" y="63"/>
                    <a:pt x="34183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BB05FAF-9688-D0B8-1950-914340110AEF}"/>
                </a:ext>
              </a:extLst>
            </p:cNvPr>
            <p:cNvSpPr/>
            <p:nvPr>
              <p:custDataLst>
                <p:tags r:id="rId461"/>
              </p:custDataLst>
            </p:nvPr>
          </p:nvSpPr>
          <p:spPr>
            <a:xfrm>
              <a:off x="13265033" y="4290860"/>
              <a:ext cx="89719" cy="140018"/>
            </a:xfrm>
            <a:custGeom>
              <a:avLst/>
              <a:gdLst>
                <a:gd name="connsiteX0" fmla="*/ 80103 w 89719"/>
                <a:gd name="connsiteY0" fmla="*/ 43352 h 140018"/>
                <a:gd name="connsiteX1" fmla="*/ 78895 w 89719"/>
                <a:gd name="connsiteY1" fmla="*/ 2750 h 140018"/>
                <a:gd name="connsiteX2" fmla="*/ 75572 w 89719"/>
                <a:gd name="connsiteY2" fmla="*/ 2750 h 140018"/>
                <a:gd name="connsiteX3" fmla="*/ 74967 w 89719"/>
                <a:gd name="connsiteY3" fmla="*/ 3347 h 140018"/>
                <a:gd name="connsiteX4" fmla="*/ 70738 w 89719"/>
                <a:gd name="connsiteY4" fmla="*/ 5735 h 140018"/>
                <a:gd name="connsiteX5" fmla="*/ 62582 w 89719"/>
                <a:gd name="connsiteY5" fmla="*/ 3645 h 140018"/>
                <a:gd name="connsiteX6" fmla="*/ 41436 w 89719"/>
                <a:gd name="connsiteY6" fmla="*/ 63 h 140018"/>
                <a:gd name="connsiteX7" fmla="*/ 352 w 89719"/>
                <a:gd name="connsiteY7" fmla="*/ 36784 h 140018"/>
                <a:gd name="connsiteX8" fmla="*/ 35696 w 89719"/>
                <a:gd name="connsiteY8" fmla="*/ 79775 h 140018"/>
                <a:gd name="connsiteX9" fmla="*/ 53217 w 89719"/>
                <a:gd name="connsiteY9" fmla="*/ 89627 h 140018"/>
                <a:gd name="connsiteX10" fmla="*/ 68926 w 89719"/>
                <a:gd name="connsiteY10" fmla="*/ 112018 h 140018"/>
                <a:gd name="connsiteX11" fmla="*/ 43852 w 89719"/>
                <a:gd name="connsiteY11" fmla="*/ 133513 h 140018"/>
                <a:gd name="connsiteX12" fmla="*/ 18477 w 89719"/>
                <a:gd name="connsiteY12" fmla="*/ 123064 h 140018"/>
                <a:gd name="connsiteX13" fmla="*/ 5487 w 89719"/>
                <a:gd name="connsiteY13" fmla="*/ 91716 h 140018"/>
                <a:gd name="connsiteX14" fmla="*/ 654 w 89719"/>
                <a:gd name="connsiteY14" fmla="*/ 91716 h 140018"/>
                <a:gd name="connsiteX15" fmla="*/ 654 w 89719"/>
                <a:gd name="connsiteY15" fmla="*/ 138290 h 140018"/>
                <a:gd name="connsiteX16" fmla="*/ 4581 w 89719"/>
                <a:gd name="connsiteY16" fmla="*/ 138290 h 140018"/>
                <a:gd name="connsiteX17" fmla="*/ 11529 w 89719"/>
                <a:gd name="connsiteY17" fmla="*/ 134707 h 140018"/>
                <a:gd name="connsiteX18" fmla="*/ 25425 w 89719"/>
                <a:gd name="connsiteY18" fmla="*/ 137095 h 140018"/>
                <a:gd name="connsiteX19" fmla="*/ 47477 w 89719"/>
                <a:gd name="connsiteY19" fmla="*/ 140081 h 140018"/>
                <a:gd name="connsiteX20" fmla="*/ 90072 w 89719"/>
                <a:gd name="connsiteY20" fmla="*/ 101867 h 140018"/>
                <a:gd name="connsiteX21" fmla="*/ 64696 w 89719"/>
                <a:gd name="connsiteY21" fmla="*/ 66340 h 140018"/>
                <a:gd name="connsiteX22" fmla="*/ 32071 w 89719"/>
                <a:gd name="connsiteY22" fmla="*/ 47233 h 140018"/>
                <a:gd name="connsiteX23" fmla="*/ 19081 w 89719"/>
                <a:gd name="connsiteY23" fmla="*/ 26932 h 140018"/>
                <a:gd name="connsiteX24" fmla="*/ 42342 w 89719"/>
                <a:gd name="connsiteY24" fmla="*/ 6631 h 140018"/>
                <a:gd name="connsiteX25" fmla="*/ 75572 w 89719"/>
                <a:gd name="connsiteY25" fmla="*/ 43352 h 140018"/>
                <a:gd name="connsiteX26" fmla="*/ 80103 w 89719"/>
                <a:gd name="connsiteY26" fmla="*/ 43352 h 14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19" h="140018">
                  <a:moveTo>
                    <a:pt x="80103" y="43352"/>
                  </a:moveTo>
                  <a:lnTo>
                    <a:pt x="78895" y="2750"/>
                  </a:lnTo>
                  <a:lnTo>
                    <a:pt x="75572" y="2750"/>
                  </a:lnTo>
                  <a:lnTo>
                    <a:pt x="74967" y="3347"/>
                  </a:lnTo>
                  <a:cubicBezTo>
                    <a:pt x="72249" y="5437"/>
                    <a:pt x="71947" y="5735"/>
                    <a:pt x="70738" y="5735"/>
                  </a:cubicBezTo>
                  <a:cubicBezTo>
                    <a:pt x="68926" y="5735"/>
                    <a:pt x="65905" y="5138"/>
                    <a:pt x="62582" y="3645"/>
                  </a:cubicBezTo>
                  <a:cubicBezTo>
                    <a:pt x="55936" y="1257"/>
                    <a:pt x="49290" y="63"/>
                    <a:pt x="41436" y="63"/>
                  </a:cubicBezTo>
                  <a:cubicBezTo>
                    <a:pt x="17571" y="63"/>
                    <a:pt x="352" y="15289"/>
                    <a:pt x="352" y="36784"/>
                  </a:cubicBezTo>
                  <a:cubicBezTo>
                    <a:pt x="352" y="53503"/>
                    <a:pt x="10019" y="65444"/>
                    <a:pt x="35696" y="79775"/>
                  </a:cubicBezTo>
                  <a:lnTo>
                    <a:pt x="53217" y="89627"/>
                  </a:lnTo>
                  <a:cubicBezTo>
                    <a:pt x="63790" y="95598"/>
                    <a:pt x="68926" y="102763"/>
                    <a:pt x="68926" y="112018"/>
                  </a:cubicBezTo>
                  <a:cubicBezTo>
                    <a:pt x="68926" y="125154"/>
                    <a:pt x="59259" y="133513"/>
                    <a:pt x="43852" y="133513"/>
                  </a:cubicBezTo>
                  <a:cubicBezTo>
                    <a:pt x="33581" y="133513"/>
                    <a:pt x="24217" y="129632"/>
                    <a:pt x="18477" y="123064"/>
                  </a:cubicBezTo>
                  <a:cubicBezTo>
                    <a:pt x="12133" y="115600"/>
                    <a:pt x="9415" y="108734"/>
                    <a:pt x="5487" y="91716"/>
                  </a:cubicBezTo>
                  <a:lnTo>
                    <a:pt x="654" y="91716"/>
                  </a:lnTo>
                  <a:lnTo>
                    <a:pt x="654" y="138290"/>
                  </a:lnTo>
                  <a:lnTo>
                    <a:pt x="4581" y="138290"/>
                  </a:lnTo>
                  <a:cubicBezTo>
                    <a:pt x="6696" y="135304"/>
                    <a:pt x="7904" y="134707"/>
                    <a:pt x="11529" y="134707"/>
                  </a:cubicBezTo>
                  <a:cubicBezTo>
                    <a:pt x="14248" y="134707"/>
                    <a:pt x="18477" y="135304"/>
                    <a:pt x="25425" y="137095"/>
                  </a:cubicBezTo>
                  <a:cubicBezTo>
                    <a:pt x="33884" y="138887"/>
                    <a:pt x="42040" y="140081"/>
                    <a:pt x="47477" y="140081"/>
                  </a:cubicBezTo>
                  <a:cubicBezTo>
                    <a:pt x="70738" y="140081"/>
                    <a:pt x="90072" y="122765"/>
                    <a:pt x="90072" y="101867"/>
                  </a:cubicBezTo>
                  <a:cubicBezTo>
                    <a:pt x="90072" y="86940"/>
                    <a:pt x="82822" y="77088"/>
                    <a:pt x="64696" y="66340"/>
                  </a:cubicBezTo>
                  <a:lnTo>
                    <a:pt x="32071" y="47233"/>
                  </a:lnTo>
                  <a:cubicBezTo>
                    <a:pt x="23613" y="42456"/>
                    <a:pt x="19081" y="34993"/>
                    <a:pt x="19081" y="26932"/>
                  </a:cubicBezTo>
                  <a:cubicBezTo>
                    <a:pt x="19081" y="14990"/>
                    <a:pt x="28446" y="6631"/>
                    <a:pt x="42342" y="6631"/>
                  </a:cubicBezTo>
                  <a:cubicBezTo>
                    <a:pt x="59561" y="6631"/>
                    <a:pt x="68624" y="16781"/>
                    <a:pt x="75572" y="43352"/>
                  </a:cubicBezTo>
                  <a:lnTo>
                    <a:pt x="80103" y="43352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3AC9A2D-E1C2-D462-0BE7-9A5F0DF29113}"/>
                </a:ext>
              </a:extLst>
            </p:cNvPr>
            <p:cNvSpPr/>
            <p:nvPr>
              <p:custDataLst>
                <p:tags r:id="rId462"/>
              </p:custDataLst>
            </p:nvPr>
          </p:nvSpPr>
          <p:spPr>
            <a:xfrm>
              <a:off x="13442542" y="4223986"/>
              <a:ext cx="140168" cy="206892"/>
            </a:xfrm>
            <a:custGeom>
              <a:avLst/>
              <a:gdLst>
                <a:gd name="connsiteX0" fmla="*/ 96120 w 140168"/>
                <a:gd name="connsiteY0" fmla="*/ 206955 h 206892"/>
                <a:gd name="connsiteX1" fmla="*/ 140526 w 140168"/>
                <a:gd name="connsiteY1" fmla="*/ 191431 h 206892"/>
                <a:gd name="connsiteX2" fmla="*/ 140526 w 140168"/>
                <a:gd name="connsiteY2" fmla="*/ 186654 h 206892"/>
                <a:gd name="connsiteX3" fmla="*/ 133578 w 140168"/>
                <a:gd name="connsiteY3" fmla="*/ 186953 h 206892"/>
                <a:gd name="connsiteX4" fmla="*/ 120287 w 140168"/>
                <a:gd name="connsiteY4" fmla="*/ 169936 h 206892"/>
                <a:gd name="connsiteX5" fmla="*/ 120287 w 140168"/>
                <a:gd name="connsiteY5" fmla="*/ 660 h 206892"/>
                <a:gd name="connsiteX6" fmla="*/ 118776 w 140168"/>
                <a:gd name="connsiteY6" fmla="*/ 63 h 206892"/>
                <a:gd name="connsiteX7" fmla="*/ 74369 w 140168"/>
                <a:gd name="connsiteY7" fmla="*/ 13199 h 206892"/>
                <a:gd name="connsiteX8" fmla="*/ 74369 w 140168"/>
                <a:gd name="connsiteY8" fmla="*/ 17976 h 206892"/>
                <a:gd name="connsiteX9" fmla="*/ 81015 w 140168"/>
                <a:gd name="connsiteY9" fmla="*/ 17677 h 206892"/>
                <a:gd name="connsiteX10" fmla="*/ 94911 w 140168"/>
                <a:gd name="connsiteY10" fmla="*/ 32903 h 206892"/>
                <a:gd name="connsiteX11" fmla="*/ 94911 w 140168"/>
                <a:gd name="connsiteY11" fmla="*/ 79476 h 206892"/>
                <a:gd name="connsiteX12" fmla="*/ 63192 w 140168"/>
                <a:gd name="connsiteY12" fmla="*/ 66639 h 206892"/>
                <a:gd name="connsiteX13" fmla="*/ 358 w 140168"/>
                <a:gd name="connsiteY13" fmla="*/ 142768 h 206892"/>
                <a:gd name="connsiteX14" fmla="*/ 56244 w 140168"/>
                <a:gd name="connsiteY14" fmla="*/ 206955 h 206892"/>
                <a:gd name="connsiteX15" fmla="*/ 94911 w 140168"/>
                <a:gd name="connsiteY15" fmla="*/ 186953 h 206892"/>
                <a:gd name="connsiteX16" fmla="*/ 94911 w 140168"/>
                <a:gd name="connsiteY16" fmla="*/ 206060 h 206892"/>
                <a:gd name="connsiteX17" fmla="*/ 96120 w 140168"/>
                <a:gd name="connsiteY17" fmla="*/ 206955 h 206892"/>
                <a:gd name="connsiteX18" fmla="*/ 94911 w 140168"/>
                <a:gd name="connsiteY18" fmla="*/ 173518 h 206892"/>
                <a:gd name="connsiteX19" fmla="*/ 89776 w 140168"/>
                <a:gd name="connsiteY19" fmla="*/ 182474 h 206892"/>
                <a:gd name="connsiteX20" fmla="*/ 68025 w 140168"/>
                <a:gd name="connsiteY20" fmla="*/ 191431 h 206892"/>
                <a:gd name="connsiteX21" fmla="*/ 26337 w 140168"/>
                <a:gd name="connsiteY21" fmla="*/ 130826 h 206892"/>
                <a:gd name="connsiteX22" fmla="*/ 64098 w 140168"/>
                <a:gd name="connsiteY22" fmla="*/ 74998 h 206892"/>
                <a:gd name="connsiteX23" fmla="*/ 94911 w 140168"/>
                <a:gd name="connsiteY23" fmla="*/ 104852 h 206892"/>
                <a:gd name="connsiteX24" fmla="*/ 94911 w 140168"/>
                <a:gd name="connsiteY24" fmla="*/ 173518 h 20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168" h="206892">
                  <a:moveTo>
                    <a:pt x="96120" y="206955"/>
                  </a:moveTo>
                  <a:lnTo>
                    <a:pt x="140526" y="191431"/>
                  </a:lnTo>
                  <a:lnTo>
                    <a:pt x="140526" y="186654"/>
                  </a:lnTo>
                  <a:cubicBezTo>
                    <a:pt x="135089" y="186953"/>
                    <a:pt x="134485" y="186953"/>
                    <a:pt x="133578" y="186953"/>
                  </a:cubicBezTo>
                  <a:cubicBezTo>
                    <a:pt x="122703" y="186953"/>
                    <a:pt x="120287" y="183669"/>
                    <a:pt x="120287" y="169936"/>
                  </a:cubicBezTo>
                  <a:lnTo>
                    <a:pt x="120287" y="660"/>
                  </a:lnTo>
                  <a:lnTo>
                    <a:pt x="118776" y="63"/>
                  </a:lnTo>
                  <a:cubicBezTo>
                    <a:pt x="104276" y="5138"/>
                    <a:pt x="93703" y="8124"/>
                    <a:pt x="74369" y="13199"/>
                  </a:cubicBezTo>
                  <a:lnTo>
                    <a:pt x="74369" y="17976"/>
                  </a:lnTo>
                  <a:cubicBezTo>
                    <a:pt x="76786" y="17677"/>
                    <a:pt x="78599" y="17677"/>
                    <a:pt x="81015" y="17677"/>
                  </a:cubicBezTo>
                  <a:cubicBezTo>
                    <a:pt x="92192" y="17677"/>
                    <a:pt x="94911" y="20662"/>
                    <a:pt x="94911" y="32903"/>
                  </a:cubicBezTo>
                  <a:lnTo>
                    <a:pt x="94911" y="79476"/>
                  </a:lnTo>
                  <a:cubicBezTo>
                    <a:pt x="83432" y="69923"/>
                    <a:pt x="75276" y="66639"/>
                    <a:pt x="63192" y="66639"/>
                  </a:cubicBezTo>
                  <a:cubicBezTo>
                    <a:pt x="28452" y="66639"/>
                    <a:pt x="358" y="100374"/>
                    <a:pt x="358" y="142768"/>
                  </a:cubicBezTo>
                  <a:cubicBezTo>
                    <a:pt x="358" y="180982"/>
                    <a:pt x="23014" y="206955"/>
                    <a:pt x="56244" y="206955"/>
                  </a:cubicBezTo>
                  <a:cubicBezTo>
                    <a:pt x="73161" y="206955"/>
                    <a:pt x="84640" y="200984"/>
                    <a:pt x="94911" y="186953"/>
                  </a:cubicBezTo>
                  <a:lnTo>
                    <a:pt x="94911" y="206060"/>
                  </a:lnTo>
                  <a:lnTo>
                    <a:pt x="96120" y="206955"/>
                  </a:lnTo>
                  <a:close/>
                  <a:moveTo>
                    <a:pt x="94911" y="173518"/>
                  </a:moveTo>
                  <a:cubicBezTo>
                    <a:pt x="94911" y="175608"/>
                    <a:pt x="92797" y="179190"/>
                    <a:pt x="89776" y="182474"/>
                  </a:cubicBezTo>
                  <a:cubicBezTo>
                    <a:pt x="84338" y="188445"/>
                    <a:pt x="76786" y="191431"/>
                    <a:pt x="68025" y="191431"/>
                  </a:cubicBezTo>
                  <a:cubicBezTo>
                    <a:pt x="42952" y="191431"/>
                    <a:pt x="26337" y="167547"/>
                    <a:pt x="26337" y="130826"/>
                  </a:cubicBezTo>
                  <a:cubicBezTo>
                    <a:pt x="26337" y="97090"/>
                    <a:pt x="41140" y="74998"/>
                    <a:pt x="64098" y="74998"/>
                  </a:cubicBezTo>
                  <a:cubicBezTo>
                    <a:pt x="80109" y="74998"/>
                    <a:pt x="94911" y="89030"/>
                    <a:pt x="94911" y="104852"/>
                  </a:cubicBezTo>
                  <a:lnTo>
                    <a:pt x="94911" y="173518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C287487-C8A0-55AD-F64E-2CFD2E15549F}"/>
                </a:ext>
              </a:extLst>
            </p:cNvPr>
            <p:cNvSpPr/>
            <p:nvPr>
              <p:custDataLst>
                <p:tags r:id="rId463"/>
              </p:custDataLst>
            </p:nvPr>
          </p:nvSpPr>
          <p:spPr>
            <a:xfrm>
              <a:off x="13597173" y="4290561"/>
              <a:ext cx="122345" cy="140316"/>
            </a:xfrm>
            <a:custGeom>
              <a:avLst/>
              <a:gdLst>
                <a:gd name="connsiteX0" fmla="*/ 122708 w 122345"/>
                <a:gd name="connsiteY0" fmla="*/ 117690 h 140316"/>
                <a:gd name="connsiteX1" fmla="*/ 109416 w 122345"/>
                <a:gd name="connsiteY1" fmla="*/ 123362 h 140316"/>
                <a:gd name="connsiteX2" fmla="*/ 100354 w 122345"/>
                <a:gd name="connsiteY2" fmla="*/ 106047 h 140316"/>
                <a:gd name="connsiteX3" fmla="*/ 100354 w 122345"/>
                <a:gd name="connsiteY3" fmla="*/ 47830 h 140316"/>
                <a:gd name="connsiteX4" fmla="*/ 94312 w 122345"/>
                <a:gd name="connsiteY4" fmla="*/ 16483 h 140316"/>
                <a:gd name="connsiteX5" fmla="*/ 56853 w 122345"/>
                <a:gd name="connsiteY5" fmla="*/ 63 h 140316"/>
                <a:gd name="connsiteX6" fmla="*/ 6103 w 122345"/>
                <a:gd name="connsiteY6" fmla="*/ 33500 h 140316"/>
                <a:gd name="connsiteX7" fmla="*/ 19092 w 122345"/>
                <a:gd name="connsiteY7" fmla="*/ 46337 h 140316"/>
                <a:gd name="connsiteX8" fmla="*/ 32686 w 122345"/>
                <a:gd name="connsiteY8" fmla="*/ 33798 h 140316"/>
                <a:gd name="connsiteX9" fmla="*/ 32082 w 122345"/>
                <a:gd name="connsiteY9" fmla="*/ 29022 h 140316"/>
                <a:gd name="connsiteX10" fmla="*/ 31176 w 122345"/>
                <a:gd name="connsiteY10" fmla="*/ 21857 h 140316"/>
                <a:gd name="connsiteX11" fmla="*/ 52926 w 122345"/>
                <a:gd name="connsiteY11" fmla="*/ 7228 h 140316"/>
                <a:gd name="connsiteX12" fmla="*/ 75885 w 122345"/>
                <a:gd name="connsiteY12" fmla="*/ 32007 h 140316"/>
                <a:gd name="connsiteX13" fmla="*/ 75885 w 122345"/>
                <a:gd name="connsiteY13" fmla="*/ 50219 h 140316"/>
                <a:gd name="connsiteX14" fmla="*/ 11238 w 122345"/>
                <a:gd name="connsiteY14" fmla="*/ 82462 h 140316"/>
                <a:gd name="connsiteX15" fmla="*/ 363 w 122345"/>
                <a:gd name="connsiteY15" fmla="*/ 108435 h 140316"/>
                <a:gd name="connsiteX16" fmla="*/ 32082 w 122345"/>
                <a:gd name="connsiteY16" fmla="*/ 140379 h 140316"/>
                <a:gd name="connsiteX17" fmla="*/ 76187 w 122345"/>
                <a:gd name="connsiteY17" fmla="*/ 118586 h 140316"/>
                <a:gd name="connsiteX18" fmla="*/ 95520 w 122345"/>
                <a:gd name="connsiteY18" fmla="*/ 140379 h 140316"/>
                <a:gd name="connsiteX19" fmla="*/ 122708 w 122345"/>
                <a:gd name="connsiteY19" fmla="*/ 125452 h 140316"/>
                <a:gd name="connsiteX20" fmla="*/ 122708 w 122345"/>
                <a:gd name="connsiteY20" fmla="*/ 117690 h 140316"/>
                <a:gd name="connsiteX21" fmla="*/ 75885 w 122345"/>
                <a:gd name="connsiteY21" fmla="*/ 100673 h 140316"/>
                <a:gd name="connsiteX22" fmla="*/ 68030 w 122345"/>
                <a:gd name="connsiteY22" fmla="*/ 116197 h 140316"/>
                <a:gd name="connsiteX23" fmla="*/ 45978 w 122345"/>
                <a:gd name="connsiteY23" fmla="*/ 123064 h 140316"/>
                <a:gd name="connsiteX24" fmla="*/ 26947 w 122345"/>
                <a:gd name="connsiteY24" fmla="*/ 100076 h 140316"/>
                <a:gd name="connsiteX25" fmla="*/ 26947 w 122345"/>
                <a:gd name="connsiteY25" fmla="*/ 98882 h 140316"/>
                <a:gd name="connsiteX26" fmla="*/ 75885 w 122345"/>
                <a:gd name="connsiteY26" fmla="*/ 57384 h 140316"/>
                <a:gd name="connsiteX27" fmla="*/ 75885 w 122345"/>
                <a:gd name="connsiteY27" fmla="*/ 10067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708" y="117690"/>
                  </a:moveTo>
                  <a:cubicBezTo>
                    <a:pt x="117573" y="121870"/>
                    <a:pt x="113948" y="123362"/>
                    <a:pt x="109416" y="123362"/>
                  </a:cubicBezTo>
                  <a:cubicBezTo>
                    <a:pt x="102468" y="123362"/>
                    <a:pt x="100354" y="119183"/>
                    <a:pt x="100354" y="106047"/>
                  </a:cubicBezTo>
                  <a:lnTo>
                    <a:pt x="100354" y="47830"/>
                  </a:lnTo>
                  <a:cubicBezTo>
                    <a:pt x="100354" y="32306"/>
                    <a:pt x="98843" y="23648"/>
                    <a:pt x="94312" y="16483"/>
                  </a:cubicBezTo>
                  <a:cubicBezTo>
                    <a:pt x="87666" y="5735"/>
                    <a:pt x="74676" y="63"/>
                    <a:pt x="56853" y="63"/>
                  </a:cubicBezTo>
                  <a:cubicBezTo>
                    <a:pt x="28457" y="63"/>
                    <a:pt x="6103" y="14692"/>
                    <a:pt x="6103" y="33500"/>
                  </a:cubicBezTo>
                  <a:cubicBezTo>
                    <a:pt x="6103" y="40367"/>
                    <a:pt x="12144" y="46337"/>
                    <a:pt x="19092" y="46337"/>
                  </a:cubicBezTo>
                  <a:cubicBezTo>
                    <a:pt x="26342" y="46337"/>
                    <a:pt x="32686" y="40367"/>
                    <a:pt x="32686" y="33798"/>
                  </a:cubicBezTo>
                  <a:cubicBezTo>
                    <a:pt x="32686" y="32604"/>
                    <a:pt x="32384" y="31112"/>
                    <a:pt x="32082" y="29022"/>
                  </a:cubicBezTo>
                  <a:cubicBezTo>
                    <a:pt x="31478" y="26335"/>
                    <a:pt x="31176" y="23946"/>
                    <a:pt x="31176" y="21857"/>
                  </a:cubicBezTo>
                  <a:cubicBezTo>
                    <a:pt x="31176" y="13796"/>
                    <a:pt x="40843" y="7228"/>
                    <a:pt x="52926" y="7228"/>
                  </a:cubicBezTo>
                  <a:cubicBezTo>
                    <a:pt x="67728" y="7228"/>
                    <a:pt x="75885" y="15886"/>
                    <a:pt x="75885" y="32007"/>
                  </a:cubicBezTo>
                  <a:lnTo>
                    <a:pt x="75885" y="50219"/>
                  </a:lnTo>
                  <a:cubicBezTo>
                    <a:pt x="29363" y="68728"/>
                    <a:pt x="24228" y="71117"/>
                    <a:pt x="11238" y="82462"/>
                  </a:cubicBezTo>
                  <a:cubicBezTo>
                    <a:pt x="4592" y="88432"/>
                    <a:pt x="363" y="98583"/>
                    <a:pt x="363" y="108435"/>
                  </a:cubicBezTo>
                  <a:cubicBezTo>
                    <a:pt x="363" y="127243"/>
                    <a:pt x="13655" y="140379"/>
                    <a:pt x="32082" y="140379"/>
                  </a:cubicBezTo>
                  <a:cubicBezTo>
                    <a:pt x="45374" y="140379"/>
                    <a:pt x="57759" y="134110"/>
                    <a:pt x="76187" y="118586"/>
                  </a:cubicBezTo>
                  <a:cubicBezTo>
                    <a:pt x="77697" y="134110"/>
                    <a:pt x="83135" y="140379"/>
                    <a:pt x="95520" y="140379"/>
                  </a:cubicBezTo>
                  <a:cubicBezTo>
                    <a:pt x="105791" y="140379"/>
                    <a:pt x="112135" y="136797"/>
                    <a:pt x="122708" y="125452"/>
                  </a:cubicBezTo>
                  <a:lnTo>
                    <a:pt x="122708" y="117690"/>
                  </a:lnTo>
                  <a:close/>
                  <a:moveTo>
                    <a:pt x="75885" y="100673"/>
                  </a:moveTo>
                  <a:cubicBezTo>
                    <a:pt x="75885" y="109928"/>
                    <a:pt x="74374" y="112615"/>
                    <a:pt x="68030" y="116197"/>
                  </a:cubicBezTo>
                  <a:cubicBezTo>
                    <a:pt x="60780" y="120377"/>
                    <a:pt x="52322" y="123064"/>
                    <a:pt x="45978" y="123064"/>
                  </a:cubicBezTo>
                  <a:cubicBezTo>
                    <a:pt x="35405" y="123064"/>
                    <a:pt x="26947" y="112913"/>
                    <a:pt x="26947" y="100076"/>
                  </a:cubicBezTo>
                  <a:lnTo>
                    <a:pt x="26947" y="98882"/>
                  </a:lnTo>
                  <a:cubicBezTo>
                    <a:pt x="26947" y="81267"/>
                    <a:pt x="39332" y="70520"/>
                    <a:pt x="75885" y="57384"/>
                  </a:cubicBezTo>
                  <a:lnTo>
                    <a:pt x="75885" y="1006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C2255BA-4402-D3D2-CB83-F02540A4C363}"/>
                </a:ext>
              </a:extLst>
            </p:cNvPr>
            <p:cNvSpPr/>
            <p:nvPr>
              <p:custDataLst>
                <p:tags r:id="rId464"/>
              </p:custDataLst>
            </p:nvPr>
          </p:nvSpPr>
          <p:spPr>
            <a:xfrm>
              <a:off x="13724551" y="4255034"/>
              <a:ext cx="80355" cy="175843"/>
            </a:xfrm>
            <a:custGeom>
              <a:avLst/>
              <a:gdLst>
                <a:gd name="connsiteX0" fmla="*/ 73472 w 80355"/>
                <a:gd name="connsiteY0" fmla="*/ 38575 h 175843"/>
                <a:gd name="connsiteX1" fmla="*/ 42962 w 80355"/>
                <a:gd name="connsiteY1" fmla="*/ 38575 h 175843"/>
                <a:gd name="connsiteX2" fmla="*/ 42962 w 80355"/>
                <a:gd name="connsiteY2" fmla="*/ 3944 h 175843"/>
                <a:gd name="connsiteX3" fmla="*/ 40847 w 80355"/>
                <a:gd name="connsiteY3" fmla="*/ 63 h 175843"/>
                <a:gd name="connsiteX4" fmla="*/ 34805 w 80355"/>
                <a:gd name="connsiteY4" fmla="*/ 8422 h 175843"/>
                <a:gd name="connsiteX5" fmla="*/ 5503 w 80355"/>
                <a:gd name="connsiteY5" fmla="*/ 40367 h 175843"/>
                <a:gd name="connsiteX6" fmla="*/ 367 w 80355"/>
                <a:gd name="connsiteY6" fmla="*/ 46039 h 175843"/>
                <a:gd name="connsiteX7" fmla="*/ 1576 w 80355"/>
                <a:gd name="connsiteY7" fmla="*/ 48129 h 175843"/>
                <a:gd name="connsiteX8" fmla="*/ 17586 w 80355"/>
                <a:gd name="connsiteY8" fmla="*/ 48129 h 175843"/>
                <a:gd name="connsiteX9" fmla="*/ 17586 w 80355"/>
                <a:gd name="connsiteY9" fmla="*/ 137991 h 175843"/>
                <a:gd name="connsiteX10" fmla="*/ 44472 w 80355"/>
                <a:gd name="connsiteY10" fmla="*/ 175906 h 175843"/>
                <a:gd name="connsiteX11" fmla="*/ 80723 w 80355"/>
                <a:gd name="connsiteY11" fmla="*/ 153217 h 175843"/>
                <a:gd name="connsiteX12" fmla="*/ 76795 w 80355"/>
                <a:gd name="connsiteY12" fmla="*/ 149933 h 175843"/>
                <a:gd name="connsiteX13" fmla="*/ 58670 w 80355"/>
                <a:gd name="connsiteY13" fmla="*/ 160382 h 175843"/>
                <a:gd name="connsiteX14" fmla="*/ 42962 w 80355"/>
                <a:gd name="connsiteY14" fmla="*/ 133513 h 175843"/>
                <a:gd name="connsiteX15" fmla="*/ 42962 w 80355"/>
                <a:gd name="connsiteY15" fmla="*/ 48129 h 175843"/>
                <a:gd name="connsiteX16" fmla="*/ 73472 w 80355"/>
                <a:gd name="connsiteY16" fmla="*/ 48129 h 175843"/>
                <a:gd name="connsiteX17" fmla="*/ 73472 w 80355"/>
                <a:gd name="connsiteY17" fmla="*/ 38575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472" y="38575"/>
                  </a:moveTo>
                  <a:lnTo>
                    <a:pt x="42962" y="38575"/>
                  </a:lnTo>
                  <a:lnTo>
                    <a:pt x="42962" y="3944"/>
                  </a:lnTo>
                  <a:cubicBezTo>
                    <a:pt x="42962" y="958"/>
                    <a:pt x="42660" y="63"/>
                    <a:pt x="40847" y="63"/>
                  </a:cubicBezTo>
                  <a:cubicBezTo>
                    <a:pt x="38732" y="2750"/>
                    <a:pt x="36920" y="5437"/>
                    <a:pt x="34805" y="8422"/>
                  </a:cubicBezTo>
                  <a:cubicBezTo>
                    <a:pt x="23326" y="24842"/>
                    <a:pt x="10336" y="39172"/>
                    <a:pt x="5503" y="40367"/>
                  </a:cubicBezTo>
                  <a:cubicBezTo>
                    <a:pt x="2180" y="42456"/>
                    <a:pt x="367" y="44546"/>
                    <a:pt x="367" y="46039"/>
                  </a:cubicBezTo>
                  <a:cubicBezTo>
                    <a:pt x="367" y="46935"/>
                    <a:pt x="669" y="47532"/>
                    <a:pt x="1576" y="48129"/>
                  </a:cubicBezTo>
                  <a:lnTo>
                    <a:pt x="17586" y="48129"/>
                  </a:lnTo>
                  <a:lnTo>
                    <a:pt x="17586" y="137991"/>
                  </a:lnTo>
                  <a:cubicBezTo>
                    <a:pt x="17586" y="163069"/>
                    <a:pt x="26649" y="175906"/>
                    <a:pt x="44472" y="175906"/>
                  </a:cubicBezTo>
                  <a:cubicBezTo>
                    <a:pt x="59274" y="175906"/>
                    <a:pt x="70754" y="168741"/>
                    <a:pt x="80723" y="153217"/>
                  </a:cubicBezTo>
                  <a:lnTo>
                    <a:pt x="76795" y="149933"/>
                  </a:lnTo>
                  <a:cubicBezTo>
                    <a:pt x="70452" y="157397"/>
                    <a:pt x="65316" y="160382"/>
                    <a:pt x="58670" y="160382"/>
                  </a:cubicBezTo>
                  <a:cubicBezTo>
                    <a:pt x="47493" y="160382"/>
                    <a:pt x="42962" y="152321"/>
                    <a:pt x="42962" y="133513"/>
                  </a:cubicBezTo>
                  <a:lnTo>
                    <a:pt x="42962" y="48129"/>
                  </a:lnTo>
                  <a:lnTo>
                    <a:pt x="73472" y="48129"/>
                  </a:lnTo>
                  <a:lnTo>
                    <a:pt x="73472" y="385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7296ECF-AB1B-863D-7B94-08CEEE3D3D24}"/>
                </a:ext>
              </a:extLst>
            </p:cNvPr>
            <p:cNvSpPr/>
            <p:nvPr>
              <p:custDataLst>
                <p:tags r:id="rId465"/>
              </p:custDataLst>
            </p:nvPr>
          </p:nvSpPr>
          <p:spPr>
            <a:xfrm>
              <a:off x="13816093" y="4290561"/>
              <a:ext cx="122345" cy="140316"/>
            </a:xfrm>
            <a:custGeom>
              <a:avLst/>
              <a:gdLst>
                <a:gd name="connsiteX0" fmla="*/ 122715 w 122345"/>
                <a:gd name="connsiteY0" fmla="*/ 117690 h 140316"/>
                <a:gd name="connsiteX1" fmla="*/ 109424 w 122345"/>
                <a:gd name="connsiteY1" fmla="*/ 123362 h 140316"/>
                <a:gd name="connsiteX2" fmla="*/ 100361 w 122345"/>
                <a:gd name="connsiteY2" fmla="*/ 106047 h 140316"/>
                <a:gd name="connsiteX3" fmla="*/ 100361 w 122345"/>
                <a:gd name="connsiteY3" fmla="*/ 47830 h 140316"/>
                <a:gd name="connsiteX4" fmla="*/ 94319 w 122345"/>
                <a:gd name="connsiteY4" fmla="*/ 16483 h 140316"/>
                <a:gd name="connsiteX5" fmla="*/ 56860 w 122345"/>
                <a:gd name="connsiteY5" fmla="*/ 63 h 140316"/>
                <a:gd name="connsiteX6" fmla="*/ 6110 w 122345"/>
                <a:gd name="connsiteY6" fmla="*/ 33500 h 140316"/>
                <a:gd name="connsiteX7" fmla="*/ 19100 w 122345"/>
                <a:gd name="connsiteY7" fmla="*/ 46337 h 140316"/>
                <a:gd name="connsiteX8" fmla="*/ 32693 w 122345"/>
                <a:gd name="connsiteY8" fmla="*/ 33798 h 140316"/>
                <a:gd name="connsiteX9" fmla="*/ 32089 w 122345"/>
                <a:gd name="connsiteY9" fmla="*/ 29022 h 140316"/>
                <a:gd name="connsiteX10" fmla="*/ 31183 w 122345"/>
                <a:gd name="connsiteY10" fmla="*/ 21857 h 140316"/>
                <a:gd name="connsiteX11" fmla="*/ 52933 w 122345"/>
                <a:gd name="connsiteY11" fmla="*/ 7228 h 140316"/>
                <a:gd name="connsiteX12" fmla="*/ 75892 w 122345"/>
                <a:gd name="connsiteY12" fmla="*/ 32007 h 140316"/>
                <a:gd name="connsiteX13" fmla="*/ 75892 w 122345"/>
                <a:gd name="connsiteY13" fmla="*/ 50219 h 140316"/>
                <a:gd name="connsiteX14" fmla="*/ 11245 w 122345"/>
                <a:gd name="connsiteY14" fmla="*/ 82462 h 140316"/>
                <a:gd name="connsiteX15" fmla="*/ 370 w 122345"/>
                <a:gd name="connsiteY15" fmla="*/ 108435 h 140316"/>
                <a:gd name="connsiteX16" fmla="*/ 32089 w 122345"/>
                <a:gd name="connsiteY16" fmla="*/ 140379 h 140316"/>
                <a:gd name="connsiteX17" fmla="*/ 76194 w 122345"/>
                <a:gd name="connsiteY17" fmla="*/ 118586 h 140316"/>
                <a:gd name="connsiteX18" fmla="*/ 95528 w 122345"/>
                <a:gd name="connsiteY18" fmla="*/ 140379 h 140316"/>
                <a:gd name="connsiteX19" fmla="*/ 122715 w 122345"/>
                <a:gd name="connsiteY19" fmla="*/ 125452 h 140316"/>
                <a:gd name="connsiteX20" fmla="*/ 122715 w 122345"/>
                <a:gd name="connsiteY20" fmla="*/ 117690 h 140316"/>
                <a:gd name="connsiteX21" fmla="*/ 75892 w 122345"/>
                <a:gd name="connsiteY21" fmla="*/ 100673 h 140316"/>
                <a:gd name="connsiteX22" fmla="*/ 68038 w 122345"/>
                <a:gd name="connsiteY22" fmla="*/ 116197 h 140316"/>
                <a:gd name="connsiteX23" fmla="*/ 45985 w 122345"/>
                <a:gd name="connsiteY23" fmla="*/ 123064 h 140316"/>
                <a:gd name="connsiteX24" fmla="*/ 26954 w 122345"/>
                <a:gd name="connsiteY24" fmla="*/ 100076 h 140316"/>
                <a:gd name="connsiteX25" fmla="*/ 26954 w 122345"/>
                <a:gd name="connsiteY25" fmla="*/ 98882 h 140316"/>
                <a:gd name="connsiteX26" fmla="*/ 75892 w 122345"/>
                <a:gd name="connsiteY26" fmla="*/ 57384 h 140316"/>
                <a:gd name="connsiteX27" fmla="*/ 75892 w 122345"/>
                <a:gd name="connsiteY27" fmla="*/ 10067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715" y="117690"/>
                  </a:moveTo>
                  <a:cubicBezTo>
                    <a:pt x="117580" y="121870"/>
                    <a:pt x="113955" y="123362"/>
                    <a:pt x="109424" y="123362"/>
                  </a:cubicBezTo>
                  <a:cubicBezTo>
                    <a:pt x="102476" y="123362"/>
                    <a:pt x="100361" y="119183"/>
                    <a:pt x="100361" y="106047"/>
                  </a:cubicBezTo>
                  <a:lnTo>
                    <a:pt x="100361" y="47830"/>
                  </a:lnTo>
                  <a:cubicBezTo>
                    <a:pt x="100361" y="32306"/>
                    <a:pt x="98850" y="23648"/>
                    <a:pt x="94319" y="16483"/>
                  </a:cubicBezTo>
                  <a:cubicBezTo>
                    <a:pt x="87673" y="5735"/>
                    <a:pt x="74684" y="63"/>
                    <a:pt x="56860" y="63"/>
                  </a:cubicBezTo>
                  <a:cubicBezTo>
                    <a:pt x="28464" y="63"/>
                    <a:pt x="6110" y="14692"/>
                    <a:pt x="6110" y="33500"/>
                  </a:cubicBezTo>
                  <a:cubicBezTo>
                    <a:pt x="6110" y="40367"/>
                    <a:pt x="12152" y="46337"/>
                    <a:pt x="19100" y="46337"/>
                  </a:cubicBezTo>
                  <a:cubicBezTo>
                    <a:pt x="26350" y="46337"/>
                    <a:pt x="32693" y="40367"/>
                    <a:pt x="32693" y="33798"/>
                  </a:cubicBezTo>
                  <a:cubicBezTo>
                    <a:pt x="32693" y="32604"/>
                    <a:pt x="32391" y="31112"/>
                    <a:pt x="32089" y="29022"/>
                  </a:cubicBezTo>
                  <a:cubicBezTo>
                    <a:pt x="31485" y="26335"/>
                    <a:pt x="31183" y="23946"/>
                    <a:pt x="31183" y="21857"/>
                  </a:cubicBezTo>
                  <a:cubicBezTo>
                    <a:pt x="31183" y="13796"/>
                    <a:pt x="40850" y="7228"/>
                    <a:pt x="52933" y="7228"/>
                  </a:cubicBezTo>
                  <a:cubicBezTo>
                    <a:pt x="67736" y="7228"/>
                    <a:pt x="75892" y="15886"/>
                    <a:pt x="75892" y="32007"/>
                  </a:cubicBezTo>
                  <a:lnTo>
                    <a:pt x="75892" y="50219"/>
                  </a:lnTo>
                  <a:cubicBezTo>
                    <a:pt x="29370" y="68728"/>
                    <a:pt x="24235" y="71117"/>
                    <a:pt x="11245" y="82462"/>
                  </a:cubicBezTo>
                  <a:cubicBezTo>
                    <a:pt x="4599" y="88432"/>
                    <a:pt x="370" y="98583"/>
                    <a:pt x="370" y="108435"/>
                  </a:cubicBezTo>
                  <a:cubicBezTo>
                    <a:pt x="370" y="127243"/>
                    <a:pt x="13662" y="140379"/>
                    <a:pt x="32089" y="140379"/>
                  </a:cubicBezTo>
                  <a:cubicBezTo>
                    <a:pt x="45381" y="140379"/>
                    <a:pt x="57767" y="134110"/>
                    <a:pt x="76194" y="118586"/>
                  </a:cubicBezTo>
                  <a:cubicBezTo>
                    <a:pt x="77704" y="134110"/>
                    <a:pt x="83142" y="140379"/>
                    <a:pt x="95528" y="140379"/>
                  </a:cubicBezTo>
                  <a:cubicBezTo>
                    <a:pt x="105799" y="140379"/>
                    <a:pt x="112142" y="136797"/>
                    <a:pt x="122715" y="125452"/>
                  </a:cubicBezTo>
                  <a:lnTo>
                    <a:pt x="122715" y="117690"/>
                  </a:lnTo>
                  <a:close/>
                  <a:moveTo>
                    <a:pt x="75892" y="100673"/>
                  </a:moveTo>
                  <a:cubicBezTo>
                    <a:pt x="75892" y="109928"/>
                    <a:pt x="74381" y="112615"/>
                    <a:pt x="68038" y="116197"/>
                  </a:cubicBezTo>
                  <a:cubicBezTo>
                    <a:pt x="60788" y="120377"/>
                    <a:pt x="52329" y="123064"/>
                    <a:pt x="45985" y="123064"/>
                  </a:cubicBezTo>
                  <a:cubicBezTo>
                    <a:pt x="35412" y="123064"/>
                    <a:pt x="26954" y="112913"/>
                    <a:pt x="26954" y="100076"/>
                  </a:cubicBezTo>
                  <a:lnTo>
                    <a:pt x="26954" y="98882"/>
                  </a:lnTo>
                  <a:cubicBezTo>
                    <a:pt x="26954" y="81267"/>
                    <a:pt x="39339" y="70520"/>
                    <a:pt x="75892" y="57384"/>
                  </a:cubicBezTo>
                  <a:lnTo>
                    <a:pt x="75892" y="1006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291FF0-7967-AA74-56AF-8D3FCA4A3EA6}"/>
                </a:ext>
              </a:extLst>
            </p:cNvPr>
            <p:cNvSpPr/>
            <p:nvPr>
              <p:custDataLst>
                <p:tags r:id="rId466"/>
              </p:custDataLst>
            </p:nvPr>
          </p:nvSpPr>
          <p:spPr>
            <a:xfrm>
              <a:off x="13960690" y="4398038"/>
              <a:ext cx="33531" cy="33138"/>
            </a:xfrm>
            <a:custGeom>
              <a:avLst/>
              <a:gdLst>
                <a:gd name="connsiteX0" fmla="*/ 16989 w 33531"/>
                <a:gd name="connsiteY0" fmla="*/ 63 h 33138"/>
                <a:gd name="connsiteX1" fmla="*/ 375 w 33531"/>
                <a:gd name="connsiteY1" fmla="*/ 17080 h 33138"/>
                <a:gd name="connsiteX2" fmla="*/ 16687 w 33531"/>
                <a:gd name="connsiteY2" fmla="*/ 33201 h 33138"/>
                <a:gd name="connsiteX3" fmla="*/ 33906 w 33531"/>
                <a:gd name="connsiteY3" fmla="*/ 17080 h 33138"/>
                <a:gd name="connsiteX4" fmla="*/ 16989 w 33531"/>
                <a:gd name="connsiteY4" fmla="*/ 63 h 3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1" h="33138">
                  <a:moveTo>
                    <a:pt x="16989" y="63"/>
                  </a:moveTo>
                  <a:cubicBezTo>
                    <a:pt x="7927" y="63"/>
                    <a:pt x="375" y="7825"/>
                    <a:pt x="375" y="17080"/>
                  </a:cubicBezTo>
                  <a:cubicBezTo>
                    <a:pt x="375" y="25738"/>
                    <a:pt x="7927" y="33201"/>
                    <a:pt x="16687" y="33201"/>
                  </a:cubicBezTo>
                  <a:cubicBezTo>
                    <a:pt x="26052" y="33201"/>
                    <a:pt x="33906" y="25738"/>
                    <a:pt x="33906" y="17080"/>
                  </a:cubicBezTo>
                  <a:cubicBezTo>
                    <a:pt x="33906" y="7825"/>
                    <a:pt x="26052" y="63"/>
                    <a:pt x="16989" y="63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AE21685-D77B-28E1-5A4C-708C0C6A2D76}"/>
                </a:ext>
              </a:extLst>
            </p:cNvPr>
            <p:cNvSpPr/>
            <p:nvPr>
              <p:custDataLst>
                <p:tags r:id="rId467"/>
              </p:custDataLst>
            </p:nvPr>
          </p:nvSpPr>
          <p:spPr>
            <a:xfrm>
              <a:off x="14111484" y="4230255"/>
              <a:ext cx="193939" cy="197637"/>
            </a:xfrm>
            <a:custGeom>
              <a:avLst/>
              <a:gdLst>
                <a:gd name="connsiteX0" fmla="*/ 194320 w 193939"/>
                <a:gd name="connsiteY0" fmla="*/ 192028 h 197637"/>
                <a:gd name="connsiteX1" fmla="*/ 168038 w 193939"/>
                <a:gd name="connsiteY1" fmla="*/ 177996 h 197637"/>
                <a:gd name="connsiteX2" fmla="*/ 105808 w 193939"/>
                <a:gd name="connsiteY2" fmla="*/ 102464 h 197637"/>
                <a:gd name="connsiteX3" fmla="*/ 145080 w 193939"/>
                <a:gd name="connsiteY3" fmla="*/ 86940 h 197637"/>
                <a:gd name="connsiteX4" fmla="*/ 160486 w 193939"/>
                <a:gd name="connsiteY4" fmla="*/ 52607 h 197637"/>
                <a:gd name="connsiteX5" fmla="*/ 148705 w 193939"/>
                <a:gd name="connsiteY5" fmla="*/ 20065 h 197637"/>
                <a:gd name="connsiteX6" fmla="*/ 83756 w 193939"/>
                <a:gd name="connsiteY6" fmla="*/ 63 h 197637"/>
                <a:gd name="connsiteX7" fmla="*/ 380 w 193939"/>
                <a:gd name="connsiteY7" fmla="*/ 63 h 197637"/>
                <a:gd name="connsiteX8" fmla="*/ 380 w 193939"/>
                <a:gd name="connsiteY8" fmla="*/ 5735 h 197637"/>
                <a:gd name="connsiteX9" fmla="*/ 26057 w 193939"/>
                <a:gd name="connsiteY9" fmla="*/ 32604 h 197637"/>
                <a:gd name="connsiteX10" fmla="*/ 26057 w 193939"/>
                <a:gd name="connsiteY10" fmla="*/ 161875 h 197637"/>
                <a:gd name="connsiteX11" fmla="*/ 380 w 193939"/>
                <a:gd name="connsiteY11" fmla="*/ 192028 h 197637"/>
                <a:gd name="connsiteX12" fmla="*/ 380 w 193939"/>
                <a:gd name="connsiteY12" fmla="*/ 197700 h 197637"/>
                <a:gd name="connsiteX13" fmla="*/ 84058 w 193939"/>
                <a:gd name="connsiteY13" fmla="*/ 197700 h 197637"/>
                <a:gd name="connsiteX14" fmla="*/ 84058 w 193939"/>
                <a:gd name="connsiteY14" fmla="*/ 192028 h 197637"/>
                <a:gd name="connsiteX15" fmla="*/ 56870 w 193939"/>
                <a:gd name="connsiteY15" fmla="*/ 165159 h 197637"/>
                <a:gd name="connsiteX16" fmla="*/ 56870 w 193939"/>
                <a:gd name="connsiteY16" fmla="*/ 106345 h 197637"/>
                <a:gd name="connsiteX17" fmla="*/ 73787 w 193939"/>
                <a:gd name="connsiteY17" fmla="*/ 105748 h 197637"/>
                <a:gd name="connsiteX18" fmla="*/ 145684 w 193939"/>
                <a:gd name="connsiteY18" fmla="*/ 197700 h 197637"/>
                <a:gd name="connsiteX19" fmla="*/ 194320 w 193939"/>
                <a:gd name="connsiteY19" fmla="*/ 197700 h 197637"/>
                <a:gd name="connsiteX20" fmla="*/ 194320 w 193939"/>
                <a:gd name="connsiteY20" fmla="*/ 192028 h 197637"/>
                <a:gd name="connsiteX21" fmla="*/ 56870 w 193939"/>
                <a:gd name="connsiteY21" fmla="*/ 21857 h 197637"/>
                <a:gd name="connsiteX22" fmla="*/ 72277 w 193939"/>
                <a:gd name="connsiteY22" fmla="*/ 11109 h 197637"/>
                <a:gd name="connsiteX23" fmla="*/ 127559 w 193939"/>
                <a:gd name="connsiteY23" fmla="*/ 52010 h 197637"/>
                <a:gd name="connsiteX24" fmla="*/ 110340 w 193939"/>
                <a:gd name="connsiteY24" fmla="*/ 85148 h 197637"/>
                <a:gd name="connsiteX25" fmla="*/ 56870 w 193939"/>
                <a:gd name="connsiteY25" fmla="*/ 95299 h 197637"/>
                <a:gd name="connsiteX26" fmla="*/ 56870 w 193939"/>
                <a:gd name="connsiteY26" fmla="*/ 21857 h 19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3939" h="197637">
                  <a:moveTo>
                    <a:pt x="194320" y="192028"/>
                  </a:moveTo>
                  <a:cubicBezTo>
                    <a:pt x="182841" y="191132"/>
                    <a:pt x="176799" y="188147"/>
                    <a:pt x="168038" y="177996"/>
                  </a:cubicBezTo>
                  <a:lnTo>
                    <a:pt x="105808" y="102464"/>
                  </a:lnTo>
                  <a:cubicBezTo>
                    <a:pt x="126048" y="98583"/>
                    <a:pt x="135111" y="95000"/>
                    <a:pt x="145080" y="86940"/>
                  </a:cubicBezTo>
                  <a:cubicBezTo>
                    <a:pt x="154747" y="79178"/>
                    <a:pt x="160486" y="66639"/>
                    <a:pt x="160486" y="52607"/>
                  </a:cubicBezTo>
                  <a:cubicBezTo>
                    <a:pt x="160486" y="39769"/>
                    <a:pt x="156559" y="28723"/>
                    <a:pt x="148705" y="20065"/>
                  </a:cubicBezTo>
                  <a:cubicBezTo>
                    <a:pt x="137225" y="7825"/>
                    <a:pt x="112152" y="63"/>
                    <a:pt x="83756" y="63"/>
                  </a:cubicBezTo>
                  <a:lnTo>
                    <a:pt x="380" y="63"/>
                  </a:lnTo>
                  <a:lnTo>
                    <a:pt x="380" y="5735"/>
                  </a:lnTo>
                  <a:cubicBezTo>
                    <a:pt x="23037" y="8124"/>
                    <a:pt x="26057" y="11408"/>
                    <a:pt x="26057" y="32604"/>
                  </a:cubicBezTo>
                  <a:lnTo>
                    <a:pt x="26057" y="161875"/>
                  </a:lnTo>
                  <a:cubicBezTo>
                    <a:pt x="26057" y="186654"/>
                    <a:pt x="23037" y="190237"/>
                    <a:pt x="380" y="192028"/>
                  </a:cubicBezTo>
                  <a:lnTo>
                    <a:pt x="380" y="197700"/>
                  </a:lnTo>
                  <a:lnTo>
                    <a:pt x="84058" y="197700"/>
                  </a:lnTo>
                  <a:lnTo>
                    <a:pt x="84058" y="192028"/>
                  </a:lnTo>
                  <a:cubicBezTo>
                    <a:pt x="60797" y="190535"/>
                    <a:pt x="56870" y="186654"/>
                    <a:pt x="56870" y="165159"/>
                  </a:cubicBezTo>
                  <a:lnTo>
                    <a:pt x="56870" y="106345"/>
                  </a:lnTo>
                  <a:lnTo>
                    <a:pt x="73787" y="105748"/>
                  </a:lnTo>
                  <a:lnTo>
                    <a:pt x="145684" y="197700"/>
                  </a:lnTo>
                  <a:lnTo>
                    <a:pt x="194320" y="197700"/>
                  </a:lnTo>
                  <a:lnTo>
                    <a:pt x="194320" y="192028"/>
                  </a:lnTo>
                  <a:close/>
                  <a:moveTo>
                    <a:pt x="56870" y="21857"/>
                  </a:moveTo>
                  <a:cubicBezTo>
                    <a:pt x="56870" y="13497"/>
                    <a:pt x="60193" y="11109"/>
                    <a:pt x="72277" y="11109"/>
                  </a:cubicBezTo>
                  <a:cubicBezTo>
                    <a:pt x="110038" y="11109"/>
                    <a:pt x="127559" y="23946"/>
                    <a:pt x="127559" y="52010"/>
                  </a:cubicBezTo>
                  <a:cubicBezTo>
                    <a:pt x="127559" y="66937"/>
                    <a:pt x="121215" y="79476"/>
                    <a:pt x="110340" y="85148"/>
                  </a:cubicBezTo>
                  <a:cubicBezTo>
                    <a:pt x="96444" y="92911"/>
                    <a:pt x="85871" y="94702"/>
                    <a:pt x="56870" y="95299"/>
                  </a:cubicBezTo>
                  <a:lnTo>
                    <a:pt x="56870" y="21857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E4E1315-6583-AF3A-71EE-80A7E23462D5}"/>
                </a:ext>
              </a:extLst>
            </p:cNvPr>
            <p:cNvSpPr/>
            <p:nvPr>
              <p:custDataLst>
                <p:tags r:id="rId468"/>
              </p:custDataLst>
            </p:nvPr>
          </p:nvSpPr>
          <p:spPr>
            <a:xfrm>
              <a:off x="14316146" y="4290561"/>
              <a:ext cx="120532" cy="140316"/>
            </a:xfrm>
            <a:custGeom>
              <a:avLst/>
              <a:gdLst>
                <a:gd name="connsiteX0" fmla="*/ 116086 w 120532"/>
                <a:gd name="connsiteY0" fmla="*/ 88432 h 140316"/>
                <a:gd name="connsiteX1" fmla="*/ 69263 w 120532"/>
                <a:gd name="connsiteY1" fmla="*/ 119780 h 140316"/>
                <a:gd name="connsiteX2" fmla="*/ 30293 w 120532"/>
                <a:gd name="connsiteY2" fmla="*/ 94105 h 140316"/>
                <a:gd name="connsiteX3" fmla="*/ 22137 w 120532"/>
                <a:gd name="connsiteY3" fmla="*/ 54697 h 140316"/>
                <a:gd name="connsiteX4" fmla="*/ 115180 w 120532"/>
                <a:gd name="connsiteY4" fmla="*/ 54697 h 140316"/>
                <a:gd name="connsiteX5" fmla="*/ 102190 w 120532"/>
                <a:gd name="connsiteY5" fmla="*/ 17080 h 140316"/>
                <a:gd name="connsiteX6" fmla="*/ 63523 w 120532"/>
                <a:gd name="connsiteY6" fmla="*/ 63 h 140316"/>
                <a:gd name="connsiteX7" fmla="*/ 22741 w 120532"/>
                <a:gd name="connsiteY7" fmla="*/ 15587 h 140316"/>
                <a:gd name="connsiteX8" fmla="*/ 387 w 120532"/>
                <a:gd name="connsiteY8" fmla="*/ 73505 h 140316"/>
                <a:gd name="connsiteX9" fmla="*/ 56877 w 120532"/>
                <a:gd name="connsiteY9" fmla="*/ 140379 h 140316"/>
                <a:gd name="connsiteX10" fmla="*/ 120919 w 120532"/>
                <a:gd name="connsiteY10" fmla="*/ 90522 h 140316"/>
                <a:gd name="connsiteX11" fmla="*/ 116086 w 120532"/>
                <a:gd name="connsiteY11" fmla="*/ 88432 h 140316"/>
                <a:gd name="connsiteX12" fmla="*/ 22741 w 120532"/>
                <a:gd name="connsiteY12" fmla="*/ 45143 h 140316"/>
                <a:gd name="connsiteX13" fmla="*/ 54762 w 120532"/>
                <a:gd name="connsiteY13" fmla="*/ 10810 h 140316"/>
                <a:gd name="connsiteX14" fmla="*/ 84367 w 120532"/>
                <a:gd name="connsiteY14" fmla="*/ 45143 h 140316"/>
                <a:gd name="connsiteX15" fmla="*/ 22741 w 120532"/>
                <a:gd name="connsiteY15" fmla="*/ 4514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6086" y="88432"/>
                  </a:moveTo>
                  <a:cubicBezTo>
                    <a:pt x="101586" y="111122"/>
                    <a:pt x="88596" y="119780"/>
                    <a:pt x="69263" y="119780"/>
                  </a:cubicBezTo>
                  <a:cubicBezTo>
                    <a:pt x="52044" y="119780"/>
                    <a:pt x="39054" y="111122"/>
                    <a:pt x="30293" y="94105"/>
                  </a:cubicBezTo>
                  <a:cubicBezTo>
                    <a:pt x="24856" y="82760"/>
                    <a:pt x="22741" y="72908"/>
                    <a:pt x="22137" y="54697"/>
                  </a:cubicBezTo>
                  <a:lnTo>
                    <a:pt x="115180" y="54697"/>
                  </a:lnTo>
                  <a:cubicBezTo>
                    <a:pt x="112763" y="35291"/>
                    <a:pt x="109742" y="26633"/>
                    <a:pt x="102190" y="17080"/>
                  </a:cubicBezTo>
                  <a:cubicBezTo>
                    <a:pt x="93127" y="6332"/>
                    <a:pt x="79231" y="63"/>
                    <a:pt x="63523" y="63"/>
                  </a:cubicBezTo>
                  <a:cubicBezTo>
                    <a:pt x="48419" y="63"/>
                    <a:pt x="34220" y="5437"/>
                    <a:pt x="22741" y="15587"/>
                  </a:cubicBezTo>
                  <a:cubicBezTo>
                    <a:pt x="8543" y="27828"/>
                    <a:pt x="387" y="49024"/>
                    <a:pt x="387" y="73505"/>
                  </a:cubicBezTo>
                  <a:cubicBezTo>
                    <a:pt x="387" y="114704"/>
                    <a:pt x="22137" y="140379"/>
                    <a:pt x="56877" y="140379"/>
                  </a:cubicBezTo>
                  <a:cubicBezTo>
                    <a:pt x="85575" y="140379"/>
                    <a:pt x="108232" y="122765"/>
                    <a:pt x="120919" y="90522"/>
                  </a:cubicBezTo>
                  <a:lnTo>
                    <a:pt x="116086" y="88432"/>
                  </a:lnTo>
                  <a:close/>
                  <a:moveTo>
                    <a:pt x="22741" y="45143"/>
                  </a:moveTo>
                  <a:cubicBezTo>
                    <a:pt x="26064" y="21857"/>
                    <a:pt x="36335" y="10810"/>
                    <a:pt x="54762" y="10810"/>
                  </a:cubicBezTo>
                  <a:cubicBezTo>
                    <a:pt x="73190" y="10810"/>
                    <a:pt x="80440" y="19170"/>
                    <a:pt x="84367" y="45143"/>
                  </a:cubicBezTo>
                  <a:lnTo>
                    <a:pt x="22741" y="4514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DCACC12-CC35-CB76-7D95-AC62153273C1}"/>
                </a:ext>
              </a:extLst>
            </p:cNvPr>
            <p:cNvSpPr/>
            <p:nvPr>
              <p:custDataLst>
                <p:tags r:id="rId469"/>
              </p:custDataLst>
            </p:nvPr>
          </p:nvSpPr>
          <p:spPr>
            <a:xfrm>
              <a:off x="14450774" y="4290561"/>
              <a:ext cx="116907" cy="140316"/>
            </a:xfrm>
            <a:custGeom>
              <a:avLst/>
              <a:gdLst>
                <a:gd name="connsiteX0" fmla="*/ 113070 w 116907"/>
                <a:gd name="connsiteY0" fmla="*/ 90821 h 140316"/>
                <a:gd name="connsiteX1" fmla="*/ 70475 w 116907"/>
                <a:gd name="connsiteY1" fmla="*/ 118884 h 140316"/>
                <a:gd name="connsiteX2" fmla="*/ 23652 w 116907"/>
                <a:gd name="connsiteY2" fmla="*/ 60668 h 140316"/>
                <a:gd name="connsiteX3" fmla="*/ 64736 w 116907"/>
                <a:gd name="connsiteY3" fmla="*/ 8721 h 140316"/>
                <a:gd name="connsiteX4" fmla="*/ 82559 w 116907"/>
                <a:gd name="connsiteY4" fmla="*/ 23051 h 140316"/>
                <a:gd name="connsiteX5" fmla="*/ 84371 w 116907"/>
                <a:gd name="connsiteY5" fmla="*/ 29619 h 140316"/>
                <a:gd name="connsiteX6" fmla="*/ 98569 w 116907"/>
                <a:gd name="connsiteY6" fmla="*/ 43352 h 140316"/>
                <a:gd name="connsiteX7" fmla="*/ 113070 w 116907"/>
                <a:gd name="connsiteY7" fmla="*/ 30813 h 140316"/>
                <a:gd name="connsiteX8" fmla="*/ 66548 w 116907"/>
                <a:gd name="connsiteY8" fmla="*/ 63 h 140316"/>
                <a:gd name="connsiteX9" fmla="*/ 23954 w 116907"/>
                <a:gd name="connsiteY9" fmla="*/ 16781 h 140316"/>
                <a:gd name="connsiteX10" fmla="*/ 391 w 116907"/>
                <a:gd name="connsiteY10" fmla="*/ 73804 h 140316"/>
                <a:gd name="connsiteX11" fmla="*/ 57788 w 116907"/>
                <a:gd name="connsiteY11" fmla="*/ 140379 h 140316"/>
                <a:gd name="connsiteX12" fmla="*/ 94340 w 116907"/>
                <a:gd name="connsiteY12" fmla="*/ 126348 h 140316"/>
                <a:gd name="connsiteX13" fmla="*/ 117299 w 116907"/>
                <a:gd name="connsiteY13" fmla="*/ 93508 h 140316"/>
                <a:gd name="connsiteX14" fmla="*/ 113070 w 116907"/>
                <a:gd name="connsiteY14" fmla="*/ 90821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7" h="140316">
                  <a:moveTo>
                    <a:pt x="113070" y="90821"/>
                  </a:moveTo>
                  <a:cubicBezTo>
                    <a:pt x="98569" y="111719"/>
                    <a:pt x="87694" y="118884"/>
                    <a:pt x="70475" y="118884"/>
                  </a:cubicBezTo>
                  <a:cubicBezTo>
                    <a:pt x="42985" y="118884"/>
                    <a:pt x="23652" y="95000"/>
                    <a:pt x="23652" y="60668"/>
                  </a:cubicBezTo>
                  <a:cubicBezTo>
                    <a:pt x="23652" y="29917"/>
                    <a:pt x="40267" y="8721"/>
                    <a:pt x="64736" y="8721"/>
                  </a:cubicBezTo>
                  <a:cubicBezTo>
                    <a:pt x="75611" y="8721"/>
                    <a:pt x="79538" y="12005"/>
                    <a:pt x="82559" y="23051"/>
                  </a:cubicBezTo>
                  <a:lnTo>
                    <a:pt x="84371" y="29619"/>
                  </a:lnTo>
                  <a:cubicBezTo>
                    <a:pt x="86788" y="37978"/>
                    <a:pt x="92226" y="43352"/>
                    <a:pt x="98569" y="43352"/>
                  </a:cubicBezTo>
                  <a:cubicBezTo>
                    <a:pt x="106424" y="43352"/>
                    <a:pt x="113070" y="37680"/>
                    <a:pt x="113070" y="30813"/>
                  </a:cubicBezTo>
                  <a:cubicBezTo>
                    <a:pt x="113070" y="14094"/>
                    <a:pt x="91924" y="63"/>
                    <a:pt x="66548" y="63"/>
                  </a:cubicBezTo>
                  <a:cubicBezTo>
                    <a:pt x="51746" y="63"/>
                    <a:pt x="36339" y="6034"/>
                    <a:pt x="23954" y="16781"/>
                  </a:cubicBezTo>
                  <a:cubicBezTo>
                    <a:pt x="8850" y="29917"/>
                    <a:pt x="391" y="50219"/>
                    <a:pt x="391" y="73804"/>
                  </a:cubicBezTo>
                  <a:cubicBezTo>
                    <a:pt x="391" y="112615"/>
                    <a:pt x="24256" y="140379"/>
                    <a:pt x="57788" y="140379"/>
                  </a:cubicBezTo>
                  <a:cubicBezTo>
                    <a:pt x="71382" y="140379"/>
                    <a:pt x="83465" y="135603"/>
                    <a:pt x="94340" y="126348"/>
                  </a:cubicBezTo>
                  <a:cubicBezTo>
                    <a:pt x="102497" y="119183"/>
                    <a:pt x="108236" y="111122"/>
                    <a:pt x="117299" y="93508"/>
                  </a:cubicBezTo>
                  <a:lnTo>
                    <a:pt x="113070" y="90821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3EC32DD-8CC8-8847-E64F-E52B4C044859}"/>
                </a:ext>
              </a:extLst>
            </p:cNvPr>
            <p:cNvSpPr/>
            <p:nvPr>
              <p:custDataLst>
                <p:tags r:id="rId470"/>
              </p:custDataLst>
            </p:nvPr>
          </p:nvSpPr>
          <p:spPr>
            <a:xfrm>
              <a:off x="14589027" y="4290561"/>
              <a:ext cx="122345" cy="140316"/>
            </a:xfrm>
            <a:custGeom>
              <a:avLst/>
              <a:gdLst>
                <a:gd name="connsiteX0" fmla="*/ 122741 w 122345"/>
                <a:gd name="connsiteY0" fmla="*/ 117690 h 140316"/>
                <a:gd name="connsiteX1" fmla="*/ 109449 w 122345"/>
                <a:gd name="connsiteY1" fmla="*/ 123362 h 140316"/>
                <a:gd name="connsiteX2" fmla="*/ 100386 w 122345"/>
                <a:gd name="connsiteY2" fmla="*/ 106047 h 140316"/>
                <a:gd name="connsiteX3" fmla="*/ 100386 w 122345"/>
                <a:gd name="connsiteY3" fmla="*/ 47830 h 140316"/>
                <a:gd name="connsiteX4" fmla="*/ 94345 w 122345"/>
                <a:gd name="connsiteY4" fmla="*/ 16483 h 140316"/>
                <a:gd name="connsiteX5" fmla="*/ 56886 w 122345"/>
                <a:gd name="connsiteY5" fmla="*/ 63 h 140316"/>
                <a:gd name="connsiteX6" fmla="*/ 6135 w 122345"/>
                <a:gd name="connsiteY6" fmla="*/ 33500 h 140316"/>
                <a:gd name="connsiteX7" fmla="*/ 19125 w 122345"/>
                <a:gd name="connsiteY7" fmla="*/ 46337 h 140316"/>
                <a:gd name="connsiteX8" fmla="*/ 32719 w 122345"/>
                <a:gd name="connsiteY8" fmla="*/ 33798 h 140316"/>
                <a:gd name="connsiteX9" fmla="*/ 32115 w 122345"/>
                <a:gd name="connsiteY9" fmla="*/ 29022 h 140316"/>
                <a:gd name="connsiteX10" fmla="*/ 31208 w 122345"/>
                <a:gd name="connsiteY10" fmla="*/ 21857 h 140316"/>
                <a:gd name="connsiteX11" fmla="*/ 52959 w 122345"/>
                <a:gd name="connsiteY11" fmla="*/ 7228 h 140316"/>
                <a:gd name="connsiteX12" fmla="*/ 75917 w 122345"/>
                <a:gd name="connsiteY12" fmla="*/ 32007 h 140316"/>
                <a:gd name="connsiteX13" fmla="*/ 75917 w 122345"/>
                <a:gd name="connsiteY13" fmla="*/ 50219 h 140316"/>
                <a:gd name="connsiteX14" fmla="*/ 11271 w 122345"/>
                <a:gd name="connsiteY14" fmla="*/ 82462 h 140316"/>
                <a:gd name="connsiteX15" fmla="*/ 396 w 122345"/>
                <a:gd name="connsiteY15" fmla="*/ 108435 h 140316"/>
                <a:gd name="connsiteX16" fmla="*/ 32115 w 122345"/>
                <a:gd name="connsiteY16" fmla="*/ 140379 h 140316"/>
                <a:gd name="connsiteX17" fmla="*/ 76219 w 122345"/>
                <a:gd name="connsiteY17" fmla="*/ 118586 h 140316"/>
                <a:gd name="connsiteX18" fmla="*/ 95553 w 122345"/>
                <a:gd name="connsiteY18" fmla="*/ 140379 h 140316"/>
                <a:gd name="connsiteX19" fmla="*/ 122741 w 122345"/>
                <a:gd name="connsiteY19" fmla="*/ 125452 h 140316"/>
                <a:gd name="connsiteX20" fmla="*/ 122741 w 122345"/>
                <a:gd name="connsiteY20" fmla="*/ 117690 h 140316"/>
                <a:gd name="connsiteX21" fmla="*/ 75917 w 122345"/>
                <a:gd name="connsiteY21" fmla="*/ 100673 h 140316"/>
                <a:gd name="connsiteX22" fmla="*/ 68063 w 122345"/>
                <a:gd name="connsiteY22" fmla="*/ 116197 h 140316"/>
                <a:gd name="connsiteX23" fmla="*/ 46011 w 122345"/>
                <a:gd name="connsiteY23" fmla="*/ 123064 h 140316"/>
                <a:gd name="connsiteX24" fmla="*/ 26979 w 122345"/>
                <a:gd name="connsiteY24" fmla="*/ 100076 h 140316"/>
                <a:gd name="connsiteX25" fmla="*/ 26979 w 122345"/>
                <a:gd name="connsiteY25" fmla="*/ 98882 h 140316"/>
                <a:gd name="connsiteX26" fmla="*/ 75917 w 122345"/>
                <a:gd name="connsiteY26" fmla="*/ 57384 h 140316"/>
                <a:gd name="connsiteX27" fmla="*/ 75917 w 122345"/>
                <a:gd name="connsiteY27" fmla="*/ 10067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741" y="117690"/>
                  </a:moveTo>
                  <a:cubicBezTo>
                    <a:pt x="117605" y="121870"/>
                    <a:pt x="113980" y="123362"/>
                    <a:pt x="109449" y="123362"/>
                  </a:cubicBezTo>
                  <a:cubicBezTo>
                    <a:pt x="102501" y="123362"/>
                    <a:pt x="100386" y="119183"/>
                    <a:pt x="100386" y="106047"/>
                  </a:cubicBezTo>
                  <a:lnTo>
                    <a:pt x="100386" y="47830"/>
                  </a:lnTo>
                  <a:cubicBezTo>
                    <a:pt x="100386" y="32306"/>
                    <a:pt x="98876" y="23648"/>
                    <a:pt x="94345" y="16483"/>
                  </a:cubicBezTo>
                  <a:cubicBezTo>
                    <a:pt x="87699" y="5735"/>
                    <a:pt x="74709" y="63"/>
                    <a:pt x="56886" y="63"/>
                  </a:cubicBezTo>
                  <a:cubicBezTo>
                    <a:pt x="28490" y="63"/>
                    <a:pt x="6135" y="14692"/>
                    <a:pt x="6135" y="33500"/>
                  </a:cubicBezTo>
                  <a:cubicBezTo>
                    <a:pt x="6135" y="40367"/>
                    <a:pt x="12177" y="46337"/>
                    <a:pt x="19125" y="46337"/>
                  </a:cubicBezTo>
                  <a:cubicBezTo>
                    <a:pt x="26375" y="46337"/>
                    <a:pt x="32719" y="40367"/>
                    <a:pt x="32719" y="33798"/>
                  </a:cubicBezTo>
                  <a:cubicBezTo>
                    <a:pt x="32719" y="32604"/>
                    <a:pt x="32417" y="31112"/>
                    <a:pt x="32115" y="29022"/>
                  </a:cubicBezTo>
                  <a:cubicBezTo>
                    <a:pt x="31510" y="26335"/>
                    <a:pt x="31208" y="23946"/>
                    <a:pt x="31208" y="21857"/>
                  </a:cubicBezTo>
                  <a:cubicBezTo>
                    <a:pt x="31208" y="13796"/>
                    <a:pt x="40875" y="7228"/>
                    <a:pt x="52959" y="7228"/>
                  </a:cubicBezTo>
                  <a:cubicBezTo>
                    <a:pt x="67761" y="7228"/>
                    <a:pt x="75917" y="15886"/>
                    <a:pt x="75917" y="32007"/>
                  </a:cubicBezTo>
                  <a:lnTo>
                    <a:pt x="75917" y="50219"/>
                  </a:lnTo>
                  <a:cubicBezTo>
                    <a:pt x="29396" y="68728"/>
                    <a:pt x="24260" y="71117"/>
                    <a:pt x="11271" y="82462"/>
                  </a:cubicBezTo>
                  <a:cubicBezTo>
                    <a:pt x="4625" y="88432"/>
                    <a:pt x="396" y="98583"/>
                    <a:pt x="396" y="108435"/>
                  </a:cubicBezTo>
                  <a:cubicBezTo>
                    <a:pt x="396" y="127243"/>
                    <a:pt x="13687" y="140379"/>
                    <a:pt x="32115" y="140379"/>
                  </a:cubicBezTo>
                  <a:cubicBezTo>
                    <a:pt x="45406" y="140379"/>
                    <a:pt x="57792" y="134110"/>
                    <a:pt x="76219" y="118586"/>
                  </a:cubicBezTo>
                  <a:cubicBezTo>
                    <a:pt x="77730" y="134110"/>
                    <a:pt x="83167" y="140379"/>
                    <a:pt x="95553" y="140379"/>
                  </a:cubicBezTo>
                  <a:cubicBezTo>
                    <a:pt x="105824" y="140379"/>
                    <a:pt x="112168" y="136797"/>
                    <a:pt x="122741" y="125452"/>
                  </a:cubicBezTo>
                  <a:lnTo>
                    <a:pt x="122741" y="117690"/>
                  </a:lnTo>
                  <a:close/>
                  <a:moveTo>
                    <a:pt x="75917" y="100673"/>
                  </a:moveTo>
                  <a:cubicBezTo>
                    <a:pt x="75917" y="109928"/>
                    <a:pt x="74407" y="112615"/>
                    <a:pt x="68063" y="116197"/>
                  </a:cubicBezTo>
                  <a:cubicBezTo>
                    <a:pt x="60813" y="120377"/>
                    <a:pt x="52354" y="123064"/>
                    <a:pt x="46011" y="123064"/>
                  </a:cubicBezTo>
                  <a:cubicBezTo>
                    <a:pt x="35438" y="123064"/>
                    <a:pt x="26979" y="112913"/>
                    <a:pt x="26979" y="100076"/>
                  </a:cubicBezTo>
                  <a:lnTo>
                    <a:pt x="26979" y="98882"/>
                  </a:lnTo>
                  <a:cubicBezTo>
                    <a:pt x="26979" y="81267"/>
                    <a:pt x="39365" y="70520"/>
                    <a:pt x="75917" y="57384"/>
                  </a:cubicBezTo>
                  <a:lnTo>
                    <a:pt x="75917" y="1006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DDDC60C-D1CD-4EA9-8631-25725F869B16}"/>
                </a:ext>
              </a:extLst>
            </p:cNvPr>
            <p:cNvSpPr/>
            <p:nvPr>
              <p:custDataLst>
                <p:tags r:id="rId471"/>
              </p:custDataLst>
            </p:nvPr>
          </p:nvSpPr>
          <p:spPr>
            <a:xfrm>
              <a:off x="14718217" y="4223986"/>
              <a:ext cx="71896" cy="203907"/>
            </a:xfrm>
            <a:custGeom>
              <a:avLst/>
              <a:gdLst>
                <a:gd name="connsiteX0" fmla="*/ 400 w 71896"/>
                <a:gd name="connsiteY0" fmla="*/ 17976 h 203907"/>
                <a:gd name="connsiteX1" fmla="*/ 2212 w 71896"/>
                <a:gd name="connsiteY1" fmla="*/ 17976 h 203907"/>
                <a:gd name="connsiteX2" fmla="*/ 11577 w 71896"/>
                <a:gd name="connsiteY2" fmla="*/ 17378 h 203907"/>
                <a:gd name="connsiteX3" fmla="*/ 24265 w 71896"/>
                <a:gd name="connsiteY3" fmla="*/ 35590 h 203907"/>
                <a:gd name="connsiteX4" fmla="*/ 24265 w 71896"/>
                <a:gd name="connsiteY4" fmla="*/ 177996 h 203907"/>
                <a:gd name="connsiteX5" fmla="*/ 1004 w 71896"/>
                <a:gd name="connsiteY5" fmla="*/ 199492 h 203907"/>
                <a:gd name="connsiteX6" fmla="*/ 1004 w 71896"/>
                <a:gd name="connsiteY6" fmla="*/ 203970 h 203907"/>
                <a:gd name="connsiteX7" fmla="*/ 72297 w 71896"/>
                <a:gd name="connsiteY7" fmla="*/ 203970 h 203907"/>
                <a:gd name="connsiteX8" fmla="*/ 72297 w 71896"/>
                <a:gd name="connsiteY8" fmla="*/ 199492 h 203907"/>
                <a:gd name="connsiteX9" fmla="*/ 49640 w 71896"/>
                <a:gd name="connsiteY9" fmla="*/ 178892 h 203907"/>
                <a:gd name="connsiteX10" fmla="*/ 49640 w 71896"/>
                <a:gd name="connsiteY10" fmla="*/ 660 h 203907"/>
                <a:gd name="connsiteX11" fmla="*/ 48432 w 71896"/>
                <a:gd name="connsiteY11" fmla="*/ 63 h 203907"/>
                <a:gd name="connsiteX12" fmla="*/ 400 w 71896"/>
                <a:gd name="connsiteY12" fmla="*/ 13199 h 203907"/>
                <a:gd name="connsiteX13" fmla="*/ 400 w 71896"/>
                <a:gd name="connsiteY13" fmla="*/ 17976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96" h="203907">
                  <a:moveTo>
                    <a:pt x="400" y="17976"/>
                  </a:moveTo>
                  <a:lnTo>
                    <a:pt x="2212" y="17976"/>
                  </a:lnTo>
                  <a:cubicBezTo>
                    <a:pt x="5535" y="17677"/>
                    <a:pt x="9160" y="17378"/>
                    <a:pt x="11577" y="17378"/>
                  </a:cubicBezTo>
                  <a:cubicBezTo>
                    <a:pt x="21244" y="17378"/>
                    <a:pt x="24265" y="21558"/>
                    <a:pt x="24265" y="35590"/>
                  </a:cubicBezTo>
                  <a:lnTo>
                    <a:pt x="24265" y="177996"/>
                  </a:lnTo>
                  <a:cubicBezTo>
                    <a:pt x="24265" y="194118"/>
                    <a:pt x="20036" y="197999"/>
                    <a:pt x="1004" y="199492"/>
                  </a:cubicBezTo>
                  <a:lnTo>
                    <a:pt x="1004" y="203970"/>
                  </a:lnTo>
                  <a:lnTo>
                    <a:pt x="72297" y="203970"/>
                  </a:lnTo>
                  <a:lnTo>
                    <a:pt x="72297" y="199492"/>
                  </a:lnTo>
                  <a:cubicBezTo>
                    <a:pt x="53265" y="198297"/>
                    <a:pt x="49640" y="195312"/>
                    <a:pt x="49640" y="178892"/>
                  </a:cubicBezTo>
                  <a:lnTo>
                    <a:pt x="49640" y="660"/>
                  </a:lnTo>
                  <a:lnTo>
                    <a:pt x="48432" y="63"/>
                  </a:lnTo>
                  <a:cubicBezTo>
                    <a:pt x="32723" y="5138"/>
                    <a:pt x="21244" y="8124"/>
                    <a:pt x="400" y="13199"/>
                  </a:cubicBezTo>
                  <a:lnTo>
                    <a:pt x="400" y="17976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6D3A4DE-3FF6-34EC-8E85-14B4F953570D}"/>
                </a:ext>
              </a:extLst>
            </p:cNvPr>
            <p:cNvSpPr/>
            <p:nvPr>
              <p:custDataLst>
                <p:tags r:id="rId472"/>
              </p:custDataLst>
            </p:nvPr>
          </p:nvSpPr>
          <p:spPr>
            <a:xfrm>
              <a:off x="14802509" y="4223986"/>
              <a:ext cx="71896" cy="203907"/>
            </a:xfrm>
            <a:custGeom>
              <a:avLst/>
              <a:gdLst>
                <a:gd name="connsiteX0" fmla="*/ 403 w 71896"/>
                <a:gd name="connsiteY0" fmla="*/ 17976 h 203907"/>
                <a:gd name="connsiteX1" fmla="*/ 2215 w 71896"/>
                <a:gd name="connsiteY1" fmla="*/ 17976 h 203907"/>
                <a:gd name="connsiteX2" fmla="*/ 11580 w 71896"/>
                <a:gd name="connsiteY2" fmla="*/ 17378 h 203907"/>
                <a:gd name="connsiteX3" fmla="*/ 24268 w 71896"/>
                <a:gd name="connsiteY3" fmla="*/ 35590 h 203907"/>
                <a:gd name="connsiteX4" fmla="*/ 24268 w 71896"/>
                <a:gd name="connsiteY4" fmla="*/ 177996 h 203907"/>
                <a:gd name="connsiteX5" fmla="*/ 1007 w 71896"/>
                <a:gd name="connsiteY5" fmla="*/ 199492 h 203907"/>
                <a:gd name="connsiteX6" fmla="*/ 1007 w 71896"/>
                <a:gd name="connsiteY6" fmla="*/ 203970 h 203907"/>
                <a:gd name="connsiteX7" fmla="*/ 72299 w 71896"/>
                <a:gd name="connsiteY7" fmla="*/ 203970 h 203907"/>
                <a:gd name="connsiteX8" fmla="*/ 72299 w 71896"/>
                <a:gd name="connsiteY8" fmla="*/ 199492 h 203907"/>
                <a:gd name="connsiteX9" fmla="*/ 49643 w 71896"/>
                <a:gd name="connsiteY9" fmla="*/ 178892 h 203907"/>
                <a:gd name="connsiteX10" fmla="*/ 49643 w 71896"/>
                <a:gd name="connsiteY10" fmla="*/ 660 h 203907"/>
                <a:gd name="connsiteX11" fmla="*/ 48435 w 71896"/>
                <a:gd name="connsiteY11" fmla="*/ 63 h 203907"/>
                <a:gd name="connsiteX12" fmla="*/ 403 w 71896"/>
                <a:gd name="connsiteY12" fmla="*/ 13199 h 203907"/>
                <a:gd name="connsiteX13" fmla="*/ 403 w 71896"/>
                <a:gd name="connsiteY13" fmla="*/ 17976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96" h="203907">
                  <a:moveTo>
                    <a:pt x="403" y="17976"/>
                  </a:moveTo>
                  <a:lnTo>
                    <a:pt x="2215" y="17976"/>
                  </a:lnTo>
                  <a:cubicBezTo>
                    <a:pt x="5538" y="17677"/>
                    <a:pt x="9163" y="17378"/>
                    <a:pt x="11580" y="17378"/>
                  </a:cubicBezTo>
                  <a:cubicBezTo>
                    <a:pt x="21247" y="17378"/>
                    <a:pt x="24268" y="21558"/>
                    <a:pt x="24268" y="35590"/>
                  </a:cubicBezTo>
                  <a:lnTo>
                    <a:pt x="24268" y="177996"/>
                  </a:lnTo>
                  <a:cubicBezTo>
                    <a:pt x="24268" y="194118"/>
                    <a:pt x="20038" y="197999"/>
                    <a:pt x="1007" y="199492"/>
                  </a:cubicBezTo>
                  <a:lnTo>
                    <a:pt x="1007" y="203970"/>
                  </a:lnTo>
                  <a:lnTo>
                    <a:pt x="72299" y="203970"/>
                  </a:lnTo>
                  <a:lnTo>
                    <a:pt x="72299" y="199492"/>
                  </a:lnTo>
                  <a:cubicBezTo>
                    <a:pt x="53268" y="198297"/>
                    <a:pt x="49643" y="195312"/>
                    <a:pt x="49643" y="178892"/>
                  </a:cubicBezTo>
                  <a:lnTo>
                    <a:pt x="49643" y="660"/>
                  </a:lnTo>
                  <a:lnTo>
                    <a:pt x="48435" y="63"/>
                  </a:lnTo>
                  <a:cubicBezTo>
                    <a:pt x="32726" y="5138"/>
                    <a:pt x="21247" y="8124"/>
                    <a:pt x="403" y="13199"/>
                  </a:cubicBezTo>
                  <a:lnTo>
                    <a:pt x="403" y="17976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165705B-C358-F4FD-CCC5-39F349A06BF7}"/>
                </a:ext>
              </a:extLst>
            </p:cNvPr>
            <p:cNvSpPr/>
            <p:nvPr>
              <p:custDataLst>
                <p:tags r:id="rId473"/>
              </p:custDataLst>
            </p:nvPr>
          </p:nvSpPr>
          <p:spPr>
            <a:xfrm>
              <a:off x="4423890" y="4614633"/>
              <a:ext cx="80355" cy="175843"/>
            </a:xfrm>
            <a:custGeom>
              <a:avLst/>
              <a:gdLst>
                <a:gd name="connsiteX0" fmla="*/ 73167 w 80355"/>
                <a:gd name="connsiteY0" fmla="*/ 38587 h 175843"/>
                <a:gd name="connsiteX1" fmla="*/ 42656 w 80355"/>
                <a:gd name="connsiteY1" fmla="*/ 38587 h 175843"/>
                <a:gd name="connsiteX2" fmla="*/ 42656 w 80355"/>
                <a:gd name="connsiteY2" fmla="*/ 3956 h 175843"/>
                <a:gd name="connsiteX3" fmla="*/ 40541 w 80355"/>
                <a:gd name="connsiteY3" fmla="*/ 75 h 175843"/>
                <a:gd name="connsiteX4" fmla="*/ 34500 w 80355"/>
                <a:gd name="connsiteY4" fmla="*/ 8434 h 175843"/>
                <a:gd name="connsiteX5" fmla="*/ 5197 w 80355"/>
                <a:gd name="connsiteY5" fmla="*/ 40378 h 175843"/>
                <a:gd name="connsiteX6" fmla="*/ 62 w 80355"/>
                <a:gd name="connsiteY6" fmla="*/ 46051 h 175843"/>
                <a:gd name="connsiteX7" fmla="*/ 1270 w 80355"/>
                <a:gd name="connsiteY7" fmla="*/ 48141 h 175843"/>
                <a:gd name="connsiteX8" fmla="*/ 17281 w 80355"/>
                <a:gd name="connsiteY8" fmla="*/ 48141 h 175843"/>
                <a:gd name="connsiteX9" fmla="*/ 17281 w 80355"/>
                <a:gd name="connsiteY9" fmla="*/ 138003 h 175843"/>
                <a:gd name="connsiteX10" fmla="*/ 44167 w 80355"/>
                <a:gd name="connsiteY10" fmla="*/ 175918 h 175843"/>
                <a:gd name="connsiteX11" fmla="*/ 80417 w 80355"/>
                <a:gd name="connsiteY11" fmla="*/ 153229 h 175843"/>
                <a:gd name="connsiteX12" fmla="*/ 76490 w 80355"/>
                <a:gd name="connsiteY12" fmla="*/ 149945 h 175843"/>
                <a:gd name="connsiteX13" fmla="*/ 58365 w 80355"/>
                <a:gd name="connsiteY13" fmla="*/ 160394 h 175843"/>
                <a:gd name="connsiteX14" fmla="*/ 42656 w 80355"/>
                <a:gd name="connsiteY14" fmla="*/ 133525 h 175843"/>
                <a:gd name="connsiteX15" fmla="*/ 42656 w 80355"/>
                <a:gd name="connsiteY15" fmla="*/ 48141 h 175843"/>
                <a:gd name="connsiteX16" fmla="*/ 73167 w 80355"/>
                <a:gd name="connsiteY16" fmla="*/ 48141 h 175843"/>
                <a:gd name="connsiteX17" fmla="*/ 73167 w 80355"/>
                <a:gd name="connsiteY17" fmla="*/ 38587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167" y="38587"/>
                  </a:moveTo>
                  <a:lnTo>
                    <a:pt x="42656" y="38587"/>
                  </a:lnTo>
                  <a:lnTo>
                    <a:pt x="42656" y="3956"/>
                  </a:lnTo>
                  <a:cubicBezTo>
                    <a:pt x="42656" y="970"/>
                    <a:pt x="42354" y="75"/>
                    <a:pt x="40541" y="75"/>
                  </a:cubicBezTo>
                  <a:cubicBezTo>
                    <a:pt x="38427" y="2762"/>
                    <a:pt x="36614" y="5449"/>
                    <a:pt x="34500" y="8434"/>
                  </a:cubicBezTo>
                  <a:cubicBezTo>
                    <a:pt x="23020" y="24854"/>
                    <a:pt x="10031" y="39184"/>
                    <a:pt x="5197" y="40378"/>
                  </a:cubicBezTo>
                  <a:cubicBezTo>
                    <a:pt x="1874" y="42468"/>
                    <a:pt x="62" y="44558"/>
                    <a:pt x="62" y="46051"/>
                  </a:cubicBezTo>
                  <a:cubicBezTo>
                    <a:pt x="62" y="46946"/>
                    <a:pt x="364" y="47544"/>
                    <a:pt x="1270" y="48141"/>
                  </a:cubicBezTo>
                  <a:lnTo>
                    <a:pt x="17281" y="48141"/>
                  </a:lnTo>
                  <a:lnTo>
                    <a:pt x="17281" y="138003"/>
                  </a:lnTo>
                  <a:cubicBezTo>
                    <a:pt x="17281" y="163081"/>
                    <a:pt x="26343" y="175918"/>
                    <a:pt x="44167" y="175918"/>
                  </a:cubicBezTo>
                  <a:cubicBezTo>
                    <a:pt x="58969" y="175918"/>
                    <a:pt x="70448" y="168753"/>
                    <a:pt x="80417" y="153229"/>
                  </a:cubicBezTo>
                  <a:lnTo>
                    <a:pt x="76490" y="149945"/>
                  </a:lnTo>
                  <a:cubicBezTo>
                    <a:pt x="70146" y="157409"/>
                    <a:pt x="65011" y="160394"/>
                    <a:pt x="58365" y="160394"/>
                  </a:cubicBezTo>
                  <a:cubicBezTo>
                    <a:pt x="47187" y="160394"/>
                    <a:pt x="42656" y="152333"/>
                    <a:pt x="42656" y="133525"/>
                  </a:cubicBezTo>
                  <a:lnTo>
                    <a:pt x="42656" y="48141"/>
                  </a:lnTo>
                  <a:lnTo>
                    <a:pt x="73167" y="48141"/>
                  </a:lnTo>
                  <a:lnTo>
                    <a:pt x="73167" y="38587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68D524E-33E3-ECF3-6202-AC5A653197FA}"/>
                </a:ext>
              </a:extLst>
            </p:cNvPr>
            <p:cNvSpPr/>
            <p:nvPr>
              <p:custDataLst>
                <p:tags r:id="rId474"/>
              </p:custDataLst>
            </p:nvPr>
          </p:nvSpPr>
          <p:spPr>
            <a:xfrm>
              <a:off x="4506974" y="4583584"/>
              <a:ext cx="144397" cy="203907"/>
            </a:xfrm>
            <a:custGeom>
              <a:avLst/>
              <a:gdLst>
                <a:gd name="connsiteX0" fmla="*/ 44773 w 144397"/>
                <a:gd name="connsiteY0" fmla="*/ 101580 h 203907"/>
                <a:gd name="connsiteX1" fmla="*/ 78305 w 144397"/>
                <a:gd name="connsiteY1" fmla="*/ 82772 h 203907"/>
                <a:gd name="connsiteX2" fmla="*/ 100962 w 144397"/>
                <a:gd name="connsiteY2" fmla="*/ 114418 h 203907"/>
                <a:gd name="connsiteX3" fmla="*/ 100962 w 144397"/>
                <a:gd name="connsiteY3" fmla="*/ 173530 h 203907"/>
                <a:gd name="connsiteX4" fmla="*/ 80420 w 144397"/>
                <a:gd name="connsiteY4" fmla="*/ 199504 h 203907"/>
                <a:gd name="connsiteX5" fmla="*/ 80420 w 144397"/>
                <a:gd name="connsiteY5" fmla="*/ 203982 h 203907"/>
                <a:gd name="connsiteX6" fmla="*/ 144462 w 144397"/>
                <a:gd name="connsiteY6" fmla="*/ 203982 h 203907"/>
                <a:gd name="connsiteX7" fmla="*/ 144462 w 144397"/>
                <a:gd name="connsiteY7" fmla="*/ 199504 h 203907"/>
                <a:gd name="connsiteX8" fmla="*/ 126337 w 144397"/>
                <a:gd name="connsiteY8" fmla="*/ 173530 h 203907"/>
                <a:gd name="connsiteX9" fmla="*/ 126337 w 144397"/>
                <a:gd name="connsiteY9" fmla="*/ 114119 h 203907"/>
                <a:gd name="connsiteX10" fmla="*/ 89180 w 144397"/>
                <a:gd name="connsiteY10" fmla="*/ 66651 h 203907"/>
                <a:gd name="connsiteX11" fmla="*/ 44773 w 144397"/>
                <a:gd name="connsiteY11" fmla="*/ 91728 h 203907"/>
                <a:gd name="connsiteX12" fmla="*/ 44773 w 144397"/>
                <a:gd name="connsiteY12" fmla="*/ 970 h 203907"/>
                <a:gd name="connsiteX13" fmla="*/ 43263 w 144397"/>
                <a:gd name="connsiteY13" fmla="*/ 75 h 203907"/>
                <a:gd name="connsiteX14" fmla="*/ 8523 w 144397"/>
                <a:gd name="connsiteY14" fmla="*/ 10822 h 203907"/>
                <a:gd name="connsiteX15" fmla="*/ 367 w 144397"/>
                <a:gd name="connsiteY15" fmla="*/ 13211 h 203907"/>
                <a:gd name="connsiteX16" fmla="*/ 367 w 144397"/>
                <a:gd name="connsiteY16" fmla="*/ 17987 h 203907"/>
                <a:gd name="connsiteX17" fmla="*/ 3992 w 144397"/>
                <a:gd name="connsiteY17" fmla="*/ 17689 h 203907"/>
                <a:gd name="connsiteX18" fmla="*/ 19398 w 144397"/>
                <a:gd name="connsiteY18" fmla="*/ 32915 h 203907"/>
                <a:gd name="connsiteX19" fmla="*/ 19398 w 144397"/>
                <a:gd name="connsiteY19" fmla="*/ 173530 h 203907"/>
                <a:gd name="connsiteX20" fmla="*/ 65 w 144397"/>
                <a:gd name="connsiteY20" fmla="*/ 199504 h 203907"/>
                <a:gd name="connsiteX21" fmla="*/ 65 w 144397"/>
                <a:gd name="connsiteY21" fmla="*/ 203982 h 203907"/>
                <a:gd name="connsiteX22" fmla="*/ 65315 w 144397"/>
                <a:gd name="connsiteY22" fmla="*/ 203982 h 203907"/>
                <a:gd name="connsiteX23" fmla="*/ 65315 w 144397"/>
                <a:gd name="connsiteY23" fmla="*/ 199504 h 203907"/>
                <a:gd name="connsiteX24" fmla="*/ 44773 w 144397"/>
                <a:gd name="connsiteY24" fmla="*/ 173530 h 203907"/>
                <a:gd name="connsiteX25" fmla="*/ 44773 w 144397"/>
                <a:gd name="connsiteY25" fmla="*/ 101580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397" h="203907">
                  <a:moveTo>
                    <a:pt x="44773" y="101580"/>
                  </a:moveTo>
                  <a:cubicBezTo>
                    <a:pt x="57461" y="87847"/>
                    <a:pt x="66524" y="82772"/>
                    <a:pt x="78305" y="82772"/>
                  </a:cubicBezTo>
                  <a:cubicBezTo>
                    <a:pt x="93409" y="82772"/>
                    <a:pt x="100962" y="93520"/>
                    <a:pt x="100962" y="114418"/>
                  </a:cubicBezTo>
                  <a:lnTo>
                    <a:pt x="100962" y="173530"/>
                  </a:lnTo>
                  <a:cubicBezTo>
                    <a:pt x="100962" y="193831"/>
                    <a:pt x="97941" y="197712"/>
                    <a:pt x="80420" y="199504"/>
                  </a:cubicBezTo>
                  <a:lnTo>
                    <a:pt x="80420" y="203982"/>
                  </a:lnTo>
                  <a:lnTo>
                    <a:pt x="144462" y="203982"/>
                  </a:lnTo>
                  <a:lnTo>
                    <a:pt x="144462" y="199504"/>
                  </a:lnTo>
                  <a:cubicBezTo>
                    <a:pt x="128149" y="196518"/>
                    <a:pt x="126337" y="194130"/>
                    <a:pt x="126337" y="173530"/>
                  </a:cubicBezTo>
                  <a:lnTo>
                    <a:pt x="126337" y="114119"/>
                  </a:lnTo>
                  <a:cubicBezTo>
                    <a:pt x="126337" y="82772"/>
                    <a:pt x="113649" y="66651"/>
                    <a:pt x="89180" y="66651"/>
                  </a:cubicBezTo>
                  <a:cubicBezTo>
                    <a:pt x="71357" y="66651"/>
                    <a:pt x="58669" y="73816"/>
                    <a:pt x="44773" y="91728"/>
                  </a:cubicBezTo>
                  <a:lnTo>
                    <a:pt x="44773" y="970"/>
                  </a:lnTo>
                  <a:lnTo>
                    <a:pt x="43263" y="75"/>
                  </a:lnTo>
                  <a:cubicBezTo>
                    <a:pt x="32992" y="3657"/>
                    <a:pt x="25440" y="6046"/>
                    <a:pt x="8523" y="10822"/>
                  </a:cubicBezTo>
                  <a:lnTo>
                    <a:pt x="367" y="13211"/>
                  </a:lnTo>
                  <a:lnTo>
                    <a:pt x="367" y="17987"/>
                  </a:lnTo>
                  <a:cubicBezTo>
                    <a:pt x="1575" y="17689"/>
                    <a:pt x="2481" y="17689"/>
                    <a:pt x="3992" y="17689"/>
                  </a:cubicBezTo>
                  <a:cubicBezTo>
                    <a:pt x="16981" y="17689"/>
                    <a:pt x="19398" y="20077"/>
                    <a:pt x="19398" y="32915"/>
                  </a:cubicBezTo>
                  <a:lnTo>
                    <a:pt x="19398" y="173530"/>
                  </a:lnTo>
                  <a:cubicBezTo>
                    <a:pt x="19398" y="194428"/>
                    <a:pt x="17586" y="197115"/>
                    <a:pt x="65" y="199504"/>
                  </a:cubicBezTo>
                  <a:lnTo>
                    <a:pt x="65" y="203982"/>
                  </a:lnTo>
                  <a:lnTo>
                    <a:pt x="65315" y="203982"/>
                  </a:lnTo>
                  <a:lnTo>
                    <a:pt x="65315" y="199504"/>
                  </a:lnTo>
                  <a:cubicBezTo>
                    <a:pt x="47794" y="197712"/>
                    <a:pt x="44773" y="194130"/>
                    <a:pt x="44773" y="173530"/>
                  </a:cubicBezTo>
                  <a:lnTo>
                    <a:pt x="44773" y="101580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E9DF4B6-384D-AB10-5298-4220556437CB}"/>
                </a:ext>
              </a:extLst>
            </p:cNvPr>
            <p:cNvSpPr/>
            <p:nvPr>
              <p:custDataLst>
                <p:tags r:id="rId475"/>
              </p:custDataLst>
            </p:nvPr>
          </p:nvSpPr>
          <p:spPr>
            <a:xfrm>
              <a:off x="4667042" y="4650160"/>
              <a:ext cx="122345" cy="140316"/>
            </a:xfrm>
            <a:custGeom>
              <a:avLst/>
              <a:gdLst>
                <a:gd name="connsiteX0" fmla="*/ 122415 w 122345"/>
                <a:gd name="connsiteY0" fmla="*/ 117702 h 140316"/>
                <a:gd name="connsiteX1" fmla="*/ 109123 w 122345"/>
                <a:gd name="connsiteY1" fmla="*/ 123374 h 140316"/>
                <a:gd name="connsiteX2" fmla="*/ 100060 w 122345"/>
                <a:gd name="connsiteY2" fmla="*/ 106059 h 140316"/>
                <a:gd name="connsiteX3" fmla="*/ 100060 w 122345"/>
                <a:gd name="connsiteY3" fmla="*/ 47842 h 140316"/>
                <a:gd name="connsiteX4" fmla="*/ 94019 w 122345"/>
                <a:gd name="connsiteY4" fmla="*/ 16495 h 140316"/>
                <a:gd name="connsiteX5" fmla="*/ 56560 w 122345"/>
                <a:gd name="connsiteY5" fmla="*/ 75 h 140316"/>
                <a:gd name="connsiteX6" fmla="*/ 5809 w 122345"/>
                <a:gd name="connsiteY6" fmla="*/ 33512 h 140316"/>
                <a:gd name="connsiteX7" fmla="*/ 18799 w 122345"/>
                <a:gd name="connsiteY7" fmla="*/ 46349 h 140316"/>
                <a:gd name="connsiteX8" fmla="*/ 32393 w 122345"/>
                <a:gd name="connsiteY8" fmla="*/ 33810 h 140316"/>
                <a:gd name="connsiteX9" fmla="*/ 31789 w 122345"/>
                <a:gd name="connsiteY9" fmla="*/ 29034 h 140316"/>
                <a:gd name="connsiteX10" fmla="*/ 30882 w 122345"/>
                <a:gd name="connsiteY10" fmla="*/ 21869 h 140316"/>
                <a:gd name="connsiteX11" fmla="*/ 52633 w 122345"/>
                <a:gd name="connsiteY11" fmla="*/ 7240 h 140316"/>
                <a:gd name="connsiteX12" fmla="*/ 75591 w 122345"/>
                <a:gd name="connsiteY12" fmla="*/ 32019 h 140316"/>
                <a:gd name="connsiteX13" fmla="*/ 75591 w 122345"/>
                <a:gd name="connsiteY13" fmla="*/ 50230 h 140316"/>
                <a:gd name="connsiteX14" fmla="*/ 10945 w 122345"/>
                <a:gd name="connsiteY14" fmla="*/ 82473 h 140316"/>
                <a:gd name="connsiteX15" fmla="*/ 70 w 122345"/>
                <a:gd name="connsiteY15" fmla="*/ 108447 h 140316"/>
                <a:gd name="connsiteX16" fmla="*/ 31789 w 122345"/>
                <a:gd name="connsiteY16" fmla="*/ 140391 h 140316"/>
                <a:gd name="connsiteX17" fmla="*/ 75893 w 122345"/>
                <a:gd name="connsiteY17" fmla="*/ 118598 h 140316"/>
                <a:gd name="connsiteX18" fmla="*/ 95227 w 122345"/>
                <a:gd name="connsiteY18" fmla="*/ 140391 h 140316"/>
                <a:gd name="connsiteX19" fmla="*/ 122415 w 122345"/>
                <a:gd name="connsiteY19" fmla="*/ 125464 h 140316"/>
                <a:gd name="connsiteX20" fmla="*/ 122415 w 122345"/>
                <a:gd name="connsiteY20" fmla="*/ 117702 h 140316"/>
                <a:gd name="connsiteX21" fmla="*/ 75591 w 122345"/>
                <a:gd name="connsiteY21" fmla="*/ 100685 h 140316"/>
                <a:gd name="connsiteX22" fmla="*/ 67737 w 122345"/>
                <a:gd name="connsiteY22" fmla="*/ 116209 h 140316"/>
                <a:gd name="connsiteX23" fmla="*/ 45685 w 122345"/>
                <a:gd name="connsiteY23" fmla="*/ 123076 h 140316"/>
                <a:gd name="connsiteX24" fmla="*/ 26653 w 122345"/>
                <a:gd name="connsiteY24" fmla="*/ 100088 h 140316"/>
                <a:gd name="connsiteX25" fmla="*/ 26653 w 122345"/>
                <a:gd name="connsiteY25" fmla="*/ 98894 h 140316"/>
                <a:gd name="connsiteX26" fmla="*/ 75591 w 122345"/>
                <a:gd name="connsiteY26" fmla="*/ 57396 h 140316"/>
                <a:gd name="connsiteX27" fmla="*/ 75591 w 122345"/>
                <a:gd name="connsiteY27" fmla="*/ 100685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415" y="117702"/>
                  </a:moveTo>
                  <a:cubicBezTo>
                    <a:pt x="117279" y="121882"/>
                    <a:pt x="113654" y="123374"/>
                    <a:pt x="109123" y="123374"/>
                  </a:cubicBezTo>
                  <a:cubicBezTo>
                    <a:pt x="102175" y="123374"/>
                    <a:pt x="100060" y="119195"/>
                    <a:pt x="100060" y="106059"/>
                  </a:cubicBezTo>
                  <a:lnTo>
                    <a:pt x="100060" y="47842"/>
                  </a:lnTo>
                  <a:cubicBezTo>
                    <a:pt x="100060" y="32318"/>
                    <a:pt x="98550" y="23660"/>
                    <a:pt x="94019" y="16495"/>
                  </a:cubicBezTo>
                  <a:cubicBezTo>
                    <a:pt x="87373" y="5747"/>
                    <a:pt x="74383" y="75"/>
                    <a:pt x="56560" y="75"/>
                  </a:cubicBezTo>
                  <a:cubicBezTo>
                    <a:pt x="28164" y="75"/>
                    <a:pt x="5809" y="14703"/>
                    <a:pt x="5809" y="33512"/>
                  </a:cubicBezTo>
                  <a:cubicBezTo>
                    <a:pt x="5809" y="40378"/>
                    <a:pt x="11851" y="46349"/>
                    <a:pt x="18799" y="46349"/>
                  </a:cubicBezTo>
                  <a:cubicBezTo>
                    <a:pt x="26049" y="46349"/>
                    <a:pt x="32393" y="40378"/>
                    <a:pt x="32393" y="33810"/>
                  </a:cubicBezTo>
                  <a:cubicBezTo>
                    <a:pt x="32393" y="32616"/>
                    <a:pt x="32091" y="31124"/>
                    <a:pt x="31789" y="29034"/>
                  </a:cubicBezTo>
                  <a:cubicBezTo>
                    <a:pt x="31184" y="26347"/>
                    <a:pt x="30882" y="23958"/>
                    <a:pt x="30882" y="21869"/>
                  </a:cubicBezTo>
                  <a:cubicBezTo>
                    <a:pt x="30882" y="13808"/>
                    <a:pt x="40549" y="7240"/>
                    <a:pt x="52633" y="7240"/>
                  </a:cubicBezTo>
                  <a:cubicBezTo>
                    <a:pt x="67435" y="7240"/>
                    <a:pt x="75591" y="15898"/>
                    <a:pt x="75591" y="32019"/>
                  </a:cubicBezTo>
                  <a:lnTo>
                    <a:pt x="75591" y="50230"/>
                  </a:lnTo>
                  <a:cubicBezTo>
                    <a:pt x="29070" y="68740"/>
                    <a:pt x="23934" y="71129"/>
                    <a:pt x="10945" y="82473"/>
                  </a:cubicBezTo>
                  <a:cubicBezTo>
                    <a:pt x="4299" y="88444"/>
                    <a:pt x="70" y="98595"/>
                    <a:pt x="70" y="108447"/>
                  </a:cubicBezTo>
                  <a:cubicBezTo>
                    <a:pt x="70" y="127255"/>
                    <a:pt x="13361" y="140391"/>
                    <a:pt x="31789" y="140391"/>
                  </a:cubicBezTo>
                  <a:cubicBezTo>
                    <a:pt x="45080" y="140391"/>
                    <a:pt x="57466" y="134122"/>
                    <a:pt x="75893" y="118598"/>
                  </a:cubicBezTo>
                  <a:cubicBezTo>
                    <a:pt x="77404" y="134122"/>
                    <a:pt x="82841" y="140391"/>
                    <a:pt x="95227" y="140391"/>
                  </a:cubicBezTo>
                  <a:cubicBezTo>
                    <a:pt x="105498" y="140391"/>
                    <a:pt x="111842" y="136809"/>
                    <a:pt x="122415" y="125464"/>
                  </a:cubicBezTo>
                  <a:lnTo>
                    <a:pt x="122415" y="117702"/>
                  </a:lnTo>
                  <a:close/>
                  <a:moveTo>
                    <a:pt x="75591" y="100685"/>
                  </a:moveTo>
                  <a:cubicBezTo>
                    <a:pt x="75591" y="109940"/>
                    <a:pt x="74081" y="112627"/>
                    <a:pt x="67737" y="116209"/>
                  </a:cubicBezTo>
                  <a:cubicBezTo>
                    <a:pt x="60487" y="120389"/>
                    <a:pt x="52028" y="123076"/>
                    <a:pt x="45685" y="123076"/>
                  </a:cubicBezTo>
                  <a:cubicBezTo>
                    <a:pt x="35112" y="123076"/>
                    <a:pt x="26653" y="112925"/>
                    <a:pt x="26653" y="100088"/>
                  </a:cubicBezTo>
                  <a:lnTo>
                    <a:pt x="26653" y="98894"/>
                  </a:lnTo>
                  <a:cubicBezTo>
                    <a:pt x="26653" y="81279"/>
                    <a:pt x="39039" y="70532"/>
                    <a:pt x="75591" y="57396"/>
                  </a:cubicBezTo>
                  <a:lnTo>
                    <a:pt x="75591" y="10068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9653676-E000-2AE3-7080-07C6322C7572}"/>
                </a:ext>
              </a:extLst>
            </p:cNvPr>
            <p:cNvSpPr/>
            <p:nvPr>
              <p:custDataLst>
                <p:tags r:id="rId476"/>
              </p:custDataLst>
            </p:nvPr>
          </p:nvSpPr>
          <p:spPr>
            <a:xfrm>
              <a:off x="4794420" y="4614633"/>
              <a:ext cx="80355" cy="175843"/>
            </a:xfrm>
            <a:custGeom>
              <a:avLst/>
              <a:gdLst>
                <a:gd name="connsiteX0" fmla="*/ 73179 w 80355"/>
                <a:gd name="connsiteY0" fmla="*/ 38587 h 175843"/>
                <a:gd name="connsiteX1" fmla="*/ 42668 w 80355"/>
                <a:gd name="connsiteY1" fmla="*/ 38587 h 175843"/>
                <a:gd name="connsiteX2" fmla="*/ 42668 w 80355"/>
                <a:gd name="connsiteY2" fmla="*/ 3956 h 175843"/>
                <a:gd name="connsiteX3" fmla="*/ 40554 w 80355"/>
                <a:gd name="connsiteY3" fmla="*/ 75 h 175843"/>
                <a:gd name="connsiteX4" fmla="*/ 34512 w 80355"/>
                <a:gd name="connsiteY4" fmla="*/ 8434 h 175843"/>
                <a:gd name="connsiteX5" fmla="*/ 5209 w 80355"/>
                <a:gd name="connsiteY5" fmla="*/ 40378 h 175843"/>
                <a:gd name="connsiteX6" fmla="*/ 74 w 80355"/>
                <a:gd name="connsiteY6" fmla="*/ 46051 h 175843"/>
                <a:gd name="connsiteX7" fmla="*/ 1282 w 80355"/>
                <a:gd name="connsiteY7" fmla="*/ 48141 h 175843"/>
                <a:gd name="connsiteX8" fmla="*/ 17293 w 80355"/>
                <a:gd name="connsiteY8" fmla="*/ 48141 h 175843"/>
                <a:gd name="connsiteX9" fmla="*/ 17293 w 80355"/>
                <a:gd name="connsiteY9" fmla="*/ 138003 h 175843"/>
                <a:gd name="connsiteX10" fmla="*/ 44179 w 80355"/>
                <a:gd name="connsiteY10" fmla="*/ 175918 h 175843"/>
                <a:gd name="connsiteX11" fmla="*/ 80429 w 80355"/>
                <a:gd name="connsiteY11" fmla="*/ 153229 h 175843"/>
                <a:gd name="connsiteX12" fmla="*/ 76502 w 80355"/>
                <a:gd name="connsiteY12" fmla="*/ 149945 h 175843"/>
                <a:gd name="connsiteX13" fmla="*/ 58377 w 80355"/>
                <a:gd name="connsiteY13" fmla="*/ 160394 h 175843"/>
                <a:gd name="connsiteX14" fmla="*/ 42668 w 80355"/>
                <a:gd name="connsiteY14" fmla="*/ 133525 h 175843"/>
                <a:gd name="connsiteX15" fmla="*/ 42668 w 80355"/>
                <a:gd name="connsiteY15" fmla="*/ 48141 h 175843"/>
                <a:gd name="connsiteX16" fmla="*/ 73179 w 80355"/>
                <a:gd name="connsiteY16" fmla="*/ 48141 h 175843"/>
                <a:gd name="connsiteX17" fmla="*/ 73179 w 80355"/>
                <a:gd name="connsiteY17" fmla="*/ 38587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179" y="38587"/>
                  </a:moveTo>
                  <a:lnTo>
                    <a:pt x="42668" y="38587"/>
                  </a:lnTo>
                  <a:lnTo>
                    <a:pt x="42668" y="3956"/>
                  </a:lnTo>
                  <a:cubicBezTo>
                    <a:pt x="42668" y="970"/>
                    <a:pt x="42366" y="75"/>
                    <a:pt x="40554" y="75"/>
                  </a:cubicBezTo>
                  <a:cubicBezTo>
                    <a:pt x="38439" y="2762"/>
                    <a:pt x="36626" y="5449"/>
                    <a:pt x="34512" y="8434"/>
                  </a:cubicBezTo>
                  <a:cubicBezTo>
                    <a:pt x="23033" y="24854"/>
                    <a:pt x="10043" y="39184"/>
                    <a:pt x="5209" y="40378"/>
                  </a:cubicBezTo>
                  <a:cubicBezTo>
                    <a:pt x="1886" y="42468"/>
                    <a:pt x="74" y="44558"/>
                    <a:pt x="74" y="46051"/>
                  </a:cubicBezTo>
                  <a:cubicBezTo>
                    <a:pt x="74" y="46946"/>
                    <a:pt x="376" y="47544"/>
                    <a:pt x="1282" y="48141"/>
                  </a:cubicBezTo>
                  <a:lnTo>
                    <a:pt x="17293" y="48141"/>
                  </a:lnTo>
                  <a:lnTo>
                    <a:pt x="17293" y="138003"/>
                  </a:lnTo>
                  <a:cubicBezTo>
                    <a:pt x="17293" y="163081"/>
                    <a:pt x="26356" y="175918"/>
                    <a:pt x="44179" y="175918"/>
                  </a:cubicBezTo>
                  <a:cubicBezTo>
                    <a:pt x="58981" y="175918"/>
                    <a:pt x="70460" y="168753"/>
                    <a:pt x="80429" y="153229"/>
                  </a:cubicBezTo>
                  <a:lnTo>
                    <a:pt x="76502" y="149945"/>
                  </a:lnTo>
                  <a:cubicBezTo>
                    <a:pt x="70158" y="157409"/>
                    <a:pt x="65023" y="160394"/>
                    <a:pt x="58377" y="160394"/>
                  </a:cubicBezTo>
                  <a:cubicBezTo>
                    <a:pt x="47200" y="160394"/>
                    <a:pt x="42668" y="152333"/>
                    <a:pt x="42668" y="133525"/>
                  </a:cubicBezTo>
                  <a:lnTo>
                    <a:pt x="42668" y="48141"/>
                  </a:lnTo>
                  <a:lnTo>
                    <a:pt x="73179" y="48141"/>
                  </a:lnTo>
                  <a:lnTo>
                    <a:pt x="73179" y="38587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BF06D05-8AE7-D6D6-B957-C7FF71F40CD9}"/>
                </a:ext>
              </a:extLst>
            </p:cNvPr>
            <p:cNvSpPr/>
            <p:nvPr>
              <p:custDataLst>
                <p:tags r:id="rId477"/>
              </p:custDataLst>
            </p:nvPr>
          </p:nvSpPr>
          <p:spPr>
            <a:xfrm>
              <a:off x="4954517" y="4614633"/>
              <a:ext cx="80355" cy="175843"/>
            </a:xfrm>
            <a:custGeom>
              <a:avLst/>
              <a:gdLst>
                <a:gd name="connsiteX0" fmla="*/ 73184 w 80355"/>
                <a:gd name="connsiteY0" fmla="*/ 38587 h 175843"/>
                <a:gd name="connsiteX1" fmla="*/ 42674 w 80355"/>
                <a:gd name="connsiteY1" fmla="*/ 38587 h 175843"/>
                <a:gd name="connsiteX2" fmla="*/ 42674 w 80355"/>
                <a:gd name="connsiteY2" fmla="*/ 3956 h 175843"/>
                <a:gd name="connsiteX3" fmla="*/ 40559 w 80355"/>
                <a:gd name="connsiteY3" fmla="*/ 75 h 175843"/>
                <a:gd name="connsiteX4" fmla="*/ 34517 w 80355"/>
                <a:gd name="connsiteY4" fmla="*/ 8434 h 175843"/>
                <a:gd name="connsiteX5" fmla="*/ 5215 w 80355"/>
                <a:gd name="connsiteY5" fmla="*/ 40378 h 175843"/>
                <a:gd name="connsiteX6" fmla="*/ 79 w 80355"/>
                <a:gd name="connsiteY6" fmla="*/ 46051 h 175843"/>
                <a:gd name="connsiteX7" fmla="*/ 1288 w 80355"/>
                <a:gd name="connsiteY7" fmla="*/ 48141 h 175843"/>
                <a:gd name="connsiteX8" fmla="*/ 17298 w 80355"/>
                <a:gd name="connsiteY8" fmla="*/ 48141 h 175843"/>
                <a:gd name="connsiteX9" fmla="*/ 17298 w 80355"/>
                <a:gd name="connsiteY9" fmla="*/ 138003 h 175843"/>
                <a:gd name="connsiteX10" fmla="*/ 44184 w 80355"/>
                <a:gd name="connsiteY10" fmla="*/ 175918 h 175843"/>
                <a:gd name="connsiteX11" fmla="*/ 80434 w 80355"/>
                <a:gd name="connsiteY11" fmla="*/ 153229 h 175843"/>
                <a:gd name="connsiteX12" fmla="*/ 76507 w 80355"/>
                <a:gd name="connsiteY12" fmla="*/ 149945 h 175843"/>
                <a:gd name="connsiteX13" fmla="*/ 58382 w 80355"/>
                <a:gd name="connsiteY13" fmla="*/ 160394 h 175843"/>
                <a:gd name="connsiteX14" fmla="*/ 42674 w 80355"/>
                <a:gd name="connsiteY14" fmla="*/ 133525 h 175843"/>
                <a:gd name="connsiteX15" fmla="*/ 42674 w 80355"/>
                <a:gd name="connsiteY15" fmla="*/ 48141 h 175843"/>
                <a:gd name="connsiteX16" fmla="*/ 73184 w 80355"/>
                <a:gd name="connsiteY16" fmla="*/ 48141 h 175843"/>
                <a:gd name="connsiteX17" fmla="*/ 73184 w 80355"/>
                <a:gd name="connsiteY17" fmla="*/ 38587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184" y="38587"/>
                  </a:moveTo>
                  <a:lnTo>
                    <a:pt x="42674" y="38587"/>
                  </a:lnTo>
                  <a:lnTo>
                    <a:pt x="42674" y="3956"/>
                  </a:lnTo>
                  <a:cubicBezTo>
                    <a:pt x="42674" y="970"/>
                    <a:pt x="42371" y="75"/>
                    <a:pt x="40559" y="75"/>
                  </a:cubicBezTo>
                  <a:cubicBezTo>
                    <a:pt x="38444" y="2762"/>
                    <a:pt x="36632" y="5449"/>
                    <a:pt x="34517" y="8434"/>
                  </a:cubicBezTo>
                  <a:cubicBezTo>
                    <a:pt x="23038" y="24854"/>
                    <a:pt x="10048" y="39184"/>
                    <a:pt x="5215" y="40378"/>
                  </a:cubicBezTo>
                  <a:cubicBezTo>
                    <a:pt x="1892" y="42468"/>
                    <a:pt x="79" y="44558"/>
                    <a:pt x="79" y="46051"/>
                  </a:cubicBezTo>
                  <a:cubicBezTo>
                    <a:pt x="79" y="46946"/>
                    <a:pt x="381" y="47544"/>
                    <a:pt x="1288" y="48141"/>
                  </a:cubicBezTo>
                  <a:lnTo>
                    <a:pt x="17298" y="48141"/>
                  </a:lnTo>
                  <a:lnTo>
                    <a:pt x="17298" y="138003"/>
                  </a:lnTo>
                  <a:cubicBezTo>
                    <a:pt x="17298" y="163081"/>
                    <a:pt x="26361" y="175918"/>
                    <a:pt x="44184" y="175918"/>
                  </a:cubicBezTo>
                  <a:cubicBezTo>
                    <a:pt x="58986" y="175918"/>
                    <a:pt x="70466" y="168753"/>
                    <a:pt x="80434" y="153229"/>
                  </a:cubicBezTo>
                  <a:lnTo>
                    <a:pt x="76507" y="149945"/>
                  </a:lnTo>
                  <a:cubicBezTo>
                    <a:pt x="70163" y="157409"/>
                    <a:pt x="65028" y="160394"/>
                    <a:pt x="58382" y="160394"/>
                  </a:cubicBezTo>
                  <a:cubicBezTo>
                    <a:pt x="47205" y="160394"/>
                    <a:pt x="42674" y="152333"/>
                    <a:pt x="42674" y="133525"/>
                  </a:cubicBezTo>
                  <a:lnTo>
                    <a:pt x="42674" y="48141"/>
                  </a:lnTo>
                  <a:lnTo>
                    <a:pt x="73184" y="48141"/>
                  </a:lnTo>
                  <a:lnTo>
                    <a:pt x="73184" y="38587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D5E7E-2A49-DFB1-DA82-129560D9F184}"/>
                </a:ext>
              </a:extLst>
            </p:cNvPr>
            <p:cNvSpPr/>
            <p:nvPr>
              <p:custDataLst>
                <p:tags r:id="rId478"/>
              </p:custDataLst>
            </p:nvPr>
          </p:nvSpPr>
          <p:spPr>
            <a:xfrm>
              <a:off x="5037601" y="4583584"/>
              <a:ext cx="144397" cy="203907"/>
            </a:xfrm>
            <a:custGeom>
              <a:avLst/>
              <a:gdLst>
                <a:gd name="connsiteX0" fmla="*/ 44791 w 144397"/>
                <a:gd name="connsiteY0" fmla="*/ 101580 h 203907"/>
                <a:gd name="connsiteX1" fmla="*/ 78323 w 144397"/>
                <a:gd name="connsiteY1" fmla="*/ 82772 h 203907"/>
                <a:gd name="connsiteX2" fmla="*/ 100979 w 144397"/>
                <a:gd name="connsiteY2" fmla="*/ 114418 h 203907"/>
                <a:gd name="connsiteX3" fmla="*/ 100979 w 144397"/>
                <a:gd name="connsiteY3" fmla="*/ 173530 h 203907"/>
                <a:gd name="connsiteX4" fmla="*/ 80437 w 144397"/>
                <a:gd name="connsiteY4" fmla="*/ 199504 h 203907"/>
                <a:gd name="connsiteX5" fmla="*/ 80437 w 144397"/>
                <a:gd name="connsiteY5" fmla="*/ 203982 h 203907"/>
                <a:gd name="connsiteX6" fmla="*/ 144480 w 144397"/>
                <a:gd name="connsiteY6" fmla="*/ 203982 h 203907"/>
                <a:gd name="connsiteX7" fmla="*/ 144480 w 144397"/>
                <a:gd name="connsiteY7" fmla="*/ 199504 h 203907"/>
                <a:gd name="connsiteX8" fmla="*/ 126354 w 144397"/>
                <a:gd name="connsiteY8" fmla="*/ 173530 h 203907"/>
                <a:gd name="connsiteX9" fmla="*/ 126354 w 144397"/>
                <a:gd name="connsiteY9" fmla="*/ 114119 h 203907"/>
                <a:gd name="connsiteX10" fmla="*/ 89198 w 144397"/>
                <a:gd name="connsiteY10" fmla="*/ 66651 h 203907"/>
                <a:gd name="connsiteX11" fmla="*/ 44791 w 144397"/>
                <a:gd name="connsiteY11" fmla="*/ 91728 h 203907"/>
                <a:gd name="connsiteX12" fmla="*/ 44791 w 144397"/>
                <a:gd name="connsiteY12" fmla="*/ 970 h 203907"/>
                <a:gd name="connsiteX13" fmla="*/ 43280 w 144397"/>
                <a:gd name="connsiteY13" fmla="*/ 75 h 203907"/>
                <a:gd name="connsiteX14" fmla="*/ 8540 w 144397"/>
                <a:gd name="connsiteY14" fmla="*/ 10822 h 203907"/>
                <a:gd name="connsiteX15" fmla="*/ 384 w 144397"/>
                <a:gd name="connsiteY15" fmla="*/ 13211 h 203907"/>
                <a:gd name="connsiteX16" fmla="*/ 384 w 144397"/>
                <a:gd name="connsiteY16" fmla="*/ 17987 h 203907"/>
                <a:gd name="connsiteX17" fmla="*/ 4009 w 144397"/>
                <a:gd name="connsiteY17" fmla="*/ 17689 h 203907"/>
                <a:gd name="connsiteX18" fmla="*/ 19416 w 144397"/>
                <a:gd name="connsiteY18" fmla="*/ 32915 h 203907"/>
                <a:gd name="connsiteX19" fmla="*/ 19416 w 144397"/>
                <a:gd name="connsiteY19" fmla="*/ 173530 h 203907"/>
                <a:gd name="connsiteX20" fmla="*/ 82 w 144397"/>
                <a:gd name="connsiteY20" fmla="*/ 199504 h 203907"/>
                <a:gd name="connsiteX21" fmla="*/ 82 w 144397"/>
                <a:gd name="connsiteY21" fmla="*/ 203982 h 203907"/>
                <a:gd name="connsiteX22" fmla="*/ 65333 w 144397"/>
                <a:gd name="connsiteY22" fmla="*/ 203982 h 203907"/>
                <a:gd name="connsiteX23" fmla="*/ 65333 w 144397"/>
                <a:gd name="connsiteY23" fmla="*/ 199504 h 203907"/>
                <a:gd name="connsiteX24" fmla="*/ 44791 w 144397"/>
                <a:gd name="connsiteY24" fmla="*/ 173530 h 203907"/>
                <a:gd name="connsiteX25" fmla="*/ 44791 w 144397"/>
                <a:gd name="connsiteY25" fmla="*/ 101580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397" h="203907">
                  <a:moveTo>
                    <a:pt x="44791" y="101580"/>
                  </a:moveTo>
                  <a:cubicBezTo>
                    <a:pt x="57479" y="87847"/>
                    <a:pt x="66541" y="82772"/>
                    <a:pt x="78323" y="82772"/>
                  </a:cubicBezTo>
                  <a:cubicBezTo>
                    <a:pt x="93427" y="82772"/>
                    <a:pt x="100979" y="93520"/>
                    <a:pt x="100979" y="114418"/>
                  </a:cubicBezTo>
                  <a:lnTo>
                    <a:pt x="100979" y="173530"/>
                  </a:lnTo>
                  <a:cubicBezTo>
                    <a:pt x="100979" y="193831"/>
                    <a:pt x="97958" y="197712"/>
                    <a:pt x="80437" y="199504"/>
                  </a:cubicBezTo>
                  <a:lnTo>
                    <a:pt x="80437" y="203982"/>
                  </a:lnTo>
                  <a:lnTo>
                    <a:pt x="144480" y="203982"/>
                  </a:lnTo>
                  <a:lnTo>
                    <a:pt x="144480" y="199504"/>
                  </a:lnTo>
                  <a:cubicBezTo>
                    <a:pt x="128167" y="196518"/>
                    <a:pt x="126354" y="194130"/>
                    <a:pt x="126354" y="173530"/>
                  </a:cubicBezTo>
                  <a:lnTo>
                    <a:pt x="126354" y="114119"/>
                  </a:lnTo>
                  <a:cubicBezTo>
                    <a:pt x="126354" y="82772"/>
                    <a:pt x="113667" y="66651"/>
                    <a:pt x="89198" y="66651"/>
                  </a:cubicBezTo>
                  <a:cubicBezTo>
                    <a:pt x="71375" y="66651"/>
                    <a:pt x="58687" y="73816"/>
                    <a:pt x="44791" y="91728"/>
                  </a:cubicBezTo>
                  <a:lnTo>
                    <a:pt x="44791" y="970"/>
                  </a:lnTo>
                  <a:lnTo>
                    <a:pt x="43280" y="75"/>
                  </a:lnTo>
                  <a:cubicBezTo>
                    <a:pt x="33009" y="3657"/>
                    <a:pt x="25457" y="6046"/>
                    <a:pt x="8540" y="10822"/>
                  </a:cubicBezTo>
                  <a:lnTo>
                    <a:pt x="384" y="13211"/>
                  </a:lnTo>
                  <a:lnTo>
                    <a:pt x="384" y="17987"/>
                  </a:lnTo>
                  <a:cubicBezTo>
                    <a:pt x="1592" y="17689"/>
                    <a:pt x="2499" y="17689"/>
                    <a:pt x="4009" y="17689"/>
                  </a:cubicBezTo>
                  <a:cubicBezTo>
                    <a:pt x="16999" y="17689"/>
                    <a:pt x="19416" y="20077"/>
                    <a:pt x="19416" y="32915"/>
                  </a:cubicBezTo>
                  <a:lnTo>
                    <a:pt x="19416" y="173530"/>
                  </a:lnTo>
                  <a:cubicBezTo>
                    <a:pt x="19416" y="194428"/>
                    <a:pt x="17603" y="197115"/>
                    <a:pt x="82" y="199504"/>
                  </a:cubicBezTo>
                  <a:lnTo>
                    <a:pt x="82" y="203982"/>
                  </a:lnTo>
                  <a:lnTo>
                    <a:pt x="65333" y="203982"/>
                  </a:lnTo>
                  <a:lnTo>
                    <a:pt x="65333" y="199504"/>
                  </a:lnTo>
                  <a:cubicBezTo>
                    <a:pt x="47812" y="197712"/>
                    <a:pt x="44791" y="194130"/>
                    <a:pt x="44791" y="173530"/>
                  </a:cubicBezTo>
                  <a:lnTo>
                    <a:pt x="44791" y="101580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152A912-6767-0559-552D-39D817B9B5A3}"/>
                </a:ext>
              </a:extLst>
            </p:cNvPr>
            <p:cNvSpPr/>
            <p:nvPr>
              <p:custDataLst>
                <p:tags r:id="rId479"/>
              </p:custDataLst>
            </p:nvPr>
          </p:nvSpPr>
          <p:spPr>
            <a:xfrm>
              <a:off x="5194045" y="4650160"/>
              <a:ext cx="120532" cy="140316"/>
            </a:xfrm>
            <a:custGeom>
              <a:avLst/>
              <a:gdLst>
                <a:gd name="connsiteX0" fmla="*/ 115786 w 120532"/>
                <a:gd name="connsiteY0" fmla="*/ 88444 h 140316"/>
                <a:gd name="connsiteX1" fmla="*/ 68963 w 120532"/>
                <a:gd name="connsiteY1" fmla="*/ 119792 h 140316"/>
                <a:gd name="connsiteX2" fmla="*/ 29994 w 120532"/>
                <a:gd name="connsiteY2" fmla="*/ 94117 h 140316"/>
                <a:gd name="connsiteX3" fmla="*/ 21837 w 120532"/>
                <a:gd name="connsiteY3" fmla="*/ 54709 h 140316"/>
                <a:gd name="connsiteX4" fmla="*/ 114880 w 120532"/>
                <a:gd name="connsiteY4" fmla="*/ 54709 h 140316"/>
                <a:gd name="connsiteX5" fmla="*/ 101890 w 120532"/>
                <a:gd name="connsiteY5" fmla="*/ 17092 h 140316"/>
                <a:gd name="connsiteX6" fmla="*/ 63223 w 120532"/>
                <a:gd name="connsiteY6" fmla="*/ 75 h 140316"/>
                <a:gd name="connsiteX7" fmla="*/ 22441 w 120532"/>
                <a:gd name="connsiteY7" fmla="*/ 15599 h 140316"/>
                <a:gd name="connsiteX8" fmla="*/ 87 w 120532"/>
                <a:gd name="connsiteY8" fmla="*/ 73517 h 140316"/>
                <a:gd name="connsiteX9" fmla="*/ 56577 w 120532"/>
                <a:gd name="connsiteY9" fmla="*/ 140391 h 140316"/>
                <a:gd name="connsiteX10" fmla="*/ 120620 w 120532"/>
                <a:gd name="connsiteY10" fmla="*/ 90534 h 140316"/>
                <a:gd name="connsiteX11" fmla="*/ 115786 w 120532"/>
                <a:gd name="connsiteY11" fmla="*/ 88444 h 140316"/>
                <a:gd name="connsiteX12" fmla="*/ 22441 w 120532"/>
                <a:gd name="connsiteY12" fmla="*/ 45155 h 140316"/>
                <a:gd name="connsiteX13" fmla="*/ 54463 w 120532"/>
                <a:gd name="connsiteY13" fmla="*/ 10822 h 140316"/>
                <a:gd name="connsiteX14" fmla="*/ 84067 w 120532"/>
                <a:gd name="connsiteY14" fmla="*/ 45155 h 140316"/>
                <a:gd name="connsiteX15" fmla="*/ 22441 w 120532"/>
                <a:gd name="connsiteY15" fmla="*/ 45155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786" y="88444"/>
                  </a:moveTo>
                  <a:cubicBezTo>
                    <a:pt x="101286" y="111134"/>
                    <a:pt x="88296" y="119792"/>
                    <a:pt x="68963" y="119792"/>
                  </a:cubicBezTo>
                  <a:cubicBezTo>
                    <a:pt x="51744" y="119792"/>
                    <a:pt x="38754" y="111134"/>
                    <a:pt x="29994" y="94117"/>
                  </a:cubicBezTo>
                  <a:cubicBezTo>
                    <a:pt x="24556" y="82772"/>
                    <a:pt x="22441" y="72920"/>
                    <a:pt x="21837" y="54709"/>
                  </a:cubicBezTo>
                  <a:lnTo>
                    <a:pt x="114880" y="54709"/>
                  </a:lnTo>
                  <a:cubicBezTo>
                    <a:pt x="112463" y="35303"/>
                    <a:pt x="109442" y="26645"/>
                    <a:pt x="101890" y="17092"/>
                  </a:cubicBezTo>
                  <a:cubicBezTo>
                    <a:pt x="92828" y="6344"/>
                    <a:pt x="78932" y="75"/>
                    <a:pt x="63223" y="75"/>
                  </a:cubicBezTo>
                  <a:cubicBezTo>
                    <a:pt x="48119" y="75"/>
                    <a:pt x="33921" y="5449"/>
                    <a:pt x="22441" y="15599"/>
                  </a:cubicBezTo>
                  <a:cubicBezTo>
                    <a:pt x="8243" y="27840"/>
                    <a:pt x="87" y="49036"/>
                    <a:pt x="87" y="73517"/>
                  </a:cubicBezTo>
                  <a:cubicBezTo>
                    <a:pt x="87" y="114716"/>
                    <a:pt x="21837" y="140391"/>
                    <a:pt x="56577" y="140391"/>
                  </a:cubicBezTo>
                  <a:cubicBezTo>
                    <a:pt x="85276" y="140391"/>
                    <a:pt x="107932" y="122777"/>
                    <a:pt x="120620" y="90534"/>
                  </a:cubicBezTo>
                  <a:lnTo>
                    <a:pt x="115786" y="88444"/>
                  </a:lnTo>
                  <a:close/>
                  <a:moveTo>
                    <a:pt x="22441" y="45155"/>
                  </a:moveTo>
                  <a:cubicBezTo>
                    <a:pt x="25764" y="21869"/>
                    <a:pt x="36035" y="10822"/>
                    <a:pt x="54463" y="10822"/>
                  </a:cubicBezTo>
                  <a:cubicBezTo>
                    <a:pt x="72890" y="10822"/>
                    <a:pt x="80140" y="19182"/>
                    <a:pt x="84067" y="45155"/>
                  </a:cubicBezTo>
                  <a:lnTo>
                    <a:pt x="22441" y="4515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31638AF-E3DE-7C4A-DB26-C51A5A5D5205}"/>
                </a:ext>
              </a:extLst>
            </p:cNvPr>
            <p:cNvSpPr/>
            <p:nvPr>
              <p:custDataLst>
                <p:tags r:id="rId480"/>
              </p:custDataLst>
            </p:nvPr>
          </p:nvSpPr>
          <p:spPr>
            <a:xfrm>
              <a:off x="5404477" y="4650160"/>
              <a:ext cx="116907" cy="140316"/>
            </a:xfrm>
            <a:custGeom>
              <a:avLst/>
              <a:gdLst>
                <a:gd name="connsiteX0" fmla="*/ 112772 w 116907"/>
                <a:gd name="connsiteY0" fmla="*/ 90833 h 140316"/>
                <a:gd name="connsiteX1" fmla="*/ 70178 w 116907"/>
                <a:gd name="connsiteY1" fmla="*/ 118896 h 140316"/>
                <a:gd name="connsiteX2" fmla="*/ 23355 w 116907"/>
                <a:gd name="connsiteY2" fmla="*/ 60680 h 140316"/>
                <a:gd name="connsiteX3" fmla="*/ 64438 w 116907"/>
                <a:gd name="connsiteY3" fmla="*/ 8733 h 140316"/>
                <a:gd name="connsiteX4" fmla="*/ 82262 w 116907"/>
                <a:gd name="connsiteY4" fmla="*/ 23063 h 140316"/>
                <a:gd name="connsiteX5" fmla="*/ 84074 w 116907"/>
                <a:gd name="connsiteY5" fmla="*/ 29631 h 140316"/>
                <a:gd name="connsiteX6" fmla="*/ 98272 w 116907"/>
                <a:gd name="connsiteY6" fmla="*/ 43364 h 140316"/>
                <a:gd name="connsiteX7" fmla="*/ 112772 w 116907"/>
                <a:gd name="connsiteY7" fmla="*/ 30825 h 140316"/>
                <a:gd name="connsiteX8" fmla="*/ 66251 w 116907"/>
                <a:gd name="connsiteY8" fmla="*/ 75 h 140316"/>
                <a:gd name="connsiteX9" fmla="*/ 23657 w 116907"/>
                <a:gd name="connsiteY9" fmla="*/ 16793 h 140316"/>
                <a:gd name="connsiteX10" fmla="*/ 94 w 116907"/>
                <a:gd name="connsiteY10" fmla="*/ 73816 h 140316"/>
                <a:gd name="connsiteX11" fmla="*/ 57490 w 116907"/>
                <a:gd name="connsiteY11" fmla="*/ 140391 h 140316"/>
                <a:gd name="connsiteX12" fmla="*/ 94043 w 116907"/>
                <a:gd name="connsiteY12" fmla="*/ 126360 h 140316"/>
                <a:gd name="connsiteX13" fmla="*/ 117002 w 116907"/>
                <a:gd name="connsiteY13" fmla="*/ 93520 h 140316"/>
                <a:gd name="connsiteX14" fmla="*/ 112772 w 116907"/>
                <a:gd name="connsiteY14" fmla="*/ 9083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7" h="140316">
                  <a:moveTo>
                    <a:pt x="112772" y="90833"/>
                  </a:moveTo>
                  <a:cubicBezTo>
                    <a:pt x="98272" y="111731"/>
                    <a:pt x="87397" y="118896"/>
                    <a:pt x="70178" y="118896"/>
                  </a:cubicBezTo>
                  <a:cubicBezTo>
                    <a:pt x="42688" y="118896"/>
                    <a:pt x="23355" y="95012"/>
                    <a:pt x="23355" y="60680"/>
                  </a:cubicBezTo>
                  <a:cubicBezTo>
                    <a:pt x="23355" y="29929"/>
                    <a:pt x="39969" y="8733"/>
                    <a:pt x="64438" y="8733"/>
                  </a:cubicBezTo>
                  <a:cubicBezTo>
                    <a:pt x="75314" y="8733"/>
                    <a:pt x="79241" y="12017"/>
                    <a:pt x="82262" y="23063"/>
                  </a:cubicBezTo>
                  <a:lnTo>
                    <a:pt x="84074" y="29631"/>
                  </a:lnTo>
                  <a:cubicBezTo>
                    <a:pt x="86491" y="37990"/>
                    <a:pt x="91928" y="43364"/>
                    <a:pt x="98272" y="43364"/>
                  </a:cubicBezTo>
                  <a:cubicBezTo>
                    <a:pt x="106126" y="43364"/>
                    <a:pt x="112772" y="37692"/>
                    <a:pt x="112772" y="30825"/>
                  </a:cubicBezTo>
                  <a:cubicBezTo>
                    <a:pt x="112772" y="14106"/>
                    <a:pt x="91626" y="75"/>
                    <a:pt x="66251" y="75"/>
                  </a:cubicBezTo>
                  <a:cubicBezTo>
                    <a:pt x="51449" y="75"/>
                    <a:pt x="36042" y="6046"/>
                    <a:pt x="23657" y="16793"/>
                  </a:cubicBezTo>
                  <a:cubicBezTo>
                    <a:pt x="8552" y="29929"/>
                    <a:pt x="94" y="50230"/>
                    <a:pt x="94" y="73816"/>
                  </a:cubicBezTo>
                  <a:cubicBezTo>
                    <a:pt x="94" y="112627"/>
                    <a:pt x="23959" y="140391"/>
                    <a:pt x="57490" y="140391"/>
                  </a:cubicBezTo>
                  <a:cubicBezTo>
                    <a:pt x="71084" y="140391"/>
                    <a:pt x="83168" y="135615"/>
                    <a:pt x="94043" y="126360"/>
                  </a:cubicBezTo>
                  <a:cubicBezTo>
                    <a:pt x="102199" y="119195"/>
                    <a:pt x="107939" y="111134"/>
                    <a:pt x="117002" y="93520"/>
                  </a:cubicBezTo>
                  <a:lnTo>
                    <a:pt x="112772" y="9083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C3F4BFD-8B6A-D176-1D3D-9BC6178F7D8D}"/>
                </a:ext>
              </a:extLst>
            </p:cNvPr>
            <p:cNvSpPr/>
            <p:nvPr>
              <p:custDataLst>
                <p:tags r:id="rId481"/>
              </p:custDataLst>
            </p:nvPr>
          </p:nvSpPr>
          <p:spPr>
            <a:xfrm>
              <a:off x="5540314" y="4650160"/>
              <a:ext cx="133220" cy="140316"/>
            </a:xfrm>
            <a:custGeom>
              <a:avLst/>
              <a:gdLst>
                <a:gd name="connsiteX0" fmla="*/ 66860 w 133220"/>
                <a:gd name="connsiteY0" fmla="*/ 75 h 140316"/>
                <a:gd name="connsiteX1" fmla="*/ 98 w 133220"/>
                <a:gd name="connsiteY1" fmla="*/ 69935 h 140316"/>
                <a:gd name="connsiteX2" fmla="*/ 66255 w 133220"/>
                <a:gd name="connsiteY2" fmla="*/ 140391 h 140316"/>
                <a:gd name="connsiteX3" fmla="*/ 133319 w 133220"/>
                <a:gd name="connsiteY3" fmla="*/ 67546 h 140316"/>
                <a:gd name="connsiteX4" fmla="*/ 66860 w 133220"/>
                <a:gd name="connsiteY4" fmla="*/ 75 h 140316"/>
                <a:gd name="connsiteX5" fmla="*/ 62932 w 133220"/>
                <a:gd name="connsiteY5" fmla="*/ 8434 h 140316"/>
                <a:gd name="connsiteX6" fmla="*/ 106131 w 133220"/>
                <a:gd name="connsiteY6" fmla="*/ 77995 h 140316"/>
                <a:gd name="connsiteX7" fmla="*/ 69880 w 133220"/>
                <a:gd name="connsiteY7" fmla="*/ 132032 h 140316"/>
                <a:gd name="connsiteX8" fmla="*/ 40578 w 133220"/>
                <a:gd name="connsiteY8" fmla="*/ 112925 h 140316"/>
                <a:gd name="connsiteX9" fmla="*/ 27286 w 133220"/>
                <a:gd name="connsiteY9" fmla="*/ 55306 h 140316"/>
                <a:gd name="connsiteX10" fmla="*/ 62932 w 133220"/>
                <a:gd name="connsiteY10" fmla="*/ 8434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20" h="140316">
                  <a:moveTo>
                    <a:pt x="66860" y="75"/>
                  </a:moveTo>
                  <a:cubicBezTo>
                    <a:pt x="27588" y="75"/>
                    <a:pt x="98" y="28735"/>
                    <a:pt x="98" y="69935"/>
                  </a:cubicBezTo>
                  <a:cubicBezTo>
                    <a:pt x="98" y="110238"/>
                    <a:pt x="28192" y="140391"/>
                    <a:pt x="66255" y="140391"/>
                  </a:cubicBezTo>
                  <a:cubicBezTo>
                    <a:pt x="104318" y="140391"/>
                    <a:pt x="133319" y="108746"/>
                    <a:pt x="133319" y="67546"/>
                  </a:cubicBezTo>
                  <a:cubicBezTo>
                    <a:pt x="133319" y="28437"/>
                    <a:pt x="105527" y="75"/>
                    <a:pt x="66860" y="75"/>
                  </a:cubicBezTo>
                  <a:close/>
                  <a:moveTo>
                    <a:pt x="62932" y="8434"/>
                  </a:moveTo>
                  <a:cubicBezTo>
                    <a:pt x="88308" y="8434"/>
                    <a:pt x="106131" y="37094"/>
                    <a:pt x="106131" y="77995"/>
                  </a:cubicBezTo>
                  <a:cubicBezTo>
                    <a:pt x="106131" y="111731"/>
                    <a:pt x="92537" y="132032"/>
                    <a:pt x="69880" y="132032"/>
                  </a:cubicBezTo>
                  <a:cubicBezTo>
                    <a:pt x="58099" y="132032"/>
                    <a:pt x="46922" y="124867"/>
                    <a:pt x="40578" y="112925"/>
                  </a:cubicBezTo>
                  <a:cubicBezTo>
                    <a:pt x="32120" y="97401"/>
                    <a:pt x="27286" y="76503"/>
                    <a:pt x="27286" y="55306"/>
                  </a:cubicBezTo>
                  <a:cubicBezTo>
                    <a:pt x="27286" y="26944"/>
                    <a:pt x="41484" y="8434"/>
                    <a:pt x="62932" y="8434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3E57407-A9BD-26BB-F997-90F3FADF7294}"/>
                </a:ext>
              </a:extLst>
            </p:cNvPr>
            <p:cNvSpPr/>
            <p:nvPr>
              <p:custDataLst>
                <p:tags r:id="rId482"/>
              </p:custDataLst>
            </p:nvPr>
          </p:nvSpPr>
          <p:spPr>
            <a:xfrm>
              <a:off x="5684674" y="4650160"/>
              <a:ext cx="99688" cy="137331"/>
            </a:xfrm>
            <a:custGeom>
              <a:avLst/>
              <a:gdLst>
                <a:gd name="connsiteX0" fmla="*/ 707 w 99688"/>
                <a:gd name="connsiteY0" fmla="*/ 20973 h 137331"/>
                <a:gd name="connsiteX1" fmla="*/ 11281 w 99688"/>
                <a:gd name="connsiteY1" fmla="*/ 19779 h 137331"/>
                <a:gd name="connsiteX2" fmla="*/ 21551 w 99688"/>
                <a:gd name="connsiteY2" fmla="*/ 37692 h 137331"/>
                <a:gd name="connsiteX3" fmla="*/ 21551 w 99688"/>
                <a:gd name="connsiteY3" fmla="*/ 112328 h 137331"/>
                <a:gd name="connsiteX4" fmla="*/ 103 w 99688"/>
                <a:gd name="connsiteY4" fmla="*/ 132928 h 137331"/>
                <a:gd name="connsiteX5" fmla="*/ 103 w 99688"/>
                <a:gd name="connsiteY5" fmla="*/ 137406 h 137331"/>
                <a:gd name="connsiteX6" fmla="*/ 72604 w 99688"/>
                <a:gd name="connsiteY6" fmla="*/ 137406 h 137331"/>
                <a:gd name="connsiteX7" fmla="*/ 72604 w 99688"/>
                <a:gd name="connsiteY7" fmla="*/ 132928 h 137331"/>
                <a:gd name="connsiteX8" fmla="*/ 46927 w 99688"/>
                <a:gd name="connsiteY8" fmla="*/ 110537 h 137331"/>
                <a:gd name="connsiteX9" fmla="*/ 46927 w 99688"/>
                <a:gd name="connsiteY9" fmla="*/ 43364 h 137331"/>
                <a:gd name="connsiteX10" fmla="*/ 68073 w 99688"/>
                <a:gd name="connsiteY10" fmla="*/ 18883 h 137331"/>
                <a:gd name="connsiteX11" fmla="*/ 75927 w 99688"/>
                <a:gd name="connsiteY11" fmla="*/ 23361 h 137331"/>
                <a:gd name="connsiteX12" fmla="*/ 88011 w 99688"/>
                <a:gd name="connsiteY12" fmla="*/ 29332 h 137331"/>
                <a:gd name="connsiteX13" fmla="*/ 99792 w 99688"/>
                <a:gd name="connsiteY13" fmla="*/ 15898 h 137331"/>
                <a:gd name="connsiteX14" fmla="*/ 83177 w 99688"/>
                <a:gd name="connsiteY14" fmla="*/ 75 h 137331"/>
                <a:gd name="connsiteX15" fmla="*/ 46927 w 99688"/>
                <a:gd name="connsiteY15" fmla="*/ 28138 h 137331"/>
                <a:gd name="connsiteX16" fmla="*/ 46927 w 99688"/>
                <a:gd name="connsiteY16" fmla="*/ 672 h 137331"/>
                <a:gd name="connsiteX17" fmla="*/ 45416 w 99688"/>
                <a:gd name="connsiteY17" fmla="*/ 75 h 137331"/>
                <a:gd name="connsiteX18" fmla="*/ 707 w 99688"/>
                <a:gd name="connsiteY18" fmla="*/ 16196 h 137331"/>
                <a:gd name="connsiteX19" fmla="*/ 707 w 99688"/>
                <a:gd name="connsiteY19" fmla="*/ 209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88" h="137331">
                  <a:moveTo>
                    <a:pt x="707" y="20973"/>
                  </a:moveTo>
                  <a:cubicBezTo>
                    <a:pt x="4937" y="20077"/>
                    <a:pt x="7655" y="19779"/>
                    <a:pt x="11281" y="19779"/>
                  </a:cubicBezTo>
                  <a:cubicBezTo>
                    <a:pt x="18833" y="19779"/>
                    <a:pt x="21551" y="24555"/>
                    <a:pt x="21551" y="37692"/>
                  </a:cubicBezTo>
                  <a:lnTo>
                    <a:pt x="21551" y="112328"/>
                  </a:lnTo>
                  <a:cubicBezTo>
                    <a:pt x="21551" y="127255"/>
                    <a:pt x="19437" y="129345"/>
                    <a:pt x="103" y="132928"/>
                  </a:cubicBezTo>
                  <a:lnTo>
                    <a:pt x="103" y="137406"/>
                  </a:lnTo>
                  <a:lnTo>
                    <a:pt x="72604" y="137406"/>
                  </a:lnTo>
                  <a:lnTo>
                    <a:pt x="72604" y="132928"/>
                  </a:lnTo>
                  <a:cubicBezTo>
                    <a:pt x="52062" y="132032"/>
                    <a:pt x="46927" y="127554"/>
                    <a:pt x="46927" y="110537"/>
                  </a:cubicBezTo>
                  <a:lnTo>
                    <a:pt x="46927" y="43364"/>
                  </a:lnTo>
                  <a:cubicBezTo>
                    <a:pt x="46927" y="33810"/>
                    <a:pt x="59917" y="18883"/>
                    <a:pt x="68073" y="18883"/>
                  </a:cubicBezTo>
                  <a:cubicBezTo>
                    <a:pt x="69885" y="18883"/>
                    <a:pt x="72604" y="20376"/>
                    <a:pt x="75927" y="23361"/>
                  </a:cubicBezTo>
                  <a:cubicBezTo>
                    <a:pt x="80761" y="27541"/>
                    <a:pt x="84083" y="29332"/>
                    <a:pt x="88011" y="29332"/>
                  </a:cubicBezTo>
                  <a:cubicBezTo>
                    <a:pt x="95261" y="29332"/>
                    <a:pt x="99792" y="24257"/>
                    <a:pt x="99792" y="15898"/>
                  </a:cubicBezTo>
                  <a:cubicBezTo>
                    <a:pt x="99792" y="6046"/>
                    <a:pt x="93448" y="75"/>
                    <a:pt x="83177" y="75"/>
                  </a:cubicBezTo>
                  <a:cubicBezTo>
                    <a:pt x="70490" y="75"/>
                    <a:pt x="61729" y="6941"/>
                    <a:pt x="46927" y="28138"/>
                  </a:cubicBezTo>
                  <a:lnTo>
                    <a:pt x="46927" y="672"/>
                  </a:lnTo>
                  <a:lnTo>
                    <a:pt x="45416" y="75"/>
                  </a:lnTo>
                  <a:cubicBezTo>
                    <a:pt x="29406" y="6643"/>
                    <a:pt x="18531" y="10524"/>
                    <a:pt x="707" y="16196"/>
                  </a:cubicBezTo>
                  <a:lnTo>
                    <a:pt x="707" y="209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81513165-56C0-5355-BC2C-5DDB9827A1B7}"/>
                </a:ext>
              </a:extLst>
            </p:cNvPr>
            <p:cNvSpPr/>
            <p:nvPr>
              <p:custDataLst>
                <p:tags r:id="rId483"/>
              </p:custDataLst>
            </p:nvPr>
          </p:nvSpPr>
          <p:spPr>
            <a:xfrm>
              <a:off x="5785645" y="4650160"/>
              <a:ext cx="99688" cy="137331"/>
            </a:xfrm>
            <a:custGeom>
              <a:avLst/>
              <a:gdLst>
                <a:gd name="connsiteX0" fmla="*/ 711 w 99688"/>
                <a:gd name="connsiteY0" fmla="*/ 20973 h 137331"/>
                <a:gd name="connsiteX1" fmla="*/ 11284 w 99688"/>
                <a:gd name="connsiteY1" fmla="*/ 19779 h 137331"/>
                <a:gd name="connsiteX2" fmla="*/ 21555 w 99688"/>
                <a:gd name="connsiteY2" fmla="*/ 37692 h 137331"/>
                <a:gd name="connsiteX3" fmla="*/ 21555 w 99688"/>
                <a:gd name="connsiteY3" fmla="*/ 112328 h 137331"/>
                <a:gd name="connsiteX4" fmla="*/ 107 w 99688"/>
                <a:gd name="connsiteY4" fmla="*/ 132928 h 137331"/>
                <a:gd name="connsiteX5" fmla="*/ 107 w 99688"/>
                <a:gd name="connsiteY5" fmla="*/ 137406 h 137331"/>
                <a:gd name="connsiteX6" fmla="*/ 72607 w 99688"/>
                <a:gd name="connsiteY6" fmla="*/ 137406 h 137331"/>
                <a:gd name="connsiteX7" fmla="*/ 72607 w 99688"/>
                <a:gd name="connsiteY7" fmla="*/ 132928 h 137331"/>
                <a:gd name="connsiteX8" fmla="*/ 46930 w 99688"/>
                <a:gd name="connsiteY8" fmla="*/ 110537 h 137331"/>
                <a:gd name="connsiteX9" fmla="*/ 46930 w 99688"/>
                <a:gd name="connsiteY9" fmla="*/ 43364 h 137331"/>
                <a:gd name="connsiteX10" fmla="*/ 68076 w 99688"/>
                <a:gd name="connsiteY10" fmla="*/ 18883 h 137331"/>
                <a:gd name="connsiteX11" fmla="*/ 75930 w 99688"/>
                <a:gd name="connsiteY11" fmla="*/ 23361 h 137331"/>
                <a:gd name="connsiteX12" fmla="*/ 88014 w 99688"/>
                <a:gd name="connsiteY12" fmla="*/ 29332 h 137331"/>
                <a:gd name="connsiteX13" fmla="*/ 99795 w 99688"/>
                <a:gd name="connsiteY13" fmla="*/ 15898 h 137331"/>
                <a:gd name="connsiteX14" fmla="*/ 83181 w 99688"/>
                <a:gd name="connsiteY14" fmla="*/ 75 h 137331"/>
                <a:gd name="connsiteX15" fmla="*/ 46930 w 99688"/>
                <a:gd name="connsiteY15" fmla="*/ 28138 h 137331"/>
                <a:gd name="connsiteX16" fmla="*/ 46930 w 99688"/>
                <a:gd name="connsiteY16" fmla="*/ 672 h 137331"/>
                <a:gd name="connsiteX17" fmla="*/ 45420 w 99688"/>
                <a:gd name="connsiteY17" fmla="*/ 75 h 137331"/>
                <a:gd name="connsiteX18" fmla="*/ 711 w 99688"/>
                <a:gd name="connsiteY18" fmla="*/ 16196 h 137331"/>
                <a:gd name="connsiteX19" fmla="*/ 711 w 99688"/>
                <a:gd name="connsiteY19" fmla="*/ 209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88" h="137331">
                  <a:moveTo>
                    <a:pt x="711" y="20973"/>
                  </a:moveTo>
                  <a:cubicBezTo>
                    <a:pt x="4940" y="20077"/>
                    <a:pt x="7659" y="19779"/>
                    <a:pt x="11284" y="19779"/>
                  </a:cubicBezTo>
                  <a:cubicBezTo>
                    <a:pt x="18836" y="19779"/>
                    <a:pt x="21555" y="24555"/>
                    <a:pt x="21555" y="37692"/>
                  </a:cubicBezTo>
                  <a:lnTo>
                    <a:pt x="21555" y="112328"/>
                  </a:lnTo>
                  <a:cubicBezTo>
                    <a:pt x="21555" y="127255"/>
                    <a:pt x="19440" y="129345"/>
                    <a:pt x="107" y="132928"/>
                  </a:cubicBezTo>
                  <a:lnTo>
                    <a:pt x="107" y="137406"/>
                  </a:lnTo>
                  <a:lnTo>
                    <a:pt x="72607" y="137406"/>
                  </a:lnTo>
                  <a:lnTo>
                    <a:pt x="72607" y="132928"/>
                  </a:lnTo>
                  <a:cubicBezTo>
                    <a:pt x="52066" y="132032"/>
                    <a:pt x="46930" y="127554"/>
                    <a:pt x="46930" y="110537"/>
                  </a:cubicBezTo>
                  <a:lnTo>
                    <a:pt x="46930" y="43364"/>
                  </a:lnTo>
                  <a:cubicBezTo>
                    <a:pt x="46930" y="33810"/>
                    <a:pt x="59920" y="18883"/>
                    <a:pt x="68076" y="18883"/>
                  </a:cubicBezTo>
                  <a:cubicBezTo>
                    <a:pt x="69889" y="18883"/>
                    <a:pt x="72607" y="20376"/>
                    <a:pt x="75930" y="23361"/>
                  </a:cubicBezTo>
                  <a:cubicBezTo>
                    <a:pt x="80764" y="27541"/>
                    <a:pt x="84087" y="29332"/>
                    <a:pt x="88014" y="29332"/>
                  </a:cubicBezTo>
                  <a:cubicBezTo>
                    <a:pt x="95264" y="29332"/>
                    <a:pt x="99795" y="24257"/>
                    <a:pt x="99795" y="15898"/>
                  </a:cubicBezTo>
                  <a:cubicBezTo>
                    <a:pt x="99795" y="6046"/>
                    <a:pt x="93452" y="75"/>
                    <a:pt x="83181" y="75"/>
                  </a:cubicBezTo>
                  <a:cubicBezTo>
                    <a:pt x="70493" y="75"/>
                    <a:pt x="61732" y="6941"/>
                    <a:pt x="46930" y="28138"/>
                  </a:cubicBezTo>
                  <a:lnTo>
                    <a:pt x="46930" y="672"/>
                  </a:lnTo>
                  <a:lnTo>
                    <a:pt x="45420" y="75"/>
                  </a:lnTo>
                  <a:cubicBezTo>
                    <a:pt x="29409" y="6643"/>
                    <a:pt x="18534" y="10524"/>
                    <a:pt x="711" y="16196"/>
                  </a:cubicBezTo>
                  <a:lnTo>
                    <a:pt x="711" y="209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BBF9480-B0CD-EB20-FD20-BA32B2651B6A}"/>
                </a:ext>
              </a:extLst>
            </p:cNvPr>
            <p:cNvSpPr/>
            <p:nvPr>
              <p:custDataLst>
                <p:tags r:id="rId484"/>
              </p:custDataLst>
            </p:nvPr>
          </p:nvSpPr>
          <p:spPr>
            <a:xfrm>
              <a:off x="5892658" y="4650160"/>
              <a:ext cx="120532" cy="140316"/>
            </a:xfrm>
            <a:custGeom>
              <a:avLst/>
              <a:gdLst>
                <a:gd name="connsiteX0" fmla="*/ 115809 w 120532"/>
                <a:gd name="connsiteY0" fmla="*/ 88444 h 140316"/>
                <a:gd name="connsiteX1" fmla="*/ 68986 w 120532"/>
                <a:gd name="connsiteY1" fmla="*/ 119792 h 140316"/>
                <a:gd name="connsiteX2" fmla="*/ 30017 w 120532"/>
                <a:gd name="connsiteY2" fmla="*/ 94117 h 140316"/>
                <a:gd name="connsiteX3" fmla="*/ 21860 w 120532"/>
                <a:gd name="connsiteY3" fmla="*/ 54709 h 140316"/>
                <a:gd name="connsiteX4" fmla="*/ 114903 w 120532"/>
                <a:gd name="connsiteY4" fmla="*/ 54709 h 140316"/>
                <a:gd name="connsiteX5" fmla="*/ 101913 w 120532"/>
                <a:gd name="connsiteY5" fmla="*/ 17092 h 140316"/>
                <a:gd name="connsiteX6" fmla="*/ 63246 w 120532"/>
                <a:gd name="connsiteY6" fmla="*/ 75 h 140316"/>
                <a:gd name="connsiteX7" fmla="*/ 22464 w 120532"/>
                <a:gd name="connsiteY7" fmla="*/ 15599 h 140316"/>
                <a:gd name="connsiteX8" fmla="*/ 110 w 120532"/>
                <a:gd name="connsiteY8" fmla="*/ 73517 h 140316"/>
                <a:gd name="connsiteX9" fmla="*/ 56600 w 120532"/>
                <a:gd name="connsiteY9" fmla="*/ 140391 h 140316"/>
                <a:gd name="connsiteX10" fmla="*/ 120643 w 120532"/>
                <a:gd name="connsiteY10" fmla="*/ 90534 h 140316"/>
                <a:gd name="connsiteX11" fmla="*/ 115809 w 120532"/>
                <a:gd name="connsiteY11" fmla="*/ 88444 h 140316"/>
                <a:gd name="connsiteX12" fmla="*/ 22464 w 120532"/>
                <a:gd name="connsiteY12" fmla="*/ 45155 h 140316"/>
                <a:gd name="connsiteX13" fmla="*/ 54486 w 120532"/>
                <a:gd name="connsiteY13" fmla="*/ 10822 h 140316"/>
                <a:gd name="connsiteX14" fmla="*/ 84090 w 120532"/>
                <a:gd name="connsiteY14" fmla="*/ 45155 h 140316"/>
                <a:gd name="connsiteX15" fmla="*/ 22464 w 120532"/>
                <a:gd name="connsiteY15" fmla="*/ 45155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809" y="88444"/>
                  </a:moveTo>
                  <a:cubicBezTo>
                    <a:pt x="101309" y="111134"/>
                    <a:pt x="88319" y="119792"/>
                    <a:pt x="68986" y="119792"/>
                  </a:cubicBezTo>
                  <a:cubicBezTo>
                    <a:pt x="51767" y="119792"/>
                    <a:pt x="38777" y="111134"/>
                    <a:pt x="30017" y="94117"/>
                  </a:cubicBezTo>
                  <a:cubicBezTo>
                    <a:pt x="24579" y="82772"/>
                    <a:pt x="22464" y="72920"/>
                    <a:pt x="21860" y="54709"/>
                  </a:cubicBezTo>
                  <a:lnTo>
                    <a:pt x="114903" y="54709"/>
                  </a:lnTo>
                  <a:cubicBezTo>
                    <a:pt x="112486" y="35303"/>
                    <a:pt x="109465" y="26645"/>
                    <a:pt x="101913" y="17092"/>
                  </a:cubicBezTo>
                  <a:cubicBezTo>
                    <a:pt x="92851" y="6344"/>
                    <a:pt x="78955" y="75"/>
                    <a:pt x="63246" y="75"/>
                  </a:cubicBezTo>
                  <a:cubicBezTo>
                    <a:pt x="48142" y="75"/>
                    <a:pt x="33944" y="5449"/>
                    <a:pt x="22464" y="15599"/>
                  </a:cubicBezTo>
                  <a:cubicBezTo>
                    <a:pt x="8266" y="27840"/>
                    <a:pt x="110" y="49036"/>
                    <a:pt x="110" y="73517"/>
                  </a:cubicBezTo>
                  <a:cubicBezTo>
                    <a:pt x="110" y="114716"/>
                    <a:pt x="21860" y="140391"/>
                    <a:pt x="56600" y="140391"/>
                  </a:cubicBezTo>
                  <a:cubicBezTo>
                    <a:pt x="85298" y="140391"/>
                    <a:pt x="107955" y="122777"/>
                    <a:pt x="120643" y="90534"/>
                  </a:cubicBezTo>
                  <a:lnTo>
                    <a:pt x="115809" y="88444"/>
                  </a:lnTo>
                  <a:close/>
                  <a:moveTo>
                    <a:pt x="22464" y="45155"/>
                  </a:moveTo>
                  <a:cubicBezTo>
                    <a:pt x="25787" y="21869"/>
                    <a:pt x="36058" y="10822"/>
                    <a:pt x="54486" y="10822"/>
                  </a:cubicBezTo>
                  <a:cubicBezTo>
                    <a:pt x="72913" y="10822"/>
                    <a:pt x="80163" y="19182"/>
                    <a:pt x="84090" y="45155"/>
                  </a:cubicBezTo>
                  <a:lnTo>
                    <a:pt x="22464" y="4515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05F8FA8-EC89-0D68-8EC7-4A421A91B023}"/>
                </a:ext>
              </a:extLst>
            </p:cNvPr>
            <p:cNvSpPr/>
            <p:nvPr>
              <p:custDataLst>
                <p:tags r:id="rId485"/>
              </p:custDataLst>
            </p:nvPr>
          </p:nvSpPr>
          <p:spPr>
            <a:xfrm>
              <a:off x="6027286" y="4650160"/>
              <a:ext cx="116907" cy="140316"/>
            </a:xfrm>
            <a:custGeom>
              <a:avLst/>
              <a:gdLst>
                <a:gd name="connsiteX0" fmla="*/ 112793 w 116907"/>
                <a:gd name="connsiteY0" fmla="*/ 90833 h 140316"/>
                <a:gd name="connsiteX1" fmla="*/ 70199 w 116907"/>
                <a:gd name="connsiteY1" fmla="*/ 118896 h 140316"/>
                <a:gd name="connsiteX2" fmla="*/ 23375 w 116907"/>
                <a:gd name="connsiteY2" fmla="*/ 60680 h 140316"/>
                <a:gd name="connsiteX3" fmla="*/ 64459 w 116907"/>
                <a:gd name="connsiteY3" fmla="*/ 8733 h 140316"/>
                <a:gd name="connsiteX4" fmla="*/ 82282 w 116907"/>
                <a:gd name="connsiteY4" fmla="*/ 23063 h 140316"/>
                <a:gd name="connsiteX5" fmla="*/ 84095 w 116907"/>
                <a:gd name="connsiteY5" fmla="*/ 29631 h 140316"/>
                <a:gd name="connsiteX6" fmla="*/ 98293 w 116907"/>
                <a:gd name="connsiteY6" fmla="*/ 43364 h 140316"/>
                <a:gd name="connsiteX7" fmla="*/ 112793 w 116907"/>
                <a:gd name="connsiteY7" fmla="*/ 30825 h 140316"/>
                <a:gd name="connsiteX8" fmla="*/ 66271 w 116907"/>
                <a:gd name="connsiteY8" fmla="*/ 75 h 140316"/>
                <a:gd name="connsiteX9" fmla="*/ 23677 w 116907"/>
                <a:gd name="connsiteY9" fmla="*/ 16793 h 140316"/>
                <a:gd name="connsiteX10" fmla="*/ 114 w 116907"/>
                <a:gd name="connsiteY10" fmla="*/ 73816 h 140316"/>
                <a:gd name="connsiteX11" fmla="*/ 57511 w 116907"/>
                <a:gd name="connsiteY11" fmla="*/ 140391 h 140316"/>
                <a:gd name="connsiteX12" fmla="*/ 94063 w 116907"/>
                <a:gd name="connsiteY12" fmla="*/ 126360 h 140316"/>
                <a:gd name="connsiteX13" fmla="*/ 117022 w 116907"/>
                <a:gd name="connsiteY13" fmla="*/ 93520 h 140316"/>
                <a:gd name="connsiteX14" fmla="*/ 112793 w 116907"/>
                <a:gd name="connsiteY14" fmla="*/ 90833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07" h="140316">
                  <a:moveTo>
                    <a:pt x="112793" y="90833"/>
                  </a:moveTo>
                  <a:cubicBezTo>
                    <a:pt x="98293" y="111731"/>
                    <a:pt x="87418" y="118896"/>
                    <a:pt x="70199" y="118896"/>
                  </a:cubicBezTo>
                  <a:cubicBezTo>
                    <a:pt x="42709" y="118896"/>
                    <a:pt x="23375" y="95012"/>
                    <a:pt x="23375" y="60680"/>
                  </a:cubicBezTo>
                  <a:cubicBezTo>
                    <a:pt x="23375" y="29929"/>
                    <a:pt x="39990" y="8733"/>
                    <a:pt x="64459" y="8733"/>
                  </a:cubicBezTo>
                  <a:cubicBezTo>
                    <a:pt x="75334" y="8733"/>
                    <a:pt x="79261" y="12017"/>
                    <a:pt x="82282" y="23063"/>
                  </a:cubicBezTo>
                  <a:lnTo>
                    <a:pt x="84095" y="29631"/>
                  </a:lnTo>
                  <a:cubicBezTo>
                    <a:pt x="86511" y="37990"/>
                    <a:pt x="91949" y="43364"/>
                    <a:pt x="98293" y="43364"/>
                  </a:cubicBezTo>
                  <a:cubicBezTo>
                    <a:pt x="106147" y="43364"/>
                    <a:pt x="112793" y="37692"/>
                    <a:pt x="112793" y="30825"/>
                  </a:cubicBezTo>
                  <a:cubicBezTo>
                    <a:pt x="112793" y="14106"/>
                    <a:pt x="91647" y="75"/>
                    <a:pt x="66271" y="75"/>
                  </a:cubicBezTo>
                  <a:cubicBezTo>
                    <a:pt x="51469" y="75"/>
                    <a:pt x="36063" y="6046"/>
                    <a:pt x="23677" y="16793"/>
                  </a:cubicBezTo>
                  <a:cubicBezTo>
                    <a:pt x="8573" y="29929"/>
                    <a:pt x="114" y="50230"/>
                    <a:pt x="114" y="73816"/>
                  </a:cubicBezTo>
                  <a:cubicBezTo>
                    <a:pt x="114" y="112627"/>
                    <a:pt x="23979" y="140391"/>
                    <a:pt x="57511" y="140391"/>
                  </a:cubicBezTo>
                  <a:cubicBezTo>
                    <a:pt x="71105" y="140391"/>
                    <a:pt x="83188" y="135615"/>
                    <a:pt x="94063" y="126360"/>
                  </a:cubicBezTo>
                  <a:cubicBezTo>
                    <a:pt x="102220" y="119195"/>
                    <a:pt x="107959" y="111134"/>
                    <a:pt x="117022" y="93520"/>
                  </a:cubicBezTo>
                  <a:lnTo>
                    <a:pt x="112793" y="9083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BDAC2A6-4E6D-6241-A71E-5104532914C9}"/>
                </a:ext>
              </a:extLst>
            </p:cNvPr>
            <p:cNvSpPr/>
            <p:nvPr>
              <p:custDataLst>
                <p:tags r:id="rId486"/>
              </p:custDataLst>
            </p:nvPr>
          </p:nvSpPr>
          <p:spPr>
            <a:xfrm>
              <a:off x="6158289" y="4614633"/>
              <a:ext cx="80355" cy="175843"/>
            </a:xfrm>
            <a:custGeom>
              <a:avLst/>
              <a:gdLst>
                <a:gd name="connsiteX0" fmla="*/ 73224 w 80355"/>
                <a:gd name="connsiteY0" fmla="*/ 38587 h 175843"/>
                <a:gd name="connsiteX1" fmla="*/ 42713 w 80355"/>
                <a:gd name="connsiteY1" fmla="*/ 38587 h 175843"/>
                <a:gd name="connsiteX2" fmla="*/ 42713 w 80355"/>
                <a:gd name="connsiteY2" fmla="*/ 3956 h 175843"/>
                <a:gd name="connsiteX3" fmla="*/ 40598 w 80355"/>
                <a:gd name="connsiteY3" fmla="*/ 75 h 175843"/>
                <a:gd name="connsiteX4" fmla="*/ 34557 w 80355"/>
                <a:gd name="connsiteY4" fmla="*/ 8434 h 175843"/>
                <a:gd name="connsiteX5" fmla="*/ 5254 w 80355"/>
                <a:gd name="connsiteY5" fmla="*/ 40378 h 175843"/>
                <a:gd name="connsiteX6" fmla="*/ 119 w 80355"/>
                <a:gd name="connsiteY6" fmla="*/ 46051 h 175843"/>
                <a:gd name="connsiteX7" fmla="*/ 1327 w 80355"/>
                <a:gd name="connsiteY7" fmla="*/ 48141 h 175843"/>
                <a:gd name="connsiteX8" fmla="*/ 17338 w 80355"/>
                <a:gd name="connsiteY8" fmla="*/ 48141 h 175843"/>
                <a:gd name="connsiteX9" fmla="*/ 17338 w 80355"/>
                <a:gd name="connsiteY9" fmla="*/ 138003 h 175843"/>
                <a:gd name="connsiteX10" fmla="*/ 44223 w 80355"/>
                <a:gd name="connsiteY10" fmla="*/ 175918 h 175843"/>
                <a:gd name="connsiteX11" fmla="*/ 80474 w 80355"/>
                <a:gd name="connsiteY11" fmla="*/ 153229 h 175843"/>
                <a:gd name="connsiteX12" fmla="*/ 76547 w 80355"/>
                <a:gd name="connsiteY12" fmla="*/ 149945 h 175843"/>
                <a:gd name="connsiteX13" fmla="*/ 58422 w 80355"/>
                <a:gd name="connsiteY13" fmla="*/ 160394 h 175843"/>
                <a:gd name="connsiteX14" fmla="*/ 42713 w 80355"/>
                <a:gd name="connsiteY14" fmla="*/ 133525 h 175843"/>
                <a:gd name="connsiteX15" fmla="*/ 42713 w 80355"/>
                <a:gd name="connsiteY15" fmla="*/ 48141 h 175843"/>
                <a:gd name="connsiteX16" fmla="*/ 73224 w 80355"/>
                <a:gd name="connsiteY16" fmla="*/ 48141 h 175843"/>
                <a:gd name="connsiteX17" fmla="*/ 73224 w 80355"/>
                <a:gd name="connsiteY17" fmla="*/ 38587 h 17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55" h="175843">
                  <a:moveTo>
                    <a:pt x="73224" y="38587"/>
                  </a:moveTo>
                  <a:lnTo>
                    <a:pt x="42713" y="38587"/>
                  </a:lnTo>
                  <a:lnTo>
                    <a:pt x="42713" y="3956"/>
                  </a:lnTo>
                  <a:cubicBezTo>
                    <a:pt x="42713" y="970"/>
                    <a:pt x="42411" y="75"/>
                    <a:pt x="40598" y="75"/>
                  </a:cubicBezTo>
                  <a:cubicBezTo>
                    <a:pt x="38484" y="2762"/>
                    <a:pt x="36671" y="5449"/>
                    <a:pt x="34557" y="8434"/>
                  </a:cubicBezTo>
                  <a:cubicBezTo>
                    <a:pt x="23077" y="24854"/>
                    <a:pt x="10088" y="39184"/>
                    <a:pt x="5254" y="40378"/>
                  </a:cubicBezTo>
                  <a:cubicBezTo>
                    <a:pt x="1931" y="42468"/>
                    <a:pt x="119" y="44558"/>
                    <a:pt x="119" y="46051"/>
                  </a:cubicBezTo>
                  <a:cubicBezTo>
                    <a:pt x="119" y="46946"/>
                    <a:pt x="421" y="47544"/>
                    <a:pt x="1327" y="48141"/>
                  </a:cubicBezTo>
                  <a:lnTo>
                    <a:pt x="17338" y="48141"/>
                  </a:lnTo>
                  <a:lnTo>
                    <a:pt x="17338" y="138003"/>
                  </a:lnTo>
                  <a:cubicBezTo>
                    <a:pt x="17338" y="163081"/>
                    <a:pt x="26400" y="175918"/>
                    <a:pt x="44223" y="175918"/>
                  </a:cubicBezTo>
                  <a:cubicBezTo>
                    <a:pt x="59026" y="175918"/>
                    <a:pt x="70505" y="168753"/>
                    <a:pt x="80474" y="153229"/>
                  </a:cubicBezTo>
                  <a:lnTo>
                    <a:pt x="76547" y="149945"/>
                  </a:lnTo>
                  <a:cubicBezTo>
                    <a:pt x="70203" y="157409"/>
                    <a:pt x="65067" y="160394"/>
                    <a:pt x="58422" y="160394"/>
                  </a:cubicBezTo>
                  <a:cubicBezTo>
                    <a:pt x="47244" y="160394"/>
                    <a:pt x="42713" y="152333"/>
                    <a:pt x="42713" y="133525"/>
                  </a:cubicBezTo>
                  <a:lnTo>
                    <a:pt x="42713" y="48141"/>
                  </a:lnTo>
                  <a:lnTo>
                    <a:pt x="73224" y="48141"/>
                  </a:lnTo>
                  <a:lnTo>
                    <a:pt x="73224" y="38587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B05F2C4-6085-5D7D-9908-2F2145267518}"/>
                </a:ext>
              </a:extLst>
            </p:cNvPr>
            <p:cNvSpPr/>
            <p:nvPr>
              <p:custDataLst>
                <p:tags r:id="rId487"/>
              </p:custDataLst>
            </p:nvPr>
          </p:nvSpPr>
          <p:spPr>
            <a:xfrm>
              <a:off x="6325636" y="4650160"/>
              <a:ext cx="122345" cy="140316"/>
            </a:xfrm>
            <a:custGeom>
              <a:avLst/>
              <a:gdLst>
                <a:gd name="connsiteX0" fmla="*/ 122469 w 122345"/>
                <a:gd name="connsiteY0" fmla="*/ 117702 h 140316"/>
                <a:gd name="connsiteX1" fmla="*/ 109177 w 122345"/>
                <a:gd name="connsiteY1" fmla="*/ 123374 h 140316"/>
                <a:gd name="connsiteX2" fmla="*/ 100115 w 122345"/>
                <a:gd name="connsiteY2" fmla="*/ 106059 h 140316"/>
                <a:gd name="connsiteX3" fmla="*/ 100115 w 122345"/>
                <a:gd name="connsiteY3" fmla="*/ 47842 h 140316"/>
                <a:gd name="connsiteX4" fmla="*/ 94073 w 122345"/>
                <a:gd name="connsiteY4" fmla="*/ 16495 h 140316"/>
                <a:gd name="connsiteX5" fmla="*/ 56614 w 122345"/>
                <a:gd name="connsiteY5" fmla="*/ 75 h 140316"/>
                <a:gd name="connsiteX6" fmla="*/ 5864 w 122345"/>
                <a:gd name="connsiteY6" fmla="*/ 33512 h 140316"/>
                <a:gd name="connsiteX7" fmla="*/ 18853 w 122345"/>
                <a:gd name="connsiteY7" fmla="*/ 46349 h 140316"/>
                <a:gd name="connsiteX8" fmla="*/ 32447 w 122345"/>
                <a:gd name="connsiteY8" fmla="*/ 33810 h 140316"/>
                <a:gd name="connsiteX9" fmla="*/ 31843 w 122345"/>
                <a:gd name="connsiteY9" fmla="*/ 29034 h 140316"/>
                <a:gd name="connsiteX10" fmla="*/ 30937 w 122345"/>
                <a:gd name="connsiteY10" fmla="*/ 21869 h 140316"/>
                <a:gd name="connsiteX11" fmla="*/ 52687 w 122345"/>
                <a:gd name="connsiteY11" fmla="*/ 7240 h 140316"/>
                <a:gd name="connsiteX12" fmla="*/ 75646 w 122345"/>
                <a:gd name="connsiteY12" fmla="*/ 32019 h 140316"/>
                <a:gd name="connsiteX13" fmla="*/ 75646 w 122345"/>
                <a:gd name="connsiteY13" fmla="*/ 50230 h 140316"/>
                <a:gd name="connsiteX14" fmla="*/ 10999 w 122345"/>
                <a:gd name="connsiteY14" fmla="*/ 82473 h 140316"/>
                <a:gd name="connsiteX15" fmla="*/ 124 w 122345"/>
                <a:gd name="connsiteY15" fmla="*/ 108447 h 140316"/>
                <a:gd name="connsiteX16" fmla="*/ 31843 w 122345"/>
                <a:gd name="connsiteY16" fmla="*/ 140391 h 140316"/>
                <a:gd name="connsiteX17" fmla="*/ 75948 w 122345"/>
                <a:gd name="connsiteY17" fmla="*/ 118598 h 140316"/>
                <a:gd name="connsiteX18" fmla="*/ 95281 w 122345"/>
                <a:gd name="connsiteY18" fmla="*/ 140391 h 140316"/>
                <a:gd name="connsiteX19" fmla="*/ 122469 w 122345"/>
                <a:gd name="connsiteY19" fmla="*/ 125464 h 140316"/>
                <a:gd name="connsiteX20" fmla="*/ 122469 w 122345"/>
                <a:gd name="connsiteY20" fmla="*/ 117702 h 140316"/>
                <a:gd name="connsiteX21" fmla="*/ 75646 w 122345"/>
                <a:gd name="connsiteY21" fmla="*/ 100685 h 140316"/>
                <a:gd name="connsiteX22" fmla="*/ 67792 w 122345"/>
                <a:gd name="connsiteY22" fmla="*/ 116209 h 140316"/>
                <a:gd name="connsiteX23" fmla="*/ 45739 w 122345"/>
                <a:gd name="connsiteY23" fmla="*/ 123076 h 140316"/>
                <a:gd name="connsiteX24" fmla="*/ 26708 w 122345"/>
                <a:gd name="connsiteY24" fmla="*/ 100088 h 140316"/>
                <a:gd name="connsiteX25" fmla="*/ 26708 w 122345"/>
                <a:gd name="connsiteY25" fmla="*/ 98894 h 140316"/>
                <a:gd name="connsiteX26" fmla="*/ 75646 w 122345"/>
                <a:gd name="connsiteY26" fmla="*/ 57396 h 140316"/>
                <a:gd name="connsiteX27" fmla="*/ 75646 w 122345"/>
                <a:gd name="connsiteY27" fmla="*/ 100685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45" h="140316">
                  <a:moveTo>
                    <a:pt x="122469" y="117702"/>
                  </a:moveTo>
                  <a:cubicBezTo>
                    <a:pt x="117334" y="121882"/>
                    <a:pt x="113709" y="123374"/>
                    <a:pt x="109177" y="123374"/>
                  </a:cubicBezTo>
                  <a:cubicBezTo>
                    <a:pt x="102229" y="123374"/>
                    <a:pt x="100115" y="119195"/>
                    <a:pt x="100115" y="106059"/>
                  </a:cubicBezTo>
                  <a:lnTo>
                    <a:pt x="100115" y="47842"/>
                  </a:lnTo>
                  <a:cubicBezTo>
                    <a:pt x="100115" y="32318"/>
                    <a:pt x="98604" y="23660"/>
                    <a:pt x="94073" y="16495"/>
                  </a:cubicBezTo>
                  <a:cubicBezTo>
                    <a:pt x="87427" y="5747"/>
                    <a:pt x="74437" y="75"/>
                    <a:pt x="56614" y="75"/>
                  </a:cubicBezTo>
                  <a:cubicBezTo>
                    <a:pt x="28218" y="75"/>
                    <a:pt x="5864" y="14703"/>
                    <a:pt x="5864" y="33512"/>
                  </a:cubicBezTo>
                  <a:cubicBezTo>
                    <a:pt x="5864" y="40378"/>
                    <a:pt x="11905" y="46349"/>
                    <a:pt x="18853" y="46349"/>
                  </a:cubicBezTo>
                  <a:cubicBezTo>
                    <a:pt x="26104" y="46349"/>
                    <a:pt x="32447" y="40378"/>
                    <a:pt x="32447" y="33810"/>
                  </a:cubicBezTo>
                  <a:cubicBezTo>
                    <a:pt x="32447" y="32616"/>
                    <a:pt x="32145" y="31124"/>
                    <a:pt x="31843" y="29034"/>
                  </a:cubicBezTo>
                  <a:cubicBezTo>
                    <a:pt x="31239" y="26347"/>
                    <a:pt x="30937" y="23958"/>
                    <a:pt x="30937" y="21869"/>
                  </a:cubicBezTo>
                  <a:cubicBezTo>
                    <a:pt x="30937" y="13808"/>
                    <a:pt x="40604" y="7240"/>
                    <a:pt x="52687" y="7240"/>
                  </a:cubicBezTo>
                  <a:cubicBezTo>
                    <a:pt x="67489" y="7240"/>
                    <a:pt x="75646" y="15898"/>
                    <a:pt x="75646" y="32019"/>
                  </a:cubicBezTo>
                  <a:lnTo>
                    <a:pt x="75646" y="50230"/>
                  </a:lnTo>
                  <a:cubicBezTo>
                    <a:pt x="29124" y="68740"/>
                    <a:pt x="23989" y="71129"/>
                    <a:pt x="10999" y="82473"/>
                  </a:cubicBezTo>
                  <a:cubicBezTo>
                    <a:pt x="4353" y="88444"/>
                    <a:pt x="124" y="98595"/>
                    <a:pt x="124" y="108447"/>
                  </a:cubicBezTo>
                  <a:cubicBezTo>
                    <a:pt x="124" y="127255"/>
                    <a:pt x="13416" y="140391"/>
                    <a:pt x="31843" y="140391"/>
                  </a:cubicBezTo>
                  <a:cubicBezTo>
                    <a:pt x="45135" y="140391"/>
                    <a:pt x="57521" y="134122"/>
                    <a:pt x="75948" y="118598"/>
                  </a:cubicBezTo>
                  <a:cubicBezTo>
                    <a:pt x="77458" y="134122"/>
                    <a:pt x="82896" y="140391"/>
                    <a:pt x="95281" y="140391"/>
                  </a:cubicBezTo>
                  <a:cubicBezTo>
                    <a:pt x="105552" y="140391"/>
                    <a:pt x="111896" y="136809"/>
                    <a:pt x="122469" y="125464"/>
                  </a:cubicBezTo>
                  <a:lnTo>
                    <a:pt x="122469" y="117702"/>
                  </a:lnTo>
                  <a:close/>
                  <a:moveTo>
                    <a:pt x="75646" y="100685"/>
                  </a:moveTo>
                  <a:cubicBezTo>
                    <a:pt x="75646" y="109940"/>
                    <a:pt x="74135" y="112627"/>
                    <a:pt x="67792" y="116209"/>
                  </a:cubicBezTo>
                  <a:cubicBezTo>
                    <a:pt x="60541" y="120389"/>
                    <a:pt x="52083" y="123076"/>
                    <a:pt x="45739" y="123076"/>
                  </a:cubicBezTo>
                  <a:cubicBezTo>
                    <a:pt x="35166" y="123076"/>
                    <a:pt x="26708" y="112925"/>
                    <a:pt x="26708" y="100088"/>
                  </a:cubicBezTo>
                  <a:lnTo>
                    <a:pt x="26708" y="98894"/>
                  </a:lnTo>
                  <a:cubicBezTo>
                    <a:pt x="26708" y="81279"/>
                    <a:pt x="39093" y="70532"/>
                    <a:pt x="75646" y="57396"/>
                  </a:cubicBezTo>
                  <a:lnTo>
                    <a:pt x="75646" y="10068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3D1BA19-28A9-F018-6115-6E81F541A124}"/>
                </a:ext>
              </a:extLst>
            </p:cNvPr>
            <p:cNvSpPr/>
            <p:nvPr>
              <p:custDataLst>
                <p:tags r:id="rId488"/>
              </p:custDataLst>
            </p:nvPr>
          </p:nvSpPr>
          <p:spPr>
            <a:xfrm>
              <a:off x="6453920" y="4650160"/>
              <a:ext cx="141678" cy="137331"/>
            </a:xfrm>
            <a:custGeom>
              <a:avLst/>
              <a:gdLst>
                <a:gd name="connsiteX0" fmla="*/ 128 w 141678"/>
                <a:gd name="connsiteY0" fmla="*/ 18585 h 137331"/>
                <a:gd name="connsiteX1" fmla="*/ 8285 w 141678"/>
                <a:gd name="connsiteY1" fmla="*/ 17390 h 137331"/>
                <a:gd name="connsiteX2" fmla="*/ 19462 w 141678"/>
                <a:gd name="connsiteY2" fmla="*/ 36497 h 137331"/>
                <a:gd name="connsiteX3" fmla="*/ 19462 w 141678"/>
                <a:gd name="connsiteY3" fmla="*/ 110537 h 137331"/>
                <a:gd name="connsiteX4" fmla="*/ 733 w 141678"/>
                <a:gd name="connsiteY4" fmla="*/ 132928 h 137331"/>
                <a:gd name="connsiteX5" fmla="*/ 733 w 141678"/>
                <a:gd name="connsiteY5" fmla="*/ 137406 h 137331"/>
                <a:gd name="connsiteX6" fmla="*/ 64775 w 141678"/>
                <a:gd name="connsiteY6" fmla="*/ 137406 h 137331"/>
                <a:gd name="connsiteX7" fmla="*/ 64775 w 141678"/>
                <a:gd name="connsiteY7" fmla="*/ 132928 h 137331"/>
                <a:gd name="connsiteX8" fmla="*/ 44837 w 141678"/>
                <a:gd name="connsiteY8" fmla="*/ 117403 h 137331"/>
                <a:gd name="connsiteX9" fmla="*/ 44837 w 141678"/>
                <a:gd name="connsiteY9" fmla="*/ 33512 h 137331"/>
                <a:gd name="connsiteX10" fmla="*/ 75952 w 141678"/>
                <a:gd name="connsiteY10" fmla="*/ 16495 h 137331"/>
                <a:gd name="connsiteX11" fmla="*/ 98005 w 141678"/>
                <a:gd name="connsiteY11" fmla="*/ 45454 h 137331"/>
                <a:gd name="connsiteX12" fmla="*/ 98005 w 141678"/>
                <a:gd name="connsiteY12" fmla="*/ 107850 h 137331"/>
                <a:gd name="connsiteX13" fmla="*/ 78973 w 141678"/>
                <a:gd name="connsiteY13" fmla="*/ 132928 h 137331"/>
                <a:gd name="connsiteX14" fmla="*/ 78973 w 141678"/>
                <a:gd name="connsiteY14" fmla="*/ 137406 h 137331"/>
                <a:gd name="connsiteX15" fmla="*/ 141807 w 141678"/>
                <a:gd name="connsiteY15" fmla="*/ 137406 h 137331"/>
                <a:gd name="connsiteX16" fmla="*/ 141807 w 141678"/>
                <a:gd name="connsiteY16" fmla="*/ 132928 h 137331"/>
                <a:gd name="connsiteX17" fmla="*/ 123380 w 141678"/>
                <a:gd name="connsiteY17" fmla="*/ 113224 h 137331"/>
                <a:gd name="connsiteX18" fmla="*/ 123380 w 141678"/>
                <a:gd name="connsiteY18" fmla="*/ 44857 h 137331"/>
                <a:gd name="connsiteX19" fmla="*/ 87734 w 141678"/>
                <a:gd name="connsiteY19" fmla="*/ 75 h 137331"/>
                <a:gd name="connsiteX20" fmla="*/ 43931 w 141678"/>
                <a:gd name="connsiteY20" fmla="*/ 24257 h 137331"/>
                <a:gd name="connsiteX21" fmla="*/ 43931 w 141678"/>
                <a:gd name="connsiteY21" fmla="*/ 672 h 137331"/>
                <a:gd name="connsiteX22" fmla="*/ 41816 w 141678"/>
                <a:gd name="connsiteY22" fmla="*/ 75 h 137331"/>
                <a:gd name="connsiteX23" fmla="*/ 128 w 141678"/>
                <a:gd name="connsiteY23" fmla="*/ 13509 h 137331"/>
                <a:gd name="connsiteX24" fmla="*/ 128 w 141678"/>
                <a:gd name="connsiteY24" fmla="*/ 18585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78" h="137331">
                  <a:moveTo>
                    <a:pt x="128" y="18585"/>
                  </a:moveTo>
                  <a:cubicBezTo>
                    <a:pt x="1941" y="17689"/>
                    <a:pt x="4962" y="17390"/>
                    <a:pt x="8285" y="17390"/>
                  </a:cubicBezTo>
                  <a:cubicBezTo>
                    <a:pt x="16743" y="17390"/>
                    <a:pt x="19462" y="21869"/>
                    <a:pt x="19462" y="36497"/>
                  </a:cubicBezTo>
                  <a:lnTo>
                    <a:pt x="19462" y="110537"/>
                  </a:lnTo>
                  <a:cubicBezTo>
                    <a:pt x="19462" y="127554"/>
                    <a:pt x="16139" y="131734"/>
                    <a:pt x="733" y="132928"/>
                  </a:cubicBezTo>
                  <a:lnTo>
                    <a:pt x="733" y="137406"/>
                  </a:lnTo>
                  <a:lnTo>
                    <a:pt x="64775" y="137406"/>
                  </a:lnTo>
                  <a:lnTo>
                    <a:pt x="64775" y="132928"/>
                  </a:lnTo>
                  <a:cubicBezTo>
                    <a:pt x="49369" y="131734"/>
                    <a:pt x="44837" y="128151"/>
                    <a:pt x="44837" y="117403"/>
                  </a:cubicBezTo>
                  <a:lnTo>
                    <a:pt x="44837" y="33512"/>
                  </a:lnTo>
                  <a:cubicBezTo>
                    <a:pt x="59337" y="20077"/>
                    <a:pt x="65983" y="16495"/>
                    <a:pt x="75952" y="16495"/>
                  </a:cubicBezTo>
                  <a:cubicBezTo>
                    <a:pt x="90755" y="16495"/>
                    <a:pt x="98005" y="25750"/>
                    <a:pt x="98005" y="45454"/>
                  </a:cubicBezTo>
                  <a:lnTo>
                    <a:pt x="98005" y="107850"/>
                  </a:lnTo>
                  <a:cubicBezTo>
                    <a:pt x="98005" y="126658"/>
                    <a:pt x="94078" y="131734"/>
                    <a:pt x="78973" y="132928"/>
                  </a:cubicBezTo>
                  <a:lnTo>
                    <a:pt x="78973" y="137406"/>
                  </a:lnTo>
                  <a:lnTo>
                    <a:pt x="141807" y="137406"/>
                  </a:lnTo>
                  <a:lnTo>
                    <a:pt x="141807" y="132928"/>
                  </a:lnTo>
                  <a:cubicBezTo>
                    <a:pt x="127005" y="131435"/>
                    <a:pt x="123380" y="127852"/>
                    <a:pt x="123380" y="113224"/>
                  </a:cubicBezTo>
                  <a:lnTo>
                    <a:pt x="123380" y="44857"/>
                  </a:lnTo>
                  <a:cubicBezTo>
                    <a:pt x="123380" y="16793"/>
                    <a:pt x="110088" y="75"/>
                    <a:pt x="87734" y="75"/>
                  </a:cubicBezTo>
                  <a:cubicBezTo>
                    <a:pt x="73838" y="75"/>
                    <a:pt x="64473" y="5150"/>
                    <a:pt x="43931" y="24257"/>
                  </a:cubicBezTo>
                  <a:lnTo>
                    <a:pt x="43931" y="672"/>
                  </a:lnTo>
                  <a:lnTo>
                    <a:pt x="41816" y="75"/>
                  </a:lnTo>
                  <a:cubicBezTo>
                    <a:pt x="27014" y="5449"/>
                    <a:pt x="16743" y="8733"/>
                    <a:pt x="128" y="13509"/>
                  </a:cubicBezTo>
                  <a:lnTo>
                    <a:pt x="128" y="1858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B5908B7-C0EB-097B-093F-E935AA896B69}"/>
                </a:ext>
              </a:extLst>
            </p:cNvPr>
            <p:cNvSpPr/>
            <p:nvPr>
              <p:custDataLst>
                <p:tags r:id="rId489"/>
              </p:custDataLst>
            </p:nvPr>
          </p:nvSpPr>
          <p:spPr>
            <a:xfrm>
              <a:off x="6616103" y="4650459"/>
              <a:ext cx="89719" cy="140018"/>
            </a:xfrm>
            <a:custGeom>
              <a:avLst/>
              <a:gdLst>
                <a:gd name="connsiteX0" fmla="*/ 79884 w 89719"/>
                <a:gd name="connsiteY0" fmla="*/ 43364 h 140018"/>
                <a:gd name="connsiteX1" fmla="*/ 78676 w 89719"/>
                <a:gd name="connsiteY1" fmla="*/ 2762 h 140018"/>
                <a:gd name="connsiteX2" fmla="*/ 75353 w 89719"/>
                <a:gd name="connsiteY2" fmla="*/ 2762 h 140018"/>
                <a:gd name="connsiteX3" fmla="*/ 74749 w 89719"/>
                <a:gd name="connsiteY3" fmla="*/ 3359 h 140018"/>
                <a:gd name="connsiteX4" fmla="*/ 70520 w 89719"/>
                <a:gd name="connsiteY4" fmla="*/ 5747 h 140018"/>
                <a:gd name="connsiteX5" fmla="*/ 62363 w 89719"/>
                <a:gd name="connsiteY5" fmla="*/ 3657 h 140018"/>
                <a:gd name="connsiteX6" fmla="*/ 41217 w 89719"/>
                <a:gd name="connsiteY6" fmla="*/ 75 h 140018"/>
                <a:gd name="connsiteX7" fmla="*/ 133 w 89719"/>
                <a:gd name="connsiteY7" fmla="*/ 36796 h 140018"/>
                <a:gd name="connsiteX8" fmla="*/ 35478 w 89719"/>
                <a:gd name="connsiteY8" fmla="*/ 79787 h 140018"/>
                <a:gd name="connsiteX9" fmla="*/ 52999 w 89719"/>
                <a:gd name="connsiteY9" fmla="*/ 89639 h 140018"/>
                <a:gd name="connsiteX10" fmla="*/ 68707 w 89719"/>
                <a:gd name="connsiteY10" fmla="*/ 112030 h 140018"/>
                <a:gd name="connsiteX11" fmla="*/ 43634 w 89719"/>
                <a:gd name="connsiteY11" fmla="*/ 133525 h 140018"/>
                <a:gd name="connsiteX12" fmla="*/ 18259 w 89719"/>
                <a:gd name="connsiteY12" fmla="*/ 123076 h 140018"/>
                <a:gd name="connsiteX13" fmla="*/ 5269 w 89719"/>
                <a:gd name="connsiteY13" fmla="*/ 91728 h 140018"/>
                <a:gd name="connsiteX14" fmla="*/ 436 w 89719"/>
                <a:gd name="connsiteY14" fmla="*/ 91728 h 140018"/>
                <a:gd name="connsiteX15" fmla="*/ 436 w 89719"/>
                <a:gd name="connsiteY15" fmla="*/ 138302 h 140018"/>
                <a:gd name="connsiteX16" fmla="*/ 4363 w 89719"/>
                <a:gd name="connsiteY16" fmla="*/ 138302 h 140018"/>
                <a:gd name="connsiteX17" fmla="*/ 11311 w 89719"/>
                <a:gd name="connsiteY17" fmla="*/ 134719 h 140018"/>
                <a:gd name="connsiteX18" fmla="*/ 25207 w 89719"/>
                <a:gd name="connsiteY18" fmla="*/ 137107 h 140018"/>
                <a:gd name="connsiteX19" fmla="*/ 47259 w 89719"/>
                <a:gd name="connsiteY19" fmla="*/ 140093 h 140018"/>
                <a:gd name="connsiteX20" fmla="*/ 89853 w 89719"/>
                <a:gd name="connsiteY20" fmla="*/ 101879 h 140018"/>
                <a:gd name="connsiteX21" fmla="*/ 64478 w 89719"/>
                <a:gd name="connsiteY21" fmla="*/ 66352 h 140018"/>
                <a:gd name="connsiteX22" fmla="*/ 31853 w 89719"/>
                <a:gd name="connsiteY22" fmla="*/ 47245 h 140018"/>
                <a:gd name="connsiteX23" fmla="*/ 18863 w 89719"/>
                <a:gd name="connsiteY23" fmla="*/ 26944 h 140018"/>
                <a:gd name="connsiteX24" fmla="*/ 42124 w 89719"/>
                <a:gd name="connsiteY24" fmla="*/ 6643 h 140018"/>
                <a:gd name="connsiteX25" fmla="*/ 75353 w 89719"/>
                <a:gd name="connsiteY25" fmla="*/ 43364 h 140018"/>
                <a:gd name="connsiteX26" fmla="*/ 79884 w 89719"/>
                <a:gd name="connsiteY26" fmla="*/ 43364 h 14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19" h="140018">
                  <a:moveTo>
                    <a:pt x="79884" y="43364"/>
                  </a:moveTo>
                  <a:lnTo>
                    <a:pt x="78676" y="2762"/>
                  </a:lnTo>
                  <a:lnTo>
                    <a:pt x="75353" y="2762"/>
                  </a:lnTo>
                  <a:lnTo>
                    <a:pt x="74749" y="3359"/>
                  </a:lnTo>
                  <a:cubicBezTo>
                    <a:pt x="72030" y="5449"/>
                    <a:pt x="71728" y="5747"/>
                    <a:pt x="70520" y="5747"/>
                  </a:cubicBezTo>
                  <a:cubicBezTo>
                    <a:pt x="68707" y="5747"/>
                    <a:pt x="65686" y="5150"/>
                    <a:pt x="62363" y="3657"/>
                  </a:cubicBezTo>
                  <a:cubicBezTo>
                    <a:pt x="55717" y="1269"/>
                    <a:pt x="49072" y="75"/>
                    <a:pt x="41217" y="75"/>
                  </a:cubicBezTo>
                  <a:cubicBezTo>
                    <a:pt x="17352" y="75"/>
                    <a:pt x="133" y="15301"/>
                    <a:pt x="133" y="36796"/>
                  </a:cubicBezTo>
                  <a:cubicBezTo>
                    <a:pt x="133" y="53514"/>
                    <a:pt x="9800" y="65456"/>
                    <a:pt x="35478" y="79787"/>
                  </a:cubicBezTo>
                  <a:lnTo>
                    <a:pt x="52999" y="89639"/>
                  </a:lnTo>
                  <a:cubicBezTo>
                    <a:pt x="63572" y="95610"/>
                    <a:pt x="68707" y="102775"/>
                    <a:pt x="68707" y="112030"/>
                  </a:cubicBezTo>
                  <a:cubicBezTo>
                    <a:pt x="68707" y="125166"/>
                    <a:pt x="59040" y="133525"/>
                    <a:pt x="43634" y="133525"/>
                  </a:cubicBezTo>
                  <a:cubicBezTo>
                    <a:pt x="33363" y="133525"/>
                    <a:pt x="23998" y="129644"/>
                    <a:pt x="18259" y="123076"/>
                  </a:cubicBezTo>
                  <a:cubicBezTo>
                    <a:pt x="11915" y="115612"/>
                    <a:pt x="9196" y="108746"/>
                    <a:pt x="5269" y="91728"/>
                  </a:cubicBezTo>
                  <a:lnTo>
                    <a:pt x="436" y="91728"/>
                  </a:lnTo>
                  <a:lnTo>
                    <a:pt x="436" y="138302"/>
                  </a:lnTo>
                  <a:lnTo>
                    <a:pt x="4363" y="138302"/>
                  </a:lnTo>
                  <a:cubicBezTo>
                    <a:pt x="6477" y="135316"/>
                    <a:pt x="7686" y="134719"/>
                    <a:pt x="11311" y="134719"/>
                  </a:cubicBezTo>
                  <a:cubicBezTo>
                    <a:pt x="14029" y="134719"/>
                    <a:pt x="18259" y="135316"/>
                    <a:pt x="25207" y="137107"/>
                  </a:cubicBezTo>
                  <a:cubicBezTo>
                    <a:pt x="33665" y="138899"/>
                    <a:pt x="41821" y="140093"/>
                    <a:pt x="47259" y="140093"/>
                  </a:cubicBezTo>
                  <a:cubicBezTo>
                    <a:pt x="70520" y="140093"/>
                    <a:pt x="89853" y="122777"/>
                    <a:pt x="89853" y="101879"/>
                  </a:cubicBezTo>
                  <a:cubicBezTo>
                    <a:pt x="89853" y="86952"/>
                    <a:pt x="82603" y="77100"/>
                    <a:pt x="64478" y="66352"/>
                  </a:cubicBezTo>
                  <a:lnTo>
                    <a:pt x="31853" y="47245"/>
                  </a:lnTo>
                  <a:cubicBezTo>
                    <a:pt x="23394" y="42468"/>
                    <a:pt x="18863" y="35005"/>
                    <a:pt x="18863" y="26944"/>
                  </a:cubicBezTo>
                  <a:cubicBezTo>
                    <a:pt x="18863" y="15002"/>
                    <a:pt x="28228" y="6643"/>
                    <a:pt x="42124" y="6643"/>
                  </a:cubicBezTo>
                  <a:cubicBezTo>
                    <a:pt x="59343" y="6643"/>
                    <a:pt x="68405" y="16793"/>
                    <a:pt x="75353" y="43364"/>
                  </a:cubicBezTo>
                  <a:lnTo>
                    <a:pt x="79884" y="43364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F5B3468-E964-8E75-6FD4-9FBFF7E7ABCC}"/>
                </a:ext>
              </a:extLst>
            </p:cNvPr>
            <p:cNvSpPr/>
            <p:nvPr>
              <p:custDataLst>
                <p:tags r:id="rId490"/>
              </p:custDataLst>
            </p:nvPr>
          </p:nvSpPr>
          <p:spPr>
            <a:xfrm>
              <a:off x="6724990" y="4653146"/>
              <a:ext cx="203304" cy="138525"/>
            </a:xfrm>
            <a:custGeom>
              <a:avLst/>
              <a:gdLst>
                <a:gd name="connsiteX0" fmla="*/ 166285 w 203304"/>
                <a:gd name="connsiteY0" fmla="*/ 75 h 138525"/>
                <a:gd name="connsiteX1" fmla="*/ 166285 w 203304"/>
                <a:gd name="connsiteY1" fmla="*/ 4553 h 138525"/>
                <a:gd name="connsiteX2" fmla="*/ 179577 w 203304"/>
                <a:gd name="connsiteY2" fmla="*/ 13808 h 138525"/>
                <a:gd name="connsiteX3" fmla="*/ 174442 w 203304"/>
                <a:gd name="connsiteY3" fmla="*/ 33512 h 138525"/>
                <a:gd name="connsiteX4" fmla="*/ 147254 w 203304"/>
                <a:gd name="connsiteY4" fmla="*/ 99789 h 138525"/>
                <a:gd name="connsiteX5" fmla="*/ 121878 w 203304"/>
                <a:gd name="connsiteY5" fmla="*/ 32915 h 138525"/>
                <a:gd name="connsiteX6" fmla="*/ 116743 w 203304"/>
                <a:gd name="connsiteY6" fmla="*/ 15301 h 138525"/>
                <a:gd name="connsiteX7" fmla="*/ 134264 w 203304"/>
                <a:gd name="connsiteY7" fmla="*/ 4553 h 138525"/>
                <a:gd name="connsiteX8" fmla="*/ 134264 w 203304"/>
                <a:gd name="connsiteY8" fmla="*/ 75 h 138525"/>
                <a:gd name="connsiteX9" fmla="*/ 72940 w 203304"/>
                <a:gd name="connsiteY9" fmla="*/ 75 h 138525"/>
                <a:gd name="connsiteX10" fmla="*/ 72940 w 203304"/>
                <a:gd name="connsiteY10" fmla="*/ 4553 h 138525"/>
                <a:gd name="connsiteX11" fmla="*/ 93784 w 203304"/>
                <a:gd name="connsiteY11" fmla="*/ 25153 h 138525"/>
                <a:gd name="connsiteX12" fmla="*/ 99826 w 203304"/>
                <a:gd name="connsiteY12" fmla="*/ 41871 h 138525"/>
                <a:gd name="connsiteX13" fmla="*/ 72336 w 203304"/>
                <a:gd name="connsiteY13" fmla="*/ 101282 h 138525"/>
                <a:gd name="connsiteX14" fmla="*/ 42429 w 203304"/>
                <a:gd name="connsiteY14" fmla="*/ 23361 h 138525"/>
                <a:gd name="connsiteX15" fmla="*/ 40617 w 203304"/>
                <a:gd name="connsiteY15" fmla="*/ 14405 h 138525"/>
                <a:gd name="connsiteX16" fmla="*/ 54513 w 203304"/>
                <a:gd name="connsiteY16" fmla="*/ 4553 h 138525"/>
                <a:gd name="connsiteX17" fmla="*/ 54513 w 203304"/>
                <a:gd name="connsiteY17" fmla="*/ 75 h 138525"/>
                <a:gd name="connsiteX18" fmla="*/ 137 w 203304"/>
                <a:gd name="connsiteY18" fmla="*/ 75 h 138525"/>
                <a:gd name="connsiteX19" fmla="*/ 137 w 203304"/>
                <a:gd name="connsiteY19" fmla="*/ 4553 h 138525"/>
                <a:gd name="connsiteX20" fmla="*/ 16148 w 203304"/>
                <a:gd name="connsiteY20" fmla="*/ 23361 h 138525"/>
                <a:gd name="connsiteX21" fmla="*/ 56930 w 203304"/>
                <a:gd name="connsiteY21" fmla="*/ 125464 h 138525"/>
                <a:gd name="connsiteX22" fmla="*/ 64784 w 203304"/>
                <a:gd name="connsiteY22" fmla="*/ 138600 h 138525"/>
                <a:gd name="connsiteX23" fmla="*/ 72336 w 203304"/>
                <a:gd name="connsiteY23" fmla="*/ 126957 h 138525"/>
                <a:gd name="connsiteX24" fmla="*/ 106170 w 203304"/>
                <a:gd name="connsiteY24" fmla="*/ 55306 h 138525"/>
                <a:gd name="connsiteX25" fmla="*/ 133660 w 203304"/>
                <a:gd name="connsiteY25" fmla="*/ 125763 h 138525"/>
                <a:gd name="connsiteX26" fmla="*/ 140910 w 203304"/>
                <a:gd name="connsiteY26" fmla="*/ 138600 h 138525"/>
                <a:gd name="connsiteX27" fmla="*/ 149368 w 203304"/>
                <a:gd name="connsiteY27" fmla="*/ 123971 h 138525"/>
                <a:gd name="connsiteX28" fmla="*/ 191056 w 203304"/>
                <a:gd name="connsiteY28" fmla="*/ 20674 h 138525"/>
                <a:gd name="connsiteX29" fmla="*/ 203442 w 203304"/>
                <a:gd name="connsiteY29" fmla="*/ 4553 h 138525"/>
                <a:gd name="connsiteX30" fmla="*/ 203442 w 203304"/>
                <a:gd name="connsiteY30" fmla="*/ 75 h 138525"/>
                <a:gd name="connsiteX31" fmla="*/ 166285 w 203304"/>
                <a:gd name="connsiteY31" fmla="*/ 75 h 138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304" h="138525">
                  <a:moveTo>
                    <a:pt x="166285" y="75"/>
                  </a:moveTo>
                  <a:lnTo>
                    <a:pt x="166285" y="4553"/>
                  </a:lnTo>
                  <a:cubicBezTo>
                    <a:pt x="176556" y="6643"/>
                    <a:pt x="179577" y="8733"/>
                    <a:pt x="179577" y="13808"/>
                  </a:cubicBezTo>
                  <a:cubicBezTo>
                    <a:pt x="179577" y="18286"/>
                    <a:pt x="177765" y="25451"/>
                    <a:pt x="174442" y="33512"/>
                  </a:cubicBezTo>
                  <a:lnTo>
                    <a:pt x="147254" y="99789"/>
                  </a:lnTo>
                  <a:lnTo>
                    <a:pt x="121878" y="32915"/>
                  </a:lnTo>
                  <a:cubicBezTo>
                    <a:pt x="116743" y="19182"/>
                    <a:pt x="116743" y="19182"/>
                    <a:pt x="116743" y="15301"/>
                  </a:cubicBezTo>
                  <a:cubicBezTo>
                    <a:pt x="116743" y="8733"/>
                    <a:pt x="120066" y="6643"/>
                    <a:pt x="134264" y="4553"/>
                  </a:cubicBezTo>
                  <a:lnTo>
                    <a:pt x="134264" y="75"/>
                  </a:lnTo>
                  <a:lnTo>
                    <a:pt x="72940" y="75"/>
                  </a:lnTo>
                  <a:lnTo>
                    <a:pt x="72940" y="4553"/>
                  </a:lnTo>
                  <a:cubicBezTo>
                    <a:pt x="84118" y="5747"/>
                    <a:pt x="87743" y="9031"/>
                    <a:pt x="93784" y="25153"/>
                  </a:cubicBezTo>
                  <a:cubicBezTo>
                    <a:pt x="95899" y="30825"/>
                    <a:pt x="98014" y="36497"/>
                    <a:pt x="99826" y="41871"/>
                  </a:cubicBezTo>
                  <a:lnTo>
                    <a:pt x="72336" y="101282"/>
                  </a:lnTo>
                  <a:lnTo>
                    <a:pt x="42429" y="23361"/>
                  </a:lnTo>
                  <a:cubicBezTo>
                    <a:pt x="41221" y="20376"/>
                    <a:pt x="40617" y="17390"/>
                    <a:pt x="40617" y="14405"/>
                  </a:cubicBezTo>
                  <a:cubicBezTo>
                    <a:pt x="40617" y="8135"/>
                    <a:pt x="44242" y="5747"/>
                    <a:pt x="54513" y="4553"/>
                  </a:cubicBezTo>
                  <a:lnTo>
                    <a:pt x="54513" y="75"/>
                  </a:lnTo>
                  <a:lnTo>
                    <a:pt x="137" y="75"/>
                  </a:lnTo>
                  <a:lnTo>
                    <a:pt x="137" y="4553"/>
                  </a:lnTo>
                  <a:cubicBezTo>
                    <a:pt x="7085" y="5150"/>
                    <a:pt x="9502" y="8135"/>
                    <a:pt x="16148" y="23361"/>
                  </a:cubicBezTo>
                  <a:lnTo>
                    <a:pt x="56930" y="125464"/>
                  </a:lnTo>
                  <a:cubicBezTo>
                    <a:pt x="60555" y="134421"/>
                    <a:pt x="62971" y="138600"/>
                    <a:pt x="64784" y="138600"/>
                  </a:cubicBezTo>
                  <a:cubicBezTo>
                    <a:pt x="66294" y="138600"/>
                    <a:pt x="68711" y="134719"/>
                    <a:pt x="72336" y="126957"/>
                  </a:cubicBezTo>
                  <a:lnTo>
                    <a:pt x="106170" y="55306"/>
                  </a:lnTo>
                  <a:lnTo>
                    <a:pt x="133660" y="125763"/>
                  </a:lnTo>
                  <a:cubicBezTo>
                    <a:pt x="137889" y="136809"/>
                    <a:pt x="139097" y="138600"/>
                    <a:pt x="140910" y="138600"/>
                  </a:cubicBezTo>
                  <a:cubicBezTo>
                    <a:pt x="143024" y="138600"/>
                    <a:pt x="144535" y="135913"/>
                    <a:pt x="149368" y="123971"/>
                  </a:cubicBezTo>
                  <a:lnTo>
                    <a:pt x="191056" y="20674"/>
                  </a:lnTo>
                  <a:cubicBezTo>
                    <a:pt x="196494" y="8135"/>
                    <a:pt x="197400" y="6643"/>
                    <a:pt x="203442" y="4553"/>
                  </a:cubicBezTo>
                  <a:lnTo>
                    <a:pt x="203442" y="75"/>
                  </a:lnTo>
                  <a:lnTo>
                    <a:pt x="166285" y="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FF995E3-12AB-D7E8-6828-68C7298581F9}"/>
                </a:ext>
              </a:extLst>
            </p:cNvPr>
            <p:cNvSpPr/>
            <p:nvPr>
              <p:custDataLst>
                <p:tags r:id="rId491"/>
              </p:custDataLst>
            </p:nvPr>
          </p:nvSpPr>
          <p:spPr>
            <a:xfrm>
              <a:off x="6945122" y="4650160"/>
              <a:ext cx="120532" cy="140316"/>
            </a:xfrm>
            <a:custGeom>
              <a:avLst/>
              <a:gdLst>
                <a:gd name="connsiteX0" fmla="*/ 115844 w 120532"/>
                <a:gd name="connsiteY0" fmla="*/ 88444 h 140316"/>
                <a:gd name="connsiteX1" fmla="*/ 69020 w 120532"/>
                <a:gd name="connsiteY1" fmla="*/ 119792 h 140316"/>
                <a:gd name="connsiteX2" fmla="*/ 30051 w 120532"/>
                <a:gd name="connsiteY2" fmla="*/ 94117 h 140316"/>
                <a:gd name="connsiteX3" fmla="*/ 21895 w 120532"/>
                <a:gd name="connsiteY3" fmla="*/ 54709 h 140316"/>
                <a:gd name="connsiteX4" fmla="*/ 114938 w 120532"/>
                <a:gd name="connsiteY4" fmla="*/ 54709 h 140316"/>
                <a:gd name="connsiteX5" fmla="*/ 101948 w 120532"/>
                <a:gd name="connsiteY5" fmla="*/ 17092 h 140316"/>
                <a:gd name="connsiteX6" fmla="*/ 63281 w 120532"/>
                <a:gd name="connsiteY6" fmla="*/ 75 h 140316"/>
                <a:gd name="connsiteX7" fmla="*/ 22499 w 120532"/>
                <a:gd name="connsiteY7" fmla="*/ 15599 h 140316"/>
                <a:gd name="connsiteX8" fmla="*/ 144 w 120532"/>
                <a:gd name="connsiteY8" fmla="*/ 73517 h 140316"/>
                <a:gd name="connsiteX9" fmla="*/ 56635 w 120532"/>
                <a:gd name="connsiteY9" fmla="*/ 140391 h 140316"/>
                <a:gd name="connsiteX10" fmla="*/ 120677 w 120532"/>
                <a:gd name="connsiteY10" fmla="*/ 90534 h 140316"/>
                <a:gd name="connsiteX11" fmla="*/ 115844 w 120532"/>
                <a:gd name="connsiteY11" fmla="*/ 88444 h 140316"/>
                <a:gd name="connsiteX12" fmla="*/ 22499 w 120532"/>
                <a:gd name="connsiteY12" fmla="*/ 45155 h 140316"/>
                <a:gd name="connsiteX13" fmla="*/ 54520 w 120532"/>
                <a:gd name="connsiteY13" fmla="*/ 10822 h 140316"/>
                <a:gd name="connsiteX14" fmla="*/ 84125 w 120532"/>
                <a:gd name="connsiteY14" fmla="*/ 45155 h 140316"/>
                <a:gd name="connsiteX15" fmla="*/ 22499 w 120532"/>
                <a:gd name="connsiteY15" fmla="*/ 45155 h 14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32" h="140316">
                  <a:moveTo>
                    <a:pt x="115844" y="88444"/>
                  </a:moveTo>
                  <a:cubicBezTo>
                    <a:pt x="101344" y="111134"/>
                    <a:pt x="88354" y="119792"/>
                    <a:pt x="69020" y="119792"/>
                  </a:cubicBezTo>
                  <a:cubicBezTo>
                    <a:pt x="51801" y="119792"/>
                    <a:pt x="38812" y="111134"/>
                    <a:pt x="30051" y="94117"/>
                  </a:cubicBezTo>
                  <a:cubicBezTo>
                    <a:pt x="24614" y="82772"/>
                    <a:pt x="22499" y="72920"/>
                    <a:pt x="21895" y="54709"/>
                  </a:cubicBezTo>
                  <a:lnTo>
                    <a:pt x="114938" y="54709"/>
                  </a:lnTo>
                  <a:cubicBezTo>
                    <a:pt x="112521" y="35303"/>
                    <a:pt x="109500" y="26645"/>
                    <a:pt x="101948" y="17092"/>
                  </a:cubicBezTo>
                  <a:cubicBezTo>
                    <a:pt x="92885" y="6344"/>
                    <a:pt x="78989" y="75"/>
                    <a:pt x="63281" y="75"/>
                  </a:cubicBezTo>
                  <a:cubicBezTo>
                    <a:pt x="48176" y="75"/>
                    <a:pt x="33978" y="5449"/>
                    <a:pt x="22499" y="15599"/>
                  </a:cubicBezTo>
                  <a:cubicBezTo>
                    <a:pt x="8301" y="27840"/>
                    <a:pt x="144" y="49036"/>
                    <a:pt x="144" y="73517"/>
                  </a:cubicBezTo>
                  <a:cubicBezTo>
                    <a:pt x="144" y="114716"/>
                    <a:pt x="21895" y="140391"/>
                    <a:pt x="56635" y="140391"/>
                  </a:cubicBezTo>
                  <a:cubicBezTo>
                    <a:pt x="85333" y="140391"/>
                    <a:pt x="107990" y="122777"/>
                    <a:pt x="120677" y="90534"/>
                  </a:cubicBezTo>
                  <a:lnTo>
                    <a:pt x="115844" y="88444"/>
                  </a:lnTo>
                  <a:close/>
                  <a:moveTo>
                    <a:pt x="22499" y="45155"/>
                  </a:moveTo>
                  <a:cubicBezTo>
                    <a:pt x="25822" y="21869"/>
                    <a:pt x="36093" y="10822"/>
                    <a:pt x="54520" y="10822"/>
                  </a:cubicBezTo>
                  <a:cubicBezTo>
                    <a:pt x="72948" y="10822"/>
                    <a:pt x="80198" y="19182"/>
                    <a:pt x="84125" y="45155"/>
                  </a:cubicBezTo>
                  <a:lnTo>
                    <a:pt x="22499" y="4515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CAA5E95-C951-1C28-D5D5-0BBB18F555B2}"/>
                </a:ext>
              </a:extLst>
            </p:cNvPr>
            <p:cNvSpPr/>
            <p:nvPr>
              <p:custDataLst>
                <p:tags r:id="rId492"/>
              </p:custDataLst>
            </p:nvPr>
          </p:nvSpPr>
          <p:spPr>
            <a:xfrm>
              <a:off x="7073709" y="4650160"/>
              <a:ext cx="99688" cy="137331"/>
            </a:xfrm>
            <a:custGeom>
              <a:avLst/>
              <a:gdLst>
                <a:gd name="connsiteX0" fmla="*/ 753 w 99688"/>
                <a:gd name="connsiteY0" fmla="*/ 20973 h 137331"/>
                <a:gd name="connsiteX1" fmla="*/ 11326 w 99688"/>
                <a:gd name="connsiteY1" fmla="*/ 19779 h 137331"/>
                <a:gd name="connsiteX2" fmla="*/ 21597 w 99688"/>
                <a:gd name="connsiteY2" fmla="*/ 37692 h 137331"/>
                <a:gd name="connsiteX3" fmla="*/ 21597 w 99688"/>
                <a:gd name="connsiteY3" fmla="*/ 112328 h 137331"/>
                <a:gd name="connsiteX4" fmla="*/ 149 w 99688"/>
                <a:gd name="connsiteY4" fmla="*/ 132928 h 137331"/>
                <a:gd name="connsiteX5" fmla="*/ 149 w 99688"/>
                <a:gd name="connsiteY5" fmla="*/ 137406 h 137331"/>
                <a:gd name="connsiteX6" fmla="*/ 72650 w 99688"/>
                <a:gd name="connsiteY6" fmla="*/ 137406 h 137331"/>
                <a:gd name="connsiteX7" fmla="*/ 72650 w 99688"/>
                <a:gd name="connsiteY7" fmla="*/ 132928 h 137331"/>
                <a:gd name="connsiteX8" fmla="*/ 46972 w 99688"/>
                <a:gd name="connsiteY8" fmla="*/ 110537 h 137331"/>
                <a:gd name="connsiteX9" fmla="*/ 46972 w 99688"/>
                <a:gd name="connsiteY9" fmla="*/ 43364 h 137331"/>
                <a:gd name="connsiteX10" fmla="*/ 68119 w 99688"/>
                <a:gd name="connsiteY10" fmla="*/ 18883 h 137331"/>
                <a:gd name="connsiteX11" fmla="*/ 75973 w 99688"/>
                <a:gd name="connsiteY11" fmla="*/ 23361 h 137331"/>
                <a:gd name="connsiteX12" fmla="*/ 88056 w 99688"/>
                <a:gd name="connsiteY12" fmla="*/ 29332 h 137331"/>
                <a:gd name="connsiteX13" fmla="*/ 99838 w 99688"/>
                <a:gd name="connsiteY13" fmla="*/ 15898 h 137331"/>
                <a:gd name="connsiteX14" fmla="*/ 83223 w 99688"/>
                <a:gd name="connsiteY14" fmla="*/ 75 h 137331"/>
                <a:gd name="connsiteX15" fmla="*/ 46972 w 99688"/>
                <a:gd name="connsiteY15" fmla="*/ 28138 h 137331"/>
                <a:gd name="connsiteX16" fmla="*/ 46972 w 99688"/>
                <a:gd name="connsiteY16" fmla="*/ 672 h 137331"/>
                <a:gd name="connsiteX17" fmla="*/ 45462 w 99688"/>
                <a:gd name="connsiteY17" fmla="*/ 75 h 137331"/>
                <a:gd name="connsiteX18" fmla="*/ 753 w 99688"/>
                <a:gd name="connsiteY18" fmla="*/ 16196 h 137331"/>
                <a:gd name="connsiteX19" fmla="*/ 753 w 99688"/>
                <a:gd name="connsiteY19" fmla="*/ 20973 h 13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88" h="137331">
                  <a:moveTo>
                    <a:pt x="753" y="20973"/>
                  </a:moveTo>
                  <a:cubicBezTo>
                    <a:pt x="4982" y="20077"/>
                    <a:pt x="7701" y="19779"/>
                    <a:pt x="11326" y="19779"/>
                  </a:cubicBezTo>
                  <a:cubicBezTo>
                    <a:pt x="18878" y="19779"/>
                    <a:pt x="21597" y="24555"/>
                    <a:pt x="21597" y="37692"/>
                  </a:cubicBezTo>
                  <a:lnTo>
                    <a:pt x="21597" y="112328"/>
                  </a:lnTo>
                  <a:cubicBezTo>
                    <a:pt x="21597" y="127255"/>
                    <a:pt x="19482" y="129345"/>
                    <a:pt x="149" y="132928"/>
                  </a:cubicBezTo>
                  <a:lnTo>
                    <a:pt x="149" y="137406"/>
                  </a:lnTo>
                  <a:lnTo>
                    <a:pt x="72650" y="137406"/>
                  </a:lnTo>
                  <a:lnTo>
                    <a:pt x="72650" y="132928"/>
                  </a:lnTo>
                  <a:cubicBezTo>
                    <a:pt x="52108" y="132032"/>
                    <a:pt x="46972" y="127554"/>
                    <a:pt x="46972" y="110537"/>
                  </a:cubicBezTo>
                  <a:lnTo>
                    <a:pt x="46972" y="43364"/>
                  </a:lnTo>
                  <a:cubicBezTo>
                    <a:pt x="46972" y="33810"/>
                    <a:pt x="59962" y="18883"/>
                    <a:pt x="68119" y="18883"/>
                  </a:cubicBezTo>
                  <a:cubicBezTo>
                    <a:pt x="69931" y="18883"/>
                    <a:pt x="72650" y="20376"/>
                    <a:pt x="75973" y="23361"/>
                  </a:cubicBezTo>
                  <a:cubicBezTo>
                    <a:pt x="80806" y="27541"/>
                    <a:pt x="84129" y="29332"/>
                    <a:pt x="88056" y="29332"/>
                  </a:cubicBezTo>
                  <a:cubicBezTo>
                    <a:pt x="95306" y="29332"/>
                    <a:pt x="99838" y="24257"/>
                    <a:pt x="99838" y="15898"/>
                  </a:cubicBezTo>
                  <a:cubicBezTo>
                    <a:pt x="99838" y="6046"/>
                    <a:pt x="93494" y="75"/>
                    <a:pt x="83223" y="75"/>
                  </a:cubicBezTo>
                  <a:cubicBezTo>
                    <a:pt x="70535" y="75"/>
                    <a:pt x="61775" y="6941"/>
                    <a:pt x="46972" y="28138"/>
                  </a:cubicBezTo>
                  <a:lnTo>
                    <a:pt x="46972" y="672"/>
                  </a:lnTo>
                  <a:lnTo>
                    <a:pt x="45462" y="75"/>
                  </a:lnTo>
                  <a:cubicBezTo>
                    <a:pt x="29451" y="6643"/>
                    <a:pt x="18576" y="10524"/>
                    <a:pt x="753" y="16196"/>
                  </a:cubicBezTo>
                  <a:lnTo>
                    <a:pt x="753" y="20973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F8CA522-555A-F1BC-6A6B-9789A679C690}"/>
                </a:ext>
              </a:extLst>
            </p:cNvPr>
            <p:cNvSpPr/>
            <p:nvPr>
              <p:custDataLst>
                <p:tags r:id="rId493"/>
              </p:custDataLst>
            </p:nvPr>
          </p:nvSpPr>
          <p:spPr>
            <a:xfrm>
              <a:off x="7253808" y="4583584"/>
              <a:ext cx="71594" cy="203907"/>
            </a:xfrm>
            <a:custGeom>
              <a:avLst/>
              <a:gdLst>
                <a:gd name="connsiteX0" fmla="*/ 48187 w 71594"/>
                <a:gd name="connsiteY0" fmla="*/ 66651 h 203907"/>
                <a:gd name="connsiteX1" fmla="*/ 1363 w 71594"/>
                <a:gd name="connsiteY1" fmla="*/ 83071 h 203907"/>
                <a:gd name="connsiteX2" fmla="*/ 1363 w 71594"/>
                <a:gd name="connsiteY2" fmla="*/ 87549 h 203907"/>
                <a:gd name="connsiteX3" fmla="*/ 3780 w 71594"/>
                <a:gd name="connsiteY3" fmla="*/ 87250 h 203907"/>
                <a:gd name="connsiteX4" fmla="*/ 14051 w 71594"/>
                <a:gd name="connsiteY4" fmla="*/ 86355 h 203907"/>
                <a:gd name="connsiteX5" fmla="*/ 24020 w 71594"/>
                <a:gd name="connsiteY5" fmla="*/ 104267 h 203907"/>
                <a:gd name="connsiteX6" fmla="*/ 24020 w 71594"/>
                <a:gd name="connsiteY6" fmla="*/ 173530 h 203907"/>
                <a:gd name="connsiteX7" fmla="*/ 155 w 71594"/>
                <a:gd name="connsiteY7" fmla="*/ 199504 h 203907"/>
                <a:gd name="connsiteX8" fmla="*/ 155 w 71594"/>
                <a:gd name="connsiteY8" fmla="*/ 203982 h 203907"/>
                <a:gd name="connsiteX9" fmla="*/ 71749 w 71594"/>
                <a:gd name="connsiteY9" fmla="*/ 203982 h 203907"/>
                <a:gd name="connsiteX10" fmla="*/ 71749 w 71594"/>
                <a:gd name="connsiteY10" fmla="*/ 199504 h 203907"/>
                <a:gd name="connsiteX11" fmla="*/ 49395 w 71594"/>
                <a:gd name="connsiteY11" fmla="*/ 173530 h 203907"/>
                <a:gd name="connsiteX12" fmla="*/ 49395 w 71594"/>
                <a:gd name="connsiteY12" fmla="*/ 67546 h 203907"/>
                <a:gd name="connsiteX13" fmla="*/ 48187 w 71594"/>
                <a:gd name="connsiteY13" fmla="*/ 66651 h 203907"/>
                <a:gd name="connsiteX14" fmla="*/ 33988 w 71594"/>
                <a:gd name="connsiteY14" fmla="*/ 75 h 203907"/>
                <a:gd name="connsiteX15" fmla="*/ 18884 w 71594"/>
                <a:gd name="connsiteY15" fmla="*/ 15301 h 203907"/>
                <a:gd name="connsiteX16" fmla="*/ 33988 w 71594"/>
                <a:gd name="connsiteY16" fmla="*/ 30526 h 203907"/>
                <a:gd name="connsiteX17" fmla="*/ 49697 w 71594"/>
                <a:gd name="connsiteY17" fmla="*/ 15301 h 203907"/>
                <a:gd name="connsiteX18" fmla="*/ 33988 w 71594"/>
                <a:gd name="connsiteY18" fmla="*/ 75 h 20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94" h="203907">
                  <a:moveTo>
                    <a:pt x="48187" y="66651"/>
                  </a:moveTo>
                  <a:lnTo>
                    <a:pt x="1363" y="83071"/>
                  </a:lnTo>
                  <a:lnTo>
                    <a:pt x="1363" y="87549"/>
                  </a:lnTo>
                  <a:lnTo>
                    <a:pt x="3780" y="87250"/>
                  </a:lnTo>
                  <a:cubicBezTo>
                    <a:pt x="7405" y="86653"/>
                    <a:pt x="11332" y="86355"/>
                    <a:pt x="14051" y="86355"/>
                  </a:cubicBezTo>
                  <a:cubicBezTo>
                    <a:pt x="21301" y="86355"/>
                    <a:pt x="24020" y="91131"/>
                    <a:pt x="24020" y="104267"/>
                  </a:cubicBezTo>
                  <a:lnTo>
                    <a:pt x="24020" y="173530"/>
                  </a:lnTo>
                  <a:cubicBezTo>
                    <a:pt x="24020" y="195025"/>
                    <a:pt x="20999" y="198309"/>
                    <a:pt x="155" y="199504"/>
                  </a:cubicBezTo>
                  <a:lnTo>
                    <a:pt x="155" y="203982"/>
                  </a:lnTo>
                  <a:lnTo>
                    <a:pt x="71749" y="203982"/>
                  </a:lnTo>
                  <a:lnTo>
                    <a:pt x="71749" y="199504"/>
                  </a:lnTo>
                  <a:cubicBezTo>
                    <a:pt x="51812" y="198011"/>
                    <a:pt x="49395" y="195025"/>
                    <a:pt x="49395" y="173530"/>
                  </a:cubicBezTo>
                  <a:lnTo>
                    <a:pt x="49395" y="67546"/>
                  </a:lnTo>
                  <a:lnTo>
                    <a:pt x="48187" y="66651"/>
                  </a:lnTo>
                  <a:close/>
                  <a:moveTo>
                    <a:pt x="33988" y="75"/>
                  </a:moveTo>
                  <a:cubicBezTo>
                    <a:pt x="25832" y="75"/>
                    <a:pt x="18884" y="6941"/>
                    <a:pt x="18884" y="15301"/>
                  </a:cubicBezTo>
                  <a:cubicBezTo>
                    <a:pt x="18884" y="23660"/>
                    <a:pt x="25530" y="30526"/>
                    <a:pt x="33988" y="30526"/>
                  </a:cubicBezTo>
                  <a:cubicBezTo>
                    <a:pt x="42749" y="30526"/>
                    <a:pt x="49697" y="23958"/>
                    <a:pt x="49697" y="15301"/>
                  </a:cubicBezTo>
                  <a:cubicBezTo>
                    <a:pt x="49697" y="6941"/>
                    <a:pt x="42749" y="75"/>
                    <a:pt x="33988" y="75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7037858-82CB-24C9-AE4E-CD8C4C6777C2}"/>
                </a:ext>
              </a:extLst>
            </p:cNvPr>
            <p:cNvSpPr/>
            <p:nvPr>
              <p:custDataLst>
                <p:tags r:id="rId494"/>
              </p:custDataLst>
            </p:nvPr>
          </p:nvSpPr>
          <p:spPr>
            <a:xfrm>
              <a:off x="7348673" y="4650459"/>
              <a:ext cx="89719" cy="140018"/>
            </a:xfrm>
            <a:custGeom>
              <a:avLst/>
              <a:gdLst>
                <a:gd name="connsiteX0" fmla="*/ 79908 w 89719"/>
                <a:gd name="connsiteY0" fmla="*/ 43364 h 140018"/>
                <a:gd name="connsiteX1" fmla="*/ 78700 w 89719"/>
                <a:gd name="connsiteY1" fmla="*/ 2762 h 140018"/>
                <a:gd name="connsiteX2" fmla="*/ 75377 w 89719"/>
                <a:gd name="connsiteY2" fmla="*/ 2762 h 140018"/>
                <a:gd name="connsiteX3" fmla="*/ 74773 w 89719"/>
                <a:gd name="connsiteY3" fmla="*/ 3359 h 140018"/>
                <a:gd name="connsiteX4" fmla="*/ 70544 w 89719"/>
                <a:gd name="connsiteY4" fmla="*/ 5747 h 140018"/>
                <a:gd name="connsiteX5" fmla="*/ 62387 w 89719"/>
                <a:gd name="connsiteY5" fmla="*/ 3657 h 140018"/>
                <a:gd name="connsiteX6" fmla="*/ 41241 w 89719"/>
                <a:gd name="connsiteY6" fmla="*/ 75 h 140018"/>
                <a:gd name="connsiteX7" fmla="*/ 157 w 89719"/>
                <a:gd name="connsiteY7" fmla="*/ 36796 h 140018"/>
                <a:gd name="connsiteX8" fmla="*/ 35502 w 89719"/>
                <a:gd name="connsiteY8" fmla="*/ 79787 h 140018"/>
                <a:gd name="connsiteX9" fmla="*/ 53023 w 89719"/>
                <a:gd name="connsiteY9" fmla="*/ 89639 h 140018"/>
                <a:gd name="connsiteX10" fmla="*/ 68731 w 89719"/>
                <a:gd name="connsiteY10" fmla="*/ 112030 h 140018"/>
                <a:gd name="connsiteX11" fmla="*/ 43658 w 89719"/>
                <a:gd name="connsiteY11" fmla="*/ 133525 h 140018"/>
                <a:gd name="connsiteX12" fmla="*/ 18283 w 89719"/>
                <a:gd name="connsiteY12" fmla="*/ 123076 h 140018"/>
                <a:gd name="connsiteX13" fmla="*/ 5293 w 89719"/>
                <a:gd name="connsiteY13" fmla="*/ 91728 h 140018"/>
                <a:gd name="connsiteX14" fmla="*/ 460 w 89719"/>
                <a:gd name="connsiteY14" fmla="*/ 91728 h 140018"/>
                <a:gd name="connsiteX15" fmla="*/ 460 w 89719"/>
                <a:gd name="connsiteY15" fmla="*/ 138302 h 140018"/>
                <a:gd name="connsiteX16" fmla="*/ 4387 w 89719"/>
                <a:gd name="connsiteY16" fmla="*/ 138302 h 140018"/>
                <a:gd name="connsiteX17" fmla="*/ 11335 w 89719"/>
                <a:gd name="connsiteY17" fmla="*/ 134719 h 140018"/>
                <a:gd name="connsiteX18" fmla="*/ 25231 w 89719"/>
                <a:gd name="connsiteY18" fmla="*/ 137107 h 140018"/>
                <a:gd name="connsiteX19" fmla="*/ 47283 w 89719"/>
                <a:gd name="connsiteY19" fmla="*/ 140093 h 140018"/>
                <a:gd name="connsiteX20" fmla="*/ 89877 w 89719"/>
                <a:gd name="connsiteY20" fmla="*/ 101879 h 140018"/>
                <a:gd name="connsiteX21" fmla="*/ 64502 w 89719"/>
                <a:gd name="connsiteY21" fmla="*/ 66352 h 140018"/>
                <a:gd name="connsiteX22" fmla="*/ 31877 w 89719"/>
                <a:gd name="connsiteY22" fmla="*/ 47245 h 140018"/>
                <a:gd name="connsiteX23" fmla="*/ 18887 w 89719"/>
                <a:gd name="connsiteY23" fmla="*/ 26944 h 140018"/>
                <a:gd name="connsiteX24" fmla="*/ 42148 w 89719"/>
                <a:gd name="connsiteY24" fmla="*/ 6643 h 140018"/>
                <a:gd name="connsiteX25" fmla="*/ 75377 w 89719"/>
                <a:gd name="connsiteY25" fmla="*/ 43364 h 140018"/>
                <a:gd name="connsiteX26" fmla="*/ 79908 w 89719"/>
                <a:gd name="connsiteY26" fmla="*/ 43364 h 14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19" h="140018">
                  <a:moveTo>
                    <a:pt x="79908" y="43364"/>
                  </a:moveTo>
                  <a:lnTo>
                    <a:pt x="78700" y="2762"/>
                  </a:lnTo>
                  <a:lnTo>
                    <a:pt x="75377" y="2762"/>
                  </a:lnTo>
                  <a:lnTo>
                    <a:pt x="74773" y="3359"/>
                  </a:lnTo>
                  <a:cubicBezTo>
                    <a:pt x="72054" y="5449"/>
                    <a:pt x="71752" y="5747"/>
                    <a:pt x="70544" y="5747"/>
                  </a:cubicBezTo>
                  <a:cubicBezTo>
                    <a:pt x="68731" y="5747"/>
                    <a:pt x="65710" y="5150"/>
                    <a:pt x="62387" y="3657"/>
                  </a:cubicBezTo>
                  <a:cubicBezTo>
                    <a:pt x="55742" y="1269"/>
                    <a:pt x="49096" y="75"/>
                    <a:pt x="41241" y="75"/>
                  </a:cubicBezTo>
                  <a:cubicBezTo>
                    <a:pt x="17376" y="75"/>
                    <a:pt x="157" y="15301"/>
                    <a:pt x="157" y="36796"/>
                  </a:cubicBezTo>
                  <a:cubicBezTo>
                    <a:pt x="157" y="53514"/>
                    <a:pt x="9824" y="65456"/>
                    <a:pt x="35502" y="79787"/>
                  </a:cubicBezTo>
                  <a:lnTo>
                    <a:pt x="53023" y="89639"/>
                  </a:lnTo>
                  <a:cubicBezTo>
                    <a:pt x="63596" y="95610"/>
                    <a:pt x="68731" y="102775"/>
                    <a:pt x="68731" y="112030"/>
                  </a:cubicBezTo>
                  <a:cubicBezTo>
                    <a:pt x="68731" y="125166"/>
                    <a:pt x="59064" y="133525"/>
                    <a:pt x="43658" y="133525"/>
                  </a:cubicBezTo>
                  <a:cubicBezTo>
                    <a:pt x="33387" y="133525"/>
                    <a:pt x="24022" y="129644"/>
                    <a:pt x="18283" y="123076"/>
                  </a:cubicBezTo>
                  <a:cubicBezTo>
                    <a:pt x="11939" y="115612"/>
                    <a:pt x="9220" y="108746"/>
                    <a:pt x="5293" y="91728"/>
                  </a:cubicBezTo>
                  <a:lnTo>
                    <a:pt x="460" y="91728"/>
                  </a:lnTo>
                  <a:lnTo>
                    <a:pt x="460" y="138302"/>
                  </a:lnTo>
                  <a:lnTo>
                    <a:pt x="4387" y="138302"/>
                  </a:lnTo>
                  <a:cubicBezTo>
                    <a:pt x="6501" y="135316"/>
                    <a:pt x="7710" y="134719"/>
                    <a:pt x="11335" y="134719"/>
                  </a:cubicBezTo>
                  <a:cubicBezTo>
                    <a:pt x="14054" y="134719"/>
                    <a:pt x="18283" y="135316"/>
                    <a:pt x="25231" y="137107"/>
                  </a:cubicBezTo>
                  <a:cubicBezTo>
                    <a:pt x="33689" y="138899"/>
                    <a:pt x="41846" y="140093"/>
                    <a:pt x="47283" y="140093"/>
                  </a:cubicBezTo>
                  <a:cubicBezTo>
                    <a:pt x="70544" y="140093"/>
                    <a:pt x="89877" y="122777"/>
                    <a:pt x="89877" y="101879"/>
                  </a:cubicBezTo>
                  <a:cubicBezTo>
                    <a:pt x="89877" y="86952"/>
                    <a:pt x="82627" y="77100"/>
                    <a:pt x="64502" y="66352"/>
                  </a:cubicBezTo>
                  <a:lnTo>
                    <a:pt x="31877" y="47245"/>
                  </a:lnTo>
                  <a:cubicBezTo>
                    <a:pt x="23418" y="42468"/>
                    <a:pt x="18887" y="35005"/>
                    <a:pt x="18887" y="26944"/>
                  </a:cubicBezTo>
                  <a:cubicBezTo>
                    <a:pt x="18887" y="15002"/>
                    <a:pt x="28252" y="6643"/>
                    <a:pt x="42148" y="6643"/>
                  </a:cubicBezTo>
                  <a:cubicBezTo>
                    <a:pt x="59367" y="6643"/>
                    <a:pt x="68429" y="16793"/>
                    <a:pt x="75377" y="43364"/>
                  </a:cubicBezTo>
                  <a:lnTo>
                    <a:pt x="79908" y="43364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1075753-5946-C6FD-30BF-5A6117023786}"/>
                </a:ext>
              </a:extLst>
            </p:cNvPr>
            <p:cNvSpPr/>
            <p:nvPr>
              <p:custDataLst>
                <p:tags r:id="rId495"/>
              </p:custDataLst>
            </p:nvPr>
          </p:nvSpPr>
          <p:spPr>
            <a:xfrm>
              <a:off x="7560553" y="4585674"/>
              <a:ext cx="85490" cy="201817"/>
            </a:xfrm>
            <a:custGeom>
              <a:avLst/>
              <a:gdLst>
                <a:gd name="connsiteX0" fmla="*/ 54540 w 85490"/>
                <a:gd name="connsiteY0" fmla="*/ 75 h 201817"/>
                <a:gd name="connsiteX1" fmla="*/ 164 w 85490"/>
                <a:gd name="connsiteY1" fmla="*/ 27242 h 201817"/>
                <a:gd name="connsiteX2" fmla="*/ 164 w 85490"/>
                <a:gd name="connsiteY2" fmla="*/ 31422 h 201817"/>
                <a:gd name="connsiteX3" fmla="*/ 8320 w 85490"/>
                <a:gd name="connsiteY3" fmla="*/ 28138 h 201817"/>
                <a:gd name="connsiteX4" fmla="*/ 21914 w 85490"/>
                <a:gd name="connsiteY4" fmla="*/ 24854 h 201817"/>
                <a:gd name="connsiteX5" fmla="*/ 30977 w 85490"/>
                <a:gd name="connsiteY5" fmla="*/ 38886 h 201817"/>
                <a:gd name="connsiteX6" fmla="*/ 30977 w 85490"/>
                <a:gd name="connsiteY6" fmla="*/ 174127 h 201817"/>
                <a:gd name="connsiteX7" fmla="*/ 23727 w 85490"/>
                <a:gd name="connsiteY7" fmla="*/ 193533 h 201817"/>
                <a:gd name="connsiteX8" fmla="*/ 2278 w 85490"/>
                <a:gd name="connsiteY8" fmla="*/ 197414 h 201817"/>
                <a:gd name="connsiteX9" fmla="*/ 2278 w 85490"/>
                <a:gd name="connsiteY9" fmla="*/ 201892 h 201817"/>
                <a:gd name="connsiteX10" fmla="*/ 85654 w 85490"/>
                <a:gd name="connsiteY10" fmla="*/ 201892 h 201817"/>
                <a:gd name="connsiteX11" fmla="*/ 85654 w 85490"/>
                <a:gd name="connsiteY11" fmla="*/ 197414 h 201817"/>
                <a:gd name="connsiteX12" fmla="*/ 56956 w 85490"/>
                <a:gd name="connsiteY12" fmla="*/ 179800 h 201817"/>
                <a:gd name="connsiteX13" fmla="*/ 56956 w 85490"/>
                <a:gd name="connsiteY13" fmla="*/ 672 h 201817"/>
                <a:gd name="connsiteX14" fmla="*/ 54540 w 85490"/>
                <a:gd name="connsiteY14" fmla="*/ 75 h 201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90" h="201817">
                  <a:moveTo>
                    <a:pt x="54540" y="75"/>
                  </a:moveTo>
                  <a:lnTo>
                    <a:pt x="164" y="27242"/>
                  </a:lnTo>
                  <a:lnTo>
                    <a:pt x="164" y="31422"/>
                  </a:lnTo>
                  <a:cubicBezTo>
                    <a:pt x="3789" y="29929"/>
                    <a:pt x="7112" y="28735"/>
                    <a:pt x="8320" y="28138"/>
                  </a:cubicBezTo>
                  <a:cubicBezTo>
                    <a:pt x="13758" y="26048"/>
                    <a:pt x="18893" y="24854"/>
                    <a:pt x="21914" y="24854"/>
                  </a:cubicBezTo>
                  <a:cubicBezTo>
                    <a:pt x="28258" y="24854"/>
                    <a:pt x="30977" y="29332"/>
                    <a:pt x="30977" y="38886"/>
                  </a:cubicBezTo>
                  <a:lnTo>
                    <a:pt x="30977" y="174127"/>
                  </a:lnTo>
                  <a:cubicBezTo>
                    <a:pt x="30977" y="183979"/>
                    <a:pt x="28560" y="190846"/>
                    <a:pt x="23727" y="193533"/>
                  </a:cubicBezTo>
                  <a:cubicBezTo>
                    <a:pt x="19195" y="196220"/>
                    <a:pt x="14966" y="197115"/>
                    <a:pt x="2278" y="197414"/>
                  </a:cubicBezTo>
                  <a:lnTo>
                    <a:pt x="2278" y="201892"/>
                  </a:lnTo>
                  <a:lnTo>
                    <a:pt x="85654" y="201892"/>
                  </a:lnTo>
                  <a:lnTo>
                    <a:pt x="85654" y="197414"/>
                  </a:lnTo>
                  <a:cubicBezTo>
                    <a:pt x="61790" y="197115"/>
                    <a:pt x="56956" y="194130"/>
                    <a:pt x="56956" y="179800"/>
                  </a:cubicBezTo>
                  <a:lnTo>
                    <a:pt x="56956" y="672"/>
                  </a:lnTo>
                  <a:lnTo>
                    <a:pt x="54540" y="75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81E738A-0519-FE37-F3CA-76385A79F80C}"/>
                </a:ext>
              </a:extLst>
            </p:cNvPr>
            <p:cNvSpPr/>
            <p:nvPr>
              <p:custDataLst>
                <p:tags r:id="rId496"/>
              </p:custDataLst>
            </p:nvPr>
          </p:nvSpPr>
          <p:spPr>
            <a:xfrm>
              <a:off x="7699777" y="4757637"/>
              <a:ext cx="33531" cy="33138"/>
            </a:xfrm>
            <a:custGeom>
              <a:avLst/>
              <a:gdLst>
                <a:gd name="connsiteX0" fmla="*/ 16784 w 33531"/>
                <a:gd name="connsiteY0" fmla="*/ 75 h 33138"/>
                <a:gd name="connsiteX1" fmla="*/ 169 w 33531"/>
                <a:gd name="connsiteY1" fmla="*/ 17092 h 33138"/>
                <a:gd name="connsiteX2" fmla="*/ 16482 w 33531"/>
                <a:gd name="connsiteY2" fmla="*/ 33213 h 33138"/>
                <a:gd name="connsiteX3" fmla="*/ 33701 w 33531"/>
                <a:gd name="connsiteY3" fmla="*/ 17092 h 33138"/>
                <a:gd name="connsiteX4" fmla="*/ 16784 w 33531"/>
                <a:gd name="connsiteY4" fmla="*/ 75 h 3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1" h="33138">
                  <a:moveTo>
                    <a:pt x="16784" y="75"/>
                  </a:moveTo>
                  <a:cubicBezTo>
                    <a:pt x="7721" y="75"/>
                    <a:pt x="169" y="7837"/>
                    <a:pt x="169" y="17092"/>
                  </a:cubicBezTo>
                  <a:cubicBezTo>
                    <a:pt x="169" y="25750"/>
                    <a:pt x="7721" y="33213"/>
                    <a:pt x="16482" y="33213"/>
                  </a:cubicBezTo>
                  <a:cubicBezTo>
                    <a:pt x="25846" y="33213"/>
                    <a:pt x="33701" y="25750"/>
                    <a:pt x="33701" y="17092"/>
                  </a:cubicBezTo>
                  <a:cubicBezTo>
                    <a:pt x="33701" y="7837"/>
                    <a:pt x="25846" y="75"/>
                    <a:pt x="16784" y="75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BB60BFF-B711-E35B-D936-E306ADC34146}"/>
                </a:ext>
              </a:extLst>
            </p:cNvPr>
            <p:cNvSpPr/>
            <p:nvPr>
              <p:custDataLst>
                <p:tags r:id="rId497"/>
              </p:custDataLst>
            </p:nvPr>
          </p:nvSpPr>
          <p:spPr>
            <a:xfrm>
              <a:off x="7764707" y="4583286"/>
              <a:ext cx="131105" cy="208385"/>
            </a:xfrm>
            <a:custGeom>
              <a:avLst/>
              <a:gdLst>
                <a:gd name="connsiteX0" fmla="*/ 124631 w 131105"/>
                <a:gd name="connsiteY0" fmla="*/ 75 h 208385"/>
                <a:gd name="connsiteX1" fmla="*/ 50620 w 131105"/>
                <a:gd name="connsiteY1" fmla="*/ 23958 h 208385"/>
                <a:gd name="connsiteX2" fmla="*/ 171 w 131105"/>
                <a:gd name="connsiteY2" fmla="*/ 120986 h 208385"/>
                <a:gd name="connsiteX3" fmla="*/ 21317 w 131105"/>
                <a:gd name="connsiteY3" fmla="*/ 188159 h 208385"/>
                <a:gd name="connsiteX4" fmla="*/ 67839 w 131105"/>
                <a:gd name="connsiteY4" fmla="*/ 208460 h 208385"/>
                <a:gd name="connsiteX5" fmla="*/ 131277 w 131105"/>
                <a:gd name="connsiteY5" fmla="*/ 138899 h 208385"/>
                <a:gd name="connsiteX6" fmla="*/ 74485 w 131105"/>
                <a:gd name="connsiteY6" fmla="*/ 76503 h 208385"/>
                <a:gd name="connsiteX7" fmla="*/ 35818 w 131105"/>
                <a:gd name="connsiteY7" fmla="*/ 89937 h 208385"/>
                <a:gd name="connsiteX8" fmla="*/ 125235 w 131105"/>
                <a:gd name="connsiteY8" fmla="*/ 4851 h 208385"/>
                <a:gd name="connsiteX9" fmla="*/ 124631 w 131105"/>
                <a:gd name="connsiteY9" fmla="*/ 75 h 208385"/>
                <a:gd name="connsiteX10" fmla="*/ 63005 w 131105"/>
                <a:gd name="connsiteY10" fmla="*/ 90236 h 208385"/>
                <a:gd name="connsiteX11" fmla="*/ 104089 w 131105"/>
                <a:gd name="connsiteY11" fmla="*/ 149049 h 208385"/>
                <a:gd name="connsiteX12" fmla="*/ 71162 w 131105"/>
                <a:gd name="connsiteY12" fmla="*/ 200101 h 208385"/>
                <a:gd name="connsiteX13" fmla="*/ 28265 w 131105"/>
                <a:gd name="connsiteY13" fmla="*/ 125763 h 208385"/>
                <a:gd name="connsiteX14" fmla="*/ 36724 w 131105"/>
                <a:gd name="connsiteY14" fmla="*/ 97699 h 208385"/>
                <a:gd name="connsiteX15" fmla="*/ 63005 w 131105"/>
                <a:gd name="connsiteY15" fmla="*/ 90236 h 208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105" h="208385">
                  <a:moveTo>
                    <a:pt x="124631" y="75"/>
                  </a:moveTo>
                  <a:cubicBezTo>
                    <a:pt x="90193" y="3060"/>
                    <a:pt x="72672" y="8733"/>
                    <a:pt x="50620" y="23958"/>
                  </a:cubicBezTo>
                  <a:cubicBezTo>
                    <a:pt x="17994" y="46946"/>
                    <a:pt x="171" y="80981"/>
                    <a:pt x="171" y="120986"/>
                  </a:cubicBezTo>
                  <a:cubicBezTo>
                    <a:pt x="171" y="146959"/>
                    <a:pt x="8328" y="173232"/>
                    <a:pt x="21317" y="188159"/>
                  </a:cubicBezTo>
                  <a:cubicBezTo>
                    <a:pt x="32797" y="201295"/>
                    <a:pt x="49109" y="208460"/>
                    <a:pt x="67839" y="208460"/>
                  </a:cubicBezTo>
                  <a:cubicBezTo>
                    <a:pt x="105298" y="208460"/>
                    <a:pt x="131277" y="180098"/>
                    <a:pt x="131277" y="138899"/>
                  </a:cubicBezTo>
                  <a:cubicBezTo>
                    <a:pt x="131277" y="100685"/>
                    <a:pt x="109225" y="76503"/>
                    <a:pt x="74485" y="76503"/>
                  </a:cubicBezTo>
                  <a:cubicBezTo>
                    <a:pt x="61193" y="76503"/>
                    <a:pt x="54849" y="78592"/>
                    <a:pt x="35818" y="89937"/>
                  </a:cubicBezTo>
                  <a:cubicBezTo>
                    <a:pt x="43974" y="44857"/>
                    <a:pt x="77808" y="12614"/>
                    <a:pt x="125235" y="4851"/>
                  </a:cubicBezTo>
                  <a:lnTo>
                    <a:pt x="124631" y="75"/>
                  </a:lnTo>
                  <a:close/>
                  <a:moveTo>
                    <a:pt x="63005" y="90236"/>
                  </a:moveTo>
                  <a:cubicBezTo>
                    <a:pt x="88985" y="90236"/>
                    <a:pt x="104089" y="111731"/>
                    <a:pt x="104089" y="149049"/>
                  </a:cubicBezTo>
                  <a:cubicBezTo>
                    <a:pt x="104089" y="181889"/>
                    <a:pt x="92308" y="200101"/>
                    <a:pt x="71162" y="200101"/>
                  </a:cubicBezTo>
                  <a:cubicBezTo>
                    <a:pt x="44578" y="200101"/>
                    <a:pt x="28265" y="172037"/>
                    <a:pt x="28265" y="125763"/>
                  </a:cubicBezTo>
                  <a:cubicBezTo>
                    <a:pt x="28265" y="110537"/>
                    <a:pt x="30682" y="102178"/>
                    <a:pt x="36724" y="97699"/>
                  </a:cubicBezTo>
                  <a:cubicBezTo>
                    <a:pt x="43068" y="92923"/>
                    <a:pt x="52432" y="90236"/>
                    <a:pt x="63005" y="90236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700A164-CE94-2A0E-2F4B-24A18C6E81FF}"/>
                </a:ext>
              </a:extLst>
            </p:cNvPr>
            <p:cNvSpPr/>
            <p:nvPr>
              <p:custDataLst>
                <p:tags r:id="rId498"/>
              </p:custDataLst>
            </p:nvPr>
          </p:nvSpPr>
          <p:spPr>
            <a:xfrm>
              <a:off x="7909671" y="4585674"/>
              <a:ext cx="138960" cy="201817"/>
            </a:xfrm>
            <a:custGeom>
              <a:avLst/>
              <a:gdLst>
                <a:gd name="connsiteX0" fmla="*/ 139136 w 138960"/>
                <a:gd name="connsiteY0" fmla="*/ 132928 h 201817"/>
                <a:gd name="connsiteX1" fmla="*/ 108323 w 138960"/>
                <a:gd name="connsiteY1" fmla="*/ 132928 h 201817"/>
                <a:gd name="connsiteX2" fmla="*/ 108323 w 138960"/>
                <a:gd name="connsiteY2" fmla="*/ 75 h 201817"/>
                <a:gd name="connsiteX3" fmla="*/ 95032 w 138960"/>
                <a:gd name="connsiteY3" fmla="*/ 75 h 201817"/>
                <a:gd name="connsiteX4" fmla="*/ 176 w 138960"/>
                <a:gd name="connsiteY4" fmla="*/ 132928 h 201817"/>
                <a:gd name="connsiteX5" fmla="*/ 176 w 138960"/>
                <a:gd name="connsiteY5" fmla="*/ 152035 h 201817"/>
                <a:gd name="connsiteX6" fmla="*/ 85063 w 138960"/>
                <a:gd name="connsiteY6" fmla="*/ 152035 h 201817"/>
                <a:gd name="connsiteX7" fmla="*/ 85063 w 138960"/>
                <a:gd name="connsiteY7" fmla="*/ 201892 h 201817"/>
                <a:gd name="connsiteX8" fmla="*/ 108323 w 138960"/>
                <a:gd name="connsiteY8" fmla="*/ 201892 h 201817"/>
                <a:gd name="connsiteX9" fmla="*/ 108323 w 138960"/>
                <a:gd name="connsiteY9" fmla="*/ 152035 h 201817"/>
                <a:gd name="connsiteX10" fmla="*/ 139136 w 138960"/>
                <a:gd name="connsiteY10" fmla="*/ 152035 h 201817"/>
                <a:gd name="connsiteX11" fmla="*/ 139136 w 138960"/>
                <a:gd name="connsiteY11" fmla="*/ 132928 h 201817"/>
                <a:gd name="connsiteX12" fmla="*/ 84761 w 138960"/>
                <a:gd name="connsiteY12" fmla="*/ 132928 h 201817"/>
                <a:gd name="connsiteX13" fmla="*/ 12260 w 138960"/>
                <a:gd name="connsiteY13" fmla="*/ 132928 h 201817"/>
                <a:gd name="connsiteX14" fmla="*/ 84761 w 138960"/>
                <a:gd name="connsiteY14" fmla="*/ 30526 h 201817"/>
                <a:gd name="connsiteX15" fmla="*/ 84761 w 138960"/>
                <a:gd name="connsiteY15" fmla="*/ 132928 h 201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60" h="201817">
                  <a:moveTo>
                    <a:pt x="139136" y="132928"/>
                  </a:moveTo>
                  <a:lnTo>
                    <a:pt x="108323" y="132928"/>
                  </a:lnTo>
                  <a:lnTo>
                    <a:pt x="108323" y="75"/>
                  </a:lnTo>
                  <a:lnTo>
                    <a:pt x="95032" y="75"/>
                  </a:lnTo>
                  <a:lnTo>
                    <a:pt x="176" y="132928"/>
                  </a:lnTo>
                  <a:lnTo>
                    <a:pt x="176" y="152035"/>
                  </a:lnTo>
                  <a:lnTo>
                    <a:pt x="85063" y="152035"/>
                  </a:lnTo>
                  <a:lnTo>
                    <a:pt x="85063" y="201892"/>
                  </a:lnTo>
                  <a:lnTo>
                    <a:pt x="108323" y="201892"/>
                  </a:lnTo>
                  <a:lnTo>
                    <a:pt x="108323" y="152035"/>
                  </a:lnTo>
                  <a:lnTo>
                    <a:pt x="139136" y="152035"/>
                  </a:lnTo>
                  <a:lnTo>
                    <a:pt x="139136" y="132928"/>
                  </a:lnTo>
                  <a:close/>
                  <a:moveTo>
                    <a:pt x="84761" y="132928"/>
                  </a:moveTo>
                  <a:lnTo>
                    <a:pt x="12260" y="132928"/>
                  </a:lnTo>
                  <a:lnTo>
                    <a:pt x="84761" y="30526"/>
                  </a:lnTo>
                  <a:lnTo>
                    <a:pt x="84761" y="132928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E8BE91F-D8DB-FF46-89C2-69F643331020}"/>
                </a:ext>
              </a:extLst>
            </p:cNvPr>
            <p:cNvSpPr/>
            <p:nvPr>
              <p:custDataLst>
                <p:tags r:id="rId499"/>
              </p:custDataLst>
            </p:nvPr>
          </p:nvSpPr>
          <p:spPr>
            <a:xfrm>
              <a:off x="8064906" y="4585674"/>
              <a:ext cx="136543" cy="205996"/>
            </a:xfrm>
            <a:custGeom>
              <a:avLst/>
              <a:gdLst>
                <a:gd name="connsiteX0" fmla="*/ 69661 w 136543"/>
                <a:gd name="connsiteY0" fmla="*/ 75 h 205996"/>
                <a:gd name="connsiteX1" fmla="*/ 29182 w 136543"/>
                <a:gd name="connsiteY1" fmla="*/ 15599 h 205996"/>
                <a:gd name="connsiteX2" fmla="*/ 181 w 136543"/>
                <a:gd name="connsiteY2" fmla="*/ 101580 h 205996"/>
                <a:gd name="connsiteX3" fmla="*/ 24348 w 136543"/>
                <a:gd name="connsiteY3" fmla="*/ 185770 h 205996"/>
                <a:gd name="connsiteX4" fmla="*/ 68453 w 136543"/>
                <a:gd name="connsiteY4" fmla="*/ 206072 h 205996"/>
                <a:gd name="connsiteX5" fmla="*/ 107724 w 136543"/>
                <a:gd name="connsiteY5" fmla="*/ 190547 h 205996"/>
                <a:gd name="connsiteX6" fmla="*/ 136725 w 136543"/>
                <a:gd name="connsiteY6" fmla="*/ 103372 h 205996"/>
                <a:gd name="connsiteX7" fmla="*/ 69661 w 136543"/>
                <a:gd name="connsiteY7" fmla="*/ 75 h 205996"/>
                <a:gd name="connsiteX8" fmla="*/ 68755 w 136543"/>
                <a:gd name="connsiteY8" fmla="*/ 7837 h 205996"/>
                <a:gd name="connsiteX9" fmla="*/ 107724 w 136543"/>
                <a:gd name="connsiteY9" fmla="*/ 103969 h 205996"/>
                <a:gd name="connsiteX10" fmla="*/ 68453 w 136543"/>
                <a:gd name="connsiteY10" fmla="*/ 198309 h 205996"/>
                <a:gd name="connsiteX11" fmla="*/ 29182 w 136543"/>
                <a:gd name="connsiteY11" fmla="*/ 104267 h 205996"/>
                <a:gd name="connsiteX12" fmla="*/ 68755 w 136543"/>
                <a:gd name="connsiteY12" fmla="*/ 7837 h 20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43" h="205996">
                  <a:moveTo>
                    <a:pt x="69661" y="75"/>
                  </a:moveTo>
                  <a:cubicBezTo>
                    <a:pt x="53047" y="75"/>
                    <a:pt x="40359" y="5150"/>
                    <a:pt x="29182" y="15599"/>
                  </a:cubicBezTo>
                  <a:cubicBezTo>
                    <a:pt x="11661" y="32318"/>
                    <a:pt x="181" y="66651"/>
                    <a:pt x="181" y="101580"/>
                  </a:cubicBezTo>
                  <a:cubicBezTo>
                    <a:pt x="181" y="134122"/>
                    <a:pt x="10150" y="169052"/>
                    <a:pt x="24348" y="185770"/>
                  </a:cubicBezTo>
                  <a:cubicBezTo>
                    <a:pt x="35525" y="198907"/>
                    <a:pt x="50932" y="206072"/>
                    <a:pt x="68453" y="206072"/>
                  </a:cubicBezTo>
                  <a:cubicBezTo>
                    <a:pt x="83859" y="206072"/>
                    <a:pt x="96849" y="200996"/>
                    <a:pt x="107724" y="190547"/>
                  </a:cubicBezTo>
                  <a:cubicBezTo>
                    <a:pt x="125245" y="174127"/>
                    <a:pt x="136725" y="139496"/>
                    <a:pt x="136725" y="103372"/>
                  </a:cubicBezTo>
                  <a:cubicBezTo>
                    <a:pt x="136725" y="42170"/>
                    <a:pt x="109235" y="75"/>
                    <a:pt x="69661" y="75"/>
                  </a:cubicBezTo>
                  <a:close/>
                  <a:moveTo>
                    <a:pt x="68755" y="7837"/>
                  </a:moveTo>
                  <a:cubicBezTo>
                    <a:pt x="94130" y="7837"/>
                    <a:pt x="107724" y="41573"/>
                    <a:pt x="107724" y="103969"/>
                  </a:cubicBezTo>
                  <a:cubicBezTo>
                    <a:pt x="107724" y="166365"/>
                    <a:pt x="94432" y="198309"/>
                    <a:pt x="68453" y="198309"/>
                  </a:cubicBezTo>
                  <a:cubicBezTo>
                    <a:pt x="42473" y="198309"/>
                    <a:pt x="29182" y="166365"/>
                    <a:pt x="29182" y="104267"/>
                  </a:cubicBezTo>
                  <a:cubicBezTo>
                    <a:pt x="29182" y="40976"/>
                    <a:pt x="42776" y="7837"/>
                    <a:pt x="68755" y="7837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D2649E9-2357-8FBA-CE09-A7320394CF65}"/>
                </a:ext>
              </a:extLst>
            </p:cNvPr>
            <p:cNvSpPr/>
            <p:nvPr>
              <p:custDataLst>
                <p:tags r:id="rId500"/>
              </p:custDataLst>
            </p:nvPr>
          </p:nvSpPr>
          <p:spPr>
            <a:xfrm>
              <a:off x="8218933" y="4582092"/>
              <a:ext cx="122647" cy="209579"/>
            </a:xfrm>
            <a:custGeom>
              <a:avLst/>
              <a:gdLst>
                <a:gd name="connsiteX0" fmla="*/ 45197 w 122647"/>
                <a:gd name="connsiteY0" fmla="*/ 31422 h 209579"/>
                <a:gd name="connsiteX1" fmla="*/ 104406 w 122647"/>
                <a:gd name="connsiteY1" fmla="*/ 31422 h 209579"/>
                <a:gd name="connsiteX2" fmla="*/ 111354 w 122647"/>
                <a:gd name="connsiteY2" fmla="*/ 28735 h 209579"/>
                <a:gd name="connsiteX3" fmla="*/ 122834 w 122647"/>
                <a:gd name="connsiteY3" fmla="*/ 2165 h 209579"/>
                <a:gd name="connsiteX4" fmla="*/ 120115 w 122647"/>
                <a:gd name="connsiteY4" fmla="*/ 75 h 209579"/>
                <a:gd name="connsiteX5" fmla="*/ 106219 w 122647"/>
                <a:gd name="connsiteY5" fmla="*/ 7837 h 209579"/>
                <a:gd name="connsiteX6" fmla="*/ 43083 w 122647"/>
                <a:gd name="connsiteY6" fmla="*/ 7837 h 209579"/>
                <a:gd name="connsiteX7" fmla="*/ 10155 w 122647"/>
                <a:gd name="connsiteY7" fmla="*/ 78592 h 209579"/>
                <a:gd name="connsiteX8" fmla="*/ 9853 w 122647"/>
                <a:gd name="connsiteY8" fmla="*/ 80085 h 209579"/>
                <a:gd name="connsiteX9" fmla="*/ 13478 w 122647"/>
                <a:gd name="connsiteY9" fmla="*/ 82473 h 209579"/>
                <a:gd name="connsiteX10" fmla="*/ 47614 w 122647"/>
                <a:gd name="connsiteY10" fmla="*/ 88444 h 209579"/>
                <a:gd name="connsiteX11" fmla="*/ 98365 w 122647"/>
                <a:gd name="connsiteY11" fmla="*/ 147557 h 209579"/>
                <a:gd name="connsiteX12" fmla="*/ 56374 w 122647"/>
                <a:gd name="connsiteY12" fmla="*/ 198608 h 209579"/>
                <a:gd name="connsiteX13" fmla="*/ 36135 w 122647"/>
                <a:gd name="connsiteY13" fmla="*/ 189950 h 209579"/>
                <a:gd name="connsiteX14" fmla="*/ 13176 w 122647"/>
                <a:gd name="connsiteY14" fmla="*/ 180098 h 209579"/>
                <a:gd name="connsiteX15" fmla="*/ 186 w 122647"/>
                <a:gd name="connsiteY15" fmla="*/ 191144 h 209579"/>
                <a:gd name="connsiteX16" fmla="*/ 37041 w 122647"/>
                <a:gd name="connsiteY16" fmla="*/ 209654 h 209579"/>
                <a:gd name="connsiteX17" fmla="*/ 99271 w 122647"/>
                <a:gd name="connsiteY17" fmla="*/ 186368 h 209579"/>
                <a:gd name="connsiteX18" fmla="*/ 119511 w 122647"/>
                <a:gd name="connsiteY18" fmla="*/ 133226 h 209579"/>
                <a:gd name="connsiteX19" fmla="*/ 98667 w 122647"/>
                <a:gd name="connsiteY19" fmla="*/ 83071 h 209579"/>
                <a:gd name="connsiteX20" fmla="*/ 32510 w 122647"/>
                <a:gd name="connsiteY20" fmla="*/ 56799 h 209579"/>
                <a:gd name="connsiteX21" fmla="*/ 45197 w 122647"/>
                <a:gd name="connsiteY21" fmla="*/ 31422 h 209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47" h="209579">
                  <a:moveTo>
                    <a:pt x="45197" y="31422"/>
                  </a:moveTo>
                  <a:lnTo>
                    <a:pt x="104406" y="31422"/>
                  </a:lnTo>
                  <a:cubicBezTo>
                    <a:pt x="109240" y="31422"/>
                    <a:pt x="110448" y="30825"/>
                    <a:pt x="111354" y="28735"/>
                  </a:cubicBezTo>
                  <a:lnTo>
                    <a:pt x="122834" y="2165"/>
                  </a:lnTo>
                  <a:lnTo>
                    <a:pt x="120115" y="75"/>
                  </a:lnTo>
                  <a:cubicBezTo>
                    <a:pt x="115584" y="6344"/>
                    <a:pt x="112563" y="7837"/>
                    <a:pt x="106219" y="7837"/>
                  </a:cubicBezTo>
                  <a:lnTo>
                    <a:pt x="43083" y="7837"/>
                  </a:lnTo>
                  <a:lnTo>
                    <a:pt x="10155" y="78592"/>
                  </a:lnTo>
                  <a:cubicBezTo>
                    <a:pt x="9853" y="79189"/>
                    <a:pt x="9853" y="79488"/>
                    <a:pt x="9853" y="80085"/>
                  </a:cubicBezTo>
                  <a:cubicBezTo>
                    <a:pt x="9853" y="81578"/>
                    <a:pt x="11061" y="82473"/>
                    <a:pt x="13478" y="82473"/>
                  </a:cubicBezTo>
                  <a:cubicBezTo>
                    <a:pt x="23145" y="82473"/>
                    <a:pt x="35228" y="84563"/>
                    <a:pt x="47614" y="88444"/>
                  </a:cubicBezTo>
                  <a:cubicBezTo>
                    <a:pt x="82354" y="99491"/>
                    <a:pt x="98365" y="118000"/>
                    <a:pt x="98365" y="147557"/>
                  </a:cubicBezTo>
                  <a:cubicBezTo>
                    <a:pt x="98365" y="176217"/>
                    <a:pt x="79937" y="198608"/>
                    <a:pt x="56374" y="198608"/>
                  </a:cubicBezTo>
                  <a:cubicBezTo>
                    <a:pt x="50333" y="198608"/>
                    <a:pt x="45197" y="196518"/>
                    <a:pt x="36135" y="189950"/>
                  </a:cubicBezTo>
                  <a:cubicBezTo>
                    <a:pt x="26468" y="183084"/>
                    <a:pt x="19520" y="180098"/>
                    <a:pt x="13176" y="180098"/>
                  </a:cubicBezTo>
                  <a:cubicBezTo>
                    <a:pt x="4415" y="180098"/>
                    <a:pt x="186" y="183681"/>
                    <a:pt x="186" y="191144"/>
                  </a:cubicBezTo>
                  <a:cubicBezTo>
                    <a:pt x="186" y="202489"/>
                    <a:pt x="14384" y="209654"/>
                    <a:pt x="37041" y="209654"/>
                  </a:cubicBezTo>
                  <a:cubicBezTo>
                    <a:pt x="62416" y="209654"/>
                    <a:pt x="84166" y="201593"/>
                    <a:pt x="99271" y="186368"/>
                  </a:cubicBezTo>
                  <a:cubicBezTo>
                    <a:pt x="113167" y="172933"/>
                    <a:pt x="119511" y="155916"/>
                    <a:pt x="119511" y="133226"/>
                  </a:cubicBezTo>
                  <a:cubicBezTo>
                    <a:pt x="119511" y="111731"/>
                    <a:pt x="113771" y="97998"/>
                    <a:pt x="98667" y="83071"/>
                  </a:cubicBezTo>
                  <a:cubicBezTo>
                    <a:pt x="85375" y="69935"/>
                    <a:pt x="68156" y="63068"/>
                    <a:pt x="32510" y="56799"/>
                  </a:cubicBezTo>
                  <a:lnTo>
                    <a:pt x="45197" y="31422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D8727BD-1AA6-45B6-E937-C7B77683637D}"/>
                </a:ext>
              </a:extLst>
            </p:cNvPr>
            <p:cNvSpPr/>
            <p:nvPr>
              <p:custDataLst>
                <p:tags r:id="rId501"/>
              </p:custDataLst>
            </p:nvPr>
          </p:nvSpPr>
          <p:spPr>
            <a:xfrm>
              <a:off x="8373865" y="4585674"/>
              <a:ext cx="117511" cy="205996"/>
            </a:xfrm>
            <a:custGeom>
              <a:avLst/>
              <a:gdLst>
                <a:gd name="connsiteX0" fmla="*/ 33421 w 117511"/>
                <a:gd name="connsiteY0" fmla="*/ 103372 h 205996"/>
                <a:gd name="connsiteX1" fmla="*/ 65442 w 117511"/>
                <a:gd name="connsiteY1" fmla="*/ 106656 h 205996"/>
                <a:gd name="connsiteX2" fmla="*/ 95953 w 117511"/>
                <a:gd name="connsiteY2" fmla="*/ 150841 h 205996"/>
                <a:gd name="connsiteX3" fmla="*/ 56379 w 117511"/>
                <a:gd name="connsiteY3" fmla="*/ 195324 h 205996"/>
                <a:gd name="connsiteX4" fmla="*/ 31004 w 117511"/>
                <a:gd name="connsiteY4" fmla="*/ 186069 h 205996"/>
                <a:gd name="connsiteX5" fmla="*/ 11671 w 117511"/>
                <a:gd name="connsiteY5" fmla="*/ 178605 h 205996"/>
                <a:gd name="connsiteX6" fmla="*/ 191 w 117511"/>
                <a:gd name="connsiteY6" fmla="*/ 189054 h 205996"/>
                <a:gd name="connsiteX7" fmla="*/ 34327 w 117511"/>
                <a:gd name="connsiteY7" fmla="*/ 206072 h 205996"/>
                <a:gd name="connsiteX8" fmla="*/ 95651 w 117511"/>
                <a:gd name="connsiteY8" fmla="*/ 186069 h 205996"/>
                <a:gd name="connsiteX9" fmla="*/ 117703 w 117511"/>
                <a:gd name="connsiteY9" fmla="*/ 136510 h 205996"/>
                <a:gd name="connsiteX10" fmla="*/ 104109 w 117511"/>
                <a:gd name="connsiteY10" fmla="*/ 97998 h 205996"/>
                <a:gd name="connsiteX11" fmla="*/ 79036 w 117511"/>
                <a:gd name="connsiteY11" fmla="*/ 82175 h 205996"/>
                <a:gd name="connsiteX12" fmla="*/ 107432 w 117511"/>
                <a:gd name="connsiteY12" fmla="*/ 40976 h 205996"/>
                <a:gd name="connsiteX13" fmla="*/ 60307 w 117511"/>
                <a:gd name="connsiteY13" fmla="*/ 75 h 205996"/>
                <a:gd name="connsiteX14" fmla="*/ 21035 w 117511"/>
                <a:gd name="connsiteY14" fmla="*/ 14704 h 205996"/>
                <a:gd name="connsiteX15" fmla="*/ 795 w 117511"/>
                <a:gd name="connsiteY15" fmla="*/ 48439 h 205996"/>
                <a:gd name="connsiteX16" fmla="*/ 5327 w 117511"/>
                <a:gd name="connsiteY16" fmla="*/ 49633 h 205996"/>
                <a:gd name="connsiteX17" fmla="*/ 50338 w 117511"/>
                <a:gd name="connsiteY17" fmla="*/ 17987 h 205996"/>
                <a:gd name="connsiteX18" fmla="*/ 83567 w 117511"/>
                <a:gd name="connsiteY18" fmla="*/ 49932 h 205996"/>
                <a:gd name="connsiteX19" fmla="*/ 71484 w 117511"/>
                <a:gd name="connsiteY19" fmla="*/ 78891 h 205996"/>
                <a:gd name="connsiteX20" fmla="*/ 33421 w 117511"/>
                <a:gd name="connsiteY20" fmla="*/ 99491 h 205996"/>
                <a:gd name="connsiteX21" fmla="*/ 33421 w 117511"/>
                <a:gd name="connsiteY21" fmla="*/ 103372 h 20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11" h="205996">
                  <a:moveTo>
                    <a:pt x="33421" y="103372"/>
                  </a:moveTo>
                  <a:cubicBezTo>
                    <a:pt x="51244" y="103372"/>
                    <a:pt x="58192" y="103969"/>
                    <a:pt x="65442" y="106656"/>
                  </a:cubicBezTo>
                  <a:cubicBezTo>
                    <a:pt x="84171" y="113224"/>
                    <a:pt x="95953" y="130241"/>
                    <a:pt x="95953" y="150841"/>
                  </a:cubicBezTo>
                  <a:cubicBezTo>
                    <a:pt x="95953" y="175918"/>
                    <a:pt x="78734" y="195324"/>
                    <a:pt x="56379" y="195324"/>
                  </a:cubicBezTo>
                  <a:cubicBezTo>
                    <a:pt x="48223" y="195324"/>
                    <a:pt x="42181" y="193234"/>
                    <a:pt x="31004" y="186069"/>
                  </a:cubicBezTo>
                  <a:cubicBezTo>
                    <a:pt x="21942" y="180695"/>
                    <a:pt x="16806" y="178605"/>
                    <a:pt x="11671" y="178605"/>
                  </a:cubicBezTo>
                  <a:cubicBezTo>
                    <a:pt x="4723" y="178605"/>
                    <a:pt x="191" y="182785"/>
                    <a:pt x="191" y="189054"/>
                  </a:cubicBezTo>
                  <a:cubicBezTo>
                    <a:pt x="191" y="199504"/>
                    <a:pt x="13181" y="206072"/>
                    <a:pt x="34327" y="206072"/>
                  </a:cubicBezTo>
                  <a:cubicBezTo>
                    <a:pt x="57588" y="206072"/>
                    <a:pt x="81453" y="198309"/>
                    <a:pt x="95651" y="186069"/>
                  </a:cubicBezTo>
                  <a:cubicBezTo>
                    <a:pt x="109849" y="173829"/>
                    <a:pt x="117703" y="156513"/>
                    <a:pt x="117703" y="136510"/>
                  </a:cubicBezTo>
                  <a:cubicBezTo>
                    <a:pt x="117703" y="121284"/>
                    <a:pt x="112870" y="107253"/>
                    <a:pt x="104109" y="97998"/>
                  </a:cubicBezTo>
                  <a:cubicBezTo>
                    <a:pt x="98067" y="91430"/>
                    <a:pt x="92328" y="87847"/>
                    <a:pt x="79036" y="82175"/>
                  </a:cubicBezTo>
                  <a:cubicBezTo>
                    <a:pt x="99880" y="68143"/>
                    <a:pt x="107432" y="57097"/>
                    <a:pt x="107432" y="40976"/>
                  </a:cubicBezTo>
                  <a:cubicBezTo>
                    <a:pt x="107432" y="16793"/>
                    <a:pt x="88099" y="75"/>
                    <a:pt x="60307" y="75"/>
                  </a:cubicBezTo>
                  <a:cubicBezTo>
                    <a:pt x="45202" y="75"/>
                    <a:pt x="31910" y="5150"/>
                    <a:pt x="21035" y="14704"/>
                  </a:cubicBezTo>
                  <a:cubicBezTo>
                    <a:pt x="11973" y="22764"/>
                    <a:pt x="7441" y="30526"/>
                    <a:pt x="795" y="48439"/>
                  </a:cubicBezTo>
                  <a:lnTo>
                    <a:pt x="5327" y="49633"/>
                  </a:lnTo>
                  <a:cubicBezTo>
                    <a:pt x="17712" y="27840"/>
                    <a:pt x="31306" y="17987"/>
                    <a:pt x="50338" y="17987"/>
                  </a:cubicBezTo>
                  <a:cubicBezTo>
                    <a:pt x="69973" y="17987"/>
                    <a:pt x="83567" y="31124"/>
                    <a:pt x="83567" y="49932"/>
                  </a:cubicBezTo>
                  <a:cubicBezTo>
                    <a:pt x="83567" y="60680"/>
                    <a:pt x="79036" y="71427"/>
                    <a:pt x="71484" y="78891"/>
                  </a:cubicBezTo>
                  <a:cubicBezTo>
                    <a:pt x="62421" y="87847"/>
                    <a:pt x="53963" y="92326"/>
                    <a:pt x="33421" y="99491"/>
                  </a:cubicBezTo>
                  <a:lnTo>
                    <a:pt x="33421" y="103372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71AAC92-8A57-4B3D-35D0-5F53B0790538}"/>
                </a:ext>
              </a:extLst>
            </p:cNvPr>
            <p:cNvSpPr/>
            <p:nvPr>
              <p:custDataLst>
                <p:tags r:id="rId502"/>
              </p:custDataLst>
            </p:nvPr>
          </p:nvSpPr>
          <p:spPr>
            <a:xfrm>
              <a:off x="8525475" y="4585674"/>
              <a:ext cx="117511" cy="205996"/>
            </a:xfrm>
            <a:custGeom>
              <a:avLst/>
              <a:gdLst>
                <a:gd name="connsiteX0" fmla="*/ 33426 w 117511"/>
                <a:gd name="connsiteY0" fmla="*/ 103372 h 205996"/>
                <a:gd name="connsiteX1" fmla="*/ 65447 w 117511"/>
                <a:gd name="connsiteY1" fmla="*/ 106656 h 205996"/>
                <a:gd name="connsiteX2" fmla="*/ 95958 w 117511"/>
                <a:gd name="connsiteY2" fmla="*/ 150841 h 205996"/>
                <a:gd name="connsiteX3" fmla="*/ 56384 w 117511"/>
                <a:gd name="connsiteY3" fmla="*/ 195324 h 205996"/>
                <a:gd name="connsiteX4" fmla="*/ 31009 w 117511"/>
                <a:gd name="connsiteY4" fmla="*/ 186069 h 205996"/>
                <a:gd name="connsiteX5" fmla="*/ 11676 w 117511"/>
                <a:gd name="connsiteY5" fmla="*/ 178605 h 205996"/>
                <a:gd name="connsiteX6" fmla="*/ 196 w 117511"/>
                <a:gd name="connsiteY6" fmla="*/ 189054 h 205996"/>
                <a:gd name="connsiteX7" fmla="*/ 34332 w 117511"/>
                <a:gd name="connsiteY7" fmla="*/ 206072 h 205996"/>
                <a:gd name="connsiteX8" fmla="*/ 95656 w 117511"/>
                <a:gd name="connsiteY8" fmla="*/ 186069 h 205996"/>
                <a:gd name="connsiteX9" fmla="*/ 117708 w 117511"/>
                <a:gd name="connsiteY9" fmla="*/ 136510 h 205996"/>
                <a:gd name="connsiteX10" fmla="*/ 104114 w 117511"/>
                <a:gd name="connsiteY10" fmla="*/ 97998 h 205996"/>
                <a:gd name="connsiteX11" fmla="*/ 79041 w 117511"/>
                <a:gd name="connsiteY11" fmla="*/ 82175 h 205996"/>
                <a:gd name="connsiteX12" fmla="*/ 107437 w 117511"/>
                <a:gd name="connsiteY12" fmla="*/ 40976 h 205996"/>
                <a:gd name="connsiteX13" fmla="*/ 60312 w 117511"/>
                <a:gd name="connsiteY13" fmla="*/ 75 h 205996"/>
                <a:gd name="connsiteX14" fmla="*/ 21040 w 117511"/>
                <a:gd name="connsiteY14" fmla="*/ 14704 h 205996"/>
                <a:gd name="connsiteX15" fmla="*/ 800 w 117511"/>
                <a:gd name="connsiteY15" fmla="*/ 48439 h 205996"/>
                <a:gd name="connsiteX16" fmla="*/ 5332 w 117511"/>
                <a:gd name="connsiteY16" fmla="*/ 49633 h 205996"/>
                <a:gd name="connsiteX17" fmla="*/ 50343 w 117511"/>
                <a:gd name="connsiteY17" fmla="*/ 17987 h 205996"/>
                <a:gd name="connsiteX18" fmla="*/ 83572 w 117511"/>
                <a:gd name="connsiteY18" fmla="*/ 49932 h 205996"/>
                <a:gd name="connsiteX19" fmla="*/ 71489 w 117511"/>
                <a:gd name="connsiteY19" fmla="*/ 78891 h 205996"/>
                <a:gd name="connsiteX20" fmla="*/ 33426 w 117511"/>
                <a:gd name="connsiteY20" fmla="*/ 99491 h 205996"/>
                <a:gd name="connsiteX21" fmla="*/ 33426 w 117511"/>
                <a:gd name="connsiteY21" fmla="*/ 103372 h 205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11" h="205996">
                  <a:moveTo>
                    <a:pt x="33426" y="103372"/>
                  </a:moveTo>
                  <a:cubicBezTo>
                    <a:pt x="51249" y="103372"/>
                    <a:pt x="58197" y="103969"/>
                    <a:pt x="65447" y="106656"/>
                  </a:cubicBezTo>
                  <a:cubicBezTo>
                    <a:pt x="84176" y="113224"/>
                    <a:pt x="95958" y="130241"/>
                    <a:pt x="95958" y="150841"/>
                  </a:cubicBezTo>
                  <a:cubicBezTo>
                    <a:pt x="95958" y="175918"/>
                    <a:pt x="78739" y="195324"/>
                    <a:pt x="56384" y="195324"/>
                  </a:cubicBezTo>
                  <a:cubicBezTo>
                    <a:pt x="48228" y="195324"/>
                    <a:pt x="42186" y="193234"/>
                    <a:pt x="31009" y="186069"/>
                  </a:cubicBezTo>
                  <a:cubicBezTo>
                    <a:pt x="21946" y="180695"/>
                    <a:pt x="16811" y="178605"/>
                    <a:pt x="11676" y="178605"/>
                  </a:cubicBezTo>
                  <a:cubicBezTo>
                    <a:pt x="4728" y="178605"/>
                    <a:pt x="196" y="182785"/>
                    <a:pt x="196" y="189054"/>
                  </a:cubicBezTo>
                  <a:cubicBezTo>
                    <a:pt x="196" y="199504"/>
                    <a:pt x="13186" y="206072"/>
                    <a:pt x="34332" y="206072"/>
                  </a:cubicBezTo>
                  <a:cubicBezTo>
                    <a:pt x="57593" y="206072"/>
                    <a:pt x="81458" y="198309"/>
                    <a:pt x="95656" y="186069"/>
                  </a:cubicBezTo>
                  <a:cubicBezTo>
                    <a:pt x="109854" y="173829"/>
                    <a:pt x="117708" y="156513"/>
                    <a:pt x="117708" y="136510"/>
                  </a:cubicBezTo>
                  <a:cubicBezTo>
                    <a:pt x="117708" y="121284"/>
                    <a:pt x="112875" y="107253"/>
                    <a:pt x="104114" y="97998"/>
                  </a:cubicBezTo>
                  <a:cubicBezTo>
                    <a:pt x="98072" y="91430"/>
                    <a:pt x="92333" y="87847"/>
                    <a:pt x="79041" y="82175"/>
                  </a:cubicBezTo>
                  <a:cubicBezTo>
                    <a:pt x="99885" y="68143"/>
                    <a:pt x="107437" y="57097"/>
                    <a:pt x="107437" y="40976"/>
                  </a:cubicBezTo>
                  <a:cubicBezTo>
                    <a:pt x="107437" y="16793"/>
                    <a:pt x="88104" y="75"/>
                    <a:pt x="60312" y="75"/>
                  </a:cubicBezTo>
                  <a:cubicBezTo>
                    <a:pt x="45207" y="75"/>
                    <a:pt x="31915" y="5150"/>
                    <a:pt x="21040" y="14704"/>
                  </a:cubicBezTo>
                  <a:cubicBezTo>
                    <a:pt x="11978" y="22764"/>
                    <a:pt x="7446" y="30526"/>
                    <a:pt x="800" y="48439"/>
                  </a:cubicBezTo>
                  <a:lnTo>
                    <a:pt x="5332" y="49633"/>
                  </a:lnTo>
                  <a:cubicBezTo>
                    <a:pt x="17717" y="27840"/>
                    <a:pt x="31311" y="17987"/>
                    <a:pt x="50343" y="17987"/>
                  </a:cubicBezTo>
                  <a:cubicBezTo>
                    <a:pt x="69978" y="17987"/>
                    <a:pt x="83572" y="31124"/>
                    <a:pt x="83572" y="49932"/>
                  </a:cubicBezTo>
                  <a:cubicBezTo>
                    <a:pt x="83572" y="60680"/>
                    <a:pt x="79041" y="71427"/>
                    <a:pt x="71489" y="78891"/>
                  </a:cubicBezTo>
                  <a:cubicBezTo>
                    <a:pt x="62426" y="87847"/>
                    <a:pt x="53968" y="92326"/>
                    <a:pt x="33426" y="99491"/>
                  </a:cubicBezTo>
                  <a:lnTo>
                    <a:pt x="33426" y="103372"/>
                  </a:ln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3C549E9-B60D-E2C4-8A00-8498FEFE11FC}"/>
                </a:ext>
              </a:extLst>
            </p:cNvPr>
            <p:cNvSpPr/>
            <p:nvPr>
              <p:custDataLst>
                <p:tags r:id="rId503"/>
              </p:custDataLst>
            </p:nvPr>
          </p:nvSpPr>
          <p:spPr>
            <a:xfrm>
              <a:off x="8685242" y="4757637"/>
              <a:ext cx="33531" cy="33138"/>
            </a:xfrm>
            <a:custGeom>
              <a:avLst/>
              <a:gdLst>
                <a:gd name="connsiteX0" fmla="*/ 16816 w 33531"/>
                <a:gd name="connsiteY0" fmla="*/ 75 h 33138"/>
                <a:gd name="connsiteX1" fmla="*/ 201 w 33531"/>
                <a:gd name="connsiteY1" fmla="*/ 17092 h 33138"/>
                <a:gd name="connsiteX2" fmla="*/ 16514 w 33531"/>
                <a:gd name="connsiteY2" fmla="*/ 33213 h 33138"/>
                <a:gd name="connsiteX3" fmla="*/ 33733 w 33531"/>
                <a:gd name="connsiteY3" fmla="*/ 17092 h 33138"/>
                <a:gd name="connsiteX4" fmla="*/ 16816 w 33531"/>
                <a:gd name="connsiteY4" fmla="*/ 75 h 3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1" h="33138">
                  <a:moveTo>
                    <a:pt x="16816" y="75"/>
                  </a:moveTo>
                  <a:cubicBezTo>
                    <a:pt x="7753" y="75"/>
                    <a:pt x="201" y="7837"/>
                    <a:pt x="201" y="17092"/>
                  </a:cubicBezTo>
                  <a:cubicBezTo>
                    <a:pt x="201" y="25750"/>
                    <a:pt x="7753" y="33213"/>
                    <a:pt x="16514" y="33213"/>
                  </a:cubicBezTo>
                  <a:cubicBezTo>
                    <a:pt x="25879" y="33213"/>
                    <a:pt x="33733" y="25750"/>
                    <a:pt x="33733" y="17092"/>
                  </a:cubicBezTo>
                  <a:cubicBezTo>
                    <a:pt x="33733" y="7837"/>
                    <a:pt x="25879" y="75"/>
                    <a:pt x="16816" y="75"/>
                  </a:cubicBezTo>
                  <a:close/>
                </a:path>
              </a:pathLst>
            </a:custGeom>
            <a:solidFill>
              <a:srgbClr val="FFFFFF"/>
            </a:solidFill>
            <a:ln w="30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75" name="Oval 774">
            <a:extLst>
              <a:ext uri="{FF2B5EF4-FFF2-40B4-BE49-F238E27FC236}">
                <a16:creationId xmlns:a16="http://schemas.microsoft.com/office/drawing/2014/main" id="{38FC95EE-0858-7A86-1F14-689644B7BBA6}"/>
              </a:ext>
            </a:extLst>
          </p:cNvPr>
          <p:cNvSpPr/>
          <p:nvPr/>
        </p:nvSpPr>
        <p:spPr>
          <a:xfrm>
            <a:off x="8229600" y="2826327"/>
            <a:ext cx="1569027" cy="488373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5F19854C-A5F4-79F6-7F01-FAB6206ED5D4}"/>
              </a:ext>
            </a:extLst>
          </p:cNvPr>
          <p:cNvSpPr/>
          <p:nvPr/>
        </p:nvSpPr>
        <p:spPr>
          <a:xfrm>
            <a:off x="1451263" y="1254436"/>
            <a:ext cx="1267691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9" name="Group 44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\text{I}&amp;=0.12\frac{1.309729+0.2}2+0.10\frac{1.305241+1.309729}2+\cdots+0.10\frac{0.232+2.363}2\\&amp;=0.090584+0.130749+\cdots+0.12975=1.594801\end{aligned}&#10;\end{align*}&#10;}&#10;\end{document}" title="IguanaTex Shape Display">
            <a:extLst>
              <a:ext uri="{FF2B5EF4-FFF2-40B4-BE49-F238E27FC236}">
                <a16:creationId xmlns:a16="http://schemas.microsoft.com/office/drawing/2014/main" id="{0E936E3C-BD4C-EDEE-56D5-71752E26D77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993900" y="1816100"/>
            <a:ext cx="8903515" cy="959694"/>
            <a:chOff x="4051471" y="3926904"/>
            <a:chExt cx="8903515" cy="959694"/>
          </a:xfrm>
        </p:grpSpPr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EDD6A95E-59B2-5B9E-3818-ABE13C1DEAB0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4051471" y="4127006"/>
              <a:ext cx="82298" cy="187755"/>
            </a:xfrm>
            <a:custGeom>
              <a:avLst/>
              <a:gdLst>
                <a:gd name="connsiteX0" fmla="*/ 26952 w 82298"/>
                <a:gd name="connsiteY0" fmla="*/ 156929 h 187755"/>
                <a:gd name="connsiteX1" fmla="*/ 73 w 82298"/>
                <a:gd name="connsiteY1" fmla="*/ 182454 h 187755"/>
                <a:gd name="connsiteX2" fmla="*/ 73 w 82298"/>
                <a:gd name="connsiteY2" fmla="*/ 187843 h 187755"/>
                <a:gd name="connsiteX3" fmla="*/ 82372 w 82298"/>
                <a:gd name="connsiteY3" fmla="*/ 187843 h 187755"/>
                <a:gd name="connsiteX4" fmla="*/ 82372 w 82298"/>
                <a:gd name="connsiteY4" fmla="*/ 182454 h 187755"/>
                <a:gd name="connsiteX5" fmla="*/ 55216 w 82298"/>
                <a:gd name="connsiteY5" fmla="*/ 156929 h 187755"/>
                <a:gd name="connsiteX6" fmla="*/ 55216 w 82298"/>
                <a:gd name="connsiteY6" fmla="*/ 31002 h 187755"/>
                <a:gd name="connsiteX7" fmla="*/ 82372 w 82298"/>
                <a:gd name="connsiteY7" fmla="*/ 5476 h 187755"/>
                <a:gd name="connsiteX8" fmla="*/ 82372 w 82298"/>
                <a:gd name="connsiteY8" fmla="*/ 87 h 187755"/>
                <a:gd name="connsiteX9" fmla="*/ 73 w 82298"/>
                <a:gd name="connsiteY9" fmla="*/ 87 h 187755"/>
                <a:gd name="connsiteX10" fmla="*/ 73 w 82298"/>
                <a:gd name="connsiteY10" fmla="*/ 5476 h 187755"/>
                <a:gd name="connsiteX11" fmla="*/ 26952 w 82298"/>
                <a:gd name="connsiteY11" fmla="*/ 31002 h 187755"/>
                <a:gd name="connsiteX12" fmla="*/ 26952 w 82298"/>
                <a:gd name="connsiteY12" fmla="*/ 156929 h 18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298" h="187755">
                  <a:moveTo>
                    <a:pt x="26952" y="156929"/>
                  </a:moveTo>
                  <a:cubicBezTo>
                    <a:pt x="26952" y="178200"/>
                    <a:pt x="23350" y="181603"/>
                    <a:pt x="73" y="182454"/>
                  </a:cubicBezTo>
                  <a:lnTo>
                    <a:pt x="73" y="187843"/>
                  </a:lnTo>
                  <a:lnTo>
                    <a:pt x="82372" y="187843"/>
                  </a:lnTo>
                  <a:lnTo>
                    <a:pt x="82372" y="182454"/>
                  </a:lnTo>
                  <a:cubicBezTo>
                    <a:pt x="59650" y="181603"/>
                    <a:pt x="55216" y="177633"/>
                    <a:pt x="55216" y="156929"/>
                  </a:cubicBezTo>
                  <a:lnTo>
                    <a:pt x="55216" y="31002"/>
                  </a:lnTo>
                  <a:cubicBezTo>
                    <a:pt x="55216" y="10298"/>
                    <a:pt x="59096" y="6611"/>
                    <a:pt x="82372" y="5476"/>
                  </a:cubicBezTo>
                  <a:lnTo>
                    <a:pt x="82372" y="87"/>
                  </a:lnTo>
                  <a:lnTo>
                    <a:pt x="73" y="87"/>
                  </a:lnTo>
                  <a:lnTo>
                    <a:pt x="73" y="5476"/>
                  </a:lnTo>
                  <a:cubicBezTo>
                    <a:pt x="23627" y="6894"/>
                    <a:pt x="26952" y="10014"/>
                    <a:pt x="26952" y="31002"/>
                  </a:cubicBezTo>
                  <a:lnTo>
                    <a:pt x="26952" y="156929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345DC9AF-3620-A27A-8EA6-4686295FEC2F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4216426" y="4210673"/>
              <a:ext cx="184270" cy="66366"/>
            </a:xfrm>
            <a:custGeom>
              <a:avLst/>
              <a:gdLst>
                <a:gd name="connsiteX0" fmla="*/ 174928 w 184270"/>
                <a:gd name="connsiteY0" fmla="*/ 11432 h 66366"/>
                <a:gd name="connsiteX1" fmla="*/ 184350 w 184270"/>
                <a:gd name="connsiteY1" fmla="*/ 5760 h 66366"/>
                <a:gd name="connsiteX2" fmla="*/ 175206 w 184270"/>
                <a:gd name="connsiteY2" fmla="*/ 87 h 66366"/>
                <a:gd name="connsiteX3" fmla="*/ 9223 w 184270"/>
                <a:gd name="connsiteY3" fmla="*/ 87 h 66366"/>
                <a:gd name="connsiteX4" fmla="*/ 79 w 184270"/>
                <a:gd name="connsiteY4" fmla="*/ 5760 h 66366"/>
                <a:gd name="connsiteX5" fmla="*/ 9500 w 184270"/>
                <a:gd name="connsiteY5" fmla="*/ 11432 h 66366"/>
                <a:gd name="connsiteX6" fmla="*/ 174928 w 184270"/>
                <a:gd name="connsiteY6" fmla="*/ 11432 h 66366"/>
                <a:gd name="connsiteX7" fmla="*/ 175206 w 184270"/>
                <a:gd name="connsiteY7" fmla="*/ 66454 h 66366"/>
                <a:gd name="connsiteX8" fmla="*/ 184350 w 184270"/>
                <a:gd name="connsiteY8" fmla="*/ 60782 h 66366"/>
                <a:gd name="connsiteX9" fmla="*/ 174928 w 184270"/>
                <a:gd name="connsiteY9" fmla="*/ 55109 h 66366"/>
                <a:gd name="connsiteX10" fmla="*/ 9500 w 184270"/>
                <a:gd name="connsiteY10" fmla="*/ 55109 h 66366"/>
                <a:gd name="connsiteX11" fmla="*/ 79 w 184270"/>
                <a:gd name="connsiteY11" fmla="*/ 60782 h 66366"/>
                <a:gd name="connsiteX12" fmla="*/ 9223 w 184270"/>
                <a:gd name="connsiteY12" fmla="*/ 66454 h 66366"/>
                <a:gd name="connsiteX13" fmla="*/ 175206 w 184270"/>
                <a:gd name="connsiteY13" fmla="*/ 66454 h 6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270" h="66366">
                  <a:moveTo>
                    <a:pt x="174928" y="11432"/>
                  </a:moveTo>
                  <a:cubicBezTo>
                    <a:pt x="179085" y="11432"/>
                    <a:pt x="184350" y="11432"/>
                    <a:pt x="184350" y="5760"/>
                  </a:cubicBezTo>
                  <a:cubicBezTo>
                    <a:pt x="184350" y="87"/>
                    <a:pt x="179085" y="87"/>
                    <a:pt x="175206" y="87"/>
                  </a:cubicBezTo>
                  <a:lnTo>
                    <a:pt x="9223" y="87"/>
                  </a:lnTo>
                  <a:cubicBezTo>
                    <a:pt x="5344" y="87"/>
                    <a:pt x="79" y="87"/>
                    <a:pt x="79" y="5760"/>
                  </a:cubicBezTo>
                  <a:cubicBezTo>
                    <a:pt x="79" y="11432"/>
                    <a:pt x="5344" y="11432"/>
                    <a:pt x="9500" y="11432"/>
                  </a:cubicBezTo>
                  <a:lnTo>
                    <a:pt x="174928" y="11432"/>
                  </a:lnTo>
                  <a:close/>
                  <a:moveTo>
                    <a:pt x="175206" y="66454"/>
                  </a:moveTo>
                  <a:cubicBezTo>
                    <a:pt x="179085" y="66454"/>
                    <a:pt x="184350" y="66454"/>
                    <a:pt x="184350" y="60782"/>
                  </a:cubicBezTo>
                  <a:cubicBezTo>
                    <a:pt x="184350" y="55109"/>
                    <a:pt x="179085" y="55109"/>
                    <a:pt x="174928" y="55109"/>
                  </a:cubicBezTo>
                  <a:lnTo>
                    <a:pt x="9500" y="55109"/>
                  </a:lnTo>
                  <a:cubicBezTo>
                    <a:pt x="5344" y="55109"/>
                    <a:pt x="79" y="55109"/>
                    <a:pt x="79" y="60782"/>
                  </a:cubicBezTo>
                  <a:cubicBezTo>
                    <a:pt x="79" y="66454"/>
                    <a:pt x="5344" y="66454"/>
                    <a:pt x="9223" y="66454"/>
                  </a:cubicBezTo>
                  <a:lnTo>
                    <a:pt x="175206" y="66454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B1F3781B-E844-26FA-AEC6-748BE31F1927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4485476" y="4123035"/>
              <a:ext cx="125248" cy="195697"/>
            </a:xfrm>
            <a:custGeom>
              <a:avLst/>
              <a:gdLst>
                <a:gd name="connsiteX0" fmla="*/ 63822 w 125248"/>
                <a:gd name="connsiteY0" fmla="*/ 87 h 195697"/>
                <a:gd name="connsiteX1" fmla="*/ 26690 w 125248"/>
                <a:gd name="connsiteY1" fmla="*/ 14835 h 195697"/>
                <a:gd name="connsiteX2" fmla="*/ 89 w 125248"/>
                <a:gd name="connsiteY2" fmla="*/ 96518 h 195697"/>
                <a:gd name="connsiteX3" fmla="*/ 22257 w 125248"/>
                <a:gd name="connsiteY3" fmla="*/ 176498 h 195697"/>
                <a:gd name="connsiteX4" fmla="*/ 62713 w 125248"/>
                <a:gd name="connsiteY4" fmla="*/ 195784 h 195697"/>
                <a:gd name="connsiteX5" fmla="*/ 98736 w 125248"/>
                <a:gd name="connsiteY5" fmla="*/ 181036 h 195697"/>
                <a:gd name="connsiteX6" fmla="*/ 125338 w 125248"/>
                <a:gd name="connsiteY6" fmla="*/ 98219 h 195697"/>
                <a:gd name="connsiteX7" fmla="*/ 63822 w 125248"/>
                <a:gd name="connsiteY7" fmla="*/ 87 h 195697"/>
                <a:gd name="connsiteX8" fmla="*/ 62990 w 125248"/>
                <a:gd name="connsiteY8" fmla="*/ 7461 h 195697"/>
                <a:gd name="connsiteX9" fmla="*/ 98736 w 125248"/>
                <a:gd name="connsiteY9" fmla="*/ 98787 h 195697"/>
                <a:gd name="connsiteX10" fmla="*/ 62713 w 125248"/>
                <a:gd name="connsiteY10" fmla="*/ 188410 h 195697"/>
                <a:gd name="connsiteX11" fmla="*/ 26690 w 125248"/>
                <a:gd name="connsiteY11" fmla="*/ 99070 h 195697"/>
                <a:gd name="connsiteX12" fmla="*/ 62990 w 125248"/>
                <a:gd name="connsiteY12" fmla="*/ 746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22" y="87"/>
                  </a:moveTo>
                  <a:cubicBezTo>
                    <a:pt x="48581" y="87"/>
                    <a:pt x="36943" y="4909"/>
                    <a:pt x="26690" y="14835"/>
                  </a:cubicBezTo>
                  <a:cubicBezTo>
                    <a:pt x="10619" y="30718"/>
                    <a:pt x="89" y="63334"/>
                    <a:pt x="89" y="96518"/>
                  </a:cubicBezTo>
                  <a:cubicBezTo>
                    <a:pt x="89" y="127432"/>
                    <a:pt x="9233" y="160616"/>
                    <a:pt x="22257" y="176498"/>
                  </a:cubicBezTo>
                  <a:cubicBezTo>
                    <a:pt x="32510" y="188977"/>
                    <a:pt x="46642" y="195784"/>
                    <a:pt x="62713" y="195784"/>
                  </a:cubicBezTo>
                  <a:cubicBezTo>
                    <a:pt x="76845" y="195784"/>
                    <a:pt x="88761" y="190963"/>
                    <a:pt x="98736" y="181036"/>
                  </a:cubicBezTo>
                  <a:cubicBezTo>
                    <a:pt x="114808" y="165437"/>
                    <a:pt x="125338" y="132537"/>
                    <a:pt x="125338" y="98219"/>
                  </a:cubicBezTo>
                  <a:cubicBezTo>
                    <a:pt x="125338" y="40078"/>
                    <a:pt x="100122" y="87"/>
                    <a:pt x="63822" y="87"/>
                  </a:cubicBezTo>
                  <a:close/>
                  <a:moveTo>
                    <a:pt x="62990" y="7461"/>
                  </a:moveTo>
                  <a:cubicBezTo>
                    <a:pt x="86267" y="7461"/>
                    <a:pt x="98736" y="39510"/>
                    <a:pt x="98736" y="98787"/>
                  </a:cubicBezTo>
                  <a:cubicBezTo>
                    <a:pt x="98736" y="158063"/>
                    <a:pt x="86544" y="188410"/>
                    <a:pt x="62713" y="188410"/>
                  </a:cubicBezTo>
                  <a:cubicBezTo>
                    <a:pt x="38883" y="188410"/>
                    <a:pt x="26690" y="158063"/>
                    <a:pt x="26690" y="99070"/>
                  </a:cubicBezTo>
                  <a:cubicBezTo>
                    <a:pt x="26690" y="38943"/>
                    <a:pt x="39160" y="7461"/>
                    <a:pt x="62990" y="746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3127853B-E407-F6D2-51BD-B618DF5F6AA0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4641726" y="4284698"/>
              <a:ext cx="29372" cy="30063"/>
            </a:xfrm>
            <a:custGeom>
              <a:avLst/>
              <a:gdLst>
                <a:gd name="connsiteX0" fmla="*/ 29466 w 29372"/>
                <a:gd name="connsiteY0" fmla="*/ 15119 h 30063"/>
                <a:gd name="connsiteX1" fmla="*/ 14780 w 29372"/>
                <a:gd name="connsiteY1" fmla="*/ 87 h 30063"/>
                <a:gd name="connsiteX2" fmla="*/ 94 w 29372"/>
                <a:gd name="connsiteY2" fmla="*/ 15119 h 30063"/>
                <a:gd name="connsiteX3" fmla="*/ 14780 w 29372"/>
                <a:gd name="connsiteY3" fmla="*/ 30151 h 30063"/>
                <a:gd name="connsiteX4" fmla="*/ 29466 w 29372"/>
                <a:gd name="connsiteY4" fmla="*/ 15119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466" y="15119"/>
                  </a:moveTo>
                  <a:cubicBezTo>
                    <a:pt x="29466" y="6894"/>
                    <a:pt x="22816" y="87"/>
                    <a:pt x="14780" y="87"/>
                  </a:cubicBezTo>
                  <a:cubicBezTo>
                    <a:pt x="6744" y="87"/>
                    <a:pt x="94" y="6894"/>
                    <a:pt x="94" y="15119"/>
                  </a:cubicBezTo>
                  <a:cubicBezTo>
                    <a:pt x="94" y="23344"/>
                    <a:pt x="6744" y="30151"/>
                    <a:pt x="14780" y="30151"/>
                  </a:cubicBezTo>
                  <a:cubicBezTo>
                    <a:pt x="22816" y="30151"/>
                    <a:pt x="29466" y="23344"/>
                    <a:pt x="29466" y="15119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908B8451-65EA-6118-1568-E67150225735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4725694" y="4123035"/>
              <a:ext cx="78418" cy="191726"/>
            </a:xfrm>
            <a:custGeom>
              <a:avLst/>
              <a:gdLst>
                <a:gd name="connsiteX0" fmla="*/ 49974 w 78418"/>
                <a:gd name="connsiteY0" fmla="*/ 87 h 191726"/>
                <a:gd name="connsiteX1" fmla="*/ 97 w 78418"/>
                <a:gd name="connsiteY1" fmla="*/ 25897 h 191726"/>
                <a:gd name="connsiteX2" fmla="*/ 97 w 78418"/>
                <a:gd name="connsiteY2" fmla="*/ 29867 h 191726"/>
                <a:gd name="connsiteX3" fmla="*/ 7578 w 78418"/>
                <a:gd name="connsiteY3" fmla="*/ 26747 h 191726"/>
                <a:gd name="connsiteX4" fmla="*/ 20048 w 78418"/>
                <a:gd name="connsiteY4" fmla="*/ 23628 h 191726"/>
                <a:gd name="connsiteX5" fmla="*/ 28361 w 78418"/>
                <a:gd name="connsiteY5" fmla="*/ 36958 h 191726"/>
                <a:gd name="connsiteX6" fmla="*/ 28361 w 78418"/>
                <a:gd name="connsiteY6" fmla="*/ 165437 h 191726"/>
                <a:gd name="connsiteX7" fmla="*/ 21710 w 78418"/>
                <a:gd name="connsiteY7" fmla="*/ 183872 h 191726"/>
                <a:gd name="connsiteX8" fmla="*/ 2036 w 78418"/>
                <a:gd name="connsiteY8" fmla="*/ 187559 h 191726"/>
                <a:gd name="connsiteX9" fmla="*/ 2036 w 78418"/>
                <a:gd name="connsiteY9" fmla="*/ 191814 h 191726"/>
                <a:gd name="connsiteX10" fmla="*/ 78516 w 78418"/>
                <a:gd name="connsiteY10" fmla="*/ 191814 h 191726"/>
                <a:gd name="connsiteX11" fmla="*/ 78516 w 78418"/>
                <a:gd name="connsiteY11" fmla="*/ 187559 h 191726"/>
                <a:gd name="connsiteX12" fmla="*/ 52191 w 78418"/>
                <a:gd name="connsiteY12" fmla="*/ 170826 h 191726"/>
                <a:gd name="connsiteX13" fmla="*/ 52191 w 78418"/>
                <a:gd name="connsiteY13" fmla="*/ 655 h 191726"/>
                <a:gd name="connsiteX14" fmla="*/ 49974 w 78418"/>
                <a:gd name="connsiteY14" fmla="*/ 87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49974" y="87"/>
                  </a:moveTo>
                  <a:lnTo>
                    <a:pt x="97" y="25897"/>
                  </a:lnTo>
                  <a:lnTo>
                    <a:pt x="97" y="29867"/>
                  </a:lnTo>
                  <a:cubicBezTo>
                    <a:pt x="3422" y="28449"/>
                    <a:pt x="6470" y="27315"/>
                    <a:pt x="7578" y="26747"/>
                  </a:cubicBezTo>
                  <a:cubicBezTo>
                    <a:pt x="12566" y="24762"/>
                    <a:pt x="17277" y="23628"/>
                    <a:pt x="20048" y="23628"/>
                  </a:cubicBezTo>
                  <a:cubicBezTo>
                    <a:pt x="25867" y="23628"/>
                    <a:pt x="28361" y="27882"/>
                    <a:pt x="28361" y="36958"/>
                  </a:cubicBezTo>
                  <a:lnTo>
                    <a:pt x="28361" y="165437"/>
                  </a:lnTo>
                  <a:cubicBezTo>
                    <a:pt x="28361" y="174797"/>
                    <a:pt x="26144" y="181320"/>
                    <a:pt x="21710" y="183872"/>
                  </a:cubicBezTo>
                  <a:cubicBezTo>
                    <a:pt x="17554" y="186425"/>
                    <a:pt x="13675" y="187276"/>
                    <a:pt x="2036" y="187559"/>
                  </a:cubicBezTo>
                  <a:lnTo>
                    <a:pt x="2036" y="191814"/>
                  </a:lnTo>
                  <a:lnTo>
                    <a:pt x="78516" y="191814"/>
                  </a:lnTo>
                  <a:lnTo>
                    <a:pt x="78516" y="187559"/>
                  </a:lnTo>
                  <a:cubicBezTo>
                    <a:pt x="56625" y="187276"/>
                    <a:pt x="52191" y="184440"/>
                    <a:pt x="52191" y="170826"/>
                  </a:cubicBezTo>
                  <a:lnTo>
                    <a:pt x="52191" y="655"/>
                  </a:lnTo>
                  <a:lnTo>
                    <a:pt x="49974" y="87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4ACD547-85C4-686A-A350-BB52BCEB88BC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4842318" y="4123035"/>
              <a:ext cx="123308" cy="191726"/>
            </a:xfrm>
            <a:custGeom>
              <a:avLst/>
              <a:gdLst>
                <a:gd name="connsiteX0" fmla="*/ 123411 w 123308"/>
                <a:gd name="connsiteY0" fmla="*/ 152958 h 191726"/>
                <a:gd name="connsiteX1" fmla="*/ 119808 w 123308"/>
                <a:gd name="connsiteY1" fmla="*/ 151540 h 191726"/>
                <a:gd name="connsiteX2" fmla="*/ 93484 w 123308"/>
                <a:gd name="connsiteY2" fmla="*/ 170259 h 191726"/>
                <a:gd name="connsiteX3" fmla="*/ 27257 w 123308"/>
                <a:gd name="connsiteY3" fmla="*/ 170259 h 191726"/>
                <a:gd name="connsiteX4" fmla="*/ 73810 w 123308"/>
                <a:gd name="connsiteY4" fmla="*/ 120342 h 191726"/>
                <a:gd name="connsiteX5" fmla="*/ 109279 w 123308"/>
                <a:gd name="connsiteY5" fmla="*/ 50288 h 191726"/>
                <a:gd name="connsiteX6" fmla="*/ 58015 w 123308"/>
                <a:gd name="connsiteY6" fmla="*/ 87 h 191726"/>
                <a:gd name="connsiteX7" fmla="*/ 18113 w 123308"/>
                <a:gd name="connsiteY7" fmla="*/ 17672 h 191726"/>
                <a:gd name="connsiteX8" fmla="*/ 379 w 123308"/>
                <a:gd name="connsiteY8" fmla="*/ 56527 h 191726"/>
                <a:gd name="connsiteX9" fmla="*/ 6198 w 123308"/>
                <a:gd name="connsiteY9" fmla="*/ 57946 h 191726"/>
                <a:gd name="connsiteX10" fmla="*/ 46377 w 123308"/>
                <a:gd name="connsiteY10" fmla="*/ 21075 h 191726"/>
                <a:gd name="connsiteX11" fmla="*/ 85448 w 123308"/>
                <a:gd name="connsiteY11" fmla="*/ 61065 h 191726"/>
                <a:gd name="connsiteX12" fmla="*/ 49425 w 123308"/>
                <a:gd name="connsiteY12" fmla="*/ 134806 h 191726"/>
                <a:gd name="connsiteX13" fmla="*/ 102 w 123308"/>
                <a:gd name="connsiteY13" fmla="*/ 188410 h 191726"/>
                <a:gd name="connsiteX14" fmla="*/ 102 w 123308"/>
                <a:gd name="connsiteY14" fmla="*/ 191814 h 191726"/>
                <a:gd name="connsiteX15" fmla="*/ 108170 w 123308"/>
                <a:gd name="connsiteY15" fmla="*/ 191814 h 191726"/>
                <a:gd name="connsiteX16" fmla="*/ 123411 w 123308"/>
                <a:gd name="connsiteY16" fmla="*/ 152958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411" y="152958"/>
                  </a:moveTo>
                  <a:lnTo>
                    <a:pt x="119808" y="151540"/>
                  </a:lnTo>
                  <a:cubicBezTo>
                    <a:pt x="109556" y="167706"/>
                    <a:pt x="105953" y="170259"/>
                    <a:pt x="93484" y="170259"/>
                  </a:cubicBezTo>
                  <a:lnTo>
                    <a:pt x="27257" y="170259"/>
                  </a:lnTo>
                  <a:lnTo>
                    <a:pt x="73810" y="120342"/>
                  </a:lnTo>
                  <a:cubicBezTo>
                    <a:pt x="98472" y="93965"/>
                    <a:pt x="109279" y="72410"/>
                    <a:pt x="109279" y="50288"/>
                  </a:cubicBezTo>
                  <a:cubicBezTo>
                    <a:pt x="109279" y="21926"/>
                    <a:pt x="86834" y="87"/>
                    <a:pt x="58015" y="87"/>
                  </a:cubicBezTo>
                  <a:cubicBezTo>
                    <a:pt x="42775" y="87"/>
                    <a:pt x="28366" y="6327"/>
                    <a:pt x="18113" y="17672"/>
                  </a:cubicBezTo>
                  <a:cubicBezTo>
                    <a:pt x="9246" y="27315"/>
                    <a:pt x="5089" y="36391"/>
                    <a:pt x="379" y="56527"/>
                  </a:cubicBezTo>
                  <a:lnTo>
                    <a:pt x="6198" y="57946"/>
                  </a:lnTo>
                  <a:cubicBezTo>
                    <a:pt x="17282" y="30151"/>
                    <a:pt x="27257" y="21075"/>
                    <a:pt x="46377" y="21075"/>
                  </a:cubicBezTo>
                  <a:cubicBezTo>
                    <a:pt x="69654" y="21075"/>
                    <a:pt x="85448" y="37241"/>
                    <a:pt x="85448" y="61065"/>
                  </a:cubicBezTo>
                  <a:cubicBezTo>
                    <a:pt x="85448" y="83188"/>
                    <a:pt x="72702" y="109564"/>
                    <a:pt x="49425" y="134806"/>
                  </a:cubicBezTo>
                  <a:lnTo>
                    <a:pt x="102" y="188410"/>
                  </a:lnTo>
                  <a:lnTo>
                    <a:pt x="102" y="191814"/>
                  </a:lnTo>
                  <a:lnTo>
                    <a:pt x="108170" y="191814"/>
                  </a:lnTo>
                  <a:lnTo>
                    <a:pt x="123411" y="15295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2838C7BF-CB4B-74A3-0A5E-B99D064E3878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5037209" y="3930308"/>
              <a:ext cx="78418" cy="191726"/>
            </a:xfrm>
            <a:custGeom>
              <a:avLst/>
              <a:gdLst>
                <a:gd name="connsiteX0" fmla="*/ 49986 w 78418"/>
                <a:gd name="connsiteY0" fmla="*/ 81 h 191726"/>
                <a:gd name="connsiteX1" fmla="*/ 108 w 78418"/>
                <a:gd name="connsiteY1" fmla="*/ 25890 h 191726"/>
                <a:gd name="connsiteX2" fmla="*/ 108 w 78418"/>
                <a:gd name="connsiteY2" fmla="*/ 29861 h 191726"/>
                <a:gd name="connsiteX3" fmla="*/ 7590 w 78418"/>
                <a:gd name="connsiteY3" fmla="*/ 26741 h 191726"/>
                <a:gd name="connsiteX4" fmla="*/ 20059 w 78418"/>
                <a:gd name="connsiteY4" fmla="*/ 23621 h 191726"/>
                <a:gd name="connsiteX5" fmla="*/ 28372 w 78418"/>
                <a:gd name="connsiteY5" fmla="*/ 36951 h 191726"/>
                <a:gd name="connsiteX6" fmla="*/ 28372 w 78418"/>
                <a:gd name="connsiteY6" fmla="*/ 165430 h 191726"/>
                <a:gd name="connsiteX7" fmla="*/ 21722 w 78418"/>
                <a:gd name="connsiteY7" fmla="*/ 183866 h 191726"/>
                <a:gd name="connsiteX8" fmla="*/ 2048 w 78418"/>
                <a:gd name="connsiteY8" fmla="*/ 187553 h 191726"/>
                <a:gd name="connsiteX9" fmla="*/ 2048 w 78418"/>
                <a:gd name="connsiteY9" fmla="*/ 191807 h 191726"/>
                <a:gd name="connsiteX10" fmla="*/ 78527 w 78418"/>
                <a:gd name="connsiteY10" fmla="*/ 191807 h 191726"/>
                <a:gd name="connsiteX11" fmla="*/ 78527 w 78418"/>
                <a:gd name="connsiteY11" fmla="*/ 187553 h 191726"/>
                <a:gd name="connsiteX12" fmla="*/ 52202 w 78418"/>
                <a:gd name="connsiteY12" fmla="*/ 170819 h 191726"/>
                <a:gd name="connsiteX13" fmla="*/ 52202 w 78418"/>
                <a:gd name="connsiteY13" fmla="*/ 648 h 191726"/>
                <a:gd name="connsiteX14" fmla="*/ 49986 w 78418"/>
                <a:gd name="connsiteY14" fmla="*/ 8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49986" y="81"/>
                  </a:moveTo>
                  <a:lnTo>
                    <a:pt x="108" y="25890"/>
                  </a:lnTo>
                  <a:lnTo>
                    <a:pt x="108" y="29861"/>
                  </a:lnTo>
                  <a:cubicBezTo>
                    <a:pt x="3433" y="28442"/>
                    <a:pt x="6481" y="27308"/>
                    <a:pt x="7590" y="26741"/>
                  </a:cubicBezTo>
                  <a:cubicBezTo>
                    <a:pt x="12577" y="24755"/>
                    <a:pt x="17288" y="23621"/>
                    <a:pt x="20059" y="23621"/>
                  </a:cubicBezTo>
                  <a:cubicBezTo>
                    <a:pt x="25878" y="23621"/>
                    <a:pt x="28372" y="27875"/>
                    <a:pt x="28372" y="36951"/>
                  </a:cubicBezTo>
                  <a:lnTo>
                    <a:pt x="28372" y="165430"/>
                  </a:lnTo>
                  <a:cubicBezTo>
                    <a:pt x="28372" y="174790"/>
                    <a:pt x="26155" y="181313"/>
                    <a:pt x="21722" y="183866"/>
                  </a:cubicBezTo>
                  <a:cubicBezTo>
                    <a:pt x="17565" y="186418"/>
                    <a:pt x="13686" y="187269"/>
                    <a:pt x="2048" y="187553"/>
                  </a:cubicBezTo>
                  <a:lnTo>
                    <a:pt x="2048" y="191807"/>
                  </a:lnTo>
                  <a:lnTo>
                    <a:pt x="78527" y="191807"/>
                  </a:lnTo>
                  <a:lnTo>
                    <a:pt x="78527" y="187553"/>
                  </a:lnTo>
                  <a:cubicBezTo>
                    <a:pt x="56636" y="187269"/>
                    <a:pt x="52202" y="184433"/>
                    <a:pt x="52202" y="170819"/>
                  </a:cubicBezTo>
                  <a:lnTo>
                    <a:pt x="52202" y="648"/>
                  </a:lnTo>
                  <a:lnTo>
                    <a:pt x="49986" y="8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6DD4300F-F723-A469-48BC-1B2D128357DB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5169350" y="4091971"/>
              <a:ext cx="29372" cy="30063"/>
            </a:xfrm>
            <a:custGeom>
              <a:avLst/>
              <a:gdLst>
                <a:gd name="connsiteX0" fmla="*/ 29485 w 29372"/>
                <a:gd name="connsiteY0" fmla="*/ 15112 h 30063"/>
                <a:gd name="connsiteX1" fmla="*/ 14799 w 29372"/>
                <a:gd name="connsiteY1" fmla="*/ 81 h 30063"/>
                <a:gd name="connsiteX2" fmla="*/ 113 w 29372"/>
                <a:gd name="connsiteY2" fmla="*/ 15112 h 30063"/>
                <a:gd name="connsiteX3" fmla="*/ 14799 w 29372"/>
                <a:gd name="connsiteY3" fmla="*/ 30144 h 30063"/>
                <a:gd name="connsiteX4" fmla="*/ 29485 w 29372"/>
                <a:gd name="connsiteY4" fmla="*/ 15112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485" y="15112"/>
                  </a:moveTo>
                  <a:cubicBezTo>
                    <a:pt x="29485" y="6887"/>
                    <a:pt x="22835" y="81"/>
                    <a:pt x="14799" y="81"/>
                  </a:cubicBezTo>
                  <a:cubicBezTo>
                    <a:pt x="6763" y="81"/>
                    <a:pt x="113" y="6887"/>
                    <a:pt x="113" y="15112"/>
                  </a:cubicBezTo>
                  <a:cubicBezTo>
                    <a:pt x="113" y="23337"/>
                    <a:pt x="6763" y="30144"/>
                    <a:pt x="14799" y="30144"/>
                  </a:cubicBezTo>
                  <a:cubicBezTo>
                    <a:pt x="22835" y="30144"/>
                    <a:pt x="29485" y="23337"/>
                    <a:pt x="29485" y="15112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54675033-3592-1B16-FE1D-5F7E18FD7CA3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5234477" y="3930308"/>
              <a:ext cx="107791" cy="195697"/>
            </a:xfrm>
            <a:custGeom>
              <a:avLst/>
              <a:gdLst>
                <a:gd name="connsiteX0" fmla="*/ 30596 w 107791"/>
                <a:gd name="connsiteY0" fmla="*/ 98213 h 195697"/>
                <a:gd name="connsiteX1" fmla="*/ 59969 w 107791"/>
                <a:gd name="connsiteY1" fmla="*/ 101332 h 195697"/>
                <a:gd name="connsiteX2" fmla="*/ 87956 w 107791"/>
                <a:gd name="connsiteY2" fmla="*/ 143308 h 195697"/>
                <a:gd name="connsiteX3" fmla="*/ 51656 w 107791"/>
                <a:gd name="connsiteY3" fmla="*/ 185567 h 195697"/>
                <a:gd name="connsiteX4" fmla="*/ 28380 w 107791"/>
                <a:gd name="connsiteY4" fmla="*/ 176775 h 195697"/>
                <a:gd name="connsiteX5" fmla="*/ 10645 w 107791"/>
                <a:gd name="connsiteY5" fmla="*/ 169685 h 195697"/>
                <a:gd name="connsiteX6" fmla="*/ 116 w 107791"/>
                <a:gd name="connsiteY6" fmla="*/ 179611 h 195697"/>
                <a:gd name="connsiteX7" fmla="*/ 31428 w 107791"/>
                <a:gd name="connsiteY7" fmla="*/ 195778 h 195697"/>
                <a:gd name="connsiteX8" fmla="*/ 87679 w 107791"/>
                <a:gd name="connsiteY8" fmla="*/ 176775 h 195697"/>
                <a:gd name="connsiteX9" fmla="*/ 107907 w 107791"/>
                <a:gd name="connsiteY9" fmla="*/ 129694 h 195697"/>
                <a:gd name="connsiteX10" fmla="*/ 95438 w 107791"/>
                <a:gd name="connsiteY10" fmla="*/ 93108 h 195697"/>
                <a:gd name="connsiteX11" fmla="*/ 72438 w 107791"/>
                <a:gd name="connsiteY11" fmla="*/ 78076 h 195697"/>
                <a:gd name="connsiteX12" fmla="*/ 98486 w 107791"/>
                <a:gd name="connsiteY12" fmla="*/ 38936 h 195697"/>
                <a:gd name="connsiteX13" fmla="*/ 55258 w 107791"/>
                <a:gd name="connsiteY13" fmla="*/ 81 h 195697"/>
                <a:gd name="connsiteX14" fmla="*/ 19235 w 107791"/>
                <a:gd name="connsiteY14" fmla="*/ 13978 h 195697"/>
                <a:gd name="connsiteX15" fmla="*/ 670 w 107791"/>
                <a:gd name="connsiteY15" fmla="*/ 46027 h 195697"/>
                <a:gd name="connsiteX16" fmla="*/ 4826 w 107791"/>
                <a:gd name="connsiteY16" fmla="*/ 47161 h 195697"/>
                <a:gd name="connsiteX17" fmla="*/ 46114 w 107791"/>
                <a:gd name="connsiteY17" fmla="*/ 17098 h 195697"/>
                <a:gd name="connsiteX18" fmla="*/ 76595 w 107791"/>
                <a:gd name="connsiteY18" fmla="*/ 47445 h 195697"/>
                <a:gd name="connsiteX19" fmla="*/ 65511 w 107791"/>
                <a:gd name="connsiteY19" fmla="*/ 74956 h 195697"/>
                <a:gd name="connsiteX20" fmla="*/ 30596 w 107791"/>
                <a:gd name="connsiteY20" fmla="*/ 94526 h 195697"/>
                <a:gd name="connsiteX21" fmla="*/ 30596 w 107791"/>
                <a:gd name="connsiteY21" fmla="*/ 98213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91" h="195697">
                  <a:moveTo>
                    <a:pt x="30596" y="98213"/>
                  </a:moveTo>
                  <a:cubicBezTo>
                    <a:pt x="46945" y="98213"/>
                    <a:pt x="53319" y="98780"/>
                    <a:pt x="59969" y="101332"/>
                  </a:cubicBezTo>
                  <a:cubicBezTo>
                    <a:pt x="77149" y="107572"/>
                    <a:pt x="87956" y="123738"/>
                    <a:pt x="87956" y="143308"/>
                  </a:cubicBezTo>
                  <a:cubicBezTo>
                    <a:pt x="87956" y="167132"/>
                    <a:pt x="72161" y="185567"/>
                    <a:pt x="51656" y="185567"/>
                  </a:cubicBezTo>
                  <a:cubicBezTo>
                    <a:pt x="44174" y="185567"/>
                    <a:pt x="38632" y="183582"/>
                    <a:pt x="28380" y="176775"/>
                  </a:cubicBezTo>
                  <a:cubicBezTo>
                    <a:pt x="20067" y="171670"/>
                    <a:pt x="15356" y="169685"/>
                    <a:pt x="10645" y="169685"/>
                  </a:cubicBezTo>
                  <a:cubicBezTo>
                    <a:pt x="4272" y="169685"/>
                    <a:pt x="116" y="173655"/>
                    <a:pt x="116" y="179611"/>
                  </a:cubicBezTo>
                  <a:cubicBezTo>
                    <a:pt x="116" y="189538"/>
                    <a:pt x="12031" y="195778"/>
                    <a:pt x="31428" y="195778"/>
                  </a:cubicBezTo>
                  <a:cubicBezTo>
                    <a:pt x="52764" y="195778"/>
                    <a:pt x="74655" y="188403"/>
                    <a:pt x="87679" y="176775"/>
                  </a:cubicBezTo>
                  <a:cubicBezTo>
                    <a:pt x="100703" y="165147"/>
                    <a:pt x="107907" y="148697"/>
                    <a:pt x="107907" y="129694"/>
                  </a:cubicBezTo>
                  <a:cubicBezTo>
                    <a:pt x="107907" y="115230"/>
                    <a:pt x="103474" y="101900"/>
                    <a:pt x="95438" y="93108"/>
                  </a:cubicBezTo>
                  <a:cubicBezTo>
                    <a:pt x="89896" y="86868"/>
                    <a:pt x="84631" y="83465"/>
                    <a:pt x="72438" y="78076"/>
                  </a:cubicBezTo>
                  <a:cubicBezTo>
                    <a:pt x="91558" y="64746"/>
                    <a:pt x="98486" y="54252"/>
                    <a:pt x="98486" y="38936"/>
                  </a:cubicBezTo>
                  <a:cubicBezTo>
                    <a:pt x="98486" y="15963"/>
                    <a:pt x="80751" y="81"/>
                    <a:pt x="55258" y="81"/>
                  </a:cubicBezTo>
                  <a:cubicBezTo>
                    <a:pt x="41403" y="81"/>
                    <a:pt x="29211" y="4902"/>
                    <a:pt x="19235" y="13978"/>
                  </a:cubicBezTo>
                  <a:cubicBezTo>
                    <a:pt x="10922" y="21636"/>
                    <a:pt x="6766" y="29010"/>
                    <a:pt x="670" y="46027"/>
                  </a:cubicBezTo>
                  <a:lnTo>
                    <a:pt x="4826" y="47161"/>
                  </a:lnTo>
                  <a:cubicBezTo>
                    <a:pt x="16187" y="26457"/>
                    <a:pt x="28657" y="17098"/>
                    <a:pt x="46114" y="17098"/>
                  </a:cubicBezTo>
                  <a:cubicBezTo>
                    <a:pt x="64125" y="17098"/>
                    <a:pt x="76595" y="29577"/>
                    <a:pt x="76595" y="47445"/>
                  </a:cubicBezTo>
                  <a:cubicBezTo>
                    <a:pt x="76595" y="57655"/>
                    <a:pt x="72438" y="67865"/>
                    <a:pt x="65511" y="74956"/>
                  </a:cubicBezTo>
                  <a:cubicBezTo>
                    <a:pt x="57198" y="83465"/>
                    <a:pt x="49439" y="87719"/>
                    <a:pt x="30596" y="94526"/>
                  </a:cubicBezTo>
                  <a:lnTo>
                    <a:pt x="30596" y="9821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4C9CDFC-0D62-1CCD-19AC-E37FF9BCA9B7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5368281" y="3930308"/>
              <a:ext cx="125248" cy="195697"/>
            </a:xfrm>
            <a:custGeom>
              <a:avLst/>
              <a:gdLst>
                <a:gd name="connsiteX0" fmla="*/ 63853 w 125248"/>
                <a:gd name="connsiteY0" fmla="*/ 81 h 195697"/>
                <a:gd name="connsiteX1" fmla="*/ 26722 w 125248"/>
                <a:gd name="connsiteY1" fmla="*/ 14829 h 195697"/>
                <a:gd name="connsiteX2" fmla="*/ 121 w 125248"/>
                <a:gd name="connsiteY2" fmla="*/ 96511 h 195697"/>
                <a:gd name="connsiteX3" fmla="*/ 22289 w 125248"/>
                <a:gd name="connsiteY3" fmla="*/ 176491 h 195697"/>
                <a:gd name="connsiteX4" fmla="*/ 62745 w 125248"/>
                <a:gd name="connsiteY4" fmla="*/ 195778 h 195697"/>
                <a:gd name="connsiteX5" fmla="*/ 98768 w 125248"/>
                <a:gd name="connsiteY5" fmla="*/ 181029 h 195697"/>
                <a:gd name="connsiteX6" fmla="*/ 125369 w 125248"/>
                <a:gd name="connsiteY6" fmla="*/ 98213 h 195697"/>
                <a:gd name="connsiteX7" fmla="*/ 63853 w 125248"/>
                <a:gd name="connsiteY7" fmla="*/ 81 h 195697"/>
                <a:gd name="connsiteX8" fmla="*/ 63022 w 125248"/>
                <a:gd name="connsiteY8" fmla="*/ 7455 h 195697"/>
                <a:gd name="connsiteX9" fmla="*/ 98768 w 125248"/>
                <a:gd name="connsiteY9" fmla="*/ 98780 h 195697"/>
                <a:gd name="connsiteX10" fmla="*/ 62745 w 125248"/>
                <a:gd name="connsiteY10" fmla="*/ 188403 h 195697"/>
                <a:gd name="connsiteX11" fmla="*/ 26722 w 125248"/>
                <a:gd name="connsiteY11" fmla="*/ 99064 h 195697"/>
                <a:gd name="connsiteX12" fmla="*/ 63022 w 125248"/>
                <a:gd name="connsiteY12" fmla="*/ 7455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53" y="81"/>
                  </a:moveTo>
                  <a:cubicBezTo>
                    <a:pt x="48613" y="81"/>
                    <a:pt x="36975" y="4902"/>
                    <a:pt x="26722" y="14829"/>
                  </a:cubicBezTo>
                  <a:cubicBezTo>
                    <a:pt x="10650" y="30711"/>
                    <a:pt x="121" y="63328"/>
                    <a:pt x="121" y="96511"/>
                  </a:cubicBezTo>
                  <a:cubicBezTo>
                    <a:pt x="121" y="127425"/>
                    <a:pt x="9265" y="160609"/>
                    <a:pt x="22289" y="176491"/>
                  </a:cubicBezTo>
                  <a:cubicBezTo>
                    <a:pt x="32541" y="188971"/>
                    <a:pt x="46673" y="195778"/>
                    <a:pt x="62745" y="195778"/>
                  </a:cubicBezTo>
                  <a:cubicBezTo>
                    <a:pt x="76877" y="195778"/>
                    <a:pt x="88792" y="190956"/>
                    <a:pt x="98768" y="181029"/>
                  </a:cubicBezTo>
                  <a:cubicBezTo>
                    <a:pt x="114840" y="165430"/>
                    <a:pt x="125369" y="132531"/>
                    <a:pt x="125369" y="98213"/>
                  </a:cubicBezTo>
                  <a:cubicBezTo>
                    <a:pt x="125369" y="40071"/>
                    <a:pt x="100153" y="81"/>
                    <a:pt x="63853" y="81"/>
                  </a:cubicBezTo>
                  <a:close/>
                  <a:moveTo>
                    <a:pt x="63022" y="7455"/>
                  </a:moveTo>
                  <a:cubicBezTo>
                    <a:pt x="86298" y="7455"/>
                    <a:pt x="98768" y="39504"/>
                    <a:pt x="98768" y="98780"/>
                  </a:cubicBezTo>
                  <a:cubicBezTo>
                    <a:pt x="98768" y="158056"/>
                    <a:pt x="86575" y="188403"/>
                    <a:pt x="62745" y="188403"/>
                  </a:cubicBezTo>
                  <a:cubicBezTo>
                    <a:pt x="38914" y="188403"/>
                    <a:pt x="26722" y="158056"/>
                    <a:pt x="26722" y="99064"/>
                  </a:cubicBezTo>
                  <a:cubicBezTo>
                    <a:pt x="26722" y="38936"/>
                    <a:pt x="39192" y="7455"/>
                    <a:pt x="63022" y="7455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9127741-714E-C3CB-B130-ECE80AA4E4E9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5509012" y="3930308"/>
              <a:ext cx="118875" cy="197965"/>
            </a:xfrm>
            <a:custGeom>
              <a:avLst/>
              <a:gdLst>
                <a:gd name="connsiteX0" fmla="*/ 8161 w 118875"/>
                <a:gd name="connsiteY0" fmla="*/ 198047 h 197965"/>
                <a:gd name="connsiteX1" fmla="*/ 73280 w 118875"/>
                <a:gd name="connsiteY1" fmla="*/ 175073 h 197965"/>
                <a:gd name="connsiteX2" fmla="*/ 119001 w 118875"/>
                <a:gd name="connsiteY2" fmla="*/ 80061 h 197965"/>
                <a:gd name="connsiteX3" fmla="*/ 57762 w 118875"/>
                <a:gd name="connsiteY3" fmla="*/ 81 h 197965"/>
                <a:gd name="connsiteX4" fmla="*/ 126 w 118875"/>
                <a:gd name="connsiteY4" fmla="*/ 67015 h 197965"/>
                <a:gd name="connsiteX5" fmla="*/ 50003 w 118875"/>
                <a:gd name="connsiteY5" fmla="*/ 124589 h 197965"/>
                <a:gd name="connsiteX6" fmla="*/ 91568 w 118875"/>
                <a:gd name="connsiteY6" fmla="*/ 108423 h 197965"/>
                <a:gd name="connsiteX7" fmla="*/ 7330 w 118875"/>
                <a:gd name="connsiteY7" fmla="*/ 192374 h 197965"/>
                <a:gd name="connsiteX8" fmla="*/ 8161 w 118875"/>
                <a:gd name="connsiteY8" fmla="*/ 198047 h 197965"/>
                <a:gd name="connsiteX9" fmla="*/ 92122 w 118875"/>
                <a:gd name="connsiteY9" fmla="*/ 91122 h 197965"/>
                <a:gd name="connsiteX10" fmla="*/ 87966 w 118875"/>
                <a:gd name="connsiteY10" fmla="*/ 101900 h 197965"/>
                <a:gd name="connsiteX11" fmla="*/ 59979 w 118875"/>
                <a:gd name="connsiteY11" fmla="*/ 112394 h 197965"/>
                <a:gd name="connsiteX12" fmla="*/ 25619 w 118875"/>
                <a:gd name="connsiteY12" fmla="*/ 57372 h 197965"/>
                <a:gd name="connsiteX13" fmla="*/ 35871 w 118875"/>
                <a:gd name="connsiteY13" fmla="*/ 16814 h 197965"/>
                <a:gd name="connsiteX14" fmla="*/ 55545 w 118875"/>
                <a:gd name="connsiteY14" fmla="*/ 8022 h 197965"/>
                <a:gd name="connsiteX15" fmla="*/ 92122 w 118875"/>
                <a:gd name="connsiteY15" fmla="*/ 80061 h 197965"/>
                <a:gd name="connsiteX16" fmla="*/ 92122 w 118875"/>
                <a:gd name="connsiteY16" fmla="*/ 91122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161" y="198047"/>
                  </a:moveTo>
                  <a:cubicBezTo>
                    <a:pt x="39197" y="194359"/>
                    <a:pt x="54437" y="188971"/>
                    <a:pt x="73280" y="175073"/>
                  </a:cubicBezTo>
                  <a:cubicBezTo>
                    <a:pt x="102098" y="153518"/>
                    <a:pt x="119001" y="118350"/>
                    <a:pt x="119001" y="80061"/>
                  </a:cubicBezTo>
                  <a:cubicBezTo>
                    <a:pt x="119001" y="33264"/>
                    <a:pt x="93508" y="81"/>
                    <a:pt x="57762" y="81"/>
                  </a:cubicBezTo>
                  <a:cubicBezTo>
                    <a:pt x="24787" y="81"/>
                    <a:pt x="126" y="28726"/>
                    <a:pt x="126" y="67015"/>
                  </a:cubicBezTo>
                  <a:cubicBezTo>
                    <a:pt x="126" y="101616"/>
                    <a:pt x="20077" y="124589"/>
                    <a:pt x="50003" y="124589"/>
                  </a:cubicBezTo>
                  <a:cubicBezTo>
                    <a:pt x="65244" y="124589"/>
                    <a:pt x="76882" y="120051"/>
                    <a:pt x="91568" y="108423"/>
                  </a:cubicBezTo>
                  <a:cubicBezTo>
                    <a:pt x="80207" y="154653"/>
                    <a:pt x="49449" y="185000"/>
                    <a:pt x="7330" y="192374"/>
                  </a:cubicBezTo>
                  <a:lnTo>
                    <a:pt x="8161" y="198047"/>
                  </a:lnTo>
                  <a:close/>
                  <a:moveTo>
                    <a:pt x="92122" y="91122"/>
                  </a:moveTo>
                  <a:cubicBezTo>
                    <a:pt x="92122" y="96795"/>
                    <a:pt x="91014" y="99347"/>
                    <a:pt x="87966" y="101900"/>
                  </a:cubicBezTo>
                  <a:cubicBezTo>
                    <a:pt x="80207" y="108707"/>
                    <a:pt x="69954" y="112394"/>
                    <a:pt x="59979" y="112394"/>
                  </a:cubicBezTo>
                  <a:cubicBezTo>
                    <a:pt x="38919" y="112394"/>
                    <a:pt x="25619" y="91122"/>
                    <a:pt x="25619" y="57372"/>
                  </a:cubicBezTo>
                  <a:cubicBezTo>
                    <a:pt x="25619" y="41205"/>
                    <a:pt x="30052" y="24188"/>
                    <a:pt x="35871" y="16814"/>
                  </a:cubicBezTo>
                  <a:cubicBezTo>
                    <a:pt x="40582" y="11142"/>
                    <a:pt x="47509" y="8022"/>
                    <a:pt x="55545" y="8022"/>
                  </a:cubicBezTo>
                  <a:cubicBezTo>
                    <a:pt x="79653" y="8022"/>
                    <a:pt x="92122" y="32413"/>
                    <a:pt x="92122" y="80061"/>
                  </a:cubicBezTo>
                  <a:lnTo>
                    <a:pt x="92122" y="91122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8FF72CE-7654-317A-3C6E-8165C9131875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5645310" y="3934279"/>
              <a:ext cx="118875" cy="190024"/>
            </a:xfrm>
            <a:custGeom>
              <a:avLst/>
              <a:gdLst>
                <a:gd name="connsiteX0" fmla="*/ 119006 w 118875"/>
                <a:gd name="connsiteY0" fmla="*/ 81 h 190024"/>
                <a:gd name="connsiteX1" fmla="*/ 16479 w 118875"/>
                <a:gd name="connsiteY1" fmla="*/ 81 h 190024"/>
                <a:gd name="connsiteX2" fmla="*/ 131 w 118875"/>
                <a:gd name="connsiteY2" fmla="*/ 41773 h 190024"/>
                <a:gd name="connsiteX3" fmla="*/ 4841 w 118875"/>
                <a:gd name="connsiteY3" fmla="*/ 44041 h 190024"/>
                <a:gd name="connsiteX4" fmla="*/ 36985 w 118875"/>
                <a:gd name="connsiteY4" fmla="*/ 21068 h 190024"/>
                <a:gd name="connsiteX5" fmla="*/ 97115 w 118875"/>
                <a:gd name="connsiteY5" fmla="*/ 21068 h 190024"/>
                <a:gd name="connsiteX6" fmla="*/ 42250 w 118875"/>
                <a:gd name="connsiteY6" fmla="*/ 190105 h 190024"/>
                <a:gd name="connsiteX7" fmla="*/ 60261 w 118875"/>
                <a:gd name="connsiteY7" fmla="*/ 190105 h 190024"/>
                <a:gd name="connsiteX8" fmla="*/ 119006 w 118875"/>
                <a:gd name="connsiteY8" fmla="*/ 4618 h 190024"/>
                <a:gd name="connsiteX9" fmla="*/ 119006 w 118875"/>
                <a:gd name="connsiteY9" fmla="*/ 81 h 19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8875" h="190024">
                  <a:moveTo>
                    <a:pt x="119006" y="81"/>
                  </a:moveTo>
                  <a:lnTo>
                    <a:pt x="16479" y="81"/>
                  </a:lnTo>
                  <a:lnTo>
                    <a:pt x="131" y="41773"/>
                  </a:lnTo>
                  <a:lnTo>
                    <a:pt x="4841" y="44041"/>
                  </a:lnTo>
                  <a:cubicBezTo>
                    <a:pt x="16757" y="24755"/>
                    <a:pt x="21744" y="21068"/>
                    <a:pt x="36985" y="21068"/>
                  </a:cubicBezTo>
                  <a:lnTo>
                    <a:pt x="97115" y="21068"/>
                  </a:lnTo>
                  <a:lnTo>
                    <a:pt x="42250" y="190105"/>
                  </a:lnTo>
                  <a:lnTo>
                    <a:pt x="60261" y="190105"/>
                  </a:lnTo>
                  <a:lnTo>
                    <a:pt x="119006" y="4618"/>
                  </a:lnTo>
                  <a:lnTo>
                    <a:pt x="119006" y="8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446854B0-9B82-2B08-1321-54283E03BBC7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5787150" y="3930308"/>
              <a:ext cx="123308" cy="191726"/>
            </a:xfrm>
            <a:custGeom>
              <a:avLst/>
              <a:gdLst>
                <a:gd name="connsiteX0" fmla="*/ 123445 w 123308"/>
                <a:gd name="connsiteY0" fmla="*/ 152951 h 191726"/>
                <a:gd name="connsiteX1" fmla="*/ 119842 w 123308"/>
                <a:gd name="connsiteY1" fmla="*/ 151533 h 191726"/>
                <a:gd name="connsiteX2" fmla="*/ 93518 w 123308"/>
                <a:gd name="connsiteY2" fmla="*/ 170252 h 191726"/>
                <a:gd name="connsiteX3" fmla="*/ 27291 w 123308"/>
                <a:gd name="connsiteY3" fmla="*/ 170252 h 191726"/>
                <a:gd name="connsiteX4" fmla="*/ 73844 w 123308"/>
                <a:gd name="connsiteY4" fmla="*/ 120335 h 191726"/>
                <a:gd name="connsiteX5" fmla="*/ 109312 w 123308"/>
                <a:gd name="connsiteY5" fmla="*/ 50281 h 191726"/>
                <a:gd name="connsiteX6" fmla="*/ 58049 w 123308"/>
                <a:gd name="connsiteY6" fmla="*/ 81 h 191726"/>
                <a:gd name="connsiteX7" fmla="*/ 18147 w 123308"/>
                <a:gd name="connsiteY7" fmla="*/ 17665 h 191726"/>
                <a:gd name="connsiteX8" fmla="*/ 413 w 123308"/>
                <a:gd name="connsiteY8" fmla="*/ 56521 h 191726"/>
                <a:gd name="connsiteX9" fmla="*/ 6232 w 123308"/>
                <a:gd name="connsiteY9" fmla="*/ 57939 h 191726"/>
                <a:gd name="connsiteX10" fmla="*/ 46411 w 123308"/>
                <a:gd name="connsiteY10" fmla="*/ 21068 h 191726"/>
                <a:gd name="connsiteX11" fmla="*/ 85482 w 123308"/>
                <a:gd name="connsiteY11" fmla="*/ 61059 h 191726"/>
                <a:gd name="connsiteX12" fmla="*/ 49459 w 123308"/>
                <a:gd name="connsiteY12" fmla="*/ 134800 h 191726"/>
                <a:gd name="connsiteX13" fmla="*/ 136 w 123308"/>
                <a:gd name="connsiteY13" fmla="*/ 188403 h 191726"/>
                <a:gd name="connsiteX14" fmla="*/ 136 w 123308"/>
                <a:gd name="connsiteY14" fmla="*/ 191807 h 191726"/>
                <a:gd name="connsiteX15" fmla="*/ 108204 w 123308"/>
                <a:gd name="connsiteY15" fmla="*/ 191807 h 191726"/>
                <a:gd name="connsiteX16" fmla="*/ 123445 w 123308"/>
                <a:gd name="connsiteY16" fmla="*/ 15295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445" y="152951"/>
                  </a:moveTo>
                  <a:lnTo>
                    <a:pt x="119842" y="151533"/>
                  </a:lnTo>
                  <a:cubicBezTo>
                    <a:pt x="109590" y="167699"/>
                    <a:pt x="105987" y="170252"/>
                    <a:pt x="93518" y="170252"/>
                  </a:cubicBezTo>
                  <a:lnTo>
                    <a:pt x="27291" y="170252"/>
                  </a:lnTo>
                  <a:lnTo>
                    <a:pt x="73844" y="120335"/>
                  </a:lnTo>
                  <a:cubicBezTo>
                    <a:pt x="98506" y="93958"/>
                    <a:pt x="109312" y="72403"/>
                    <a:pt x="109312" y="50281"/>
                  </a:cubicBezTo>
                  <a:cubicBezTo>
                    <a:pt x="109312" y="21919"/>
                    <a:pt x="86867" y="81"/>
                    <a:pt x="58049" y="81"/>
                  </a:cubicBezTo>
                  <a:cubicBezTo>
                    <a:pt x="42809" y="81"/>
                    <a:pt x="28400" y="6320"/>
                    <a:pt x="18147" y="17665"/>
                  </a:cubicBezTo>
                  <a:cubicBezTo>
                    <a:pt x="9280" y="27308"/>
                    <a:pt x="5123" y="36384"/>
                    <a:pt x="413" y="56521"/>
                  </a:cubicBezTo>
                  <a:lnTo>
                    <a:pt x="6232" y="57939"/>
                  </a:lnTo>
                  <a:cubicBezTo>
                    <a:pt x="17316" y="30144"/>
                    <a:pt x="27291" y="21068"/>
                    <a:pt x="46411" y="21068"/>
                  </a:cubicBezTo>
                  <a:cubicBezTo>
                    <a:pt x="69687" y="21068"/>
                    <a:pt x="85482" y="37235"/>
                    <a:pt x="85482" y="61059"/>
                  </a:cubicBezTo>
                  <a:cubicBezTo>
                    <a:pt x="85482" y="83181"/>
                    <a:pt x="72735" y="109557"/>
                    <a:pt x="49459" y="134800"/>
                  </a:cubicBezTo>
                  <a:lnTo>
                    <a:pt x="136" y="188403"/>
                  </a:lnTo>
                  <a:lnTo>
                    <a:pt x="136" y="191807"/>
                  </a:lnTo>
                  <a:lnTo>
                    <a:pt x="108204" y="191807"/>
                  </a:lnTo>
                  <a:lnTo>
                    <a:pt x="123445" y="15295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31D560AB-6932-2C8F-DF97-191AAFDD8E1B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5926219" y="3930308"/>
              <a:ext cx="118875" cy="197965"/>
            </a:xfrm>
            <a:custGeom>
              <a:avLst/>
              <a:gdLst>
                <a:gd name="connsiteX0" fmla="*/ 8176 w 118875"/>
                <a:gd name="connsiteY0" fmla="*/ 198047 h 197965"/>
                <a:gd name="connsiteX1" fmla="*/ 73295 w 118875"/>
                <a:gd name="connsiteY1" fmla="*/ 175073 h 197965"/>
                <a:gd name="connsiteX2" fmla="*/ 119016 w 118875"/>
                <a:gd name="connsiteY2" fmla="*/ 80061 h 197965"/>
                <a:gd name="connsiteX3" fmla="*/ 57777 w 118875"/>
                <a:gd name="connsiteY3" fmla="*/ 81 h 197965"/>
                <a:gd name="connsiteX4" fmla="*/ 141 w 118875"/>
                <a:gd name="connsiteY4" fmla="*/ 67015 h 197965"/>
                <a:gd name="connsiteX5" fmla="*/ 50018 w 118875"/>
                <a:gd name="connsiteY5" fmla="*/ 124589 h 197965"/>
                <a:gd name="connsiteX6" fmla="*/ 91583 w 118875"/>
                <a:gd name="connsiteY6" fmla="*/ 108423 h 197965"/>
                <a:gd name="connsiteX7" fmla="*/ 7345 w 118875"/>
                <a:gd name="connsiteY7" fmla="*/ 192374 h 197965"/>
                <a:gd name="connsiteX8" fmla="*/ 8176 w 118875"/>
                <a:gd name="connsiteY8" fmla="*/ 198047 h 197965"/>
                <a:gd name="connsiteX9" fmla="*/ 92137 w 118875"/>
                <a:gd name="connsiteY9" fmla="*/ 91122 h 197965"/>
                <a:gd name="connsiteX10" fmla="*/ 87981 w 118875"/>
                <a:gd name="connsiteY10" fmla="*/ 101900 h 197965"/>
                <a:gd name="connsiteX11" fmla="*/ 59994 w 118875"/>
                <a:gd name="connsiteY11" fmla="*/ 112394 h 197965"/>
                <a:gd name="connsiteX12" fmla="*/ 25634 w 118875"/>
                <a:gd name="connsiteY12" fmla="*/ 57372 h 197965"/>
                <a:gd name="connsiteX13" fmla="*/ 35886 w 118875"/>
                <a:gd name="connsiteY13" fmla="*/ 16814 h 197965"/>
                <a:gd name="connsiteX14" fmla="*/ 55560 w 118875"/>
                <a:gd name="connsiteY14" fmla="*/ 8022 h 197965"/>
                <a:gd name="connsiteX15" fmla="*/ 92137 w 118875"/>
                <a:gd name="connsiteY15" fmla="*/ 80061 h 197965"/>
                <a:gd name="connsiteX16" fmla="*/ 92137 w 118875"/>
                <a:gd name="connsiteY16" fmla="*/ 91122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176" y="198047"/>
                  </a:moveTo>
                  <a:cubicBezTo>
                    <a:pt x="39211" y="194359"/>
                    <a:pt x="54452" y="188971"/>
                    <a:pt x="73295" y="175073"/>
                  </a:cubicBezTo>
                  <a:cubicBezTo>
                    <a:pt x="102113" y="153518"/>
                    <a:pt x="119016" y="118350"/>
                    <a:pt x="119016" y="80061"/>
                  </a:cubicBezTo>
                  <a:cubicBezTo>
                    <a:pt x="119016" y="33264"/>
                    <a:pt x="93523" y="81"/>
                    <a:pt x="57777" y="81"/>
                  </a:cubicBezTo>
                  <a:cubicBezTo>
                    <a:pt x="24802" y="81"/>
                    <a:pt x="141" y="28726"/>
                    <a:pt x="141" y="67015"/>
                  </a:cubicBezTo>
                  <a:cubicBezTo>
                    <a:pt x="141" y="101616"/>
                    <a:pt x="20092" y="124589"/>
                    <a:pt x="50018" y="124589"/>
                  </a:cubicBezTo>
                  <a:cubicBezTo>
                    <a:pt x="65259" y="124589"/>
                    <a:pt x="76897" y="120051"/>
                    <a:pt x="91583" y="108423"/>
                  </a:cubicBezTo>
                  <a:cubicBezTo>
                    <a:pt x="80222" y="154653"/>
                    <a:pt x="49464" y="185000"/>
                    <a:pt x="7345" y="192374"/>
                  </a:cubicBezTo>
                  <a:lnTo>
                    <a:pt x="8176" y="198047"/>
                  </a:lnTo>
                  <a:close/>
                  <a:moveTo>
                    <a:pt x="92137" y="91122"/>
                  </a:moveTo>
                  <a:cubicBezTo>
                    <a:pt x="92137" y="96795"/>
                    <a:pt x="91029" y="99347"/>
                    <a:pt x="87981" y="101900"/>
                  </a:cubicBezTo>
                  <a:cubicBezTo>
                    <a:pt x="80222" y="108707"/>
                    <a:pt x="69969" y="112394"/>
                    <a:pt x="59994" y="112394"/>
                  </a:cubicBezTo>
                  <a:cubicBezTo>
                    <a:pt x="38934" y="112394"/>
                    <a:pt x="25634" y="91122"/>
                    <a:pt x="25634" y="57372"/>
                  </a:cubicBezTo>
                  <a:cubicBezTo>
                    <a:pt x="25634" y="41205"/>
                    <a:pt x="30067" y="24188"/>
                    <a:pt x="35886" y="16814"/>
                  </a:cubicBezTo>
                  <a:cubicBezTo>
                    <a:pt x="40597" y="11142"/>
                    <a:pt x="47524" y="8022"/>
                    <a:pt x="55560" y="8022"/>
                  </a:cubicBezTo>
                  <a:cubicBezTo>
                    <a:pt x="79668" y="8022"/>
                    <a:pt x="92137" y="32413"/>
                    <a:pt x="92137" y="80061"/>
                  </a:cubicBezTo>
                  <a:lnTo>
                    <a:pt x="92137" y="91122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C0FE745D-3958-935C-8DCA-1B2D964EB694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6111122" y="3956684"/>
              <a:ext cx="184270" cy="188890"/>
            </a:xfrm>
            <a:custGeom>
              <a:avLst/>
              <a:gdLst>
                <a:gd name="connsiteX0" fmla="*/ 97963 w 184270"/>
                <a:gd name="connsiteY0" fmla="*/ 100198 h 188890"/>
                <a:gd name="connsiteX1" fmla="*/ 175273 w 184270"/>
                <a:gd name="connsiteY1" fmla="*/ 100198 h 188890"/>
                <a:gd name="connsiteX2" fmla="*/ 184418 w 184270"/>
                <a:gd name="connsiteY2" fmla="*/ 94526 h 188890"/>
                <a:gd name="connsiteX3" fmla="*/ 175273 w 184270"/>
                <a:gd name="connsiteY3" fmla="*/ 88853 h 188890"/>
                <a:gd name="connsiteX4" fmla="*/ 97963 w 184270"/>
                <a:gd name="connsiteY4" fmla="*/ 88853 h 188890"/>
                <a:gd name="connsiteX5" fmla="*/ 97963 w 184270"/>
                <a:gd name="connsiteY5" fmla="*/ 9440 h 188890"/>
                <a:gd name="connsiteX6" fmla="*/ 92421 w 184270"/>
                <a:gd name="connsiteY6" fmla="*/ 81 h 188890"/>
                <a:gd name="connsiteX7" fmla="*/ 86879 w 184270"/>
                <a:gd name="connsiteY7" fmla="*/ 9440 h 188890"/>
                <a:gd name="connsiteX8" fmla="*/ 86879 w 184270"/>
                <a:gd name="connsiteY8" fmla="*/ 88853 h 188890"/>
                <a:gd name="connsiteX9" fmla="*/ 9291 w 184270"/>
                <a:gd name="connsiteY9" fmla="*/ 88853 h 188890"/>
                <a:gd name="connsiteX10" fmla="*/ 147 w 184270"/>
                <a:gd name="connsiteY10" fmla="*/ 94526 h 188890"/>
                <a:gd name="connsiteX11" fmla="*/ 9291 w 184270"/>
                <a:gd name="connsiteY11" fmla="*/ 100198 h 188890"/>
                <a:gd name="connsiteX12" fmla="*/ 86879 w 184270"/>
                <a:gd name="connsiteY12" fmla="*/ 100198 h 188890"/>
                <a:gd name="connsiteX13" fmla="*/ 86879 w 184270"/>
                <a:gd name="connsiteY13" fmla="*/ 179611 h 188890"/>
                <a:gd name="connsiteX14" fmla="*/ 92421 w 184270"/>
                <a:gd name="connsiteY14" fmla="*/ 188971 h 188890"/>
                <a:gd name="connsiteX15" fmla="*/ 97963 w 184270"/>
                <a:gd name="connsiteY15" fmla="*/ 179611 h 188890"/>
                <a:gd name="connsiteX16" fmla="*/ 97963 w 184270"/>
                <a:gd name="connsiteY16" fmla="*/ 100198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7963" y="100198"/>
                  </a:moveTo>
                  <a:lnTo>
                    <a:pt x="175273" y="100198"/>
                  </a:lnTo>
                  <a:cubicBezTo>
                    <a:pt x="179153" y="100198"/>
                    <a:pt x="184418" y="100198"/>
                    <a:pt x="184418" y="94526"/>
                  </a:cubicBezTo>
                  <a:cubicBezTo>
                    <a:pt x="184418" y="88853"/>
                    <a:pt x="179153" y="88853"/>
                    <a:pt x="175273" y="88853"/>
                  </a:cubicBezTo>
                  <a:lnTo>
                    <a:pt x="97963" y="88853"/>
                  </a:lnTo>
                  <a:lnTo>
                    <a:pt x="97963" y="9440"/>
                  </a:lnTo>
                  <a:cubicBezTo>
                    <a:pt x="97963" y="5469"/>
                    <a:pt x="97963" y="81"/>
                    <a:pt x="92421" y="81"/>
                  </a:cubicBezTo>
                  <a:cubicBezTo>
                    <a:pt x="86879" y="81"/>
                    <a:pt x="86879" y="5469"/>
                    <a:pt x="86879" y="9440"/>
                  </a:cubicBezTo>
                  <a:lnTo>
                    <a:pt x="86879" y="88853"/>
                  </a:lnTo>
                  <a:lnTo>
                    <a:pt x="9291" y="88853"/>
                  </a:lnTo>
                  <a:cubicBezTo>
                    <a:pt x="5412" y="88853"/>
                    <a:pt x="147" y="88853"/>
                    <a:pt x="147" y="94526"/>
                  </a:cubicBezTo>
                  <a:cubicBezTo>
                    <a:pt x="147" y="100198"/>
                    <a:pt x="5412" y="100198"/>
                    <a:pt x="9291" y="100198"/>
                  </a:cubicBezTo>
                  <a:lnTo>
                    <a:pt x="86879" y="100198"/>
                  </a:lnTo>
                  <a:lnTo>
                    <a:pt x="86879" y="179611"/>
                  </a:lnTo>
                  <a:cubicBezTo>
                    <a:pt x="86879" y="183582"/>
                    <a:pt x="86879" y="188971"/>
                    <a:pt x="92421" y="188971"/>
                  </a:cubicBezTo>
                  <a:cubicBezTo>
                    <a:pt x="97963" y="188971"/>
                    <a:pt x="97963" y="183582"/>
                    <a:pt x="97963" y="179611"/>
                  </a:cubicBezTo>
                  <a:lnTo>
                    <a:pt x="97963" y="10019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F2369E11-0AA8-D6BA-8AA8-37F817D2F832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6356995" y="3930308"/>
              <a:ext cx="125248" cy="195697"/>
            </a:xfrm>
            <a:custGeom>
              <a:avLst/>
              <a:gdLst>
                <a:gd name="connsiteX0" fmla="*/ 63889 w 125248"/>
                <a:gd name="connsiteY0" fmla="*/ 81 h 195697"/>
                <a:gd name="connsiteX1" fmla="*/ 26757 w 125248"/>
                <a:gd name="connsiteY1" fmla="*/ 14829 h 195697"/>
                <a:gd name="connsiteX2" fmla="*/ 156 w 125248"/>
                <a:gd name="connsiteY2" fmla="*/ 96511 h 195697"/>
                <a:gd name="connsiteX3" fmla="*/ 22324 w 125248"/>
                <a:gd name="connsiteY3" fmla="*/ 176491 h 195697"/>
                <a:gd name="connsiteX4" fmla="*/ 62780 w 125248"/>
                <a:gd name="connsiteY4" fmla="*/ 195778 h 195697"/>
                <a:gd name="connsiteX5" fmla="*/ 98803 w 125248"/>
                <a:gd name="connsiteY5" fmla="*/ 181029 h 195697"/>
                <a:gd name="connsiteX6" fmla="*/ 125405 w 125248"/>
                <a:gd name="connsiteY6" fmla="*/ 98213 h 195697"/>
                <a:gd name="connsiteX7" fmla="*/ 63889 w 125248"/>
                <a:gd name="connsiteY7" fmla="*/ 81 h 195697"/>
                <a:gd name="connsiteX8" fmla="*/ 63057 w 125248"/>
                <a:gd name="connsiteY8" fmla="*/ 7455 h 195697"/>
                <a:gd name="connsiteX9" fmla="*/ 98803 w 125248"/>
                <a:gd name="connsiteY9" fmla="*/ 98780 h 195697"/>
                <a:gd name="connsiteX10" fmla="*/ 62780 w 125248"/>
                <a:gd name="connsiteY10" fmla="*/ 188403 h 195697"/>
                <a:gd name="connsiteX11" fmla="*/ 26757 w 125248"/>
                <a:gd name="connsiteY11" fmla="*/ 99064 h 195697"/>
                <a:gd name="connsiteX12" fmla="*/ 63057 w 125248"/>
                <a:gd name="connsiteY12" fmla="*/ 7455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89" y="81"/>
                  </a:moveTo>
                  <a:cubicBezTo>
                    <a:pt x="48648" y="81"/>
                    <a:pt x="37010" y="4902"/>
                    <a:pt x="26757" y="14829"/>
                  </a:cubicBezTo>
                  <a:cubicBezTo>
                    <a:pt x="10686" y="30711"/>
                    <a:pt x="156" y="63328"/>
                    <a:pt x="156" y="96511"/>
                  </a:cubicBezTo>
                  <a:cubicBezTo>
                    <a:pt x="156" y="127425"/>
                    <a:pt x="9300" y="160609"/>
                    <a:pt x="22324" y="176491"/>
                  </a:cubicBezTo>
                  <a:cubicBezTo>
                    <a:pt x="32577" y="188971"/>
                    <a:pt x="46709" y="195778"/>
                    <a:pt x="62780" y="195778"/>
                  </a:cubicBezTo>
                  <a:cubicBezTo>
                    <a:pt x="76912" y="195778"/>
                    <a:pt x="88828" y="190956"/>
                    <a:pt x="98803" y="181029"/>
                  </a:cubicBezTo>
                  <a:cubicBezTo>
                    <a:pt x="114875" y="165430"/>
                    <a:pt x="125405" y="132531"/>
                    <a:pt x="125405" y="98213"/>
                  </a:cubicBezTo>
                  <a:cubicBezTo>
                    <a:pt x="125405" y="40071"/>
                    <a:pt x="100189" y="81"/>
                    <a:pt x="63889" y="81"/>
                  </a:cubicBezTo>
                  <a:close/>
                  <a:moveTo>
                    <a:pt x="63057" y="7455"/>
                  </a:moveTo>
                  <a:cubicBezTo>
                    <a:pt x="86334" y="7455"/>
                    <a:pt x="98803" y="39504"/>
                    <a:pt x="98803" y="98780"/>
                  </a:cubicBezTo>
                  <a:cubicBezTo>
                    <a:pt x="98803" y="158056"/>
                    <a:pt x="86611" y="188403"/>
                    <a:pt x="62780" y="188403"/>
                  </a:cubicBezTo>
                  <a:cubicBezTo>
                    <a:pt x="38950" y="188403"/>
                    <a:pt x="26757" y="158056"/>
                    <a:pt x="26757" y="99064"/>
                  </a:cubicBezTo>
                  <a:cubicBezTo>
                    <a:pt x="26757" y="38936"/>
                    <a:pt x="39227" y="7455"/>
                    <a:pt x="63057" y="7455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E8CA3388-AF4F-B85E-98EE-155385C54532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6513244" y="4091971"/>
              <a:ext cx="29372" cy="30063"/>
            </a:xfrm>
            <a:custGeom>
              <a:avLst/>
              <a:gdLst>
                <a:gd name="connsiteX0" fmla="*/ 29533 w 29372"/>
                <a:gd name="connsiteY0" fmla="*/ 15112 h 30063"/>
                <a:gd name="connsiteX1" fmla="*/ 14847 w 29372"/>
                <a:gd name="connsiteY1" fmla="*/ 81 h 30063"/>
                <a:gd name="connsiteX2" fmla="*/ 161 w 29372"/>
                <a:gd name="connsiteY2" fmla="*/ 15112 h 30063"/>
                <a:gd name="connsiteX3" fmla="*/ 14847 w 29372"/>
                <a:gd name="connsiteY3" fmla="*/ 30144 h 30063"/>
                <a:gd name="connsiteX4" fmla="*/ 29533 w 29372"/>
                <a:gd name="connsiteY4" fmla="*/ 15112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33" y="15112"/>
                  </a:moveTo>
                  <a:cubicBezTo>
                    <a:pt x="29533" y="6887"/>
                    <a:pt x="22883" y="81"/>
                    <a:pt x="14847" y="81"/>
                  </a:cubicBezTo>
                  <a:cubicBezTo>
                    <a:pt x="6811" y="81"/>
                    <a:pt x="161" y="6887"/>
                    <a:pt x="161" y="15112"/>
                  </a:cubicBezTo>
                  <a:cubicBezTo>
                    <a:pt x="161" y="23337"/>
                    <a:pt x="6811" y="30144"/>
                    <a:pt x="14847" y="30144"/>
                  </a:cubicBezTo>
                  <a:cubicBezTo>
                    <a:pt x="22883" y="30144"/>
                    <a:pt x="29533" y="23337"/>
                    <a:pt x="29533" y="15112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ACD3B99B-28D2-7519-2040-955CF092B86E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6574768" y="3930308"/>
              <a:ext cx="123308" cy="191726"/>
            </a:xfrm>
            <a:custGeom>
              <a:avLst/>
              <a:gdLst>
                <a:gd name="connsiteX0" fmla="*/ 123473 w 123308"/>
                <a:gd name="connsiteY0" fmla="*/ 152951 h 191726"/>
                <a:gd name="connsiteX1" fmla="*/ 119870 w 123308"/>
                <a:gd name="connsiteY1" fmla="*/ 151533 h 191726"/>
                <a:gd name="connsiteX2" fmla="*/ 93546 w 123308"/>
                <a:gd name="connsiteY2" fmla="*/ 170252 h 191726"/>
                <a:gd name="connsiteX3" fmla="*/ 27319 w 123308"/>
                <a:gd name="connsiteY3" fmla="*/ 170252 h 191726"/>
                <a:gd name="connsiteX4" fmla="*/ 73872 w 123308"/>
                <a:gd name="connsiteY4" fmla="*/ 120335 h 191726"/>
                <a:gd name="connsiteX5" fmla="*/ 109341 w 123308"/>
                <a:gd name="connsiteY5" fmla="*/ 50281 h 191726"/>
                <a:gd name="connsiteX6" fmla="*/ 58077 w 123308"/>
                <a:gd name="connsiteY6" fmla="*/ 81 h 191726"/>
                <a:gd name="connsiteX7" fmla="*/ 18175 w 123308"/>
                <a:gd name="connsiteY7" fmla="*/ 17665 h 191726"/>
                <a:gd name="connsiteX8" fmla="*/ 441 w 123308"/>
                <a:gd name="connsiteY8" fmla="*/ 56521 h 191726"/>
                <a:gd name="connsiteX9" fmla="*/ 6260 w 123308"/>
                <a:gd name="connsiteY9" fmla="*/ 57939 h 191726"/>
                <a:gd name="connsiteX10" fmla="*/ 46439 w 123308"/>
                <a:gd name="connsiteY10" fmla="*/ 21068 h 191726"/>
                <a:gd name="connsiteX11" fmla="*/ 85510 w 123308"/>
                <a:gd name="connsiteY11" fmla="*/ 61059 h 191726"/>
                <a:gd name="connsiteX12" fmla="*/ 49487 w 123308"/>
                <a:gd name="connsiteY12" fmla="*/ 134800 h 191726"/>
                <a:gd name="connsiteX13" fmla="*/ 164 w 123308"/>
                <a:gd name="connsiteY13" fmla="*/ 188403 h 191726"/>
                <a:gd name="connsiteX14" fmla="*/ 164 w 123308"/>
                <a:gd name="connsiteY14" fmla="*/ 191807 h 191726"/>
                <a:gd name="connsiteX15" fmla="*/ 108232 w 123308"/>
                <a:gd name="connsiteY15" fmla="*/ 191807 h 191726"/>
                <a:gd name="connsiteX16" fmla="*/ 123473 w 123308"/>
                <a:gd name="connsiteY16" fmla="*/ 15295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473" y="152951"/>
                  </a:moveTo>
                  <a:lnTo>
                    <a:pt x="119870" y="151533"/>
                  </a:lnTo>
                  <a:cubicBezTo>
                    <a:pt x="109618" y="167699"/>
                    <a:pt x="106016" y="170252"/>
                    <a:pt x="93546" y="170252"/>
                  </a:cubicBezTo>
                  <a:lnTo>
                    <a:pt x="27319" y="170252"/>
                  </a:lnTo>
                  <a:lnTo>
                    <a:pt x="73872" y="120335"/>
                  </a:lnTo>
                  <a:cubicBezTo>
                    <a:pt x="98534" y="93958"/>
                    <a:pt x="109341" y="72403"/>
                    <a:pt x="109341" y="50281"/>
                  </a:cubicBezTo>
                  <a:cubicBezTo>
                    <a:pt x="109341" y="21919"/>
                    <a:pt x="86896" y="81"/>
                    <a:pt x="58077" y="81"/>
                  </a:cubicBezTo>
                  <a:cubicBezTo>
                    <a:pt x="42837" y="81"/>
                    <a:pt x="28428" y="6320"/>
                    <a:pt x="18175" y="17665"/>
                  </a:cubicBezTo>
                  <a:cubicBezTo>
                    <a:pt x="9308" y="27308"/>
                    <a:pt x="5152" y="36384"/>
                    <a:pt x="441" y="56521"/>
                  </a:cubicBezTo>
                  <a:lnTo>
                    <a:pt x="6260" y="57939"/>
                  </a:lnTo>
                  <a:cubicBezTo>
                    <a:pt x="17344" y="30144"/>
                    <a:pt x="27319" y="21068"/>
                    <a:pt x="46439" y="21068"/>
                  </a:cubicBezTo>
                  <a:cubicBezTo>
                    <a:pt x="69716" y="21068"/>
                    <a:pt x="85510" y="37235"/>
                    <a:pt x="85510" y="61059"/>
                  </a:cubicBezTo>
                  <a:cubicBezTo>
                    <a:pt x="85510" y="83181"/>
                    <a:pt x="72764" y="109557"/>
                    <a:pt x="49487" y="134800"/>
                  </a:cubicBezTo>
                  <a:lnTo>
                    <a:pt x="164" y="188403"/>
                  </a:lnTo>
                  <a:lnTo>
                    <a:pt x="164" y="191807"/>
                  </a:lnTo>
                  <a:lnTo>
                    <a:pt x="108232" y="191807"/>
                  </a:lnTo>
                  <a:lnTo>
                    <a:pt x="123473" y="15295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656B7244-0368-27D1-7C9E-45E7323D88A8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5006451" y="4237898"/>
              <a:ext cx="1699072" cy="11384"/>
            </a:xfrm>
            <a:custGeom>
              <a:avLst/>
              <a:gdLst>
                <a:gd name="connsiteX0" fmla="*/ 0 w 1699072"/>
                <a:gd name="connsiteY0" fmla="*/ 0 h 11384"/>
                <a:gd name="connsiteX1" fmla="*/ 1699073 w 1699072"/>
                <a:gd name="connsiteY1" fmla="*/ 0 h 11384"/>
                <a:gd name="connsiteX2" fmla="*/ 1699073 w 1699072"/>
                <a:gd name="connsiteY2" fmla="*/ 11384 h 11384"/>
                <a:gd name="connsiteX3" fmla="*/ 0 w 1699072"/>
                <a:gd name="connsiteY3" fmla="*/ 11384 h 1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9072" h="11384">
                  <a:moveTo>
                    <a:pt x="0" y="0"/>
                  </a:moveTo>
                  <a:lnTo>
                    <a:pt x="1699073" y="0"/>
                  </a:lnTo>
                  <a:lnTo>
                    <a:pt x="1699073" y="11384"/>
                  </a:lnTo>
                  <a:lnTo>
                    <a:pt x="0" y="11384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85F9A9D9-F19A-E957-968C-E03B13CA33E1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5794766" y="4318327"/>
              <a:ext cx="123308" cy="191726"/>
            </a:xfrm>
            <a:custGeom>
              <a:avLst/>
              <a:gdLst>
                <a:gd name="connsiteX0" fmla="*/ 123445 w 123308"/>
                <a:gd name="connsiteY0" fmla="*/ 152965 h 191726"/>
                <a:gd name="connsiteX1" fmla="*/ 119843 w 123308"/>
                <a:gd name="connsiteY1" fmla="*/ 151547 h 191726"/>
                <a:gd name="connsiteX2" fmla="*/ 93518 w 123308"/>
                <a:gd name="connsiteY2" fmla="*/ 170265 h 191726"/>
                <a:gd name="connsiteX3" fmla="*/ 27291 w 123308"/>
                <a:gd name="connsiteY3" fmla="*/ 170265 h 191726"/>
                <a:gd name="connsiteX4" fmla="*/ 73844 w 123308"/>
                <a:gd name="connsiteY4" fmla="*/ 120349 h 191726"/>
                <a:gd name="connsiteX5" fmla="*/ 109313 w 123308"/>
                <a:gd name="connsiteY5" fmla="*/ 50295 h 191726"/>
                <a:gd name="connsiteX6" fmla="*/ 58049 w 123308"/>
                <a:gd name="connsiteY6" fmla="*/ 94 h 191726"/>
                <a:gd name="connsiteX7" fmla="*/ 18147 w 123308"/>
                <a:gd name="connsiteY7" fmla="*/ 17678 h 191726"/>
                <a:gd name="connsiteX8" fmla="*/ 413 w 123308"/>
                <a:gd name="connsiteY8" fmla="*/ 56534 h 191726"/>
                <a:gd name="connsiteX9" fmla="*/ 6232 w 123308"/>
                <a:gd name="connsiteY9" fmla="*/ 57952 h 191726"/>
                <a:gd name="connsiteX10" fmla="*/ 46411 w 123308"/>
                <a:gd name="connsiteY10" fmla="*/ 21082 h 191726"/>
                <a:gd name="connsiteX11" fmla="*/ 85482 w 123308"/>
                <a:gd name="connsiteY11" fmla="*/ 61072 h 191726"/>
                <a:gd name="connsiteX12" fmla="*/ 49459 w 123308"/>
                <a:gd name="connsiteY12" fmla="*/ 134813 h 191726"/>
                <a:gd name="connsiteX13" fmla="*/ 136 w 123308"/>
                <a:gd name="connsiteY13" fmla="*/ 188417 h 191726"/>
                <a:gd name="connsiteX14" fmla="*/ 136 w 123308"/>
                <a:gd name="connsiteY14" fmla="*/ 191820 h 191726"/>
                <a:gd name="connsiteX15" fmla="*/ 108204 w 123308"/>
                <a:gd name="connsiteY15" fmla="*/ 191820 h 191726"/>
                <a:gd name="connsiteX16" fmla="*/ 123445 w 123308"/>
                <a:gd name="connsiteY16" fmla="*/ 15296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445" y="152965"/>
                  </a:moveTo>
                  <a:lnTo>
                    <a:pt x="119843" y="151547"/>
                  </a:lnTo>
                  <a:cubicBezTo>
                    <a:pt x="109590" y="167713"/>
                    <a:pt x="105988" y="170265"/>
                    <a:pt x="93518" y="170265"/>
                  </a:cubicBezTo>
                  <a:lnTo>
                    <a:pt x="27291" y="170265"/>
                  </a:lnTo>
                  <a:lnTo>
                    <a:pt x="73844" y="120349"/>
                  </a:lnTo>
                  <a:cubicBezTo>
                    <a:pt x="98506" y="93972"/>
                    <a:pt x="109313" y="72417"/>
                    <a:pt x="109313" y="50295"/>
                  </a:cubicBezTo>
                  <a:cubicBezTo>
                    <a:pt x="109313" y="21933"/>
                    <a:pt x="86868" y="94"/>
                    <a:pt x="58049" y="94"/>
                  </a:cubicBezTo>
                  <a:cubicBezTo>
                    <a:pt x="42809" y="94"/>
                    <a:pt x="28400" y="6334"/>
                    <a:pt x="18147" y="17678"/>
                  </a:cubicBezTo>
                  <a:cubicBezTo>
                    <a:pt x="9280" y="27322"/>
                    <a:pt x="5124" y="36397"/>
                    <a:pt x="413" y="56534"/>
                  </a:cubicBezTo>
                  <a:lnTo>
                    <a:pt x="6232" y="57952"/>
                  </a:lnTo>
                  <a:cubicBezTo>
                    <a:pt x="17316" y="30158"/>
                    <a:pt x="27291" y="21082"/>
                    <a:pt x="46411" y="21082"/>
                  </a:cubicBezTo>
                  <a:cubicBezTo>
                    <a:pt x="69688" y="21082"/>
                    <a:pt x="85482" y="37248"/>
                    <a:pt x="85482" y="61072"/>
                  </a:cubicBezTo>
                  <a:cubicBezTo>
                    <a:pt x="85482" y="83194"/>
                    <a:pt x="72736" y="109571"/>
                    <a:pt x="49459" y="134813"/>
                  </a:cubicBezTo>
                  <a:lnTo>
                    <a:pt x="136" y="188417"/>
                  </a:lnTo>
                  <a:lnTo>
                    <a:pt x="136" y="191820"/>
                  </a:lnTo>
                  <a:lnTo>
                    <a:pt x="108204" y="191820"/>
                  </a:lnTo>
                  <a:lnTo>
                    <a:pt x="123445" y="152965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82731FAC-DBD6-9931-66FB-183C8C06D2E7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6793047" y="4149412"/>
              <a:ext cx="184270" cy="188890"/>
            </a:xfrm>
            <a:custGeom>
              <a:avLst/>
              <a:gdLst>
                <a:gd name="connsiteX0" fmla="*/ 97987 w 184270"/>
                <a:gd name="connsiteY0" fmla="*/ 100205 h 188890"/>
                <a:gd name="connsiteX1" fmla="*/ 175298 w 184270"/>
                <a:gd name="connsiteY1" fmla="*/ 100205 h 188890"/>
                <a:gd name="connsiteX2" fmla="*/ 184442 w 184270"/>
                <a:gd name="connsiteY2" fmla="*/ 94532 h 188890"/>
                <a:gd name="connsiteX3" fmla="*/ 175298 w 184270"/>
                <a:gd name="connsiteY3" fmla="*/ 88860 h 188890"/>
                <a:gd name="connsiteX4" fmla="*/ 97987 w 184270"/>
                <a:gd name="connsiteY4" fmla="*/ 88860 h 188890"/>
                <a:gd name="connsiteX5" fmla="*/ 97987 w 184270"/>
                <a:gd name="connsiteY5" fmla="*/ 9447 h 188890"/>
                <a:gd name="connsiteX6" fmla="*/ 92445 w 184270"/>
                <a:gd name="connsiteY6" fmla="*/ 87 h 188890"/>
                <a:gd name="connsiteX7" fmla="*/ 86903 w 184270"/>
                <a:gd name="connsiteY7" fmla="*/ 9447 h 188890"/>
                <a:gd name="connsiteX8" fmla="*/ 86903 w 184270"/>
                <a:gd name="connsiteY8" fmla="*/ 88860 h 188890"/>
                <a:gd name="connsiteX9" fmla="*/ 9316 w 184270"/>
                <a:gd name="connsiteY9" fmla="*/ 88860 h 188890"/>
                <a:gd name="connsiteX10" fmla="*/ 171 w 184270"/>
                <a:gd name="connsiteY10" fmla="*/ 94532 h 188890"/>
                <a:gd name="connsiteX11" fmla="*/ 9316 w 184270"/>
                <a:gd name="connsiteY11" fmla="*/ 100205 h 188890"/>
                <a:gd name="connsiteX12" fmla="*/ 86903 w 184270"/>
                <a:gd name="connsiteY12" fmla="*/ 100205 h 188890"/>
                <a:gd name="connsiteX13" fmla="*/ 86903 w 184270"/>
                <a:gd name="connsiteY13" fmla="*/ 179618 h 188890"/>
                <a:gd name="connsiteX14" fmla="*/ 92445 w 184270"/>
                <a:gd name="connsiteY14" fmla="*/ 188977 h 188890"/>
                <a:gd name="connsiteX15" fmla="*/ 97987 w 184270"/>
                <a:gd name="connsiteY15" fmla="*/ 179618 h 188890"/>
                <a:gd name="connsiteX16" fmla="*/ 97987 w 184270"/>
                <a:gd name="connsiteY16" fmla="*/ 100205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7987" y="100205"/>
                  </a:moveTo>
                  <a:lnTo>
                    <a:pt x="175298" y="100205"/>
                  </a:lnTo>
                  <a:cubicBezTo>
                    <a:pt x="179177" y="100205"/>
                    <a:pt x="184442" y="100205"/>
                    <a:pt x="184442" y="94532"/>
                  </a:cubicBezTo>
                  <a:cubicBezTo>
                    <a:pt x="184442" y="88860"/>
                    <a:pt x="179177" y="88860"/>
                    <a:pt x="175298" y="88860"/>
                  </a:cubicBezTo>
                  <a:lnTo>
                    <a:pt x="97987" y="88860"/>
                  </a:lnTo>
                  <a:lnTo>
                    <a:pt x="97987" y="9447"/>
                  </a:lnTo>
                  <a:cubicBezTo>
                    <a:pt x="97987" y="5476"/>
                    <a:pt x="97987" y="87"/>
                    <a:pt x="92445" y="87"/>
                  </a:cubicBezTo>
                  <a:cubicBezTo>
                    <a:pt x="86903" y="87"/>
                    <a:pt x="86903" y="5476"/>
                    <a:pt x="86903" y="9447"/>
                  </a:cubicBezTo>
                  <a:lnTo>
                    <a:pt x="86903" y="88860"/>
                  </a:lnTo>
                  <a:lnTo>
                    <a:pt x="9316" y="88860"/>
                  </a:lnTo>
                  <a:cubicBezTo>
                    <a:pt x="5436" y="88860"/>
                    <a:pt x="171" y="88860"/>
                    <a:pt x="171" y="94532"/>
                  </a:cubicBezTo>
                  <a:cubicBezTo>
                    <a:pt x="171" y="100205"/>
                    <a:pt x="5436" y="100205"/>
                    <a:pt x="9316" y="100205"/>
                  </a:cubicBezTo>
                  <a:lnTo>
                    <a:pt x="86903" y="100205"/>
                  </a:lnTo>
                  <a:lnTo>
                    <a:pt x="86903" y="179618"/>
                  </a:lnTo>
                  <a:cubicBezTo>
                    <a:pt x="86903" y="183589"/>
                    <a:pt x="86903" y="188977"/>
                    <a:pt x="92445" y="188977"/>
                  </a:cubicBezTo>
                  <a:cubicBezTo>
                    <a:pt x="97987" y="188977"/>
                    <a:pt x="97987" y="183589"/>
                    <a:pt x="97987" y="179618"/>
                  </a:cubicBezTo>
                  <a:lnTo>
                    <a:pt x="97987" y="100205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A0FA9B8D-51AE-049B-7A4E-054E78118D5C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7038920" y="4123035"/>
              <a:ext cx="125248" cy="195697"/>
            </a:xfrm>
            <a:custGeom>
              <a:avLst/>
              <a:gdLst>
                <a:gd name="connsiteX0" fmla="*/ 63913 w 125248"/>
                <a:gd name="connsiteY0" fmla="*/ 87 h 195697"/>
                <a:gd name="connsiteX1" fmla="*/ 26782 w 125248"/>
                <a:gd name="connsiteY1" fmla="*/ 14835 h 195697"/>
                <a:gd name="connsiteX2" fmla="*/ 180 w 125248"/>
                <a:gd name="connsiteY2" fmla="*/ 96518 h 195697"/>
                <a:gd name="connsiteX3" fmla="*/ 22348 w 125248"/>
                <a:gd name="connsiteY3" fmla="*/ 176498 h 195697"/>
                <a:gd name="connsiteX4" fmla="*/ 62805 w 125248"/>
                <a:gd name="connsiteY4" fmla="*/ 195784 h 195697"/>
                <a:gd name="connsiteX5" fmla="*/ 98828 w 125248"/>
                <a:gd name="connsiteY5" fmla="*/ 181036 h 195697"/>
                <a:gd name="connsiteX6" fmla="*/ 125429 w 125248"/>
                <a:gd name="connsiteY6" fmla="*/ 98219 h 195697"/>
                <a:gd name="connsiteX7" fmla="*/ 63913 w 125248"/>
                <a:gd name="connsiteY7" fmla="*/ 87 h 195697"/>
                <a:gd name="connsiteX8" fmla="*/ 63082 w 125248"/>
                <a:gd name="connsiteY8" fmla="*/ 7461 h 195697"/>
                <a:gd name="connsiteX9" fmla="*/ 98828 w 125248"/>
                <a:gd name="connsiteY9" fmla="*/ 98787 h 195697"/>
                <a:gd name="connsiteX10" fmla="*/ 62805 w 125248"/>
                <a:gd name="connsiteY10" fmla="*/ 188410 h 195697"/>
                <a:gd name="connsiteX11" fmla="*/ 26782 w 125248"/>
                <a:gd name="connsiteY11" fmla="*/ 99070 h 195697"/>
                <a:gd name="connsiteX12" fmla="*/ 63082 w 125248"/>
                <a:gd name="connsiteY12" fmla="*/ 746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913" y="87"/>
                  </a:moveTo>
                  <a:cubicBezTo>
                    <a:pt x="48673" y="87"/>
                    <a:pt x="37035" y="4909"/>
                    <a:pt x="26782" y="14835"/>
                  </a:cubicBezTo>
                  <a:cubicBezTo>
                    <a:pt x="10710" y="30718"/>
                    <a:pt x="180" y="63334"/>
                    <a:pt x="180" y="96518"/>
                  </a:cubicBezTo>
                  <a:cubicBezTo>
                    <a:pt x="180" y="127432"/>
                    <a:pt x="9325" y="160616"/>
                    <a:pt x="22348" y="176498"/>
                  </a:cubicBezTo>
                  <a:cubicBezTo>
                    <a:pt x="32601" y="188977"/>
                    <a:pt x="46733" y="195784"/>
                    <a:pt x="62805" y="195784"/>
                  </a:cubicBezTo>
                  <a:cubicBezTo>
                    <a:pt x="76937" y="195784"/>
                    <a:pt x="88852" y="190963"/>
                    <a:pt x="98828" y="181036"/>
                  </a:cubicBezTo>
                  <a:cubicBezTo>
                    <a:pt x="114899" y="165437"/>
                    <a:pt x="125429" y="132537"/>
                    <a:pt x="125429" y="98219"/>
                  </a:cubicBezTo>
                  <a:cubicBezTo>
                    <a:pt x="125429" y="40078"/>
                    <a:pt x="100213" y="87"/>
                    <a:pt x="63913" y="87"/>
                  </a:cubicBezTo>
                  <a:close/>
                  <a:moveTo>
                    <a:pt x="63082" y="7461"/>
                  </a:moveTo>
                  <a:cubicBezTo>
                    <a:pt x="86358" y="7461"/>
                    <a:pt x="98828" y="39510"/>
                    <a:pt x="98828" y="98787"/>
                  </a:cubicBezTo>
                  <a:cubicBezTo>
                    <a:pt x="98828" y="158063"/>
                    <a:pt x="86635" y="188410"/>
                    <a:pt x="62805" y="188410"/>
                  </a:cubicBezTo>
                  <a:cubicBezTo>
                    <a:pt x="38974" y="188410"/>
                    <a:pt x="26782" y="158063"/>
                    <a:pt x="26782" y="99070"/>
                  </a:cubicBezTo>
                  <a:cubicBezTo>
                    <a:pt x="26782" y="38943"/>
                    <a:pt x="39251" y="7461"/>
                    <a:pt x="63082" y="746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5A200E04-AC68-0889-4FA6-CBDB2464029F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7195169" y="4284698"/>
              <a:ext cx="29372" cy="30063"/>
            </a:xfrm>
            <a:custGeom>
              <a:avLst/>
              <a:gdLst>
                <a:gd name="connsiteX0" fmla="*/ 29558 w 29372"/>
                <a:gd name="connsiteY0" fmla="*/ 15119 h 30063"/>
                <a:gd name="connsiteX1" fmla="*/ 14872 w 29372"/>
                <a:gd name="connsiteY1" fmla="*/ 87 h 30063"/>
                <a:gd name="connsiteX2" fmla="*/ 185 w 29372"/>
                <a:gd name="connsiteY2" fmla="*/ 15119 h 30063"/>
                <a:gd name="connsiteX3" fmla="*/ 14872 w 29372"/>
                <a:gd name="connsiteY3" fmla="*/ 30151 h 30063"/>
                <a:gd name="connsiteX4" fmla="*/ 29558 w 29372"/>
                <a:gd name="connsiteY4" fmla="*/ 15119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58" y="15119"/>
                  </a:moveTo>
                  <a:cubicBezTo>
                    <a:pt x="29558" y="6894"/>
                    <a:pt x="22908" y="87"/>
                    <a:pt x="14872" y="87"/>
                  </a:cubicBezTo>
                  <a:cubicBezTo>
                    <a:pt x="6836" y="87"/>
                    <a:pt x="185" y="6894"/>
                    <a:pt x="185" y="15119"/>
                  </a:cubicBezTo>
                  <a:cubicBezTo>
                    <a:pt x="185" y="23344"/>
                    <a:pt x="6836" y="30151"/>
                    <a:pt x="14872" y="30151"/>
                  </a:cubicBezTo>
                  <a:cubicBezTo>
                    <a:pt x="22908" y="30151"/>
                    <a:pt x="29558" y="23344"/>
                    <a:pt x="29558" y="15119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FB8860F9-3C71-1CF4-30EB-45D65F9F577F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7279138" y="4123035"/>
              <a:ext cx="78418" cy="191726"/>
            </a:xfrm>
            <a:custGeom>
              <a:avLst/>
              <a:gdLst>
                <a:gd name="connsiteX0" fmla="*/ 50066 w 78418"/>
                <a:gd name="connsiteY0" fmla="*/ 87 h 191726"/>
                <a:gd name="connsiteX1" fmla="*/ 188 w 78418"/>
                <a:gd name="connsiteY1" fmla="*/ 25897 h 191726"/>
                <a:gd name="connsiteX2" fmla="*/ 188 w 78418"/>
                <a:gd name="connsiteY2" fmla="*/ 29867 h 191726"/>
                <a:gd name="connsiteX3" fmla="*/ 7670 w 78418"/>
                <a:gd name="connsiteY3" fmla="*/ 26747 h 191726"/>
                <a:gd name="connsiteX4" fmla="*/ 20139 w 78418"/>
                <a:gd name="connsiteY4" fmla="*/ 23628 h 191726"/>
                <a:gd name="connsiteX5" fmla="*/ 28452 w 78418"/>
                <a:gd name="connsiteY5" fmla="*/ 36958 h 191726"/>
                <a:gd name="connsiteX6" fmla="*/ 28452 w 78418"/>
                <a:gd name="connsiteY6" fmla="*/ 165437 h 191726"/>
                <a:gd name="connsiteX7" fmla="*/ 21802 w 78418"/>
                <a:gd name="connsiteY7" fmla="*/ 183872 h 191726"/>
                <a:gd name="connsiteX8" fmla="*/ 2128 w 78418"/>
                <a:gd name="connsiteY8" fmla="*/ 187559 h 191726"/>
                <a:gd name="connsiteX9" fmla="*/ 2128 w 78418"/>
                <a:gd name="connsiteY9" fmla="*/ 191814 h 191726"/>
                <a:gd name="connsiteX10" fmla="*/ 78607 w 78418"/>
                <a:gd name="connsiteY10" fmla="*/ 191814 h 191726"/>
                <a:gd name="connsiteX11" fmla="*/ 78607 w 78418"/>
                <a:gd name="connsiteY11" fmla="*/ 187559 h 191726"/>
                <a:gd name="connsiteX12" fmla="*/ 52283 w 78418"/>
                <a:gd name="connsiteY12" fmla="*/ 170826 h 191726"/>
                <a:gd name="connsiteX13" fmla="*/ 52283 w 78418"/>
                <a:gd name="connsiteY13" fmla="*/ 655 h 191726"/>
                <a:gd name="connsiteX14" fmla="*/ 50066 w 78418"/>
                <a:gd name="connsiteY14" fmla="*/ 87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066" y="87"/>
                  </a:moveTo>
                  <a:lnTo>
                    <a:pt x="188" y="25897"/>
                  </a:lnTo>
                  <a:lnTo>
                    <a:pt x="188" y="29867"/>
                  </a:lnTo>
                  <a:cubicBezTo>
                    <a:pt x="3513" y="28449"/>
                    <a:pt x="6561" y="27315"/>
                    <a:pt x="7670" y="26747"/>
                  </a:cubicBezTo>
                  <a:cubicBezTo>
                    <a:pt x="12658" y="24762"/>
                    <a:pt x="17368" y="23628"/>
                    <a:pt x="20139" y="23628"/>
                  </a:cubicBezTo>
                  <a:cubicBezTo>
                    <a:pt x="25958" y="23628"/>
                    <a:pt x="28452" y="27882"/>
                    <a:pt x="28452" y="36958"/>
                  </a:cubicBezTo>
                  <a:lnTo>
                    <a:pt x="28452" y="165437"/>
                  </a:lnTo>
                  <a:cubicBezTo>
                    <a:pt x="28452" y="174797"/>
                    <a:pt x="26235" y="181320"/>
                    <a:pt x="21802" y="183872"/>
                  </a:cubicBezTo>
                  <a:cubicBezTo>
                    <a:pt x="17645" y="186425"/>
                    <a:pt x="13766" y="187276"/>
                    <a:pt x="2128" y="187559"/>
                  </a:cubicBezTo>
                  <a:lnTo>
                    <a:pt x="2128" y="191814"/>
                  </a:lnTo>
                  <a:lnTo>
                    <a:pt x="78607" y="191814"/>
                  </a:lnTo>
                  <a:lnTo>
                    <a:pt x="78607" y="187559"/>
                  </a:lnTo>
                  <a:cubicBezTo>
                    <a:pt x="56716" y="187276"/>
                    <a:pt x="52283" y="184440"/>
                    <a:pt x="52283" y="170826"/>
                  </a:cubicBezTo>
                  <a:lnTo>
                    <a:pt x="52283" y="655"/>
                  </a:lnTo>
                  <a:lnTo>
                    <a:pt x="50066" y="87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A9AC12E4-8747-A9FF-6CDD-20003417C8AC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7394099" y="4123035"/>
              <a:ext cx="125248" cy="195697"/>
            </a:xfrm>
            <a:custGeom>
              <a:avLst/>
              <a:gdLst>
                <a:gd name="connsiteX0" fmla="*/ 63926 w 125248"/>
                <a:gd name="connsiteY0" fmla="*/ 87 h 195697"/>
                <a:gd name="connsiteX1" fmla="*/ 26795 w 125248"/>
                <a:gd name="connsiteY1" fmla="*/ 14835 h 195697"/>
                <a:gd name="connsiteX2" fmla="*/ 193 w 125248"/>
                <a:gd name="connsiteY2" fmla="*/ 96518 h 195697"/>
                <a:gd name="connsiteX3" fmla="*/ 22361 w 125248"/>
                <a:gd name="connsiteY3" fmla="*/ 176498 h 195697"/>
                <a:gd name="connsiteX4" fmla="*/ 62818 w 125248"/>
                <a:gd name="connsiteY4" fmla="*/ 195784 h 195697"/>
                <a:gd name="connsiteX5" fmla="*/ 98840 w 125248"/>
                <a:gd name="connsiteY5" fmla="*/ 181036 h 195697"/>
                <a:gd name="connsiteX6" fmla="*/ 125442 w 125248"/>
                <a:gd name="connsiteY6" fmla="*/ 98219 h 195697"/>
                <a:gd name="connsiteX7" fmla="*/ 63926 w 125248"/>
                <a:gd name="connsiteY7" fmla="*/ 87 h 195697"/>
                <a:gd name="connsiteX8" fmla="*/ 63095 w 125248"/>
                <a:gd name="connsiteY8" fmla="*/ 7461 h 195697"/>
                <a:gd name="connsiteX9" fmla="*/ 98840 w 125248"/>
                <a:gd name="connsiteY9" fmla="*/ 98787 h 195697"/>
                <a:gd name="connsiteX10" fmla="*/ 62818 w 125248"/>
                <a:gd name="connsiteY10" fmla="*/ 188410 h 195697"/>
                <a:gd name="connsiteX11" fmla="*/ 26795 w 125248"/>
                <a:gd name="connsiteY11" fmla="*/ 99070 h 195697"/>
                <a:gd name="connsiteX12" fmla="*/ 63095 w 125248"/>
                <a:gd name="connsiteY12" fmla="*/ 746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926" y="87"/>
                  </a:moveTo>
                  <a:cubicBezTo>
                    <a:pt x="48685" y="87"/>
                    <a:pt x="37047" y="4909"/>
                    <a:pt x="26795" y="14835"/>
                  </a:cubicBezTo>
                  <a:cubicBezTo>
                    <a:pt x="10723" y="30718"/>
                    <a:pt x="193" y="63334"/>
                    <a:pt x="193" y="96518"/>
                  </a:cubicBezTo>
                  <a:cubicBezTo>
                    <a:pt x="193" y="127432"/>
                    <a:pt x="9337" y="160616"/>
                    <a:pt x="22361" y="176498"/>
                  </a:cubicBezTo>
                  <a:cubicBezTo>
                    <a:pt x="32614" y="188977"/>
                    <a:pt x="46746" y="195784"/>
                    <a:pt x="62818" y="195784"/>
                  </a:cubicBezTo>
                  <a:cubicBezTo>
                    <a:pt x="76950" y="195784"/>
                    <a:pt x="88865" y="190963"/>
                    <a:pt x="98840" y="181036"/>
                  </a:cubicBezTo>
                  <a:cubicBezTo>
                    <a:pt x="114912" y="165437"/>
                    <a:pt x="125442" y="132537"/>
                    <a:pt x="125442" y="98219"/>
                  </a:cubicBezTo>
                  <a:cubicBezTo>
                    <a:pt x="125442" y="40078"/>
                    <a:pt x="100226" y="87"/>
                    <a:pt x="63926" y="87"/>
                  </a:cubicBezTo>
                  <a:close/>
                  <a:moveTo>
                    <a:pt x="63095" y="7461"/>
                  </a:moveTo>
                  <a:cubicBezTo>
                    <a:pt x="86371" y="7461"/>
                    <a:pt x="98840" y="39510"/>
                    <a:pt x="98840" y="98787"/>
                  </a:cubicBezTo>
                  <a:cubicBezTo>
                    <a:pt x="98840" y="158063"/>
                    <a:pt x="86648" y="188410"/>
                    <a:pt x="62818" y="188410"/>
                  </a:cubicBezTo>
                  <a:cubicBezTo>
                    <a:pt x="38987" y="188410"/>
                    <a:pt x="26795" y="158063"/>
                    <a:pt x="26795" y="99070"/>
                  </a:cubicBezTo>
                  <a:cubicBezTo>
                    <a:pt x="26795" y="38943"/>
                    <a:pt x="39264" y="7461"/>
                    <a:pt x="63095" y="746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F5F7F59-929F-30C1-921E-9766C5616352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7590652" y="3930308"/>
              <a:ext cx="78418" cy="191726"/>
            </a:xfrm>
            <a:custGeom>
              <a:avLst/>
              <a:gdLst>
                <a:gd name="connsiteX0" fmla="*/ 50077 w 78418"/>
                <a:gd name="connsiteY0" fmla="*/ 81 h 191726"/>
                <a:gd name="connsiteX1" fmla="*/ 199 w 78418"/>
                <a:gd name="connsiteY1" fmla="*/ 25890 h 191726"/>
                <a:gd name="connsiteX2" fmla="*/ 199 w 78418"/>
                <a:gd name="connsiteY2" fmla="*/ 29861 h 191726"/>
                <a:gd name="connsiteX3" fmla="*/ 7681 w 78418"/>
                <a:gd name="connsiteY3" fmla="*/ 26741 h 191726"/>
                <a:gd name="connsiteX4" fmla="*/ 20150 w 78418"/>
                <a:gd name="connsiteY4" fmla="*/ 23621 h 191726"/>
                <a:gd name="connsiteX5" fmla="*/ 28463 w 78418"/>
                <a:gd name="connsiteY5" fmla="*/ 36951 h 191726"/>
                <a:gd name="connsiteX6" fmla="*/ 28463 w 78418"/>
                <a:gd name="connsiteY6" fmla="*/ 165430 h 191726"/>
                <a:gd name="connsiteX7" fmla="*/ 21813 w 78418"/>
                <a:gd name="connsiteY7" fmla="*/ 183866 h 191726"/>
                <a:gd name="connsiteX8" fmla="*/ 2139 w 78418"/>
                <a:gd name="connsiteY8" fmla="*/ 187553 h 191726"/>
                <a:gd name="connsiteX9" fmla="*/ 2139 w 78418"/>
                <a:gd name="connsiteY9" fmla="*/ 191807 h 191726"/>
                <a:gd name="connsiteX10" fmla="*/ 78618 w 78418"/>
                <a:gd name="connsiteY10" fmla="*/ 191807 h 191726"/>
                <a:gd name="connsiteX11" fmla="*/ 78618 w 78418"/>
                <a:gd name="connsiteY11" fmla="*/ 187553 h 191726"/>
                <a:gd name="connsiteX12" fmla="*/ 52294 w 78418"/>
                <a:gd name="connsiteY12" fmla="*/ 170819 h 191726"/>
                <a:gd name="connsiteX13" fmla="*/ 52294 w 78418"/>
                <a:gd name="connsiteY13" fmla="*/ 648 h 191726"/>
                <a:gd name="connsiteX14" fmla="*/ 50077 w 78418"/>
                <a:gd name="connsiteY14" fmla="*/ 8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077" y="81"/>
                  </a:moveTo>
                  <a:lnTo>
                    <a:pt x="199" y="25890"/>
                  </a:lnTo>
                  <a:lnTo>
                    <a:pt x="199" y="29861"/>
                  </a:lnTo>
                  <a:cubicBezTo>
                    <a:pt x="3525" y="28442"/>
                    <a:pt x="6573" y="27308"/>
                    <a:pt x="7681" y="26741"/>
                  </a:cubicBezTo>
                  <a:cubicBezTo>
                    <a:pt x="12669" y="24755"/>
                    <a:pt x="17379" y="23621"/>
                    <a:pt x="20150" y="23621"/>
                  </a:cubicBezTo>
                  <a:cubicBezTo>
                    <a:pt x="25970" y="23621"/>
                    <a:pt x="28463" y="27875"/>
                    <a:pt x="28463" y="36951"/>
                  </a:cubicBezTo>
                  <a:lnTo>
                    <a:pt x="28463" y="165430"/>
                  </a:lnTo>
                  <a:cubicBezTo>
                    <a:pt x="28463" y="174790"/>
                    <a:pt x="26247" y="181313"/>
                    <a:pt x="21813" y="183866"/>
                  </a:cubicBezTo>
                  <a:cubicBezTo>
                    <a:pt x="17657" y="186418"/>
                    <a:pt x="13777" y="187269"/>
                    <a:pt x="2139" y="187553"/>
                  </a:cubicBezTo>
                  <a:lnTo>
                    <a:pt x="2139" y="191807"/>
                  </a:lnTo>
                  <a:lnTo>
                    <a:pt x="78618" y="191807"/>
                  </a:lnTo>
                  <a:lnTo>
                    <a:pt x="78618" y="187553"/>
                  </a:lnTo>
                  <a:cubicBezTo>
                    <a:pt x="56727" y="187269"/>
                    <a:pt x="52294" y="184433"/>
                    <a:pt x="52294" y="170819"/>
                  </a:cubicBezTo>
                  <a:lnTo>
                    <a:pt x="52294" y="648"/>
                  </a:lnTo>
                  <a:lnTo>
                    <a:pt x="50077" y="8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8FD1001E-84F3-2D02-89B3-9AFDADCEE92B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7722794" y="4091971"/>
              <a:ext cx="29372" cy="30063"/>
            </a:xfrm>
            <a:custGeom>
              <a:avLst/>
              <a:gdLst>
                <a:gd name="connsiteX0" fmla="*/ 29577 w 29372"/>
                <a:gd name="connsiteY0" fmla="*/ 15112 h 30063"/>
                <a:gd name="connsiteX1" fmla="*/ 14891 w 29372"/>
                <a:gd name="connsiteY1" fmla="*/ 81 h 30063"/>
                <a:gd name="connsiteX2" fmla="*/ 204 w 29372"/>
                <a:gd name="connsiteY2" fmla="*/ 15112 h 30063"/>
                <a:gd name="connsiteX3" fmla="*/ 14891 w 29372"/>
                <a:gd name="connsiteY3" fmla="*/ 30144 h 30063"/>
                <a:gd name="connsiteX4" fmla="*/ 29577 w 29372"/>
                <a:gd name="connsiteY4" fmla="*/ 15112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77" y="15112"/>
                  </a:moveTo>
                  <a:cubicBezTo>
                    <a:pt x="29577" y="6887"/>
                    <a:pt x="22926" y="81"/>
                    <a:pt x="14891" y="81"/>
                  </a:cubicBezTo>
                  <a:cubicBezTo>
                    <a:pt x="6855" y="81"/>
                    <a:pt x="204" y="6887"/>
                    <a:pt x="204" y="15112"/>
                  </a:cubicBezTo>
                  <a:cubicBezTo>
                    <a:pt x="204" y="23337"/>
                    <a:pt x="6855" y="30144"/>
                    <a:pt x="14891" y="30144"/>
                  </a:cubicBezTo>
                  <a:cubicBezTo>
                    <a:pt x="22926" y="30144"/>
                    <a:pt x="29577" y="23337"/>
                    <a:pt x="29577" y="15112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3DDBA76C-CE86-4D3C-EB47-A8E97E81B8A8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7787920" y="3930308"/>
              <a:ext cx="107791" cy="195697"/>
            </a:xfrm>
            <a:custGeom>
              <a:avLst/>
              <a:gdLst>
                <a:gd name="connsiteX0" fmla="*/ 30688 w 107791"/>
                <a:gd name="connsiteY0" fmla="*/ 98213 h 195697"/>
                <a:gd name="connsiteX1" fmla="*/ 60060 w 107791"/>
                <a:gd name="connsiteY1" fmla="*/ 101332 h 195697"/>
                <a:gd name="connsiteX2" fmla="*/ 88047 w 107791"/>
                <a:gd name="connsiteY2" fmla="*/ 143308 h 195697"/>
                <a:gd name="connsiteX3" fmla="*/ 51747 w 107791"/>
                <a:gd name="connsiteY3" fmla="*/ 185567 h 195697"/>
                <a:gd name="connsiteX4" fmla="*/ 28471 w 107791"/>
                <a:gd name="connsiteY4" fmla="*/ 176775 h 195697"/>
                <a:gd name="connsiteX5" fmla="*/ 10737 w 107791"/>
                <a:gd name="connsiteY5" fmla="*/ 169685 h 195697"/>
                <a:gd name="connsiteX6" fmla="*/ 207 w 107791"/>
                <a:gd name="connsiteY6" fmla="*/ 179611 h 195697"/>
                <a:gd name="connsiteX7" fmla="*/ 31519 w 107791"/>
                <a:gd name="connsiteY7" fmla="*/ 195778 h 195697"/>
                <a:gd name="connsiteX8" fmla="*/ 87770 w 107791"/>
                <a:gd name="connsiteY8" fmla="*/ 176775 h 195697"/>
                <a:gd name="connsiteX9" fmla="*/ 107999 w 107791"/>
                <a:gd name="connsiteY9" fmla="*/ 129694 h 195697"/>
                <a:gd name="connsiteX10" fmla="*/ 95529 w 107791"/>
                <a:gd name="connsiteY10" fmla="*/ 93108 h 195697"/>
                <a:gd name="connsiteX11" fmla="*/ 72530 w 107791"/>
                <a:gd name="connsiteY11" fmla="*/ 78076 h 195697"/>
                <a:gd name="connsiteX12" fmla="*/ 98577 w 107791"/>
                <a:gd name="connsiteY12" fmla="*/ 38936 h 195697"/>
                <a:gd name="connsiteX13" fmla="*/ 55350 w 107791"/>
                <a:gd name="connsiteY13" fmla="*/ 81 h 195697"/>
                <a:gd name="connsiteX14" fmla="*/ 19327 w 107791"/>
                <a:gd name="connsiteY14" fmla="*/ 13978 h 195697"/>
                <a:gd name="connsiteX15" fmla="*/ 761 w 107791"/>
                <a:gd name="connsiteY15" fmla="*/ 46027 h 195697"/>
                <a:gd name="connsiteX16" fmla="*/ 4918 w 107791"/>
                <a:gd name="connsiteY16" fmla="*/ 47161 h 195697"/>
                <a:gd name="connsiteX17" fmla="*/ 46205 w 107791"/>
                <a:gd name="connsiteY17" fmla="*/ 17098 h 195697"/>
                <a:gd name="connsiteX18" fmla="*/ 76686 w 107791"/>
                <a:gd name="connsiteY18" fmla="*/ 47445 h 195697"/>
                <a:gd name="connsiteX19" fmla="*/ 65602 w 107791"/>
                <a:gd name="connsiteY19" fmla="*/ 74956 h 195697"/>
                <a:gd name="connsiteX20" fmla="*/ 30688 w 107791"/>
                <a:gd name="connsiteY20" fmla="*/ 94526 h 195697"/>
                <a:gd name="connsiteX21" fmla="*/ 30688 w 107791"/>
                <a:gd name="connsiteY21" fmla="*/ 98213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91" h="195697">
                  <a:moveTo>
                    <a:pt x="30688" y="98213"/>
                  </a:moveTo>
                  <a:cubicBezTo>
                    <a:pt x="47037" y="98213"/>
                    <a:pt x="53410" y="98780"/>
                    <a:pt x="60060" y="101332"/>
                  </a:cubicBezTo>
                  <a:cubicBezTo>
                    <a:pt x="77241" y="107572"/>
                    <a:pt x="88047" y="123738"/>
                    <a:pt x="88047" y="143308"/>
                  </a:cubicBezTo>
                  <a:cubicBezTo>
                    <a:pt x="88047" y="167132"/>
                    <a:pt x="72253" y="185567"/>
                    <a:pt x="51747" y="185567"/>
                  </a:cubicBezTo>
                  <a:cubicBezTo>
                    <a:pt x="44266" y="185567"/>
                    <a:pt x="38724" y="183582"/>
                    <a:pt x="28471" y="176775"/>
                  </a:cubicBezTo>
                  <a:cubicBezTo>
                    <a:pt x="20158" y="171670"/>
                    <a:pt x="15448" y="169685"/>
                    <a:pt x="10737" y="169685"/>
                  </a:cubicBezTo>
                  <a:cubicBezTo>
                    <a:pt x="4364" y="169685"/>
                    <a:pt x="207" y="173655"/>
                    <a:pt x="207" y="179611"/>
                  </a:cubicBezTo>
                  <a:cubicBezTo>
                    <a:pt x="207" y="189538"/>
                    <a:pt x="12122" y="195778"/>
                    <a:pt x="31519" y="195778"/>
                  </a:cubicBezTo>
                  <a:cubicBezTo>
                    <a:pt x="52856" y="195778"/>
                    <a:pt x="74747" y="188403"/>
                    <a:pt x="87770" y="176775"/>
                  </a:cubicBezTo>
                  <a:cubicBezTo>
                    <a:pt x="100794" y="165147"/>
                    <a:pt x="107999" y="148697"/>
                    <a:pt x="107999" y="129694"/>
                  </a:cubicBezTo>
                  <a:cubicBezTo>
                    <a:pt x="107999" y="115230"/>
                    <a:pt x="103565" y="101900"/>
                    <a:pt x="95529" y="93108"/>
                  </a:cubicBezTo>
                  <a:cubicBezTo>
                    <a:pt x="89987" y="86868"/>
                    <a:pt x="84722" y="83465"/>
                    <a:pt x="72530" y="78076"/>
                  </a:cubicBezTo>
                  <a:cubicBezTo>
                    <a:pt x="91650" y="64746"/>
                    <a:pt x="98577" y="54252"/>
                    <a:pt x="98577" y="38936"/>
                  </a:cubicBezTo>
                  <a:cubicBezTo>
                    <a:pt x="98577" y="15963"/>
                    <a:pt x="80843" y="81"/>
                    <a:pt x="55350" y="81"/>
                  </a:cubicBezTo>
                  <a:cubicBezTo>
                    <a:pt x="41495" y="81"/>
                    <a:pt x="29302" y="4902"/>
                    <a:pt x="19327" y="13978"/>
                  </a:cubicBezTo>
                  <a:cubicBezTo>
                    <a:pt x="11014" y="21636"/>
                    <a:pt x="6857" y="29010"/>
                    <a:pt x="761" y="46027"/>
                  </a:cubicBezTo>
                  <a:lnTo>
                    <a:pt x="4918" y="47161"/>
                  </a:lnTo>
                  <a:cubicBezTo>
                    <a:pt x="16279" y="26457"/>
                    <a:pt x="28748" y="17098"/>
                    <a:pt x="46205" y="17098"/>
                  </a:cubicBezTo>
                  <a:cubicBezTo>
                    <a:pt x="64217" y="17098"/>
                    <a:pt x="76686" y="29577"/>
                    <a:pt x="76686" y="47445"/>
                  </a:cubicBezTo>
                  <a:cubicBezTo>
                    <a:pt x="76686" y="57655"/>
                    <a:pt x="72530" y="67865"/>
                    <a:pt x="65602" y="74956"/>
                  </a:cubicBezTo>
                  <a:cubicBezTo>
                    <a:pt x="57289" y="83465"/>
                    <a:pt x="49531" y="87719"/>
                    <a:pt x="30688" y="94526"/>
                  </a:cubicBezTo>
                  <a:lnTo>
                    <a:pt x="30688" y="9821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E0763B69-4DB2-1730-EEF4-98EA28560217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7921724" y="3930308"/>
              <a:ext cx="125248" cy="195697"/>
            </a:xfrm>
            <a:custGeom>
              <a:avLst/>
              <a:gdLst>
                <a:gd name="connsiteX0" fmla="*/ 63945 w 125248"/>
                <a:gd name="connsiteY0" fmla="*/ 81 h 195697"/>
                <a:gd name="connsiteX1" fmla="*/ 26814 w 125248"/>
                <a:gd name="connsiteY1" fmla="*/ 14829 h 195697"/>
                <a:gd name="connsiteX2" fmla="*/ 212 w 125248"/>
                <a:gd name="connsiteY2" fmla="*/ 96511 h 195697"/>
                <a:gd name="connsiteX3" fmla="*/ 22380 w 125248"/>
                <a:gd name="connsiteY3" fmla="*/ 176491 h 195697"/>
                <a:gd name="connsiteX4" fmla="*/ 62836 w 125248"/>
                <a:gd name="connsiteY4" fmla="*/ 195778 h 195697"/>
                <a:gd name="connsiteX5" fmla="*/ 98859 w 125248"/>
                <a:gd name="connsiteY5" fmla="*/ 181029 h 195697"/>
                <a:gd name="connsiteX6" fmla="*/ 125461 w 125248"/>
                <a:gd name="connsiteY6" fmla="*/ 98213 h 195697"/>
                <a:gd name="connsiteX7" fmla="*/ 63945 w 125248"/>
                <a:gd name="connsiteY7" fmla="*/ 81 h 195697"/>
                <a:gd name="connsiteX8" fmla="*/ 63113 w 125248"/>
                <a:gd name="connsiteY8" fmla="*/ 7455 h 195697"/>
                <a:gd name="connsiteX9" fmla="*/ 98859 w 125248"/>
                <a:gd name="connsiteY9" fmla="*/ 98780 h 195697"/>
                <a:gd name="connsiteX10" fmla="*/ 62836 w 125248"/>
                <a:gd name="connsiteY10" fmla="*/ 188403 h 195697"/>
                <a:gd name="connsiteX11" fmla="*/ 26814 w 125248"/>
                <a:gd name="connsiteY11" fmla="*/ 99064 h 195697"/>
                <a:gd name="connsiteX12" fmla="*/ 63113 w 125248"/>
                <a:gd name="connsiteY12" fmla="*/ 7455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945" y="81"/>
                  </a:moveTo>
                  <a:cubicBezTo>
                    <a:pt x="48704" y="81"/>
                    <a:pt x="37066" y="4902"/>
                    <a:pt x="26814" y="14829"/>
                  </a:cubicBezTo>
                  <a:cubicBezTo>
                    <a:pt x="10742" y="30711"/>
                    <a:pt x="212" y="63328"/>
                    <a:pt x="212" y="96511"/>
                  </a:cubicBezTo>
                  <a:cubicBezTo>
                    <a:pt x="212" y="127425"/>
                    <a:pt x="9356" y="160609"/>
                    <a:pt x="22380" y="176491"/>
                  </a:cubicBezTo>
                  <a:cubicBezTo>
                    <a:pt x="32633" y="188971"/>
                    <a:pt x="46765" y="195778"/>
                    <a:pt x="62836" y="195778"/>
                  </a:cubicBezTo>
                  <a:cubicBezTo>
                    <a:pt x="76968" y="195778"/>
                    <a:pt x="88884" y="190956"/>
                    <a:pt x="98859" y="181029"/>
                  </a:cubicBezTo>
                  <a:cubicBezTo>
                    <a:pt x="114931" y="165430"/>
                    <a:pt x="125461" y="132531"/>
                    <a:pt x="125461" y="98213"/>
                  </a:cubicBezTo>
                  <a:cubicBezTo>
                    <a:pt x="125461" y="40071"/>
                    <a:pt x="100245" y="81"/>
                    <a:pt x="63945" y="81"/>
                  </a:cubicBezTo>
                  <a:close/>
                  <a:moveTo>
                    <a:pt x="63113" y="7455"/>
                  </a:moveTo>
                  <a:cubicBezTo>
                    <a:pt x="86390" y="7455"/>
                    <a:pt x="98859" y="39504"/>
                    <a:pt x="98859" y="98780"/>
                  </a:cubicBezTo>
                  <a:cubicBezTo>
                    <a:pt x="98859" y="158056"/>
                    <a:pt x="86667" y="188403"/>
                    <a:pt x="62836" y="188403"/>
                  </a:cubicBezTo>
                  <a:cubicBezTo>
                    <a:pt x="39006" y="188403"/>
                    <a:pt x="26814" y="158056"/>
                    <a:pt x="26814" y="99064"/>
                  </a:cubicBezTo>
                  <a:cubicBezTo>
                    <a:pt x="26814" y="38936"/>
                    <a:pt x="39283" y="7455"/>
                    <a:pt x="63113" y="7455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F93E30ED-ACC3-E2EB-4C04-10D42057C7BA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8063010" y="3926904"/>
              <a:ext cx="112502" cy="199100"/>
            </a:xfrm>
            <a:custGeom>
              <a:avLst/>
              <a:gdLst>
                <a:gd name="connsiteX0" fmla="*/ 41505 w 112502"/>
                <a:gd name="connsiteY0" fmla="*/ 29861 h 199100"/>
                <a:gd name="connsiteX1" fmla="*/ 95816 w 112502"/>
                <a:gd name="connsiteY1" fmla="*/ 29861 h 199100"/>
                <a:gd name="connsiteX2" fmla="*/ 102189 w 112502"/>
                <a:gd name="connsiteY2" fmla="*/ 27308 h 199100"/>
                <a:gd name="connsiteX3" fmla="*/ 112719 w 112502"/>
                <a:gd name="connsiteY3" fmla="*/ 2066 h 199100"/>
                <a:gd name="connsiteX4" fmla="*/ 110225 w 112502"/>
                <a:gd name="connsiteY4" fmla="*/ 81 h 199100"/>
                <a:gd name="connsiteX5" fmla="*/ 97479 w 112502"/>
                <a:gd name="connsiteY5" fmla="*/ 7455 h 199100"/>
                <a:gd name="connsiteX6" fmla="*/ 39565 w 112502"/>
                <a:gd name="connsiteY6" fmla="*/ 7455 h 199100"/>
                <a:gd name="connsiteX7" fmla="*/ 9361 w 112502"/>
                <a:gd name="connsiteY7" fmla="*/ 74672 h 199100"/>
                <a:gd name="connsiteX8" fmla="*/ 9084 w 112502"/>
                <a:gd name="connsiteY8" fmla="*/ 76090 h 199100"/>
                <a:gd name="connsiteX9" fmla="*/ 12409 w 112502"/>
                <a:gd name="connsiteY9" fmla="*/ 78359 h 199100"/>
                <a:gd name="connsiteX10" fmla="*/ 43722 w 112502"/>
                <a:gd name="connsiteY10" fmla="*/ 84032 h 199100"/>
                <a:gd name="connsiteX11" fmla="*/ 90274 w 112502"/>
                <a:gd name="connsiteY11" fmla="*/ 140188 h 199100"/>
                <a:gd name="connsiteX12" fmla="*/ 51757 w 112502"/>
                <a:gd name="connsiteY12" fmla="*/ 188687 h 199100"/>
                <a:gd name="connsiteX13" fmla="*/ 33192 w 112502"/>
                <a:gd name="connsiteY13" fmla="*/ 180462 h 199100"/>
                <a:gd name="connsiteX14" fmla="*/ 12132 w 112502"/>
                <a:gd name="connsiteY14" fmla="*/ 171103 h 199100"/>
                <a:gd name="connsiteX15" fmla="*/ 217 w 112502"/>
                <a:gd name="connsiteY15" fmla="*/ 181597 h 199100"/>
                <a:gd name="connsiteX16" fmla="*/ 34023 w 112502"/>
                <a:gd name="connsiteY16" fmla="*/ 199181 h 199100"/>
                <a:gd name="connsiteX17" fmla="*/ 91105 w 112502"/>
                <a:gd name="connsiteY17" fmla="*/ 177059 h 199100"/>
                <a:gd name="connsiteX18" fmla="*/ 109671 w 112502"/>
                <a:gd name="connsiteY18" fmla="*/ 126575 h 199100"/>
                <a:gd name="connsiteX19" fmla="*/ 90551 w 112502"/>
                <a:gd name="connsiteY19" fmla="*/ 78927 h 199100"/>
                <a:gd name="connsiteX20" fmla="*/ 29867 w 112502"/>
                <a:gd name="connsiteY20" fmla="*/ 53968 h 199100"/>
                <a:gd name="connsiteX21" fmla="*/ 41505 w 112502"/>
                <a:gd name="connsiteY21" fmla="*/ 29861 h 19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2502" h="199100">
                  <a:moveTo>
                    <a:pt x="41505" y="29861"/>
                  </a:moveTo>
                  <a:lnTo>
                    <a:pt x="95816" y="29861"/>
                  </a:lnTo>
                  <a:cubicBezTo>
                    <a:pt x="100250" y="29861"/>
                    <a:pt x="101358" y="29293"/>
                    <a:pt x="102189" y="27308"/>
                  </a:cubicBezTo>
                  <a:lnTo>
                    <a:pt x="112719" y="2066"/>
                  </a:lnTo>
                  <a:lnTo>
                    <a:pt x="110225" y="81"/>
                  </a:lnTo>
                  <a:cubicBezTo>
                    <a:pt x="106069" y="6037"/>
                    <a:pt x="103298" y="7455"/>
                    <a:pt x="97479" y="7455"/>
                  </a:cubicBezTo>
                  <a:lnTo>
                    <a:pt x="39565" y="7455"/>
                  </a:lnTo>
                  <a:lnTo>
                    <a:pt x="9361" y="74672"/>
                  </a:lnTo>
                  <a:cubicBezTo>
                    <a:pt x="9084" y="75240"/>
                    <a:pt x="9084" y="75523"/>
                    <a:pt x="9084" y="76090"/>
                  </a:cubicBezTo>
                  <a:cubicBezTo>
                    <a:pt x="9084" y="77508"/>
                    <a:pt x="10193" y="78359"/>
                    <a:pt x="12409" y="78359"/>
                  </a:cubicBezTo>
                  <a:cubicBezTo>
                    <a:pt x="21277" y="78359"/>
                    <a:pt x="32361" y="80345"/>
                    <a:pt x="43722" y="84032"/>
                  </a:cubicBezTo>
                  <a:cubicBezTo>
                    <a:pt x="75588" y="94526"/>
                    <a:pt x="90274" y="112110"/>
                    <a:pt x="90274" y="140188"/>
                  </a:cubicBezTo>
                  <a:cubicBezTo>
                    <a:pt x="90274" y="167416"/>
                    <a:pt x="73371" y="188687"/>
                    <a:pt x="51757" y="188687"/>
                  </a:cubicBezTo>
                  <a:cubicBezTo>
                    <a:pt x="46215" y="188687"/>
                    <a:pt x="41505" y="186702"/>
                    <a:pt x="33192" y="180462"/>
                  </a:cubicBezTo>
                  <a:cubicBezTo>
                    <a:pt x="24325" y="173939"/>
                    <a:pt x="17951" y="171103"/>
                    <a:pt x="12132" y="171103"/>
                  </a:cubicBezTo>
                  <a:cubicBezTo>
                    <a:pt x="4096" y="171103"/>
                    <a:pt x="217" y="174506"/>
                    <a:pt x="217" y="181597"/>
                  </a:cubicBezTo>
                  <a:cubicBezTo>
                    <a:pt x="217" y="192374"/>
                    <a:pt x="13241" y="199181"/>
                    <a:pt x="34023" y="199181"/>
                  </a:cubicBezTo>
                  <a:cubicBezTo>
                    <a:pt x="57299" y="199181"/>
                    <a:pt x="77251" y="191523"/>
                    <a:pt x="91105" y="177059"/>
                  </a:cubicBezTo>
                  <a:cubicBezTo>
                    <a:pt x="103852" y="164296"/>
                    <a:pt x="109671" y="148130"/>
                    <a:pt x="109671" y="126575"/>
                  </a:cubicBezTo>
                  <a:cubicBezTo>
                    <a:pt x="109671" y="106154"/>
                    <a:pt x="104406" y="93108"/>
                    <a:pt x="90551" y="78927"/>
                  </a:cubicBezTo>
                  <a:cubicBezTo>
                    <a:pt x="78359" y="66447"/>
                    <a:pt x="62564" y="59924"/>
                    <a:pt x="29867" y="53968"/>
                  </a:cubicBezTo>
                  <a:lnTo>
                    <a:pt x="41505" y="2986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FED9E1F7-7584-44C0-6ABE-D91C4D1DB8BB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8201525" y="3930308"/>
              <a:ext cx="123308" cy="191726"/>
            </a:xfrm>
            <a:custGeom>
              <a:avLst/>
              <a:gdLst>
                <a:gd name="connsiteX0" fmla="*/ 123531 w 123308"/>
                <a:gd name="connsiteY0" fmla="*/ 152951 h 191726"/>
                <a:gd name="connsiteX1" fmla="*/ 119929 w 123308"/>
                <a:gd name="connsiteY1" fmla="*/ 151533 h 191726"/>
                <a:gd name="connsiteX2" fmla="*/ 93604 w 123308"/>
                <a:gd name="connsiteY2" fmla="*/ 170252 h 191726"/>
                <a:gd name="connsiteX3" fmla="*/ 27378 w 123308"/>
                <a:gd name="connsiteY3" fmla="*/ 170252 h 191726"/>
                <a:gd name="connsiteX4" fmla="*/ 73930 w 123308"/>
                <a:gd name="connsiteY4" fmla="*/ 120335 h 191726"/>
                <a:gd name="connsiteX5" fmla="*/ 109399 w 123308"/>
                <a:gd name="connsiteY5" fmla="*/ 50281 h 191726"/>
                <a:gd name="connsiteX6" fmla="*/ 58136 w 123308"/>
                <a:gd name="connsiteY6" fmla="*/ 81 h 191726"/>
                <a:gd name="connsiteX7" fmla="*/ 18233 w 123308"/>
                <a:gd name="connsiteY7" fmla="*/ 17665 h 191726"/>
                <a:gd name="connsiteX8" fmla="*/ 499 w 123308"/>
                <a:gd name="connsiteY8" fmla="*/ 56521 h 191726"/>
                <a:gd name="connsiteX9" fmla="*/ 6318 w 123308"/>
                <a:gd name="connsiteY9" fmla="*/ 57939 h 191726"/>
                <a:gd name="connsiteX10" fmla="*/ 46498 w 123308"/>
                <a:gd name="connsiteY10" fmla="*/ 21068 h 191726"/>
                <a:gd name="connsiteX11" fmla="*/ 85568 w 123308"/>
                <a:gd name="connsiteY11" fmla="*/ 61059 h 191726"/>
                <a:gd name="connsiteX12" fmla="*/ 49546 w 123308"/>
                <a:gd name="connsiteY12" fmla="*/ 134800 h 191726"/>
                <a:gd name="connsiteX13" fmla="*/ 222 w 123308"/>
                <a:gd name="connsiteY13" fmla="*/ 188403 h 191726"/>
                <a:gd name="connsiteX14" fmla="*/ 222 w 123308"/>
                <a:gd name="connsiteY14" fmla="*/ 191807 h 191726"/>
                <a:gd name="connsiteX15" fmla="*/ 108291 w 123308"/>
                <a:gd name="connsiteY15" fmla="*/ 191807 h 191726"/>
                <a:gd name="connsiteX16" fmla="*/ 123531 w 123308"/>
                <a:gd name="connsiteY16" fmla="*/ 15295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531" y="152951"/>
                  </a:moveTo>
                  <a:lnTo>
                    <a:pt x="119929" y="151533"/>
                  </a:lnTo>
                  <a:cubicBezTo>
                    <a:pt x="109676" y="167699"/>
                    <a:pt x="106074" y="170252"/>
                    <a:pt x="93604" y="170252"/>
                  </a:cubicBezTo>
                  <a:lnTo>
                    <a:pt x="27378" y="170252"/>
                  </a:lnTo>
                  <a:lnTo>
                    <a:pt x="73930" y="120335"/>
                  </a:lnTo>
                  <a:cubicBezTo>
                    <a:pt x="98592" y="93958"/>
                    <a:pt x="109399" y="72403"/>
                    <a:pt x="109399" y="50281"/>
                  </a:cubicBezTo>
                  <a:cubicBezTo>
                    <a:pt x="109399" y="21919"/>
                    <a:pt x="86954" y="81"/>
                    <a:pt x="58136" y="81"/>
                  </a:cubicBezTo>
                  <a:cubicBezTo>
                    <a:pt x="42895" y="81"/>
                    <a:pt x="28486" y="6320"/>
                    <a:pt x="18233" y="17665"/>
                  </a:cubicBezTo>
                  <a:cubicBezTo>
                    <a:pt x="9366" y="27308"/>
                    <a:pt x="5210" y="36384"/>
                    <a:pt x="499" y="56521"/>
                  </a:cubicBezTo>
                  <a:lnTo>
                    <a:pt x="6318" y="57939"/>
                  </a:lnTo>
                  <a:cubicBezTo>
                    <a:pt x="17402" y="30144"/>
                    <a:pt x="27378" y="21068"/>
                    <a:pt x="46498" y="21068"/>
                  </a:cubicBezTo>
                  <a:cubicBezTo>
                    <a:pt x="69774" y="21068"/>
                    <a:pt x="85568" y="37235"/>
                    <a:pt x="85568" y="61059"/>
                  </a:cubicBezTo>
                  <a:cubicBezTo>
                    <a:pt x="85568" y="83181"/>
                    <a:pt x="72822" y="109557"/>
                    <a:pt x="49546" y="134800"/>
                  </a:cubicBezTo>
                  <a:lnTo>
                    <a:pt x="222" y="188403"/>
                  </a:lnTo>
                  <a:lnTo>
                    <a:pt x="222" y="191807"/>
                  </a:lnTo>
                  <a:lnTo>
                    <a:pt x="108291" y="191807"/>
                  </a:lnTo>
                  <a:lnTo>
                    <a:pt x="123531" y="15295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25918EA5-142C-EFA5-83ED-7457120B4EC5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8335606" y="3930308"/>
              <a:ext cx="127465" cy="191726"/>
            </a:xfrm>
            <a:custGeom>
              <a:avLst/>
              <a:gdLst>
                <a:gd name="connsiteX0" fmla="*/ 127692 w 127465"/>
                <a:gd name="connsiteY0" fmla="*/ 126291 h 191726"/>
                <a:gd name="connsiteX1" fmla="*/ 99428 w 127465"/>
                <a:gd name="connsiteY1" fmla="*/ 126291 h 191726"/>
                <a:gd name="connsiteX2" fmla="*/ 99428 w 127465"/>
                <a:gd name="connsiteY2" fmla="*/ 81 h 191726"/>
                <a:gd name="connsiteX3" fmla="*/ 87236 w 127465"/>
                <a:gd name="connsiteY3" fmla="*/ 81 h 191726"/>
                <a:gd name="connsiteX4" fmla="*/ 227 w 127465"/>
                <a:gd name="connsiteY4" fmla="*/ 126291 h 191726"/>
                <a:gd name="connsiteX5" fmla="*/ 227 w 127465"/>
                <a:gd name="connsiteY5" fmla="*/ 144443 h 191726"/>
                <a:gd name="connsiteX6" fmla="*/ 78092 w 127465"/>
                <a:gd name="connsiteY6" fmla="*/ 144443 h 191726"/>
                <a:gd name="connsiteX7" fmla="*/ 78092 w 127465"/>
                <a:gd name="connsiteY7" fmla="*/ 191807 h 191726"/>
                <a:gd name="connsiteX8" fmla="*/ 99428 w 127465"/>
                <a:gd name="connsiteY8" fmla="*/ 191807 h 191726"/>
                <a:gd name="connsiteX9" fmla="*/ 99428 w 127465"/>
                <a:gd name="connsiteY9" fmla="*/ 144443 h 191726"/>
                <a:gd name="connsiteX10" fmla="*/ 127692 w 127465"/>
                <a:gd name="connsiteY10" fmla="*/ 144443 h 191726"/>
                <a:gd name="connsiteX11" fmla="*/ 127692 w 127465"/>
                <a:gd name="connsiteY11" fmla="*/ 126291 h 191726"/>
                <a:gd name="connsiteX12" fmla="*/ 77815 w 127465"/>
                <a:gd name="connsiteY12" fmla="*/ 126291 h 191726"/>
                <a:gd name="connsiteX13" fmla="*/ 11311 w 127465"/>
                <a:gd name="connsiteY13" fmla="*/ 126291 h 191726"/>
                <a:gd name="connsiteX14" fmla="*/ 77815 w 127465"/>
                <a:gd name="connsiteY14" fmla="*/ 29010 h 191726"/>
                <a:gd name="connsiteX15" fmla="*/ 77815 w 127465"/>
                <a:gd name="connsiteY15" fmla="*/ 12629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465" h="191726">
                  <a:moveTo>
                    <a:pt x="127692" y="126291"/>
                  </a:moveTo>
                  <a:lnTo>
                    <a:pt x="99428" y="126291"/>
                  </a:lnTo>
                  <a:lnTo>
                    <a:pt x="99428" y="81"/>
                  </a:lnTo>
                  <a:lnTo>
                    <a:pt x="87236" y="81"/>
                  </a:lnTo>
                  <a:lnTo>
                    <a:pt x="227" y="126291"/>
                  </a:lnTo>
                  <a:lnTo>
                    <a:pt x="227" y="144443"/>
                  </a:lnTo>
                  <a:lnTo>
                    <a:pt x="78092" y="144443"/>
                  </a:lnTo>
                  <a:lnTo>
                    <a:pt x="78092" y="191807"/>
                  </a:lnTo>
                  <a:lnTo>
                    <a:pt x="99428" y="191807"/>
                  </a:lnTo>
                  <a:lnTo>
                    <a:pt x="99428" y="144443"/>
                  </a:lnTo>
                  <a:lnTo>
                    <a:pt x="127692" y="144443"/>
                  </a:lnTo>
                  <a:lnTo>
                    <a:pt x="127692" y="126291"/>
                  </a:lnTo>
                  <a:close/>
                  <a:moveTo>
                    <a:pt x="77815" y="126291"/>
                  </a:moveTo>
                  <a:lnTo>
                    <a:pt x="11311" y="126291"/>
                  </a:lnTo>
                  <a:lnTo>
                    <a:pt x="77815" y="29010"/>
                  </a:lnTo>
                  <a:lnTo>
                    <a:pt x="77815" y="12629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D9A71793-E2F1-F39D-91DA-DB004D86C048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8502108" y="3930308"/>
              <a:ext cx="78418" cy="191726"/>
            </a:xfrm>
            <a:custGeom>
              <a:avLst/>
              <a:gdLst>
                <a:gd name="connsiteX0" fmla="*/ 50110 w 78418"/>
                <a:gd name="connsiteY0" fmla="*/ 81 h 191726"/>
                <a:gd name="connsiteX1" fmla="*/ 232 w 78418"/>
                <a:gd name="connsiteY1" fmla="*/ 25890 h 191726"/>
                <a:gd name="connsiteX2" fmla="*/ 232 w 78418"/>
                <a:gd name="connsiteY2" fmla="*/ 29861 h 191726"/>
                <a:gd name="connsiteX3" fmla="*/ 7714 w 78418"/>
                <a:gd name="connsiteY3" fmla="*/ 26741 h 191726"/>
                <a:gd name="connsiteX4" fmla="*/ 20183 w 78418"/>
                <a:gd name="connsiteY4" fmla="*/ 23621 h 191726"/>
                <a:gd name="connsiteX5" fmla="*/ 28496 w 78418"/>
                <a:gd name="connsiteY5" fmla="*/ 36951 h 191726"/>
                <a:gd name="connsiteX6" fmla="*/ 28496 w 78418"/>
                <a:gd name="connsiteY6" fmla="*/ 165430 h 191726"/>
                <a:gd name="connsiteX7" fmla="*/ 21846 w 78418"/>
                <a:gd name="connsiteY7" fmla="*/ 183866 h 191726"/>
                <a:gd name="connsiteX8" fmla="*/ 2172 w 78418"/>
                <a:gd name="connsiteY8" fmla="*/ 187553 h 191726"/>
                <a:gd name="connsiteX9" fmla="*/ 2172 w 78418"/>
                <a:gd name="connsiteY9" fmla="*/ 191807 h 191726"/>
                <a:gd name="connsiteX10" fmla="*/ 78651 w 78418"/>
                <a:gd name="connsiteY10" fmla="*/ 191807 h 191726"/>
                <a:gd name="connsiteX11" fmla="*/ 78651 w 78418"/>
                <a:gd name="connsiteY11" fmla="*/ 187553 h 191726"/>
                <a:gd name="connsiteX12" fmla="*/ 52327 w 78418"/>
                <a:gd name="connsiteY12" fmla="*/ 170819 h 191726"/>
                <a:gd name="connsiteX13" fmla="*/ 52327 w 78418"/>
                <a:gd name="connsiteY13" fmla="*/ 648 h 191726"/>
                <a:gd name="connsiteX14" fmla="*/ 50110 w 78418"/>
                <a:gd name="connsiteY14" fmla="*/ 8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110" y="81"/>
                  </a:moveTo>
                  <a:lnTo>
                    <a:pt x="232" y="25890"/>
                  </a:lnTo>
                  <a:lnTo>
                    <a:pt x="232" y="29861"/>
                  </a:lnTo>
                  <a:cubicBezTo>
                    <a:pt x="3557" y="28442"/>
                    <a:pt x="6605" y="27308"/>
                    <a:pt x="7714" y="26741"/>
                  </a:cubicBezTo>
                  <a:cubicBezTo>
                    <a:pt x="12701" y="24755"/>
                    <a:pt x="17412" y="23621"/>
                    <a:pt x="20183" y="23621"/>
                  </a:cubicBezTo>
                  <a:cubicBezTo>
                    <a:pt x="26002" y="23621"/>
                    <a:pt x="28496" y="27875"/>
                    <a:pt x="28496" y="36951"/>
                  </a:cubicBezTo>
                  <a:lnTo>
                    <a:pt x="28496" y="165430"/>
                  </a:lnTo>
                  <a:cubicBezTo>
                    <a:pt x="28496" y="174790"/>
                    <a:pt x="26279" y="181313"/>
                    <a:pt x="21846" y="183866"/>
                  </a:cubicBezTo>
                  <a:cubicBezTo>
                    <a:pt x="17689" y="186418"/>
                    <a:pt x="13810" y="187269"/>
                    <a:pt x="2172" y="187553"/>
                  </a:cubicBezTo>
                  <a:lnTo>
                    <a:pt x="2172" y="191807"/>
                  </a:lnTo>
                  <a:lnTo>
                    <a:pt x="78651" y="191807"/>
                  </a:lnTo>
                  <a:lnTo>
                    <a:pt x="78651" y="187553"/>
                  </a:lnTo>
                  <a:cubicBezTo>
                    <a:pt x="56760" y="187269"/>
                    <a:pt x="52327" y="184433"/>
                    <a:pt x="52327" y="170819"/>
                  </a:cubicBezTo>
                  <a:lnTo>
                    <a:pt x="52327" y="648"/>
                  </a:lnTo>
                  <a:lnTo>
                    <a:pt x="50110" y="8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CDDFA83C-7A94-C1E0-D468-AEA0421FE4FA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8664566" y="3956684"/>
              <a:ext cx="184270" cy="188890"/>
            </a:xfrm>
            <a:custGeom>
              <a:avLst/>
              <a:gdLst>
                <a:gd name="connsiteX0" fmla="*/ 98054 w 184270"/>
                <a:gd name="connsiteY0" fmla="*/ 100198 h 188890"/>
                <a:gd name="connsiteX1" fmla="*/ 175365 w 184270"/>
                <a:gd name="connsiteY1" fmla="*/ 100198 h 188890"/>
                <a:gd name="connsiteX2" fmla="*/ 184509 w 184270"/>
                <a:gd name="connsiteY2" fmla="*/ 94526 h 188890"/>
                <a:gd name="connsiteX3" fmla="*/ 175365 w 184270"/>
                <a:gd name="connsiteY3" fmla="*/ 88853 h 188890"/>
                <a:gd name="connsiteX4" fmla="*/ 98054 w 184270"/>
                <a:gd name="connsiteY4" fmla="*/ 88853 h 188890"/>
                <a:gd name="connsiteX5" fmla="*/ 98054 w 184270"/>
                <a:gd name="connsiteY5" fmla="*/ 9440 h 188890"/>
                <a:gd name="connsiteX6" fmla="*/ 92512 w 184270"/>
                <a:gd name="connsiteY6" fmla="*/ 81 h 188890"/>
                <a:gd name="connsiteX7" fmla="*/ 86970 w 184270"/>
                <a:gd name="connsiteY7" fmla="*/ 9440 h 188890"/>
                <a:gd name="connsiteX8" fmla="*/ 86970 w 184270"/>
                <a:gd name="connsiteY8" fmla="*/ 88853 h 188890"/>
                <a:gd name="connsiteX9" fmla="*/ 9383 w 184270"/>
                <a:gd name="connsiteY9" fmla="*/ 88853 h 188890"/>
                <a:gd name="connsiteX10" fmla="*/ 238 w 184270"/>
                <a:gd name="connsiteY10" fmla="*/ 94526 h 188890"/>
                <a:gd name="connsiteX11" fmla="*/ 9383 w 184270"/>
                <a:gd name="connsiteY11" fmla="*/ 100198 h 188890"/>
                <a:gd name="connsiteX12" fmla="*/ 86970 w 184270"/>
                <a:gd name="connsiteY12" fmla="*/ 100198 h 188890"/>
                <a:gd name="connsiteX13" fmla="*/ 86970 w 184270"/>
                <a:gd name="connsiteY13" fmla="*/ 179611 h 188890"/>
                <a:gd name="connsiteX14" fmla="*/ 92512 w 184270"/>
                <a:gd name="connsiteY14" fmla="*/ 188971 h 188890"/>
                <a:gd name="connsiteX15" fmla="*/ 98054 w 184270"/>
                <a:gd name="connsiteY15" fmla="*/ 179611 h 188890"/>
                <a:gd name="connsiteX16" fmla="*/ 98054 w 184270"/>
                <a:gd name="connsiteY16" fmla="*/ 100198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8054" y="100198"/>
                  </a:moveTo>
                  <a:lnTo>
                    <a:pt x="175365" y="100198"/>
                  </a:lnTo>
                  <a:cubicBezTo>
                    <a:pt x="179244" y="100198"/>
                    <a:pt x="184509" y="100198"/>
                    <a:pt x="184509" y="94526"/>
                  </a:cubicBezTo>
                  <a:cubicBezTo>
                    <a:pt x="184509" y="88853"/>
                    <a:pt x="179244" y="88853"/>
                    <a:pt x="175365" y="88853"/>
                  </a:cubicBezTo>
                  <a:lnTo>
                    <a:pt x="98054" y="88853"/>
                  </a:lnTo>
                  <a:lnTo>
                    <a:pt x="98054" y="9440"/>
                  </a:lnTo>
                  <a:cubicBezTo>
                    <a:pt x="98054" y="5469"/>
                    <a:pt x="98054" y="81"/>
                    <a:pt x="92512" y="81"/>
                  </a:cubicBezTo>
                  <a:cubicBezTo>
                    <a:pt x="86970" y="81"/>
                    <a:pt x="86970" y="5469"/>
                    <a:pt x="86970" y="9440"/>
                  </a:cubicBezTo>
                  <a:lnTo>
                    <a:pt x="86970" y="88853"/>
                  </a:lnTo>
                  <a:lnTo>
                    <a:pt x="9383" y="88853"/>
                  </a:lnTo>
                  <a:cubicBezTo>
                    <a:pt x="5503" y="88853"/>
                    <a:pt x="238" y="88853"/>
                    <a:pt x="238" y="94526"/>
                  </a:cubicBezTo>
                  <a:cubicBezTo>
                    <a:pt x="238" y="100198"/>
                    <a:pt x="5503" y="100198"/>
                    <a:pt x="9383" y="100198"/>
                  </a:cubicBezTo>
                  <a:lnTo>
                    <a:pt x="86970" y="100198"/>
                  </a:lnTo>
                  <a:lnTo>
                    <a:pt x="86970" y="179611"/>
                  </a:lnTo>
                  <a:cubicBezTo>
                    <a:pt x="86970" y="183582"/>
                    <a:pt x="86970" y="188971"/>
                    <a:pt x="92512" y="188971"/>
                  </a:cubicBezTo>
                  <a:cubicBezTo>
                    <a:pt x="98054" y="188971"/>
                    <a:pt x="98054" y="183582"/>
                    <a:pt x="98054" y="179611"/>
                  </a:cubicBezTo>
                  <a:lnTo>
                    <a:pt x="98054" y="10019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CB83B2B1-5322-CA9B-1140-5801436D15C2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8934546" y="3930308"/>
              <a:ext cx="78418" cy="191726"/>
            </a:xfrm>
            <a:custGeom>
              <a:avLst/>
              <a:gdLst>
                <a:gd name="connsiteX0" fmla="*/ 50125 w 78418"/>
                <a:gd name="connsiteY0" fmla="*/ 81 h 191726"/>
                <a:gd name="connsiteX1" fmla="*/ 247 w 78418"/>
                <a:gd name="connsiteY1" fmla="*/ 25890 h 191726"/>
                <a:gd name="connsiteX2" fmla="*/ 247 w 78418"/>
                <a:gd name="connsiteY2" fmla="*/ 29861 h 191726"/>
                <a:gd name="connsiteX3" fmla="*/ 7729 w 78418"/>
                <a:gd name="connsiteY3" fmla="*/ 26741 h 191726"/>
                <a:gd name="connsiteX4" fmla="*/ 20199 w 78418"/>
                <a:gd name="connsiteY4" fmla="*/ 23621 h 191726"/>
                <a:gd name="connsiteX5" fmla="*/ 28512 w 78418"/>
                <a:gd name="connsiteY5" fmla="*/ 36951 h 191726"/>
                <a:gd name="connsiteX6" fmla="*/ 28512 w 78418"/>
                <a:gd name="connsiteY6" fmla="*/ 165430 h 191726"/>
                <a:gd name="connsiteX7" fmla="*/ 21861 w 78418"/>
                <a:gd name="connsiteY7" fmla="*/ 183866 h 191726"/>
                <a:gd name="connsiteX8" fmla="*/ 2187 w 78418"/>
                <a:gd name="connsiteY8" fmla="*/ 187553 h 191726"/>
                <a:gd name="connsiteX9" fmla="*/ 2187 w 78418"/>
                <a:gd name="connsiteY9" fmla="*/ 191807 h 191726"/>
                <a:gd name="connsiteX10" fmla="*/ 78666 w 78418"/>
                <a:gd name="connsiteY10" fmla="*/ 191807 h 191726"/>
                <a:gd name="connsiteX11" fmla="*/ 78666 w 78418"/>
                <a:gd name="connsiteY11" fmla="*/ 187553 h 191726"/>
                <a:gd name="connsiteX12" fmla="*/ 52342 w 78418"/>
                <a:gd name="connsiteY12" fmla="*/ 170819 h 191726"/>
                <a:gd name="connsiteX13" fmla="*/ 52342 w 78418"/>
                <a:gd name="connsiteY13" fmla="*/ 648 h 191726"/>
                <a:gd name="connsiteX14" fmla="*/ 50125 w 78418"/>
                <a:gd name="connsiteY14" fmla="*/ 8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125" y="81"/>
                  </a:moveTo>
                  <a:lnTo>
                    <a:pt x="247" y="25890"/>
                  </a:lnTo>
                  <a:lnTo>
                    <a:pt x="247" y="29861"/>
                  </a:lnTo>
                  <a:cubicBezTo>
                    <a:pt x="3573" y="28442"/>
                    <a:pt x="6621" y="27308"/>
                    <a:pt x="7729" y="26741"/>
                  </a:cubicBezTo>
                  <a:cubicBezTo>
                    <a:pt x="12717" y="24755"/>
                    <a:pt x="17428" y="23621"/>
                    <a:pt x="20199" y="23621"/>
                  </a:cubicBezTo>
                  <a:cubicBezTo>
                    <a:pt x="26018" y="23621"/>
                    <a:pt x="28512" y="27875"/>
                    <a:pt x="28512" y="36951"/>
                  </a:cubicBezTo>
                  <a:lnTo>
                    <a:pt x="28512" y="165430"/>
                  </a:lnTo>
                  <a:cubicBezTo>
                    <a:pt x="28512" y="174790"/>
                    <a:pt x="26295" y="181313"/>
                    <a:pt x="21861" y="183866"/>
                  </a:cubicBezTo>
                  <a:cubicBezTo>
                    <a:pt x="17705" y="186418"/>
                    <a:pt x="13825" y="187269"/>
                    <a:pt x="2187" y="187553"/>
                  </a:cubicBezTo>
                  <a:lnTo>
                    <a:pt x="2187" y="191807"/>
                  </a:lnTo>
                  <a:lnTo>
                    <a:pt x="78666" y="191807"/>
                  </a:lnTo>
                  <a:lnTo>
                    <a:pt x="78666" y="187553"/>
                  </a:lnTo>
                  <a:cubicBezTo>
                    <a:pt x="56776" y="187269"/>
                    <a:pt x="52342" y="184433"/>
                    <a:pt x="52342" y="170819"/>
                  </a:cubicBezTo>
                  <a:lnTo>
                    <a:pt x="52342" y="648"/>
                  </a:lnTo>
                  <a:lnTo>
                    <a:pt x="50125" y="8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381DDCD5-1721-7F77-9661-CCC50FFA979A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9066687" y="4091971"/>
              <a:ext cx="29372" cy="30063"/>
            </a:xfrm>
            <a:custGeom>
              <a:avLst/>
              <a:gdLst>
                <a:gd name="connsiteX0" fmla="*/ 29625 w 29372"/>
                <a:gd name="connsiteY0" fmla="*/ 15112 h 30063"/>
                <a:gd name="connsiteX1" fmla="*/ 14939 w 29372"/>
                <a:gd name="connsiteY1" fmla="*/ 81 h 30063"/>
                <a:gd name="connsiteX2" fmla="*/ 252 w 29372"/>
                <a:gd name="connsiteY2" fmla="*/ 15112 h 30063"/>
                <a:gd name="connsiteX3" fmla="*/ 14939 w 29372"/>
                <a:gd name="connsiteY3" fmla="*/ 30144 h 30063"/>
                <a:gd name="connsiteX4" fmla="*/ 29625 w 29372"/>
                <a:gd name="connsiteY4" fmla="*/ 15112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625" y="15112"/>
                  </a:moveTo>
                  <a:cubicBezTo>
                    <a:pt x="29625" y="6887"/>
                    <a:pt x="22975" y="81"/>
                    <a:pt x="14939" y="81"/>
                  </a:cubicBezTo>
                  <a:cubicBezTo>
                    <a:pt x="6903" y="81"/>
                    <a:pt x="252" y="6887"/>
                    <a:pt x="252" y="15112"/>
                  </a:cubicBezTo>
                  <a:cubicBezTo>
                    <a:pt x="252" y="23337"/>
                    <a:pt x="6903" y="30144"/>
                    <a:pt x="14939" y="30144"/>
                  </a:cubicBezTo>
                  <a:cubicBezTo>
                    <a:pt x="22975" y="30144"/>
                    <a:pt x="29625" y="23337"/>
                    <a:pt x="29625" y="15112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9318867F-8056-7A6A-CCEB-E5F49BA36205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9131814" y="3930308"/>
              <a:ext cx="107791" cy="195697"/>
            </a:xfrm>
            <a:custGeom>
              <a:avLst/>
              <a:gdLst>
                <a:gd name="connsiteX0" fmla="*/ 30736 w 107791"/>
                <a:gd name="connsiteY0" fmla="*/ 98213 h 195697"/>
                <a:gd name="connsiteX1" fmla="*/ 60109 w 107791"/>
                <a:gd name="connsiteY1" fmla="*/ 101332 h 195697"/>
                <a:gd name="connsiteX2" fmla="*/ 88096 w 107791"/>
                <a:gd name="connsiteY2" fmla="*/ 143308 h 195697"/>
                <a:gd name="connsiteX3" fmla="*/ 51796 w 107791"/>
                <a:gd name="connsiteY3" fmla="*/ 185567 h 195697"/>
                <a:gd name="connsiteX4" fmla="*/ 28519 w 107791"/>
                <a:gd name="connsiteY4" fmla="*/ 176775 h 195697"/>
                <a:gd name="connsiteX5" fmla="*/ 10785 w 107791"/>
                <a:gd name="connsiteY5" fmla="*/ 169685 h 195697"/>
                <a:gd name="connsiteX6" fmla="*/ 255 w 107791"/>
                <a:gd name="connsiteY6" fmla="*/ 179611 h 195697"/>
                <a:gd name="connsiteX7" fmla="*/ 31567 w 107791"/>
                <a:gd name="connsiteY7" fmla="*/ 195778 h 195697"/>
                <a:gd name="connsiteX8" fmla="*/ 87818 w 107791"/>
                <a:gd name="connsiteY8" fmla="*/ 176775 h 195697"/>
                <a:gd name="connsiteX9" fmla="*/ 108047 w 107791"/>
                <a:gd name="connsiteY9" fmla="*/ 129694 h 195697"/>
                <a:gd name="connsiteX10" fmla="*/ 95577 w 107791"/>
                <a:gd name="connsiteY10" fmla="*/ 93108 h 195697"/>
                <a:gd name="connsiteX11" fmla="*/ 72578 w 107791"/>
                <a:gd name="connsiteY11" fmla="*/ 78076 h 195697"/>
                <a:gd name="connsiteX12" fmla="*/ 98625 w 107791"/>
                <a:gd name="connsiteY12" fmla="*/ 38936 h 195697"/>
                <a:gd name="connsiteX13" fmla="*/ 55398 w 107791"/>
                <a:gd name="connsiteY13" fmla="*/ 81 h 195697"/>
                <a:gd name="connsiteX14" fmla="*/ 19375 w 107791"/>
                <a:gd name="connsiteY14" fmla="*/ 13978 h 195697"/>
                <a:gd name="connsiteX15" fmla="*/ 809 w 107791"/>
                <a:gd name="connsiteY15" fmla="*/ 46027 h 195697"/>
                <a:gd name="connsiteX16" fmla="*/ 4966 w 107791"/>
                <a:gd name="connsiteY16" fmla="*/ 47161 h 195697"/>
                <a:gd name="connsiteX17" fmla="*/ 46254 w 107791"/>
                <a:gd name="connsiteY17" fmla="*/ 17098 h 195697"/>
                <a:gd name="connsiteX18" fmla="*/ 76735 w 107791"/>
                <a:gd name="connsiteY18" fmla="*/ 47445 h 195697"/>
                <a:gd name="connsiteX19" fmla="*/ 65651 w 107791"/>
                <a:gd name="connsiteY19" fmla="*/ 74956 h 195697"/>
                <a:gd name="connsiteX20" fmla="*/ 30736 w 107791"/>
                <a:gd name="connsiteY20" fmla="*/ 94526 h 195697"/>
                <a:gd name="connsiteX21" fmla="*/ 30736 w 107791"/>
                <a:gd name="connsiteY21" fmla="*/ 98213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91" h="195697">
                  <a:moveTo>
                    <a:pt x="30736" y="98213"/>
                  </a:moveTo>
                  <a:cubicBezTo>
                    <a:pt x="47085" y="98213"/>
                    <a:pt x="53458" y="98780"/>
                    <a:pt x="60109" y="101332"/>
                  </a:cubicBezTo>
                  <a:cubicBezTo>
                    <a:pt x="77289" y="107572"/>
                    <a:pt x="88096" y="123738"/>
                    <a:pt x="88096" y="143308"/>
                  </a:cubicBezTo>
                  <a:cubicBezTo>
                    <a:pt x="88096" y="167132"/>
                    <a:pt x="72301" y="185567"/>
                    <a:pt x="51796" y="185567"/>
                  </a:cubicBezTo>
                  <a:cubicBezTo>
                    <a:pt x="44314" y="185567"/>
                    <a:pt x="38772" y="183582"/>
                    <a:pt x="28519" y="176775"/>
                  </a:cubicBezTo>
                  <a:cubicBezTo>
                    <a:pt x="20206" y="171670"/>
                    <a:pt x="15496" y="169685"/>
                    <a:pt x="10785" y="169685"/>
                  </a:cubicBezTo>
                  <a:cubicBezTo>
                    <a:pt x="4412" y="169685"/>
                    <a:pt x="255" y="173655"/>
                    <a:pt x="255" y="179611"/>
                  </a:cubicBezTo>
                  <a:cubicBezTo>
                    <a:pt x="255" y="189538"/>
                    <a:pt x="12170" y="195778"/>
                    <a:pt x="31567" y="195778"/>
                  </a:cubicBezTo>
                  <a:cubicBezTo>
                    <a:pt x="52904" y="195778"/>
                    <a:pt x="74795" y="188403"/>
                    <a:pt x="87818" y="176775"/>
                  </a:cubicBezTo>
                  <a:cubicBezTo>
                    <a:pt x="100842" y="165147"/>
                    <a:pt x="108047" y="148697"/>
                    <a:pt x="108047" y="129694"/>
                  </a:cubicBezTo>
                  <a:cubicBezTo>
                    <a:pt x="108047" y="115230"/>
                    <a:pt x="103613" y="101900"/>
                    <a:pt x="95577" y="93108"/>
                  </a:cubicBezTo>
                  <a:cubicBezTo>
                    <a:pt x="90035" y="86868"/>
                    <a:pt x="84770" y="83465"/>
                    <a:pt x="72578" y="78076"/>
                  </a:cubicBezTo>
                  <a:cubicBezTo>
                    <a:pt x="91698" y="64746"/>
                    <a:pt x="98625" y="54252"/>
                    <a:pt x="98625" y="38936"/>
                  </a:cubicBezTo>
                  <a:cubicBezTo>
                    <a:pt x="98625" y="15963"/>
                    <a:pt x="80891" y="81"/>
                    <a:pt x="55398" y="81"/>
                  </a:cubicBezTo>
                  <a:cubicBezTo>
                    <a:pt x="41543" y="81"/>
                    <a:pt x="29351" y="4902"/>
                    <a:pt x="19375" y="13978"/>
                  </a:cubicBezTo>
                  <a:cubicBezTo>
                    <a:pt x="11062" y="21636"/>
                    <a:pt x="6906" y="29010"/>
                    <a:pt x="809" y="46027"/>
                  </a:cubicBezTo>
                  <a:lnTo>
                    <a:pt x="4966" y="47161"/>
                  </a:lnTo>
                  <a:cubicBezTo>
                    <a:pt x="16327" y="26457"/>
                    <a:pt x="28796" y="17098"/>
                    <a:pt x="46254" y="17098"/>
                  </a:cubicBezTo>
                  <a:cubicBezTo>
                    <a:pt x="64265" y="17098"/>
                    <a:pt x="76735" y="29577"/>
                    <a:pt x="76735" y="47445"/>
                  </a:cubicBezTo>
                  <a:cubicBezTo>
                    <a:pt x="76735" y="57655"/>
                    <a:pt x="72578" y="67865"/>
                    <a:pt x="65651" y="74956"/>
                  </a:cubicBezTo>
                  <a:cubicBezTo>
                    <a:pt x="57338" y="83465"/>
                    <a:pt x="49579" y="87719"/>
                    <a:pt x="30736" y="94526"/>
                  </a:cubicBezTo>
                  <a:lnTo>
                    <a:pt x="30736" y="9821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864BD499-34B5-793F-1226-D2354F3523E5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9265618" y="3930308"/>
              <a:ext cx="125248" cy="195697"/>
            </a:xfrm>
            <a:custGeom>
              <a:avLst/>
              <a:gdLst>
                <a:gd name="connsiteX0" fmla="*/ 63993 w 125248"/>
                <a:gd name="connsiteY0" fmla="*/ 81 h 195697"/>
                <a:gd name="connsiteX1" fmla="*/ 26862 w 125248"/>
                <a:gd name="connsiteY1" fmla="*/ 14829 h 195697"/>
                <a:gd name="connsiteX2" fmla="*/ 260 w 125248"/>
                <a:gd name="connsiteY2" fmla="*/ 96511 h 195697"/>
                <a:gd name="connsiteX3" fmla="*/ 22428 w 125248"/>
                <a:gd name="connsiteY3" fmla="*/ 176491 h 195697"/>
                <a:gd name="connsiteX4" fmla="*/ 62885 w 125248"/>
                <a:gd name="connsiteY4" fmla="*/ 195778 h 195697"/>
                <a:gd name="connsiteX5" fmla="*/ 98907 w 125248"/>
                <a:gd name="connsiteY5" fmla="*/ 181029 h 195697"/>
                <a:gd name="connsiteX6" fmla="*/ 125509 w 125248"/>
                <a:gd name="connsiteY6" fmla="*/ 98213 h 195697"/>
                <a:gd name="connsiteX7" fmla="*/ 63993 w 125248"/>
                <a:gd name="connsiteY7" fmla="*/ 81 h 195697"/>
                <a:gd name="connsiteX8" fmla="*/ 63162 w 125248"/>
                <a:gd name="connsiteY8" fmla="*/ 7455 h 195697"/>
                <a:gd name="connsiteX9" fmla="*/ 98907 w 125248"/>
                <a:gd name="connsiteY9" fmla="*/ 98780 h 195697"/>
                <a:gd name="connsiteX10" fmla="*/ 62885 w 125248"/>
                <a:gd name="connsiteY10" fmla="*/ 188403 h 195697"/>
                <a:gd name="connsiteX11" fmla="*/ 26862 w 125248"/>
                <a:gd name="connsiteY11" fmla="*/ 99064 h 195697"/>
                <a:gd name="connsiteX12" fmla="*/ 63162 w 125248"/>
                <a:gd name="connsiteY12" fmla="*/ 7455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993" y="81"/>
                  </a:moveTo>
                  <a:cubicBezTo>
                    <a:pt x="48753" y="81"/>
                    <a:pt x="37114" y="4902"/>
                    <a:pt x="26862" y="14829"/>
                  </a:cubicBezTo>
                  <a:cubicBezTo>
                    <a:pt x="10790" y="30711"/>
                    <a:pt x="260" y="63328"/>
                    <a:pt x="260" y="96511"/>
                  </a:cubicBezTo>
                  <a:cubicBezTo>
                    <a:pt x="260" y="127425"/>
                    <a:pt x="9404" y="160609"/>
                    <a:pt x="22428" y="176491"/>
                  </a:cubicBezTo>
                  <a:cubicBezTo>
                    <a:pt x="32681" y="188971"/>
                    <a:pt x="46813" y="195778"/>
                    <a:pt x="62885" y="195778"/>
                  </a:cubicBezTo>
                  <a:cubicBezTo>
                    <a:pt x="77017" y="195778"/>
                    <a:pt x="88932" y="190956"/>
                    <a:pt x="98907" y="181029"/>
                  </a:cubicBezTo>
                  <a:cubicBezTo>
                    <a:pt x="114979" y="165430"/>
                    <a:pt x="125509" y="132531"/>
                    <a:pt x="125509" y="98213"/>
                  </a:cubicBezTo>
                  <a:cubicBezTo>
                    <a:pt x="125509" y="40071"/>
                    <a:pt x="100293" y="81"/>
                    <a:pt x="63993" y="81"/>
                  </a:cubicBezTo>
                  <a:close/>
                  <a:moveTo>
                    <a:pt x="63162" y="7455"/>
                  </a:moveTo>
                  <a:cubicBezTo>
                    <a:pt x="86438" y="7455"/>
                    <a:pt x="98907" y="39504"/>
                    <a:pt x="98907" y="98780"/>
                  </a:cubicBezTo>
                  <a:cubicBezTo>
                    <a:pt x="98907" y="158056"/>
                    <a:pt x="86715" y="188403"/>
                    <a:pt x="62885" y="188403"/>
                  </a:cubicBezTo>
                  <a:cubicBezTo>
                    <a:pt x="39054" y="188403"/>
                    <a:pt x="26862" y="158056"/>
                    <a:pt x="26862" y="99064"/>
                  </a:cubicBezTo>
                  <a:cubicBezTo>
                    <a:pt x="26862" y="38936"/>
                    <a:pt x="39331" y="7455"/>
                    <a:pt x="63162" y="7455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ACB86CC3-A901-ECE4-BECA-036B4386B0B0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9406349" y="3930308"/>
              <a:ext cx="118875" cy="197965"/>
            </a:xfrm>
            <a:custGeom>
              <a:avLst/>
              <a:gdLst>
                <a:gd name="connsiteX0" fmla="*/ 8301 w 118875"/>
                <a:gd name="connsiteY0" fmla="*/ 198047 h 197965"/>
                <a:gd name="connsiteX1" fmla="*/ 73419 w 118875"/>
                <a:gd name="connsiteY1" fmla="*/ 175073 h 197965"/>
                <a:gd name="connsiteX2" fmla="*/ 119141 w 118875"/>
                <a:gd name="connsiteY2" fmla="*/ 80061 h 197965"/>
                <a:gd name="connsiteX3" fmla="*/ 57902 w 118875"/>
                <a:gd name="connsiteY3" fmla="*/ 81 h 197965"/>
                <a:gd name="connsiteX4" fmla="*/ 265 w 118875"/>
                <a:gd name="connsiteY4" fmla="*/ 67015 h 197965"/>
                <a:gd name="connsiteX5" fmla="*/ 50143 w 118875"/>
                <a:gd name="connsiteY5" fmla="*/ 124589 h 197965"/>
                <a:gd name="connsiteX6" fmla="*/ 91708 w 118875"/>
                <a:gd name="connsiteY6" fmla="*/ 108423 h 197965"/>
                <a:gd name="connsiteX7" fmla="*/ 7470 w 118875"/>
                <a:gd name="connsiteY7" fmla="*/ 192374 h 197965"/>
                <a:gd name="connsiteX8" fmla="*/ 8301 w 118875"/>
                <a:gd name="connsiteY8" fmla="*/ 198047 h 197965"/>
                <a:gd name="connsiteX9" fmla="*/ 92262 w 118875"/>
                <a:gd name="connsiteY9" fmla="*/ 91122 h 197965"/>
                <a:gd name="connsiteX10" fmla="*/ 88106 w 118875"/>
                <a:gd name="connsiteY10" fmla="*/ 101900 h 197965"/>
                <a:gd name="connsiteX11" fmla="*/ 60119 w 118875"/>
                <a:gd name="connsiteY11" fmla="*/ 112394 h 197965"/>
                <a:gd name="connsiteX12" fmla="*/ 25758 w 118875"/>
                <a:gd name="connsiteY12" fmla="*/ 57372 h 197965"/>
                <a:gd name="connsiteX13" fmla="*/ 36011 w 118875"/>
                <a:gd name="connsiteY13" fmla="*/ 16814 h 197965"/>
                <a:gd name="connsiteX14" fmla="*/ 55685 w 118875"/>
                <a:gd name="connsiteY14" fmla="*/ 8022 h 197965"/>
                <a:gd name="connsiteX15" fmla="*/ 92262 w 118875"/>
                <a:gd name="connsiteY15" fmla="*/ 80061 h 197965"/>
                <a:gd name="connsiteX16" fmla="*/ 92262 w 118875"/>
                <a:gd name="connsiteY16" fmla="*/ 91122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301" y="198047"/>
                  </a:moveTo>
                  <a:cubicBezTo>
                    <a:pt x="39336" y="194359"/>
                    <a:pt x="54577" y="188971"/>
                    <a:pt x="73419" y="175073"/>
                  </a:cubicBezTo>
                  <a:cubicBezTo>
                    <a:pt x="102238" y="153518"/>
                    <a:pt x="119141" y="118350"/>
                    <a:pt x="119141" y="80061"/>
                  </a:cubicBezTo>
                  <a:cubicBezTo>
                    <a:pt x="119141" y="33264"/>
                    <a:pt x="93647" y="81"/>
                    <a:pt x="57902" y="81"/>
                  </a:cubicBezTo>
                  <a:cubicBezTo>
                    <a:pt x="24927" y="81"/>
                    <a:pt x="265" y="28726"/>
                    <a:pt x="265" y="67015"/>
                  </a:cubicBezTo>
                  <a:cubicBezTo>
                    <a:pt x="265" y="101616"/>
                    <a:pt x="20216" y="124589"/>
                    <a:pt x="50143" y="124589"/>
                  </a:cubicBezTo>
                  <a:cubicBezTo>
                    <a:pt x="65383" y="124589"/>
                    <a:pt x="77022" y="120051"/>
                    <a:pt x="91708" y="108423"/>
                  </a:cubicBezTo>
                  <a:cubicBezTo>
                    <a:pt x="80347" y="154653"/>
                    <a:pt x="49589" y="185000"/>
                    <a:pt x="7470" y="192374"/>
                  </a:cubicBezTo>
                  <a:lnTo>
                    <a:pt x="8301" y="198047"/>
                  </a:lnTo>
                  <a:close/>
                  <a:moveTo>
                    <a:pt x="92262" y="91122"/>
                  </a:moveTo>
                  <a:cubicBezTo>
                    <a:pt x="92262" y="96795"/>
                    <a:pt x="91154" y="99347"/>
                    <a:pt x="88106" y="101900"/>
                  </a:cubicBezTo>
                  <a:cubicBezTo>
                    <a:pt x="80347" y="108707"/>
                    <a:pt x="70094" y="112394"/>
                    <a:pt x="60119" y="112394"/>
                  </a:cubicBezTo>
                  <a:cubicBezTo>
                    <a:pt x="39059" y="112394"/>
                    <a:pt x="25758" y="91122"/>
                    <a:pt x="25758" y="57372"/>
                  </a:cubicBezTo>
                  <a:cubicBezTo>
                    <a:pt x="25758" y="41205"/>
                    <a:pt x="30192" y="24188"/>
                    <a:pt x="36011" y="16814"/>
                  </a:cubicBezTo>
                  <a:cubicBezTo>
                    <a:pt x="40722" y="11142"/>
                    <a:pt x="47649" y="8022"/>
                    <a:pt x="55685" y="8022"/>
                  </a:cubicBezTo>
                  <a:cubicBezTo>
                    <a:pt x="79793" y="8022"/>
                    <a:pt x="92262" y="32413"/>
                    <a:pt x="92262" y="80061"/>
                  </a:cubicBezTo>
                  <a:lnTo>
                    <a:pt x="92262" y="91122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FE36343F-5322-4758-B765-8A50C28716CD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9542647" y="3934279"/>
              <a:ext cx="118875" cy="190024"/>
            </a:xfrm>
            <a:custGeom>
              <a:avLst/>
              <a:gdLst>
                <a:gd name="connsiteX0" fmla="*/ 119146 w 118875"/>
                <a:gd name="connsiteY0" fmla="*/ 81 h 190024"/>
                <a:gd name="connsiteX1" fmla="*/ 16619 w 118875"/>
                <a:gd name="connsiteY1" fmla="*/ 81 h 190024"/>
                <a:gd name="connsiteX2" fmla="*/ 270 w 118875"/>
                <a:gd name="connsiteY2" fmla="*/ 41773 h 190024"/>
                <a:gd name="connsiteX3" fmla="*/ 4981 w 118875"/>
                <a:gd name="connsiteY3" fmla="*/ 44041 h 190024"/>
                <a:gd name="connsiteX4" fmla="*/ 37124 w 118875"/>
                <a:gd name="connsiteY4" fmla="*/ 21068 h 190024"/>
                <a:gd name="connsiteX5" fmla="*/ 97255 w 118875"/>
                <a:gd name="connsiteY5" fmla="*/ 21068 h 190024"/>
                <a:gd name="connsiteX6" fmla="*/ 42389 w 118875"/>
                <a:gd name="connsiteY6" fmla="*/ 190105 h 190024"/>
                <a:gd name="connsiteX7" fmla="*/ 60401 w 118875"/>
                <a:gd name="connsiteY7" fmla="*/ 190105 h 190024"/>
                <a:gd name="connsiteX8" fmla="*/ 119146 w 118875"/>
                <a:gd name="connsiteY8" fmla="*/ 4618 h 190024"/>
                <a:gd name="connsiteX9" fmla="*/ 119146 w 118875"/>
                <a:gd name="connsiteY9" fmla="*/ 81 h 19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8875" h="190024">
                  <a:moveTo>
                    <a:pt x="119146" y="81"/>
                  </a:moveTo>
                  <a:lnTo>
                    <a:pt x="16619" y="81"/>
                  </a:lnTo>
                  <a:lnTo>
                    <a:pt x="270" y="41773"/>
                  </a:lnTo>
                  <a:lnTo>
                    <a:pt x="4981" y="44041"/>
                  </a:lnTo>
                  <a:cubicBezTo>
                    <a:pt x="16896" y="24755"/>
                    <a:pt x="21884" y="21068"/>
                    <a:pt x="37124" y="21068"/>
                  </a:cubicBezTo>
                  <a:lnTo>
                    <a:pt x="97255" y="21068"/>
                  </a:lnTo>
                  <a:lnTo>
                    <a:pt x="42389" y="190105"/>
                  </a:lnTo>
                  <a:lnTo>
                    <a:pt x="60401" y="190105"/>
                  </a:lnTo>
                  <a:lnTo>
                    <a:pt x="119146" y="4618"/>
                  </a:lnTo>
                  <a:lnTo>
                    <a:pt x="119146" y="8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37D04961-D0A6-7E78-5B25-751A5AFA8F87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9684487" y="3930308"/>
              <a:ext cx="123308" cy="191726"/>
            </a:xfrm>
            <a:custGeom>
              <a:avLst/>
              <a:gdLst>
                <a:gd name="connsiteX0" fmla="*/ 123584 w 123308"/>
                <a:gd name="connsiteY0" fmla="*/ 152951 h 191726"/>
                <a:gd name="connsiteX1" fmla="*/ 119982 w 123308"/>
                <a:gd name="connsiteY1" fmla="*/ 151533 h 191726"/>
                <a:gd name="connsiteX2" fmla="*/ 93657 w 123308"/>
                <a:gd name="connsiteY2" fmla="*/ 170252 h 191726"/>
                <a:gd name="connsiteX3" fmla="*/ 27431 w 123308"/>
                <a:gd name="connsiteY3" fmla="*/ 170252 h 191726"/>
                <a:gd name="connsiteX4" fmla="*/ 73983 w 123308"/>
                <a:gd name="connsiteY4" fmla="*/ 120335 h 191726"/>
                <a:gd name="connsiteX5" fmla="*/ 109452 w 123308"/>
                <a:gd name="connsiteY5" fmla="*/ 50281 h 191726"/>
                <a:gd name="connsiteX6" fmla="*/ 58189 w 123308"/>
                <a:gd name="connsiteY6" fmla="*/ 81 h 191726"/>
                <a:gd name="connsiteX7" fmla="*/ 18287 w 123308"/>
                <a:gd name="connsiteY7" fmla="*/ 17665 h 191726"/>
                <a:gd name="connsiteX8" fmla="*/ 552 w 123308"/>
                <a:gd name="connsiteY8" fmla="*/ 56521 h 191726"/>
                <a:gd name="connsiteX9" fmla="*/ 6371 w 123308"/>
                <a:gd name="connsiteY9" fmla="*/ 57939 h 191726"/>
                <a:gd name="connsiteX10" fmla="*/ 46551 w 123308"/>
                <a:gd name="connsiteY10" fmla="*/ 21068 h 191726"/>
                <a:gd name="connsiteX11" fmla="*/ 85622 w 123308"/>
                <a:gd name="connsiteY11" fmla="*/ 61059 h 191726"/>
                <a:gd name="connsiteX12" fmla="*/ 49599 w 123308"/>
                <a:gd name="connsiteY12" fmla="*/ 134800 h 191726"/>
                <a:gd name="connsiteX13" fmla="*/ 275 w 123308"/>
                <a:gd name="connsiteY13" fmla="*/ 188403 h 191726"/>
                <a:gd name="connsiteX14" fmla="*/ 275 w 123308"/>
                <a:gd name="connsiteY14" fmla="*/ 191807 h 191726"/>
                <a:gd name="connsiteX15" fmla="*/ 108344 w 123308"/>
                <a:gd name="connsiteY15" fmla="*/ 191807 h 191726"/>
                <a:gd name="connsiteX16" fmla="*/ 123584 w 123308"/>
                <a:gd name="connsiteY16" fmla="*/ 15295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584" y="152951"/>
                  </a:moveTo>
                  <a:lnTo>
                    <a:pt x="119982" y="151533"/>
                  </a:lnTo>
                  <a:cubicBezTo>
                    <a:pt x="109729" y="167699"/>
                    <a:pt x="106127" y="170252"/>
                    <a:pt x="93657" y="170252"/>
                  </a:cubicBezTo>
                  <a:lnTo>
                    <a:pt x="27431" y="170252"/>
                  </a:lnTo>
                  <a:lnTo>
                    <a:pt x="73983" y="120335"/>
                  </a:lnTo>
                  <a:cubicBezTo>
                    <a:pt x="98645" y="93958"/>
                    <a:pt x="109452" y="72403"/>
                    <a:pt x="109452" y="50281"/>
                  </a:cubicBezTo>
                  <a:cubicBezTo>
                    <a:pt x="109452" y="21919"/>
                    <a:pt x="87007" y="81"/>
                    <a:pt x="58189" y="81"/>
                  </a:cubicBezTo>
                  <a:cubicBezTo>
                    <a:pt x="42948" y="81"/>
                    <a:pt x="28539" y="6320"/>
                    <a:pt x="18287" y="17665"/>
                  </a:cubicBezTo>
                  <a:cubicBezTo>
                    <a:pt x="9419" y="27308"/>
                    <a:pt x="5263" y="36384"/>
                    <a:pt x="552" y="56521"/>
                  </a:cubicBezTo>
                  <a:lnTo>
                    <a:pt x="6371" y="57939"/>
                  </a:lnTo>
                  <a:cubicBezTo>
                    <a:pt x="17455" y="30144"/>
                    <a:pt x="27431" y="21068"/>
                    <a:pt x="46551" y="21068"/>
                  </a:cubicBezTo>
                  <a:cubicBezTo>
                    <a:pt x="69827" y="21068"/>
                    <a:pt x="85622" y="37235"/>
                    <a:pt x="85622" y="61059"/>
                  </a:cubicBezTo>
                  <a:cubicBezTo>
                    <a:pt x="85622" y="83181"/>
                    <a:pt x="72875" y="109557"/>
                    <a:pt x="49599" y="134800"/>
                  </a:cubicBezTo>
                  <a:lnTo>
                    <a:pt x="275" y="188403"/>
                  </a:lnTo>
                  <a:lnTo>
                    <a:pt x="275" y="191807"/>
                  </a:lnTo>
                  <a:lnTo>
                    <a:pt x="108344" y="191807"/>
                  </a:lnTo>
                  <a:lnTo>
                    <a:pt x="123584" y="15295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E2E0564-C5CA-E357-61B6-0AA39A70B484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9823556" y="3930308"/>
              <a:ext cx="118875" cy="197965"/>
            </a:xfrm>
            <a:custGeom>
              <a:avLst/>
              <a:gdLst>
                <a:gd name="connsiteX0" fmla="*/ 8316 w 118875"/>
                <a:gd name="connsiteY0" fmla="*/ 198047 h 197965"/>
                <a:gd name="connsiteX1" fmla="*/ 73434 w 118875"/>
                <a:gd name="connsiteY1" fmla="*/ 175073 h 197965"/>
                <a:gd name="connsiteX2" fmla="*/ 119156 w 118875"/>
                <a:gd name="connsiteY2" fmla="*/ 80061 h 197965"/>
                <a:gd name="connsiteX3" fmla="*/ 57917 w 118875"/>
                <a:gd name="connsiteY3" fmla="*/ 81 h 197965"/>
                <a:gd name="connsiteX4" fmla="*/ 280 w 118875"/>
                <a:gd name="connsiteY4" fmla="*/ 67015 h 197965"/>
                <a:gd name="connsiteX5" fmla="*/ 50158 w 118875"/>
                <a:gd name="connsiteY5" fmla="*/ 124589 h 197965"/>
                <a:gd name="connsiteX6" fmla="*/ 91723 w 118875"/>
                <a:gd name="connsiteY6" fmla="*/ 108423 h 197965"/>
                <a:gd name="connsiteX7" fmla="*/ 7485 w 118875"/>
                <a:gd name="connsiteY7" fmla="*/ 192374 h 197965"/>
                <a:gd name="connsiteX8" fmla="*/ 8316 w 118875"/>
                <a:gd name="connsiteY8" fmla="*/ 198047 h 197965"/>
                <a:gd name="connsiteX9" fmla="*/ 92277 w 118875"/>
                <a:gd name="connsiteY9" fmla="*/ 91122 h 197965"/>
                <a:gd name="connsiteX10" fmla="*/ 88120 w 118875"/>
                <a:gd name="connsiteY10" fmla="*/ 101900 h 197965"/>
                <a:gd name="connsiteX11" fmla="*/ 60133 w 118875"/>
                <a:gd name="connsiteY11" fmla="*/ 112394 h 197965"/>
                <a:gd name="connsiteX12" fmla="*/ 25773 w 118875"/>
                <a:gd name="connsiteY12" fmla="*/ 57372 h 197965"/>
                <a:gd name="connsiteX13" fmla="*/ 36026 w 118875"/>
                <a:gd name="connsiteY13" fmla="*/ 16814 h 197965"/>
                <a:gd name="connsiteX14" fmla="*/ 55700 w 118875"/>
                <a:gd name="connsiteY14" fmla="*/ 8022 h 197965"/>
                <a:gd name="connsiteX15" fmla="*/ 92277 w 118875"/>
                <a:gd name="connsiteY15" fmla="*/ 80061 h 197965"/>
                <a:gd name="connsiteX16" fmla="*/ 92277 w 118875"/>
                <a:gd name="connsiteY16" fmla="*/ 91122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316" y="198047"/>
                  </a:moveTo>
                  <a:cubicBezTo>
                    <a:pt x="39351" y="194359"/>
                    <a:pt x="54591" y="188971"/>
                    <a:pt x="73434" y="175073"/>
                  </a:cubicBezTo>
                  <a:cubicBezTo>
                    <a:pt x="102252" y="153518"/>
                    <a:pt x="119156" y="118350"/>
                    <a:pt x="119156" y="80061"/>
                  </a:cubicBezTo>
                  <a:cubicBezTo>
                    <a:pt x="119156" y="33264"/>
                    <a:pt x="93662" y="81"/>
                    <a:pt x="57917" y="81"/>
                  </a:cubicBezTo>
                  <a:cubicBezTo>
                    <a:pt x="24942" y="81"/>
                    <a:pt x="280" y="28726"/>
                    <a:pt x="280" y="67015"/>
                  </a:cubicBezTo>
                  <a:cubicBezTo>
                    <a:pt x="280" y="101616"/>
                    <a:pt x="20231" y="124589"/>
                    <a:pt x="50158" y="124589"/>
                  </a:cubicBezTo>
                  <a:cubicBezTo>
                    <a:pt x="65398" y="124589"/>
                    <a:pt x="77036" y="120051"/>
                    <a:pt x="91723" y="108423"/>
                  </a:cubicBezTo>
                  <a:cubicBezTo>
                    <a:pt x="80362" y="154653"/>
                    <a:pt x="49604" y="185000"/>
                    <a:pt x="7485" y="192374"/>
                  </a:cubicBezTo>
                  <a:lnTo>
                    <a:pt x="8316" y="198047"/>
                  </a:lnTo>
                  <a:close/>
                  <a:moveTo>
                    <a:pt x="92277" y="91122"/>
                  </a:moveTo>
                  <a:cubicBezTo>
                    <a:pt x="92277" y="96795"/>
                    <a:pt x="91169" y="99347"/>
                    <a:pt x="88120" y="101900"/>
                  </a:cubicBezTo>
                  <a:cubicBezTo>
                    <a:pt x="80362" y="108707"/>
                    <a:pt x="70109" y="112394"/>
                    <a:pt x="60133" y="112394"/>
                  </a:cubicBezTo>
                  <a:cubicBezTo>
                    <a:pt x="39074" y="112394"/>
                    <a:pt x="25773" y="91122"/>
                    <a:pt x="25773" y="57372"/>
                  </a:cubicBezTo>
                  <a:cubicBezTo>
                    <a:pt x="25773" y="41205"/>
                    <a:pt x="30207" y="24188"/>
                    <a:pt x="36026" y="16814"/>
                  </a:cubicBezTo>
                  <a:cubicBezTo>
                    <a:pt x="40737" y="11142"/>
                    <a:pt x="47664" y="8022"/>
                    <a:pt x="55700" y="8022"/>
                  </a:cubicBezTo>
                  <a:cubicBezTo>
                    <a:pt x="79807" y="8022"/>
                    <a:pt x="92277" y="32413"/>
                    <a:pt x="92277" y="80061"/>
                  </a:cubicBezTo>
                  <a:lnTo>
                    <a:pt x="92277" y="91122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93E98688-BC89-5EC2-3CF7-2F6F6B2F4CB3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7559894" y="4237898"/>
              <a:ext cx="2394417" cy="11384"/>
            </a:xfrm>
            <a:custGeom>
              <a:avLst/>
              <a:gdLst>
                <a:gd name="connsiteX0" fmla="*/ 0 w 2394417"/>
                <a:gd name="connsiteY0" fmla="*/ 0 h 11384"/>
                <a:gd name="connsiteX1" fmla="*/ 2394418 w 2394417"/>
                <a:gd name="connsiteY1" fmla="*/ 0 h 11384"/>
                <a:gd name="connsiteX2" fmla="*/ 2394418 w 2394417"/>
                <a:gd name="connsiteY2" fmla="*/ 11384 h 11384"/>
                <a:gd name="connsiteX3" fmla="*/ 0 w 2394417"/>
                <a:gd name="connsiteY3" fmla="*/ 11384 h 1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417" h="11384">
                  <a:moveTo>
                    <a:pt x="0" y="0"/>
                  </a:moveTo>
                  <a:lnTo>
                    <a:pt x="2394418" y="0"/>
                  </a:lnTo>
                  <a:lnTo>
                    <a:pt x="2394418" y="11384"/>
                  </a:lnTo>
                  <a:lnTo>
                    <a:pt x="0" y="11384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995FA970-029F-0934-8C06-FC919E20EECF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>
            <a:xfrm>
              <a:off x="8695882" y="4318327"/>
              <a:ext cx="123308" cy="191726"/>
            </a:xfrm>
            <a:custGeom>
              <a:avLst/>
              <a:gdLst>
                <a:gd name="connsiteX0" fmla="*/ 123549 w 123308"/>
                <a:gd name="connsiteY0" fmla="*/ 152965 h 191726"/>
                <a:gd name="connsiteX1" fmla="*/ 119946 w 123308"/>
                <a:gd name="connsiteY1" fmla="*/ 151547 h 191726"/>
                <a:gd name="connsiteX2" fmla="*/ 93622 w 123308"/>
                <a:gd name="connsiteY2" fmla="*/ 170265 h 191726"/>
                <a:gd name="connsiteX3" fmla="*/ 27395 w 123308"/>
                <a:gd name="connsiteY3" fmla="*/ 170265 h 191726"/>
                <a:gd name="connsiteX4" fmla="*/ 73948 w 123308"/>
                <a:gd name="connsiteY4" fmla="*/ 120349 h 191726"/>
                <a:gd name="connsiteX5" fmla="*/ 109417 w 123308"/>
                <a:gd name="connsiteY5" fmla="*/ 50295 h 191726"/>
                <a:gd name="connsiteX6" fmla="*/ 58153 w 123308"/>
                <a:gd name="connsiteY6" fmla="*/ 94 h 191726"/>
                <a:gd name="connsiteX7" fmla="*/ 18251 w 123308"/>
                <a:gd name="connsiteY7" fmla="*/ 17678 h 191726"/>
                <a:gd name="connsiteX8" fmla="*/ 517 w 123308"/>
                <a:gd name="connsiteY8" fmla="*/ 56534 h 191726"/>
                <a:gd name="connsiteX9" fmla="*/ 6336 w 123308"/>
                <a:gd name="connsiteY9" fmla="*/ 57952 h 191726"/>
                <a:gd name="connsiteX10" fmla="*/ 46515 w 123308"/>
                <a:gd name="connsiteY10" fmla="*/ 21082 h 191726"/>
                <a:gd name="connsiteX11" fmla="*/ 85586 w 123308"/>
                <a:gd name="connsiteY11" fmla="*/ 61072 h 191726"/>
                <a:gd name="connsiteX12" fmla="*/ 49563 w 123308"/>
                <a:gd name="connsiteY12" fmla="*/ 134813 h 191726"/>
                <a:gd name="connsiteX13" fmla="*/ 240 w 123308"/>
                <a:gd name="connsiteY13" fmla="*/ 188417 h 191726"/>
                <a:gd name="connsiteX14" fmla="*/ 240 w 123308"/>
                <a:gd name="connsiteY14" fmla="*/ 191820 h 191726"/>
                <a:gd name="connsiteX15" fmla="*/ 108308 w 123308"/>
                <a:gd name="connsiteY15" fmla="*/ 191820 h 191726"/>
                <a:gd name="connsiteX16" fmla="*/ 123549 w 123308"/>
                <a:gd name="connsiteY16" fmla="*/ 15296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549" y="152965"/>
                  </a:moveTo>
                  <a:lnTo>
                    <a:pt x="119946" y="151547"/>
                  </a:lnTo>
                  <a:cubicBezTo>
                    <a:pt x="109694" y="167713"/>
                    <a:pt x="106091" y="170265"/>
                    <a:pt x="93622" y="170265"/>
                  </a:cubicBezTo>
                  <a:lnTo>
                    <a:pt x="27395" y="170265"/>
                  </a:lnTo>
                  <a:lnTo>
                    <a:pt x="73948" y="120349"/>
                  </a:lnTo>
                  <a:cubicBezTo>
                    <a:pt x="98610" y="93972"/>
                    <a:pt x="109417" y="72417"/>
                    <a:pt x="109417" y="50295"/>
                  </a:cubicBezTo>
                  <a:cubicBezTo>
                    <a:pt x="109417" y="21933"/>
                    <a:pt x="86972" y="94"/>
                    <a:pt x="58153" y="94"/>
                  </a:cubicBezTo>
                  <a:cubicBezTo>
                    <a:pt x="42913" y="94"/>
                    <a:pt x="28504" y="6334"/>
                    <a:pt x="18251" y="17678"/>
                  </a:cubicBezTo>
                  <a:cubicBezTo>
                    <a:pt x="9384" y="27322"/>
                    <a:pt x="5227" y="36397"/>
                    <a:pt x="517" y="56534"/>
                  </a:cubicBezTo>
                  <a:lnTo>
                    <a:pt x="6336" y="57952"/>
                  </a:lnTo>
                  <a:cubicBezTo>
                    <a:pt x="17420" y="30158"/>
                    <a:pt x="27395" y="21082"/>
                    <a:pt x="46515" y="21082"/>
                  </a:cubicBezTo>
                  <a:cubicBezTo>
                    <a:pt x="69792" y="21082"/>
                    <a:pt x="85586" y="37248"/>
                    <a:pt x="85586" y="61072"/>
                  </a:cubicBezTo>
                  <a:cubicBezTo>
                    <a:pt x="85586" y="83194"/>
                    <a:pt x="72840" y="109571"/>
                    <a:pt x="49563" y="134813"/>
                  </a:cubicBezTo>
                  <a:lnTo>
                    <a:pt x="240" y="188417"/>
                  </a:lnTo>
                  <a:lnTo>
                    <a:pt x="240" y="191820"/>
                  </a:lnTo>
                  <a:lnTo>
                    <a:pt x="108308" y="191820"/>
                  </a:lnTo>
                  <a:lnTo>
                    <a:pt x="123549" y="152965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A8CF73FE-6633-7600-350B-DF81365708AA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>
            <a:xfrm>
              <a:off x="10041836" y="4149412"/>
              <a:ext cx="184270" cy="188890"/>
            </a:xfrm>
            <a:custGeom>
              <a:avLst/>
              <a:gdLst>
                <a:gd name="connsiteX0" fmla="*/ 98104 w 184270"/>
                <a:gd name="connsiteY0" fmla="*/ 100205 h 188890"/>
                <a:gd name="connsiteX1" fmla="*/ 175414 w 184270"/>
                <a:gd name="connsiteY1" fmla="*/ 100205 h 188890"/>
                <a:gd name="connsiteX2" fmla="*/ 184558 w 184270"/>
                <a:gd name="connsiteY2" fmla="*/ 94532 h 188890"/>
                <a:gd name="connsiteX3" fmla="*/ 175414 w 184270"/>
                <a:gd name="connsiteY3" fmla="*/ 88860 h 188890"/>
                <a:gd name="connsiteX4" fmla="*/ 98104 w 184270"/>
                <a:gd name="connsiteY4" fmla="*/ 88860 h 188890"/>
                <a:gd name="connsiteX5" fmla="*/ 98104 w 184270"/>
                <a:gd name="connsiteY5" fmla="*/ 9447 h 188890"/>
                <a:gd name="connsiteX6" fmla="*/ 92562 w 184270"/>
                <a:gd name="connsiteY6" fmla="*/ 87 h 188890"/>
                <a:gd name="connsiteX7" fmla="*/ 87020 w 184270"/>
                <a:gd name="connsiteY7" fmla="*/ 9447 h 188890"/>
                <a:gd name="connsiteX8" fmla="*/ 87020 w 184270"/>
                <a:gd name="connsiteY8" fmla="*/ 88860 h 188890"/>
                <a:gd name="connsiteX9" fmla="*/ 9432 w 184270"/>
                <a:gd name="connsiteY9" fmla="*/ 88860 h 188890"/>
                <a:gd name="connsiteX10" fmla="*/ 288 w 184270"/>
                <a:gd name="connsiteY10" fmla="*/ 94532 h 188890"/>
                <a:gd name="connsiteX11" fmla="*/ 9432 w 184270"/>
                <a:gd name="connsiteY11" fmla="*/ 100205 h 188890"/>
                <a:gd name="connsiteX12" fmla="*/ 87020 w 184270"/>
                <a:gd name="connsiteY12" fmla="*/ 100205 h 188890"/>
                <a:gd name="connsiteX13" fmla="*/ 87020 w 184270"/>
                <a:gd name="connsiteY13" fmla="*/ 179618 h 188890"/>
                <a:gd name="connsiteX14" fmla="*/ 92562 w 184270"/>
                <a:gd name="connsiteY14" fmla="*/ 188977 h 188890"/>
                <a:gd name="connsiteX15" fmla="*/ 98104 w 184270"/>
                <a:gd name="connsiteY15" fmla="*/ 179618 h 188890"/>
                <a:gd name="connsiteX16" fmla="*/ 98104 w 184270"/>
                <a:gd name="connsiteY16" fmla="*/ 100205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8104" y="100205"/>
                  </a:moveTo>
                  <a:lnTo>
                    <a:pt x="175414" y="100205"/>
                  </a:lnTo>
                  <a:cubicBezTo>
                    <a:pt x="179294" y="100205"/>
                    <a:pt x="184558" y="100205"/>
                    <a:pt x="184558" y="94532"/>
                  </a:cubicBezTo>
                  <a:cubicBezTo>
                    <a:pt x="184558" y="88860"/>
                    <a:pt x="179294" y="88860"/>
                    <a:pt x="175414" y="88860"/>
                  </a:cubicBezTo>
                  <a:lnTo>
                    <a:pt x="98104" y="88860"/>
                  </a:lnTo>
                  <a:lnTo>
                    <a:pt x="98104" y="9447"/>
                  </a:lnTo>
                  <a:cubicBezTo>
                    <a:pt x="98104" y="5476"/>
                    <a:pt x="98104" y="87"/>
                    <a:pt x="92562" y="87"/>
                  </a:cubicBezTo>
                  <a:cubicBezTo>
                    <a:pt x="87020" y="87"/>
                    <a:pt x="87020" y="5476"/>
                    <a:pt x="87020" y="9447"/>
                  </a:cubicBezTo>
                  <a:lnTo>
                    <a:pt x="87020" y="88860"/>
                  </a:lnTo>
                  <a:lnTo>
                    <a:pt x="9432" y="88860"/>
                  </a:lnTo>
                  <a:cubicBezTo>
                    <a:pt x="5553" y="88860"/>
                    <a:pt x="288" y="88860"/>
                    <a:pt x="288" y="94532"/>
                  </a:cubicBezTo>
                  <a:cubicBezTo>
                    <a:pt x="288" y="100205"/>
                    <a:pt x="5553" y="100205"/>
                    <a:pt x="9432" y="100205"/>
                  </a:cubicBezTo>
                  <a:lnTo>
                    <a:pt x="87020" y="100205"/>
                  </a:lnTo>
                  <a:lnTo>
                    <a:pt x="87020" y="179618"/>
                  </a:lnTo>
                  <a:cubicBezTo>
                    <a:pt x="87020" y="183589"/>
                    <a:pt x="87020" y="188977"/>
                    <a:pt x="92562" y="188977"/>
                  </a:cubicBezTo>
                  <a:cubicBezTo>
                    <a:pt x="98104" y="188977"/>
                    <a:pt x="98104" y="183589"/>
                    <a:pt x="98104" y="179618"/>
                  </a:cubicBezTo>
                  <a:lnTo>
                    <a:pt x="98104" y="100205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ECBFEC79-A05B-2BF8-5727-DBFD8A505851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>
            <a:xfrm>
              <a:off x="10304888" y="4228825"/>
              <a:ext cx="29372" cy="30063"/>
            </a:xfrm>
            <a:custGeom>
              <a:avLst/>
              <a:gdLst>
                <a:gd name="connsiteX0" fmla="*/ 29669 w 29372"/>
                <a:gd name="connsiteY0" fmla="*/ 15119 h 30063"/>
                <a:gd name="connsiteX1" fmla="*/ 14983 w 29372"/>
                <a:gd name="connsiteY1" fmla="*/ 87 h 30063"/>
                <a:gd name="connsiteX2" fmla="*/ 297 w 29372"/>
                <a:gd name="connsiteY2" fmla="*/ 15119 h 30063"/>
                <a:gd name="connsiteX3" fmla="*/ 14983 w 29372"/>
                <a:gd name="connsiteY3" fmla="*/ 30151 h 30063"/>
                <a:gd name="connsiteX4" fmla="*/ 29669 w 29372"/>
                <a:gd name="connsiteY4" fmla="*/ 15119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669" y="15119"/>
                  </a:moveTo>
                  <a:cubicBezTo>
                    <a:pt x="29669" y="6894"/>
                    <a:pt x="23019" y="87"/>
                    <a:pt x="14983" y="87"/>
                  </a:cubicBezTo>
                  <a:cubicBezTo>
                    <a:pt x="6947" y="87"/>
                    <a:pt x="297" y="6894"/>
                    <a:pt x="297" y="15119"/>
                  </a:cubicBezTo>
                  <a:cubicBezTo>
                    <a:pt x="297" y="23344"/>
                    <a:pt x="6947" y="30151"/>
                    <a:pt x="14983" y="30151"/>
                  </a:cubicBezTo>
                  <a:cubicBezTo>
                    <a:pt x="23019" y="30151"/>
                    <a:pt x="29669" y="23344"/>
                    <a:pt x="29669" y="15119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4B6659B-2726-D847-497D-73FFBC0119F8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>
            <a:xfrm>
              <a:off x="10412833" y="4228825"/>
              <a:ext cx="29372" cy="30063"/>
            </a:xfrm>
            <a:custGeom>
              <a:avLst/>
              <a:gdLst>
                <a:gd name="connsiteX0" fmla="*/ 29673 w 29372"/>
                <a:gd name="connsiteY0" fmla="*/ 15119 h 30063"/>
                <a:gd name="connsiteX1" fmla="*/ 14987 w 29372"/>
                <a:gd name="connsiteY1" fmla="*/ 87 h 30063"/>
                <a:gd name="connsiteX2" fmla="*/ 301 w 29372"/>
                <a:gd name="connsiteY2" fmla="*/ 15119 h 30063"/>
                <a:gd name="connsiteX3" fmla="*/ 14987 w 29372"/>
                <a:gd name="connsiteY3" fmla="*/ 30151 h 30063"/>
                <a:gd name="connsiteX4" fmla="*/ 29673 w 29372"/>
                <a:gd name="connsiteY4" fmla="*/ 15119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673" y="15119"/>
                  </a:moveTo>
                  <a:cubicBezTo>
                    <a:pt x="29673" y="6894"/>
                    <a:pt x="23023" y="87"/>
                    <a:pt x="14987" y="87"/>
                  </a:cubicBezTo>
                  <a:cubicBezTo>
                    <a:pt x="6951" y="87"/>
                    <a:pt x="301" y="6894"/>
                    <a:pt x="301" y="15119"/>
                  </a:cubicBezTo>
                  <a:cubicBezTo>
                    <a:pt x="301" y="23344"/>
                    <a:pt x="6951" y="30151"/>
                    <a:pt x="14987" y="30151"/>
                  </a:cubicBezTo>
                  <a:cubicBezTo>
                    <a:pt x="23023" y="30151"/>
                    <a:pt x="29673" y="23344"/>
                    <a:pt x="29673" y="15119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A986A260-2CDC-9658-D478-E1E80F1F5AF6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>
            <a:xfrm>
              <a:off x="10520778" y="4228825"/>
              <a:ext cx="29372" cy="30063"/>
            </a:xfrm>
            <a:custGeom>
              <a:avLst/>
              <a:gdLst>
                <a:gd name="connsiteX0" fmla="*/ 29677 w 29372"/>
                <a:gd name="connsiteY0" fmla="*/ 15119 h 30063"/>
                <a:gd name="connsiteX1" fmla="*/ 14991 w 29372"/>
                <a:gd name="connsiteY1" fmla="*/ 87 h 30063"/>
                <a:gd name="connsiteX2" fmla="*/ 305 w 29372"/>
                <a:gd name="connsiteY2" fmla="*/ 15119 h 30063"/>
                <a:gd name="connsiteX3" fmla="*/ 14991 w 29372"/>
                <a:gd name="connsiteY3" fmla="*/ 30151 h 30063"/>
                <a:gd name="connsiteX4" fmla="*/ 29677 w 29372"/>
                <a:gd name="connsiteY4" fmla="*/ 15119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677" y="15119"/>
                  </a:moveTo>
                  <a:cubicBezTo>
                    <a:pt x="29677" y="6894"/>
                    <a:pt x="23027" y="87"/>
                    <a:pt x="14991" y="87"/>
                  </a:cubicBezTo>
                  <a:cubicBezTo>
                    <a:pt x="6955" y="87"/>
                    <a:pt x="305" y="6894"/>
                    <a:pt x="305" y="15119"/>
                  </a:cubicBezTo>
                  <a:cubicBezTo>
                    <a:pt x="305" y="23344"/>
                    <a:pt x="6955" y="30151"/>
                    <a:pt x="14991" y="30151"/>
                  </a:cubicBezTo>
                  <a:cubicBezTo>
                    <a:pt x="23027" y="30151"/>
                    <a:pt x="29677" y="23344"/>
                    <a:pt x="29677" y="15119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6876BB15-C0AC-BF6A-7BC7-D42F53966B6A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>
            <a:xfrm>
              <a:off x="10628136" y="4149412"/>
              <a:ext cx="184270" cy="188890"/>
            </a:xfrm>
            <a:custGeom>
              <a:avLst/>
              <a:gdLst>
                <a:gd name="connsiteX0" fmla="*/ 98125 w 184270"/>
                <a:gd name="connsiteY0" fmla="*/ 100205 h 188890"/>
                <a:gd name="connsiteX1" fmla="*/ 175435 w 184270"/>
                <a:gd name="connsiteY1" fmla="*/ 100205 h 188890"/>
                <a:gd name="connsiteX2" fmla="*/ 184579 w 184270"/>
                <a:gd name="connsiteY2" fmla="*/ 94532 h 188890"/>
                <a:gd name="connsiteX3" fmla="*/ 175435 w 184270"/>
                <a:gd name="connsiteY3" fmla="*/ 88860 h 188890"/>
                <a:gd name="connsiteX4" fmla="*/ 98125 w 184270"/>
                <a:gd name="connsiteY4" fmla="*/ 88860 h 188890"/>
                <a:gd name="connsiteX5" fmla="*/ 98125 w 184270"/>
                <a:gd name="connsiteY5" fmla="*/ 9447 h 188890"/>
                <a:gd name="connsiteX6" fmla="*/ 92583 w 184270"/>
                <a:gd name="connsiteY6" fmla="*/ 87 h 188890"/>
                <a:gd name="connsiteX7" fmla="*/ 87041 w 184270"/>
                <a:gd name="connsiteY7" fmla="*/ 9447 h 188890"/>
                <a:gd name="connsiteX8" fmla="*/ 87041 w 184270"/>
                <a:gd name="connsiteY8" fmla="*/ 88860 h 188890"/>
                <a:gd name="connsiteX9" fmla="*/ 9453 w 184270"/>
                <a:gd name="connsiteY9" fmla="*/ 88860 h 188890"/>
                <a:gd name="connsiteX10" fmla="*/ 309 w 184270"/>
                <a:gd name="connsiteY10" fmla="*/ 94532 h 188890"/>
                <a:gd name="connsiteX11" fmla="*/ 9453 w 184270"/>
                <a:gd name="connsiteY11" fmla="*/ 100205 h 188890"/>
                <a:gd name="connsiteX12" fmla="*/ 87041 w 184270"/>
                <a:gd name="connsiteY12" fmla="*/ 100205 h 188890"/>
                <a:gd name="connsiteX13" fmla="*/ 87041 w 184270"/>
                <a:gd name="connsiteY13" fmla="*/ 179618 h 188890"/>
                <a:gd name="connsiteX14" fmla="*/ 92583 w 184270"/>
                <a:gd name="connsiteY14" fmla="*/ 188977 h 188890"/>
                <a:gd name="connsiteX15" fmla="*/ 98125 w 184270"/>
                <a:gd name="connsiteY15" fmla="*/ 179618 h 188890"/>
                <a:gd name="connsiteX16" fmla="*/ 98125 w 184270"/>
                <a:gd name="connsiteY16" fmla="*/ 100205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8125" y="100205"/>
                  </a:moveTo>
                  <a:lnTo>
                    <a:pt x="175435" y="100205"/>
                  </a:lnTo>
                  <a:cubicBezTo>
                    <a:pt x="179315" y="100205"/>
                    <a:pt x="184579" y="100205"/>
                    <a:pt x="184579" y="94532"/>
                  </a:cubicBezTo>
                  <a:cubicBezTo>
                    <a:pt x="184579" y="88860"/>
                    <a:pt x="179315" y="88860"/>
                    <a:pt x="175435" y="88860"/>
                  </a:cubicBezTo>
                  <a:lnTo>
                    <a:pt x="98125" y="88860"/>
                  </a:lnTo>
                  <a:lnTo>
                    <a:pt x="98125" y="9447"/>
                  </a:lnTo>
                  <a:cubicBezTo>
                    <a:pt x="98125" y="5476"/>
                    <a:pt x="98125" y="87"/>
                    <a:pt x="92583" y="87"/>
                  </a:cubicBezTo>
                  <a:cubicBezTo>
                    <a:pt x="87041" y="87"/>
                    <a:pt x="87041" y="5476"/>
                    <a:pt x="87041" y="9447"/>
                  </a:cubicBezTo>
                  <a:lnTo>
                    <a:pt x="87041" y="88860"/>
                  </a:lnTo>
                  <a:lnTo>
                    <a:pt x="9453" y="88860"/>
                  </a:lnTo>
                  <a:cubicBezTo>
                    <a:pt x="5574" y="88860"/>
                    <a:pt x="309" y="88860"/>
                    <a:pt x="309" y="94532"/>
                  </a:cubicBezTo>
                  <a:cubicBezTo>
                    <a:pt x="309" y="100205"/>
                    <a:pt x="5574" y="100205"/>
                    <a:pt x="9453" y="100205"/>
                  </a:cubicBezTo>
                  <a:lnTo>
                    <a:pt x="87041" y="100205"/>
                  </a:lnTo>
                  <a:lnTo>
                    <a:pt x="87041" y="179618"/>
                  </a:lnTo>
                  <a:cubicBezTo>
                    <a:pt x="87041" y="183589"/>
                    <a:pt x="87041" y="188977"/>
                    <a:pt x="92583" y="188977"/>
                  </a:cubicBezTo>
                  <a:cubicBezTo>
                    <a:pt x="98125" y="188977"/>
                    <a:pt x="98125" y="183589"/>
                    <a:pt x="98125" y="179618"/>
                  </a:cubicBezTo>
                  <a:lnTo>
                    <a:pt x="98125" y="100205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330DB1B9-15B7-66FC-7658-C572BC440651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>
            <a:xfrm>
              <a:off x="10874008" y="4123035"/>
              <a:ext cx="125248" cy="195697"/>
            </a:xfrm>
            <a:custGeom>
              <a:avLst/>
              <a:gdLst>
                <a:gd name="connsiteX0" fmla="*/ 64051 w 125248"/>
                <a:gd name="connsiteY0" fmla="*/ 87 h 195697"/>
                <a:gd name="connsiteX1" fmla="*/ 26919 w 125248"/>
                <a:gd name="connsiteY1" fmla="*/ 14835 h 195697"/>
                <a:gd name="connsiteX2" fmla="*/ 318 w 125248"/>
                <a:gd name="connsiteY2" fmla="*/ 96518 h 195697"/>
                <a:gd name="connsiteX3" fmla="*/ 22486 w 125248"/>
                <a:gd name="connsiteY3" fmla="*/ 176498 h 195697"/>
                <a:gd name="connsiteX4" fmla="*/ 62942 w 125248"/>
                <a:gd name="connsiteY4" fmla="*/ 195784 h 195697"/>
                <a:gd name="connsiteX5" fmla="*/ 98965 w 125248"/>
                <a:gd name="connsiteY5" fmla="*/ 181036 h 195697"/>
                <a:gd name="connsiteX6" fmla="*/ 125567 w 125248"/>
                <a:gd name="connsiteY6" fmla="*/ 98219 h 195697"/>
                <a:gd name="connsiteX7" fmla="*/ 64051 w 125248"/>
                <a:gd name="connsiteY7" fmla="*/ 87 h 195697"/>
                <a:gd name="connsiteX8" fmla="*/ 63219 w 125248"/>
                <a:gd name="connsiteY8" fmla="*/ 7461 h 195697"/>
                <a:gd name="connsiteX9" fmla="*/ 98965 w 125248"/>
                <a:gd name="connsiteY9" fmla="*/ 98787 h 195697"/>
                <a:gd name="connsiteX10" fmla="*/ 62942 w 125248"/>
                <a:gd name="connsiteY10" fmla="*/ 188410 h 195697"/>
                <a:gd name="connsiteX11" fmla="*/ 26919 w 125248"/>
                <a:gd name="connsiteY11" fmla="*/ 99070 h 195697"/>
                <a:gd name="connsiteX12" fmla="*/ 63219 w 125248"/>
                <a:gd name="connsiteY12" fmla="*/ 746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4051" y="87"/>
                  </a:moveTo>
                  <a:cubicBezTo>
                    <a:pt x="48810" y="87"/>
                    <a:pt x="37172" y="4909"/>
                    <a:pt x="26919" y="14835"/>
                  </a:cubicBezTo>
                  <a:cubicBezTo>
                    <a:pt x="10848" y="30718"/>
                    <a:pt x="318" y="63334"/>
                    <a:pt x="318" y="96518"/>
                  </a:cubicBezTo>
                  <a:cubicBezTo>
                    <a:pt x="318" y="127432"/>
                    <a:pt x="9462" y="160616"/>
                    <a:pt x="22486" y="176498"/>
                  </a:cubicBezTo>
                  <a:cubicBezTo>
                    <a:pt x="32738" y="188977"/>
                    <a:pt x="46870" y="195784"/>
                    <a:pt x="62942" y="195784"/>
                  </a:cubicBezTo>
                  <a:cubicBezTo>
                    <a:pt x="77074" y="195784"/>
                    <a:pt x="88989" y="190963"/>
                    <a:pt x="98965" y="181036"/>
                  </a:cubicBezTo>
                  <a:cubicBezTo>
                    <a:pt x="115037" y="165437"/>
                    <a:pt x="125567" y="132537"/>
                    <a:pt x="125567" y="98219"/>
                  </a:cubicBezTo>
                  <a:cubicBezTo>
                    <a:pt x="125567" y="40078"/>
                    <a:pt x="100351" y="87"/>
                    <a:pt x="64051" y="87"/>
                  </a:cubicBezTo>
                  <a:close/>
                  <a:moveTo>
                    <a:pt x="63219" y="7461"/>
                  </a:moveTo>
                  <a:cubicBezTo>
                    <a:pt x="86496" y="7461"/>
                    <a:pt x="98965" y="39510"/>
                    <a:pt x="98965" y="98787"/>
                  </a:cubicBezTo>
                  <a:cubicBezTo>
                    <a:pt x="98965" y="158063"/>
                    <a:pt x="86773" y="188410"/>
                    <a:pt x="62942" y="188410"/>
                  </a:cubicBezTo>
                  <a:cubicBezTo>
                    <a:pt x="39112" y="188410"/>
                    <a:pt x="26919" y="158063"/>
                    <a:pt x="26919" y="99070"/>
                  </a:cubicBezTo>
                  <a:cubicBezTo>
                    <a:pt x="26919" y="38943"/>
                    <a:pt x="39389" y="7461"/>
                    <a:pt x="63219" y="746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2228E4A9-BF6C-2612-747B-6B86123356B2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>
            <a:xfrm>
              <a:off x="11030258" y="4284698"/>
              <a:ext cx="29372" cy="30063"/>
            </a:xfrm>
            <a:custGeom>
              <a:avLst/>
              <a:gdLst>
                <a:gd name="connsiteX0" fmla="*/ 29695 w 29372"/>
                <a:gd name="connsiteY0" fmla="*/ 15119 h 30063"/>
                <a:gd name="connsiteX1" fmla="*/ 15009 w 29372"/>
                <a:gd name="connsiteY1" fmla="*/ 87 h 30063"/>
                <a:gd name="connsiteX2" fmla="*/ 323 w 29372"/>
                <a:gd name="connsiteY2" fmla="*/ 15119 h 30063"/>
                <a:gd name="connsiteX3" fmla="*/ 15009 w 29372"/>
                <a:gd name="connsiteY3" fmla="*/ 30151 h 30063"/>
                <a:gd name="connsiteX4" fmla="*/ 29695 w 29372"/>
                <a:gd name="connsiteY4" fmla="*/ 15119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695" y="15119"/>
                  </a:moveTo>
                  <a:cubicBezTo>
                    <a:pt x="29695" y="6894"/>
                    <a:pt x="23045" y="87"/>
                    <a:pt x="15009" y="87"/>
                  </a:cubicBezTo>
                  <a:cubicBezTo>
                    <a:pt x="6973" y="87"/>
                    <a:pt x="323" y="6894"/>
                    <a:pt x="323" y="15119"/>
                  </a:cubicBezTo>
                  <a:cubicBezTo>
                    <a:pt x="323" y="23344"/>
                    <a:pt x="6973" y="30151"/>
                    <a:pt x="15009" y="30151"/>
                  </a:cubicBezTo>
                  <a:cubicBezTo>
                    <a:pt x="23045" y="30151"/>
                    <a:pt x="29695" y="23344"/>
                    <a:pt x="29695" y="15119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49615F0A-E9F7-A0AF-55E0-595270D667D8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>
            <a:xfrm>
              <a:off x="11114227" y="4123035"/>
              <a:ext cx="78418" cy="191726"/>
            </a:xfrm>
            <a:custGeom>
              <a:avLst/>
              <a:gdLst>
                <a:gd name="connsiteX0" fmla="*/ 50203 w 78418"/>
                <a:gd name="connsiteY0" fmla="*/ 87 h 191726"/>
                <a:gd name="connsiteX1" fmla="*/ 326 w 78418"/>
                <a:gd name="connsiteY1" fmla="*/ 25897 h 191726"/>
                <a:gd name="connsiteX2" fmla="*/ 326 w 78418"/>
                <a:gd name="connsiteY2" fmla="*/ 29867 h 191726"/>
                <a:gd name="connsiteX3" fmla="*/ 7807 w 78418"/>
                <a:gd name="connsiteY3" fmla="*/ 26747 h 191726"/>
                <a:gd name="connsiteX4" fmla="*/ 20277 w 78418"/>
                <a:gd name="connsiteY4" fmla="*/ 23628 h 191726"/>
                <a:gd name="connsiteX5" fmla="*/ 28590 w 78418"/>
                <a:gd name="connsiteY5" fmla="*/ 36958 h 191726"/>
                <a:gd name="connsiteX6" fmla="*/ 28590 w 78418"/>
                <a:gd name="connsiteY6" fmla="*/ 165437 h 191726"/>
                <a:gd name="connsiteX7" fmla="*/ 21939 w 78418"/>
                <a:gd name="connsiteY7" fmla="*/ 183872 h 191726"/>
                <a:gd name="connsiteX8" fmla="*/ 2265 w 78418"/>
                <a:gd name="connsiteY8" fmla="*/ 187559 h 191726"/>
                <a:gd name="connsiteX9" fmla="*/ 2265 w 78418"/>
                <a:gd name="connsiteY9" fmla="*/ 191814 h 191726"/>
                <a:gd name="connsiteX10" fmla="*/ 78745 w 78418"/>
                <a:gd name="connsiteY10" fmla="*/ 191814 h 191726"/>
                <a:gd name="connsiteX11" fmla="*/ 78745 w 78418"/>
                <a:gd name="connsiteY11" fmla="*/ 187559 h 191726"/>
                <a:gd name="connsiteX12" fmla="*/ 52420 w 78418"/>
                <a:gd name="connsiteY12" fmla="*/ 170826 h 191726"/>
                <a:gd name="connsiteX13" fmla="*/ 52420 w 78418"/>
                <a:gd name="connsiteY13" fmla="*/ 655 h 191726"/>
                <a:gd name="connsiteX14" fmla="*/ 50203 w 78418"/>
                <a:gd name="connsiteY14" fmla="*/ 87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203" y="87"/>
                  </a:moveTo>
                  <a:lnTo>
                    <a:pt x="326" y="25897"/>
                  </a:lnTo>
                  <a:lnTo>
                    <a:pt x="326" y="29867"/>
                  </a:lnTo>
                  <a:cubicBezTo>
                    <a:pt x="3651" y="28449"/>
                    <a:pt x="6699" y="27315"/>
                    <a:pt x="7807" y="26747"/>
                  </a:cubicBezTo>
                  <a:cubicBezTo>
                    <a:pt x="12795" y="24762"/>
                    <a:pt x="17506" y="23628"/>
                    <a:pt x="20277" y="23628"/>
                  </a:cubicBezTo>
                  <a:cubicBezTo>
                    <a:pt x="26096" y="23628"/>
                    <a:pt x="28590" y="27882"/>
                    <a:pt x="28590" y="36958"/>
                  </a:cubicBezTo>
                  <a:lnTo>
                    <a:pt x="28590" y="165437"/>
                  </a:lnTo>
                  <a:cubicBezTo>
                    <a:pt x="28590" y="174797"/>
                    <a:pt x="26373" y="181320"/>
                    <a:pt x="21939" y="183872"/>
                  </a:cubicBezTo>
                  <a:cubicBezTo>
                    <a:pt x="17783" y="186425"/>
                    <a:pt x="13903" y="187276"/>
                    <a:pt x="2265" y="187559"/>
                  </a:cubicBezTo>
                  <a:lnTo>
                    <a:pt x="2265" y="191814"/>
                  </a:lnTo>
                  <a:lnTo>
                    <a:pt x="78745" y="191814"/>
                  </a:lnTo>
                  <a:lnTo>
                    <a:pt x="78745" y="187559"/>
                  </a:lnTo>
                  <a:cubicBezTo>
                    <a:pt x="56854" y="187276"/>
                    <a:pt x="52420" y="184440"/>
                    <a:pt x="52420" y="170826"/>
                  </a:cubicBezTo>
                  <a:lnTo>
                    <a:pt x="52420" y="655"/>
                  </a:lnTo>
                  <a:lnTo>
                    <a:pt x="50203" y="87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AD315495-7CF9-83C8-DEC2-14AB75767C09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>
            <a:xfrm>
              <a:off x="11229188" y="4123035"/>
              <a:ext cx="125248" cy="195697"/>
            </a:xfrm>
            <a:custGeom>
              <a:avLst/>
              <a:gdLst>
                <a:gd name="connsiteX0" fmla="*/ 64063 w 125248"/>
                <a:gd name="connsiteY0" fmla="*/ 87 h 195697"/>
                <a:gd name="connsiteX1" fmla="*/ 26932 w 125248"/>
                <a:gd name="connsiteY1" fmla="*/ 14835 h 195697"/>
                <a:gd name="connsiteX2" fmla="*/ 331 w 125248"/>
                <a:gd name="connsiteY2" fmla="*/ 96518 h 195697"/>
                <a:gd name="connsiteX3" fmla="*/ 22498 w 125248"/>
                <a:gd name="connsiteY3" fmla="*/ 176498 h 195697"/>
                <a:gd name="connsiteX4" fmla="*/ 62955 w 125248"/>
                <a:gd name="connsiteY4" fmla="*/ 195784 h 195697"/>
                <a:gd name="connsiteX5" fmla="*/ 98978 w 125248"/>
                <a:gd name="connsiteY5" fmla="*/ 181036 h 195697"/>
                <a:gd name="connsiteX6" fmla="*/ 125579 w 125248"/>
                <a:gd name="connsiteY6" fmla="*/ 98219 h 195697"/>
                <a:gd name="connsiteX7" fmla="*/ 64063 w 125248"/>
                <a:gd name="connsiteY7" fmla="*/ 87 h 195697"/>
                <a:gd name="connsiteX8" fmla="*/ 63232 w 125248"/>
                <a:gd name="connsiteY8" fmla="*/ 7461 h 195697"/>
                <a:gd name="connsiteX9" fmla="*/ 98978 w 125248"/>
                <a:gd name="connsiteY9" fmla="*/ 98787 h 195697"/>
                <a:gd name="connsiteX10" fmla="*/ 62955 w 125248"/>
                <a:gd name="connsiteY10" fmla="*/ 188410 h 195697"/>
                <a:gd name="connsiteX11" fmla="*/ 26932 w 125248"/>
                <a:gd name="connsiteY11" fmla="*/ 99070 h 195697"/>
                <a:gd name="connsiteX12" fmla="*/ 63232 w 125248"/>
                <a:gd name="connsiteY12" fmla="*/ 746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4063" y="87"/>
                  </a:moveTo>
                  <a:cubicBezTo>
                    <a:pt x="48823" y="87"/>
                    <a:pt x="37185" y="4909"/>
                    <a:pt x="26932" y="14835"/>
                  </a:cubicBezTo>
                  <a:cubicBezTo>
                    <a:pt x="10860" y="30718"/>
                    <a:pt x="331" y="63334"/>
                    <a:pt x="331" y="96518"/>
                  </a:cubicBezTo>
                  <a:cubicBezTo>
                    <a:pt x="331" y="127432"/>
                    <a:pt x="9475" y="160616"/>
                    <a:pt x="22498" y="176498"/>
                  </a:cubicBezTo>
                  <a:cubicBezTo>
                    <a:pt x="32751" y="188977"/>
                    <a:pt x="46883" y="195784"/>
                    <a:pt x="62955" y="195784"/>
                  </a:cubicBezTo>
                  <a:cubicBezTo>
                    <a:pt x="77087" y="195784"/>
                    <a:pt x="89002" y="190963"/>
                    <a:pt x="98978" y="181036"/>
                  </a:cubicBezTo>
                  <a:cubicBezTo>
                    <a:pt x="115049" y="165437"/>
                    <a:pt x="125579" y="132537"/>
                    <a:pt x="125579" y="98219"/>
                  </a:cubicBezTo>
                  <a:cubicBezTo>
                    <a:pt x="125579" y="40078"/>
                    <a:pt x="100363" y="87"/>
                    <a:pt x="64063" y="87"/>
                  </a:cubicBezTo>
                  <a:close/>
                  <a:moveTo>
                    <a:pt x="63232" y="7461"/>
                  </a:moveTo>
                  <a:cubicBezTo>
                    <a:pt x="86508" y="7461"/>
                    <a:pt x="98978" y="39510"/>
                    <a:pt x="98978" y="98787"/>
                  </a:cubicBezTo>
                  <a:cubicBezTo>
                    <a:pt x="98978" y="158063"/>
                    <a:pt x="86785" y="188410"/>
                    <a:pt x="62955" y="188410"/>
                  </a:cubicBezTo>
                  <a:cubicBezTo>
                    <a:pt x="39124" y="188410"/>
                    <a:pt x="26932" y="158063"/>
                    <a:pt x="26932" y="99070"/>
                  </a:cubicBezTo>
                  <a:cubicBezTo>
                    <a:pt x="26932" y="38943"/>
                    <a:pt x="39401" y="7461"/>
                    <a:pt x="63232" y="746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2C8BDD5D-69F1-E553-418C-7FDC0B512930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>
            <a:xfrm>
              <a:off x="11401633" y="3930308"/>
              <a:ext cx="125248" cy="195697"/>
            </a:xfrm>
            <a:custGeom>
              <a:avLst/>
              <a:gdLst>
                <a:gd name="connsiteX0" fmla="*/ 64069 w 125248"/>
                <a:gd name="connsiteY0" fmla="*/ 81 h 195697"/>
                <a:gd name="connsiteX1" fmla="*/ 26938 w 125248"/>
                <a:gd name="connsiteY1" fmla="*/ 14829 h 195697"/>
                <a:gd name="connsiteX2" fmla="*/ 337 w 125248"/>
                <a:gd name="connsiteY2" fmla="*/ 96511 h 195697"/>
                <a:gd name="connsiteX3" fmla="*/ 22505 w 125248"/>
                <a:gd name="connsiteY3" fmla="*/ 176491 h 195697"/>
                <a:gd name="connsiteX4" fmla="*/ 62961 w 125248"/>
                <a:gd name="connsiteY4" fmla="*/ 195778 h 195697"/>
                <a:gd name="connsiteX5" fmla="*/ 98984 w 125248"/>
                <a:gd name="connsiteY5" fmla="*/ 181029 h 195697"/>
                <a:gd name="connsiteX6" fmla="*/ 125585 w 125248"/>
                <a:gd name="connsiteY6" fmla="*/ 98213 h 195697"/>
                <a:gd name="connsiteX7" fmla="*/ 64069 w 125248"/>
                <a:gd name="connsiteY7" fmla="*/ 81 h 195697"/>
                <a:gd name="connsiteX8" fmla="*/ 63238 w 125248"/>
                <a:gd name="connsiteY8" fmla="*/ 7455 h 195697"/>
                <a:gd name="connsiteX9" fmla="*/ 98984 w 125248"/>
                <a:gd name="connsiteY9" fmla="*/ 98780 h 195697"/>
                <a:gd name="connsiteX10" fmla="*/ 62961 w 125248"/>
                <a:gd name="connsiteY10" fmla="*/ 188403 h 195697"/>
                <a:gd name="connsiteX11" fmla="*/ 26938 w 125248"/>
                <a:gd name="connsiteY11" fmla="*/ 99064 h 195697"/>
                <a:gd name="connsiteX12" fmla="*/ 63238 w 125248"/>
                <a:gd name="connsiteY12" fmla="*/ 7455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4069" y="81"/>
                  </a:moveTo>
                  <a:cubicBezTo>
                    <a:pt x="48829" y="81"/>
                    <a:pt x="37191" y="4902"/>
                    <a:pt x="26938" y="14829"/>
                  </a:cubicBezTo>
                  <a:cubicBezTo>
                    <a:pt x="10866" y="30711"/>
                    <a:pt x="337" y="63328"/>
                    <a:pt x="337" y="96511"/>
                  </a:cubicBezTo>
                  <a:cubicBezTo>
                    <a:pt x="337" y="127425"/>
                    <a:pt x="9481" y="160609"/>
                    <a:pt x="22505" y="176491"/>
                  </a:cubicBezTo>
                  <a:cubicBezTo>
                    <a:pt x="32757" y="188971"/>
                    <a:pt x="46889" y="195778"/>
                    <a:pt x="62961" y="195778"/>
                  </a:cubicBezTo>
                  <a:cubicBezTo>
                    <a:pt x="77093" y="195778"/>
                    <a:pt x="89008" y="190956"/>
                    <a:pt x="98984" y="181029"/>
                  </a:cubicBezTo>
                  <a:cubicBezTo>
                    <a:pt x="115056" y="165430"/>
                    <a:pt x="125585" y="132531"/>
                    <a:pt x="125585" y="98213"/>
                  </a:cubicBezTo>
                  <a:cubicBezTo>
                    <a:pt x="125585" y="40071"/>
                    <a:pt x="100369" y="81"/>
                    <a:pt x="64069" y="81"/>
                  </a:cubicBezTo>
                  <a:close/>
                  <a:moveTo>
                    <a:pt x="63238" y="7455"/>
                  </a:moveTo>
                  <a:cubicBezTo>
                    <a:pt x="86514" y="7455"/>
                    <a:pt x="98984" y="39504"/>
                    <a:pt x="98984" y="98780"/>
                  </a:cubicBezTo>
                  <a:cubicBezTo>
                    <a:pt x="98984" y="158056"/>
                    <a:pt x="86792" y="188403"/>
                    <a:pt x="62961" y="188403"/>
                  </a:cubicBezTo>
                  <a:cubicBezTo>
                    <a:pt x="39131" y="188403"/>
                    <a:pt x="26938" y="158056"/>
                    <a:pt x="26938" y="99064"/>
                  </a:cubicBezTo>
                  <a:cubicBezTo>
                    <a:pt x="26938" y="38936"/>
                    <a:pt x="39408" y="7455"/>
                    <a:pt x="63238" y="7455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D1FC2333-729A-B69D-C00D-7D49BD298930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>
            <a:xfrm>
              <a:off x="11557883" y="4091971"/>
              <a:ext cx="29372" cy="30063"/>
            </a:xfrm>
            <a:custGeom>
              <a:avLst/>
              <a:gdLst>
                <a:gd name="connsiteX0" fmla="*/ 29714 w 29372"/>
                <a:gd name="connsiteY0" fmla="*/ 15112 h 30063"/>
                <a:gd name="connsiteX1" fmla="*/ 15028 w 29372"/>
                <a:gd name="connsiteY1" fmla="*/ 81 h 30063"/>
                <a:gd name="connsiteX2" fmla="*/ 342 w 29372"/>
                <a:gd name="connsiteY2" fmla="*/ 15112 h 30063"/>
                <a:gd name="connsiteX3" fmla="*/ 15028 w 29372"/>
                <a:gd name="connsiteY3" fmla="*/ 30144 h 30063"/>
                <a:gd name="connsiteX4" fmla="*/ 29714 w 29372"/>
                <a:gd name="connsiteY4" fmla="*/ 15112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714" y="15112"/>
                  </a:moveTo>
                  <a:cubicBezTo>
                    <a:pt x="29714" y="6887"/>
                    <a:pt x="23064" y="81"/>
                    <a:pt x="15028" y="81"/>
                  </a:cubicBezTo>
                  <a:cubicBezTo>
                    <a:pt x="6992" y="81"/>
                    <a:pt x="342" y="6887"/>
                    <a:pt x="342" y="15112"/>
                  </a:cubicBezTo>
                  <a:cubicBezTo>
                    <a:pt x="342" y="23337"/>
                    <a:pt x="6992" y="30144"/>
                    <a:pt x="15028" y="30144"/>
                  </a:cubicBezTo>
                  <a:cubicBezTo>
                    <a:pt x="23064" y="30144"/>
                    <a:pt x="29714" y="23337"/>
                    <a:pt x="29714" y="15112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B197A432-6977-DB80-4895-EBA7FEF57735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>
            <a:xfrm>
              <a:off x="11619406" y="3930308"/>
              <a:ext cx="123308" cy="191726"/>
            </a:xfrm>
            <a:custGeom>
              <a:avLst/>
              <a:gdLst>
                <a:gd name="connsiteX0" fmla="*/ 123653 w 123308"/>
                <a:gd name="connsiteY0" fmla="*/ 152951 h 191726"/>
                <a:gd name="connsiteX1" fmla="*/ 120051 w 123308"/>
                <a:gd name="connsiteY1" fmla="*/ 151533 h 191726"/>
                <a:gd name="connsiteX2" fmla="*/ 93727 w 123308"/>
                <a:gd name="connsiteY2" fmla="*/ 170252 h 191726"/>
                <a:gd name="connsiteX3" fmla="*/ 27500 w 123308"/>
                <a:gd name="connsiteY3" fmla="*/ 170252 h 191726"/>
                <a:gd name="connsiteX4" fmla="*/ 74053 w 123308"/>
                <a:gd name="connsiteY4" fmla="*/ 120335 h 191726"/>
                <a:gd name="connsiteX5" fmla="*/ 109521 w 123308"/>
                <a:gd name="connsiteY5" fmla="*/ 50281 h 191726"/>
                <a:gd name="connsiteX6" fmla="*/ 58258 w 123308"/>
                <a:gd name="connsiteY6" fmla="*/ 81 h 191726"/>
                <a:gd name="connsiteX7" fmla="*/ 18356 w 123308"/>
                <a:gd name="connsiteY7" fmla="*/ 17665 h 191726"/>
                <a:gd name="connsiteX8" fmla="*/ 622 w 123308"/>
                <a:gd name="connsiteY8" fmla="*/ 56521 h 191726"/>
                <a:gd name="connsiteX9" fmla="*/ 6441 w 123308"/>
                <a:gd name="connsiteY9" fmla="*/ 57939 h 191726"/>
                <a:gd name="connsiteX10" fmla="*/ 46620 w 123308"/>
                <a:gd name="connsiteY10" fmla="*/ 21068 h 191726"/>
                <a:gd name="connsiteX11" fmla="*/ 85691 w 123308"/>
                <a:gd name="connsiteY11" fmla="*/ 61059 h 191726"/>
                <a:gd name="connsiteX12" fmla="*/ 49668 w 123308"/>
                <a:gd name="connsiteY12" fmla="*/ 134800 h 191726"/>
                <a:gd name="connsiteX13" fmla="*/ 344 w 123308"/>
                <a:gd name="connsiteY13" fmla="*/ 188403 h 191726"/>
                <a:gd name="connsiteX14" fmla="*/ 344 w 123308"/>
                <a:gd name="connsiteY14" fmla="*/ 191807 h 191726"/>
                <a:gd name="connsiteX15" fmla="*/ 108413 w 123308"/>
                <a:gd name="connsiteY15" fmla="*/ 191807 h 191726"/>
                <a:gd name="connsiteX16" fmla="*/ 123653 w 123308"/>
                <a:gd name="connsiteY16" fmla="*/ 15295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653" y="152951"/>
                  </a:moveTo>
                  <a:lnTo>
                    <a:pt x="120051" y="151533"/>
                  </a:lnTo>
                  <a:cubicBezTo>
                    <a:pt x="109798" y="167699"/>
                    <a:pt x="106196" y="170252"/>
                    <a:pt x="93727" y="170252"/>
                  </a:cubicBezTo>
                  <a:lnTo>
                    <a:pt x="27500" y="170252"/>
                  </a:lnTo>
                  <a:lnTo>
                    <a:pt x="74053" y="120335"/>
                  </a:lnTo>
                  <a:cubicBezTo>
                    <a:pt x="98715" y="93958"/>
                    <a:pt x="109521" y="72403"/>
                    <a:pt x="109521" y="50281"/>
                  </a:cubicBezTo>
                  <a:cubicBezTo>
                    <a:pt x="109521" y="21919"/>
                    <a:pt x="87076" y="81"/>
                    <a:pt x="58258" y="81"/>
                  </a:cubicBezTo>
                  <a:cubicBezTo>
                    <a:pt x="43018" y="81"/>
                    <a:pt x="28609" y="6320"/>
                    <a:pt x="18356" y="17665"/>
                  </a:cubicBezTo>
                  <a:cubicBezTo>
                    <a:pt x="9489" y="27308"/>
                    <a:pt x="5332" y="36384"/>
                    <a:pt x="622" y="56521"/>
                  </a:cubicBezTo>
                  <a:lnTo>
                    <a:pt x="6441" y="57939"/>
                  </a:lnTo>
                  <a:cubicBezTo>
                    <a:pt x="17525" y="30144"/>
                    <a:pt x="27500" y="21068"/>
                    <a:pt x="46620" y="21068"/>
                  </a:cubicBezTo>
                  <a:cubicBezTo>
                    <a:pt x="69896" y="21068"/>
                    <a:pt x="85691" y="37235"/>
                    <a:pt x="85691" y="61059"/>
                  </a:cubicBezTo>
                  <a:cubicBezTo>
                    <a:pt x="85691" y="83181"/>
                    <a:pt x="72944" y="109557"/>
                    <a:pt x="49668" y="134800"/>
                  </a:cubicBezTo>
                  <a:lnTo>
                    <a:pt x="344" y="188403"/>
                  </a:lnTo>
                  <a:lnTo>
                    <a:pt x="344" y="191807"/>
                  </a:lnTo>
                  <a:lnTo>
                    <a:pt x="108413" y="191807"/>
                  </a:lnTo>
                  <a:lnTo>
                    <a:pt x="123653" y="15295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C5DDDA86-54E8-9B31-0CCD-40F8BA4E8CD9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>
            <a:xfrm>
              <a:off x="11762078" y="3930308"/>
              <a:ext cx="107791" cy="195697"/>
            </a:xfrm>
            <a:custGeom>
              <a:avLst/>
              <a:gdLst>
                <a:gd name="connsiteX0" fmla="*/ 30830 w 107791"/>
                <a:gd name="connsiteY0" fmla="*/ 98213 h 195697"/>
                <a:gd name="connsiteX1" fmla="*/ 60203 w 107791"/>
                <a:gd name="connsiteY1" fmla="*/ 101332 h 195697"/>
                <a:gd name="connsiteX2" fmla="*/ 88190 w 107791"/>
                <a:gd name="connsiteY2" fmla="*/ 143308 h 195697"/>
                <a:gd name="connsiteX3" fmla="*/ 51890 w 107791"/>
                <a:gd name="connsiteY3" fmla="*/ 185567 h 195697"/>
                <a:gd name="connsiteX4" fmla="*/ 28614 w 107791"/>
                <a:gd name="connsiteY4" fmla="*/ 176775 h 195697"/>
                <a:gd name="connsiteX5" fmla="*/ 10879 w 107791"/>
                <a:gd name="connsiteY5" fmla="*/ 169685 h 195697"/>
                <a:gd name="connsiteX6" fmla="*/ 349 w 107791"/>
                <a:gd name="connsiteY6" fmla="*/ 179611 h 195697"/>
                <a:gd name="connsiteX7" fmla="*/ 31662 w 107791"/>
                <a:gd name="connsiteY7" fmla="*/ 195778 h 195697"/>
                <a:gd name="connsiteX8" fmla="*/ 87913 w 107791"/>
                <a:gd name="connsiteY8" fmla="*/ 176775 h 195697"/>
                <a:gd name="connsiteX9" fmla="*/ 108141 w 107791"/>
                <a:gd name="connsiteY9" fmla="*/ 129694 h 195697"/>
                <a:gd name="connsiteX10" fmla="*/ 95671 w 107791"/>
                <a:gd name="connsiteY10" fmla="*/ 93108 h 195697"/>
                <a:gd name="connsiteX11" fmla="*/ 72672 w 107791"/>
                <a:gd name="connsiteY11" fmla="*/ 78076 h 195697"/>
                <a:gd name="connsiteX12" fmla="*/ 98720 w 107791"/>
                <a:gd name="connsiteY12" fmla="*/ 38936 h 195697"/>
                <a:gd name="connsiteX13" fmla="*/ 55492 w 107791"/>
                <a:gd name="connsiteY13" fmla="*/ 81 h 195697"/>
                <a:gd name="connsiteX14" fmla="*/ 19469 w 107791"/>
                <a:gd name="connsiteY14" fmla="*/ 13978 h 195697"/>
                <a:gd name="connsiteX15" fmla="*/ 904 w 107791"/>
                <a:gd name="connsiteY15" fmla="*/ 46027 h 195697"/>
                <a:gd name="connsiteX16" fmla="*/ 5060 w 107791"/>
                <a:gd name="connsiteY16" fmla="*/ 47161 h 195697"/>
                <a:gd name="connsiteX17" fmla="*/ 46348 w 107791"/>
                <a:gd name="connsiteY17" fmla="*/ 17098 h 195697"/>
                <a:gd name="connsiteX18" fmla="*/ 76829 w 107791"/>
                <a:gd name="connsiteY18" fmla="*/ 47445 h 195697"/>
                <a:gd name="connsiteX19" fmla="*/ 65745 w 107791"/>
                <a:gd name="connsiteY19" fmla="*/ 74956 h 195697"/>
                <a:gd name="connsiteX20" fmla="*/ 30830 w 107791"/>
                <a:gd name="connsiteY20" fmla="*/ 94526 h 195697"/>
                <a:gd name="connsiteX21" fmla="*/ 30830 w 107791"/>
                <a:gd name="connsiteY21" fmla="*/ 98213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91" h="195697">
                  <a:moveTo>
                    <a:pt x="30830" y="98213"/>
                  </a:moveTo>
                  <a:cubicBezTo>
                    <a:pt x="47179" y="98213"/>
                    <a:pt x="53552" y="98780"/>
                    <a:pt x="60203" y="101332"/>
                  </a:cubicBezTo>
                  <a:cubicBezTo>
                    <a:pt x="77383" y="107572"/>
                    <a:pt x="88190" y="123738"/>
                    <a:pt x="88190" y="143308"/>
                  </a:cubicBezTo>
                  <a:cubicBezTo>
                    <a:pt x="88190" y="167132"/>
                    <a:pt x="72395" y="185567"/>
                    <a:pt x="51890" y="185567"/>
                  </a:cubicBezTo>
                  <a:cubicBezTo>
                    <a:pt x="44408" y="185567"/>
                    <a:pt x="38866" y="183582"/>
                    <a:pt x="28614" y="176775"/>
                  </a:cubicBezTo>
                  <a:cubicBezTo>
                    <a:pt x="20301" y="171670"/>
                    <a:pt x="15590" y="169685"/>
                    <a:pt x="10879" y="169685"/>
                  </a:cubicBezTo>
                  <a:cubicBezTo>
                    <a:pt x="4506" y="169685"/>
                    <a:pt x="349" y="173655"/>
                    <a:pt x="349" y="179611"/>
                  </a:cubicBezTo>
                  <a:cubicBezTo>
                    <a:pt x="349" y="189538"/>
                    <a:pt x="12265" y="195778"/>
                    <a:pt x="31662" y="195778"/>
                  </a:cubicBezTo>
                  <a:cubicBezTo>
                    <a:pt x="52998" y="195778"/>
                    <a:pt x="74889" y="188403"/>
                    <a:pt x="87913" y="176775"/>
                  </a:cubicBezTo>
                  <a:cubicBezTo>
                    <a:pt x="100936" y="165147"/>
                    <a:pt x="108141" y="148697"/>
                    <a:pt x="108141" y="129694"/>
                  </a:cubicBezTo>
                  <a:cubicBezTo>
                    <a:pt x="108141" y="115230"/>
                    <a:pt x="103707" y="101900"/>
                    <a:pt x="95671" y="93108"/>
                  </a:cubicBezTo>
                  <a:cubicBezTo>
                    <a:pt x="90129" y="86868"/>
                    <a:pt x="84865" y="83465"/>
                    <a:pt x="72672" y="78076"/>
                  </a:cubicBezTo>
                  <a:cubicBezTo>
                    <a:pt x="91792" y="64746"/>
                    <a:pt x="98720" y="54252"/>
                    <a:pt x="98720" y="38936"/>
                  </a:cubicBezTo>
                  <a:cubicBezTo>
                    <a:pt x="98720" y="15963"/>
                    <a:pt x="80985" y="81"/>
                    <a:pt x="55492" y="81"/>
                  </a:cubicBezTo>
                  <a:cubicBezTo>
                    <a:pt x="41637" y="81"/>
                    <a:pt x="29445" y="4902"/>
                    <a:pt x="19469" y="13978"/>
                  </a:cubicBezTo>
                  <a:cubicBezTo>
                    <a:pt x="11156" y="21636"/>
                    <a:pt x="7000" y="29010"/>
                    <a:pt x="904" y="46027"/>
                  </a:cubicBezTo>
                  <a:lnTo>
                    <a:pt x="5060" y="47161"/>
                  </a:lnTo>
                  <a:cubicBezTo>
                    <a:pt x="16421" y="26457"/>
                    <a:pt x="28891" y="17098"/>
                    <a:pt x="46348" y="17098"/>
                  </a:cubicBezTo>
                  <a:cubicBezTo>
                    <a:pt x="64359" y="17098"/>
                    <a:pt x="76829" y="29577"/>
                    <a:pt x="76829" y="47445"/>
                  </a:cubicBezTo>
                  <a:cubicBezTo>
                    <a:pt x="76829" y="57655"/>
                    <a:pt x="72672" y="67865"/>
                    <a:pt x="65745" y="74956"/>
                  </a:cubicBezTo>
                  <a:cubicBezTo>
                    <a:pt x="57432" y="83465"/>
                    <a:pt x="49673" y="87719"/>
                    <a:pt x="30830" y="94526"/>
                  </a:cubicBezTo>
                  <a:lnTo>
                    <a:pt x="30830" y="9821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B97B9DCA-B1F5-28BE-CE65-BC2560817915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>
            <a:xfrm>
              <a:off x="11897544" y="3930308"/>
              <a:ext cx="123308" cy="191726"/>
            </a:xfrm>
            <a:custGeom>
              <a:avLst/>
              <a:gdLst>
                <a:gd name="connsiteX0" fmla="*/ 123663 w 123308"/>
                <a:gd name="connsiteY0" fmla="*/ 152951 h 191726"/>
                <a:gd name="connsiteX1" fmla="*/ 120061 w 123308"/>
                <a:gd name="connsiteY1" fmla="*/ 151533 h 191726"/>
                <a:gd name="connsiteX2" fmla="*/ 93737 w 123308"/>
                <a:gd name="connsiteY2" fmla="*/ 170252 h 191726"/>
                <a:gd name="connsiteX3" fmla="*/ 27510 w 123308"/>
                <a:gd name="connsiteY3" fmla="*/ 170252 h 191726"/>
                <a:gd name="connsiteX4" fmla="*/ 74063 w 123308"/>
                <a:gd name="connsiteY4" fmla="*/ 120335 h 191726"/>
                <a:gd name="connsiteX5" fmla="*/ 109531 w 123308"/>
                <a:gd name="connsiteY5" fmla="*/ 50281 h 191726"/>
                <a:gd name="connsiteX6" fmla="*/ 58268 w 123308"/>
                <a:gd name="connsiteY6" fmla="*/ 81 h 191726"/>
                <a:gd name="connsiteX7" fmla="*/ 18366 w 123308"/>
                <a:gd name="connsiteY7" fmla="*/ 17665 h 191726"/>
                <a:gd name="connsiteX8" fmla="*/ 631 w 123308"/>
                <a:gd name="connsiteY8" fmla="*/ 56521 h 191726"/>
                <a:gd name="connsiteX9" fmla="*/ 6451 w 123308"/>
                <a:gd name="connsiteY9" fmla="*/ 57939 h 191726"/>
                <a:gd name="connsiteX10" fmla="*/ 46630 w 123308"/>
                <a:gd name="connsiteY10" fmla="*/ 21068 h 191726"/>
                <a:gd name="connsiteX11" fmla="*/ 85701 w 123308"/>
                <a:gd name="connsiteY11" fmla="*/ 61059 h 191726"/>
                <a:gd name="connsiteX12" fmla="*/ 49678 w 123308"/>
                <a:gd name="connsiteY12" fmla="*/ 134800 h 191726"/>
                <a:gd name="connsiteX13" fmla="*/ 354 w 123308"/>
                <a:gd name="connsiteY13" fmla="*/ 188403 h 191726"/>
                <a:gd name="connsiteX14" fmla="*/ 354 w 123308"/>
                <a:gd name="connsiteY14" fmla="*/ 191807 h 191726"/>
                <a:gd name="connsiteX15" fmla="*/ 108423 w 123308"/>
                <a:gd name="connsiteY15" fmla="*/ 191807 h 191726"/>
                <a:gd name="connsiteX16" fmla="*/ 123663 w 123308"/>
                <a:gd name="connsiteY16" fmla="*/ 15295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663" y="152951"/>
                  </a:moveTo>
                  <a:lnTo>
                    <a:pt x="120061" y="151533"/>
                  </a:lnTo>
                  <a:cubicBezTo>
                    <a:pt x="109808" y="167699"/>
                    <a:pt x="106206" y="170252"/>
                    <a:pt x="93737" y="170252"/>
                  </a:cubicBezTo>
                  <a:lnTo>
                    <a:pt x="27510" y="170252"/>
                  </a:lnTo>
                  <a:lnTo>
                    <a:pt x="74063" y="120335"/>
                  </a:lnTo>
                  <a:cubicBezTo>
                    <a:pt x="98725" y="93958"/>
                    <a:pt x="109531" y="72403"/>
                    <a:pt x="109531" y="50281"/>
                  </a:cubicBezTo>
                  <a:cubicBezTo>
                    <a:pt x="109531" y="21919"/>
                    <a:pt x="87086" y="81"/>
                    <a:pt x="58268" y="81"/>
                  </a:cubicBezTo>
                  <a:cubicBezTo>
                    <a:pt x="43028" y="81"/>
                    <a:pt x="28618" y="6320"/>
                    <a:pt x="18366" y="17665"/>
                  </a:cubicBezTo>
                  <a:cubicBezTo>
                    <a:pt x="9499" y="27308"/>
                    <a:pt x="5342" y="36384"/>
                    <a:pt x="631" y="56521"/>
                  </a:cubicBezTo>
                  <a:lnTo>
                    <a:pt x="6451" y="57939"/>
                  </a:lnTo>
                  <a:cubicBezTo>
                    <a:pt x="17535" y="30144"/>
                    <a:pt x="27510" y="21068"/>
                    <a:pt x="46630" y="21068"/>
                  </a:cubicBezTo>
                  <a:cubicBezTo>
                    <a:pt x="69906" y="21068"/>
                    <a:pt x="85701" y="37235"/>
                    <a:pt x="85701" y="61059"/>
                  </a:cubicBezTo>
                  <a:cubicBezTo>
                    <a:pt x="85701" y="83181"/>
                    <a:pt x="72954" y="109557"/>
                    <a:pt x="49678" y="134800"/>
                  </a:cubicBezTo>
                  <a:lnTo>
                    <a:pt x="354" y="188403"/>
                  </a:lnTo>
                  <a:lnTo>
                    <a:pt x="354" y="191807"/>
                  </a:lnTo>
                  <a:lnTo>
                    <a:pt x="108423" y="191807"/>
                  </a:lnTo>
                  <a:lnTo>
                    <a:pt x="123663" y="15295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431AFFE-9F75-2C69-3059-31F52B31E0FB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>
            <a:xfrm>
              <a:off x="12082447" y="3956684"/>
              <a:ext cx="184270" cy="188890"/>
            </a:xfrm>
            <a:custGeom>
              <a:avLst/>
              <a:gdLst>
                <a:gd name="connsiteX0" fmla="*/ 98177 w 184270"/>
                <a:gd name="connsiteY0" fmla="*/ 100198 h 188890"/>
                <a:gd name="connsiteX1" fmla="*/ 175487 w 184270"/>
                <a:gd name="connsiteY1" fmla="*/ 100198 h 188890"/>
                <a:gd name="connsiteX2" fmla="*/ 184632 w 184270"/>
                <a:gd name="connsiteY2" fmla="*/ 94526 h 188890"/>
                <a:gd name="connsiteX3" fmla="*/ 175487 w 184270"/>
                <a:gd name="connsiteY3" fmla="*/ 88853 h 188890"/>
                <a:gd name="connsiteX4" fmla="*/ 98177 w 184270"/>
                <a:gd name="connsiteY4" fmla="*/ 88853 h 188890"/>
                <a:gd name="connsiteX5" fmla="*/ 98177 w 184270"/>
                <a:gd name="connsiteY5" fmla="*/ 9440 h 188890"/>
                <a:gd name="connsiteX6" fmla="*/ 92635 w 184270"/>
                <a:gd name="connsiteY6" fmla="*/ 81 h 188890"/>
                <a:gd name="connsiteX7" fmla="*/ 87093 w 184270"/>
                <a:gd name="connsiteY7" fmla="*/ 9440 h 188890"/>
                <a:gd name="connsiteX8" fmla="*/ 87093 w 184270"/>
                <a:gd name="connsiteY8" fmla="*/ 88853 h 188890"/>
                <a:gd name="connsiteX9" fmla="*/ 9505 w 184270"/>
                <a:gd name="connsiteY9" fmla="*/ 88853 h 188890"/>
                <a:gd name="connsiteX10" fmla="*/ 361 w 184270"/>
                <a:gd name="connsiteY10" fmla="*/ 94526 h 188890"/>
                <a:gd name="connsiteX11" fmla="*/ 9505 w 184270"/>
                <a:gd name="connsiteY11" fmla="*/ 100198 h 188890"/>
                <a:gd name="connsiteX12" fmla="*/ 87093 w 184270"/>
                <a:gd name="connsiteY12" fmla="*/ 100198 h 188890"/>
                <a:gd name="connsiteX13" fmla="*/ 87093 w 184270"/>
                <a:gd name="connsiteY13" fmla="*/ 179611 h 188890"/>
                <a:gd name="connsiteX14" fmla="*/ 92635 w 184270"/>
                <a:gd name="connsiteY14" fmla="*/ 188971 h 188890"/>
                <a:gd name="connsiteX15" fmla="*/ 98177 w 184270"/>
                <a:gd name="connsiteY15" fmla="*/ 179611 h 188890"/>
                <a:gd name="connsiteX16" fmla="*/ 98177 w 184270"/>
                <a:gd name="connsiteY16" fmla="*/ 100198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8177" y="100198"/>
                  </a:moveTo>
                  <a:lnTo>
                    <a:pt x="175487" y="100198"/>
                  </a:lnTo>
                  <a:cubicBezTo>
                    <a:pt x="179367" y="100198"/>
                    <a:pt x="184632" y="100198"/>
                    <a:pt x="184632" y="94526"/>
                  </a:cubicBezTo>
                  <a:cubicBezTo>
                    <a:pt x="184632" y="88853"/>
                    <a:pt x="179367" y="88853"/>
                    <a:pt x="175487" y="88853"/>
                  </a:cubicBezTo>
                  <a:lnTo>
                    <a:pt x="98177" y="88853"/>
                  </a:lnTo>
                  <a:lnTo>
                    <a:pt x="98177" y="9440"/>
                  </a:lnTo>
                  <a:cubicBezTo>
                    <a:pt x="98177" y="5469"/>
                    <a:pt x="98177" y="81"/>
                    <a:pt x="92635" y="81"/>
                  </a:cubicBezTo>
                  <a:cubicBezTo>
                    <a:pt x="87093" y="81"/>
                    <a:pt x="87093" y="5469"/>
                    <a:pt x="87093" y="9440"/>
                  </a:cubicBezTo>
                  <a:lnTo>
                    <a:pt x="87093" y="88853"/>
                  </a:lnTo>
                  <a:lnTo>
                    <a:pt x="9505" y="88853"/>
                  </a:lnTo>
                  <a:cubicBezTo>
                    <a:pt x="5626" y="88853"/>
                    <a:pt x="361" y="88853"/>
                    <a:pt x="361" y="94526"/>
                  </a:cubicBezTo>
                  <a:cubicBezTo>
                    <a:pt x="361" y="100198"/>
                    <a:pt x="5626" y="100198"/>
                    <a:pt x="9505" y="100198"/>
                  </a:cubicBezTo>
                  <a:lnTo>
                    <a:pt x="87093" y="100198"/>
                  </a:lnTo>
                  <a:lnTo>
                    <a:pt x="87093" y="179611"/>
                  </a:lnTo>
                  <a:cubicBezTo>
                    <a:pt x="87093" y="183582"/>
                    <a:pt x="87093" y="188971"/>
                    <a:pt x="92635" y="188971"/>
                  </a:cubicBezTo>
                  <a:cubicBezTo>
                    <a:pt x="98177" y="188971"/>
                    <a:pt x="98177" y="183582"/>
                    <a:pt x="98177" y="179611"/>
                  </a:cubicBezTo>
                  <a:lnTo>
                    <a:pt x="98177" y="10019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E18BDDA7-3182-49A7-30E9-835651475CBE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>
            <a:xfrm>
              <a:off x="12329983" y="3930308"/>
              <a:ext cx="123308" cy="191726"/>
            </a:xfrm>
            <a:custGeom>
              <a:avLst/>
              <a:gdLst>
                <a:gd name="connsiteX0" fmla="*/ 123679 w 123308"/>
                <a:gd name="connsiteY0" fmla="*/ 152951 h 191726"/>
                <a:gd name="connsiteX1" fmla="*/ 120077 w 123308"/>
                <a:gd name="connsiteY1" fmla="*/ 151533 h 191726"/>
                <a:gd name="connsiteX2" fmla="*/ 93752 w 123308"/>
                <a:gd name="connsiteY2" fmla="*/ 170252 h 191726"/>
                <a:gd name="connsiteX3" fmla="*/ 27526 w 123308"/>
                <a:gd name="connsiteY3" fmla="*/ 170252 h 191726"/>
                <a:gd name="connsiteX4" fmla="*/ 74078 w 123308"/>
                <a:gd name="connsiteY4" fmla="*/ 120335 h 191726"/>
                <a:gd name="connsiteX5" fmla="*/ 109547 w 123308"/>
                <a:gd name="connsiteY5" fmla="*/ 50281 h 191726"/>
                <a:gd name="connsiteX6" fmla="*/ 58284 w 123308"/>
                <a:gd name="connsiteY6" fmla="*/ 81 h 191726"/>
                <a:gd name="connsiteX7" fmla="*/ 18381 w 123308"/>
                <a:gd name="connsiteY7" fmla="*/ 17665 h 191726"/>
                <a:gd name="connsiteX8" fmla="*/ 647 w 123308"/>
                <a:gd name="connsiteY8" fmla="*/ 56521 h 191726"/>
                <a:gd name="connsiteX9" fmla="*/ 6466 w 123308"/>
                <a:gd name="connsiteY9" fmla="*/ 57939 h 191726"/>
                <a:gd name="connsiteX10" fmla="*/ 46645 w 123308"/>
                <a:gd name="connsiteY10" fmla="*/ 21068 h 191726"/>
                <a:gd name="connsiteX11" fmla="*/ 85716 w 123308"/>
                <a:gd name="connsiteY11" fmla="*/ 61059 h 191726"/>
                <a:gd name="connsiteX12" fmla="*/ 49693 w 123308"/>
                <a:gd name="connsiteY12" fmla="*/ 134800 h 191726"/>
                <a:gd name="connsiteX13" fmla="*/ 370 w 123308"/>
                <a:gd name="connsiteY13" fmla="*/ 188403 h 191726"/>
                <a:gd name="connsiteX14" fmla="*/ 370 w 123308"/>
                <a:gd name="connsiteY14" fmla="*/ 191807 h 191726"/>
                <a:gd name="connsiteX15" fmla="*/ 108438 w 123308"/>
                <a:gd name="connsiteY15" fmla="*/ 191807 h 191726"/>
                <a:gd name="connsiteX16" fmla="*/ 123679 w 123308"/>
                <a:gd name="connsiteY16" fmla="*/ 152951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679" y="152951"/>
                  </a:moveTo>
                  <a:lnTo>
                    <a:pt x="120077" y="151533"/>
                  </a:lnTo>
                  <a:cubicBezTo>
                    <a:pt x="109824" y="167699"/>
                    <a:pt x="106222" y="170252"/>
                    <a:pt x="93752" y="170252"/>
                  </a:cubicBezTo>
                  <a:lnTo>
                    <a:pt x="27526" y="170252"/>
                  </a:lnTo>
                  <a:lnTo>
                    <a:pt x="74078" y="120335"/>
                  </a:lnTo>
                  <a:cubicBezTo>
                    <a:pt x="98740" y="93958"/>
                    <a:pt x="109547" y="72403"/>
                    <a:pt x="109547" y="50281"/>
                  </a:cubicBezTo>
                  <a:cubicBezTo>
                    <a:pt x="109547" y="21919"/>
                    <a:pt x="87102" y="81"/>
                    <a:pt x="58284" y="81"/>
                  </a:cubicBezTo>
                  <a:cubicBezTo>
                    <a:pt x="43043" y="81"/>
                    <a:pt x="28634" y="6320"/>
                    <a:pt x="18381" y="17665"/>
                  </a:cubicBezTo>
                  <a:cubicBezTo>
                    <a:pt x="9514" y="27308"/>
                    <a:pt x="5358" y="36384"/>
                    <a:pt x="647" y="56521"/>
                  </a:cubicBezTo>
                  <a:lnTo>
                    <a:pt x="6466" y="57939"/>
                  </a:lnTo>
                  <a:cubicBezTo>
                    <a:pt x="17550" y="30144"/>
                    <a:pt x="27526" y="21068"/>
                    <a:pt x="46645" y="21068"/>
                  </a:cubicBezTo>
                  <a:cubicBezTo>
                    <a:pt x="69922" y="21068"/>
                    <a:pt x="85716" y="37235"/>
                    <a:pt x="85716" y="61059"/>
                  </a:cubicBezTo>
                  <a:cubicBezTo>
                    <a:pt x="85716" y="83181"/>
                    <a:pt x="72970" y="109557"/>
                    <a:pt x="49693" y="134800"/>
                  </a:cubicBezTo>
                  <a:lnTo>
                    <a:pt x="370" y="188403"/>
                  </a:lnTo>
                  <a:lnTo>
                    <a:pt x="370" y="191807"/>
                  </a:lnTo>
                  <a:lnTo>
                    <a:pt x="108438" y="191807"/>
                  </a:lnTo>
                  <a:lnTo>
                    <a:pt x="123679" y="152951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04C30954-111C-59A5-CE44-6E16B14D9F68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>
            <a:xfrm>
              <a:off x="12484569" y="4091971"/>
              <a:ext cx="29372" cy="30063"/>
            </a:xfrm>
            <a:custGeom>
              <a:avLst/>
              <a:gdLst>
                <a:gd name="connsiteX0" fmla="*/ 29747 w 29372"/>
                <a:gd name="connsiteY0" fmla="*/ 15112 h 30063"/>
                <a:gd name="connsiteX1" fmla="*/ 15061 w 29372"/>
                <a:gd name="connsiteY1" fmla="*/ 81 h 30063"/>
                <a:gd name="connsiteX2" fmla="*/ 375 w 29372"/>
                <a:gd name="connsiteY2" fmla="*/ 15112 h 30063"/>
                <a:gd name="connsiteX3" fmla="*/ 15061 w 29372"/>
                <a:gd name="connsiteY3" fmla="*/ 30144 h 30063"/>
                <a:gd name="connsiteX4" fmla="*/ 29747 w 29372"/>
                <a:gd name="connsiteY4" fmla="*/ 15112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747" y="15112"/>
                  </a:moveTo>
                  <a:cubicBezTo>
                    <a:pt x="29747" y="6887"/>
                    <a:pt x="23097" y="81"/>
                    <a:pt x="15061" y="81"/>
                  </a:cubicBezTo>
                  <a:cubicBezTo>
                    <a:pt x="7025" y="81"/>
                    <a:pt x="375" y="6887"/>
                    <a:pt x="375" y="15112"/>
                  </a:cubicBezTo>
                  <a:cubicBezTo>
                    <a:pt x="375" y="23337"/>
                    <a:pt x="7025" y="30144"/>
                    <a:pt x="15061" y="30144"/>
                  </a:cubicBezTo>
                  <a:cubicBezTo>
                    <a:pt x="23097" y="30144"/>
                    <a:pt x="29747" y="23337"/>
                    <a:pt x="29747" y="15112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9360675-FDFA-E08E-925B-1E7A01C0E37F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>
            <a:xfrm>
              <a:off x="12549695" y="3930308"/>
              <a:ext cx="107791" cy="195697"/>
            </a:xfrm>
            <a:custGeom>
              <a:avLst/>
              <a:gdLst>
                <a:gd name="connsiteX0" fmla="*/ 30859 w 107791"/>
                <a:gd name="connsiteY0" fmla="*/ 98213 h 195697"/>
                <a:gd name="connsiteX1" fmla="*/ 60231 w 107791"/>
                <a:gd name="connsiteY1" fmla="*/ 101332 h 195697"/>
                <a:gd name="connsiteX2" fmla="*/ 88218 w 107791"/>
                <a:gd name="connsiteY2" fmla="*/ 143308 h 195697"/>
                <a:gd name="connsiteX3" fmla="*/ 51918 w 107791"/>
                <a:gd name="connsiteY3" fmla="*/ 185567 h 195697"/>
                <a:gd name="connsiteX4" fmla="*/ 28642 w 107791"/>
                <a:gd name="connsiteY4" fmla="*/ 176775 h 195697"/>
                <a:gd name="connsiteX5" fmla="*/ 10907 w 107791"/>
                <a:gd name="connsiteY5" fmla="*/ 169685 h 195697"/>
                <a:gd name="connsiteX6" fmla="*/ 378 w 107791"/>
                <a:gd name="connsiteY6" fmla="*/ 179611 h 195697"/>
                <a:gd name="connsiteX7" fmla="*/ 31690 w 107791"/>
                <a:gd name="connsiteY7" fmla="*/ 195778 h 195697"/>
                <a:gd name="connsiteX8" fmla="*/ 87941 w 107791"/>
                <a:gd name="connsiteY8" fmla="*/ 176775 h 195697"/>
                <a:gd name="connsiteX9" fmla="*/ 108169 w 107791"/>
                <a:gd name="connsiteY9" fmla="*/ 129694 h 195697"/>
                <a:gd name="connsiteX10" fmla="*/ 95700 w 107791"/>
                <a:gd name="connsiteY10" fmla="*/ 93108 h 195697"/>
                <a:gd name="connsiteX11" fmla="*/ 72700 w 107791"/>
                <a:gd name="connsiteY11" fmla="*/ 78076 h 195697"/>
                <a:gd name="connsiteX12" fmla="*/ 98748 w 107791"/>
                <a:gd name="connsiteY12" fmla="*/ 38936 h 195697"/>
                <a:gd name="connsiteX13" fmla="*/ 55520 w 107791"/>
                <a:gd name="connsiteY13" fmla="*/ 81 h 195697"/>
                <a:gd name="connsiteX14" fmla="*/ 19497 w 107791"/>
                <a:gd name="connsiteY14" fmla="*/ 13978 h 195697"/>
                <a:gd name="connsiteX15" fmla="*/ 932 w 107791"/>
                <a:gd name="connsiteY15" fmla="*/ 46027 h 195697"/>
                <a:gd name="connsiteX16" fmla="*/ 5088 w 107791"/>
                <a:gd name="connsiteY16" fmla="*/ 47161 h 195697"/>
                <a:gd name="connsiteX17" fmla="*/ 46376 w 107791"/>
                <a:gd name="connsiteY17" fmla="*/ 17098 h 195697"/>
                <a:gd name="connsiteX18" fmla="*/ 76857 w 107791"/>
                <a:gd name="connsiteY18" fmla="*/ 47445 h 195697"/>
                <a:gd name="connsiteX19" fmla="*/ 65773 w 107791"/>
                <a:gd name="connsiteY19" fmla="*/ 74956 h 195697"/>
                <a:gd name="connsiteX20" fmla="*/ 30859 w 107791"/>
                <a:gd name="connsiteY20" fmla="*/ 94526 h 195697"/>
                <a:gd name="connsiteX21" fmla="*/ 30859 w 107791"/>
                <a:gd name="connsiteY21" fmla="*/ 98213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91" h="195697">
                  <a:moveTo>
                    <a:pt x="30859" y="98213"/>
                  </a:moveTo>
                  <a:cubicBezTo>
                    <a:pt x="47207" y="98213"/>
                    <a:pt x="53581" y="98780"/>
                    <a:pt x="60231" y="101332"/>
                  </a:cubicBezTo>
                  <a:cubicBezTo>
                    <a:pt x="77411" y="107572"/>
                    <a:pt x="88218" y="123738"/>
                    <a:pt x="88218" y="143308"/>
                  </a:cubicBezTo>
                  <a:cubicBezTo>
                    <a:pt x="88218" y="167132"/>
                    <a:pt x="72423" y="185567"/>
                    <a:pt x="51918" y="185567"/>
                  </a:cubicBezTo>
                  <a:cubicBezTo>
                    <a:pt x="44436" y="185567"/>
                    <a:pt x="38894" y="183582"/>
                    <a:pt x="28642" y="176775"/>
                  </a:cubicBezTo>
                  <a:cubicBezTo>
                    <a:pt x="20329" y="171670"/>
                    <a:pt x="15618" y="169685"/>
                    <a:pt x="10907" y="169685"/>
                  </a:cubicBezTo>
                  <a:cubicBezTo>
                    <a:pt x="4534" y="169685"/>
                    <a:pt x="378" y="173655"/>
                    <a:pt x="378" y="179611"/>
                  </a:cubicBezTo>
                  <a:cubicBezTo>
                    <a:pt x="378" y="189538"/>
                    <a:pt x="12293" y="195778"/>
                    <a:pt x="31690" y="195778"/>
                  </a:cubicBezTo>
                  <a:cubicBezTo>
                    <a:pt x="53026" y="195778"/>
                    <a:pt x="74917" y="188403"/>
                    <a:pt x="87941" y="176775"/>
                  </a:cubicBezTo>
                  <a:cubicBezTo>
                    <a:pt x="100965" y="165147"/>
                    <a:pt x="108169" y="148697"/>
                    <a:pt x="108169" y="129694"/>
                  </a:cubicBezTo>
                  <a:cubicBezTo>
                    <a:pt x="108169" y="115230"/>
                    <a:pt x="103736" y="101900"/>
                    <a:pt x="95700" y="93108"/>
                  </a:cubicBezTo>
                  <a:cubicBezTo>
                    <a:pt x="90158" y="86868"/>
                    <a:pt x="84893" y="83465"/>
                    <a:pt x="72700" y="78076"/>
                  </a:cubicBezTo>
                  <a:cubicBezTo>
                    <a:pt x="91820" y="64746"/>
                    <a:pt x="98748" y="54252"/>
                    <a:pt x="98748" y="38936"/>
                  </a:cubicBezTo>
                  <a:cubicBezTo>
                    <a:pt x="98748" y="15963"/>
                    <a:pt x="81013" y="81"/>
                    <a:pt x="55520" y="81"/>
                  </a:cubicBezTo>
                  <a:cubicBezTo>
                    <a:pt x="41665" y="81"/>
                    <a:pt x="29473" y="4902"/>
                    <a:pt x="19497" y="13978"/>
                  </a:cubicBezTo>
                  <a:cubicBezTo>
                    <a:pt x="11184" y="21636"/>
                    <a:pt x="7028" y="29010"/>
                    <a:pt x="932" y="46027"/>
                  </a:cubicBezTo>
                  <a:lnTo>
                    <a:pt x="5088" y="47161"/>
                  </a:lnTo>
                  <a:cubicBezTo>
                    <a:pt x="16449" y="26457"/>
                    <a:pt x="28919" y="17098"/>
                    <a:pt x="46376" y="17098"/>
                  </a:cubicBezTo>
                  <a:cubicBezTo>
                    <a:pt x="64387" y="17098"/>
                    <a:pt x="76857" y="29577"/>
                    <a:pt x="76857" y="47445"/>
                  </a:cubicBezTo>
                  <a:cubicBezTo>
                    <a:pt x="76857" y="57655"/>
                    <a:pt x="72700" y="67865"/>
                    <a:pt x="65773" y="74956"/>
                  </a:cubicBezTo>
                  <a:cubicBezTo>
                    <a:pt x="57460" y="83465"/>
                    <a:pt x="49701" y="87719"/>
                    <a:pt x="30859" y="94526"/>
                  </a:cubicBezTo>
                  <a:lnTo>
                    <a:pt x="30859" y="9821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B18C7624-3577-3352-198C-DB7C399E4008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>
            <a:xfrm>
              <a:off x="12686270" y="3928039"/>
              <a:ext cx="120260" cy="197965"/>
            </a:xfrm>
            <a:custGeom>
              <a:avLst/>
              <a:gdLst>
                <a:gd name="connsiteX0" fmla="*/ 114547 w 120260"/>
                <a:gd name="connsiteY0" fmla="*/ 81 h 197965"/>
                <a:gd name="connsiteX1" fmla="*/ 46658 w 120260"/>
                <a:gd name="connsiteY1" fmla="*/ 22770 h 197965"/>
                <a:gd name="connsiteX2" fmla="*/ 383 w 120260"/>
                <a:gd name="connsiteY2" fmla="*/ 114946 h 197965"/>
                <a:gd name="connsiteX3" fmla="*/ 19780 w 120260"/>
                <a:gd name="connsiteY3" fmla="*/ 178760 h 197965"/>
                <a:gd name="connsiteX4" fmla="*/ 62453 w 120260"/>
                <a:gd name="connsiteY4" fmla="*/ 198047 h 197965"/>
                <a:gd name="connsiteX5" fmla="*/ 120644 w 120260"/>
                <a:gd name="connsiteY5" fmla="*/ 131963 h 197965"/>
                <a:gd name="connsiteX6" fmla="*/ 68549 w 120260"/>
                <a:gd name="connsiteY6" fmla="*/ 72687 h 197965"/>
                <a:gd name="connsiteX7" fmla="*/ 33080 w 120260"/>
                <a:gd name="connsiteY7" fmla="*/ 85450 h 197965"/>
                <a:gd name="connsiteX8" fmla="*/ 115102 w 120260"/>
                <a:gd name="connsiteY8" fmla="*/ 4618 h 197965"/>
                <a:gd name="connsiteX9" fmla="*/ 114547 w 120260"/>
                <a:gd name="connsiteY9" fmla="*/ 81 h 197965"/>
                <a:gd name="connsiteX10" fmla="*/ 58019 w 120260"/>
                <a:gd name="connsiteY10" fmla="*/ 85733 h 197965"/>
                <a:gd name="connsiteX11" fmla="*/ 95705 w 120260"/>
                <a:gd name="connsiteY11" fmla="*/ 141606 h 197965"/>
                <a:gd name="connsiteX12" fmla="*/ 65501 w 120260"/>
                <a:gd name="connsiteY12" fmla="*/ 190105 h 197965"/>
                <a:gd name="connsiteX13" fmla="*/ 26153 w 120260"/>
                <a:gd name="connsiteY13" fmla="*/ 119484 h 197965"/>
                <a:gd name="connsiteX14" fmla="*/ 33912 w 120260"/>
                <a:gd name="connsiteY14" fmla="*/ 92824 h 197965"/>
                <a:gd name="connsiteX15" fmla="*/ 58019 w 120260"/>
                <a:gd name="connsiteY15" fmla="*/ 85733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260" h="197965">
                  <a:moveTo>
                    <a:pt x="114547" y="81"/>
                  </a:moveTo>
                  <a:cubicBezTo>
                    <a:pt x="82958" y="2917"/>
                    <a:pt x="66886" y="8305"/>
                    <a:pt x="46658" y="22770"/>
                  </a:cubicBezTo>
                  <a:cubicBezTo>
                    <a:pt x="16731" y="44609"/>
                    <a:pt x="383" y="76941"/>
                    <a:pt x="383" y="114946"/>
                  </a:cubicBezTo>
                  <a:cubicBezTo>
                    <a:pt x="383" y="139621"/>
                    <a:pt x="7864" y="164579"/>
                    <a:pt x="19780" y="178760"/>
                  </a:cubicBezTo>
                  <a:cubicBezTo>
                    <a:pt x="30309" y="191240"/>
                    <a:pt x="45273" y="198047"/>
                    <a:pt x="62453" y="198047"/>
                  </a:cubicBezTo>
                  <a:cubicBezTo>
                    <a:pt x="96813" y="198047"/>
                    <a:pt x="120644" y="171103"/>
                    <a:pt x="120644" y="131963"/>
                  </a:cubicBezTo>
                  <a:cubicBezTo>
                    <a:pt x="120644" y="95660"/>
                    <a:pt x="100415" y="72687"/>
                    <a:pt x="68549" y="72687"/>
                  </a:cubicBezTo>
                  <a:cubicBezTo>
                    <a:pt x="56357" y="72687"/>
                    <a:pt x="50538" y="74672"/>
                    <a:pt x="33080" y="85450"/>
                  </a:cubicBezTo>
                  <a:cubicBezTo>
                    <a:pt x="40562" y="42623"/>
                    <a:pt x="71597" y="11993"/>
                    <a:pt x="115102" y="4618"/>
                  </a:cubicBezTo>
                  <a:lnTo>
                    <a:pt x="114547" y="81"/>
                  </a:lnTo>
                  <a:close/>
                  <a:moveTo>
                    <a:pt x="58019" y="85733"/>
                  </a:moveTo>
                  <a:cubicBezTo>
                    <a:pt x="81850" y="85733"/>
                    <a:pt x="95705" y="106154"/>
                    <a:pt x="95705" y="141606"/>
                  </a:cubicBezTo>
                  <a:cubicBezTo>
                    <a:pt x="95705" y="172804"/>
                    <a:pt x="84898" y="190105"/>
                    <a:pt x="65501" y="190105"/>
                  </a:cubicBezTo>
                  <a:cubicBezTo>
                    <a:pt x="41116" y="190105"/>
                    <a:pt x="26153" y="163445"/>
                    <a:pt x="26153" y="119484"/>
                  </a:cubicBezTo>
                  <a:cubicBezTo>
                    <a:pt x="26153" y="105020"/>
                    <a:pt x="28370" y="97078"/>
                    <a:pt x="33912" y="92824"/>
                  </a:cubicBezTo>
                  <a:cubicBezTo>
                    <a:pt x="39731" y="88286"/>
                    <a:pt x="48321" y="85733"/>
                    <a:pt x="58019" y="85733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5D6C872C-F478-CC1C-5224-DE40804A2527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>
            <a:xfrm>
              <a:off x="12827833" y="3930308"/>
              <a:ext cx="107791" cy="195697"/>
            </a:xfrm>
            <a:custGeom>
              <a:avLst/>
              <a:gdLst>
                <a:gd name="connsiteX0" fmla="*/ 30868 w 107791"/>
                <a:gd name="connsiteY0" fmla="*/ 98213 h 195697"/>
                <a:gd name="connsiteX1" fmla="*/ 60241 w 107791"/>
                <a:gd name="connsiteY1" fmla="*/ 101332 h 195697"/>
                <a:gd name="connsiteX2" fmla="*/ 88228 w 107791"/>
                <a:gd name="connsiteY2" fmla="*/ 143308 h 195697"/>
                <a:gd name="connsiteX3" fmla="*/ 51928 w 107791"/>
                <a:gd name="connsiteY3" fmla="*/ 185567 h 195697"/>
                <a:gd name="connsiteX4" fmla="*/ 28652 w 107791"/>
                <a:gd name="connsiteY4" fmla="*/ 176775 h 195697"/>
                <a:gd name="connsiteX5" fmla="*/ 10917 w 107791"/>
                <a:gd name="connsiteY5" fmla="*/ 169685 h 195697"/>
                <a:gd name="connsiteX6" fmla="*/ 388 w 107791"/>
                <a:gd name="connsiteY6" fmla="*/ 179611 h 195697"/>
                <a:gd name="connsiteX7" fmla="*/ 31700 w 107791"/>
                <a:gd name="connsiteY7" fmla="*/ 195778 h 195697"/>
                <a:gd name="connsiteX8" fmla="*/ 87951 w 107791"/>
                <a:gd name="connsiteY8" fmla="*/ 176775 h 195697"/>
                <a:gd name="connsiteX9" fmla="*/ 108179 w 107791"/>
                <a:gd name="connsiteY9" fmla="*/ 129694 h 195697"/>
                <a:gd name="connsiteX10" fmla="*/ 95710 w 107791"/>
                <a:gd name="connsiteY10" fmla="*/ 93108 h 195697"/>
                <a:gd name="connsiteX11" fmla="*/ 72710 w 107791"/>
                <a:gd name="connsiteY11" fmla="*/ 78076 h 195697"/>
                <a:gd name="connsiteX12" fmla="*/ 98758 w 107791"/>
                <a:gd name="connsiteY12" fmla="*/ 38936 h 195697"/>
                <a:gd name="connsiteX13" fmla="*/ 55530 w 107791"/>
                <a:gd name="connsiteY13" fmla="*/ 81 h 195697"/>
                <a:gd name="connsiteX14" fmla="*/ 19507 w 107791"/>
                <a:gd name="connsiteY14" fmla="*/ 13978 h 195697"/>
                <a:gd name="connsiteX15" fmla="*/ 942 w 107791"/>
                <a:gd name="connsiteY15" fmla="*/ 46027 h 195697"/>
                <a:gd name="connsiteX16" fmla="*/ 5098 w 107791"/>
                <a:gd name="connsiteY16" fmla="*/ 47161 h 195697"/>
                <a:gd name="connsiteX17" fmla="*/ 46386 w 107791"/>
                <a:gd name="connsiteY17" fmla="*/ 17098 h 195697"/>
                <a:gd name="connsiteX18" fmla="*/ 76867 w 107791"/>
                <a:gd name="connsiteY18" fmla="*/ 47445 h 195697"/>
                <a:gd name="connsiteX19" fmla="*/ 65783 w 107791"/>
                <a:gd name="connsiteY19" fmla="*/ 74956 h 195697"/>
                <a:gd name="connsiteX20" fmla="*/ 30868 w 107791"/>
                <a:gd name="connsiteY20" fmla="*/ 94526 h 195697"/>
                <a:gd name="connsiteX21" fmla="*/ 30868 w 107791"/>
                <a:gd name="connsiteY21" fmla="*/ 98213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91" h="195697">
                  <a:moveTo>
                    <a:pt x="30868" y="98213"/>
                  </a:moveTo>
                  <a:cubicBezTo>
                    <a:pt x="47217" y="98213"/>
                    <a:pt x="53591" y="98780"/>
                    <a:pt x="60241" y="101332"/>
                  </a:cubicBezTo>
                  <a:cubicBezTo>
                    <a:pt x="77421" y="107572"/>
                    <a:pt x="88228" y="123738"/>
                    <a:pt x="88228" y="143308"/>
                  </a:cubicBezTo>
                  <a:cubicBezTo>
                    <a:pt x="88228" y="167132"/>
                    <a:pt x="72433" y="185567"/>
                    <a:pt x="51928" y="185567"/>
                  </a:cubicBezTo>
                  <a:cubicBezTo>
                    <a:pt x="44446" y="185567"/>
                    <a:pt x="38904" y="183582"/>
                    <a:pt x="28652" y="176775"/>
                  </a:cubicBezTo>
                  <a:cubicBezTo>
                    <a:pt x="20339" y="171670"/>
                    <a:pt x="15628" y="169685"/>
                    <a:pt x="10917" y="169685"/>
                  </a:cubicBezTo>
                  <a:cubicBezTo>
                    <a:pt x="4544" y="169685"/>
                    <a:pt x="388" y="173655"/>
                    <a:pt x="388" y="179611"/>
                  </a:cubicBezTo>
                  <a:cubicBezTo>
                    <a:pt x="388" y="189538"/>
                    <a:pt x="12303" y="195778"/>
                    <a:pt x="31700" y="195778"/>
                  </a:cubicBezTo>
                  <a:cubicBezTo>
                    <a:pt x="53036" y="195778"/>
                    <a:pt x="74927" y="188403"/>
                    <a:pt x="87951" y="176775"/>
                  </a:cubicBezTo>
                  <a:cubicBezTo>
                    <a:pt x="100975" y="165147"/>
                    <a:pt x="108179" y="148697"/>
                    <a:pt x="108179" y="129694"/>
                  </a:cubicBezTo>
                  <a:cubicBezTo>
                    <a:pt x="108179" y="115230"/>
                    <a:pt x="103745" y="101900"/>
                    <a:pt x="95710" y="93108"/>
                  </a:cubicBezTo>
                  <a:cubicBezTo>
                    <a:pt x="90168" y="86868"/>
                    <a:pt x="84903" y="83465"/>
                    <a:pt x="72710" y="78076"/>
                  </a:cubicBezTo>
                  <a:cubicBezTo>
                    <a:pt x="91830" y="64746"/>
                    <a:pt x="98758" y="54252"/>
                    <a:pt x="98758" y="38936"/>
                  </a:cubicBezTo>
                  <a:cubicBezTo>
                    <a:pt x="98758" y="15963"/>
                    <a:pt x="81023" y="81"/>
                    <a:pt x="55530" y="81"/>
                  </a:cubicBezTo>
                  <a:cubicBezTo>
                    <a:pt x="41675" y="81"/>
                    <a:pt x="29483" y="4902"/>
                    <a:pt x="19507" y="13978"/>
                  </a:cubicBezTo>
                  <a:cubicBezTo>
                    <a:pt x="11194" y="21636"/>
                    <a:pt x="7038" y="29010"/>
                    <a:pt x="942" y="46027"/>
                  </a:cubicBezTo>
                  <a:lnTo>
                    <a:pt x="5098" y="47161"/>
                  </a:lnTo>
                  <a:cubicBezTo>
                    <a:pt x="16459" y="26457"/>
                    <a:pt x="28929" y="17098"/>
                    <a:pt x="46386" y="17098"/>
                  </a:cubicBezTo>
                  <a:cubicBezTo>
                    <a:pt x="64397" y="17098"/>
                    <a:pt x="76867" y="29577"/>
                    <a:pt x="76867" y="47445"/>
                  </a:cubicBezTo>
                  <a:cubicBezTo>
                    <a:pt x="76867" y="57655"/>
                    <a:pt x="72710" y="67865"/>
                    <a:pt x="65783" y="74956"/>
                  </a:cubicBezTo>
                  <a:cubicBezTo>
                    <a:pt x="57470" y="83465"/>
                    <a:pt x="49711" y="87719"/>
                    <a:pt x="30868" y="94526"/>
                  </a:cubicBezTo>
                  <a:lnTo>
                    <a:pt x="30868" y="9821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A27C0F4-1057-03E4-BFB9-8801F90E84B8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>
            <a:xfrm>
              <a:off x="11394983" y="4237898"/>
              <a:ext cx="1560003" cy="11384"/>
            </a:xfrm>
            <a:custGeom>
              <a:avLst/>
              <a:gdLst>
                <a:gd name="connsiteX0" fmla="*/ 0 w 1560003"/>
                <a:gd name="connsiteY0" fmla="*/ 0 h 11384"/>
                <a:gd name="connsiteX1" fmla="*/ 1560004 w 1560003"/>
                <a:gd name="connsiteY1" fmla="*/ 0 h 11384"/>
                <a:gd name="connsiteX2" fmla="*/ 1560004 w 1560003"/>
                <a:gd name="connsiteY2" fmla="*/ 11384 h 11384"/>
                <a:gd name="connsiteX3" fmla="*/ 0 w 1560003"/>
                <a:gd name="connsiteY3" fmla="*/ 11384 h 1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003" h="11384">
                  <a:moveTo>
                    <a:pt x="0" y="0"/>
                  </a:moveTo>
                  <a:lnTo>
                    <a:pt x="1560004" y="0"/>
                  </a:lnTo>
                  <a:lnTo>
                    <a:pt x="1560004" y="11384"/>
                  </a:lnTo>
                  <a:lnTo>
                    <a:pt x="0" y="11384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F17C062E-1F49-8BBB-479D-1FD8406FC054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>
            <a:xfrm>
              <a:off x="12113763" y="4318327"/>
              <a:ext cx="123308" cy="191726"/>
            </a:xfrm>
            <a:custGeom>
              <a:avLst/>
              <a:gdLst>
                <a:gd name="connsiteX0" fmla="*/ 123671 w 123308"/>
                <a:gd name="connsiteY0" fmla="*/ 152965 h 191726"/>
                <a:gd name="connsiteX1" fmla="*/ 120069 w 123308"/>
                <a:gd name="connsiteY1" fmla="*/ 151547 h 191726"/>
                <a:gd name="connsiteX2" fmla="*/ 93744 w 123308"/>
                <a:gd name="connsiteY2" fmla="*/ 170265 h 191726"/>
                <a:gd name="connsiteX3" fmla="*/ 27518 w 123308"/>
                <a:gd name="connsiteY3" fmla="*/ 170265 h 191726"/>
                <a:gd name="connsiteX4" fmla="*/ 74070 w 123308"/>
                <a:gd name="connsiteY4" fmla="*/ 120349 h 191726"/>
                <a:gd name="connsiteX5" fmla="*/ 109539 w 123308"/>
                <a:gd name="connsiteY5" fmla="*/ 50295 h 191726"/>
                <a:gd name="connsiteX6" fmla="*/ 58276 w 123308"/>
                <a:gd name="connsiteY6" fmla="*/ 94 h 191726"/>
                <a:gd name="connsiteX7" fmla="*/ 18374 w 123308"/>
                <a:gd name="connsiteY7" fmla="*/ 17678 h 191726"/>
                <a:gd name="connsiteX8" fmla="*/ 639 w 123308"/>
                <a:gd name="connsiteY8" fmla="*/ 56534 h 191726"/>
                <a:gd name="connsiteX9" fmla="*/ 6458 w 123308"/>
                <a:gd name="connsiteY9" fmla="*/ 57952 h 191726"/>
                <a:gd name="connsiteX10" fmla="*/ 46638 w 123308"/>
                <a:gd name="connsiteY10" fmla="*/ 21082 h 191726"/>
                <a:gd name="connsiteX11" fmla="*/ 85709 w 123308"/>
                <a:gd name="connsiteY11" fmla="*/ 61072 h 191726"/>
                <a:gd name="connsiteX12" fmla="*/ 49686 w 123308"/>
                <a:gd name="connsiteY12" fmla="*/ 134813 h 191726"/>
                <a:gd name="connsiteX13" fmla="*/ 362 w 123308"/>
                <a:gd name="connsiteY13" fmla="*/ 188417 h 191726"/>
                <a:gd name="connsiteX14" fmla="*/ 362 w 123308"/>
                <a:gd name="connsiteY14" fmla="*/ 191820 h 191726"/>
                <a:gd name="connsiteX15" fmla="*/ 108431 w 123308"/>
                <a:gd name="connsiteY15" fmla="*/ 191820 h 191726"/>
                <a:gd name="connsiteX16" fmla="*/ 123671 w 123308"/>
                <a:gd name="connsiteY16" fmla="*/ 15296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671" y="152965"/>
                  </a:moveTo>
                  <a:lnTo>
                    <a:pt x="120069" y="151547"/>
                  </a:lnTo>
                  <a:cubicBezTo>
                    <a:pt x="109816" y="167713"/>
                    <a:pt x="106214" y="170265"/>
                    <a:pt x="93744" y="170265"/>
                  </a:cubicBezTo>
                  <a:lnTo>
                    <a:pt x="27518" y="170265"/>
                  </a:lnTo>
                  <a:lnTo>
                    <a:pt x="74070" y="120349"/>
                  </a:lnTo>
                  <a:cubicBezTo>
                    <a:pt x="98732" y="93972"/>
                    <a:pt x="109539" y="72417"/>
                    <a:pt x="109539" y="50295"/>
                  </a:cubicBezTo>
                  <a:cubicBezTo>
                    <a:pt x="109539" y="21933"/>
                    <a:pt x="87094" y="94"/>
                    <a:pt x="58276" y="94"/>
                  </a:cubicBezTo>
                  <a:cubicBezTo>
                    <a:pt x="43035" y="94"/>
                    <a:pt x="28626" y="6334"/>
                    <a:pt x="18374" y="17678"/>
                  </a:cubicBezTo>
                  <a:cubicBezTo>
                    <a:pt x="9506" y="27322"/>
                    <a:pt x="5350" y="36397"/>
                    <a:pt x="639" y="56534"/>
                  </a:cubicBezTo>
                  <a:lnTo>
                    <a:pt x="6458" y="57952"/>
                  </a:lnTo>
                  <a:cubicBezTo>
                    <a:pt x="17542" y="30158"/>
                    <a:pt x="27518" y="21082"/>
                    <a:pt x="46638" y="21082"/>
                  </a:cubicBezTo>
                  <a:cubicBezTo>
                    <a:pt x="69914" y="21082"/>
                    <a:pt x="85709" y="37248"/>
                    <a:pt x="85709" y="61072"/>
                  </a:cubicBezTo>
                  <a:cubicBezTo>
                    <a:pt x="85709" y="83194"/>
                    <a:pt x="72962" y="109571"/>
                    <a:pt x="49686" y="134813"/>
                  </a:cubicBezTo>
                  <a:lnTo>
                    <a:pt x="362" y="188417"/>
                  </a:lnTo>
                  <a:lnTo>
                    <a:pt x="362" y="191820"/>
                  </a:lnTo>
                  <a:lnTo>
                    <a:pt x="108431" y="191820"/>
                  </a:lnTo>
                  <a:lnTo>
                    <a:pt x="123671" y="152965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53DA063F-FCAF-7CD5-2B61-F6428ED5A4E3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>
            <a:xfrm>
              <a:off x="4216426" y="4758970"/>
              <a:ext cx="184270" cy="66366"/>
            </a:xfrm>
            <a:custGeom>
              <a:avLst/>
              <a:gdLst>
                <a:gd name="connsiteX0" fmla="*/ 174928 w 184270"/>
                <a:gd name="connsiteY0" fmla="*/ 11451 h 66366"/>
                <a:gd name="connsiteX1" fmla="*/ 184350 w 184270"/>
                <a:gd name="connsiteY1" fmla="*/ 5779 h 66366"/>
                <a:gd name="connsiteX2" fmla="*/ 175206 w 184270"/>
                <a:gd name="connsiteY2" fmla="*/ 106 h 66366"/>
                <a:gd name="connsiteX3" fmla="*/ 9223 w 184270"/>
                <a:gd name="connsiteY3" fmla="*/ 106 h 66366"/>
                <a:gd name="connsiteX4" fmla="*/ 79 w 184270"/>
                <a:gd name="connsiteY4" fmla="*/ 5779 h 66366"/>
                <a:gd name="connsiteX5" fmla="*/ 9500 w 184270"/>
                <a:gd name="connsiteY5" fmla="*/ 11451 h 66366"/>
                <a:gd name="connsiteX6" fmla="*/ 174928 w 184270"/>
                <a:gd name="connsiteY6" fmla="*/ 11451 h 66366"/>
                <a:gd name="connsiteX7" fmla="*/ 175206 w 184270"/>
                <a:gd name="connsiteY7" fmla="*/ 66473 h 66366"/>
                <a:gd name="connsiteX8" fmla="*/ 184350 w 184270"/>
                <a:gd name="connsiteY8" fmla="*/ 60801 h 66366"/>
                <a:gd name="connsiteX9" fmla="*/ 174928 w 184270"/>
                <a:gd name="connsiteY9" fmla="*/ 55129 h 66366"/>
                <a:gd name="connsiteX10" fmla="*/ 9500 w 184270"/>
                <a:gd name="connsiteY10" fmla="*/ 55129 h 66366"/>
                <a:gd name="connsiteX11" fmla="*/ 79 w 184270"/>
                <a:gd name="connsiteY11" fmla="*/ 60801 h 66366"/>
                <a:gd name="connsiteX12" fmla="*/ 9223 w 184270"/>
                <a:gd name="connsiteY12" fmla="*/ 66473 h 66366"/>
                <a:gd name="connsiteX13" fmla="*/ 175206 w 184270"/>
                <a:gd name="connsiteY13" fmla="*/ 66473 h 6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270" h="66366">
                  <a:moveTo>
                    <a:pt x="174928" y="11451"/>
                  </a:moveTo>
                  <a:cubicBezTo>
                    <a:pt x="179085" y="11451"/>
                    <a:pt x="184350" y="11451"/>
                    <a:pt x="184350" y="5779"/>
                  </a:cubicBezTo>
                  <a:cubicBezTo>
                    <a:pt x="184350" y="106"/>
                    <a:pt x="179085" y="106"/>
                    <a:pt x="175206" y="106"/>
                  </a:cubicBezTo>
                  <a:lnTo>
                    <a:pt x="9223" y="106"/>
                  </a:lnTo>
                  <a:cubicBezTo>
                    <a:pt x="5344" y="106"/>
                    <a:pt x="79" y="106"/>
                    <a:pt x="79" y="5779"/>
                  </a:cubicBezTo>
                  <a:cubicBezTo>
                    <a:pt x="79" y="11451"/>
                    <a:pt x="5344" y="11451"/>
                    <a:pt x="9500" y="11451"/>
                  </a:cubicBezTo>
                  <a:lnTo>
                    <a:pt x="174928" y="11451"/>
                  </a:lnTo>
                  <a:close/>
                  <a:moveTo>
                    <a:pt x="175206" y="66473"/>
                  </a:moveTo>
                  <a:cubicBezTo>
                    <a:pt x="179085" y="66473"/>
                    <a:pt x="184350" y="66473"/>
                    <a:pt x="184350" y="60801"/>
                  </a:cubicBezTo>
                  <a:cubicBezTo>
                    <a:pt x="184350" y="55129"/>
                    <a:pt x="179085" y="55129"/>
                    <a:pt x="174928" y="55129"/>
                  </a:cubicBezTo>
                  <a:lnTo>
                    <a:pt x="9500" y="55129"/>
                  </a:lnTo>
                  <a:cubicBezTo>
                    <a:pt x="5344" y="55129"/>
                    <a:pt x="79" y="55129"/>
                    <a:pt x="79" y="60801"/>
                  </a:cubicBezTo>
                  <a:cubicBezTo>
                    <a:pt x="79" y="66473"/>
                    <a:pt x="5344" y="66473"/>
                    <a:pt x="9223" y="66473"/>
                  </a:cubicBezTo>
                  <a:lnTo>
                    <a:pt x="175206" y="6647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CB85FEE3-184F-F2FE-35A6-784AFA08E60B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>
            <a:xfrm>
              <a:off x="4485476" y="4671332"/>
              <a:ext cx="125248" cy="195697"/>
            </a:xfrm>
            <a:custGeom>
              <a:avLst/>
              <a:gdLst>
                <a:gd name="connsiteX0" fmla="*/ 63822 w 125248"/>
                <a:gd name="connsiteY0" fmla="*/ 106 h 195697"/>
                <a:gd name="connsiteX1" fmla="*/ 26690 w 125248"/>
                <a:gd name="connsiteY1" fmla="*/ 14855 h 195697"/>
                <a:gd name="connsiteX2" fmla="*/ 89 w 125248"/>
                <a:gd name="connsiteY2" fmla="*/ 96537 h 195697"/>
                <a:gd name="connsiteX3" fmla="*/ 22257 w 125248"/>
                <a:gd name="connsiteY3" fmla="*/ 176517 h 195697"/>
                <a:gd name="connsiteX4" fmla="*/ 62713 w 125248"/>
                <a:gd name="connsiteY4" fmla="*/ 195804 h 195697"/>
                <a:gd name="connsiteX5" fmla="*/ 98736 w 125248"/>
                <a:gd name="connsiteY5" fmla="*/ 181055 h 195697"/>
                <a:gd name="connsiteX6" fmla="*/ 125338 w 125248"/>
                <a:gd name="connsiteY6" fmla="*/ 98239 h 195697"/>
                <a:gd name="connsiteX7" fmla="*/ 63822 w 125248"/>
                <a:gd name="connsiteY7" fmla="*/ 106 h 195697"/>
                <a:gd name="connsiteX8" fmla="*/ 62990 w 125248"/>
                <a:gd name="connsiteY8" fmla="*/ 7481 h 195697"/>
                <a:gd name="connsiteX9" fmla="*/ 98736 w 125248"/>
                <a:gd name="connsiteY9" fmla="*/ 98806 h 195697"/>
                <a:gd name="connsiteX10" fmla="*/ 62713 w 125248"/>
                <a:gd name="connsiteY10" fmla="*/ 188429 h 195697"/>
                <a:gd name="connsiteX11" fmla="*/ 26690 w 125248"/>
                <a:gd name="connsiteY11" fmla="*/ 99089 h 195697"/>
                <a:gd name="connsiteX12" fmla="*/ 62990 w 125248"/>
                <a:gd name="connsiteY12" fmla="*/ 748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22" y="106"/>
                  </a:moveTo>
                  <a:cubicBezTo>
                    <a:pt x="48581" y="106"/>
                    <a:pt x="36943" y="4928"/>
                    <a:pt x="26690" y="14855"/>
                  </a:cubicBezTo>
                  <a:cubicBezTo>
                    <a:pt x="10619" y="30737"/>
                    <a:pt x="89" y="63353"/>
                    <a:pt x="89" y="96537"/>
                  </a:cubicBezTo>
                  <a:cubicBezTo>
                    <a:pt x="89" y="127451"/>
                    <a:pt x="9233" y="160635"/>
                    <a:pt x="22257" y="176517"/>
                  </a:cubicBezTo>
                  <a:cubicBezTo>
                    <a:pt x="32510" y="188997"/>
                    <a:pt x="46642" y="195804"/>
                    <a:pt x="62713" y="195804"/>
                  </a:cubicBezTo>
                  <a:cubicBezTo>
                    <a:pt x="76845" y="195804"/>
                    <a:pt x="88761" y="190982"/>
                    <a:pt x="98736" y="181055"/>
                  </a:cubicBezTo>
                  <a:cubicBezTo>
                    <a:pt x="114808" y="165456"/>
                    <a:pt x="125338" y="132556"/>
                    <a:pt x="125338" y="98239"/>
                  </a:cubicBezTo>
                  <a:cubicBezTo>
                    <a:pt x="125338" y="40097"/>
                    <a:pt x="100122" y="106"/>
                    <a:pt x="63822" y="106"/>
                  </a:cubicBezTo>
                  <a:close/>
                  <a:moveTo>
                    <a:pt x="62990" y="7481"/>
                  </a:moveTo>
                  <a:cubicBezTo>
                    <a:pt x="86267" y="7481"/>
                    <a:pt x="98736" y="39530"/>
                    <a:pt x="98736" y="98806"/>
                  </a:cubicBezTo>
                  <a:cubicBezTo>
                    <a:pt x="98736" y="158082"/>
                    <a:pt x="86544" y="188429"/>
                    <a:pt x="62713" y="188429"/>
                  </a:cubicBezTo>
                  <a:cubicBezTo>
                    <a:pt x="38883" y="188429"/>
                    <a:pt x="26690" y="158082"/>
                    <a:pt x="26690" y="99089"/>
                  </a:cubicBezTo>
                  <a:cubicBezTo>
                    <a:pt x="26690" y="38962"/>
                    <a:pt x="39160" y="7481"/>
                    <a:pt x="62990" y="748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F7D5463B-83AA-889A-E564-BF2DD203CB24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>
            <a:xfrm>
              <a:off x="4641726" y="4832995"/>
              <a:ext cx="29372" cy="30063"/>
            </a:xfrm>
            <a:custGeom>
              <a:avLst/>
              <a:gdLst>
                <a:gd name="connsiteX0" fmla="*/ 29466 w 29372"/>
                <a:gd name="connsiteY0" fmla="*/ 15138 h 30063"/>
                <a:gd name="connsiteX1" fmla="*/ 14780 w 29372"/>
                <a:gd name="connsiteY1" fmla="*/ 106 h 30063"/>
                <a:gd name="connsiteX2" fmla="*/ 94 w 29372"/>
                <a:gd name="connsiteY2" fmla="*/ 15138 h 30063"/>
                <a:gd name="connsiteX3" fmla="*/ 14780 w 29372"/>
                <a:gd name="connsiteY3" fmla="*/ 30170 h 30063"/>
                <a:gd name="connsiteX4" fmla="*/ 29466 w 29372"/>
                <a:gd name="connsiteY4" fmla="*/ 15138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466" y="15138"/>
                  </a:moveTo>
                  <a:cubicBezTo>
                    <a:pt x="29466" y="6913"/>
                    <a:pt x="22816" y="106"/>
                    <a:pt x="14780" y="106"/>
                  </a:cubicBezTo>
                  <a:cubicBezTo>
                    <a:pt x="6744" y="106"/>
                    <a:pt x="94" y="6913"/>
                    <a:pt x="94" y="15138"/>
                  </a:cubicBezTo>
                  <a:cubicBezTo>
                    <a:pt x="94" y="23363"/>
                    <a:pt x="6744" y="30170"/>
                    <a:pt x="14780" y="30170"/>
                  </a:cubicBezTo>
                  <a:cubicBezTo>
                    <a:pt x="22816" y="30170"/>
                    <a:pt x="29466" y="23363"/>
                    <a:pt x="29466" y="15138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C2B15F69-92A7-880F-F980-B413BB58EADE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>
            <a:xfrm>
              <a:off x="4701587" y="4671332"/>
              <a:ext cx="125248" cy="195697"/>
            </a:xfrm>
            <a:custGeom>
              <a:avLst/>
              <a:gdLst>
                <a:gd name="connsiteX0" fmla="*/ 63829 w 125248"/>
                <a:gd name="connsiteY0" fmla="*/ 106 h 195697"/>
                <a:gd name="connsiteX1" fmla="*/ 26698 w 125248"/>
                <a:gd name="connsiteY1" fmla="*/ 14855 h 195697"/>
                <a:gd name="connsiteX2" fmla="*/ 97 w 125248"/>
                <a:gd name="connsiteY2" fmla="*/ 96537 h 195697"/>
                <a:gd name="connsiteX3" fmla="*/ 22265 w 125248"/>
                <a:gd name="connsiteY3" fmla="*/ 176517 h 195697"/>
                <a:gd name="connsiteX4" fmla="*/ 62721 w 125248"/>
                <a:gd name="connsiteY4" fmla="*/ 195804 h 195697"/>
                <a:gd name="connsiteX5" fmla="*/ 98744 w 125248"/>
                <a:gd name="connsiteY5" fmla="*/ 181055 h 195697"/>
                <a:gd name="connsiteX6" fmla="*/ 125345 w 125248"/>
                <a:gd name="connsiteY6" fmla="*/ 98239 h 195697"/>
                <a:gd name="connsiteX7" fmla="*/ 63829 w 125248"/>
                <a:gd name="connsiteY7" fmla="*/ 106 h 195697"/>
                <a:gd name="connsiteX8" fmla="*/ 62998 w 125248"/>
                <a:gd name="connsiteY8" fmla="*/ 7481 h 195697"/>
                <a:gd name="connsiteX9" fmla="*/ 98744 w 125248"/>
                <a:gd name="connsiteY9" fmla="*/ 98806 h 195697"/>
                <a:gd name="connsiteX10" fmla="*/ 62721 w 125248"/>
                <a:gd name="connsiteY10" fmla="*/ 188429 h 195697"/>
                <a:gd name="connsiteX11" fmla="*/ 26698 w 125248"/>
                <a:gd name="connsiteY11" fmla="*/ 99089 h 195697"/>
                <a:gd name="connsiteX12" fmla="*/ 62998 w 125248"/>
                <a:gd name="connsiteY12" fmla="*/ 748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29" y="106"/>
                  </a:moveTo>
                  <a:cubicBezTo>
                    <a:pt x="48589" y="106"/>
                    <a:pt x="36951" y="4928"/>
                    <a:pt x="26698" y="14855"/>
                  </a:cubicBezTo>
                  <a:cubicBezTo>
                    <a:pt x="10626" y="30737"/>
                    <a:pt x="97" y="63353"/>
                    <a:pt x="97" y="96537"/>
                  </a:cubicBezTo>
                  <a:cubicBezTo>
                    <a:pt x="97" y="127451"/>
                    <a:pt x="9241" y="160635"/>
                    <a:pt x="22265" y="176517"/>
                  </a:cubicBezTo>
                  <a:cubicBezTo>
                    <a:pt x="32517" y="188997"/>
                    <a:pt x="46649" y="195804"/>
                    <a:pt x="62721" y="195804"/>
                  </a:cubicBezTo>
                  <a:cubicBezTo>
                    <a:pt x="76853" y="195804"/>
                    <a:pt x="88768" y="190982"/>
                    <a:pt x="98744" y="181055"/>
                  </a:cubicBezTo>
                  <a:cubicBezTo>
                    <a:pt x="114816" y="165456"/>
                    <a:pt x="125345" y="132556"/>
                    <a:pt x="125345" y="98239"/>
                  </a:cubicBezTo>
                  <a:cubicBezTo>
                    <a:pt x="125345" y="40097"/>
                    <a:pt x="100129" y="106"/>
                    <a:pt x="63829" y="106"/>
                  </a:cubicBezTo>
                  <a:close/>
                  <a:moveTo>
                    <a:pt x="62998" y="7481"/>
                  </a:moveTo>
                  <a:cubicBezTo>
                    <a:pt x="86274" y="7481"/>
                    <a:pt x="98744" y="39530"/>
                    <a:pt x="98744" y="98806"/>
                  </a:cubicBezTo>
                  <a:cubicBezTo>
                    <a:pt x="98744" y="158082"/>
                    <a:pt x="86552" y="188429"/>
                    <a:pt x="62721" y="188429"/>
                  </a:cubicBezTo>
                  <a:cubicBezTo>
                    <a:pt x="38891" y="188429"/>
                    <a:pt x="26698" y="158082"/>
                    <a:pt x="26698" y="99089"/>
                  </a:cubicBezTo>
                  <a:cubicBezTo>
                    <a:pt x="26698" y="38962"/>
                    <a:pt x="39168" y="7481"/>
                    <a:pt x="62998" y="748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3D893DEA-661B-649C-7A6E-356C6A4D5042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>
            <a:xfrm>
              <a:off x="4842318" y="4671332"/>
              <a:ext cx="118875" cy="197965"/>
            </a:xfrm>
            <a:custGeom>
              <a:avLst/>
              <a:gdLst>
                <a:gd name="connsiteX0" fmla="*/ 8138 w 118875"/>
                <a:gd name="connsiteY0" fmla="*/ 198072 h 197965"/>
                <a:gd name="connsiteX1" fmla="*/ 73256 w 118875"/>
                <a:gd name="connsiteY1" fmla="*/ 175099 h 197965"/>
                <a:gd name="connsiteX2" fmla="*/ 118977 w 118875"/>
                <a:gd name="connsiteY2" fmla="*/ 80087 h 197965"/>
                <a:gd name="connsiteX3" fmla="*/ 57738 w 118875"/>
                <a:gd name="connsiteY3" fmla="*/ 106 h 197965"/>
                <a:gd name="connsiteX4" fmla="*/ 102 w 118875"/>
                <a:gd name="connsiteY4" fmla="*/ 67041 h 197965"/>
                <a:gd name="connsiteX5" fmla="*/ 49979 w 118875"/>
                <a:gd name="connsiteY5" fmla="*/ 124615 h 197965"/>
                <a:gd name="connsiteX6" fmla="*/ 91544 w 118875"/>
                <a:gd name="connsiteY6" fmla="*/ 108449 h 197965"/>
                <a:gd name="connsiteX7" fmla="*/ 7306 w 118875"/>
                <a:gd name="connsiteY7" fmla="*/ 192400 h 197965"/>
                <a:gd name="connsiteX8" fmla="*/ 8138 w 118875"/>
                <a:gd name="connsiteY8" fmla="*/ 198072 h 197965"/>
                <a:gd name="connsiteX9" fmla="*/ 92099 w 118875"/>
                <a:gd name="connsiteY9" fmla="*/ 91148 h 197965"/>
                <a:gd name="connsiteX10" fmla="*/ 87942 w 118875"/>
                <a:gd name="connsiteY10" fmla="*/ 101926 h 197965"/>
                <a:gd name="connsiteX11" fmla="*/ 59955 w 118875"/>
                <a:gd name="connsiteY11" fmla="*/ 112420 h 197965"/>
                <a:gd name="connsiteX12" fmla="*/ 25595 w 118875"/>
                <a:gd name="connsiteY12" fmla="*/ 57397 h 197965"/>
                <a:gd name="connsiteX13" fmla="*/ 35847 w 118875"/>
                <a:gd name="connsiteY13" fmla="*/ 16840 h 197965"/>
                <a:gd name="connsiteX14" fmla="*/ 55521 w 118875"/>
                <a:gd name="connsiteY14" fmla="*/ 8048 h 197965"/>
                <a:gd name="connsiteX15" fmla="*/ 92099 w 118875"/>
                <a:gd name="connsiteY15" fmla="*/ 80087 h 197965"/>
                <a:gd name="connsiteX16" fmla="*/ 92099 w 118875"/>
                <a:gd name="connsiteY16" fmla="*/ 91148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138" y="198072"/>
                  </a:moveTo>
                  <a:cubicBezTo>
                    <a:pt x="39173" y="194385"/>
                    <a:pt x="54413" y="188997"/>
                    <a:pt x="73256" y="175099"/>
                  </a:cubicBezTo>
                  <a:cubicBezTo>
                    <a:pt x="102074" y="153544"/>
                    <a:pt x="118977" y="118376"/>
                    <a:pt x="118977" y="80087"/>
                  </a:cubicBezTo>
                  <a:cubicBezTo>
                    <a:pt x="118977" y="33290"/>
                    <a:pt x="93484" y="106"/>
                    <a:pt x="57738" y="106"/>
                  </a:cubicBezTo>
                  <a:cubicBezTo>
                    <a:pt x="24763" y="106"/>
                    <a:pt x="102" y="28752"/>
                    <a:pt x="102" y="67041"/>
                  </a:cubicBezTo>
                  <a:cubicBezTo>
                    <a:pt x="102" y="101642"/>
                    <a:pt x="20053" y="124615"/>
                    <a:pt x="49979" y="124615"/>
                  </a:cubicBezTo>
                  <a:cubicBezTo>
                    <a:pt x="65220" y="124615"/>
                    <a:pt x="76858" y="120077"/>
                    <a:pt x="91544" y="108449"/>
                  </a:cubicBezTo>
                  <a:cubicBezTo>
                    <a:pt x="80183" y="154679"/>
                    <a:pt x="49425" y="185026"/>
                    <a:pt x="7306" y="192400"/>
                  </a:cubicBezTo>
                  <a:lnTo>
                    <a:pt x="8138" y="198072"/>
                  </a:lnTo>
                  <a:close/>
                  <a:moveTo>
                    <a:pt x="92099" y="91148"/>
                  </a:moveTo>
                  <a:cubicBezTo>
                    <a:pt x="92099" y="96821"/>
                    <a:pt x="90990" y="99373"/>
                    <a:pt x="87942" y="101926"/>
                  </a:cubicBezTo>
                  <a:cubicBezTo>
                    <a:pt x="80183" y="108733"/>
                    <a:pt x="69931" y="112420"/>
                    <a:pt x="59955" y="112420"/>
                  </a:cubicBezTo>
                  <a:cubicBezTo>
                    <a:pt x="38896" y="112420"/>
                    <a:pt x="25595" y="91148"/>
                    <a:pt x="25595" y="57397"/>
                  </a:cubicBezTo>
                  <a:cubicBezTo>
                    <a:pt x="25595" y="41231"/>
                    <a:pt x="30028" y="24214"/>
                    <a:pt x="35847" y="16840"/>
                  </a:cubicBezTo>
                  <a:cubicBezTo>
                    <a:pt x="40558" y="11168"/>
                    <a:pt x="47486" y="8048"/>
                    <a:pt x="55521" y="8048"/>
                  </a:cubicBezTo>
                  <a:cubicBezTo>
                    <a:pt x="79629" y="8048"/>
                    <a:pt x="92099" y="32439"/>
                    <a:pt x="92099" y="80087"/>
                  </a:cubicBezTo>
                  <a:lnTo>
                    <a:pt x="92099" y="9114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A21D43B3-C68B-5C51-E839-449A527162BE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>
            <a:xfrm>
              <a:off x="4979725" y="4671332"/>
              <a:ext cx="125248" cy="195697"/>
            </a:xfrm>
            <a:custGeom>
              <a:avLst/>
              <a:gdLst>
                <a:gd name="connsiteX0" fmla="*/ 63839 w 125248"/>
                <a:gd name="connsiteY0" fmla="*/ 106 h 195697"/>
                <a:gd name="connsiteX1" fmla="*/ 26708 w 125248"/>
                <a:gd name="connsiteY1" fmla="*/ 14855 h 195697"/>
                <a:gd name="connsiteX2" fmla="*/ 107 w 125248"/>
                <a:gd name="connsiteY2" fmla="*/ 96537 h 195697"/>
                <a:gd name="connsiteX3" fmla="*/ 22275 w 125248"/>
                <a:gd name="connsiteY3" fmla="*/ 176517 h 195697"/>
                <a:gd name="connsiteX4" fmla="*/ 62731 w 125248"/>
                <a:gd name="connsiteY4" fmla="*/ 195804 h 195697"/>
                <a:gd name="connsiteX5" fmla="*/ 98754 w 125248"/>
                <a:gd name="connsiteY5" fmla="*/ 181055 h 195697"/>
                <a:gd name="connsiteX6" fmla="*/ 125355 w 125248"/>
                <a:gd name="connsiteY6" fmla="*/ 98239 h 195697"/>
                <a:gd name="connsiteX7" fmla="*/ 63839 w 125248"/>
                <a:gd name="connsiteY7" fmla="*/ 106 h 195697"/>
                <a:gd name="connsiteX8" fmla="*/ 63008 w 125248"/>
                <a:gd name="connsiteY8" fmla="*/ 7481 h 195697"/>
                <a:gd name="connsiteX9" fmla="*/ 98754 w 125248"/>
                <a:gd name="connsiteY9" fmla="*/ 98806 h 195697"/>
                <a:gd name="connsiteX10" fmla="*/ 62731 w 125248"/>
                <a:gd name="connsiteY10" fmla="*/ 188429 h 195697"/>
                <a:gd name="connsiteX11" fmla="*/ 26708 w 125248"/>
                <a:gd name="connsiteY11" fmla="*/ 99089 h 195697"/>
                <a:gd name="connsiteX12" fmla="*/ 63008 w 125248"/>
                <a:gd name="connsiteY12" fmla="*/ 748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39" y="106"/>
                  </a:moveTo>
                  <a:cubicBezTo>
                    <a:pt x="48599" y="106"/>
                    <a:pt x="36961" y="4928"/>
                    <a:pt x="26708" y="14855"/>
                  </a:cubicBezTo>
                  <a:cubicBezTo>
                    <a:pt x="10636" y="30737"/>
                    <a:pt x="107" y="63353"/>
                    <a:pt x="107" y="96537"/>
                  </a:cubicBezTo>
                  <a:cubicBezTo>
                    <a:pt x="107" y="127451"/>
                    <a:pt x="9251" y="160635"/>
                    <a:pt x="22275" y="176517"/>
                  </a:cubicBezTo>
                  <a:cubicBezTo>
                    <a:pt x="32527" y="188997"/>
                    <a:pt x="46659" y="195804"/>
                    <a:pt x="62731" y="195804"/>
                  </a:cubicBezTo>
                  <a:cubicBezTo>
                    <a:pt x="76863" y="195804"/>
                    <a:pt x="88778" y="190982"/>
                    <a:pt x="98754" y="181055"/>
                  </a:cubicBezTo>
                  <a:cubicBezTo>
                    <a:pt x="114826" y="165456"/>
                    <a:pt x="125355" y="132556"/>
                    <a:pt x="125355" y="98239"/>
                  </a:cubicBezTo>
                  <a:cubicBezTo>
                    <a:pt x="125355" y="40097"/>
                    <a:pt x="100139" y="106"/>
                    <a:pt x="63839" y="106"/>
                  </a:cubicBezTo>
                  <a:close/>
                  <a:moveTo>
                    <a:pt x="63008" y="7481"/>
                  </a:moveTo>
                  <a:cubicBezTo>
                    <a:pt x="86284" y="7481"/>
                    <a:pt x="98754" y="39530"/>
                    <a:pt x="98754" y="98806"/>
                  </a:cubicBezTo>
                  <a:cubicBezTo>
                    <a:pt x="98754" y="158082"/>
                    <a:pt x="86562" y="188429"/>
                    <a:pt x="62731" y="188429"/>
                  </a:cubicBezTo>
                  <a:cubicBezTo>
                    <a:pt x="38901" y="188429"/>
                    <a:pt x="26708" y="158082"/>
                    <a:pt x="26708" y="99089"/>
                  </a:cubicBezTo>
                  <a:cubicBezTo>
                    <a:pt x="26708" y="38962"/>
                    <a:pt x="39178" y="7481"/>
                    <a:pt x="63008" y="748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AB396F70-DC69-5CE0-85DF-F7C303CF6297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>
            <a:xfrm>
              <a:off x="5121011" y="4667928"/>
              <a:ext cx="112502" cy="199100"/>
            </a:xfrm>
            <a:custGeom>
              <a:avLst/>
              <a:gdLst>
                <a:gd name="connsiteX0" fmla="*/ 41399 w 112502"/>
                <a:gd name="connsiteY0" fmla="*/ 29886 h 199100"/>
                <a:gd name="connsiteX1" fmla="*/ 95711 w 112502"/>
                <a:gd name="connsiteY1" fmla="*/ 29886 h 199100"/>
                <a:gd name="connsiteX2" fmla="*/ 102084 w 112502"/>
                <a:gd name="connsiteY2" fmla="*/ 27334 h 199100"/>
                <a:gd name="connsiteX3" fmla="*/ 112614 w 112502"/>
                <a:gd name="connsiteY3" fmla="*/ 2092 h 199100"/>
                <a:gd name="connsiteX4" fmla="*/ 110120 w 112502"/>
                <a:gd name="connsiteY4" fmla="*/ 106 h 199100"/>
                <a:gd name="connsiteX5" fmla="*/ 97373 w 112502"/>
                <a:gd name="connsiteY5" fmla="*/ 7481 h 199100"/>
                <a:gd name="connsiteX6" fmla="*/ 39460 w 112502"/>
                <a:gd name="connsiteY6" fmla="*/ 7481 h 199100"/>
                <a:gd name="connsiteX7" fmla="*/ 9256 w 112502"/>
                <a:gd name="connsiteY7" fmla="*/ 74698 h 199100"/>
                <a:gd name="connsiteX8" fmla="*/ 8979 w 112502"/>
                <a:gd name="connsiteY8" fmla="*/ 76116 h 199100"/>
                <a:gd name="connsiteX9" fmla="*/ 12304 w 112502"/>
                <a:gd name="connsiteY9" fmla="*/ 78385 h 199100"/>
                <a:gd name="connsiteX10" fmla="*/ 43616 w 112502"/>
                <a:gd name="connsiteY10" fmla="*/ 84058 h 199100"/>
                <a:gd name="connsiteX11" fmla="*/ 90169 w 112502"/>
                <a:gd name="connsiteY11" fmla="*/ 140214 h 199100"/>
                <a:gd name="connsiteX12" fmla="*/ 51652 w 112502"/>
                <a:gd name="connsiteY12" fmla="*/ 188713 h 199100"/>
                <a:gd name="connsiteX13" fmla="*/ 33086 w 112502"/>
                <a:gd name="connsiteY13" fmla="*/ 180488 h 199100"/>
                <a:gd name="connsiteX14" fmla="*/ 12027 w 112502"/>
                <a:gd name="connsiteY14" fmla="*/ 171129 h 199100"/>
                <a:gd name="connsiteX15" fmla="*/ 112 w 112502"/>
                <a:gd name="connsiteY15" fmla="*/ 181623 h 199100"/>
                <a:gd name="connsiteX16" fmla="*/ 33918 w 112502"/>
                <a:gd name="connsiteY16" fmla="*/ 199207 h 199100"/>
                <a:gd name="connsiteX17" fmla="*/ 91000 w 112502"/>
                <a:gd name="connsiteY17" fmla="*/ 177085 h 199100"/>
                <a:gd name="connsiteX18" fmla="*/ 109566 w 112502"/>
                <a:gd name="connsiteY18" fmla="*/ 126600 h 199100"/>
                <a:gd name="connsiteX19" fmla="*/ 90446 w 112502"/>
                <a:gd name="connsiteY19" fmla="*/ 78953 h 199100"/>
                <a:gd name="connsiteX20" fmla="*/ 29761 w 112502"/>
                <a:gd name="connsiteY20" fmla="*/ 53994 h 199100"/>
                <a:gd name="connsiteX21" fmla="*/ 41399 w 112502"/>
                <a:gd name="connsiteY21" fmla="*/ 29886 h 19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2502" h="199100">
                  <a:moveTo>
                    <a:pt x="41399" y="29886"/>
                  </a:moveTo>
                  <a:lnTo>
                    <a:pt x="95711" y="29886"/>
                  </a:lnTo>
                  <a:cubicBezTo>
                    <a:pt x="100144" y="29886"/>
                    <a:pt x="101253" y="29319"/>
                    <a:pt x="102084" y="27334"/>
                  </a:cubicBezTo>
                  <a:lnTo>
                    <a:pt x="112614" y="2092"/>
                  </a:lnTo>
                  <a:lnTo>
                    <a:pt x="110120" y="106"/>
                  </a:lnTo>
                  <a:cubicBezTo>
                    <a:pt x="105963" y="6062"/>
                    <a:pt x="103192" y="7481"/>
                    <a:pt x="97373" y="7481"/>
                  </a:cubicBezTo>
                  <a:lnTo>
                    <a:pt x="39460" y="7481"/>
                  </a:lnTo>
                  <a:lnTo>
                    <a:pt x="9256" y="74698"/>
                  </a:lnTo>
                  <a:cubicBezTo>
                    <a:pt x="8979" y="75265"/>
                    <a:pt x="8979" y="75549"/>
                    <a:pt x="8979" y="76116"/>
                  </a:cubicBezTo>
                  <a:cubicBezTo>
                    <a:pt x="8979" y="77534"/>
                    <a:pt x="10087" y="78385"/>
                    <a:pt x="12304" y="78385"/>
                  </a:cubicBezTo>
                  <a:cubicBezTo>
                    <a:pt x="21171" y="78385"/>
                    <a:pt x="32255" y="80371"/>
                    <a:pt x="43616" y="84058"/>
                  </a:cubicBezTo>
                  <a:cubicBezTo>
                    <a:pt x="75483" y="94552"/>
                    <a:pt x="90169" y="112136"/>
                    <a:pt x="90169" y="140214"/>
                  </a:cubicBezTo>
                  <a:cubicBezTo>
                    <a:pt x="90169" y="167442"/>
                    <a:pt x="73266" y="188713"/>
                    <a:pt x="51652" y="188713"/>
                  </a:cubicBezTo>
                  <a:cubicBezTo>
                    <a:pt x="46110" y="188713"/>
                    <a:pt x="41399" y="186728"/>
                    <a:pt x="33086" y="180488"/>
                  </a:cubicBezTo>
                  <a:cubicBezTo>
                    <a:pt x="24219" y="173965"/>
                    <a:pt x="17846" y="171129"/>
                    <a:pt x="12027" y="171129"/>
                  </a:cubicBezTo>
                  <a:cubicBezTo>
                    <a:pt x="3991" y="171129"/>
                    <a:pt x="112" y="174532"/>
                    <a:pt x="112" y="181623"/>
                  </a:cubicBezTo>
                  <a:cubicBezTo>
                    <a:pt x="112" y="192400"/>
                    <a:pt x="13135" y="199207"/>
                    <a:pt x="33918" y="199207"/>
                  </a:cubicBezTo>
                  <a:cubicBezTo>
                    <a:pt x="57194" y="199207"/>
                    <a:pt x="77145" y="191549"/>
                    <a:pt x="91000" y="177085"/>
                  </a:cubicBezTo>
                  <a:cubicBezTo>
                    <a:pt x="103747" y="164322"/>
                    <a:pt x="109566" y="148156"/>
                    <a:pt x="109566" y="126600"/>
                  </a:cubicBezTo>
                  <a:cubicBezTo>
                    <a:pt x="109566" y="106180"/>
                    <a:pt x="104301" y="93133"/>
                    <a:pt x="90446" y="78953"/>
                  </a:cubicBezTo>
                  <a:cubicBezTo>
                    <a:pt x="78254" y="66473"/>
                    <a:pt x="62459" y="59950"/>
                    <a:pt x="29761" y="53994"/>
                  </a:cubicBezTo>
                  <a:lnTo>
                    <a:pt x="41399" y="2988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E003785B-A130-C3ED-703A-5821BD62BB32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>
            <a:xfrm>
              <a:off x="5266730" y="4671332"/>
              <a:ext cx="107791" cy="195697"/>
            </a:xfrm>
            <a:custGeom>
              <a:avLst/>
              <a:gdLst>
                <a:gd name="connsiteX0" fmla="*/ 64958 w 107791"/>
                <a:gd name="connsiteY0" fmla="*/ 86610 h 195697"/>
                <a:gd name="connsiteX1" fmla="*/ 102089 w 107791"/>
                <a:gd name="connsiteY1" fmla="*/ 40380 h 195697"/>
                <a:gd name="connsiteX2" fmla="*/ 54428 w 107791"/>
                <a:gd name="connsiteY2" fmla="*/ 106 h 195697"/>
                <a:gd name="connsiteX3" fmla="*/ 1779 w 107791"/>
                <a:gd name="connsiteY3" fmla="*/ 44918 h 195697"/>
                <a:gd name="connsiteX4" fmla="*/ 36139 w 107791"/>
                <a:gd name="connsiteY4" fmla="*/ 97671 h 195697"/>
                <a:gd name="connsiteX5" fmla="*/ 117 w 107791"/>
                <a:gd name="connsiteY5" fmla="*/ 149006 h 195697"/>
                <a:gd name="connsiteX6" fmla="*/ 53320 w 107791"/>
                <a:gd name="connsiteY6" fmla="*/ 195804 h 195697"/>
                <a:gd name="connsiteX7" fmla="*/ 107908 w 107791"/>
                <a:gd name="connsiteY7" fmla="*/ 147872 h 195697"/>
                <a:gd name="connsiteX8" fmla="*/ 64958 w 107791"/>
                <a:gd name="connsiteY8" fmla="*/ 86610 h 195697"/>
                <a:gd name="connsiteX9" fmla="*/ 59970 w 107791"/>
                <a:gd name="connsiteY9" fmla="*/ 115823 h 195697"/>
                <a:gd name="connsiteX10" fmla="*/ 86849 w 107791"/>
                <a:gd name="connsiteY10" fmla="*/ 156664 h 195697"/>
                <a:gd name="connsiteX11" fmla="*/ 56368 w 107791"/>
                <a:gd name="connsiteY11" fmla="*/ 187862 h 195697"/>
                <a:gd name="connsiteX12" fmla="*/ 21176 w 107791"/>
                <a:gd name="connsiteY12" fmla="*/ 146737 h 195697"/>
                <a:gd name="connsiteX13" fmla="*/ 43344 w 107791"/>
                <a:gd name="connsiteY13" fmla="*/ 103344 h 195697"/>
                <a:gd name="connsiteX14" fmla="*/ 59970 w 107791"/>
                <a:gd name="connsiteY14" fmla="*/ 115823 h 195697"/>
                <a:gd name="connsiteX15" fmla="*/ 56922 w 107791"/>
                <a:gd name="connsiteY15" fmla="*/ 81505 h 195697"/>
                <a:gd name="connsiteX16" fmla="*/ 22285 w 107791"/>
                <a:gd name="connsiteY16" fmla="*/ 36126 h 195697"/>
                <a:gd name="connsiteX17" fmla="*/ 52211 w 107791"/>
                <a:gd name="connsiteY17" fmla="*/ 8048 h 195697"/>
                <a:gd name="connsiteX18" fmla="*/ 82969 w 107791"/>
                <a:gd name="connsiteY18" fmla="*/ 40097 h 195697"/>
                <a:gd name="connsiteX19" fmla="*/ 59416 w 107791"/>
                <a:gd name="connsiteY19" fmla="*/ 79803 h 195697"/>
                <a:gd name="connsiteX20" fmla="*/ 56922 w 107791"/>
                <a:gd name="connsiteY20" fmla="*/ 81505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791" h="195697">
                  <a:moveTo>
                    <a:pt x="64958" y="86610"/>
                  </a:moveTo>
                  <a:cubicBezTo>
                    <a:pt x="92391" y="71578"/>
                    <a:pt x="102089" y="59666"/>
                    <a:pt x="102089" y="40380"/>
                  </a:cubicBezTo>
                  <a:cubicBezTo>
                    <a:pt x="102089" y="17124"/>
                    <a:pt x="82138" y="106"/>
                    <a:pt x="54428" y="106"/>
                  </a:cubicBezTo>
                  <a:cubicBezTo>
                    <a:pt x="24224" y="106"/>
                    <a:pt x="1779" y="19109"/>
                    <a:pt x="1779" y="44918"/>
                  </a:cubicBezTo>
                  <a:cubicBezTo>
                    <a:pt x="1779" y="63353"/>
                    <a:pt x="7044" y="71578"/>
                    <a:pt x="36139" y="97671"/>
                  </a:cubicBezTo>
                  <a:cubicBezTo>
                    <a:pt x="6213" y="120928"/>
                    <a:pt x="117" y="129720"/>
                    <a:pt x="117" y="149006"/>
                  </a:cubicBezTo>
                  <a:cubicBezTo>
                    <a:pt x="117" y="176517"/>
                    <a:pt x="22007" y="195804"/>
                    <a:pt x="53320" y="195804"/>
                  </a:cubicBezTo>
                  <a:cubicBezTo>
                    <a:pt x="86571" y="195804"/>
                    <a:pt x="107908" y="177085"/>
                    <a:pt x="107908" y="147872"/>
                  </a:cubicBezTo>
                  <a:cubicBezTo>
                    <a:pt x="107908" y="126033"/>
                    <a:pt x="98487" y="112136"/>
                    <a:pt x="64958" y="86610"/>
                  </a:cubicBezTo>
                  <a:close/>
                  <a:moveTo>
                    <a:pt x="59970" y="115823"/>
                  </a:moveTo>
                  <a:cubicBezTo>
                    <a:pt x="80198" y="130571"/>
                    <a:pt x="86849" y="140781"/>
                    <a:pt x="86849" y="156664"/>
                  </a:cubicBezTo>
                  <a:cubicBezTo>
                    <a:pt x="86849" y="175099"/>
                    <a:pt x="74379" y="187862"/>
                    <a:pt x="56368" y="187862"/>
                  </a:cubicBezTo>
                  <a:cubicBezTo>
                    <a:pt x="35308" y="187862"/>
                    <a:pt x="21176" y="171412"/>
                    <a:pt x="21176" y="146737"/>
                  </a:cubicBezTo>
                  <a:cubicBezTo>
                    <a:pt x="21176" y="128586"/>
                    <a:pt x="27272" y="116674"/>
                    <a:pt x="43344" y="103344"/>
                  </a:cubicBezTo>
                  <a:lnTo>
                    <a:pt x="59970" y="115823"/>
                  </a:lnTo>
                  <a:close/>
                  <a:moveTo>
                    <a:pt x="56922" y="81505"/>
                  </a:moveTo>
                  <a:cubicBezTo>
                    <a:pt x="32260" y="65055"/>
                    <a:pt x="22285" y="52009"/>
                    <a:pt x="22285" y="36126"/>
                  </a:cubicBezTo>
                  <a:cubicBezTo>
                    <a:pt x="22285" y="19676"/>
                    <a:pt x="34754" y="8048"/>
                    <a:pt x="52211" y="8048"/>
                  </a:cubicBezTo>
                  <a:cubicBezTo>
                    <a:pt x="71054" y="8048"/>
                    <a:pt x="82969" y="20527"/>
                    <a:pt x="82969" y="40097"/>
                  </a:cubicBezTo>
                  <a:cubicBezTo>
                    <a:pt x="82969" y="56263"/>
                    <a:pt x="75210" y="69026"/>
                    <a:pt x="59416" y="79803"/>
                  </a:cubicBezTo>
                  <a:cubicBezTo>
                    <a:pt x="58030" y="80654"/>
                    <a:pt x="58030" y="80654"/>
                    <a:pt x="56922" y="81505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517D6893-3409-738F-D7F9-0A1489BED24C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>
            <a:xfrm>
              <a:off x="5393607" y="4671332"/>
              <a:ext cx="127465" cy="191726"/>
            </a:xfrm>
            <a:custGeom>
              <a:avLst/>
              <a:gdLst>
                <a:gd name="connsiteX0" fmla="*/ 127587 w 127465"/>
                <a:gd name="connsiteY0" fmla="*/ 126317 h 191726"/>
                <a:gd name="connsiteX1" fmla="*/ 99323 w 127465"/>
                <a:gd name="connsiteY1" fmla="*/ 126317 h 191726"/>
                <a:gd name="connsiteX2" fmla="*/ 99323 w 127465"/>
                <a:gd name="connsiteY2" fmla="*/ 106 h 191726"/>
                <a:gd name="connsiteX3" fmla="*/ 87131 w 127465"/>
                <a:gd name="connsiteY3" fmla="*/ 106 h 191726"/>
                <a:gd name="connsiteX4" fmla="*/ 122 w 127465"/>
                <a:gd name="connsiteY4" fmla="*/ 126317 h 191726"/>
                <a:gd name="connsiteX5" fmla="*/ 122 w 127465"/>
                <a:gd name="connsiteY5" fmla="*/ 144468 h 191726"/>
                <a:gd name="connsiteX6" fmla="*/ 77986 w 127465"/>
                <a:gd name="connsiteY6" fmla="*/ 144468 h 191726"/>
                <a:gd name="connsiteX7" fmla="*/ 77986 w 127465"/>
                <a:gd name="connsiteY7" fmla="*/ 191833 h 191726"/>
                <a:gd name="connsiteX8" fmla="*/ 99323 w 127465"/>
                <a:gd name="connsiteY8" fmla="*/ 191833 h 191726"/>
                <a:gd name="connsiteX9" fmla="*/ 99323 w 127465"/>
                <a:gd name="connsiteY9" fmla="*/ 144468 h 191726"/>
                <a:gd name="connsiteX10" fmla="*/ 127587 w 127465"/>
                <a:gd name="connsiteY10" fmla="*/ 144468 h 191726"/>
                <a:gd name="connsiteX11" fmla="*/ 127587 w 127465"/>
                <a:gd name="connsiteY11" fmla="*/ 126317 h 191726"/>
                <a:gd name="connsiteX12" fmla="*/ 77709 w 127465"/>
                <a:gd name="connsiteY12" fmla="*/ 126317 h 191726"/>
                <a:gd name="connsiteX13" fmla="*/ 11206 w 127465"/>
                <a:gd name="connsiteY13" fmla="*/ 126317 h 191726"/>
                <a:gd name="connsiteX14" fmla="*/ 77709 w 127465"/>
                <a:gd name="connsiteY14" fmla="*/ 29036 h 191726"/>
                <a:gd name="connsiteX15" fmla="*/ 77709 w 127465"/>
                <a:gd name="connsiteY15" fmla="*/ 126317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465" h="191726">
                  <a:moveTo>
                    <a:pt x="127587" y="126317"/>
                  </a:moveTo>
                  <a:lnTo>
                    <a:pt x="99323" y="126317"/>
                  </a:lnTo>
                  <a:lnTo>
                    <a:pt x="99323" y="106"/>
                  </a:lnTo>
                  <a:lnTo>
                    <a:pt x="87131" y="106"/>
                  </a:lnTo>
                  <a:lnTo>
                    <a:pt x="122" y="126317"/>
                  </a:lnTo>
                  <a:lnTo>
                    <a:pt x="122" y="144468"/>
                  </a:lnTo>
                  <a:lnTo>
                    <a:pt x="77986" y="144468"/>
                  </a:lnTo>
                  <a:lnTo>
                    <a:pt x="77986" y="191833"/>
                  </a:lnTo>
                  <a:lnTo>
                    <a:pt x="99323" y="191833"/>
                  </a:lnTo>
                  <a:lnTo>
                    <a:pt x="99323" y="144468"/>
                  </a:lnTo>
                  <a:lnTo>
                    <a:pt x="127587" y="144468"/>
                  </a:lnTo>
                  <a:lnTo>
                    <a:pt x="127587" y="126317"/>
                  </a:lnTo>
                  <a:close/>
                  <a:moveTo>
                    <a:pt x="77709" y="126317"/>
                  </a:moveTo>
                  <a:lnTo>
                    <a:pt x="11206" y="126317"/>
                  </a:lnTo>
                  <a:lnTo>
                    <a:pt x="77709" y="29036"/>
                  </a:lnTo>
                  <a:lnTo>
                    <a:pt x="77709" y="126317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69A190DD-9DE2-1F7B-BC07-FF753C0313FF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>
            <a:xfrm>
              <a:off x="5583497" y="4697708"/>
              <a:ext cx="184270" cy="188890"/>
            </a:xfrm>
            <a:custGeom>
              <a:avLst/>
              <a:gdLst>
                <a:gd name="connsiteX0" fmla="*/ 97944 w 184270"/>
                <a:gd name="connsiteY0" fmla="*/ 100224 h 188890"/>
                <a:gd name="connsiteX1" fmla="*/ 175254 w 184270"/>
                <a:gd name="connsiteY1" fmla="*/ 100224 h 188890"/>
                <a:gd name="connsiteX2" fmla="*/ 184399 w 184270"/>
                <a:gd name="connsiteY2" fmla="*/ 94552 h 188890"/>
                <a:gd name="connsiteX3" fmla="*/ 175254 w 184270"/>
                <a:gd name="connsiteY3" fmla="*/ 88879 h 188890"/>
                <a:gd name="connsiteX4" fmla="*/ 97944 w 184270"/>
                <a:gd name="connsiteY4" fmla="*/ 88879 h 188890"/>
                <a:gd name="connsiteX5" fmla="*/ 97944 w 184270"/>
                <a:gd name="connsiteY5" fmla="*/ 9466 h 188890"/>
                <a:gd name="connsiteX6" fmla="*/ 92402 w 184270"/>
                <a:gd name="connsiteY6" fmla="*/ 106 h 188890"/>
                <a:gd name="connsiteX7" fmla="*/ 86860 w 184270"/>
                <a:gd name="connsiteY7" fmla="*/ 9466 h 188890"/>
                <a:gd name="connsiteX8" fmla="*/ 86860 w 184270"/>
                <a:gd name="connsiteY8" fmla="*/ 88879 h 188890"/>
                <a:gd name="connsiteX9" fmla="*/ 9272 w 184270"/>
                <a:gd name="connsiteY9" fmla="*/ 88879 h 188890"/>
                <a:gd name="connsiteX10" fmla="*/ 128 w 184270"/>
                <a:gd name="connsiteY10" fmla="*/ 94552 h 188890"/>
                <a:gd name="connsiteX11" fmla="*/ 9272 w 184270"/>
                <a:gd name="connsiteY11" fmla="*/ 100224 h 188890"/>
                <a:gd name="connsiteX12" fmla="*/ 86860 w 184270"/>
                <a:gd name="connsiteY12" fmla="*/ 100224 h 188890"/>
                <a:gd name="connsiteX13" fmla="*/ 86860 w 184270"/>
                <a:gd name="connsiteY13" fmla="*/ 179637 h 188890"/>
                <a:gd name="connsiteX14" fmla="*/ 92402 w 184270"/>
                <a:gd name="connsiteY14" fmla="*/ 188997 h 188890"/>
                <a:gd name="connsiteX15" fmla="*/ 97944 w 184270"/>
                <a:gd name="connsiteY15" fmla="*/ 179637 h 188890"/>
                <a:gd name="connsiteX16" fmla="*/ 97944 w 184270"/>
                <a:gd name="connsiteY16" fmla="*/ 100224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7944" y="100224"/>
                  </a:moveTo>
                  <a:lnTo>
                    <a:pt x="175254" y="100224"/>
                  </a:lnTo>
                  <a:cubicBezTo>
                    <a:pt x="179134" y="100224"/>
                    <a:pt x="184399" y="100224"/>
                    <a:pt x="184399" y="94552"/>
                  </a:cubicBezTo>
                  <a:cubicBezTo>
                    <a:pt x="184399" y="88879"/>
                    <a:pt x="179134" y="88879"/>
                    <a:pt x="175254" y="88879"/>
                  </a:cubicBezTo>
                  <a:lnTo>
                    <a:pt x="97944" y="88879"/>
                  </a:lnTo>
                  <a:lnTo>
                    <a:pt x="97944" y="9466"/>
                  </a:lnTo>
                  <a:cubicBezTo>
                    <a:pt x="97944" y="5495"/>
                    <a:pt x="97944" y="106"/>
                    <a:pt x="92402" y="106"/>
                  </a:cubicBezTo>
                  <a:cubicBezTo>
                    <a:pt x="86860" y="106"/>
                    <a:pt x="86860" y="5495"/>
                    <a:pt x="86860" y="9466"/>
                  </a:cubicBezTo>
                  <a:lnTo>
                    <a:pt x="86860" y="88879"/>
                  </a:lnTo>
                  <a:lnTo>
                    <a:pt x="9272" y="88879"/>
                  </a:lnTo>
                  <a:cubicBezTo>
                    <a:pt x="5393" y="88879"/>
                    <a:pt x="128" y="88879"/>
                    <a:pt x="128" y="94552"/>
                  </a:cubicBezTo>
                  <a:cubicBezTo>
                    <a:pt x="128" y="100224"/>
                    <a:pt x="5393" y="100224"/>
                    <a:pt x="9272" y="100224"/>
                  </a:cubicBezTo>
                  <a:lnTo>
                    <a:pt x="86860" y="100224"/>
                  </a:lnTo>
                  <a:lnTo>
                    <a:pt x="86860" y="179637"/>
                  </a:lnTo>
                  <a:cubicBezTo>
                    <a:pt x="86860" y="183608"/>
                    <a:pt x="86860" y="188997"/>
                    <a:pt x="92402" y="188997"/>
                  </a:cubicBezTo>
                  <a:cubicBezTo>
                    <a:pt x="97944" y="188997"/>
                    <a:pt x="97944" y="183608"/>
                    <a:pt x="97944" y="179637"/>
                  </a:cubicBezTo>
                  <a:lnTo>
                    <a:pt x="97944" y="100224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4D25B256-3895-0FFC-99F3-F405D2860F5A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>
            <a:xfrm>
              <a:off x="5829370" y="4671332"/>
              <a:ext cx="125248" cy="195697"/>
            </a:xfrm>
            <a:custGeom>
              <a:avLst/>
              <a:gdLst>
                <a:gd name="connsiteX0" fmla="*/ 63870 w 125248"/>
                <a:gd name="connsiteY0" fmla="*/ 106 h 195697"/>
                <a:gd name="connsiteX1" fmla="*/ 26739 w 125248"/>
                <a:gd name="connsiteY1" fmla="*/ 14855 h 195697"/>
                <a:gd name="connsiteX2" fmla="*/ 137 w 125248"/>
                <a:gd name="connsiteY2" fmla="*/ 96537 h 195697"/>
                <a:gd name="connsiteX3" fmla="*/ 22305 w 125248"/>
                <a:gd name="connsiteY3" fmla="*/ 176517 h 195697"/>
                <a:gd name="connsiteX4" fmla="*/ 62761 w 125248"/>
                <a:gd name="connsiteY4" fmla="*/ 195804 h 195697"/>
                <a:gd name="connsiteX5" fmla="*/ 98784 w 125248"/>
                <a:gd name="connsiteY5" fmla="*/ 181055 h 195697"/>
                <a:gd name="connsiteX6" fmla="*/ 125386 w 125248"/>
                <a:gd name="connsiteY6" fmla="*/ 98239 h 195697"/>
                <a:gd name="connsiteX7" fmla="*/ 63870 w 125248"/>
                <a:gd name="connsiteY7" fmla="*/ 106 h 195697"/>
                <a:gd name="connsiteX8" fmla="*/ 63039 w 125248"/>
                <a:gd name="connsiteY8" fmla="*/ 7481 h 195697"/>
                <a:gd name="connsiteX9" fmla="*/ 98784 w 125248"/>
                <a:gd name="connsiteY9" fmla="*/ 98806 h 195697"/>
                <a:gd name="connsiteX10" fmla="*/ 62761 w 125248"/>
                <a:gd name="connsiteY10" fmla="*/ 188429 h 195697"/>
                <a:gd name="connsiteX11" fmla="*/ 26739 w 125248"/>
                <a:gd name="connsiteY11" fmla="*/ 99089 h 195697"/>
                <a:gd name="connsiteX12" fmla="*/ 63039 w 125248"/>
                <a:gd name="connsiteY12" fmla="*/ 748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70" y="106"/>
                  </a:moveTo>
                  <a:cubicBezTo>
                    <a:pt x="48629" y="106"/>
                    <a:pt x="36991" y="4928"/>
                    <a:pt x="26739" y="14855"/>
                  </a:cubicBezTo>
                  <a:cubicBezTo>
                    <a:pt x="10667" y="30737"/>
                    <a:pt x="137" y="63353"/>
                    <a:pt x="137" y="96537"/>
                  </a:cubicBezTo>
                  <a:cubicBezTo>
                    <a:pt x="137" y="127451"/>
                    <a:pt x="9281" y="160635"/>
                    <a:pt x="22305" y="176517"/>
                  </a:cubicBezTo>
                  <a:cubicBezTo>
                    <a:pt x="32558" y="188997"/>
                    <a:pt x="46690" y="195804"/>
                    <a:pt x="62761" y="195804"/>
                  </a:cubicBezTo>
                  <a:cubicBezTo>
                    <a:pt x="76893" y="195804"/>
                    <a:pt x="88809" y="190982"/>
                    <a:pt x="98784" y="181055"/>
                  </a:cubicBezTo>
                  <a:cubicBezTo>
                    <a:pt x="114856" y="165456"/>
                    <a:pt x="125386" y="132556"/>
                    <a:pt x="125386" y="98239"/>
                  </a:cubicBezTo>
                  <a:cubicBezTo>
                    <a:pt x="125386" y="40097"/>
                    <a:pt x="100170" y="106"/>
                    <a:pt x="63870" y="106"/>
                  </a:cubicBezTo>
                  <a:close/>
                  <a:moveTo>
                    <a:pt x="63039" y="7481"/>
                  </a:moveTo>
                  <a:cubicBezTo>
                    <a:pt x="86315" y="7481"/>
                    <a:pt x="98784" y="39530"/>
                    <a:pt x="98784" y="98806"/>
                  </a:cubicBezTo>
                  <a:cubicBezTo>
                    <a:pt x="98784" y="158082"/>
                    <a:pt x="86592" y="188429"/>
                    <a:pt x="62761" y="188429"/>
                  </a:cubicBezTo>
                  <a:cubicBezTo>
                    <a:pt x="38931" y="188429"/>
                    <a:pt x="26739" y="158082"/>
                    <a:pt x="26739" y="99089"/>
                  </a:cubicBezTo>
                  <a:cubicBezTo>
                    <a:pt x="26739" y="38962"/>
                    <a:pt x="39208" y="7481"/>
                    <a:pt x="63039" y="748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C2D42D7F-4A30-D417-1BAC-EDC7EA448FCA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>
            <a:xfrm>
              <a:off x="5985619" y="4832995"/>
              <a:ext cx="29372" cy="30063"/>
            </a:xfrm>
            <a:custGeom>
              <a:avLst/>
              <a:gdLst>
                <a:gd name="connsiteX0" fmla="*/ 29515 w 29372"/>
                <a:gd name="connsiteY0" fmla="*/ 15138 h 30063"/>
                <a:gd name="connsiteX1" fmla="*/ 14828 w 29372"/>
                <a:gd name="connsiteY1" fmla="*/ 106 h 30063"/>
                <a:gd name="connsiteX2" fmla="*/ 142 w 29372"/>
                <a:gd name="connsiteY2" fmla="*/ 15138 h 30063"/>
                <a:gd name="connsiteX3" fmla="*/ 14828 w 29372"/>
                <a:gd name="connsiteY3" fmla="*/ 30170 h 30063"/>
                <a:gd name="connsiteX4" fmla="*/ 29515 w 29372"/>
                <a:gd name="connsiteY4" fmla="*/ 15138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15" y="15138"/>
                  </a:moveTo>
                  <a:cubicBezTo>
                    <a:pt x="29515" y="6913"/>
                    <a:pt x="22864" y="106"/>
                    <a:pt x="14828" y="106"/>
                  </a:cubicBezTo>
                  <a:cubicBezTo>
                    <a:pt x="6792" y="106"/>
                    <a:pt x="142" y="6913"/>
                    <a:pt x="142" y="15138"/>
                  </a:cubicBezTo>
                  <a:cubicBezTo>
                    <a:pt x="142" y="23363"/>
                    <a:pt x="6792" y="30170"/>
                    <a:pt x="14828" y="30170"/>
                  </a:cubicBezTo>
                  <a:cubicBezTo>
                    <a:pt x="22864" y="30170"/>
                    <a:pt x="29515" y="23363"/>
                    <a:pt x="29515" y="15138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D9484E3C-1D63-8397-3813-902BEC36451C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>
            <a:xfrm>
              <a:off x="6069588" y="4671332"/>
              <a:ext cx="78418" cy="191726"/>
            </a:xfrm>
            <a:custGeom>
              <a:avLst/>
              <a:gdLst>
                <a:gd name="connsiteX0" fmla="*/ 50023 w 78418"/>
                <a:gd name="connsiteY0" fmla="*/ 106 h 191726"/>
                <a:gd name="connsiteX1" fmla="*/ 145 w 78418"/>
                <a:gd name="connsiteY1" fmla="*/ 25916 h 191726"/>
                <a:gd name="connsiteX2" fmla="*/ 145 w 78418"/>
                <a:gd name="connsiteY2" fmla="*/ 29886 h 191726"/>
                <a:gd name="connsiteX3" fmla="*/ 7627 w 78418"/>
                <a:gd name="connsiteY3" fmla="*/ 26767 h 191726"/>
                <a:gd name="connsiteX4" fmla="*/ 20096 w 78418"/>
                <a:gd name="connsiteY4" fmla="*/ 23647 h 191726"/>
                <a:gd name="connsiteX5" fmla="*/ 28409 w 78418"/>
                <a:gd name="connsiteY5" fmla="*/ 36977 h 191726"/>
                <a:gd name="connsiteX6" fmla="*/ 28409 w 78418"/>
                <a:gd name="connsiteY6" fmla="*/ 165456 h 191726"/>
                <a:gd name="connsiteX7" fmla="*/ 21759 w 78418"/>
                <a:gd name="connsiteY7" fmla="*/ 183892 h 191726"/>
                <a:gd name="connsiteX8" fmla="*/ 2085 w 78418"/>
                <a:gd name="connsiteY8" fmla="*/ 187579 h 191726"/>
                <a:gd name="connsiteX9" fmla="*/ 2085 w 78418"/>
                <a:gd name="connsiteY9" fmla="*/ 191833 h 191726"/>
                <a:gd name="connsiteX10" fmla="*/ 78564 w 78418"/>
                <a:gd name="connsiteY10" fmla="*/ 191833 h 191726"/>
                <a:gd name="connsiteX11" fmla="*/ 78564 w 78418"/>
                <a:gd name="connsiteY11" fmla="*/ 187579 h 191726"/>
                <a:gd name="connsiteX12" fmla="*/ 52239 w 78418"/>
                <a:gd name="connsiteY12" fmla="*/ 170845 h 191726"/>
                <a:gd name="connsiteX13" fmla="*/ 52239 w 78418"/>
                <a:gd name="connsiteY13" fmla="*/ 674 h 191726"/>
                <a:gd name="connsiteX14" fmla="*/ 50023 w 78418"/>
                <a:gd name="connsiteY14" fmla="*/ 106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023" y="106"/>
                  </a:moveTo>
                  <a:lnTo>
                    <a:pt x="145" y="25916"/>
                  </a:lnTo>
                  <a:lnTo>
                    <a:pt x="145" y="29886"/>
                  </a:lnTo>
                  <a:cubicBezTo>
                    <a:pt x="3470" y="28468"/>
                    <a:pt x="6518" y="27334"/>
                    <a:pt x="7627" y="26767"/>
                  </a:cubicBezTo>
                  <a:cubicBezTo>
                    <a:pt x="12614" y="24781"/>
                    <a:pt x="17325" y="23647"/>
                    <a:pt x="20096" y="23647"/>
                  </a:cubicBezTo>
                  <a:cubicBezTo>
                    <a:pt x="25915" y="23647"/>
                    <a:pt x="28409" y="27901"/>
                    <a:pt x="28409" y="36977"/>
                  </a:cubicBezTo>
                  <a:lnTo>
                    <a:pt x="28409" y="165456"/>
                  </a:lnTo>
                  <a:cubicBezTo>
                    <a:pt x="28409" y="174816"/>
                    <a:pt x="26192" y="181339"/>
                    <a:pt x="21759" y="183892"/>
                  </a:cubicBezTo>
                  <a:cubicBezTo>
                    <a:pt x="17602" y="186444"/>
                    <a:pt x="13723" y="187295"/>
                    <a:pt x="2085" y="187579"/>
                  </a:cubicBezTo>
                  <a:lnTo>
                    <a:pt x="2085" y="191833"/>
                  </a:lnTo>
                  <a:lnTo>
                    <a:pt x="78564" y="191833"/>
                  </a:lnTo>
                  <a:lnTo>
                    <a:pt x="78564" y="187579"/>
                  </a:lnTo>
                  <a:cubicBezTo>
                    <a:pt x="56673" y="187295"/>
                    <a:pt x="52239" y="184459"/>
                    <a:pt x="52239" y="170845"/>
                  </a:cubicBezTo>
                  <a:lnTo>
                    <a:pt x="52239" y="674"/>
                  </a:lnTo>
                  <a:lnTo>
                    <a:pt x="50023" y="10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94058782-ECBB-3161-6B42-F744411FF662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>
            <a:xfrm>
              <a:off x="6189814" y="4671332"/>
              <a:ext cx="107791" cy="195697"/>
            </a:xfrm>
            <a:custGeom>
              <a:avLst/>
              <a:gdLst>
                <a:gd name="connsiteX0" fmla="*/ 30631 w 107791"/>
                <a:gd name="connsiteY0" fmla="*/ 98239 h 195697"/>
                <a:gd name="connsiteX1" fmla="*/ 60003 w 107791"/>
                <a:gd name="connsiteY1" fmla="*/ 101358 h 195697"/>
                <a:gd name="connsiteX2" fmla="*/ 87990 w 107791"/>
                <a:gd name="connsiteY2" fmla="*/ 143334 h 195697"/>
                <a:gd name="connsiteX3" fmla="*/ 51690 w 107791"/>
                <a:gd name="connsiteY3" fmla="*/ 185593 h 195697"/>
                <a:gd name="connsiteX4" fmla="*/ 28414 w 107791"/>
                <a:gd name="connsiteY4" fmla="*/ 176801 h 195697"/>
                <a:gd name="connsiteX5" fmla="*/ 10680 w 107791"/>
                <a:gd name="connsiteY5" fmla="*/ 169711 h 195697"/>
                <a:gd name="connsiteX6" fmla="*/ 150 w 107791"/>
                <a:gd name="connsiteY6" fmla="*/ 179637 h 195697"/>
                <a:gd name="connsiteX7" fmla="*/ 31462 w 107791"/>
                <a:gd name="connsiteY7" fmla="*/ 195804 h 195697"/>
                <a:gd name="connsiteX8" fmla="*/ 87713 w 107791"/>
                <a:gd name="connsiteY8" fmla="*/ 176801 h 195697"/>
                <a:gd name="connsiteX9" fmla="*/ 107941 w 107791"/>
                <a:gd name="connsiteY9" fmla="*/ 129720 h 195697"/>
                <a:gd name="connsiteX10" fmla="*/ 95472 w 107791"/>
                <a:gd name="connsiteY10" fmla="*/ 93133 h 195697"/>
                <a:gd name="connsiteX11" fmla="*/ 72473 w 107791"/>
                <a:gd name="connsiteY11" fmla="*/ 78102 h 195697"/>
                <a:gd name="connsiteX12" fmla="*/ 98520 w 107791"/>
                <a:gd name="connsiteY12" fmla="*/ 38962 h 195697"/>
                <a:gd name="connsiteX13" fmla="*/ 55293 w 107791"/>
                <a:gd name="connsiteY13" fmla="*/ 106 h 195697"/>
                <a:gd name="connsiteX14" fmla="*/ 19270 w 107791"/>
                <a:gd name="connsiteY14" fmla="*/ 14004 h 195697"/>
                <a:gd name="connsiteX15" fmla="*/ 704 w 107791"/>
                <a:gd name="connsiteY15" fmla="*/ 46053 h 195697"/>
                <a:gd name="connsiteX16" fmla="*/ 4861 w 107791"/>
                <a:gd name="connsiteY16" fmla="*/ 47187 h 195697"/>
                <a:gd name="connsiteX17" fmla="*/ 46148 w 107791"/>
                <a:gd name="connsiteY17" fmla="*/ 17124 h 195697"/>
                <a:gd name="connsiteX18" fmla="*/ 76629 w 107791"/>
                <a:gd name="connsiteY18" fmla="*/ 47471 h 195697"/>
                <a:gd name="connsiteX19" fmla="*/ 65545 w 107791"/>
                <a:gd name="connsiteY19" fmla="*/ 74982 h 195697"/>
                <a:gd name="connsiteX20" fmla="*/ 30631 w 107791"/>
                <a:gd name="connsiteY20" fmla="*/ 94552 h 195697"/>
                <a:gd name="connsiteX21" fmla="*/ 30631 w 107791"/>
                <a:gd name="connsiteY21" fmla="*/ 9823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7791" h="195697">
                  <a:moveTo>
                    <a:pt x="30631" y="98239"/>
                  </a:moveTo>
                  <a:cubicBezTo>
                    <a:pt x="46980" y="98239"/>
                    <a:pt x="53353" y="98806"/>
                    <a:pt x="60003" y="101358"/>
                  </a:cubicBezTo>
                  <a:cubicBezTo>
                    <a:pt x="77183" y="107598"/>
                    <a:pt x="87990" y="123764"/>
                    <a:pt x="87990" y="143334"/>
                  </a:cubicBezTo>
                  <a:cubicBezTo>
                    <a:pt x="87990" y="167158"/>
                    <a:pt x="72196" y="185593"/>
                    <a:pt x="51690" y="185593"/>
                  </a:cubicBezTo>
                  <a:cubicBezTo>
                    <a:pt x="44209" y="185593"/>
                    <a:pt x="38667" y="183608"/>
                    <a:pt x="28414" y="176801"/>
                  </a:cubicBezTo>
                  <a:cubicBezTo>
                    <a:pt x="20101" y="171696"/>
                    <a:pt x="15390" y="169711"/>
                    <a:pt x="10680" y="169711"/>
                  </a:cubicBezTo>
                  <a:cubicBezTo>
                    <a:pt x="4306" y="169711"/>
                    <a:pt x="150" y="173681"/>
                    <a:pt x="150" y="179637"/>
                  </a:cubicBezTo>
                  <a:cubicBezTo>
                    <a:pt x="150" y="189564"/>
                    <a:pt x="12065" y="195804"/>
                    <a:pt x="31462" y="195804"/>
                  </a:cubicBezTo>
                  <a:cubicBezTo>
                    <a:pt x="52799" y="195804"/>
                    <a:pt x="74689" y="188429"/>
                    <a:pt x="87713" y="176801"/>
                  </a:cubicBezTo>
                  <a:cubicBezTo>
                    <a:pt x="100737" y="165173"/>
                    <a:pt x="107941" y="148723"/>
                    <a:pt x="107941" y="129720"/>
                  </a:cubicBezTo>
                  <a:cubicBezTo>
                    <a:pt x="107941" y="115256"/>
                    <a:pt x="103508" y="101926"/>
                    <a:pt x="95472" y="93133"/>
                  </a:cubicBezTo>
                  <a:cubicBezTo>
                    <a:pt x="89930" y="86894"/>
                    <a:pt x="84665" y="83490"/>
                    <a:pt x="72473" y="78102"/>
                  </a:cubicBezTo>
                  <a:cubicBezTo>
                    <a:pt x="91592" y="64772"/>
                    <a:pt x="98520" y="54278"/>
                    <a:pt x="98520" y="38962"/>
                  </a:cubicBezTo>
                  <a:cubicBezTo>
                    <a:pt x="98520" y="15989"/>
                    <a:pt x="80786" y="106"/>
                    <a:pt x="55293" y="106"/>
                  </a:cubicBezTo>
                  <a:cubicBezTo>
                    <a:pt x="41438" y="106"/>
                    <a:pt x="29245" y="4928"/>
                    <a:pt x="19270" y="14004"/>
                  </a:cubicBezTo>
                  <a:cubicBezTo>
                    <a:pt x="10957" y="21662"/>
                    <a:pt x="6800" y="29036"/>
                    <a:pt x="704" y="46053"/>
                  </a:cubicBezTo>
                  <a:lnTo>
                    <a:pt x="4861" y="47187"/>
                  </a:lnTo>
                  <a:cubicBezTo>
                    <a:pt x="16222" y="26483"/>
                    <a:pt x="28691" y="17124"/>
                    <a:pt x="46148" y="17124"/>
                  </a:cubicBezTo>
                  <a:cubicBezTo>
                    <a:pt x="64160" y="17124"/>
                    <a:pt x="76629" y="29603"/>
                    <a:pt x="76629" y="47471"/>
                  </a:cubicBezTo>
                  <a:cubicBezTo>
                    <a:pt x="76629" y="57681"/>
                    <a:pt x="72473" y="67891"/>
                    <a:pt x="65545" y="74982"/>
                  </a:cubicBezTo>
                  <a:cubicBezTo>
                    <a:pt x="57232" y="83490"/>
                    <a:pt x="49473" y="87745"/>
                    <a:pt x="30631" y="94552"/>
                  </a:cubicBezTo>
                  <a:lnTo>
                    <a:pt x="30631" y="98239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77A4F30F-4350-6BC3-CAC3-41486F3580DE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>
            <a:xfrm>
              <a:off x="6323618" y="4671332"/>
              <a:ext cx="125248" cy="195697"/>
            </a:xfrm>
            <a:custGeom>
              <a:avLst/>
              <a:gdLst>
                <a:gd name="connsiteX0" fmla="*/ 63888 w 125248"/>
                <a:gd name="connsiteY0" fmla="*/ 106 h 195697"/>
                <a:gd name="connsiteX1" fmla="*/ 26756 w 125248"/>
                <a:gd name="connsiteY1" fmla="*/ 14855 h 195697"/>
                <a:gd name="connsiteX2" fmla="*/ 155 w 125248"/>
                <a:gd name="connsiteY2" fmla="*/ 96537 h 195697"/>
                <a:gd name="connsiteX3" fmla="*/ 22323 w 125248"/>
                <a:gd name="connsiteY3" fmla="*/ 176517 h 195697"/>
                <a:gd name="connsiteX4" fmla="*/ 62779 w 125248"/>
                <a:gd name="connsiteY4" fmla="*/ 195804 h 195697"/>
                <a:gd name="connsiteX5" fmla="*/ 98802 w 125248"/>
                <a:gd name="connsiteY5" fmla="*/ 181055 h 195697"/>
                <a:gd name="connsiteX6" fmla="*/ 125404 w 125248"/>
                <a:gd name="connsiteY6" fmla="*/ 98239 h 195697"/>
                <a:gd name="connsiteX7" fmla="*/ 63888 w 125248"/>
                <a:gd name="connsiteY7" fmla="*/ 106 h 195697"/>
                <a:gd name="connsiteX8" fmla="*/ 63056 w 125248"/>
                <a:gd name="connsiteY8" fmla="*/ 7481 h 195697"/>
                <a:gd name="connsiteX9" fmla="*/ 98802 w 125248"/>
                <a:gd name="connsiteY9" fmla="*/ 98806 h 195697"/>
                <a:gd name="connsiteX10" fmla="*/ 62779 w 125248"/>
                <a:gd name="connsiteY10" fmla="*/ 188429 h 195697"/>
                <a:gd name="connsiteX11" fmla="*/ 26756 w 125248"/>
                <a:gd name="connsiteY11" fmla="*/ 99089 h 195697"/>
                <a:gd name="connsiteX12" fmla="*/ 63056 w 125248"/>
                <a:gd name="connsiteY12" fmla="*/ 748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888" y="106"/>
                  </a:moveTo>
                  <a:cubicBezTo>
                    <a:pt x="48647" y="106"/>
                    <a:pt x="37009" y="4928"/>
                    <a:pt x="26756" y="14855"/>
                  </a:cubicBezTo>
                  <a:cubicBezTo>
                    <a:pt x="10685" y="30737"/>
                    <a:pt x="155" y="63353"/>
                    <a:pt x="155" y="96537"/>
                  </a:cubicBezTo>
                  <a:cubicBezTo>
                    <a:pt x="155" y="127451"/>
                    <a:pt x="9299" y="160635"/>
                    <a:pt x="22323" y="176517"/>
                  </a:cubicBezTo>
                  <a:cubicBezTo>
                    <a:pt x="32575" y="188997"/>
                    <a:pt x="46707" y="195804"/>
                    <a:pt x="62779" y="195804"/>
                  </a:cubicBezTo>
                  <a:cubicBezTo>
                    <a:pt x="76911" y="195804"/>
                    <a:pt x="88826" y="190982"/>
                    <a:pt x="98802" y="181055"/>
                  </a:cubicBezTo>
                  <a:cubicBezTo>
                    <a:pt x="114874" y="165456"/>
                    <a:pt x="125404" y="132556"/>
                    <a:pt x="125404" y="98239"/>
                  </a:cubicBezTo>
                  <a:cubicBezTo>
                    <a:pt x="125404" y="40097"/>
                    <a:pt x="100188" y="106"/>
                    <a:pt x="63888" y="106"/>
                  </a:cubicBezTo>
                  <a:close/>
                  <a:moveTo>
                    <a:pt x="63056" y="7481"/>
                  </a:moveTo>
                  <a:cubicBezTo>
                    <a:pt x="86333" y="7481"/>
                    <a:pt x="98802" y="39530"/>
                    <a:pt x="98802" y="98806"/>
                  </a:cubicBezTo>
                  <a:cubicBezTo>
                    <a:pt x="98802" y="158082"/>
                    <a:pt x="86610" y="188429"/>
                    <a:pt x="62779" y="188429"/>
                  </a:cubicBezTo>
                  <a:cubicBezTo>
                    <a:pt x="38949" y="188429"/>
                    <a:pt x="26756" y="158082"/>
                    <a:pt x="26756" y="99089"/>
                  </a:cubicBezTo>
                  <a:cubicBezTo>
                    <a:pt x="26756" y="38962"/>
                    <a:pt x="39226" y="7481"/>
                    <a:pt x="63056" y="748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CBC038F2-9F5F-58E3-5AB3-3CE03AF77582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>
            <a:xfrm>
              <a:off x="6461579" y="4675303"/>
              <a:ext cx="118875" cy="190024"/>
            </a:xfrm>
            <a:custGeom>
              <a:avLst/>
              <a:gdLst>
                <a:gd name="connsiteX0" fmla="*/ 119035 w 118875"/>
                <a:gd name="connsiteY0" fmla="*/ 106 h 190024"/>
                <a:gd name="connsiteX1" fmla="*/ 16509 w 118875"/>
                <a:gd name="connsiteY1" fmla="*/ 106 h 190024"/>
                <a:gd name="connsiteX2" fmla="*/ 160 w 118875"/>
                <a:gd name="connsiteY2" fmla="*/ 41798 h 190024"/>
                <a:gd name="connsiteX3" fmla="*/ 4870 w 118875"/>
                <a:gd name="connsiteY3" fmla="*/ 44067 h 190024"/>
                <a:gd name="connsiteX4" fmla="*/ 37014 w 118875"/>
                <a:gd name="connsiteY4" fmla="*/ 21094 h 190024"/>
                <a:gd name="connsiteX5" fmla="*/ 97144 w 118875"/>
                <a:gd name="connsiteY5" fmla="*/ 21094 h 190024"/>
                <a:gd name="connsiteX6" fmla="*/ 42279 w 118875"/>
                <a:gd name="connsiteY6" fmla="*/ 190131 h 190024"/>
                <a:gd name="connsiteX7" fmla="*/ 60290 w 118875"/>
                <a:gd name="connsiteY7" fmla="*/ 190131 h 190024"/>
                <a:gd name="connsiteX8" fmla="*/ 119035 w 118875"/>
                <a:gd name="connsiteY8" fmla="*/ 4644 h 190024"/>
                <a:gd name="connsiteX9" fmla="*/ 119035 w 118875"/>
                <a:gd name="connsiteY9" fmla="*/ 106 h 19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8875" h="190024">
                  <a:moveTo>
                    <a:pt x="119035" y="106"/>
                  </a:moveTo>
                  <a:lnTo>
                    <a:pt x="16509" y="106"/>
                  </a:lnTo>
                  <a:lnTo>
                    <a:pt x="160" y="41798"/>
                  </a:lnTo>
                  <a:lnTo>
                    <a:pt x="4870" y="44067"/>
                  </a:lnTo>
                  <a:cubicBezTo>
                    <a:pt x="16786" y="24781"/>
                    <a:pt x="21774" y="21094"/>
                    <a:pt x="37014" y="21094"/>
                  </a:cubicBezTo>
                  <a:lnTo>
                    <a:pt x="97144" y="21094"/>
                  </a:lnTo>
                  <a:lnTo>
                    <a:pt x="42279" y="190131"/>
                  </a:lnTo>
                  <a:lnTo>
                    <a:pt x="60290" y="190131"/>
                  </a:lnTo>
                  <a:lnTo>
                    <a:pt x="119035" y="4644"/>
                  </a:lnTo>
                  <a:lnTo>
                    <a:pt x="119035" y="10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A9839DC0-D081-B4FD-9019-E7FCF3A61800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>
            <a:xfrm>
              <a:off x="6598431" y="4671332"/>
              <a:ext cx="127465" cy="191726"/>
            </a:xfrm>
            <a:custGeom>
              <a:avLst/>
              <a:gdLst>
                <a:gd name="connsiteX0" fmla="*/ 127630 w 127465"/>
                <a:gd name="connsiteY0" fmla="*/ 126317 h 191726"/>
                <a:gd name="connsiteX1" fmla="*/ 99366 w 127465"/>
                <a:gd name="connsiteY1" fmla="*/ 126317 h 191726"/>
                <a:gd name="connsiteX2" fmla="*/ 99366 w 127465"/>
                <a:gd name="connsiteY2" fmla="*/ 106 h 191726"/>
                <a:gd name="connsiteX3" fmla="*/ 87174 w 127465"/>
                <a:gd name="connsiteY3" fmla="*/ 106 h 191726"/>
                <a:gd name="connsiteX4" fmla="*/ 165 w 127465"/>
                <a:gd name="connsiteY4" fmla="*/ 126317 h 191726"/>
                <a:gd name="connsiteX5" fmla="*/ 165 w 127465"/>
                <a:gd name="connsiteY5" fmla="*/ 144468 h 191726"/>
                <a:gd name="connsiteX6" fmla="*/ 78030 w 127465"/>
                <a:gd name="connsiteY6" fmla="*/ 144468 h 191726"/>
                <a:gd name="connsiteX7" fmla="*/ 78030 w 127465"/>
                <a:gd name="connsiteY7" fmla="*/ 191833 h 191726"/>
                <a:gd name="connsiteX8" fmla="*/ 99366 w 127465"/>
                <a:gd name="connsiteY8" fmla="*/ 191833 h 191726"/>
                <a:gd name="connsiteX9" fmla="*/ 99366 w 127465"/>
                <a:gd name="connsiteY9" fmla="*/ 144468 h 191726"/>
                <a:gd name="connsiteX10" fmla="*/ 127630 w 127465"/>
                <a:gd name="connsiteY10" fmla="*/ 144468 h 191726"/>
                <a:gd name="connsiteX11" fmla="*/ 127630 w 127465"/>
                <a:gd name="connsiteY11" fmla="*/ 126317 h 191726"/>
                <a:gd name="connsiteX12" fmla="*/ 77752 w 127465"/>
                <a:gd name="connsiteY12" fmla="*/ 126317 h 191726"/>
                <a:gd name="connsiteX13" fmla="*/ 11249 w 127465"/>
                <a:gd name="connsiteY13" fmla="*/ 126317 h 191726"/>
                <a:gd name="connsiteX14" fmla="*/ 77752 w 127465"/>
                <a:gd name="connsiteY14" fmla="*/ 29036 h 191726"/>
                <a:gd name="connsiteX15" fmla="*/ 77752 w 127465"/>
                <a:gd name="connsiteY15" fmla="*/ 126317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465" h="191726">
                  <a:moveTo>
                    <a:pt x="127630" y="126317"/>
                  </a:moveTo>
                  <a:lnTo>
                    <a:pt x="99366" y="126317"/>
                  </a:lnTo>
                  <a:lnTo>
                    <a:pt x="99366" y="106"/>
                  </a:lnTo>
                  <a:lnTo>
                    <a:pt x="87174" y="106"/>
                  </a:lnTo>
                  <a:lnTo>
                    <a:pt x="165" y="126317"/>
                  </a:lnTo>
                  <a:lnTo>
                    <a:pt x="165" y="144468"/>
                  </a:lnTo>
                  <a:lnTo>
                    <a:pt x="78030" y="144468"/>
                  </a:lnTo>
                  <a:lnTo>
                    <a:pt x="78030" y="191833"/>
                  </a:lnTo>
                  <a:lnTo>
                    <a:pt x="99366" y="191833"/>
                  </a:lnTo>
                  <a:lnTo>
                    <a:pt x="99366" y="144468"/>
                  </a:lnTo>
                  <a:lnTo>
                    <a:pt x="127630" y="144468"/>
                  </a:lnTo>
                  <a:lnTo>
                    <a:pt x="127630" y="126317"/>
                  </a:lnTo>
                  <a:close/>
                  <a:moveTo>
                    <a:pt x="77752" y="126317"/>
                  </a:moveTo>
                  <a:lnTo>
                    <a:pt x="11249" y="126317"/>
                  </a:lnTo>
                  <a:lnTo>
                    <a:pt x="77752" y="29036"/>
                  </a:lnTo>
                  <a:lnTo>
                    <a:pt x="77752" y="126317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79D8C6F7-E927-D95E-51DA-EF92C54FC7EA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>
            <a:xfrm>
              <a:off x="6742488" y="4671332"/>
              <a:ext cx="118875" cy="197965"/>
            </a:xfrm>
            <a:custGeom>
              <a:avLst/>
              <a:gdLst>
                <a:gd name="connsiteX0" fmla="*/ 8206 w 118875"/>
                <a:gd name="connsiteY0" fmla="*/ 198072 h 197965"/>
                <a:gd name="connsiteX1" fmla="*/ 73324 w 118875"/>
                <a:gd name="connsiteY1" fmla="*/ 175099 h 197965"/>
                <a:gd name="connsiteX2" fmla="*/ 119045 w 118875"/>
                <a:gd name="connsiteY2" fmla="*/ 80087 h 197965"/>
                <a:gd name="connsiteX3" fmla="*/ 57806 w 118875"/>
                <a:gd name="connsiteY3" fmla="*/ 106 h 197965"/>
                <a:gd name="connsiteX4" fmla="*/ 170 w 118875"/>
                <a:gd name="connsiteY4" fmla="*/ 67041 h 197965"/>
                <a:gd name="connsiteX5" fmla="*/ 50048 w 118875"/>
                <a:gd name="connsiteY5" fmla="*/ 124615 h 197965"/>
                <a:gd name="connsiteX6" fmla="*/ 91612 w 118875"/>
                <a:gd name="connsiteY6" fmla="*/ 108449 h 197965"/>
                <a:gd name="connsiteX7" fmla="*/ 7374 w 118875"/>
                <a:gd name="connsiteY7" fmla="*/ 192400 h 197965"/>
                <a:gd name="connsiteX8" fmla="*/ 8206 w 118875"/>
                <a:gd name="connsiteY8" fmla="*/ 198072 h 197965"/>
                <a:gd name="connsiteX9" fmla="*/ 92167 w 118875"/>
                <a:gd name="connsiteY9" fmla="*/ 91148 h 197965"/>
                <a:gd name="connsiteX10" fmla="*/ 88010 w 118875"/>
                <a:gd name="connsiteY10" fmla="*/ 101926 h 197965"/>
                <a:gd name="connsiteX11" fmla="*/ 60023 w 118875"/>
                <a:gd name="connsiteY11" fmla="*/ 112420 h 197965"/>
                <a:gd name="connsiteX12" fmla="*/ 25663 w 118875"/>
                <a:gd name="connsiteY12" fmla="*/ 57397 h 197965"/>
                <a:gd name="connsiteX13" fmla="*/ 35916 w 118875"/>
                <a:gd name="connsiteY13" fmla="*/ 16840 h 197965"/>
                <a:gd name="connsiteX14" fmla="*/ 55590 w 118875"/>
                <a:gd name="connsiteY14" fmla="*/ 8048 h 197965"/>
                <a:gd name="connsiteX15" fmla="*/ 92167 w 118875"/>
                <a:gd name="connsiteY15" fmla="*/ 80087 h 197965"/>
                <a:gd name="connsiteX16" fmla="*/ 92167 w 118875"/>
                <a:gd name="connsiteY16" fmla="*/ 91148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206" y="198072"/>
                  </a:moveTo>
                  <a:cubicBezTo>
                    <a:pt x="39241" y="194385"/>
                    <a:pt x="54481" y="188997"/>
                    <a:pt x="73324" y="175099"/>
                  </a:cubicBezTo>
                  <a:cubicBezTo>
                    <a:pt x="102142" y="153544"/>
                    <a:pt x="119045" y="118376"/>
                    <a:pt x="119045" y="80087"/>
                  </a:cubicBezTo>
                  <a:cubicBezTo>
                    <a:pt x="119045" y="33290"/>
                    <a:pt x="93552" y="106"/>
                    <a:pt x="57806" y="106"/>
                  </a:cubicBezTo>
                  <a:cubicBezTo>
                    <a:pt x="24832" y="106"/>
                    <a:pt x="170" y="28752"/>
                    <a:pt x="170" y="67041"/>
                  </a:cubicBezTo>
                  <a:cubicBezTo>
                    <a:pt x="170" y="101642"/>
                    <a:pt x="20121" y="124615"/>
                    <a:pt x="50048" y="124615"/>
                  </a:cubicBezTo>
                  <a:cubicBezTo>
                    <a:pt x="65288" y="124615"/>
                    <a:pt x="76926" y="120077"/>
                    <a:pt x="91612" y="108449"/>
                  </a:cubicBezTo>
                  <a:cubicBezTo>
                    <a:pt x="80251" y="154679"/>
                    <a:pt x="49493" y="185026"/>
                    <a:pt x="7374" y="192400"/>
                  </a:cubicBezTo>
                  <a:lnTo>
                    <a:pt x="8206" y="198072"/>
                  </a:lnTo>
                  <a:close/>
                  <a:moveTo>
                    <a:pt x="92167" y="91148"/>
                  </a:moveTo>
                  <a:cubicBezTo>
                    <a:pt x="92167" y="96821"/>
                    <a:pt x="91058" y="99373"/>
                    <a:pt x="88010" y="101926"/>
                  </a:cubicBezTo>
                  <a:cubicBezTo>
                    <a:pt x="80251" y="108733"/>
                    <a:pt x="69999" y="112420"/>
                    <a:pt x="60023" y="112420"/>
                  </a:cubicBezTo>
                  <a:cubicBezTo>
                    <a:pt x="38964" y="112420"/>
                    <a:pt x="25663" y="91148"/>
                    <a:pt x="25663" y="57397"/>
                  </a:cubicBezTo>
                  <a:cubicBezTo>
                    <a:pt x="25663" y="41231"/>
                    <a:pt x="30096" y="24214"/>
                    <a:pt x="35916" y="16840"/>
                  </a:cubicBezTo>
                  <a:cubicBezTo>
                    <a:pt x="40626" y="11168"/>
                    <a:pt x="47554" y="8048"/>
                    <a:pt x="55590" y="8048"/>
                  </a:cubicBezTo>
                  <a:cubicBezTo>
                    <a:pt x="79697" y="8048"/>
                    <a:pt x="92167" y="32439"/>
                    <a:pt x="92167" y="80087"/>
                  </a:cubicBezTo>
                  <a:lnTo>
                    <a:pt x="92167" y="9114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69B1964C-68C6-0805-FEE4-DA704D86F9BA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>
            <a:xfrm>
              <a:off x="6927391" y="4697708"/>
              <a:ext cx="184270" cy="188890"/>
            </a:xfrm>
            <a:custGeom>
              <a:avLst/>
              <a:gdLst>
                <a:gd name="connsiteX0" fmla="*/ 97992 w 184270"/>
                <a:gd name="connsiteY0" fmla="*/ 100224 h 188890"/>
                <a:gd name="connsiteX1" fmla="*/ 175303 w 184270"/>
                <a:gd name="connsiteY1" fmla="*/ 100224 h 188890"/>
                <a:gd name="connsiteX2" fmla="*/ 184447 w 184270"/>
                <a:gd name="connsiteY2" fmla="*/ 94552 h 188890"/>
                <a:gd name="connsiteX3" fmla="*/ 175303 w 184270"/>
                <a:gd name="connsiteY3" fmla="*/ 88879 h 188890"/>
                <a:gd name="connsiteX4" fmla="*/ 97992 w 184270"/>
                <a:gd name="connsiteY4" fmla="*/ 88879 h 188890"/>
                <a:gd name="connsiteX5" fmla="*/ 97992 w 184270"/>
                <a:gd name="connsiteY5" fmla="*/ 9466 h 188890"/>
                <a:gd name="connsiteX6" fmla="*/ 92450 w 184270"/>
                <a:gd name="connsiteY6" fmla="*/ 106 h 188890"/>
                <a:gd name="connsiteX7" fmla="*/ 86908 w 184270"/>
                <a:gd name="connsiteY7" fmla="*/ 9466 h 188890"/>
                <a:gd name="connsiteX8" fmla="*/ 86908 w 184270"/>
                <a:gd name="connsiteY8" fmla="*/ 88879 h 188890"/>
                <a:gd name="connsiteX9" fmla="*/ 9320 w 184270"/>
                <a:gd name="connsiteY9" fmla="*/ 88879 h 188890"/>
                <a:gd name="connsiteX10" fmla="*/ 176 w 184270"/>
                <a:gd name="connsiteY10" fmla="*/ 94552 h 188890"/>
                <a:gd name="connsiteX11" fmla="*/ 9320 w 184270"/>
                <a:gd name="connsiteY11" fmla="*/ 100224 h 188890"/>
                <a:gd name="connsiteX12" fmla="*/ 86908 w 184270"/>
                <a:gd name="connsiteY12" fmla="*/ 100224 h 188890"/>
                <a:gd name="connsiteX13" fmla="*/ 86908 w 184270"/>
                <a:gd name="connsiteY13" fmla="*/ 179637 h 188890"/>
                <a:gd name="connsiteX14" fmla="*/ 92450 w 184270"/>
                <a:gd name="connsiteY14" fmla="*/ 188997 h 188890"/>
                <a:gd name="connsiteX15" fmla="*/ 97992 w 184270"/>
                <a:gd name="connsiteY15" fmla="*/ 179637 h 188890"/>
                <a:gd name="connsiteX16" fmla="*/ 97992 w 184270"/>
                <a:gd name="connsiteY16" fmla="*/ 100224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7992" y="100224"/>
                  </a:moveTo>
                  <a:lnTo>
                    <a:pt x="175303" y="100224"/>
                  </a:lnTo>
                  <a:cubicBezTo>
                    <a:pt x="179182" y="100224"/>
                    <a:pt x="184447" y="100224"/>
                    <a:pt x="184447" y="94552"/>
                  </a:cubicBezTo>
                  <a:cubicBezTo>
                    <a:pt x="184447" y="88879"/>
                    <a:pt x="179182" y="88879"/>
                    <a:pt x="175303" y="88879"/>
                  </a:cubicBezTo>
                  <a:lnTo>
                    <a:pt x="97992" y="88879"/>
                  </a:lnTo>
                  <a:lnTo>
                    <a:pt x="97992" y="9466"/>
                  </a:lnTo>
                  <a:cubicBezTo>
                    <a:pt x="97992" y="5495"/>
                    <a:pt x="97992" y="106"/>
                    <a:pt x="92450" y="106"/>
                  </a:cubicBezTo>
                  <a:cubicBezTo>
                    <a:pt x="86908" y="106"/>
                    <a:pt x="86908" y="5495"/>
                    <a:pt x="86908" y="9466"/>
                  </a:cubicBezTo>
                  <a:lnTo>
                    <a:pt x="86908" y="88879"/>
                  </a:lnTo>
                  <a:lnTo>
                    <a:pt x="9320" y="88879"/>
                  </a:lnTo>
                  <a:cubicBezTo>
                    <a:pt x="5441" y="88879"/>
                    <a:pt x="176" y="88879"/>
                    <a:pt x="176" y="94552"/>
                  </a:cubicBezTo>
                  <a:cubicBezTo>
                    <a:pt x="176" y="100224"/>
                    <a:pt x="5441" y="100224"/>
                    <a:pt x="9320" y="100224"/>
                  </a:cubicBezTo>
                  <a:lnTo>
                    <a:pt x="86908" y="100224"/>
                  </a:lnTo>
                  <a:lnTo>
                    <a:pt x="86908" y="179637"/>
                  </a:lnTo>
                  <a:cubicBezTo>
                    <a:pt x="86908" y="183608"/>
                    <a:pt x="86908" y="188997"/>
                    <a:pt x="92450" y="188997"/>
                  </a:cubicBezTo>
                  <a:cubicBezTo>
                    <a:pt x="97992" y="188997"/>
                    <a:pt x="97992" y="183608"/>
                    <a:pt x="97992" y="179637"/>
                  </a:cubicBezTo>
                  <a:lnTo>
                    <a:pt x="97992" y="100224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1E0C22F9-B47D-D0AE-7E5E-EEEF64F63B21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>
            <a:xfrm>
              <a:off x="7190444" y="4777122"/>
              <a:ext cx="29372" cy="30063"/>
            </a:xfrm>
            <a:custGeom>
              <a:avLst/>
              <a:gdLst>
                <a:gd name="connsiteX0" fmla="*/ 29558 w 29372"/>
                <a:gd name="connsiteY0" fmla="*/ 15138 h 30063"/>
                <a:gd name="connsiteX1" fmla="*/ 14871 w 29372"/>
                <a:gd name="connsiteY1" fmla="*/ 106 h 30063"/>
                <a:gd name="connsiteX2" fmla="*/ 185 w 29372"/>
                <a:gd name="connsiteY2" fmla="*/ 15138 h 30063"/>
                <a:gd name="connsiteX3" fmla="*/ 14871 w 29372"/>
                <a:gd name="connsiteY3" fmla="*/ 30170 h 30063"/>
                <a:gd name="connsiteX4" fmla="*/ 29558 w 29372"/>
                <a:gd name="connsiteY4" fmla="*/ 15138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58" y="15138"/>
                  </a:moveTo>
                  <a:cubicBezTo>
                    <a:pt x="29558" y="6913"/>
                    <a:pt x="22907" y="106"/>
                    <a:pt x="14871" y="106"/>
                  </a:cubicBezTo>
                  <a:cubicBezTo>
                    <a:pt x="6836" y="106"/>
                    <a:pt x="185" y="6913"/>
                    <a:pt x="185" y="15138"/>
                  </a:cubicBezTo>
                  <a:cubicBezTo>
                    <a:pt x="185" y="23363"/>
                    <a:pt x="6836" y="30170"/>
                    <a:pt x="14871" y="30170"/>
                  </a:cubicBezTo>
                  <a:cubicBezTo>
                    <a:pt x="22907" y="30170"/>
                    <a:pt x="29558" y="23363"/>
                    <a:pt x="29558" y="15138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77C977EE-A373-E0E0-E6C3-7AB4F85E498F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>
            <a:xfrm>
              <a:off x="7298389" y="4777122"/>
              <a:ext cx="29372" cy="30063"/>
            </a:xfrm>
            <a:custGeom>
              <a:avLst/>
              <a:gdLst>
                <a:gd name="connsiteX0" fmla="*/ 29562 w 29372"/>
                <a:gd name="connsiteY0" fmla="*/ 15138 h 30063"/>
                <a:gd name="connsiteX1" fmla="*/ 14875 w 29372"/>
                <a:gd name="connsiteY1" fmla="*/ 106 h 30063"/>
                <a:gd name="connsiteX2" fmla="*/ 189 w 29372"/>
                <a:gd name="connsiteY2" fmla="*/ 15138 h 30063"/>
                <a:gd name="connsiteX3" fmla="*/ 14875 w 29372"/>
                <a:gd name="connsiteY3" fmla="*/ 30170 h 30063"/>
                <a:gd name="connsiteX4" fmla="*/ 29562 w 29372"/>
                <a:gd name="connsiteY4" fmla="*/ 15138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62" y="15138"/>
                  </a:moveTo>
                  <a:cubicBezTo>
                    <a:pt x="29562" y="6913"/>
                    <a:pt x="22911" y="106"/>
                    <a:pt x="14875" y="106"/>
                  </a:cubicBezTo>
                  <a:cubicBezTo>
                    <a:pt x="6839" y="106"/>
                    <a:pt x="189" y="6913"/>
                    <a:pt x="189" y="15138"/>
                  </a:cubicBezTo>
                  <a:cubicBezTo>
                    <a:pt x="189" y="23363"/>
                    <a:pt x="6839" y="30170"/>
                    <a:pt x="14875" y="30170"/>
                  </a:cubicBezTo>
                  <a:cubicBezTo>
                    <a:pt x="22911" y="30170"/>
                    <a:pt x="29562" y="23363"/>
                    <a:pt x="29562" y="15138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AD0872FF-0545-E2D0-9787-C5BAC48E3413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>
            <a:xfrm>
              <a:off x="7406334" y="4777122"/>
              <a:ext cx="29372" cy="30063"/>
            </a:xfrm>
            <a:custGeom>
              <a:avLst/>
              <a:gdLst>
                <a:gd name="connsiteX0" fmla="*/ 29565 w 29372"/>
                <a:gd name="connsiteY0" fmla="*/ 15138 h 30063"/>
                <a:gd name="connsiteX1" fmla="*/ 14879 w 29372"/>
                <a:gd name="connsiteY1" fmla="*/ 106 h 30063"/>
                <a:gd name="connsiteX2" fmla="*/ 193 w 29372"/>
                <a:gd name="connsiteY2" fmla="*/ 15138 h 30063"/>
                <a:gd name="connsiteX3" fmla="*/ 14879 w 29372"/>
                <a:gd name="connsiteY3" fmla="*/ 30170 h 30063"/>
                <a:gd name="connsiteX4" fmla="*/ 29565 w 29372"/>
                <a:gd name="connsiteY4" fmla="*/ 15138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65" y="15138"/>
                  </a:moveTo>
                  <a:cubicBezTo>
                    <a:pt x="29565" y="6913"/>
                    <a:pt x="22915" y="106"/>
                    <a:pt x="14879" y="106"/>
                  </a:cubicBezTo>
                  <a:cubicBezTo>
                    <a:pt x="6843" y="106"/>
                    <a:pt x="193" y="6913"/>
                    <a:pt x="193" y="15138"/>
                  </a:cubicBezTo>
                  <a:cubicBezTo>
                    <a:pt x="193" y="23363"/>
                    <a:pt x="6843" y="30170"/>
                    <a:pt x="14879" y="30170"/>
                  </a:cubicBezTo>
                  <a:cubicBezTo>
                    <a:pt x="22915" y="30170"/>
                    <a:pt x="29565" y="23363"/>
                    <a:pt x="29565" y="15138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1A653EC4-852C-6DCC-56BD-3A902E729B02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>
            <a:xfrm>
              <a:off x="7513691" y="4697708"/>
              <a:ext cx="184270" cy="188890"/>
            </a:xfrm>
            <a:custGeom>
              <a:avLst/>
              <a:gdLst>
                <a:gd name="connsiteX0" fmla="*/ 98013 w 184270"/>
                <a:gd name="connsiteY0" fmla="*/ 100224 h 188890"/>
                <a:gd name="connsiteX1" fmla="*/ 175324 w 184270"/>
                <a:gd name="connsiteY1" fmla="*/ 100224 h 188890"/>
                <a:gd name="connsiteX2" fmla="*/ 184468 w 184270"/>
                <a:gd name="connsiteY2" fmla="*/ 94552 h 188890"/>
                <a:gd name="connsiteX3" fmla="*/ 175324 w 184270"/>
                <a:gd name="connsiteY3" fmla="*/ 88879 h 188890"/>
                <a:gd name="connsiteX4" fmla="*/ 98013 w 184270"/>
                <a:gd name="connsiteY4" fmla="*/ 88879 h 188890"/>
                <a:gd name="connsiteX5" fmla="*/ 98013 w 184270"/>
                <a:gd name="connsiteY5" fmla="*/ 9466 h 188890"/>
                <a:gd name="connsiteX6" fmla="*/ 92471 w 184270"/>
                <a:gd name="connsiteY6" fmla="*/ 106 h 188890"/>
                <a:gd name="connsiteX7" fmla="*/ 86929 w 184270"/>
                <a:gd name="connsiteY7" fmla="*/ 9466 h 188890"/>
                <a:gd name="connsiteX8" fmla="*/ 86929 w 184270"/>
                <a:gd name="connsiteY8" fmla="*/ 88879 h 188890"/>
                <a:gd name="connsiteX9" fmla="*/ 9341 w 184270"/>
                <a:gd name="connsiteY9" fmla="*/ 88879 h 188890"/>
                <a:gd name="connsiteX10" fmla="*/ 197 w 184270"/>
                <a:gd name="connsiteY10" fmla="*/ 94552 h 188890"/>
                <a:gd name="connsiteX11" fmla="*/ 9341 w 184270"/>
                <a:gd name="connsiteY11" fmla="*/ 100224 h 188890"/>
                <a:gd name="connsiteX12" fmla="*/ 86929 w 184270"/>
                <a:gd name="connsiteY12" fmla="*/ 100224 h 188890"/>
                <a:gd name="connsiteX13" fmla="*/ 86929 w 184270"/>
                <a:gd name="connsiteY13" fmla="*/ 179637 h 188890"/>
                <a:gd name="connsiteX14" fmla="*/ 92471 w 184270"/>
                <a:gd name="connsiteY14" fmla="*/ 188997 h 188890"/>
                <a:gd name="connsiteX15" fmla="*/ 98013 w 184270"/>
                <a:gd name="connsiteY15" fmla="*/ 179637 h 188890"/>
                <a:gd name="connsiteX16" fmla="*/ 98013 w 184270"/>
                <a:gd name="connsiteY16" fmla="*/ 100224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270" h="188890">
                  <a:moveTo>
                    <a:pt x="98013" y="100224"/>
                  </a:moveTo>
                  <a:lnTo>
                    <a:pt x="175324" y="100224"/>
                  </a:lnTo>
                  <a:cubicBezTo>
                    <a:pt x="179203" y="100224"/>
                    <a:pt x="184468" y="100224"/>
                    <a:pt x="184468" y="94552"/>
                  </a:cubicBezTo>
                  <a:cubicBezTo>
                    <a:pt x="184468" y="88879"/>
                    <a:pt x="179203" y="88879"/>
                    <a:pt x="175324" y="88879"/>
                  </a:cubicBezTo>
                  <a:lnTo>
                    <a:pt x="98013" y="88879"/>
                  </a:lnTo>
                  <a:lnTo>
                    <a:pt x="98013" y="9466"/>
                  </a:lnTo>
                  <a:cubicBezTo>
                    <a:pt x="98013" y="5495"/>
                    <a:pt x="98013" y="106"/>
                    <a:pt x="92471" y="106"/>
                  </a:cubicBezTo>
                  <a:cubicBezTo>
                    <a:pt x="86929" y="106"/>
                    <a:pt x="86929" y="5495"/>
                    <a:pt x="86929" y="9466"/>
                  </a:cubicBezTo>
                  <a:lnTo>
                    <a:pt x="86929" y="88879"/>
                  </a:lnTo>
                  <a:lnTo>
                    <a:pt x="9341" y="88879"/>
                  </a:lnTo>
                  <a:cubicBezTo>
                    <a:pt x="5462" y="88879"/>
                    <a:pt x="197" y="88879"/>
                    <a:pt x="197" y="94552"/>
                  </a:cubicBezTo>
                  <a:cubicBezTo>
                    <a:pt x="197" y="100224"/>
                    <a:pt x="5462" y="100224"/>
                    <a:pt x="9341" y="100224"/>
                  </a:cubicBezTo>
                  <a:lnTo>
                    <a:pt x="86929" y="100224"/>
                  </a:lnTo>
                  <a:lnTo>
                    <a:pt x="86929" y="179637"/>
                  </a:lnTo>
                  <a:cubicBezTo>
                    <a:pt x="86929" y="183608"/>
                    <a:pt x="86929" y="188997"/>
                    <a:pt x="92471" y="188997"/>
                  </a:cubicBezTo>
                  <a:cubicBezTo>
                    <a:pt x="98013" y="188997"/>
                    <a:pt x="98013" y="183608"/>
                    <a:pt x="98013" y="179637"/>
                  </a:cubicBezTo>
                  <a:lnTo>
                    <a:pt x="98013" y="100224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4F0A009A-A0CD-7BAB-613C-8881A8F27B0D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>
            <a:xfrm>
              <a:off x="7759564" y="4671332"/>
              <a:ext cx="125248" cy="195697"/>
            </a:xfrm>
            <a:custGeom>
              <a:avLst/>
              <a:gdLst>
                <a:gd name="connsiteX0" fmla="*/ 63939 w 125248"/>
                <a:gd name="connsiteY0" fmla="*/ 106 h 195697"/>
                <a:gd name="connsiteX1" fmla="*/ 26808 w 125248"/>
                <a:gd name="connsiteY1" fmla="*/ 14855 h 195697"/>
                <a:gd name="connsiteX2" fmla="*/ 206 w 125248"/>
                <a:gd name="connsiteY2" fmla="*/ 96537 h 195697"/>
                <a:gd name="connsiteX3" fmla="*/ 22374 w 125248"/>
                <a:gd name="connsiteY3" fmla="*/ 176517 h 195697"/>
                <a:gd name="connsiteX4" fmla="*/ 62831 w 125248"/>
                <a:gd name="connsiteY4" fmla="*/ 195804 h 195697"/>
                <a:gd name="connsiteX5" fmla="*/ 98853 w 125248"/>
                <a:gd name="connsiteY5" fmla="*/ 181055 h 195697"/>
                <a:gd name="connsiteX6" fmla="*/ 125455 w 125248"/>
                <a:gd name="connsiteY6" fmla="*/ 98239 h 195697"/>
                <a:gd name="connsiteX7" fmla="*/ 63939 w 125248"/>
                <a:gd name="connsiteY7" fmla="*/ 106 h 195697"/>
                <a:gd name="connsiteX8" fmla="*/ 63108 w 125248"/>
                <a:gd name="connsiteY8" fmla="*/ 7481 h 195697"/>
                <a:gd name="connsiteX9" fmla="*/ 98853 w 125248"/>
                <a:gd name="connsiteY9" fmla="*/ 98806 h 195697"/>
                <a:gd name="connsiteX10" fmla="*/ 62831 w 125248"/>
                <a:gd name="connsiteY10" fmla="*/ 188429 h 195697"/>
                <a:gd name="connsiteX11" fmla="*/ 26808 w 125248"/>
                <a:gd name="connsiteY11" fmla="*/ 99089 h 195697"/>
                <a:gd name="connsiteX12" fmla="*/ 63108 w 125248"/>
                <a:gd name="connsiteY12" fmla="*/ 748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3939" y="106"/>
                  </a:moveTo>
                  <a:cubicBezTo>
                    <a:pt x="48699" y="106"/>
                    <a:pt x="37060" y="4928"/>
                    <a:pt x="26808" y="14855"/>
                  </a:cubicBezTo>
                  <a:cubicBezTo>
                    <a:pt x="10736" y="30737"/>
                    <a:pt x="206" y="63353"/>
                    <a:pt x="206" y="96537"/>
                  </a:cubicBezTo>
                  <a:cubicBezTo>
                    <a:pt x="206" y="127451"/>
                    <a:pt x="9351" y="160635"/>
                    <a:pt x="22374" y="176517"/>
                  </a:cubicBezTo>
                  <a:cubicBezTo>
                    <a:pt x="32627" y="188997"/>
                    <a:pt x="46759" y="195804"/>
                    <a:pt x="62831" y="195804"/>
                  </a:cubicBezTo>
                  <a:cubicBezTo>
                    <a:pt x="76963" y="195804"/>
                    <a:pt x="88878" y="190982"/>
                    <a:pt x="98853" y="181055"/>
                  </a:cubicBezTo>
                  <a:cubicBezTo>
                    <a:pt x="114925" y="165456"/>
                    <a:pt x="125455" y="132556"/>
                    <a:pt x="125455" y="98239"/>
                  </a:cubicBezTo>
                  <a:cubicBezTo>
                    <a:pt x="125455" y="40097"/>
                    <a:pt x="100239" y="106"/>
                    <a:pt x="63939" y="106"/>
                  </a:cubicBezTo>
                  <a:close/>
                  <a:moveTo>
                    <a:pt x="63108" y="7481"/>
                  </a:moveTo>
                  <a:cubicBezTo>
                    <a:pt x="86384" y="7481"/>
                    <a:pt x="98853" y="39530"/>
                    <a:pt x="98853" y="98806"/>
                  </a:cubicBezTo>
                  <a:cubicBezTo>
                    <a:pt x="98853" y="158082"/>
                    <a:pt x="86661" y="188429"/>
                    <a:pt x="62831" y="188429"/>
                  </a:cubicBezTo>
                  <a:cubicBezTo>
                    <a:pt x="39000" y="188429"/>
                    <a:pt x="26808" y="158082"/>
                    <a:pt x="26808" y="99089"/>
                  </a:cubicBezTo>
                  <a:cubicBezTo>
                    <a:pt x="26808" y="38962"/>
                    <a:pt x="39277" y="7481"/>
                    <a:pt x="63108" y="748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CC17344F-26B6-00EB-B5ED-B49811E4025A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>
            <a:xfrm>
              <a:off x="7915813" y="4832995"/>
              <a:ext cx="29372" cy="30063"/>
            </a:xfrm>
            <a:custGeom>
              <a:avLst/>
              <a:gdLst>
                <a:gd name="connsiteX0" fmla="*/ 29584 w 29372"/>
                <a:gd name="connsiteY0" fmla="*/ 15138 h 30063"/>
                <a:gd name="connsiteX1" fmla="*/ 14897 w 29372"/>
                <a:gd name="connsiteY1" fmla="*/ 106 h 30063"/>
                <a:gd name="connsiteX2" fmla="*/ 211 w 29372"/>
                <a:gd name="connsiteY2" fmla="*/ 15138 h 30063"/>
                <a:gd name="connsiteX3" fmla="*/ 14897 w 29372"/>
                <a:gd name="connsiteY3" fmla="*/ 30170 h 30063"/>
                <a:gd name="connsiteX4" fmla="*/ 29584 w 29372"/>
                <a:gd name="connsiteY4" fmla="*/ 15138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584" y="15138"/>
                  </a:moveTo>
                  <a:cubicBezTo>
                    <a:pt x="29584" y="6913"/>
                    <a:pt x="22933" y="106"/>
                    <a:pt x="14897" y="106"/>
                  </a:cubicBezTo>
                  <a:cubicBezTo>
                    <a:pt x="6862" y="106"/>
                    <a:pt x="211" y="6913"/>
                    <a:pt x="211" y="15138"/>
                  </a:cubicBezTo>
                  <a:cubicBezTo>
                    <a:pt x="211" y="23363"/>
                    <a:pt x="6862" y="30170"/>
                    <a:pt x="14897" y="30170"/>
                  </a:cubicBezTo>
                  <a:cubicBezTo>
                    <a:pt x="22933" y="30170"/>
                    <a:pt x="29584" y="23363"/>
                    <a:pt x="29584" y="15138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0F3B636B-504F-DDC0-2E2E-6F3BF80FB227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>
            <a:xfrm>
              <a:off x="7999782" y="4671332"/>
              <a:ext cx="78418" cy="191726"/>
            </a:xfrm>
            <a:custGeom>
              <a:avLst/>
              <a:gdLst>
                <a:gd name="connsiteX0" fmla="*/ 50092 w 78418"/>
                <a:gd name="connsiteY0" fmla="*/ 106 h 191726"/>
                <a:gd name="connsiteX1" fmla="*/ 214 w 78418"/>
                <a:gd name="connsiteY1" fmla="*/ 25916 h 191726"/>
                <a:gd name="connsiteX2" fmla="*/ 214 w 78418"/>
                <a:gd name="connsiteY2" fmla="*/ 29886 h 191726"/>
                <a:gd name="connsiteX3" fmla="*/ 7696 w 78418"/>
                <a:gd name="connsiteY3" fmla="*/ 26767 h 191726"/>
                <a:gd name="connsiteX4" fmla="*/ 20165 w 78418"/>
                <a:gd name="connsiteY4" fmla="*/ 23647 h 191726"/>
                <a:gd name="connsiteX5" fmla="*/ 28478 w 78418"/>
                <a:gd name="connsiteY5" fmla="*/ 36977 h 191726"/>
                <a:gd name="connsiteX6" fmla="*/ 28478 w 78418"/>
                <a:gd name="connsiteY6" fmla="*/ 165456 h 191726"/>
                <a:gd name="connsiteX7" fmla="*/ 21828 w 78418"/>
                <a:gd name="connsiteY7" fmla="*/ 183892 h 191726"/>
                <a:gd name="connsiteX8" fmla="*/ 2154 w 78418"/>
                <a:gd name="connsiteY8" fmla="*/ 187579 h 191726"/>
                <a:gd name="connsiteX9" fmla="*/ 2154 w 78418"/>
                <a:gd name="connsiteY9" fmla="*/ 191833 h 191726"/>
                <a:gd name="connsiteX10" fmla="*/ 78633 w 78418"/>
                <a:gd name="connsiteY10" fmla="*/ 191833 h 191726"/>
                <a:gd name="connsiteX11" fmla="*/ 78633 w 78418"/>
                <a:gd name="connsiteY11" fmla="*/ 187579 h 191726"/>
                <a:gd name="connsiteX12" fmla="*/ 52309 w 78418"/>
                <a:gd name="connsiteY12" fmla="*/ 170845 h 191726"/>
                <a:gd name="connsiteX13" fmla="*/ 52309 w 78418"/>
                <a:gd name="connsiteY13" fmla="*/ 674 h 191726"/>
                <a:gd name="connsiteX14" fmla="*/ 50092 w 78418"/>
                <a:gd name="connsiteY14" fmla="*/ 106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092" y="106"/>
                  </a:moveTo>
                  <a:lnTo>
                    <a:pt x="214" y="25916"/>
                  </a:lnTo>
                  <a:lnTo>
                    <a:pt x="214" y="29886"/>
                  </a:lnTo>
                  <a:cubicBezTo>
                    <a:pt x="3539" y="28468"/>
                    <a:pt x="6587" y="27334"/>
                    <a:pt x="7696" y="26767"/>
                  </a:cubicBezTo>
                  <a:cubicBezTo>
                    <a:pt x="12683" y="24781"/>
                    <a:pt x="17394" y="23647"/>
                    <a:pt x="20165" y="23647"/>
                  </a:cubicBezTo>
                  <a:cubicBezTo>
                    <a:pt x="25984" y="23647"/>
                    <a:pt x="28478" y="27901"/>
                    <a:pt x="28478" y="36977"/>
                  </a:cubicBezTo>
                  <a:lnTo>
                    <a:pt x="28478" y="165456"/>
                  </a:lnTo>
                  <a:cubicBezTo>
                    <a:pt x="28478" y="174816"/>
                    <a:pt x="26261" y="181339"/>
                    <a:pt x="21828" y="183892"/>
                  </a:cubicBezTo>
                  <a:cubicBezTo>
                    <a:pt x="17671" y="186444"/>
                    <a:pt x="13792" y="187295"/>
                    <a:pt x="2154" y="187579"/>
                  </a:cubicBezTo>
                  <a:lnTo>
                    <a:pt x="2154" y="191833"/>
                  </a:lnTo>
                  <a:lnTo>
                    <a:pt x="78633" y="191833"/>
                  </a:lnTo>
                  <a:lnTo>
                    <a:pt x="78633" y="187579"/>
                  </a:lnTo>
                  <a:cubicBezTo>
                    <a:pt x="56742" y="187295"/>
                    <a:pt x="52309" y="184459"/>
                    <a:pt x="52309" y="170845"/>
                  </a:cubicBezTo>
                  <a:lnTo>
                    <a:pt x="52309" y="674"/>
                  </a:lnTo>
                  <a:lnTo>
                    <a:pt x="50092" y="10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BACE1820-8F90-C780-7F89-EE9E957B519E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>
            <a:xfrm>
              <a:off x="8116406" y="4671332"/>
              <a:ext cx="123308" cy="191726"/>
            </a:xfrm>
            <a:custGeom>
              <a:avLst/>
              <a:gdLst>
                <a:gd name="connsiteX0" fmla="*/ 123528 w 123308"/>
                <a:gd name="connsiteY0" fmla="*/ 152977 h 191726"/>
                <a:gd name="connsiteX1" fmla="*/ 119926 w 123308"/>
                <a:gd name="connsiteY1" fmla="*/ 151559 h 191726"/>
                <a:gd name="connsiteX2" fmla="*/ 93601 w 123308"/>
                <a:gd name="connsiteY2" fmla="*/ 170278 h 191726"/>
                <a:gd name="connsiteX3" fmla="*/ 27375 w 123308"/>
                <a:gd name="connsiteY3" fmla="*/ 170278 h 191726"/>
                <a:gd name="connsiteX4" fmla="*/ 73927 w 123308"/>
                <a:gd name="connsiteY4" fmla="*/ 120361 h 191726"/>
                <a:gd name="connsiteX5" fmla="*/ 109396 w 123308"/>
                <a:gd name="connsiteY5" fmla="*/ 50307 h 191726"/>
                <a:gd name="connsiteX6" fmla="*/ 58133 w 123308"/>
                <a:gd name="connsiteY6" fmla="*/ 106 h 191726"/>
                <a:gd name="connsiteX7" fmla="*/ 18230 w 123308"/>
                <a:gd name="connsiteY7" fmla="*/ 17691 h 191726"/>
                <a:gd name="connsiteX8" fmla="*/ 496 w 123308"/>
                <a:gd name="connsiteY8" fmla="*/ 56547 h 191726"/>
                <a:gd name="connsiteX9" fmla="*/ 6315 w 123308"/>
                <a:gd name="connsiteY9" fmla="*/ 57965 h 191726"/>
                <a:gd name="connsiteX10" fmla="*/ 46494 w 123308"/>
                <a:gd name="connsiteY10" fmla="*/ 21094 h 191726"/>
                <a:gd name="connsiteX11" fmla="*/ 85565 w 123308"/>
                <a:gd name="connsiteY11" fmla="*/ 61085 h 191726"/>
                <a:gd name="connsiteX12" fmla="*/ 49543 w 123308"/>
                <a:gd name="connsiteY12" fmla="*/ 134825 h 191726"/>
                <a:gd name="connsiteX13" fmla="*/ 219 w 123308"/>
                <a:gd name="connsiteY13" fmla="*/ 188429 h 191726"/>
                <a:gd name="connsiteX14" fmla="*/ 219 w 123308"/>
                <a:gd name="connsiteY14" fmla="*/ 191833 h 191726"/>
                <a:gd name="connsiteX15" fmla="*/ 108288 w 123308"/>
                <a:gd name="connsiteY15" fmla="*/ 191833 h 191726"/>
                <a:gd name="connsiteX16" fmla="*/ 123528 w 123308"/>
                <a:gd name="connsiteY16" fmla="*/ 152977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308" h="191726">
                  <a:moveTo>
                    <a:pt x="123528" y="152977"/>
                  </a:moveTo>
                  <a:lnTo>
                    <a:pt x="119926" y="151559"/>
                  </a:lnTo>
                  <a:cubicBezTo>
                    <a:pt x="109673" y="167725"/>
                    <a:pt x="106071" y="170278"/>
                    <a:pt x="93601" y="170278"/>
                  </a:cubicBezTo>
                  <a:lnTo>
                    <a:pt x="27375" y="170278"/>
                  </a:lnTo>
                  <a:lnTo>
                    <a:pt x="73927" y="120361"/>
                  </a:lnTo>
                  <a:cubicBezTo>
                    <a:pt x="98589" y="93984"/>
                    <a:pt x="109396" y="72429"/>
                    <a:pt x="109396" y="50307"/>
                  </a:cubicBezTo>
                  <a:cubicBezTo>
                    <a:pt x="109396" y="21945"/>
                    <a:pt x="86951" y="106"/>
                    <a:pt x="58133" y="106"/>
                  </a:cubicBezTo>
                  <a:cubicBezTo>
                    <a:pt x="42892" y="106"/>
                    <a:pt x="28483" y="6346"/>
                    <a:pt x="18230" y="17691"/>
                  </a:cubicBezTo>
                  <a:cubicBezTo>
                    <a:pt x="9363" y="27334"/>
                    <a:pt x="5207" y="36410"/>
                    <a:pt x="496" y="56547"/>
                  </a:cubicBezTo>
                  <a:lnTo>
                    <a:pt x="6315" y="57965"/>
                  </a:lnTo>
                  <a:cubicBezTo>
                    <a:pt x="17399" y="30170"/>
                    <a:pt x="27375" y="21094"/>
                    <a:pt x="46494" y="21094"/>
                  </a:cubicBezTo>
                  <a:cubicBezTo>
                    <a:pt x="69771" y="21094"/>
                    <a:pt x="85565" y="37261"/>
                    <a:pt x="85565" y="61085"/>
                  </a:cubicBezTo>
                  <a:cubicBezTo>
                    <a:pt x="85565" y="83207"/>
                    <a:pt x="72819" y="109583"/>
                    <a:pt x="49543" y="134825"/>
                  </a:cubicBezTo>
                  <a:lnTo>
                    <a:pt x="219" y="188429"/>
                  </a:lnTo>
                  <a:lnTo>
                    <a:pt x="219" y="191833"/>
                  </a:lnTo>
                  <a:lnTo>
                    <a:pt x="108288" y="191833"/>
                  </a:lnTo>
                  <a:lnTo>
                    <a:pt x="123528" y="152977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CE5DDDC3-5ABA-55E8-2286-3EDB1FFA90E9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>
            <a:xfrm>
              <a:off x="8255475" y="4671332"/>
              <a:ext cx="118875" cy="197965"/>
            </a:xfrm>
            <a:custGeom>
              <a:avLst/>
              <a:gdLst>
                <a:gd name="connsiteX0" fmla="*/ 8260 w 118875"/>
                <a:gd name="connsiteY0" fmla="*/ 198072 h 197965"/>
                <a:gd name="connsiteX1" fmla="*/ 73378 w 118875"/>
                <a:gd name="connsiteY1" fmla="*/ 175099 h 197965"/>
                <a:gd name="connsiteX2" fmla="*/ 119099 w 118875"/>
                <a:gd name="connsiteY2" fmla="*/ 80087 h 197965"/>
                <a:gd name="connsiteX3" fmla="*/ 57861 w 118875"/>
                <a:gd name="connsiteY3" fmla="*/ 106 h 197965"/>
                <a:gd name="connsiteX4" fmla="*/ 224 w 118875"/>
                <a:gd name="connsiteY4" fmla="*/ 67041 h 197965"/>
                <a:gd name="connsiteX5" fmla="*/ 50102 w 118875"/>
                <a:gd name="connsiteY5" fmla="*/ 124615 h 197965"/>
                <a:gd name="connsiteX6" fmla="*/ 91667 w 118875"/>
                <a:gd name="connsiteY6" fmla="*/ 108449 h 197965"/>
                <a:gd name="connsiteX7" fmla="*/ 7429 w 118875"/>
                <a:gd name="connsiteY7" fmla="*/ 192400 h 197965"/>
                <a:gd name="connsiteX8" fmla="*/ 8260 w 118875"/>
                <a:gd name="connsiteY8" fmla="*/ 198072 h 197965"/>
                <a:gd name="connsiteX9" fmla="*/ 92221 w 118875"/>
                <a:gd name="connsiteY9" fmla="*/ 91148 h 197965"/>
                <a:gd name="connsiteX10" fmla="*/ 88064 w 118875"/>
                <a:gd name="connsiteY10" fmla="*/ 101926 h 197965"/>
                <a:gd name="connsiteX11" fmla="*/ 60077 w 118875"/>
                <a:gd name="connsiteY11" fmla="*/ 112420 h 197965"/>
                <a:gd name="connsiteX12" fmla="*/ 25717 w 118875"/>
                <a:gd name="connsiteY12" fmla="*/ 57397 h 197965"/>
                <a:gd name="connsiteX13" fmla="*/ 35970 w 118875"/>
                <a:gd name="connsiteY13" fmla="*/ 16840 h 197965"/>
                <a:gd name="connsiteX14" fmla="*/ 55644 w 118875"/>
                <a:gd name="connsiteY14" fmla="*/ 8048 h 197965"/>
                <a:gd name="connsiteX15" fmla="*/ 92221 w 118875"/>
                <a:gd name="connsiteY15" fmla="*/ 80087 h 197965"/>
                <a:gd name="connsiteX16" fmla="*/ 92221 w 118875"/>
                <a:gd name="connsiteY16" fmla="*/ 91148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260" y="198072"/>
                  </a:moveTo>
                  <a:cubicBezTo>
                    <a:pt x="39295" y="194385"/>
                    <a:pt x="54535" y="188997"/>
                    <a:pt x="73378" y="175099"/>
                  </a:cubicBezTo>
                  <a:cubicBezTo>
                    <a:pt x="102196" y="153544"/>
                    <a:pt x="119099" y="118376"/>
                    <a:pt x="119099" y="80087"/>
                  </a:cubicBezTo>
                  <a:cubicBezTo>
                    <a:pt x="119099" y="33290"/>
                    <a:pt x="93606" y="106"/>
                    <a:pt x="57861" y="106"/>
                  </a:cubicBezTo>
                  <a:cubicBezTo>
                    <a:pt x="24886" y="106"/>
                    <a:pt x="224" y="28752"/>
                    <a:pt x="224" y="67041"/>
                  </a:cubicBezTo>
                  <a:cubicBezTo>
                    <a:pt x="224" y="101642"/>
                    <a:pt x="20175" y="124615"/>
                    <a:pt x="50102" y="124615"/>
                  </a:cubicBezTo>
                  <a:cubicBezTo>
                    <a:pt x="65342" y="124615"/>
                    <a:pt x="76980" y="120077"/>
                    <a:pt x="91667" y="108449"/>
                  </a:cubicBezTo>
                  <a:cubicBezTo>
                    <a:pt x="80306" y="154679"/>
                    <a:pt x="49548" y="185026"/>
                    <a:pt x="7429" y="192400"/>
                  </a:cubicBezTo>
                  <a:lnTo>
                    <a:pt x="8260" y="198072"/>
                  </a:lnTo>
                  <a:close/>
                  <a:moveTo>
                    <a:pt x="92221" y="91148"/>
                  </a:moveTo>
                  <a:cubicBezTo>
                    <a:pt x="92221" y="96821"/>
                    <a:pt x="91112" y="99373"/>
                    <a:pt x="88064" y="101926"/>
                  </a:cubicBezTo>
                  <a:cubicBezTo>
                    <a:pt x="80306" y="108733"/>
                    <a:pt x="70053" y="112420"/>
                    <a:pt x="60077" y="112420"/>
                  </a:cubicBezTo>
                  <a:cubicBezTo>
                    <a:pt x="39018" y="112420"/>
                    <a:pt x="25717" y="91148"/>
                    <a:pt x="25717" y="57397"/>
                  </a:cubicBezTo>
                  <a:cubicBezTo>
                    <a:pt x="25717" y="41231"/>
                    <a:pt x="30151" y="24214"/>
                    <a:pt x="35970" y="16840"/>
                  </a:cubicBezTo>
                  <a:cubicBezTo>
                    <a:pt x="40680" y="11168"/>
                    <a:pt x="47608" y="8048"/>
                    <a:pt x="55644" y="8048"/>
                  </a:cubicBezTo>
                  <a:cubicBezTo>
                    <a:pt x="79751" y="8048"/>
                    <a:pt x="92221" y="32439"/>
                    <a:pt x="92221" y="80087"/>
                  </a:cubicBezTo>
                  <a:lnTo>
                    <a:pt x="92221" y="9114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2E4C51CE-6C02-0244-B96F-1D9CF8CD46DC}"/>
                </a:ext>
              </a:extLst>
            </p:cNvPr>
            <p:cNvSpPr/>
            <p:nvPr>
              <p:custDataLst>
                <p:tags r:id="rId391"/>
              </p:custDataLst>
            </p:nvPr>
          </p:nvSpPr>
          <p:spPr>
            <a:xfrm>
              <a:off x="8391773" y="4675303"/>
              <a:ext cx="118875" cy="190024"/>
            </a:xfrm>
            <a:custGeom>
              <a:avLst/>
              <a:gdLst>
                <a:gd name="connsiteX0" fmla="*/ 119104 w 118875"/>
                <a:gd name="connsiteY0" fmla="*/ 106 h 190024"/>
                <a:gd name="connsiteX1" fmla="*/ 16578 w 118875"/>
                <a:gd name="connsiteY1" fmla="*/ 106 h 190024"/>
                <a:gd name="connsiteX2" fmla="*/ 229 w 118875"/>
                <a:gd name="connsiteY2" fmla="*/ 41798 h 190024"/>
                <a:gd name="connsiteX3" fmla="*/ 4940 w 118875"/>
                <a:gd name="connsiteY3" fmla="*/ 44067 h 190024"/>
                <a:gd name="connsiteX4" fmla="*/ 37083 w 118875"/>
                <a:gd name="connsiteY4" fmla="*/ 21094 h 190024"/>
                <a:gd name="connsiteX5" fmla="*/ 97214 w 118875"/>
                <a:gd name="connsiteY5" fmla="*/ 21094 h 190024"/>
                <a:gd name="connsiteX6" fmla="*/ 42348 w 118875"/>
                <a:gd name="connsiteY6" fmla="*/ 190131 h 190024"/>
                <a:gd name="connsiteX7" fmla="*/ 60359 w 118875"/>
                <a:gd name="connsiteY7" fmla="*/ 190131 h 190024"/>
                <a:gd name="connsiteX8" fmla="*/ 119104 w 118875"/>
                <a:gd name="connsiteY8" fmla="*/ 4644 h 190024"/>
                <a:gd name="connsiteX9" fmla="*/ 119104 w 118875"/>
                <a:gd name="connsiteY9" fmla="*/ 106 h 19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8875" h="190024">
                  <a:moveTo>
                    <a:pt x="119104" y="106"/>
                  </a:moveTo>
                  <a:lnTo>
                    <a:pt x="16578" y="106"/>
                  </a:lnTo>
                  <a:lnTo>
                    <a:pt x="229" y="41798"/>
                  </a:lnTo>
                  <a:lnTo>
                    <a:pt x="4940" y="44067"/>
                  </a:lnTo>
                  <a:cubicBezTo>
                    <a:pt x="16855" y="24781"/>
                    <a:pt x="21843" y="21094"/>
                    <a:pt x="37083" y="21094"/>
                  </a:cubicBezTo>
                  <a:lnTo>
                    <a:pt x="97214" y="21094"/>
                  </a:lnTo>
                  <a:lnTo>
                    <a:pt x="42348" y="190131"/>
                  </a:lnTo>
                  <a:lnTo>
                    <a:pt x="60359" y="190131"/>
                  </a:lnTo>
                  <a:lnTo>
                    <a:pt x="119104" y="4644"/>
                  </a:lnTo>
                  <a:lnTo>
                    <a:pt x="119104" y="10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67ABC139-D803-FBA4-033C-45465ACFB355}"/>
                </a:ext>
              </a:extLst>
            </p:cNvPr>
            <p:cNvSpPr/>
            <p:nvPr>
              <p:custDataLst>
                <p:tags r:id="rId392"/>
              </p:custDataLst>
            </p:nvPr>
          </p:nvSpPr>
          <p:spPr>
            <a:xfrm>
              <a:off x="8534167" y="4667928"/>
              <a:ext cx="112502" cy="199100"/>
            </a:xfrm>
            <a:custGeom>
              <a:avLst/>
              <a:gdLst>
                <a:gd name="connsiteX0" fmla="*/ 41522 w 112502"/>
                <a:gd name="connsiteY0" fmla="*/ 29886 h 199100"/>
                <a:gd name="connsiteX1" fmla="*/ 95833 w 112502"/>
                <a:gd name="connsiteY1" fmla="*/ 29886 h 199100"/>
                <a:gd name="connsiteX2" fmla="*/ 102206 w 112502"/>
                <a:gd name="connsiteY2" fmla="*/ 27334 h 199100"/>
                <a:gd name="connsiteX3" fmla="*/ 112736 w 112502"/>
                <a:gd name="connsiteY3" fmla="*/ 2092 h 199100"/>
                <a:gd name="connsiteX4" fmla="*/ 110242 w 112502"/>
                <a:gd name="connsiteY4" fmla="*/ 106 h 199100"/>
                <a:gd name="connsiteX5" fmla="*/ 97496 w 112502"/>
                <a:gd name="connsiteY5" fmla="*/ 7481 h 199100"/>
                <a:gd name="connsiteX6" fmla="*/ 39582 w 112502"/>
                <a:gd name="connsiteY6" fmla="*/ 7481 h 199100"/>
                <a:gd name="connsiteX7" fmla="*/ 9378 w 112502"/>
                <a:gd name="connsiteY7" fmla="*/ 74698 h 199100"/>
                <a:gd name="connsiteX8" fmla="*/ 9101 w 112502"/>
                <a:gd name="connsiteY8" fmla="*/ 76116 h 199100"/>
                <a:gd name="connsiteX9" fmla="*/ 12426 w 112502"/>
                <a:gd name="connsiteY9" fmla="*/ 78385 h 199100"/>
                <a:gd name="connsiteX10" fmla="*/ 43738 w 112502"/>
                <a:gd name="connsiteY10" fmla="*/ 84058 h 199100"/>
                <a:gd name="connsiteX11" fmla="*/ 90291 w 112502"/>
                <a:gd name="connsiteY11" fmla="*/ 140214 h 199100"/>
                <a:gd name="connsiteX12" fmla="*/ 51774 w 112502"/>
                <a:gd name="connsiteY12" fmla="*/ 188713 h 199100"/>
                <a:gd name="connsiteX13" fmla="*/ 33209 w 112502"/>
                <a:gd name="connsiteY13" fmla="*/ 180488 h 199100"/>
                <a:gd name="connsiteX14" fmla="*/ 12149 w 112502"/>
                <a:gd name="connsiteY14" fmla="*/ 171129 h 199100"/>
                <a:gd name="connsiteX15" fmla="*/ 234 w 112502"/>
                <a:gd name="connsiteY15" fmla="*/ 181623 h 199100"/>
                <a:gd name="connsiteX16" fmla="*/ 34040 w 112502"/>
                <a:gd name="connsiteY16" fmla="*/ 199207 h 199100"/>
                <a:gd name="connsiteX17" fmla="*/ 91122 w 112502"/>
                <a:gd name="connsiteY17" fmla="*/ 177085 h 199100"/>
                <a:gd name="connsiteX18" fmla="*/ 109688 w 112502"/>
                <a:gd name="connsiteY18" fmla="*/ 126600 h 199100"/>
                <a:gd name="connsiteX19" fmla="*/ 90568 w 112502"/>
                <a:gd name="connsiteY19" fmla="*/ 78953 h 199100"/>
                <a:gd name="connsiteX20" fmla="*/ 29883 w 112502"/>
                <a:gd name="connsiteY20" fmla="*/ 53994 h 199100"/>
                <a:gd name="connsiteX21" fmla="*/ 41522 w 112502"/>
                <a:gd name="connsiteY21" fmla="*/ 29886 h 19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2502" h="199100">
                  <a:moveTo>
                    <a:pt x="41522" y="29886"/>
                  </a:moveTo>
                  <a:lnTo>
                    <a:pt x="95833" y="29886"/>
                  </a:lnTo>
                  <a:cubicBezTo>
                    <a:pt x="100267" y="29886"/>
                    <a:pt x="101375" y="29319"/>
                    <a:pt x="102206" y="27334"/>
                  </a:cubicBezTo>
                  <a:lnTo>
                    <a:pt x="112736" y="2092"/>
                  </a:lnTo>
                  <a:lnTo>
                    <a:pt x="110242" y="106"/>
                  </a:lnTo>
                  <a:cubicBezTo>
                    <a:pt x="106086" y="6062"/>
                    <a:pt x="103315" y="7481"/>
                    <a:pt x="97496" y="7481"/>
                  </a:cubicBezTo>
                  <a:lnTo>
                    <a:pt x="39582" y="7481"/>
                  </a:lnTo>
                  <a:lnTo>
                    <a:pt x="9378" y="74698"/>
                  </a:lnTo>
                  <a:cubicBezTo>
                    <a:pt x="9101" y="75265"/>
                    <a:pt x="9101" y="75549"/>
                    <a:pt x="9101" y="76116"/>
                  </a:cubicBezTo>
                  <a:cubicBezTo>
                    <a:pt x="9101" y="77534"/>
                    <a:pt x="10209" y="78385"/>
                    <a:pt x="12426" y="78385"/>
                  </a:cubicBezTo>
                  <a:cubicBezTo>
                    <a:pt x="21293" y="78385"/>
                    <a:pt x="32377" y="80371"/>
                    <a:pt x="43738" y="84058"/>
                  </a:cubicBezTo>
                  <a:cubicBezTo>
                    <a:pt x="75605" y="94552"/>
                    <a:pt x="90291" y="112136"/>
                    <a:pt x="90291" y="140214"/>
                  </a:cubicBezTo>
                  <a:cubicBezTo>
                    <a:pt x="90291" y="167442"/>
                    <a:pt x="73388" y="188713"/>
                    <a:pt x="51774" y="188713"/>
                  </a:cubicBezTo>
                  <a:cubicBezTo>
                    <a:pt x="46232" y="188713"/>
                    <a:pt x="41522" y="186728"/>
                    <a:pt x="33209" y="180488"/>
                  </a:cubicBezTo>
                  <a:cubicBezTo>
                    <a:pt x="24342" y="173965"/>
                    <a:pt x="17968" y="171129"/>
                    <a:pt x="12149" y="171129"/>
                  </a:cubicBezTo>
                  <a:cubicBezTo>
                    <a:pt x="4113" y="171129"/>
                    <a:pt x="234" y="174532"/>
                    <a:pt x="234" y="181623"/>
                  </a:cubicBezTo>
                  <a:cubicBezTo>
                    <a:pt x="234" y="192400"/>
                    <a:pt x="13258" y="199207"/>
                    <a:pt x="34040" y="199207"/>
                  </a:cubicBezTo>
                  <a:cubicBezTo>
                    <a:pt x="57316" y="199207"/>
                    <a:pt x="77267" y="191549"/>
                    <a:pt x="91122" y="177085"/>
                  </a:cubicBezTo>
                  <a:cubicBezTo>
                    <a:pt x="103869" y="164322"/>
                    <a:pt x="109688" y="148156"/>
                    <a:pt x="109688" y="126600"/>
                  </a:cubicBezTo>
                  <a:cubicBezTo>
                    <a:pt x="109688" y="106180"/>
                    <a:pt x="104423" y="93133"/>
                    <a:pt x="90568" y="78953"/>
                  </a:cubicBezTo>
                  <a:cubicBezTo>
                    <a:pt x="78376" y="66473"/>
                    <a:pt x="62581" y="59950"/>
                    <a:pt x="29883" y="53994"/>
                  </a:cubicBezTo>
                  <a:lnTo>
                    <a:pt x="41522" y="2988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60D8E1E3-DB82-2FF0-5370-168E3A8796FF}"/>
                </a:ext>
              </a:extLst>
            </p:cNvPr>
            <p:cNvSpPr/>
            <p:nvPr>
              <p:custDataLst>
                <p:tags r:id="rId393"/>
              </p:custDataLst>
            </p:nvPr>
          </p:nvSpPr>
          <p:spPr>
            <a:xfrm>
              <a:off x="8741693" y="4758970"/>
              <a:ext cx="184270" cy="66366"/>
            </a:xfrm>
            <a:custGeom>
              <a:avLst/>
              <a:gdLst>
                <a:gd name="connsiteX0" fmla="*/ 175090 w 184270"/>
                <a:gd name="connsiteY0" fmla="*/ 11451 h 66366"/>
                <a:gd name="connsiteX1" fmla="*/ 184512 w 184270"/>
                <a:gd name="connsiteY1" fmla="*/ 5779 h 66366"/>
                <a:gd name="connsiteX2" fmla="*/ 175368 w 184270"/>
                <a:gd name="connsiteY2" fmla="*/ 106 h 66366"/>
                <a:gd name="connsiteX3" fmla="*/ 9385 w 184270"/>
                <a:gd name="connsiteY3" fmla="*/ 106 h 66366"/>
                <a:gd name="connsiteX4" fmla="*/ 241 w 184270"/>
                <a:gd name="connsiteY4" fmla="*/ 5779 h 66366"/>
                <a:gd name="connsiteX5" fmla="*/ 9662 w 184270"/>
                <a:gd name="connsiteY5" fmla="*/ 11451 h 66366"/>
                <a:gd name="connsiteX6" fmla="*/ 175090 w 184270"/>
                <a:gd name="connsiteY6" fmla="*/ 11451 h 66366"/>
                <a:gd name="connsiteX7" fmla="*/ 175368 w 184270"/>
                <a:gd name="connsiteY7" fmla="*/ 66473 h 66366"/>
                <a:gd name="connsiteX8" fmla="*/ 184512 w 184270"/>
                <a:gd name="connsiteY8" fmla="*/ 60801 h 66366"/>
                <a:gd name="connsiteX9" fmla="*/ 175090 w 184270"/>
                <a:gd name="connsiteY9" fmla="*/ 55129 h 66366"/>
                <a:gd name="connsiteX10" fmla="*/ 9662 w 184270"/>
                <a:gd name="connsiteY10" fmla="*/ 55129 h 66366"/>
                <a:gd name="connsiteX11" fmla="*/ 241 w 184270"/>
                <a:gd name="connsiteY11" fmla="*/ 60801 h 66366"/>
                <a:gd name="connsiteX12" fmla="*/ 9385 w 184270"/>
                <a:gd name="connsiteY12" fmla="*/ 66473 h 66366"/>
                <a:gd name="connsiteX13" fmla="*/ 175368 w 184270"/>
                <a:gd name="connsiteY13" fmla="*/ 66473 h 6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270" h="66366">
                  <a:moveTo>
                    <a:pt x="175090" y="11451"/>
                  </a:moveTo>
                  <a:cubicBezTo>
                    <a:pt x="179247" y="11451"/>
                    <a:pt x="184512" y="11451"/>
                    <a:pt x="184512" y="5779"/>
                  </a:cubicBezTo>
                  <a:cubicBezTo>
                    <a:pt x="184512" y="106"/>
                    <a:pt x="179247" y="106"/>
                    <a:pt x="175368" y="106"/>
                  </a:cubicBezTo>
                  <a:lnTo>
                    <a:pt x="9385" y="106"/>
                  </a:lnTo>
                  <a:cubicBezTo>
                    <a:pt x="5506" y="106"/>
                    <a:pt x="241" y="106"/>
                    <a:pt x="241" y="5779"/>
                  </a:cubicBezTo>
                  <a:cubicBezTo>
                    <a:pt x="241" y="11451"/>
                    <a:pt x="5506" y="11451"/>
                    <a:pt x="9662" y="11451"/>
                  </a:cubicBezTo>
                  <a:lnTo>
                    <a:pt x="175090" y="11451"/>
                  </a:lnTo>
                  <a:close/>
                  <a:moveTo>
                    <a:pt x="175368" y="66473"/>
                  </a:moveTo>
                  <a:cubicBezTo>
                    <a:pt x="179247" y="66473"/>
                    <a:pt x="184512" y="66473"/>
                    <a:pt x="184512" y="60801"/>
                  </a:cubicBezTo>
                  <a:cubicBezTo>
                    <a:pt x="184512" y="55129"/>
                    <a:pt x="179247" y="55129"/>
                    <a:pt x="175090" y="55129"/>
                  </a:cubicBezTo>
                  <a:lnTo>
                    <a:pt x="9662" y="55129"/>
                  </a:lnTo>
                  <a:cubicBezTo>
                    <a:pt x="5506" y="55129"/>
                    <a:pt x="241" y="55129"/>
                    <a:pt x="241" y="60801"/>
                  </a:cubicBezTo>
                  <a:cubicBezTo>
                    <a:pt x="241" y="66473"/>
                    <a:pt x="5506" y="66473"/>
                    <a:pt x="9385" y="66473"/>
                  </a:cubicBezTo>
                  <a:lnTo>
                    <a:pt x="175368" y="66473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B9788D75-040B-B703-8559-626BA2EE13D4}"/>
                </a:ext>
              </a:extLst>
            </p:cNvPr>
            <p:cNvSpPr/>
            <p:nvPr>
              <p:custDataLst>
                <p:tags r:id="rId394"/>
              </p:custDataLst>
            </p:nvPr>
          </p:nvSpPr>
          <p:spPr>
            <a:xfrm>
              <a:off x="9034851" y="4671332"/>
              <a:ext cx="78418" cy="191726"/>
            </a:xfrm>
            <a:custGeom>
              <a:avLst/>
              <a:gdLst>
                <a:gd name="connsiteX0" fmla="*/ 50129 w 78418"/>
                <a:gd name="connsiteY0" fmla="*/ 106 h 191726"/>
                <a:gd name="connsiteX1" fmla="*/ 251 w 78418"/>
                <a:gd name="connsiteY1" fmla="*/ 25916 h 191726"/>
                <a:gd name="connsiteX2" fmla="*/ 251 w 78418"/>
                <a:gd name="connsiteY2" fmla="*/ 29886 h 191726"/>
                <a:gd name="connsiteX3" fmla="*/ 7733 w 78418"/>
                <a:gd name="connsiteY3" fmla="*/ 26767 h 191726"/>
                <a:gd name="connsiteX4" fmla="*/ 20202 w 78418"/>
                <a:gd name="connsiteY4" fmla="*/ 23647 h 191726"/>
                <a:gd name="connsiteX5" fmla="*/ 28515 w 78418"/>
                <a:gd name="connsiteY5" fmla="*/ 36977 h 191726"/>
                <a:gd name="connsiteX6" fmla="*/ 28515 w 78418"/>
                <a:gd name="connsiteY6" fmla="*/ 165456 h 191726"/>
                <a:gd name="connsiteX7" fmla="*/ 21865 w 78418"/>
                <a:gd name="connsiteY7" fmla="*/ 183892 h 191726"/>
                <a:gd name="connsiteX8" fmla="*/ 2191 w 78418"/>
                <a:gd name="connsiteY8" fmla="*/ 187579 h 191726"/>
                <a:gd name="connsiteX9" fmla="*/ 2191 w 78418"/>
                <a:gd name="connsiteY9" fmla="*/ 191833 h 191726"/>
                <a:gd name="connsiteX10" fmla="*/ 78670 w 78418"/>
                <a:gd name="connsiteY10" fmla="*/ 191833 h 191726"/>
                <a:gd name="connsiteX11" fmla="*/ 78670 w 78418"/>
                <a:gd name="connsiteY11" fmla="*/ 187579 h 191726"/>
                <a:gd name="connsiteX12" fmla="*/ 52346 w 78418"/>
                <a:gd name="connsiteY12" fmla="*/ 170845 h 191726"/>
                <a:gd name="connsiteX13" fmla="*/ 52346 w 78418"/>
                <a:gd name="connsiteY13" fmla="*/ 674 h 191726"/>
                <a:gd name="connsiteX14" fmla="*/ 50129 w 78418"/>
                <a:gd name="connsiteY14" fmla="*/ 106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129" y="106"/>
                  </a:moveTo>
                  <a:lnTo>
                    <a:pt x="251" y="25916"/>
                  </a:lnTo>
                  <a:lnTo>
                    <a:pt x="251" y="29886"/>
                  </a:lnTo>
                  <a:cubicBezTo>
                    <a:pt x="3576" y="28468"/>
                    <a:pt x="6624" y="27334"/>
                    <a:pt x="7733" y="26767"/>
                  </a:cubicBezTo>
                  <a:cubicBezTo>
                    <a:pt x="12720" y="24781"/>
                    <a:pt x="17431" y="23647"/>
                    <a:pt x="20202" y="23647"/>
                  </a:cubicBezTo>
                  <a:cubicBezTo>
                    <a:pt x="26021" y="23647"/>
                    <a:pt x="28515" y="27901"/>
                    <a:pt x="28515" y="36977"/>
                  </a:cubicBezTo>
                  <a:lnTo>
                    <a:pt x="28515" y="165456"/>
                  </a:lnTo>
                  <a:cubicBezTo>
                    <a:pt x="28515" y="174816"/>
                    <a:pt x="26298" y="181339"/>
                    <a:pt x="21865" y="183892"/>
                  </a:cubicBezTo>
                  <a:cubicBezTo>
                    <a:pt x="17708" y="186444"/>
                    <a:pt x="13829" y="187295"/>
                    <a:pt x="2191" y="187579"/>
                  </a:cubicBezTo>
                  <a:lnTo>
                    <a:pt x="2191" y="191833"/>
                  </a:lnTo>
                  <a:lnTo>
                    <a:pt x="78670" y="191833"/>
                  </a:lnTo>
                  <a:lnTo>
                    <a:pt x="78670" y="187579"/>
                  </a:lnTo>
                  <a:cubicBezTo>
                    <a:pt x="56779" y="187295"/>
                    <a:pt x="52346" y="184459"/>
                    <a:pt x="52346" y="170845"/>
                  </a:cubicBezTo>
                  <a:lnTo>
                    <a:pt x="52346" y="674"/>
                  </a:lnTo>
                  <a:lnTo>
                    <a:pt x="50129" y="10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E3DE2C39-A82F-B25A-02FD-047D88881333}"/>
                </a:ext>
              </a:extLst>
            </p:cNvPr>
            <p:cNvSpPr/>
            <p:nvPr>
              <p:custDataLst>
                <p:tags r:id="rId395"/>
              </p:custDataLst>
            </p:nvPr>
          </p:nvSpPr>
          <p:spPr>
            <a:xfrm>
              <a:off x="9166993" y="4832995"/>
              <a:ext cx="29372" cy="30063"/>
            </a:xfrm>
            <a:custGeom>
              <a:avLst/>
              <a:gdLst>
                <a:gd name="connsiteX0" fmla="*/ 29629 w 29372"/>
                <a:gd name="connsiteY0" fmla="*/ 15138 h 30063"/>
                <a:gd name="connsiteX1" fmla="*/ 14942 w 29372"/>
                <a:gd name="connsiteY1" fmla="*/ 106 h 30063"/>
                <a:gd name="connsiteX2" fmla="*/ 256 w 29372"/>
                <a:gd name="connsiteY2" fmla="*/ 15138 h 30063"/>
                <a:gd name="connsiteX3" fmla="*/ 14942 w 29372"/>
                <a:gd name="connsiteY3" fmla="*/ 30170 h 30063"/>
                <a:gd name="connsiteX4" fmla="*/ 29629 w 29372"/>
                <a:gd name="connsiteY4" fmla="*/ 15138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2" h="30063">
                  <a:moveTo>
                    <a:pt x="29629" y="15138"/>
                  </a:moveTo>
                  <a:cubicBezTo>
                    <a:pt x="29629" y="6913"/>
                    <a:pt x="22978" y="106"/>
                    <a:pt x="14942" y="106"/>
                  </a:cubicBezTo>
                  <a:cubicBezTo>
                    <a:pt x="6906" y="106"/>
                    <a:pt x="256" y="6913"/>
                    <a:pt x="256" y="15138"/>
                  </a:cubicBezTo>
                  <a:cubicBezTo>
                    <a:pt x="256" y="23363"/>
                    <a:pt x="6906" y="30170"/>
                    <a:pt x="14942" y="30170"/>
                  </a:cubicBezTo>
                  <a:cubicBezTo>
                    <a:pt x="22978" y="30170"/>
                    <a:pt x="29629" y="23363"/>
                    <a:pt x="29629" y="15138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D9A46158-12F7-B446-A390-03D0D478DB26}"/>
                </a:ext>
              </a:extLst>
            </p:cNvPr>
            <p:cNvSpPr/>
            <p:nvPr>
              <p:custDataLst>
                <p:tags r:id="rId396"/>
              </p:custDataLst>
            </p:nvPr>
          </p:nvSpPr>
          <p:spPr>
            <a:xfrm>
              <a:off x="9229071" y="4667928"/>
              <a:ext cx="112502" cy="199100"/>
            </a:xfrm>
            <a:custGeom>
              <a:avLst/>
              <a:gdLst>
                <a:gd name="connsiteX0" fmla="*/ 41547 w 112502"/>
                <a:gd name="connsiteY0" fmla="*/ 29886 h 199100"/>
                <a:gd name="connsiteX1" fmla="*/ 95858 w 112502"/>
                <a:gd name="connsiteY1" fmla="*/ 29886 h 199100"/>
                <a:gd name="connsiteX2" fmla="*/ 102231 w 112502"/>
                <a:gd name="connsiteY2" fmla="*/ 27334 h 199100"/>
                <a:gd name="connsiteX3" fmla="*/ 112761 w 112502"/>
                <a:gd name="connsiteY3" fmla="*/ 2092 h 199100"/>
                <a:gd name="connsiteX4" fmla="*/ 110267 w 112502"/>
                <a:gd name="connsiteY4" fmla="*/ 106 h 199100"/>
                <a:gd name="connsiteX5" fmla="*/ 97521 w 112502"/>
                <a:gd name="connsiteY5" fmla="*/ 7481 h 199100"/>
                <a:gd name="connsiteX6" fmla="*/ 39607 w 112502"/>
                <a:gd name="connsiteY6" fmla="*/ 7481 h 199100"/>
                <a:gd name="connsiteX7" fmla="*/ 9403 w 112502"/>
                <a:gd name="connsiteY7" fmla="*/ 74698 h 199100"/>
                <a:gd name="connsiteX8" fmla="*/ 9126 w 112502"/>
                <a:gd name="connsiteY8" fmla="*/ 76116 h 199100"/>
                <a:gd name="connsiteX9" fmla="*/ 12451 w 112502"/>
                <a:gd name="connsiteY9" fmla="*/ 78385 h 199100"/>
                <a:gd name="connsiteX10" fmla="*/ 43763 w 112502"/>
                <a:gd name="connsiteY10" fmla="*/ 84058 h 199100"/>
                <a:gd name="connsiteX11" fmla="*/ 90316 w 112502"/>
                <a:gd name="connsiteY11" fmla="*/ 140214 h 199100"/>
                <a:gd name="connsiteX12" fmla="*/ 51799 w 112502"/>
                <a:gd name="connsiteY12" fmla="*/ 188713 h 199100"/>
                <a:gd name="connsiteX13" fmla="*/ 33234 w 112502"/>
                <a:gd name="connsiteY13" fmla="*/ 180488 h 199100"/>
                <a:gd name="connsiteX14" fmla="*/ 12174 w 112502"/>
                <a:gd name="connsiteY14" fmla="*/ 171129 h 199100"/>
                <a:gd name="connsiteX15" fmla="*/ 259 w 112502"/>
                <a:gd name="connsiteY15" fmla="*/ 181623 h 199100"/>
                <a:gd name="connsiteX16" fmla="*/ 34065 w 112502"/>
                <a:gd name="connsiteY16" fmla="*/ 199207 h 199100"/>
                <a:gd name="connsiteX17" fmla="*/ 91147 w 112502"/>
                <a:gd name="connsiteY17" fmla="*/ 177085 h 199100"/>
                <a:gd name="connsiteX18" fmla="*/ 109713 w 112502"/>
                <a:gd name="connsiteY18" fmla="*/ 126600 h 199100"/>
                <a:gd name="connsiteX19" fmla="*/ 90593 w 112502"/>
                <a:gd name="connsiteY19" fmla="*/ 78953 h 199100"/>
                <a:gd name="connsiteX20" fmla="*/ 29908 w 112502"/>
                <a:gd name="connsiteY20" fmla="*/ 53994 h 199100"/>
                <a:gd name="connsiteX21" fmla="*/ 41547 w 112502"/>
                <a:gd name="connsiteY21" fmla="*/ 29886 h 19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2502" h="199100">
                  <a:moveTo>
                    <a:pt x="41547" y="29886"/>
                  </a:moveTo>
                  <a:lnTo>
                    <a:pt x="95858" y="29886"/>
                  </a:lnTo>
                  <a:cubicBezTo>
                    <a:pt x="100292" y="29886"/>
                    <a:pt x="101400" y="29319"/>
                    <a:pt x="102231" y="27334"/>
                  </a:cubicBezTo>
                  <a:lnTo>
                    <a:pt x="112761" y="2092"/>
                  </a:lnTo>
                  <a:lnTo>
                    <a:pt x="110267" y="106"/>
                  </a:lnTo>
                  <a:cubicBezTo>
                    <a:pt x="106111" y="6062"/>
                    <a:pt x="103340" y="7481"/>
                    <a:pt x="97521" y="7481"/>
                  </a:cubicBezTo>
                  <a:lnTo>
                    <a:pt x="39607" y="7481"/>
                  </a:lnTo>
                  <a:lnTo>
                    <a:pt x="9403" y="74698"/>
                  </a:lnTo>
                  <a:cubicBezTo>
                    <a:pt x="9126" y="75265"/>
                    <a:pt x="9126" y="75549"/>
                    <a:pt x="9126" y="76116"/>
                  </a:cubicBezTo>
                  <a:cubicBezTo>
                    <a:pt x="9126" y="77534"/>
                    <a:pt x="10234" y="78385"/>
                    <a:pt x="12451" y="78385"/>
                  </a:cubicBezTo>
                  <a:cubicBezTo>
                    <a:pt x="21318" y="78385"/>
                    <a:pt x="32402" y="80371"/>
                    <a:pt x="43763" y="84058"/>
                  </a:cubicBezTo>
                  <a:cubicBezTo>
                    <a:pt x="75630" y="94552"/>
                    <a:pt x="90316" y="112136"/>
                    <a:pt x="90316" y="140214"/>
                  </a:cubicBezTo>
                  <a:cubicBezTo>
                    <a:pt x="90316" y="167442"/>
                    <a:pt x="73413" y="188713"/>
                    <a:pt x="51799" y="188713"/>
                  </a:cubicBezTo>
                  <a:cubicBezTo>
                    <a:pt x="46257" y="188713"/>
                    <a:pt x="41547" y="186728"/>
                    <a:pt x="33234" y="180488"/>
                  </a:cubicBezTo>
                  <a:cubicBezTo>
                    <a:pt x="24366" y="173965"/>
                    <a:pt x="17993" y="171129"/>
                    <a:pt x="12174" y="171129"/>
                  </a:cubicBezTo>
                  <a:cubicBezTo>
                    <a:pt x="4138" y="171129"/>
                    <a:pt x="259" y="174532"/>
                    <a:pt x="259" y="181623"/>
                  </a:cubicBezTo>
                  <a:cubicBezTo>
                    <a:pt x="259" y="192400"/>
                    <a:pt x="13282" y="199207"/>
                    <a:pt x="34065" y="199207"/>
                  </a:cubicBezTo>
                  <a:cubicBezTo>
                    <a:pt x="57341" y="199207"/>
                    <a:pt x="77292" y="191549"/>
                    <a:pt x="91147" y="177085"/>
                  </a:cubicBezTo>
                  <a:cubicBezTo>
                    <a:pt x="103894" y="164322"/>
                    <a:pt x="109713" y="148156"/>
                    <a:pt x="109713" y="126600"/>
                  </a:cubicBezTo>
                  <a:cubicBezTo>
                    <a:pt x="109713" y="106180"/>
                    <a:pt x="104448" y="93133"/>
                    <a:pt x="90593" y="78953"/>
                  </a:cubicBezTo>
                  <a:cubicBezTo>
                    <a:pt x="78401" y="66473"/>
                    <a:pt x="62606" y="59950"/>
                    <a:pt x="29908" y="53994"/>
                  </a:cubicBezTo>
                  <a:lnTo>
                    <a:pt x="41547" y="2988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1C24EA36-CE52-10CA-3243-7C635603C665}"/>
                </a:ext>
              </a:extLst>
            </p:cNvPr>
            <p:cNvSpPr/>
            <p:nvPr>
              <p:custDataLst>
                <p:tags r:id="rId397"/>
              </p:custDataLst>
            </p:nvPr>
          </p:nvSpPr>
          <p:spPr>
            <a:xfrm>
              <a:off x="9367586" y="4671332"/>
              <a:ext cx="118875" cy="197965"/>
            </a:xfrm>
            <a:custGeom>
              <a:avLst/>
              <a:gdLst>
                <a:gd name="connsiteX0" fmla="*/ 8300 w 118875"/>
                <a:gd name="connsiteY0" fmla="*/ 198072 h 197965"/>
                <a:gd name="connsiteX1" fmla="*/ 73418 w 118875"/>
                <a:gd name="connsiteY1" fmla="*/ 175099 h 197965"/>
                <a:gd name="connsiteX2" fmla="*/ 119139 w 118875"/>
                <a:gd name="connsiteY2" fmla="*/ 80087 h 197965"/>
                <a:gd name="connsiteX3" fmla="*/ 57900 w 118875"/>
                <a:gd name="connsiteY3" fmla="*/ 106 h 197965"/>
                <a:gd name="connsiteX4" fmla="*/ 264 w 118875"/>
                <a:gd name="connsiteY4" fmla="*/ 67041 h 197965"/>
                <a:gd name="connsiteX5" fmla="*/ 50142 w 118875"/>
                <a:gd name="connsiteY5" fmla="*/ 124615 h 197965"/>
                <a:gd name="connsiteX6" fmla="*/ 91706 w 118875"/>
                <a:gd name="connsiteY6" fmla="*/ 108449 h 197965"/>
                <a:gd name="connsiteX7" fmla="*/ 7468 w 118875"/>
                <a:gd name="connsiteY7" fmla="*/ 192400 h 197965"/>
                <a:gd name="connsiteX8" fmla="*/ 8300 w 118875"/>
                <a:gd name="connsiteY8" fmla="*/ 198072 h 197965"/>
                <a:gd name="connsiteX9" fmla="*/ 92261 w 118875"/>
                <a:gd name="connsiteY9" fmla="*/ 91148 h 197965"/>
                <a:gd name="connsiteX10" fmla="*/ 88104 w 118875"/>
                <a:gd name="connsiteY10" fmla="*/ 101926 h 197965"/>
                <a:gd name="connsiteX11" fmla="*/ 60117 w 118875"/>
                <a:gd name="connsiteY11" fmla="*/ 112420 h 197965"/>
                <a:gd name="connsiteX12" fmla="*/ 25757 w 118875"/>
                <a:gd name="connsiteY12" fmla="*/ 57397 h 197965"/>
                <a:gd name="connsiteX13" fmla="*/ 36010 w 118875"/>
                <a:gd name="connsiteY13" fmla="*/ 16840 h 197965"/>
                <a:gd name="connsiteX14" fmla="*/ 55684 w 118875"/>
                <a:gd name="connsiteY14" fmla="*/ 8048 h 197965"/>
                <a:gd name="connsiteX15" fmla="*/ 92261 w 118875"/>
                <a:gd name="connsiteY15" fmla="*/ 80087 h 197965"/>
                <a:gd name="connsiteX16" fmla="*/ 92261 w 118875"/>
                <a:gd name="connsiteY16" fmla="*/ 91148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5" h="197965">
                  <a:moveTo>
                    <a:pt x="8300" y="198072"/>
                  </a:moveTo>
                  <a:cubicBezTo>
                    <a:pt x="39335" y="194385"/>
                    <a:pt x="54575" y="188997"/>
                    <a:pt x="73418" y="175099"/>
                  </a:cubicBezTo>
                  <a:cubicBezTo>
                    <a:pt x="102236" y="153544"/>
                    <a:pt x="119139" y="118376"/>
                    <a:pt x="119139" y="80087"/>
                  </a:cubicBezTo>
                  <a:cubicBezTo>
                    <a:pt x="119139" y="33290"/>
                    <a:pt x="93646" y="106"/>
                    <a:pt x="57900" y="106"/>
                  </a:cubicBezTo>
                  <a:cubicBezTo>
                    <a:pt x="24926" y="106"/>
                    <a:pt x="264" y="28752"/>
                    <a:pt x="264" y="67041"/>
                  </a:cubicBezTo>
                  <a:cubicBezTo>
                    <a:pt x="264" y="101642"/>
                    <a:pt x="20215" y="124615"/>
                    <a:pt x="50142" y="124615"/>
                  </a:cubicBezTo>
                  <a:cubicBezTo>
                    <a:pt x="65382" y="124615"/>
                    <a:pt x="77020" y="120077"/>
                    <a:pt x="91706" y="108449"/>
                  </a:cubicBezTo>
                  <a:cubicBezTo>
                    <a:pt x="80345" y="154679"/>
                    <a:pt x="49587" y="185026"/>
                    <a:pt x="7468" y="192400"/>
                  </a:cubicBezTo>
                  <a:lnTo>
                    <a:pt x="8300" y="198072"/>
                  </a:lnTo>
                  <a:close/>
                  <a:moveTo>
                    <a:pt x="92261" y="91148"/>
                  </a:moveTo>
                  <a:cubicBezTo>
                    <a:pt x="92261" y="96821"/>
                    <a:pt x="91152" y="99373"/>
                    <a:pt x="88104" y="101926"/>
                  </a:cubicBezTo>
                  <a:cubicBezTo>
                    <a:pt x="80345" y="108733"/>
                    <a:pt x="70093" y="112420"/>
                    <a:pt x="60117" y="112420"/>
                  </a:cubicBezTo>
                  <a:cubicBezTo>
                    <a:pt x="39058" y="112420"/>
                    <a:pt x="25757" y="91148"/>
                    <a:pt x="25757" y="57397"/>
                  </a:cubicBezTo>
                  <a:cubicBezTo>
                    <a:pt x="25757" y="41231"/>
                    <a:pt x="30190" y="24214"/>
                    <a:pt x="36010" y="16840"/>
                  </a:cubicBezTo>
                  <a:cubicBezTo>
                    <a:pt x="40720" y="11168"/>
                    <a:pt x="47648" y="8048"/>
                    <a:pt x="55684" y="8048"/>
                  </a:cubicBezTo>
                  <a:cubicBezTo>
                    <a:pt x="79791" y="8048"/>
                    <a:pt x="92261" y="32439"/>
                    <a:pt x="92261" y="80087"/>
                  </a:cubicBezTo>
                  <a:lnTo>
                    <a:pt x="92261" y="91148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781596EA-006E-2FAC-E685-B2E6B87AD459}"/>
                </a:ext>
              </a:extLst>
            </p:cNvPr>
            <p:cNvSpPr/>
            <p:nvPr>
              <p:custDataLst>
                <p:tags r:id="rId398"/>
              </p:custDataLst>
            </p:nvPr>
          </p:nvSpPr>
          <p:spPr>
            <a:xfrm>
              <a:off x="9501667" y="4671332"/>
              <a:ext cx="127465" cy="191726"/>
            </a:xfrm>
            <a:custGeom>
              <a:avLst/>
              <a:gdLst>
                <a:gd name="connsiteX0" fmla="*/ 127734 w 127465"/>
                <a:gd name="connsiteY0" fmla="*/ 126317 h 191726"/>
                <a:gd name="connsiteX1" fmla="*/ 99470 w 127465"/>
                <a:gd name="connsiteY1" fmla="*/ 126317 h 191726"/>
                <a:gd name="connsiteX2" fmla="*/ 99470 w 127465"/>
                <a:gd name="connsiteY2" fmla="*/ 106 h 191726"/>
                <a:gd name="connsiteX3" fmla="*/ 87278 w 127465"/>
                <a:gd name="connsiteY3" fmla="*/ 106 h 191726"/>
                <a:gd name="connsiteX4" fmla="*/ 269 w 127465"/>
                <a:gd name="connsiteY4" fmla="*/ 126317 h 191726"/>
                <a:gd name="connsiteX5" fmla="*/ 269 w 127465"/>
                <a:gd name="connsiteY5" fmla="*/ 144468 h 191726"/>
                <a:gd name="connsiteX6" fmla="*/ 78134 w 127465"/>
                <a:gd name="connsiteY6" fmla="*/ 144468 h 191726"/>
                <a:gd name="connsiteX7" fmla="*/ 78134 w 127465"/>
                <a:gd name="connsiteY7" fmla="*/ 191833 h 191726"/>
                <a:gd name="connsiteX8" fmla="*/ 99470 w 127465"/>
                <a:gd name="connsiteY8" fmla="*/ 191833 h 191726"/>
                <a:gd name="connsiteX9" fmla="*/ 99470 w 127465"/>
                <a:gd name="connsiteY9" fmla="*/ 144468 h 191726"/>
                <a:gd name="connsiteX10" fmla="*/ 127734 w 127465"/>
                <a:gd name="connsiteY10" fmla="*/ 144468 h 191726"/>
                <a:gd name="connsiteX11" fmla="*/ 127734 w 127465"/>
                <a:gd name="connsiteY11" fmla="*/ 126317 h 191726"/>
                <a:gd name="connsiteX12" fmla="*/ 77856 w 127465"/>
                <a:gd name="connsiteY12" fmla="*/ 126317 h 191726"/>
                <a:gd name="connsiteX13" fmla="*/ 11353 w 127465"/>
                <a:gd name="connsiteY13" fmla="*/ 126317 h 191726"/>
                <a:gd name="connsiteX14" fmla="*/ 77856 w 127465"/>
                <a:gd name="connsiteY14" fmla="*/ 29036 h 191726"/>
                <a:gd name="connsiteX15" fmla="*/ 77856 w 127465"/>
                <a:gd name="connsiteY15" fmla="*/ 126317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465" h="191726">
                  <a:moveTo>
                    <a:pt x="127734" y="126317"/>
                  </a:moveTo>
                  <a:lnTo>
                    <a:pt x="99470" y="126317"/>
                  </a:lnTo>
                  <a:lnTo>
                    <a:pt x="99470" y="106"/>
                  </a:lnTo>
                  <a:lnTo>
                    <a:pt x="87278" y="106"/>
                  </a:lnTo>
                  <a:lnTo>
                    <a:pt x="269" y="126317"/>
                  </a:lnTo>
                  <a:lnTo>
                    <a:pt x="269" y="144468"/>
                  </a:lnTo>
                  <a:lnTo>
                    <a:pt x="78134" y="144468"/>
                  </a:lnTo>
                  <a:lnTo>
                    <a:pt x="78134" y="191833"/>
                  </a:lnTo>
                  <a:lnTo>
                    <a:pt x="99470" y="191833"/>
                  </a:lnTo>
                  <a:lnTo>
                    <a:pt x="99470" y="144468"/>
                  </a:lnTo>
                  <a:lnTo>
                    <a:pt x="127734" y="144468"/>
                  </a:lnTo>
                  <a:lnTo>
                    <a:pt x="127734" y="126317"/>
                  </a:lnTo>
                  <a:close/>
                  <a:moveTo>
                    <a:pt x="77856" y="126317"/>
                  </a:moveTo>
                  <a:lnTo>
                    <a:pt x="11353" y="126317"/>
                  </a:lnTo>
                  <a:lnTo>
                    <a:pt x="77856" y="29036"/>
                  </a:lnTo>
                  <a:lnTo>
                    <a:pt x="77856" y="126317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EEA89020-552E-909C-8F20-8D9C46E8802D}"/>
                </a:ext>
              </a:extLst>
            </p:cNvPr>
            <p:cNvSpPr/>
            <p:nvPr>
              <p:custDataLst>
                <p:tags r:id="rId399"/>
              </p:custDataLst>
            </p:nvPr>
          </p:nvSpPr>
          <p:spPr>
            <a:xfrm>
              <a:off x="9652928" y="4671332"/>
              <a:ext cx="107791" cy="195697"/>
            </a:xfrm>
            <a:custGeom>
              <a:avLst/>
              <a:gdLst>
                <a:gd name="connsiteX0" fmla="*/ 65115 w 107791"/>
                <a:gd name="connsiteY0" fmla="*/ 86610 h 195697"/>
                <a:gd name="connsiteX1" fmla="*/ 102246 w 107791"/>
                <a:gd name="connsiteY1" fmla="*/ 40380 h 195697"/>
                <a:gd name="connsiteX2" fmla="*/ 54585 w 107791"/>
                <a:gd name="connsiteY2" fmla="*/ 106 h 195697"/>
                <a:gd name="connsiteX3" fmla="*/ 1936 w 107791"/>
                <a:gd name="connsiteY3" fmla="*/ 44918 h 195697"/>
                <a:gd name="connsiteX4" fmla="*/ 36297 w 107791"/>
                <a:gd name="connsiteY4" fmla="*/ 97671 h 195697"/>
                <a:gd name="connsiteX5" fmla="*/ 274 w 107791"/>
                <a:gd name="connsiteY5" fmla="*/ 149006 h 195697"/>
                <a:gd name="connsiteX6" fmla="*/ 53477 w 107791"/>
                <a:gd name="connsiteY6" fmla="*/ 195804 h 195697"/>
                <a:gd name="connsiteX7" fmla="*/ 108065 w 107791"/>
                <a:gd name="connsiteY7" fmla="*/ 147872 h 195697"/>
                <a:gd name="connsiteX8" fmla="*/ 65115 w 107791"/>
                <a:gd name="connsiteY8" fmla="*/ 86610 h 195697"/>
                <a:gd name="connsiteX9" fmla="*/ 60127 w 107791"/>
                <a:gd name="connsiteY9" fmla="*/ 115823 h 195697"/>
                <a:gd name="connsiteX10" fmla="*/ 87006 w 107791"/>
                <a:gd name="connsiteY10" fmla="*/ 156664 h 195697"/>
                <a:gd name="connsiteX11" fmla="*/ 56525 w 107791"/>
                <a:gd name="connsiteY11" fmla="*/ 187862 h 195697"/>
                <a:gd name="connsiteX12" fmla="*/ 21333 w 107791"/>
                <a:gd name="connsiteY12" fmla="*/ 146737 h 195697"/>
                <a:gd name="connsiteX13" fmla="*/ 43501 w 107791"/>
                <a:gd name="connsiteY13" fmla="*/ 103344 h 195697"/>
                <a:gd name="connsiteX14" fmla="*/ 60127 w 107791"/>
                <a:gd name="connsiteY14" fmla="*/ 115823 h 195697"/>
                <a:gd name="connsiteX15" fmla="*/ 57079 w 107791"/>
                <a:gd name="connsiteY15" fmla="*/ 81505 h 195697"/>
                <a:gd name="connsiteX16" fmla="*/ 22442 w 107791"/>
                <a:gd name="connsiteY16" fmla="*/ 36126 h 195697"/>
                <a:gd name="connsiteX17" fmla="*/ 52368 w 107791"/>
                <a:gd name="connsiteY17" fmla="*/ 8048 h 195697"/>
                <a:gd name="connsiteX18" fmla="*/ 83126 w 107791"/>
                <a:gd name="connsiteY18" fmla="*/ 40097 h 195697"/>
                <a:gd name="connsiteX19" fmla="*/ 59573 w 107791"/>
                <a:gd name="connsiteY19" fmla="*/ 79803 h 195697"/>
                <a:gd name="connsiteX20" fmla="*/ 57079 w 107791"/>
                <a:gd name="connsiteY20" fmla="*/ 81505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791" h="195697">
                  <a:moveTo>
                    <a:pt x="65115" y="86610"/>
                  </a:moveTo>
                  <a:cubicBezTo>
                    <a:pt x="92548" y="71578"/>
                    <a:pt x="102246" y="59666"/>
                    <a:pt x="102246" y="40380"/>
                  </a:cubicBezTo>
                  <a:cubicBezTo>
                    <a:pt x="102246" y="17124"/>
                    <a:pt x="82295" y="106"/>
                    <a:pt x="54585" y="106"/>
                  </a:cubicBezTo>
                  <a:cubicBezTo>
                    <a:pt x="24381" y="106"/>
                    <a:pt x="1936" y="19109"/>
                    <a:pt x="1936" y="44918"/>
                  </a:cubicBezTo>
                  <a:cubicBezTo>
                    <a:pt x="1936" y="63353"/>
                    <a:pt x="7201" y="71578"/>
                    <a:pt x="36297" y="97671"/>
                  </a:cubicBezTo>
                  <a:cubicBezTo>
                    <a:pt x="6370" y="120928"/>
                    <a:pt x="274" y="129720"/>
                    <a:pt x="274" y="149006"/>
                  </a:cubicBezTo>
                  <a:cubicBezTo>
                    <a:pt x="274" y="176517"/>
                    <a:pt x="22165" y="195804"/>
                    <a:pt x="53477" y="195804"/>
                  </a:cubicBezTo>
                  <a:cubicBezTo>
                    <a:pt x="86729" y="195804"/>
                    <a:pt x="108065" y="177085"/>
                    <a:pt x="108065" y="147872"/>
                  </a:cubicBezTo>
                  <a:cubicBezTo>
                    <a:pt x="108065" y="126033"/>
                    <a:pt x="98644" y="112136"/>
                    <a:pt x="65115" y="86610"/>
                  </a:cubicBezTo>
                  <a:close/>
                  <a:moveTo>
                    <a:pt x="60127" y="115823"/>
                  </a:moveTo>
                  <a:cubicBezTo>
                    <a:pt x="80355" y="130571"/>
                    <a:pt x="87006" y="140781"/>
                    <a:pt x="87006" y="156664"/>
                  </a:cubicBezTo>
                  <a:cubicBezTo>
                    <a:pt x="87006" y="175099"/>
                    <a:pt x="74536" y="187862"/>
                    <a:pt x="56525" y="187862"/>
                  </a:cubicBezTo>
                  <a:cubicBezTo>
                    <a:pt x="35465" y="187862"/>
                    <a:pt x="21333" y="171412"/>
                    <a:pt x="21333" y="146737"/>
                  </a:cubicBezTo>
                  <a:cubicBezTo>
                    <a:pt x="21333" y="128586"/>
                    <a:pt x="27429" y="116674"/>
                    <a:pt x="43501" y="103344"/>
                  </a:cubicBezTo>
                  <a:lnTo>
                    <a:pt x="60127" y="115823"/>
                  </a:lnTo>
                  <a:close/>
                  <a:moveTo>
                    <a:pt x="57079" y="81505"/>
                  </a:moveTo>
                  <a:cubicBezTo>
                    <a:pt x="32417" y="65055"/>
                    <a:pt x="22442" y="52009"/>
                    <a:pt x="22442" y="36126"/>
                  </a:cubicBezTo>
                  <a:cubicBezTo>
                    <a:pt x="22442" y="19676"/>
                    <a:pt x="34911" y="8048"/>
                    <a:pt x="52368" y="8048"/>
                  </a:cubicBezTo>
                  <a:cubicBezTo>
                    <a:pt x="71211" y="8048"/>
                    <a:pt x="83126" y="20527"/>
                    <a:pt x="83126" y="40097"/>
                  </a:cubicBezTo>
                  <a:cubicBezTo>
                    <a:pt x="83126" y="56263"/>
                    <a:pt x="75368" y="69026"/>
                    <a:pt x="59573" y="79803"/>
                  </a:cubicBezTo>
                  <a:cubicBezTo>
                    <a:pt x="58187" y="80654"/>
                    <a:pt x="58187" y="80654"/>
                    <a:pt x="57079" y="81505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9FADAF06-BD59-DFC5-261D-248577D77E3C}"/>
                </a:ext>
              </a:extLst>
            </p:cNvPr>
            <p:cNvSpPr/>
            <p:nvPr>
              <p:custDataLst>
                <p:tags r:id="rId400"/>
              </p:custDataLst>
            </p:nvPr>
          </p:nvSpPr>
          <p:spPr>
            <a:xfrm>
              <a:off x="9783130" y="4671332"/>
              <a:ext cx="125248" cy="195697"/>
            </a:xfrm>
            <a:custGeom>
              <a:avLst/>
              <a:gdLst>
                <a:gd name="connsiteX0" fmla="*/ 64011 w 125248"/>
                <a:gd name="connsiteY0" fmla="*/ 106 h 195697"/>
                <a:gd name="connsiteX1" fmla="*/ 26880 w 125248"/>
                <a:gd name="connsiteY1" fmla="*/ 14855 h 195697"/>
                <a:gd name="connsiteX2" fmla="*/ 279 w 125248"/>
                <a:gd name="connsiteY2" fmla="*/ 96537 h 195697"/>
                <a:gd name="connsiteX3" fmla="*/ 22447 w 125248"/>
                <a:gd name="connsiteY3" fmla="*/ 176517 h 195697"/>
                <a:gd name="connsiteX4" fmla="*/ 62903 w 125248"/>
                <a:gd name="connsiteY4" fmla="*/ 195804 h 195697"/>
                <a:gd name="connsiteX5" fmla="*/ 98926 w 125248"/>
                <a:gd name="connsiteY5" fmla="*/ 181055 h 195697"/>
                <a:gd name="connsiteX6" fmla="*/ 125527 w 125248"/>
                <a:gd name="connsiteY6" fmla="*/ 98239 h 195697"/>
                <a:gd name="connsiteX7" fmla="*/ 64011 w 125248"/>
                <a:gd name="connsiteY7" fmla="*/ 106 h 195697"/>
                <a:gd name="connsiteX8" fmla="*/ 63180 w 125248"/>
                <a:gd name="connsiteY8" fmla="*/ 7481 h 195697"/>
                <a:gd name="connsiteX9" fmla="*/ 98926 w 125248"/>
                <a:gd name="connsiteY9" fmla="*/ 98806 h 195697"/>
                <a:gd name="connsiteX10" fmla="*/ 62903 w 125248"/>
                <a:gd name="connsiteY10" fmla="*/ 188429 h 195697"/>
                <a:gd name="connsiteX11" fmla="*/ 26880 w 125248"/>
                <a:gd name="connsiteY11" fmla="*/ 99089 h 195697"/>
                <a:gd name="connsiteX12" fmla="*/ 63180 w 125248"/>
                <a:gd name="connsiteY12" fmla="*/ 7481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48" h="195697">
                  <a:moveTo>
                    <a:pt x="64011" y="106"/>
                  </a:moveTo>
                  <a:cubicBezTo>
                    <a:pt x="48771" y="106"/>
                    <a:pt x="37133" y="4928"/>
                    <a:pt x="26880" y="14855"/>
                  </a:cubicBezTo>
                  <a:cubicBezTo>
                    <a:pt x="10808" y="30737"/>
                    <a:pt x="279" y="63353"/>
                    <a:pt x="279" y="96537"/>
                  </a:cubicBezTo>
                  <a:cubicBezTo>
                    <a:pt x="279" y="127451"/>
                    <a:pt x="9423" y="160635"/>
                    <a:pt x="22447" y="176517"/>
                  </a:cubicBezTo>
                  <a:cubicBezTo>
                    <a:pt x="32699" y="188997"/>
                    <a:pt x="46831" y="195804"/>
                    <a:pt x="62903" y="195804"/>
                  </a:cubicBezTo>
                  <a:cubicBezTo>
                    <a:pt x="77035" y="195804"/>
                    <a:pt x="88950" y="190982"/>
                    <a:pt x="98926" y="181055"/>
                  </a:cubicBezTo>
                  <a:cubicBezTo>
                    <a:pt x="114998" y="165456"/>
                    <a:pt x="125527" y="132556"/>
                    <a:pt x="125527" y="98239"/>
                  </a:cubicBezTo>
                  <a:cubicBezTo>
                    <a:pt x="125527" y="40097"/>
                    <a:pt x="100311" y="106"/>
                    <a:pt x="64011" y="106"/>
                  </a:cubicBezTo>
                  <a:close/>
                  <a:moveTo>
                    <a:pt x="63180" y="7481"/>
                  </a:moveTo>
                  <a:cubicBezTo>
                    <a:pt x="86456" y="7481"/>
                    <a:pt x="98926" y="39530"/>
                    <a:pt x="98926" y="98806"/>
                  </a:cubicBezTo>
                  <a:cubicBezTo>
                    <a:pt x="98926" y="158082"/>
                    <a:pt x="86734" y="188429"/>
                    <a:pt x="62903" y="188429"/>
                  </a:cubicBezTo>
                  <a:cubicBezTo>
                    <a:pt x="39073" y="188429"/>
                    <a:pt x="26880" y="158082"/>
                    <a:pt x="26880" y="99089"/>
                  </a:cubicBezTo>
                  <a:cubicBezTo>
                    <a:pt x="26880" y="38962"/>
                    <a:pt x="39350" y="7481"/>
                    <a:pt x="63180" y="7481"/>
                  </a:cubicBez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50A4E1A6-B07D-250E-A719-773EA96C0F4A}"/>
                </a:ext>
              </a:extLst>
            </p:cNvPr>
            <p:cNvSpPr/>
            <p:nvPr>
              <p:custDataLst>
                <p:tags r:id="rId401"/>
              </p:custDataLst>
            </p:nvPr>
          </p:nvSpPr>
          <p:spPr>
            <a:xfrm>
              <a:off x="9946307" y="4671332"/>
              <a:ext cx="78418" cy="191726"/>
            </a:xfrm>
            <a:custGeom>
              <a:avLst/>
              <a:gdLst>
                <a:gd name="connsiteX0" fmla="*/ 50161 w 78418"/>
                <a:gd name="connsiteY0" fmla="*/ 106 h 191726"/>
                <a:gd name="connsiteX1" fmla="*/ 284 w 78418"/>
                <a:gd name="connsiteY1" fmla="*/ 25916 h 191726"/>
                <a:gd name="connsiteX2" fmla="*/ 284 w 78418"/>
                <a:gd name="connsiteY2" fmla="*/ 29886 h 191726"/>
                <a:gd name="connsiteX3" fmla="*/ 7765 w 78418"/>
                <a:gd name="connsiteY3" fmla="*/ 26767 h 191726"/>
                <a:gd name="connsiteX4" fmla="*/ 20235 w 78418"/>
                <a:gd name="connsiteY4" fmla="*/ 23647 h 191726"/>
                <a:gd name="connsiteX5" fmla="*/ 28548 w 78418"/>
                <a:gd name="connsiteY5" fmla="*/ 36977 h 191726"/>
                <a:gd name="connsiteX6" fmla="*/ 28548 w 78418"/>
                <a:gd name="connsiteY6" fmla="*/ 165456 h 191726"/>
                <a:gd name="connsiteX7" fmla="*/ 21897 w 78418"/>
                <a:gd name="connsiteY7" fmla="*/ 183892 h 191726"/>
                <a:gd name="connsiteX8" fmla="*/ 2223 w 78418"/>
                <a:gd name="connsiteY8" fmla="*/ 187579 h 191726"/>
                <a:gd name="connsiteX9" fmla="*/ 2223 w 78418"/>
                <a:gd name="connsiteY9" fmla="*/ 191833 h 191726"/>
                <a:gd name="connsiteX10" fmla="*/ 78703 w 78418"/>
                <a:gd name="connsiteY10" fmla="*/ 191833 h 191726"/>
                <a:gd name="connsiteX11" fmla="*/ 78703 w 78418"/>
                <a:gd name="connsiteY11" fmla="*/ 187579 h 191726"/>
                <a:gd name="connsiteX12" fmla="*/ 52378 w 78418"/>
                <a:gd name="connsiteY12" fmla="*/ 170845 h 191726"/>
                <a:gd name="connsiteX13" fmla="*/ 52378 w 78418"/>
                <a:gd name="connsiteY13" fmla="*/ 674 h 191726"/>
                <a:gd name="connsiteX14" fmla="*/ 50161 w 78418"/>
                <a:gd name="connsiteY14" fmla="*/ 106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418" h="191726">
                  <a:moveTo>
                    <a:pt x="50161" y="106"/>
                  </a:moveTo>
                  <a:lnTo>
                    <a:pt x="284" y="25916"/>
                  </a:lnTo>
                  <a:lnTo>
                    <a:pt x="284" y="29886"/>
                  </a:lnTo>
                  <a:cubicBezTo>
                    <a:pt x="3609" y="28468"/>
                    <a:pt x="6657" y="27334"/>
                    <a:pt x="7765" y="26767"/>
                  </a:cubicBezTo>
                  <a:cubicBezTo>
                    <a:pt x="12753" y="24781"/>
                    <a:pt x="17464" y="23647"/>
                    <a:pt x="20235" y="23647"/>
                  </a:cubicBezTo>
                  <a:cubicBezTo>
                    <a:pt x="26054" y="23647"/>
                    <a:pt x="28548" y="27901"/>
                    <a:pt x="28548" y="36977"/>
                  </a:cubicBezTo>
                  <a:lnTo>
                    <a:pt x="28548" y="165456"/>
                  </a:lnTo>
                  <a:cubicBezTo>
                    <a:pt x="28548" y="174816"/>
                    <a:pt x="26331" y="181339"/>
                    <a:pt x="21897" y="183892"/>
                  </a:cubicBezTo>
                  <a:cubicBezTo>
                    <a:pt x="17741" y="186444"/>
                    <a:pt x="13862" y="187295"/>
                    <a:pt x="2223" y="187579"/>
                  </a:cubicBezTo>
                  <a:lnTo>
                    <a:pt x="2223" y="191833"/>
                  </a:lnTo>
                  <a:lnTo>
                    <a:pt x="78703" y="191833"/>
                  </a:lnTo>
                  <a:lnTo>
                    <a:pt x="78703" y="187579"/>
                  </a:lnTo>
                  <a:cubicBezTo>
                    <a:pt x="56812" y="187295"/>
                    <a:pt x="52378" y="184459"/>
                    <a:pt x="52378" y="170845"/>
                  </a:cubicBezTo>
                  <a:lnTo>
                    <a:pt x="52378" y="674"/>
                  </a:lnTo>
                  <a:lnTo>
                    <a:pt x="50161" y="106"/>
                  </a:lnTo>
                  <a:close/>
                </a:path>
              </a:pathLst>
            </a:custGeom>
            <a:solidFill>
              <a:srgbClr val="FFFFFF"/>
            </a:solidFill>
            <a:ln w="3045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2" name="Group 28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which represents an absolute percent relative error of } \,\varepsilon_t=2.8\%.&#10;\end{align*}&#10;}&#10;\end{document}" title="IguanaTex Shape Display">
            <a:extLst>
              <a:ext uri="{FF2B5EF4-FFF2-40B4-BE49-F238E27FC236}">
                <a16:creationId xmlns:a16="http://schemas.microsoft.com/office/drawing/2014/main" id="{17B35F54-1798-BAD8-621F-A7032D83C268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566896" y="2982542"/>
            <a:ext cx="7832081" cy="272274"/>
            <a:chOff x="5734979" y="4914494"/>
            <a:chExt cx="7832081" cy="272274"/>
          </a:xfrm>
        </p:grpSpPr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ADA247C-2024-AC33-2D16-55336C4D928C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5734979" y="4984983"/>
              <a:ext cx="203600" cy="140372"/>
            </a:xfrm>
            <a:custGeom>
              <a:avLst/>
              <a:gdLst>
                <a:gd name="connsiteX0" fmla="*/ 166494 w 203600"/>
                <a:gd name="connsiteY0" fmla="*/ 85 h 140372"/>
                <a:gd name="connsiteX1" fmla="*/ 166494 w 203600"/>
                <a:gd name="connsiteY1" fmla="*/ 4623 h 140372"/>
                <a:gd name="connsiteX2" fmla="*/ 179806 w 203600"/>
                <a:gd name="connsiteY2" fmla="*/ 14001 h 140372"/>
                <a:gd name="connsiteX3" fmla="*/ 174663 w 203600"/>
                <a:gd name="connsiteY3" fmla="*/ 33968 h 140372"/>
                <a:gd name="connsiteX4" fmla="*/ 147435 w 203600"/>
                <a:gd name="connsiteY4" fmla="*/ 101129 h 140372"/>
                <a:gd name="connsiteX5" fmla="*/ 122023 w 203600"/>
                <a:gd name="connsiteY5" fmla="*/ 33363 h 140372"/>
                <a:gd name="connsiteX6" fmla="*/ 116880 w 203600"/>
                <a:gd name="connsiteY6" fmla="*/ 15514 h 140372"/>
                <a:gd name="connsiteX7" fmla="*/ 134427 w 203600"/>
                <a:gd name="connsiteY7" fmla="*/ 4623 h 140372"/>
                <a:gd name="connsiteX8" fmla="*/ 134427 w 203600"/>
                <a:gd name="connsiteY8" fmla="*/ 85 h 140372"/>
                <a:gd name="connsiteX9" fmla="*/ 73014 w 203600"/>
                <a:gd name="connsiteY9" fmla="*/ 85 h 140372"/>
                <a:gd name="connsiteX10" fmla="*/ 73014 w 203600"/>
                <a:gd name="connsiteY10" fmla="*/ 4623 h 140372"/>
                <a:gd name="connsiteX11" fmla="*/ 93888 w 203600"/>
                <a:gd name="connsiteY11" fmla="*/ 25497 h 140372"/>
                <a:gd name="connsiteX12" fmla="*/ 99938 w 203600"/>
                <a:gd name="connsiteY12" fmla="*/ 42438 h 140372"/>
                <a:gd name="connsiteX13" fmla="*/ 72409 w 203600"/>
                <a:gd name="connsiteY13" fmla="*/ 102641 h 140372"/>
                <a:gd name="connsiteX14" fmla="*/ 42458 w 203600"/>
                <a:gd name="connsiteY14" fmla="*/ 23682 h 140372"/>
                <a:gd name="connsiteX15" fmla="*/ 40643 w 203600"/>
                <a:gd name="connsiteY15" fmla="*/ 14606 h 140372"/>
                <a:gd name="connsiteX16" fmla="*/ 54559 w 203600"/>
                <a:gd name="connsiteY16" fmla="*/ 4623 h 140372"/>
                <a:gd name="connsiteX17" fmla="*/ 54559 w 203600"/>
                <a:gd name="connsiteY17" fmla="*/ 85 h 140372"/>
                <a:gd name="connsiteX18" fmla="*/ 105 w 203600"/>
                <a:gd name="connsiteY18" fmla="*/ 85 h 140372"/>
                <a:gd name="connsiteX19" fmla="*/ 105 w 203600"/>
                <a:gd name="connsiteY19" fmla="*/ 4623 h 140372"/>
                <a:gd name="connsiteX20" fmla="*/ 16139 w 203600"/>
                <a:gd name="connsiteY20" fmla="*/ 23682 h 140372"/>
                <a:gd name="connsiteX21" fmla="*/ 56980 w 203600"/>
                <a:gd name="connsiteY21" fmla="*/ 127146 h 140372"/>
                <a:gd name="connsiteX22" fmla="*/ 64845 w 203600"/>
                <a:gd name="connsiteY22" fmla="*/ 140457 h 140372"/>
                <a:gd name="connsiteX23" fmla="*/ 72409 w 203600"/>
                <a:gd name="connsiteY23" fmla="*/ 128659 h 140372"/>
                <a:gd name="connsiteX24" fmla="*/ 106292 w 203600"/>
                <a:gd name="connsiteY24" fmla="*/ 56052 h 140372"/>
                <a:gd name="connsiteX25" fmla="*/ 133821 w 203600"/>
                <a:gd name="connsiteY25" fmla="*/ 127448 h 140372"/>
                <a:gd name="connsiteX26" fmla="*/ 141082 w 203600"/>
                <a:gd name="connsiteY26" fmla="*/ 140457 h 140372"/>
                <a:gd name="connsiteX27" fmla="*/ 149553 w 203600"/>
                <a:gd name="connsiteY27" fmla="*/ 125633 h 140372"/>
                <a:gd name="connsiteX28" fmla="*/ 191302 w 203600"/>
                <a:gd name="connsiteY28" fmla="*/ 20959 h 140372"/>
                <a:gd name="connsiteX29" fmla="*/ 203705 w 203600"/>
                <a:gd name="connsiteY29" fmla="*/ 4623 h 140372"/>
                <a:gd name="connsiteX30" fmla="*/ 203705 w 203600"/>
                <a:gd name="connsiteY30" fmla="*/ 85 h 140372"/>
                <a:gd name="connsiteX31" fmla="*/ 166494 w 203600"/>
                <a:gd name="connsiteY31" fmla="*/ 85 h 14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600" h="140372">
                  <a:moveTo>
                    <a:pt x="166494" y="85"/>
                  </a:moveTo>
                  <a:lnTo>
                    <a:pt x="166494" y="4623"/>
                  </a:lnTo>
                  <a:cubicBezTo>
                    <a:pt x="176780" y="6740"/>
                    <a:pt x="179806" y="8858"/>
                    <a:pt x="179806" y="14001"/>
                  </a:cubicBezTo>
                  <a:cubicBezTo>
                    <a:pt x="179806" y="18539"/>
                    <a:pt x="177990" y="25799"/>
                    <a:pt x="174663" y="33968"/>
                  </a:cubicBezTo>
                  <a:lnTo>
                    <a:pt x="147435" y="101129"/>
                  </a:lnTo>
                  <a:lnTo>
                    <a:pt x="122023" y="33363"/>
                  </a:lnTo>
                  <a:cubicBezTo>
                    <a:pt x="116880" y="19446"/>
                    <a:pt x="116880" y="19446"/>
                    <a:pt x="116880" y="15514"/>
                  </a:cubicBezTo>
                  <a:cubicBezTo>
                    <a:pt x="116880" y="8858"/>
                    <a:pt x="120208" y="6740"/>
                    <a:pt x="134427" y="4623"/>
                  </a:cubicBezTo>
                  <a:lnTo>
                    <a:pt x="134427" y="85"/>
                  </a:lnTo>
                  <a:lnTo>
                    <a:pt x="73014" y="85"/>
                  </a:lnTo>
                  <a:lnTo>
                    <a:pt x="73014" y="4623"/>
                  </a:lnTo>
                  <a:cubicBezTo>
                    <a:pt x="84207" y="5833"/>
                    <a:pt x="87837" y="9160"/>
                    <a:pt x="93888" y="25497"/>
                  </a:cubicBezTo>
                  <a:cubicBezTo>
                    <a:pt x="96006" y="31245"/>
                    <a:pt x="98123" y="36993"/>
                    <a:pt x="99938" y="42438"/>
                  </a:cubicBezTo>
                  <a:lnTo>
                    <a:pt x="72409" y="102641"/>
                  </a:lnTo>
                  <a:lnTo>
                    <a:pt x="42458" y="23682"/>
                  </a:lnTo>
                  <a:cubicBezTo>
                    <a:pt x="41248" y="20657"/>
                    <a:pt x="40643" y="17631"/>
                    <a:pt x="40643" y="14606"/>
                  </a:cubicBezTo>
                  <a:cubicBezTo>
                    <a:pt x="40643" y="8253"/>
                    <a:pt x="44274" y="5833"/>
                    <a:pt x="54559" y="4623"/>
                  </a:cubicBezTo>
                  <a:lnTo>
                    <a:pt x="54559" y="85"/>
                  </a:lnTo>
                  <a:lnTo>
                    <a:pt x="105" y="85"/>
                  </a:lnTo>
                  <a:lnTo>
                    <a:pt x="105" y="4623"/>
                  </a:lnTo>
                  <a:cubicBezTo>
                    <a:pt x="7063" y="5228"/>
                    <a:pt x="9483" y="8253"/>
                    <a:pt x="16139" y="23682"/>
                  </a:cubicBezTo>
                  <a:lnTo>
                    <a:pt x="56980" y="127146"/>
                  </a:lnTo>
                  <a:cubicBezTo>
                    <a:pt x="60610" y="136222"/>
                    <a:pt x="63030" y="140457"/>
                    <a:pt x="64845" y="140457"/>
                  </a:cubicBezTo>
                  <a:cubicBezTo>
                    <a:pt x="66358" y="140457"/>
                    <a:pt x="68778" y="136524"/>
                    <a:pt x="72409" y="128659"/>
                  </a:cubicBezTo>
                  <a:lnTo>
                    <a:pt x="106292" y="56052"/>
                  </a:lnTo>
                  <a:lnTo>
                    <a:pt x="133821" y="127448"/>
                  </a:lnTo>
                  <a:cubicBezTo>
                    <a:pt x="138057" y="138642"/>
                    <a:pt x="139267" y="140457"/>
                    <a:pt x="141082" y="140457"/>
                  </a:cubicBezTo>
                  <a:cubicBezTo>
                    <a:pt x="143200" y="140457"/>
                    <a:pt x="144712" y="137734"/>
                    <a:pt x="149553" y="125633"/>
                  </a:cubicBezTo>
                  <a:lnTo>
                    <a:pt x="191302" y="20959"/>
                  </a:lnTo>
                  <a:cubicBezTo>
                    <a:pt x="196747" y="8253"/>
                    <a:pt x="197655" y="6740"/>
                    <a:pt x="203705" y="4623"/>
                  </a:cubicBezTo>
                  <a:lnTo>
                    <a:pt x="203705" y="85"/>
                  </a:lnTo>
                  <a:lnTo>
                    <a:pt x="166494" y="85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DF93764-ED4C-C1DB-DAE9-6AD6D5072802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5950591" y="4914494"/>
              <a:ext cx="144607" cy="206625"/>
            </a:xfrm>
            <a:custGeom>
              <a:avLst/>
              <a:gdLst>
                <a:gd name="connsiteX0" fmla="*/ 44886 w 144607"/>
                <a:gd name="connsiteY0" fmla="*/ 102944 h 206625"/>
                <a:gd name="connsiteX1" fmla="*/ 78466 w 144607"/>
                <a:gd name="connsiteY1" fmla="*/ 83885 h 206625"/>
                <a:gd name="connsiteX2" fmla="*/ 101156 w 144607"/>
                <a:gd name="connsiteY2" fmla="*/ 115952 h 206625"/>
                <a:gd name="connsiteX3" fmla="*/ 101156 w 144607"/>
                <a:gd name="connsiteY3" fmla="*/ 175853 h 206625"/>
                <a:gd name="connsiteX4" fmla="*/ 80584 w 144607"/>
                <a:gd name="connsiteY4" fmla="*/ 202173 h 206625"/>
                <a:gd name="connsiteX5" fmla="*/ 80584 w 144607"/>
                <a:gd name="connsiteY5" fmla="*/ 206710 h 206625"/>
                <a:gd name="connsiteX6" fmla="*/ 144720 w 144607"/>
                <a:gd name="connsiteY6" fmla="*/ 206710 h 206625"/>
                <a:gd name="connsiteX7" fmla="*/ 144720 w 144607"/>
                <a:gd name="connsiteY7" fmla="*/ 202173 h 206625"/>
                <a:gd name="connsiteX8" fmla="*/ 126568 w 144607"/>
                <a:gd name="connsiteY8" fmla="*/ 175853 h 206625"/>
                <a:gd name="connsiteX9" fmla="*/ 126568 w 144607"/>
                <a:gd name="connsiteY9" fmla="*/ 115650 h 206625"/>
                <a:gd name="connsiteX10" fmla="*/ 89357 w 144607"/>
                <a:gd name="connsiteY10" fmla="*/ 67548 h 206625"/>
                <a:gd name="connsiteX11" fmla="*/ 44886 w 144607"/>
                <a:gd name="connsiteY11" fmla="*/ 92960 h 206625"/>
                <a:gd name="connsiteX12" fmla="*/ 44886 w 144607"/>
                <a:gd name="connsiteY12" fmla="*/ 992 h 206625"/>
                <a:gd name="connsiteX13" fmla="*/ 43373 w 144607"/>
                <a:gd name="connsiteY13" fmla="*/ 85 h 206625"/>
                <a:gd name="connsiteX14" fmla="*/ 8583 w 144607"/>
                <a:gd name="connsiteY14" fmla="*/ 10976 h 206625"/>
                <a:gd name="connsiteX15" fmla="*/ 414 w 144607"/>
                <a:gd name="connsiteY15" fmla="*/ 13396 h 206625"/>
                <a:gd name="connsiteX16" fmla="*/ 414 w 144607"/>
                <a:gd name="connsiteY16" fmla="*/ 18236 h 206625"/>
                <a:gd name="connsiteX17" fmla="*/ 4045 w 144607"/>
                <a:gd name="connsiteY17" fmla="*/ 17934 h 206625"/>
                <a:gd name="connsiteX18" fmla="*/ 19474 w 144607"/>
                <a:gd name="connsiteY18" fmla="*/ 33363 h 206625"/>
                <a:gd name="connsiteX19" fmla="*/ 19474 w 144607"/>
                <a:gd name="connsiteY19" fmla="*/ 175853 h 206625"/>
                <a:gd name="connsiteX20" fmla="*/ 112 w 144607"/>
                <a:gd name="connsiteY20" fmla="*/ 202173 h 206625"/>
                <a:gd name="connsiteX21" fmla="*/ 112 w 144607"/>
                <a:gd name="connsiteY21" fmla="*/ 206710 h 206625"/>
                <a:gd name="connsiteX22" fmla="*/ 65458 w 144607"/>
                <a:gd name="connsiteY22" fmla="*/ 206710 h 206625"/>
                <a:gd name="connsiteX23" fmla="*/ 65458 w 144607"/>
                <a:gd name="connsiteY23" fmla="*/ 202173 h 206625"/>
                <a:gd name="connsiteX24" fmla="*/ 44886 w 144607"/>
                <a:gd name="connsiteY24" fmla="*/ 175853 h 206625"/>
                <a:gd name="connsiteX25" fmla="*/ 44886 w 144607"/>
                <a:gd name="connsiteY25" fmla="*/ 102944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607" h="206625">
                  <a:moveTo>
                    <a:pt x="44886" y="102944"/>
                  </a:moveTo>
                  <a:cubicBezTo>
                    <a:pt x="57592" y="89028"/>
                    <a:pt x="66668" y="83885"/>
                    <a:pt x="78466" y="83885"/>
                  </a:cubicBezTo>
                  <a:cubicBezTo>
                    <a:pt x="93593" y="83885"/>
                    <a:pt x="101156" y="94776"/>
                    <a:pt x="101156" y="115952"/>
                  </a:cubicBezTo>
                  <a:lnTo>
                    <a:pt x="101156" y="175853"/>
                  </a:lnTo>
                  <a:cubicBezTo>
                    <a:pt x="101156" y="196425"/>
                    <a:pt x="98130" y="200357"/>
                    <a:pt x="80584" y="202173"/>
                  </a:cubicBezTo>
                  <a:lnTo>
                    <a:pt x="80584" y="206710"/>
                  </a:lnTo>
                  <a:lnTo>
                    <a:pt x="144720" y="206710"/>
                  </a:lnTo>
                  <a:lnTo>
                    <a:pt x="144720" y="202173"/>
                  </a:lnTo>
                  <a:cubicBezTo>
                    <a:pt x="128383" y="199147"/>
                    <a:pt x="126568" y="196727"/>
                    <a:pt x="126568" y="175853"/>
                  </a:cubicBezTo>
                  <a:lnTo>
                    <a:pt x="126568" y="115650"/>
                  </a:lnTo>
                  <a:cubicBezTo>
                    <a:pt x="126568" y="83885"/>
                    <a:pt x="113862" y="67548"/>
                    <a:pt x="89357" y="67548"/>
                  </a:cubicBezTo>
                  <a:cubicBezTo>
                    <a:pt x="71508" y="67548"/>
                    <a:pt x="58802" y="74809"/>
                    <a:pt x="44886" y="92960"/>
                  </a:cubicBezTo>
                  <a:lnTo>
                    <a:pt x="44886" y="992"/>
                  </a:lnTo>
                  <a:lnTo>
                    <a:pt x="43373" y="85"/>
                  </a:lnTo>
                  <a:cubicBezTo>
                    <a:pt x="33087" y="3715"/>
                    <a:pt x="25524" y="6135"/>
                    <a:pt x="8583" y="10976"/>
                  </a:cubicBezTo>
                  <a:lnTo>
                    <a:pt x="414" y="13396"/>
                  </a:lnTo>
                  <a:lnTo>
                    <a:pt x="414" y="18236"/>
                  </a:lnTo>
                  <a:cubicBezTo>
                    <a:pt x="1624" y="17934"/>
                    <a:pt x="2532" y="17934"/>
                    <a:pt x="4045" y="17934"/>
                  </a:cubicBezTo>
                  <a:cubicBezTo>
                    <a:pt x="17053" y="17934"/>
                    <a:pt x="19474" y="20354"/>
                    <a:pt x="19474" y="33363"/>
                  </a:cubicBezTo>
                  <a:lnTo>
                    <a:pt x="19474" y="175853"/>
                  </a:lnTo>
                  <a:cubicBezTo>
                    <a:pt x="19474" y="197030"/>
                    <a:pt x="17658" y="199752"/>
                    <a:pt x="112" y="202173"/>
                  </a:cubicBezTo>
                  <a:lnTo>
                    <a:pt x="112" y="206710"/>
                  </a:lnTo>
                  <a:lnTo>
                    <a:pt x="65458" y="206710"/>
                  </a:lnTo>
                  <a:lnTo>
                    <a:pt x="65458" y="202173"/>
                  </a:lnTo>
                  <a:cubicBezTo>
                    <a:pt x="47911" y="200357"/>
                    <a:pt x="44886" y="196727"/>
                    <a:pt x="44886" y="175853"/>
                  </a:cubicBezTo>
                  <a:lnTo>
                    <a:pt x="44886" y="102944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19531E1A-743F-8771-A25A-3733D75006CD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6104540" y="4914494"/>
              <a:ext cx="71698" cy="206625"/>
            </a:xfrm>
            <a:custGeom>
              <a:avLst/>
              <a:gdLst>
                <a:gd name="connsiteX0" fmla="*/ 48219 w 71698"/>
                <a:gd name="connsiteY0" fmla="*/ 67548 h 206625"/>
                <a:gd name="connsiteX1" fmla="*/ 1327 w 71698"/>
                <a:gd name="connsiteY1" fmla="*/ 84187 h 206625"/>
                <a:gd name="connsiteX2" fmla="*/ 1327 w 71698"/>
                <a:gd name="connsiteY2" fmla="*/ 88725 h 206625"/>
                <a:gd name="connsiteX3" fmla="*/ 3747 w 71698"/>
                <a:gd name="connsiteY3" fmla="*/ 88423 h 206625"/>
                <a:gd name="connsiteX4" fmla="*/ 14033 w 71698"/>
                <a:gd name="connsiteY4" fmla="*/ 87515 h 206625"/>
                <a:gd name="connsiteX5" fmla="*/ 24016 w 71698"/>
                <a:gd name="connsiteY5" fmla="*/ 105667 h 206625"/>
                <a:gd name="connsiteX6" fmla="*/ 24016 w 71698"/>
                <a:gd name="connsiteY6" fmla="*/ 175853 h 206625"/>
                <a:gd name="connsiteX7" fmla="*/ 117 w 71698"/>
                <a:gd name="connsiteY7" fmla="*/ 202173 h 206625"/>
                <a:gd name="connsiteX8" fmla="*/ 117 w 71698"/>
                <a:gd name="connsiteY8" fmla="*/ 206710 h 206625"/>
                <a:gd name="connsiteX9" fmla="*/ 71816 w 71698"/>
                <a:gd name="connsiteY9" fmla="*/ 206710 h 206625"/>
                <a:gd name="connsiteX10" fmla="*/ 71816 w 71698"/>
                <a:gd name="connsiteY10" fmla="*/ 202173 h 206625"/>
                <a:gd name="connsiteX11" fmla="*/ 49429 w 71698"/>
                <a:gd name="connsiteY11" fmla="*/ 175853 h 206625"/>
                <a:gd name="connsiteX12" fmla="*/ 49429 w 71698"/>
                <a:gd name="connsiteY12" fmla="*/ 68456 h 206625"/>
                <a:gd name="connsiteX13" fmla="*/ 48219 w 71698"/>
                <a:gd name="connsiteY13" fmla="*/ 67548 h 206625"/>
                <a:gd name="connsiteX14" fmla="*/ 34000 w 71698"/>
                <a:gd name="connsiteY14" fmla="*/ 85 h 206625"/>
                <a:gd name="connsiteX15" fmla="*/ 18873 w 71698"/>
                <a:gd name="connsiteY15" fmla="*/ 15514 h 206625"/>
                <a:gd name="connsiteX16" fmla="*/ 34000 w 71698"/>
                <a:gd name="connsiteY16" fmla="*/ 30942 h 206625"/>
                <a:gd name="connsiteX17" fmla="*/ 49731 w 71698"/>
                <a:gd name="connsiteY17" fmla="*/ 15514 h 206625"/>
                <a:gd name="connsiteX18" fmla="*/ 34000 w 71698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6625">
                  <a:moveTo>
                    <a:pt x="48219" y="67548"/>
                  </a:moveTo>
                  <a:lnTo>
                    <a:pt x="1327" y="84187"/>
                  </a:lnTo>
                  <a:lnTo>
                    <a:pt x="1327" y="88725"/>
                  </a:lnTo>
                  <a:lnTo>
                    <a:pt x="3747" y="88423"/>
                  </a:lnTo>
                  <a:cubicBezTo>
                    <a:pt x="7377" y="87817"/>
                    <a:pt x="11310" y="87515"/>
                    <a:pt x="14033" y="87515"/>
                  </a:cubicBezTo>
                  <a:cubicBezTo>
                    <a:pt x="21294" y="87515"/>
                    <a:pt x="24016" y="92355"/>
                    <a:pt x="24016" y="105667"/>
                  </a:cubicBezTo>
                  <a:lnTo>
                    <a:pt x="24016" y="175853"/>
                  </a:lnTo>
                  <a:cubicBezTo>
                    <a:pt x="24016" y="197635"/>
                    <a:pt x="20991" y="200962"/>
                    <a:pt x="117" y="202173"/>
                  </a:cubicBezTo>
                  <a:lnTo>
                    <a:pt x="117" y="206710"/>
                  </a:lnTo>
                  <a:lnTo>
                    <a:pt x="71816" y="206710"/>
                  </a:lnTo>
                  <a:lnTo>
                    <a:pt x="71816" y="202173"/>
                  </a:lnTo>
                  <a:cubicBezTo>
                    <a:pt x="51849" y="200660"/>
                    <a:pt x="49429" y="197635"/>
                    <a:pt x="49429" y="175853"/>
                  </a:cubicBezTo>
                  <a:lnTo>
                    <a:pt x="49429" y="68456"/>
                  </a:lnTo>
                  <a:lnTo>
                    <a:pt x="48219" y="67548"/>
                  </a:lnTo>
                  <a:close/>
                  <a:moveTo>
                    <a:pt x="34000" y="85"/>
                  </a:moveTo>
                  <a:cubicBezTo>
                    <a:pt x="25832" y="85"/>
                    <a:pt x="18873" y="7043"/>
                    <a:pt x="18873" y="15514"/>
                  </a:cubicBezTo>
                  <a:cubicBezTo>
                    <a:pt x="18873" y="23984"/>
                    <a:pt x="25529" y="30942"/>
                    <a:pt x="34000" y="30942"/>
                  </a:cubicBezTo>
                  <a:cubicBezTo>
                    <a:pt x="42773" y="30942"/>
                    <a:pt x="49731" y="24287"/>
                    <a:pt x="49731" y="15514"/>
                  </a:cubicBezTo>
                  <a:cubicBezTo>
                    <a:pt x="49731" y="7043"/>
                    <a:pt x="42773" y="85"/>
                    <a:pt x="34000" y="85"/>
                  </a:cubicBez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30F05233-AB5D-EB2A-767C-F87E81E6CC2E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6191677" y="4981958"/>
              <a:ext cx="117077" cy="142187"/>
            </a:xfrm>
            <a:custGeom>
              <a:avLst/>
              <a:gdLst>
                <a:gd name="connsiteX0" fmla="*/ 112962 w 117077"/>
                <a:gd name="connsiteY0" fmla="*/ 92053 h 142187"/>
                <a:gd name="connsiteX1" fmla="*/ 70306 w 117077"/>
                <a:gd name="connsiteY1" fmla="*/ 120490 h 142187"/>
                <a:gd name="connsiteX2" fmla="*/ 23414 w 117077"/>
                <a:gd name="connsiteY2" fmla="*/ 61498 h 142187"/>
                <a:gd name="connsiteX3" fmla="*/ 64558 w 117077"/>
                <a:gd name="connsiteY3" fmla="*/ 8858 h 142187"/>
                <a:gd name="connsiteX4" fmla="*/ 82407 w 117077"/>
                <a:gd name="connsiteY4" fmla="*/ 23379 h 142187"/>
                <a:gd name="connsiteX5" fmla="*/ 84222 w 117077"/>
                <a:gd name="connsiteY5" fmla="*/ 30035 h 142187"/>
                <a:gd name="connsiteX6" fmla="*/ 98441 w 117077"/>
                <a:gd name="connsiteY6" fmla="*/ 43951 h 142187"/>
                <a:gd name="connsiteX7" fmla="*/ 112962 w 117077"/>
                <a:gd name="connsiteY7" fmla="*/ 31245 h 142187"/>
                <a:gd name="connsiteX8" fmla="*/ 66373 w 117077"/>
                <a:gd name="connsiteY8" fmla="*/ 85 h 142187"/>
                <a:gd name="connsiteX9" fmla="*/ 23717 w 117077"/>
                <a:gd name="connsiteY9" fmla="*/ 17026 h 142187"/>
                <a:gd name="connsiteX10" fmla="*/ 120 w 117077"/>
                <a:gd name="connsiteY10" fmla="*/ 74809 h 142187"/>
                <a:gd name="connsiteX11" fmla="*/ 57600 w 117077"/>
                <a:gd name="connsiteY11" fmla="*/ 142272 h 142187"/>
                <a:gd name="connsiteX12" fmla="*/ 94205 w 117077"/>
                <a:gd name="connsiteY12" fmla="*/ 128054 h 142187"/>
                <a:gd name="connsiteX13" fmla="*/ 117197 w 117077"/>
                <a:gd name="connsiteY13" fmla="*/ 94776 h 142187"/>
                <a:gd name="connsiteX14" fmla="*/ 112962 w 117077"/>
                <a:gd name="connsiteY14" fmla="*/ 92053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077" h="142187">
                  <a:moveTo>
                    <a:pt x="112962" y="92053"/>
                  </a:moveTo>
                  <a:cubicBezTo>
                    <a:pt x="98441" y="113230"/>
                    <a:pt x="87550" y="120490"/>
                    <a:pt x="70306" y="120490"/>
                  </a:cubicBezTo>
                  <a:cubicBezTo>
                    <a:pt x="42776" y="120490"/>
                    <a:pt x="23414" y="96288"/>
                    <a:pt x="23414" y="61498"/>
                  </a:cubicBezTo>
                  <a:cubicBezTo>
                    <a:pt x="23414" y="30337"/>
                    <a:pt x="40053" y="8858"/>
                    <a:pt x="64558" y="8858"/>
                  </a:cubicBezTo>
                  <a:cubicBezTo>
                    <a:pt x="75449" y="8858"/>
                    <a:pt x="79382" y="12186"/>
                    <a:pt x="82407" y="23379"/>
                  </a:cubicBezTo>
                  <a:lnTo>
                    <a:pt x="84222" y="30035"/>
                  </a:lnTo>
                  <a:cubicBezTo>
                    <a:pt x="86642" y="38506"/>
                    <a:pt x="92088" y="43951"/>
                    <a:pt x="98441" y="43951"/>
                  </a:cubicBezTo>
                  <a:cubicBezTo>
                    <a:pt x="106306" y="43951"/>
                    <a:pt x="112962" y="38203"/>
                    <a:pt x="112962" y="31245"/>
                  </a:cubicBezTo>
                  <a:cubicBezTo>
                    <a:pt x="112962" y="14303"/>
                    <a:pt x="91785" y="85"/>
                    <a:pt x="66373" y="85"/>
                  </a:cubicBezTo>
                  <a:cubicBezTo>
                    <a:pt x="51549" y="85"/>
                    <a:pt x="36120" y="6135"/>
                    <a:pt x="23717" y="17026"/>
                  </a:cubicBezTo>
                  <a:cubicBezTo>
                    <a:pt x="8590" y="30337"/>
                    <a:pt x="120" y="50909"/>
                    <a:pt x="120" y="74809"/>
                  </a:cubicBezTo>
                  <a:cubicBezTo>
                    <a:pt x="120" y="114137"/>
                    <a:pt x="24019" y="142272"/>
                    <a:pt x="57600" y="142272"/>
                  </a:cubicBezTo>
                  <a:cubicBezTo>
                    <a:pt x="71213" y="142272"/>
                    <a:pt x="83314" y="137432"/>
                    <a:pt x="94205" y="128054"/>
                  </a:cubicBezTo>
                  <a:cubicBezTo>
                    <a:pt x="102374" y="120793"/>
                    <a:pt x="108122" y="112625"/>
                    <a:pt x="117197" y="94776"/>
                  </a:cubicBezTo>
                  <a:lnTo>
                    <a:pt x="112962" y="92053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C0F5D25D-967F-9FFA-2EAC-976D3FA29FD0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6321661" y="4914494"/>
              <a:ext cx="144607" cy="206625"/>
            </a:xfrm>
            <a:custGeom>
              <a:avLst/>
              <a:gdLst>
                <a:gd name="connsiteX0" fmla="*/ 44898 w 144607"/>
                <a:gd name="connsiteY0" fmla="*/ 102944 h 206625"/>
                <a:gd name="connsiteX1" fmla="*/ 78478 w 144607"/>
                <a:gd name="connsiteY1" fmla="*/ 83885 h 206625"/>
                <a:gd name="connsiteX2" fmla="*/ 101168 w 144607"/>
                <a:gd name="connsiteY2" fmla="*/ 115952 h 206625"/>
                <a:gd name="connsiteX3" fmla="*/ 101168 w 144607"/>
                <a:gd name="connsiteY3" fmla="*/ 175853 h 206625"/>
                <a:gd name="connsiteX4" fmla="*/ 80596 w 144607"/>
                <a:gd name="connsiteY4" fmla="*/ 202173 h 206625"/>
                <a:gd name="connsiteX5" fmla="*/ 80596 w 144607"/>
                <a:gd name="connsiteY5" fmla="*/ 206710 h 206625"/>
                <a:gd name="connsiteX6" fmla="*/ 144732 w 144607"/>
                <a:gd name="connsiteY6" fmla="*/ 206710 h 206625"/>
                <a:gd name="connsiteX7" fmla="*/ 144732 w 144607"/>
                <a:gd name="connsiteY7" fmla="*/ 202173 h 206625"/>
                <a:gd name="connsiteX8" fmla="*/ 126580 w 144607"/>
                <a:gd name="connsiteY8" fmla="*/ 175853 h 206625"/>
                <a:gd name="connsiteX9" fmla="*/ 126580 w 144607"/>
                <a:gd name="connsiteY9" fmla="*/ 115650 h 206625"/>
                <a:gd name="connsiteX10" fmla="*/ 89369 w 144607"/>
                <a:gd name="connsiteY10" fmla="*/ 67548 h 206625"/>
                <a:gd name="connsiteX11" fmla="*/ 44898 w 144607"/>
                <a:gd name="connsiteY11" fmla="*/ 92960 h 206625"/>
                <a:gd name="connsiteX12" fmla="*/ 44898 w 144607"/>
                <a:gd name="connsiteY12" fmla="*/ 992 h 206625"/>
                <a:gd name="connsiteX13" fmla="*/ 43385 w 144607"/>
                <a:gd name="connsiteY13" fmla="*/ 85 h 206625"/>
                <a:gd name="connsiteX14" fmla="*/ 8595 w 144607"/>
                <a:gd name="connsiteY14" fmla="*/ 10976 h 206625"/>
                <a:gd name="connsiteX15" fmla="*/ 426 w 144607"/>
                <a:gd name="connsiteY15" fmla="*/ 13396 h 206625"/>
                <a:gd name="connsiteX16" fmla="*/ 426 w 144607"/>
                <a:gd name="connsiteY16" fmla="*/ 18236 h 206625"/>
                <a:gd name="connsiteX17" fmla="*/ 4057 w 144607"/>
                <a:gd name="connsiteY17" fmla="*/ 17934 h 206625"/>
                <a:gd name="connsiteX18" fmla="*/ 19486 w 144607"/>
                <a:gd name="connsiteY18" fmla="*/ 33363 h 206625"/>
                <a:gd name="connsiteX19" fmla="*/ 19486 w 144607"/>
                <a:gd name="connsiteY19" fmla="*/ 175853 h 206625"/>
                <a:gd name="connsiteX20" fmla="*/ 124 w 144607"/>
                <a:gd name="connsiteY20" fmla="*/ 202173 h 206625"/>
                <a:gd name="connsiteX21" fmla="*/ 124 w 144607"/>
                <a:gd name="connsiteY21" fmla="*/ 206710 h 206625"/>
                <a:gd name="connsiteX22" fmla="*/ 65470 w 144607"/>
                <a:gd name="connsiteY22" fmla="*/ 206710 h 206625"/>
                <a:gd name="connsiteX23" fmla="*/ 65470 w 144607"/>
                <a:gd name="connsiteY23" fmla="*/ 202173 h 206625"/>
                <a:gd name="connsiteX24" fmla="*/ 44898 w 144607"/>
                <a:gd name="connsiteY24" fmla="*/ 175853 h 206625"/>
                <a:gd name="connsiteX25" fmla="*/ 44898 w 144607"/>
                <a:gd name="connsiteY25" fmla="*/ 102944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607" h="206625">
                  <a:moveTo>
                    <a:pt x="44898" y="102944"/>
                  </a:moveTo>
                  <a:cubicBezTo>
                    <a:pt x="57604" y="89028"/>
                    <a:pt x="66680" y="83885"/>
                    <a:pt x="78478" y="83885"/>
                  </a:cubicBezTo>
                  <a:cubicBezTo>
                    <a:pt x="93605" y="83885"/>
                    <a:pt x="101168" y="94776"/>
                    <a:pt x="101168" y="115952"/>
                  </a:cubicBezTo>
                  <a:lnTo>
                    <a:pt x="101168" y="175853"/>
                  </a:lnTo>
                  <a:cubicBezTo>
                    <a:pt x="101168" y="196425"/>
                    <a:pt x="98143" y="200357"/>
                    <a:pt x="80596" y="202173"/>
                  </a:cubicBezTo>
                  <a:lnTo>
                    <a:pt x="80596" y="206710"/>
                  </a:lnTo>
                  <a:lnTo>
                    <a:pt x="144732" y="206710"/>
                  </a:lnTo>
                  <a:lnTo>
                    <a:pt x="144732" y="202173"/>
                  </a:lnTo>
                  <a:cubicBezTo>
                    <a:pt x="128395" y="199147"/>
                    <a:pt x="126580" y="196727"/>
                    <a:pt x="126580" y="175853"/>
                  </a:cubicBezTo>
                  <a:lnTo>
                    <a:pt x="126580" y="115650"/>
                  </a:lnTo>
                  <a:cubicBezTo>
                    <a:pt x="126580" y="83885"/>
                    <a:pt x="113874" y="67548"/>
                    <a:pt x="89369" y="67548"/>
                  </a:cubicBezTo>
                  <a:cubicBezTo>
                    <a:pt x="71520" y="67548"/>
                    <a:pt x="58814" y="74809"/>
                    <a:pt x="44898" y="92960"/>
                  </a:cubicBezTo>
                  <a:lnTo>
                    <a:pt x="44898" y="992"/>
                  </a:lnTo>
                  <a:lnTo>
                    <a:pt x="43385" y="85"/>
                  </a:lnTo>
                  <a:cubicBezTo>
                    <a:pt x="33099" y="3715"/>
                    <a:pt x="25536" y="6135"/>
                    <a:pt x="8595" y="10976"/>
                  </a:cubicBezTo>
                  <a:lnTo>
                    <a:pt x="426" y="13396"/>
                  </a:lnTo>
                  <a:lnTo>
                    <a:pt x="426" y="18236"/>
                  </a:lnTo>
                  <a:cubicBezTo>
                    <a:pt x="1637" y="17934"/>
                    <a:pt x="2544" y="17934"/>
                    <a:pt x="4057" y="17934"/>
                  </a:cubicBezTo>
                  <a:cubicBezTo>
                    <a:pt x="17065" y="17934"/>
                    <a:pt x="19486" y="20354"/>
                    <a:pt x="19486" y="33363"/>
                  </a:cubicBezTo>
                  <a:lnTo>
                    <a:pt x="19486" y="175853"/>
                  </a:lnTo>
                  <a:cubicBezTo>
                    <a:pt x="19486" y="197030"/>
                    <a:pt x="17671" y="199752"/>
                    <a:pt x="124" y="202173"/>
                  </a:cubicBezTo>
                  <a:lnTo>
                    <a:pt x="124" y="206710"/>
                  </a:lnTo>
                  <a:lnTo>
                    <a:pt x="65470" y="206710"/>
                  </a:lnTo>
                  <a:lnTo>
                    <a:pt x="65470" y="202173"/>
                  </a:lnTo>
                  <a:cubicBezTo>
                    <a:pt x="47923" y="200357"/>
                    <a:pt x="44898" y="196727"/>
                    <a:pt x="44898" y="175853"/>
                  </a:cubicBezTo>
                  <a:lnTo>
                    <a:pt x="44898" y="102944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7531DEC4-A638-12C0-F8C7-39BA20C024A9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6548197" y="4981958"/>
              <a:ext cx="99833" cy="139162"/>
            </a:xfrm>
            <a:custGeom>
              <a:avLst/>
              <a:gdLst>
                <a:gd name="connsiteX0" fmla="*/ 737 w 99833"/>
                <a:gd name="connsiteY0" fmla="*/ 21262 h 139162"/>
                <a:gd name="connsiteX1" fmla="*/ 11325 w 99833"/>
                <a:gd name="connsiteY1" fmla="*/ 20051 h 139162"/>
                <a:gd name="connsiteX2" fmla="*/ 21611 w 99833"/>
                <a:gd name="connsiteY2" fmla="*/ 38203 h 139162"/>
                <a:gd name="connsiteX3" fmla="*/ 21611 w 99833"/>
                <a:gd name="connsiteY3" fmla="*/ 113835 h 139162"/>
                <a:gd name="connsiteX4" fmla="*/ 131 w 99833"/>
                <a:gd name="connsiteY4" fmla="*/ 134709 h 139162"/>
                <a:gd name="connsiteX5" fmla="*/ 131 w 99833"/>
                <a:gd name="connsiteY5" fmla="*/ 139247 h 139162"/>
                <a:gd name="connsiteX6" fmla="*/ 72738 w 99833"/>
                <a:gd name="connsiteY6" fmla="*/ 139247 h 139162"/>
                <a:gd name="connsiteX7" fmla="*/ 72738 w 99833"/>
                <a:gd name="connsiteY7" fmla="*/ 134709 h 139162"/>
                <a:gd name="connsiteX8" fmla="*/ 47023 w 99833"/>
                <a:gd name="connsiteY8" fmla="*/ 112020 h 139162"/>
                <a:gd name="connsiteX9" fmla="*/ 47023 w 99833"/>
                <a:gd name="connsiteY9" fmla="*/ 43951 h 139162"/>
                <a:gd name="connsiteX10" fmla="*/ 68200 w 99833"/>
                <a:gd name="connsiteY10" fmla="*/ 19144 h 139162"/>
                <a:gd name="connsiteX11" fmla="*/ 76066 w 99833"/>
                <a:gd name="connsiteY11" fmla="*/ 23682 h 139162"/>
                <a:gd name="connsiteX12" fmla="*/ 88167 w 99833"/>
                <a:gd name="connsiteY12" fmla="*/ 29732 h 139162"/>
                <a:gd name="connsiteX13" fmla="*/ 99965 w 99833"/>
                <a:gd name="connsiteY13" fmla="*/ 16119 h 139162"/>
                <a:gd name="connsiteX14" fmla="*/ 83326 w 99833"/>
                <a:gd name="connsiteY14" fmla="*/ 85 h 139162"/>
                <a:gd name="connsiteX15" fmla="*/ 47023 w 99833"/>
                <a:gd name="connsiteY15" fmla="*/ 28522 h 139162"/>
                <a:gd name="connsiteX16" fmla="*/ 47023 w 99833"/>
                <a:gd name="connsiteY16" fmla="*/ 690 h 139162"/>
                <a:gd name="connsiteX17" fmla="*/ 45510 w 99833"/>
                <a:gd name="connsiteY17" fmla="*/ 85 h 139162"/>
                <a:gd name="connsiteX18" fmla="*/ 737 w 99833"/>
                <a:gd name="connsiteY18" fmla="*/ 16421 h 139162"/>
                <a:gd name="connsiteX19" fmla="*/ 737 w 99833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737" y="21262"/>
                  </a:moveTo>
                  <a:cubicBezTo>
                    <a:pt x="4972" y="20354"/>
                    <a:pt x="7695" y="20051"/>
                    <a:pt x="11325" y="20051"/>
                  </a:cubicBezTo>
                  <a:cubicBezTo>
                    <a:pt x="18888" y="20051"/>
                    <a:pt x="21611" y="24892"/>
                    <a:pt x="21611" y="38203"/>
                  </a:cubicBezTo>
                  <a:lnTo>
                    <a:pt x="21611" y="113835"/>
                  </a:lnTo>
                  <a:cubicBezTo>
                    <a:pt x="21611" y="128961"/>
                    <a:pt x="19493" y="131079"/>
                    <a:pt x="131" y="134709"/>
                  </a:cubicBezTo>
                  <a:lnTo>
                    <a:pt x="131" y="139247"/>
                  </a:lnTo>
                  <a:lnTo>
                    <a:pt x="72738" y="139247"/>
                  </a:lnTo>
                  <a:lnTo>
                    <a:pt x="72738" y="134709"/>
                  </a:lnTo>
                  <a:cubicBezTo>
                    <a:pt x="52166" y="133802"/>
                    <a:pt x="47023" y="129264"/>
                    <a:pt x="47023" y="112020"/>
                  </a:cubicBezTo>
                  <a:lnTo>
                    <a:pt x="47023" y="43951"/>
                  </a:lnTo>
                  <a:cubicBezTo>
                    <a:pt x="47023" y="34270"/>
                    <a:pt x="60032" y="19144"/>
                    <a:pt x="68200" y="19144"/>
                  </a:cubicBezTo>
                  <a:cubicBezTo>
                    <a:pt x="70015" y="19144"/>
                    <a:pt x="72738" y="20656"/>
                    <a:pt x="76066" y="23682"/>
                  </a:cubicBezTo>
                  <a:cubicBezTo>
                    <a:pt x="80906" y="27917"/>
                    <a:pt x="84234" y="29732"/>
                    <a:pt x="88167" y="29732"/>
                  </a:cubicBezTo>
                  <a:cubicBezTo>
                    <a:pt x="95427" y="29732"/>
                    <a:pt x="99965" y="24589"/>
                    <a:pt x="99965" y="16119"/>
                  </a:cubicBezTo>
                  <a:cubicBezTo>
                    <a:pt x="99965" y="6135"/>
                    <a:pt x="93612" y="85"/>
                    <a:pt x="83326" y="85"/>
                  </a:cubicBezTo>
                  <a:cubicBezTo>
                    <a:pt x="70620" y="85"/>
                    <a:pt x="61847" y="7043"/>
                    <a:pt x="47023" y="28522"/>
                  </a:cubicBezTo>
                  <a:lnTo>
                    <a:pt x="47023" y="690"/>
                  </a:lnTo>
                  <a:lnTo>
                    <a:pt x="45510" y="85"/>
                  </a:lnTo>
                  <a:cubicBezTo>
                    <a:pt x="29477" y="6740"/>
                    <a:pt x="18586" y="10673"/>
                    <a:pt x="737" y="16421"/>
                  </a:cubicBezTo>
                  <a:lnTo>
                    <a:pt x="737" y="21262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4F8926B-42A3-D442-42FA-020CC5953538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6655365" y="4981958"/>
              <a:ext cx="120708" cy="142187"/>
            </a:xfrm>
            <a:custGeom>
              <a:avLst/>
              <a:gdLst>
                <a:gd name="connsiteX0" fmla="*/ 116003 w 120708"/>
                <a:gd name="connsiteY0" fmla="*/ 89633 h 142187"/>
                <a:gd name="connsiteX1" fmla="*/ 69111 w 120708"/>
                <a:gd name="connsiteY1" fmla="*/ 121398 h 142187"/>
                <a:gd name="connsiteX2" fmla="*/ 30085 w 120708"/>
                <a:gd name="connsiteY2" fmla="*/ 95381 h 142187"/>
                <a:gd name="connsiteX3" fmla="*/ 21917 w 120708"/>
                <a:gd name="connsiteY3" fmla="*/ 55447 h 142187"/>
                <a:gd name="connsiteX4" fmla="*/ 115095 w 120708"/>
                <a:gd name="connsiteY4" fmla="*/ 55447 h 142187"/>
                <a:gd name="connsiteX5" fmla="*/ 102086 w 120708"/>
                <a:gd name="connsiteY5" fmla="*/ 17329 h 142187"/>
                <a:gd name="connsiteX6" fmla="*/ 63363 w 120708"/>
                <a:gd name="connsiteY6" fmla="*/ 85 h 142187"/>
                <a:gd name="connsiteX7" fmla="*/ 22522 w 120708"/>
                <a:gd name="connsiteY7" fmla="*/ 15816 h 142187"/>
                <a:gd name="connsiteX8" fmla="*/ 135 w 120708"/>
                <a:gd name="connsiteY8" fmla="*/ 74506 h 142187"/>
                <a:gd name="connsiteX9" fmla="*/ 56707 w 120708"/>
                <a:gd name="connsiteY9" fmla="*/ 142272 h 142187"/>
                <a:gd name="connsiteX10" fmla="*/ 120843 w 120708"/>
                <a:gd name="connsiteY10" fmla="*/ 91750 h 142187"/>
                <a:gd name="connsiteX11" fmla="*/ 116003 w 120708"/>
                <a:gd name="connsiteY11" fmla="*/ 89633 h 142187"/>
                <a:gd name="connsiteX12" fmla="*/ 22522 w 120708"/>
                <a:gd name="connsiteY12" fmla="*/ 45766 h 142187"/>
                <a:gd name="connsiteX13" fmla="*/ 54590 w 120708"/>
                <a:gd name="connsiteY13" fmla="*/ 10976 h 142187"/>
                <a:gd name="connsiteX14" fmla="*/ 84237 w 120708"/>
                <a:gd name="connsiteY14" fmla="*/ 45766 h 142187"/>
                <a:gd name="connsiteX15" fmla="*/ 22522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003" y="89633"/>
                  </a:moveTo>
                  <a:cubicBezTo>
                    <a:pt x="101481" y="112625"/>
                    <a:pt x="88473" y="121398"/>
                    <a:pt x="69111" y="121398"/>
                  </a:cubicBezTo>
                  <a:cubicBezTo>
                    <a:pt x="51867" y="121398"/>
                    <a:pt x="38858" y="112625"/>
                    <a:pt x="30085" y="95381"/>
                  </a:cubicBezTo>
                  <a:cubicBezTo>
                    <a:pt x="24639" y="83885"/>
                    <a:pt x="22522" y="73901"/>
                    <a:pt x="21917" y="55447"/>
                  </a:cubicBezTo>
                  <a:lnTo>
                    <a:pt x="115095" y="55447"/>
                  </a:lnTo>
                  <a:cubicBezTo>
                    <a:pt x="112675" y="35783"/>
                    <a:pt x="109649" y="27010"/>
                    <a:pt x="102086" y="17329"/>
                  </a:cubicBezTo>
                  <a:cubicBezTo>
                    <a:pt x="93011" y="6438"/>
                    <a:pt x="79094" y="85"/>
                    <a:pt x="63363" y="85"/>
                  </a:cubicBezTo>
                  <a:cubicBezTo>
                    <a:pt x="48237" y="85"/>
                    <a:pt x="34018" y="5530"/>
                    <a:pt x="22522" y="15816"/>
                  </a:cubicBezTo>
                  <a:cubicBezTo>
                    <a:pt x="8303" y="28220"/>
                    <a:pt x="135" y="49699"/>
                    <a:pt x="135" y="74506"/>
                  </a:cubicBezTo>
                  <a:cubicBezTo>
                    <a:pt x="135" y="116255"/>
                    <a:pt x="21917" y="142272"/>
                    <a:pt x="56707" y="142272"/>
                  </a:cubicBezTo>
                  <a:cubicBezTo>
                    <a:pt x="85447" y="142272"/>
                    <a:pt x="108137" y="124423"/>
                    <a:pt x="120843" y="91750"/>
                  </a:cubicBezTo>
                  <a:lnTo>
                    <a:pt x="116003" y="89633"/>
                  </a:lnTo>
                  <a:close/>
                  <a:moveTo>
                    <a:pt x="22522" y="45766"/>
                  </a:moveTo>
                  <a:cubicBezTo>
                    <a:pt x="25850" y="22169"/>
                    <a:pt x="36135" y="10976"/>
                    <a:pt x="54590" y="10976"/>
                  </a:cubicBezTo>
                  <a:cubicBezTo>
                    <a:pt x="73044" y="10976"/>
                    <a:pt x="80304" y="19446"/>
                    <a:pt x="84237" y="45766"/>
                  </a:cubicBezTo>
                  <a:lnTo>
                    <a:pt x="22522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F6D6D706-C6AE-4E28-5BDB-534A777AE9F7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6784139" y="4981958"/>
              <a:ext cx="140674" cy="204810"/>
            </a:xfrm>
            <a:custGeom>
              <a:avLst/>
              <a:gdLst>
                <a:gd name="connsiteX0" fmla="*/ 1349 w 140674"/>
                <a:gd name="connsiteY0" fmla="*/ 20354 h 204810"/>
                <a:gd name="connsiteX1" fmla="*/ 8912 w 140674"/>
                <a:gd name="connsiteY1" fmla="*/ 20051 h 204810"/>
                <a:gd name="connsiteX2" fmla="*/ 21316 w 140674"/>
                <a:gd name="connsiteY2" fmla="*/ 37295 h 204810"/>
                <a:gd name="connsiteX3" fmla="*/ 21316 w 140674"/>
                <a:gd name="connsiteY3" fmla="*/ 178878 h 204810"/>
                <a:gd name="connsiteX4" fmla="*/ 139 w 140674"/>
                <a:gd name="connsiteY4" fmla="*/ 199752 h 204810"/>
                <a:gd name="connsiteX5" fmla="*/ 139 w 140674"/>
                <a:gd name="connsiteY5" fmla="*/ 204895 h 204810"/>
                <a:gd name="connsiteX6" fmla="*/ 73351 w 140674"/>
                <a:gd name="connsiteY6" fmla="*/ 204895 h 204810"/>
                <a:gd name="connsiteX7" fmla="*/ 73351 w 140674"/>
                <a:gd name="connsiteY7" fmla="*/ 199450 h 204810"/>
                <a:gd name="connsiteX8" fmla="*/ 46728 w 140674"/>
                <a:gd name="connsiteY8" fmla="*/ 176760 h 204810"/>
                <a:gd name="connsiteX9" fmla="*/ 46728 w 140674"/>
                <a:gd name="connsiteY9" fmla="*/ 129264 h 204810"/>
                <a:gd name="connsiteX10" fmla="*/ 77284 w 140674"/>
                <a:gd name="connsiteY10" fmla="*/ 142272 h 204810"/>
                <a:gd name="connsiteX11" fmla="*/ 140814 w 140674"/>
                <a:gd name="connsiteY11" fmla="*/ 64523 h 204810"/>
                <a:gd name="connsiteX12" fmla="*/ 90292 w 140674"/>
                <a:gd name="connsiteY12" fmla="*/ 85 h 204810"/>
                <a:gd name="connsiteX13" fmla="*/ 46728 w 140674"/>
                <a:gd name="connsiteY13" fmla="*/ 23984 h 204810"/>
                <a:gd name="connsiteX14" fmla="*/ 46728 w 140674"/>
                <a:gd name="connsiteY14" fmla="*/ 690 h 204810"/>
                <a:gd name="connsiteX15" fmla="*/ 44913 w 140674"/>
                <a:gd name="connsiteY15" fmla="*/ 85 h 204810"/>
                <a:gd name="connsiteX16" fmla="*/ 1349 w 140674"/>
                <a:gd name="connsiteY16" fmla="*/ 15514 h 204810"/>
                <a:gd name="connsiteX17" fmla="*/ 1349 w 140674"/>
                <a:gd name="connsiteY17" fmla="*/ 20354 h 204810"/>
                <a:gd name="connsiteX18" fmla="*/ 46728 w 140674"/>
                <a:gd name="connsiteY18" fmla="*/ 38203 h 204810"/>
                <a:gd name="connsiteX19" fmla="*/ 77586 w 140674"/>
                <a:gd name="connsiteY19" fmla="*/ 18236 h 204810"/>
                <a:gd name="connsiteX20" fmla="*/ 114797 w 140674"/>
                <a:gd name="connsiteY20" fmla="*/ 76321 h 204810"/>
                <a:gd name="connsiteX21" fmla="*/ 78191 w 140674"/>
                <a:gd name="connsiteY21" fmla="*/ 132591 h 204810"/>
                <a:gd name="connsiteX22" fmla="*/ 46728 w 140674"/>
                <a:gd name="connsiteY22" fmla="*/ 112625 h 204810"/>
                <a:gd name="connsiteX23" fmla="*/ 46728 w 140674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674" h="204810">
                  <a:moveTo>
                    <a:pt x="1349" y="20354"/>
                  </a:moveTo>
                  <a:cubicBezTo>
                    <a:pt x="4072" y="20051"/>
                    <a:pt x="6190" y="20051"/>
                    <a:pt x="8912" y="20051"/>
                  </a:cubicBezTo>
                  <a:cubicBezTo>
                    <a:pt x="19198" y="20051"/>
                    <a:pt x="21316" y="23077"/>
                    <a:pt x="21316" y="37295"/>
                  </a:cubicBezTo>
                  <a:lnTo>
                    <a:pt x="21316" y="178878"/>
                  </a:lnTo>
                  <a:cubicBezTo>
                    <a:pt x="21316" y="194609"/>
                    <a:pt x="17988" y="197937"/>
                    <a:pt x="139" y="199752"/>
                  </a:cubicBezTo>
                  <a:lnTo>
                    <a:pt x="139" y="204895"/>
                  </a:lnTo>
                  <a:lnTo>
                    <a:pt x="73351" y="204895"/>
                  </a:lnTo>
                  <a:lnTo>
                    <a:pt x="73351" y="199450"/>
                  </a:lnTo>
                  <a:cubicBezTo>
                    <a:pt x="50661" y="199147"/>
                    <a:pt x="46728" y="195820"/>
                    <a:pt x="46728" y="176760"/>
                  </a:cubicBezTo>
                  <a:lnTo>
                    <a:pt x="46728" y="129264"/>
                  </a:lnTo>
                  <a:cubicBezTo>
                    <a:pt x="57317" y="139247"/>
                    <a:pt x="64577" y="142272"/>
                    <a:pt x="77284" y="142272"/>
                  </a:cubicBezTo>
                  <a:cubicBezTo>
                    <a:pt x="112982" y="142272"/>
                    <a:pt x="140814" y="108389"/>
                    <a:pt x="140814" y="64523"/>
                  </a:cubicBezTo>
                  <a:cubicBezTo>
                    <a:pt x="140814" y="27010"/>
                    <a:pt x="119637" y="85"/>
                    <a:pt x="90292" y="85"/>
                  </a:cubicBezTo>
                  <a:cubicBezTo>
                    <a:pt x="73351" y="85"/>
                    <a:pt x="60039" y="7648"/>
                    <a:pt x="46728" y="23984"/>
                  </a:cubicBezTo>
                  <a:lnTo>
                    <a:pt x="46728" y="690"/>
                  </a:lnTo>
                  <a:lnTo>
                    <a:pt x="44913" y="85"/>
                  </a:lnTo>
                  <a:cubicBezTo>
                    <a:pt x="28577" y="6438"/>
                    <a:pt x="17988" y="10371"/>
                    <a:pt x="1349" y="15514"/>
                  </a:cubicBezTo>
                  <a:lnTo>
                    <a:pt x="1349" y="20354"/>
                  </a:lnTo>
                  <a:close/>
                  <a:moveTo>
                    <a:pt x="46728" y="38203"/>
                  </a:moveTo>
                  <a:cubicBezTo>
                    <a:pt x="46728" y="29127"/>
                    <a:pt x="63670" y="18236"/>
                    <a:pt x="77586" y="18236"/>
                  </a:cubicBezTo>
                  <a:cubicBezTo>
                    <a:pt x="99973" y="18236"/>
                    <a:pt x="114797" y="41228"/>
                    <a:pt x="114797" y="76321"/>
                  </a:cubicBezTo>
                  <a:cubicBezTo>
                    <a:pt x="114797" y="109902"/>
                    <a:pt x="99973" y="132591"/>
                    <a:pt x="78191" y="132591"/>
                  </a:cubicBezTo>
                  <a:cubicBezTo>
                    <a:pt x="63972" y="132591"/>
                    <a:pt x="46728" y="121700"/>
                    <a:pt x="46728" y="112625"/>
                  </a:cubicBezTo>
                  <a:lnTo>
                    <a:pt x="46728" y="38203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174C7733-670F-849C-1E78-9F0923C3FA9A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6935969" y="4981958"/>
              <a:ext cx="99833" cy="139162"/>
            </a:xfrm>
            <a:custGeom>
              <a:avLst/>
              <a:gdLst>
                <a:gd name="connsiteX0" fmla="*/ 749 w 99833"/>
                <a:gd name="connsiteY0" fmla="*/ 21262 h 139162"/>
                <a:gd name="connsiteX1" fmla="*/ 11338 w 99833"/>
                <a:gd name="connsiteY1" fmla="*/ 20051 h 139162"/>
                <a:gd name="connsiteX2" fmla="*/ 21624 w 99833"/>
                <a:gd name="connsiteY2" fmla="*/ 38203 h 139162"/>
                <a:gd name="connsiteX3" fmla="*/ 21624 w 99833"/>
                <a:gd name="connsiteY3" fmla="*/ 113835 h 139162"/>
                <a:gd name="connsiteX4" fmla="*/ 144 w 99833"/>
                <a:gd name="connsiteY4" fmla="*/ 134709 h 139162"/>
                <a:gd name="connsiteX5" fmla="*/ 144 w 99833"/>
                <a:gd name="connsiteY5" fmla="*/ 139247 h 139162"/>
                <a:gd name="connsiteX6" fmla="*/ 72751 w 99833"/>
                <a:gd name="connsiteY6" fmla="*/ 139247 h 139162"/>
                <a:gd name="connsiteX7" fmla="*/ 72751 w 99833"/>
                <a:gd name="connsiteY7" fmla="*/ 134709 h 139162"/>
                <a:gd name="connsiteX8" fmla="*/ 47036 w 99833"/>
                <a:gd name="connsiteY8" fmla="*/ 112020 h 139162"/>
                <a:gd name="connsiteX9" fmla="*/ 47036 w 99833"/>
                <a:gd name="connsiteY9" fmla="*/ 43951 h 139162"/>
                <a:gd name="connsiteX10" fmla="*/ 68213 w 99833"/>
                <a:gd name="connsiteY10" fmla="*/ 19144 h 139162"/>
                <a:gd name="connsiteX11" fmla="*/ 76078 w 99833"/>
                <a:gd name="connsiteY11" fmla="*/ 23682 h 139162"/>
                <a:gd name="connsiteX12" fmla="*/ 88179 w 99833"/>
                <a:gd name="connsiteY12" fmla="*/ 29732 h 139162"/>
                <a:gd name="connsiteX13" fmla="*/ 99978 w 99833"/>
                <a:gd name="connsiteY13" fmla="*/ 16119 h 139162"/>
                <a:gd name="connsiteX14" fmla="*/ 83339 w 99833"/>
                <a:gd name="connsiteY14" fmla="*/ 85 h 139162"/>
                <a:gd name="connsiteX15" fmla="*/ 47036 w 99833"/>
                <a:gd name="connsiteY15" fmla="*/ 28522 h 139162"/>
                <a:gd name="connsiteX16" fmla="*/ 47036 w 99833"/>
                <a:gd name="connsiteY16" fmla="*/ 690 h 139162"/>
                <a:gd name="connsiteX17" fmla="*/ 45523 w 99833"/>
                <a:gd name="connsiteY17" fmla="*/ 85 h 139162"/>
                <a:gd name="connsiteX18" fmla="*/ 749 w 99833"/>
                <a:gd name="connsiteY18" fmla="*/ 16421 h 139162"/>
                <a:gd name="connsiteX19" fmla="*/ 749 w 99833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749" y="21262"/>
                  </a:moveTo>
                  <a:cubicBezTo>
                    <a:pt x="4985" y="20354"/>
                    <a:pt x="7707" y="20051"/>
                    <a:pt x="11338" y="20051"/>
                  </a:cubicBezTo>
                  <a:cubicBezTo>
                    <a:pt x="18901" y="20051"/>
                    <a:pt x="21624" y="24892"/>
                    <a:pt x="21624" y="38203"/>
                  </a:cubicBezTo>
                  <a:lnTo>
                    <a:pt x="21624" y="113835"/>
                  </a:lnTo>
                  <a:cubicBezTo>
                    <a:pt x="21624" y="128961"/>
                    <a:pt x="19506" y="131079"/>
                    <a:pt x="144" y="134709"/>
                  </a:cubicBezTo>
                  <a:lnTo>
                    <a:pt x="144" y="139247"/>
                  </a:lnTo>
                  <a:lnTo>
                    <a:pt x="72751" y="139247"/>
                  </a:lnTo>
                  <a:lnTo>
                    <a:pt x="72751" y="134709"/>
                  </a:lnTo>
                  <a:cubicBezTo>
                    <a:pt x="52179" y="133802"/>
                    <a:pt x="47036" y="129264"/>
                    <a:pt x="47036" y="112020"/>
                  </a:cubicBezTo>
                  <a:lnTo>
                    <a:pt x="47036" y="43951"/>
                  </a:lnTo>
                  <a:cubicBezTo>
                    <a:pt x="47036" y="34270"/>
                    <a:pt x="60044" y="19144"/>
                    <a:pt x="68213" y="19144"/>
                  </a:cubicBezTo>
                  <a:cubicBezTo>
                    <a:pt x="70028" y="19144"/>
                    <a:pt x="72751" y="20656"/>
                    <a:pt x="76078" y="23682"/>
                  </a:cubicBezTo>
                  <a:cubicBezTo>
                    <a:pt x="80919" y="27917"/>
                    <a:pt x="84247" y="29732"/>
                    <a:pt x="88179" y="29732"/>
                  </a:cubicBezTo>
                  <a:cubicBezTo>
                    <a:pt x="95440" y="29732"/>
                    <a:pt x="99978" y="24589"/>
                    <a:pt x="99978" y="16119"/>
                  </a:cubicBezTo>
                  <a:cubicBezTo>
                    <a:pt x="99978" y="6135"/>
                    <a:pt x="93625" y="85"/>
                    <a:pt x="83339" y="85"/>
                  </a:cubicBezTo>
                  <a:cubicBezTo>
                    <a:pt x="70633" y="85"/>
                    <a:pt x="61860" y="7043"/>
                    <a:pt x="47036" y="28522"/>
                  </a:cubicBezTo>
                  <a:lnTo>
                    <a:pt x="47036" y="690"/>
                  </a:lnTo>
                  <a:lnTo>
                    <a:pt x="45523" y="85"/>
                  </a:lnTo>
                  <a:cubicBezTo>
                    <a:pt x="29489" y="6740"/>
                    <a:pt x="18598" y="10673"/>
                    <a:pt x="749" y="16421"/>
                  </a:cubicBezTo>
                  <a:lnTo>
                    <a:pt x="749" y="21262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B9FDCCCA-B7B3-A6FB-651D-415B6C36B808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7043138" y="4981958"/>
              <a:ext cx="120708" cy="142187"/>
            </a:xfrm>
            <a:custGeom>
              <a:avLst/>
              <a:gdLst>
                <a:gd name="connsiteX0" fmla="*/ 116015 w 120708"/>
                <a:gd name="connsiteY0" fmla="*/ 89633 h 142187"/>
                <a:gd name="connsiteX1" fmla="*/ 69124 w 120708"/>
                <a:gd name="connsiteY1" fmla="*/ 121398 h 142187"/>
                <a:gd name="connsiteX2" fmla="*/ 30098 w 120708"/>
                <a:gd name="connsiteY2" fmla="*/ 95381 h 142187"/>
                <a:gd name="connsiteX3" fmla="*/ 21929 w 120708"/>
                <a:gd name="connsiteY3" fmla="*/ 55447 h 142187"/>
                <a:gd name="connsiteX4" fmla="*/ 115108 w 120708"/>
                <a:gd name="connsiteY4" fmla="*/ 55447 h 142187"/>
                <a:gd name="connsiteX5" fmla="*/ 102099 w 120708"/>
                <a:gd name="connsiteY5" fmla="*/ 17329 h 142187"/>
                <a:gd name="connsiteX6" fmla="*/ 63376 w 120708"/>
                <a:gd name="connsiteY6" fmla="*/ 85 h 142187"/>
                <a:gd name="connsiteX7" fmla="*/ 22535 w 120708"/>
                <a:gd name="connsiteY7" fmla="*/ 15816 h 142187"/>
                <a:gd name="connsiteX8" fmla="*/ 147 w 120708"/>
                <a:gd name="connsiteY8" fmla="*/ 74506 h 142187"/>
                <a:gd name="connsiteX9" fmla="*/ 56720 w 120708"/>
                <a:gd name="connsiteY9" fmla="*/ 142272 h 142187"/>
                <a:gd name="connsiteX10" fmla="*/ 120856 w 120708"/>
                <a:gd name="connsiteY10" fmla="*/ 91750 h 142187"/>
                <a:gd name="connsiteX11" fmla="*/ 116015 w 120708"/>
                <a:gd name="connsiteY11" fmla="*/ 89633 h 142187"/>
                <a:gd name="connsiteX12" fmla="*/ 22535 w 120708"/>
                <a:gd name="connsiteY12" fmla="*/ 45766 h 142187"/>
                <a:gd name="connsiteX13" fmla="*/ 54602 w 120708"/>
                <a:gd name="connsiteY13" fmla="*/ 10976 h 142187"/>
                <a:gd name="connsiteX14" fmla="*/ 84250 w 120708"/>
                <a:gd name="connsiteY14" fmla="*/ 45766 h 142187"/>
                <a:gd name="connsiteX15" fmla="*/ 22535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015" y="89633"/>
                  </a:moveTo>
                  <a:cubicBezTo>
                    <a:pt x="101494" y="112625"/>
                    <a:pt x="88485" y="121398"/>
                    <a:pt x="69124" y="121398"/>
                  </a:cubicBezTo>
                  <a:cubicBezTo>
                    <a:pt x="51880" y="121398"/>
                    <a:pt x="38871" y="112625"/>
                    <a:pt x="30098" y="95381"/>
                  </a:cubicBezTo>
                  <a:cubicBezTo>
                    <a:pt x="24652" y="83885"/>
                    <a:pt x="22535" y="73901"/>
                    <a:pt x="21929" y="55447"/>
                  </a:cubicBezTo>
                  <a:lnTo>
                    <a:pt x="115108" y="55447"/>
                  </a:lnTo>
                  <a:cubicBezTo>
                    <a:pt x="112687" y="35783"/>
                    <a:pt x="109662" y="27010"/>
                    <a:pt x="102099" y="17329"/>
                  </a:cubicBezTo>
                  <a:cubicBezTo>
                    <a:pt x="93023" y="6438"/>
                    <a:pt x="79107" y="85"/>
                    <a:pt x="63376" y="85"/>
                  </a:cubicBezTo>
                  <a:cubicBezTo>
                    <a:pt x="48249" y="85"/>
                    <a:pt x="34031" y="5530"/>
                    <a:pt x="22535" y="15816"/>
                  </a:cubicBezTo>
                  <a:cubicBezTo>
                    <a:pt x="8316" y="28220"/>
                    <a:pt x="147" y="49699"/>
                    <a:pt x="147" y="74506"/>
                  </a:cubicBezTo>
                  <a:cubicBezTo>
                    <a:pt x="147" y="116255"/>
                    <a:pt x="21929" y="142272"/>
                    <a:pt x="56720" y="142272"/>
                  </a:cubicBezTo>
                  <a:cubicBezTo>
                    <a:pt x="85460" y="142272"/>
                    <a:pt x="108150" y="124423"/>
                    <a:pt x="120856" y="91750"/>
                  </a:cubicBezTo>
                  <a:lnTo>
                    <a:pt x="116015" y="89633"/>
                  </a:lnTo>
                  <a:close/>
                  <a:moveTo>
                    <a:pt x="22535" y="45766"/>
                  </a:moveTo>
                  <a:cubicBezTo>
                    <a:pt x="25862" y="22169"/>
                    <a:pt x="36148" y="10976"/>
                    <a:pt x="54602" y="10976"/>
                  </a:cubicBezTo>
                  <a:cubicBezTo>
                    <a:pt x="73056" y="10976"/>
                    <a:pt x="80317" y="19446"/>
                    <a:pt x="84250" y="45766"/>
                  </a:cubicBezTo>
                  <a:lnTo>
                    <a:pt x="22535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7BDBFD7-102B-AFD2-57D0-9C6545B090B3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7185827" y="4982260"/>
              <a:ext cx="89850" cy="141885"/>
            </a:xfrm>
            <a:custGeom>
              <a:avLst/>
              <a:gdLst>
                <a:gd name="connsiteX0" fmla="*/ 80019 w 89850"/>
                <a:gd name="connsiteY0" fmla="*/ 43951 h 141885"/>
                <a:gd name="connsiteX1" fmla="*/ 78809 w 89850"/>
                <a:gd name="connsiteY1" fmla="*/ 2807 h 141885"/>
                <a:gd name="connsiteX2" fmla="*/ 75481 w 89850"/>
                <a:gd name="connsiteY2" fmla="*/ 2807 h 141885"/>
                <a:gd name="connsiteX3" fmla="*/ 74876 w 89850"/>
                <a:gd name="connsiteY3" fmla="*/ 3412 h 141885"/>
                <a:gd name="connsiteX4" fmla="*/ 70641 w 89850"/>
                <a:gd name="connsiteY4" fmla="*/ 5833 h 141885"/>
                <a:gd name="connsiteX5" fmla="*/ 62472 w 89850"/>
                <a:gd name="connsiteY5" fmla="*/ 3715 h 141885"/>
                <a:gd name="connsiteX6" fmla="*/ 41296 w 89850"/>
                <a:gd name="connsiteY6" fmla="*/ 85 h 141885"/>
                <a:gd name="connsiteX7" fmla="*/ 152 w 89850"/>
                <a:gd name="connsiteY7" fmla="*/ 37295 h 141885"/>
                <a:gd name="connsiteX8" fmla="*/ 35548 w 89850"/>
                <a:gd name="connsiteY8" fmla="*/ 80859 h 141885"/>
                <a:gd name="connsiteX9" fmla="*/ 53094 w 89850"/>
                <a:gd name="connsiteY9" fmla="*/ 90843 h 141885"/>
                <a:gd name="connsiteX10" fmla="*/ 68826 w 89850"/>
                <a:gd name="connsiteY10" fmla="*/ 113532 h 141885"/>
                <a:gd name="connsiteX11" fmla="*/ 43716 w 89850"/>
                <a:gd name="connsiteY11" fmla="*/ 135314 h 141885"/>
                <a:gd name="connsiteX12" fmla="*/ 18304 w 89850"/>
                <a:gd name="connsiteY12" fmla="*/ 124726 h 141885"/>
                <a:gd name="connsiteX13" fmla="*/ 5295 w 89850"/>
                <a:gd name="connsiteY13" fmla="*/ 92960 h 141885"/>
                <a:gd name="connsiteX14" fmla="*/ 454 w 89850"/>
                <a:gd name="connsiteY14" fmla="*/ 92960 h 141885"/>
                <a:gd name="connsiteX15" fmla="*/ 454 w 89850"/>
                <a:gd name="connsiteY15" fmla="*/ 140155 h 141885"/>
                <a:gd name="connsiteX16" fmla="*/ 4387 w 89850"/>
                <a:gd name="connsiteY16" fmla="*/ 140155 h 141885"/>
                <a:gd name="connsiteX17" fmla="*/ 11345 w 89850"/>
                <a:gd name="connsiteY17" fmla="*/ 136524 h 141885"/>
                <a:gd name="connsiteX18" fmla="*/ 25262 w 89850"/>
                <a:gd name="connsiteY18" fmla="*/ 138944 h 141885"/>
                <a:gd name="connsiteX19" fmla="*/ 47346 w 89850"/>
                <a:gd name="connsiteY19" fmla="*/ 141970 h 141885"/>
                <a:gd name="connsiteX20" fmla="*/ 90002 w 89850"/>
                <a:gd name="connsiteY20" fmla="*/ 103246 h 141885"/>
                <a:gd name="connsiteX21" fmla="*/ 64590 w 89850"/>
                <a:gd name="connsiteY21" fmla="*/ 67246 h 141885"/>
                <a:gd name="connsiteX22" fmla="*/ 31917 w 89850"/>
                <a:gd name="connsiteY22" fmla="*/ 47884 h 141885"/>
                <a:gd name="connsiteX23" fmla="*/ 18909 w 89850"/>
                <a:gd name="connsiteY23" fmla="*/ 27312 h 141885"/>
                <a:gd name="connsiteX24" fmla="*/ 42203 w 89850"/>
                <a:gd name="connsiteY24" fmla="*/ 6740 h 141885"/>
                <a:gd name="connsiteX25" fmla="*/ 75481 w 89850"/>
                <a:gd name="connsiteY25" fmla="*/ 43951 h 141885"/>
                <a:gd name="connsiteX26" fmla="*/ 80019 w 89850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50" h="141885">
                  <a:moveTo>
                    <a:pt x="80019" y="43951"/>
                  </a:moveTo>
                  <a:lnTo>
                    <a:pt x="78809" y="2807"/>
                  </a:lnTo>
                  <a:lnTo>
                    <a:pt x="75481" y="2807"/>
                  </a:lnTo>
                  <a:lnTo>
                    <a:pt x="74876" y="3412"/>
                  </a:lnTo>
                  <a:cubicBezTo>
                    <a:pt x="72153" y="5530"/>
                    <a:pt x="71851" y="5833"/>
                    <a:pt x="70641" y="5833"/>
                  </a:cubicBezTo>
                  <a:cubicBezTo>
                    <a:pt x="68826" y="5833"/>
                    <a:pt x="65800" y="5228"/>
                    <a:pt x="62472" y="3715"/>
                  </a:cubicBezTo>
                  <a:cubicBezTo>
                    <a:pt x="55817" y="1295"/>
                    <a:pt x="49161" y="85"/>
                    <a:pt x="41296" y="85"/>
                  </a:cubicBezTo>
                  <a:cubicBezTo>
                    <a:pt x="17396" y="85"/>
                    <a:pt x="152" y="15514"/>
                    <a:pt x="152" y="37295"/>
                  </a:cubicBezTo>
                  <a:cubicBezTo>
                    <a:pt x="152" y="54237"/>
                    <a:pt x="9833" y="66338"/>
                    <a:pt x="35548" y="80859"/>
                  </a:cubicBezTo>
                  <a:lnTo>
                    <a:pt x="53094" y="90843"/>
                  </a:lnTo>
                  <a:cubicBezTo>
                    <a:pt x="63683" y="96893"/>
                    <a:pt x="68826" y="104154"/>
                    <a:pt x="68826" y="113532"/>
                  </a:cubicBezTo>
                  <a:cubicBezTo>
                    <a:pt x="68826" y="126843"/>
                    <a:pt x="59145" y="135314"/>
                    <a:pt x="43716" y="135314"/>
                  </a:cubicBezTo>
                  <a:cubicBezTo>
                    <a:pt x="33430" y="135314"/>
                    <a:pt x="24052" y="131381"/>
                    <a:pt x="18304" y="124726"/>
                  </a:cubicBezTo>
                  <a:cubicBezTo>
                    <a:pt x="11950" y="117163"/>
                    <a:pt x="9228" y="110204"/>
                    <a:pt x="5295" y="92960"/>
                  </a:cubicBezTo>
                  <a:lnTo>
                    <a:pt x="454" y="92960"/>
                  </a:lnTo>
                  <a:lnTo>
                    <a:pt x="454" y="140155"/>
                  </a:lnTo>
                  <a:lnTo>
                    <a:pt x="4387" y="140155"/>
                  </a:lnTo>
                  <a:cubicBezTo>
                    <a:pt x="6505" y="137129"/>
                    <a:pt x="7715" y="136524"/>
                    <a:pt x="11345" y="136524"/>
                  </a:cubicBezTo>
                  <a:cubicBezTo>
                    <a:pt x="14068" y="136524"/>
                    <a:pt x="18304" y="137129"/>
                    <a:pt x="25262" y="138944"/>
                  </a:cubicBezTo>
                  <a:cubicBezTo>
                    <a:pt x="33732" y="140760"/>
                    <a:pt x="41901" y="141970"/>
                    <a:pt x="47346" y="141970"/>
                  </a:cubicBezTo>
                  <a:cubicBezTo>
                    <a:pt x="70641" y="141970"/>
                    <a:pt x="90002" y="124423"/>
                    <a:pt x="90002" y="103246"/>
                  </a:cubicBezTo>
                  <a:cubicBezTo>
                    <a:pt x="90002" y="88120"/>
                    <a:pt x="82742" y="78137"/>
                    <a:pt x="64590" y="67246"/>
                  </a:cubicBezTo>
                  <a:lnTo>
                    <a:pt x="31917" y="47884"/>
                  </a:lnTo>
                  <a:cubicBezTo>
                    <a:pt x="23447" y="43044"/>
                    <a:pt x="18909" y="35480"/>
                    <a:pt x="18909" y="27312"/>
                  </a:cubicBezTo>
                  <a:cubicBezTo>
                    <a:pt x="18909" y="15211"/>
                    <a:pt x="28287" y="6740"/>
                    <a:pt x="42203" y="6740"/>
                  </a:cubicBezTo>
                  <a:cubicBezTo>
                    <a:pt x="59447" y="6740"/>
                    <a:pt x="68523" y="17026"/>
                    <a:pt x="75481" y="43951"/>
                  </a:cubicBezTo>
                  <a:lnTo>
                    <a:pt x="80019" y="4395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0B27A699-A50A-E9D2-9F9D-EAEC647E4C8C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7296083" y="4981958"/>
              <a:ext cx="120708" cy="142187"/>
            </a:xfrm>
            <a:custGeom>
              <a:avLst/>
              <a:gdLst>
                <a:gd name="connsiteX0" fmla="*/ 116024 w 120708"/>
                <a:gd name="connsiteY0" fmla="*/ 89633 h 142187"/>
                <a:gd name="connsiteX1" fmla="*/ 69132 w 120708"/>
                <a:gd name="connsiteY1" fmla="*/ 121398 h 142187"/>
                <a:gd name="connsiteX2" fmla="*/ 30106 w 120708"/>
                <a:gd name="connsiteY2" fmla="*/ 95381 h 142187"/>
                <a:gd name="connsiteX3" fmla="*/ 21938 w 120708"/>
                <a:gd name="connsiteY3" fmla="*/ 55447 h 142187"/>
                <a:gd name="connsiteX4" fmla="*/ 115116 w 120708"/>
                <a:gd name="connsiteY4" fmla="*/ 55447 h 142187"/>
                <a:gd name="connsiteX5" fmla="*/ 102107 w 120708"/>
                <a:gd name="connsiteY5" fmla="*/ 17329 h 142187"/>
                <a:gd name="connsiteX6" fmla="*/ 63384 w 120708"/>
                <a:gd name="connsiteY6" fmla="*/ 85 h 142187"/>
                <a:gd name="connsiteX7" fmla="*/ 22543 w 120708"/>
                <a:gd name="connsiteY7" fmla="*/ 15816 h 142187"/>
                <a:gd name="connsiteX8" fmla="*/ 156 w 120708"/>
                <a:gd name="connsiteY8" fmla="*/ 74506 h 142187"/>
                <a:gd name="connsiteX9" fmla="*/ 56728 w 120708"/>
                <a:gd name="connsiteY9" fmla="*/ 142272 h 142187"/>
                <a:gd name="connsiteX10" fmla="*/ 120864 w 120708"/>
                <a:gd name="connsiteY10" fmla="*/ 91750 h 142187"/>
                <a:gd name="connsiteX11" fmla="*/ 116024 w 120708"/>
                <a:gd name="connsiteY11" fmla="*/ 89633 h 142187"/>
                <a:gd name="connsiteX12" fmla="*/ 22543 w 120708"/>
                <a:gd name="connsiteY12" fmla="*/ 45766 h 142187"/>
                <a:gd name="connsiteX13" fmla="*/ 54611 w 120708"/>
                <a:gd name="connsiteY13" fmla="*/ 10976 h 142187"/>
                <a:gd name="connsiteX14" fmla="*/ 84258 w 120708"/>
                <a:gd name="connsiteY14" fmla="*/ 45766 h 142187"/>
                <a:gd name="connsiteX15" fmla="*/ 22543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024" y="89633"/>
                  </a:moveTo>
                  <a:cubicBezTo>
                    <a:pt x="101502" y="112625"/>
                    <a:pt x="88494" y="121398"/>
                    <a:pt x="69132" y="121398"/>
                  </a:cubicBezTo>
                  <a:cubicBezTo>
                    <a:pt x="51888" y="121398"/>
                    <a:pt x="38879" y="112625"/>
                    <a:pt x="30106" y="95381"/>
                  </a:cubicBezTo>
                  <a:cubicBezTo>
                    <a:pt x="24660" y="83885"/>
                    <a:pt x="22543" y="73901"/>
                    <a:pt x="21938" y="55447"/>
                  </a:cubicBezTo>
                  <a:lnTo>
                    <a:pt x="115116" y="55447"/>
                  </a:lnTo>
                  <a:cubicBezTo>
                    <a:pt x="112696" y="35783"/>
                    <a:pt x="109670" y="27010"/>
                    <a:pt x="102107" y="17329"/>
                  </a:cubicBezTo>
                  <a:cubicBezTo>
                    <a:pt x="93032" y="6438"/>
                    <a:pt x="79115" y="85"/>
                    <a:pt x="63384" y="85"/>
                  </a:cubicBezTo>
                  <a:cubicBezTo>
                    <a:pt x="48258" y="85"/>
                    <a:pt x="34039" y="5530"/>
                    <a:pt x="22543" y="15816"/>
                  </a:cubicBezTo>
                  <a:cubicBezTo>
                    <a:pt x="8324" y="28220"/>
                    <a:pt x="156" y="49699"/>
                    <a:pt x="156" y="74506"/>
                  </a:cubicBezTo>
                  <a:cubicBezTo>
                    <a:pt x="156" y="116255"/>
                    <a:pt x="21938" y="142272"/>
                    <a:pt x="56728" y="142272"/>
                  </a:cubicBezTo>
                  <a:cubicBezTo>
                    <a:pt x="85468" y="142272"/>
                    <a:pt x="108158" y="124423"/>
                    <a:pt x="120864" y="91750"/>
                  </a:cubicBezTo>
                  <a:lnTo>
                    <a:pt x="116024" y="89633"/>
                  </a:lnTo>
                  <a:close/>
                  <a:moveTo>
                    <a:pt x="22543" y="45766"/>
                  </a:moveTo>
                  <a:cubicBezTo>
                    <a:pt x="25871" y="22169"/>
                    <a:pt x="36156" y="10976"/>
                    <a:pt x="54611" y="10976"/>
                  </a:cubicBezTo>
                  <a:cubicBezTo>
                    <a:pt x="73065" y="10976"/>
                    <a:pt x="80325" y="19446"/>
                    <a:pt x="84258" y="45766"/>
                  </a:cubicBezTo>
                  <a:lnTo>
                    <a:pt x="22543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6909DFC2-02C3-EAA3-554F-866966C27966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7428184" y="4981958"/>
              <a:ext cx="141885" cy="139162"/>
            </a:xfrm>
            <a:custGeom>
              <a:avLst/>
              <a:gdLst>
                <a:gd name="connsiteX0" fmla="*/ 160 w 141885"/>
                <a:gd name="connsiteY0" fmla="*/ 18841 h 139162"/>
                <a:gd name="connsiteX1" fmla="*/ 8328 w 141885"/>
                <a:gd name="connsiteY1" fmla="*/ 17631 h 139162"/>
                <a:gd name="connsiteX2" fmla="*/ 19522 w 141885"/>
                <a:gd name="connsiteY2" fmla="*/ 36993 h 139162"/>
                <a:gd name="connsiteX3" fmla="*/ 19522 w 141885"/>
                <a:gd name="connsiteY3" fmla="*/ 112020 h 139162"/>
                <a:gd name="connsiteX4" fmla="*/ 765 w 141885"/>
                <a:gd name="connsiteY4" fmla="*/ 134709 h 139162"/>
                <a:gd name="connsiteX5" fmla="*/ 765 w 141885"/>
                <a:gd name="connsiteY5" fmla="*/ 139247 h 139162"/>
                <a:gd name="connsiteX6" fmla="*/ 64901 w 141885"/>
                <a:gd name="connsiteY6" fmla="*/ 139247 h 139162"/>
                <a:gd name="connsiteX7" fmla="*/ 64901 w 141885"/>
                <a:gd name="connsiteY7" fmla="*/ 134709 h 139162"/>
                <a:gd name="connsiteX8" fmla="*/ 44934 w 141885"/>
                <a:gd name="connsiteY8" fmla="*/ 118978 h 139162"/>
                <a:gd name="connsiteX9" fmla="*/ 44934 w 141885"/>
                <a:gd name="connsiteY9" fmla="*/ 33968 h 139162"/>
                <a:gd name="connsiteX10" fmla="*/ 76094 w 141885"/>
                <a:gd name="connsiteY10" fmla="*/ 16724 h 139162"/>
                <a:gd name="connsiteX11" fmla="*/ 98179 w 141885"/>
                <a:gd name="connsiteY11" fmla="*/ 46069 h 139162"/>
                <a:gd name="connsiteX12" fmla="*/ 98179 w 141885"/>
                <a:gd name="connsiteY12" fmla="*/ 109297 h 139162"/>
                <a:gd name="connsiteX13" fmla="*/ 79120 w 141885"/>
                <a:gd name="connsiteY13" fmla="*/ 134709 h 139162"/>
                <a:gd name="connsiteX14" fmla="*/ 79120 w 141885"/>
                <a:gd name="connsiteY14" fmla="*/ 139247 h 139162"/>
                <a:gd name="connsiteX15" fmla="*/ 142045 w 141885"/>
                <a:gd name="connsiteY15" fmla="*/ 139247 h 139162"/>
                <a:gd name="connsiteX16" fmla="*/ 142045 w 141885"/>
                <a:gd name="connsiteY16" fmla="*/ 134709 h 139162"/>
                <a:gd name="connsiteX17" fmla="*/ 123591 w 141885"/>
                <a:gd name="connsiteY17" fmla="*/ 114742 h 139162"/>
                <a:gd name="connsiteX18" fmla="*/ 123591 w 141885"/>
                <a:gd name="connsiteY18" fmla="*/ 45464 h 139162"/>
                <a:gd name="connsiteX19" fmla="*/ 87893 w 141885"/>
                <a:gd name="connsiteY19" fmla="*/ 85 h 139162"/>
                <a:gd name="connsiteX20" fmla="*/ 44027 w 141885"/>
                <a:gd name="connsiteY20" fmla="*/ 24589 h 139162"/>
                <a:gd name="connsiteX21" fmla="*/ 44027 w 141885"/>
                <a:gd name="connsiteY21" fmla="*/ 690 h 139162"/>
                <a:gd name="connsiteX22" fmla="*/ 41909 w 141885"/>
                <a:gd name="connsiteY22" fmla="*/ 85 h 139162"/>
                <a:gd name="connsiteX23" fmla="*/ 160 w 141885"/>
                <a:gd name="connsiteY23" fmla="*/ 13698 h 139162"/>
                <a:gd name="connsiteX24" fmla="*/ 160 w 141885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162">
                  <a:moveTo>
                    <a:pt x="160" y="18841"/>
                  </a:moveTo>
                  <a:cubicBezTo>
                    <a:pt x="1975" y="17934"/>
                    <a:pt x="5001" y="17631"/>
                    <a:pt x="8328" y="17631"/>
                  </a:cubicBezTo>
                  <a:cubicBezTo>
                    <a:pt x="16799" y="17631"/>
                    <a:pt x="19522" y="22169"/>
                    <a:pt x="19522" y="36993"/>
                  </a:cubicBezTo>
                  <a:lnTo>
                    <a:pt x="19522" y="112020"/>
                  </a:lnTo>
                  <a:cubicBezTo>
                    <a:pt x="19522" y="129264"/>
                    <a:pt x="16194" y="133499"/>
                    <a:pt x="765" y="134709"/>
                  </a:cubicBezTo>
                  <a:lnTo>
                    <a:pt x="765" y="139247"/>
                  </a:lnTo>
                  <a:lnTo>
                    <a:pt x="64901" y="139247"/>
                  </a:lnTo>
                  <a:lnTo>
                    <a:pt x="64901" y="134709"/>
                  </a:lnTo>
                  <a:cubicBezTo>
                    <a:pt x="49472" y="133499"/>
                    <a:pt x="44934" y="129869"/>
                    <a:pt x="44934" y="118978"/>
                  </a:cubicBezTo>
                  <a:lnTo>
                    <a:pt x="44934" y="33968"/>
                  </a:lnTo>
                  <a:cubicBezTo>
                    <a:pt x="59455" y="20354"/>
                    <a:pt x="66111" y="16724"/>
                    <a:pt x="76094" y="16724"/>
                  </a:cubicBezTo>
                  <a:cubicBezTo>
                    <a:pt x="90918" y="16724"/>
                    <a:pt x="98179" y="26102"/>
                    <a:pt x="98179" y="46069"/>
                  </a:cubicBezTo>
                  <a:lnTo>
                    <a:pt x="98179" y="109297"/>
                  </a:lnTo>
                  <a:cubicBezTo>
                    <a:pt x="98179" y="128356"/>
                    <a:pt x="94246" y="133499"/>
                    <a:pt x="79120" y="134709"/>
                  </a:cubicBezTo>
                  <a:lnTo>
                    <a:pt x="79120" y="139247"/>
                  </a:lnTo>
                  <a:lnTo>
                    <a:pt x="142045" y="139247"/>
                  </a:lnTo>
                  <a:lnTo>
                    <a:pt x="142045" y="134709"/>
                  </a:lnTo>
                  <a:cubicBezTo>
                    <a:pt x="127221" y="133196"/>
                    <a:pt x="123591" y="129566"/>
                    <a:pt x="123591" y="114742"/>
                  </a:cubicBezTo>
                  <a:lnTo>
                    <a:pt x="123591" y="45464"/>
                  </a:lnTo>
                  <a:cubicBezTo>
                    <a:pt x="123591" y="17026"/>
                    <a:pt x="110280" y="85"/>
                    <a:pt x="87893" y="85"/>
                  </a:cubicBezTo>
                  <a:cubicBezTo>
                    <a:pt x="73977" y="85"/>
                    <a:pt x="64598" y="5228"/>
                    <a:pt x="44027" y="24589"/>
                  </a:cubicBezTo>
                  <a:lnTo>
                    <a:pt x="44027" y="690"/>
                  </a:lnTo>
                  <a:lnTo>
                    <a:pt x="41909" y="85"/>
                  </a:lnTo>
                  <a:cubicBezTo>
                    <a:pt x="27085" y="5530"/>
                    <a:pt x="16799" y="8858"/>
                    <a:pt x="160" y="13698"/>
                  </a:cubicBezTo>
                  <a:lnTo>
                    <a:pt x="160" y="1884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5589C8F9-7951-2E42-0F54-E1D7395D2553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7579107" y="4945957"/>
              <a:ext cx="80472" cy="178188"/>
            </a:xfrm>
            <a:custGeom>
              <a:avLst/>
              <a:gdLst>
                <a:gd name="connsiteX0" fmla="*/ 73377 w 80472"/>
                <a:gd name="connsiteY0" fmla="*/ 39111 h 178188"/>
                <a:gd name="connsiteX1" fmla="*/ 42822 w 80472"/>
                <a:gd name="connsiteY1" fmla="*/ 39111 h 178188"/>
                <a:gd name="connsiteX2" fmla="*/ 42822 w 80472"/>
                <a:gd name="connsiteY2" fmla="*/ 4018 h 178188"/>
                <a:gd name="connsiteX3" fmla="*/ 40704 w 80472"/>
                <a:gd name="connsiteY3" fmla="*/ 85 h 178188"/>
                <a:gd name="connsiteX4" fmla="*/ 34653 w 80472"/>
                <a:gd name="connsiteY4" fmla="*/ 8555 h 178188"/>
                <a:gd name="connsiteX5" fmla="*/ 5308 w 80472"/>
                <a:gd name="connsiteY5" fmla="*/ 40926 h 178188"/>
                <a:gd name="connsiteX6" fmla="*/ 165 w 80472"/>
                <a:gd name="connsiteY6" fmla="*/ 46674 h 178188"/>
                <a:gd name="connsiteX7" fmla="*/ 1375 w 80472"/>
                <a:gd name="connsiteY7" fmla="*/ 48792 h 178188"/>
                <a:gd name="connsiteX8" fmla="*/ 17409 w 80472"/>
                <a:gd name="connsiteY8" fmla="*/ 48792 h 178188"/>
                <a:gd name="connsiteX9" fmla="*/ 17409 w 80472"/>
                <a:gd name="connsiteY9" fmla="*/ 139852 h 178188"/>
                <a:gd name="connsiteX10" fmla="*/ 44334 w 80472"/>
                <a:gd name="connsiteY10" fmla="*/ 178273 h 178188"/>
                <a:gd name="connsiteX11" fmla="*/ 80637 w 80472"/>
                <a:gd name="connsiteY11" fmla="*/ 155281 h 178188"/>
                <a:gd name="connsiteX12" fmla="*/ 76705 w 80472"/>
                <a:gd name="connsiteY12" fmla="*/ 151953 h 178188"/>
                <a:gd name="connsiteX13" fmla="*/ 58553 w 80472"/>
                <a:gd name="connsiteY13" fmla="*/ 162542 h 178188"/>
                <a:gd name="connsiteX14" fmla="*/ 42822 w 80472"/>
                <a:gd name="connsiteY14" fmla="*/ 135314 h 178188"/>
                <a:gd name="connsiteX15" fmla="*/ 42822 w 80472"/>
                <a:gd name="connsiteY15" fmla="*/ 48792 h 178188"/>
                <a:gd name="connsiteX16" fmla="*/ 73377 w 80472"/>
                <a:gd name="connsiteY16" fmla="*/ 48792 h 178188"/>
                <a:gd name="connsiteX17" fmla="*/ 73377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377" y="39111"/>
                  </a:moveTo>
                  <a:lnTo>
                    <a:pt x="42822" y="39111"/>
                  </a:lnTo>
                  <a:lnTo>
                    <a:pt x="42822" y="4018"/>
                  </a:lnTo>
                  <a:cubicBezTo>
                    <a:pt x="42822" y="992"/>
                    <a:pt x="42519" y="85"/>
                    <a:pt x="40704" y="85"/>
                  </a:cubicBezTo>
                  <a:cubicBezTo>
                    <a:pt x="38586" y="2807"/>
                    <a:pt x="36771" y="5530"/>
                    <a:pt x="34653" y="8555"/>
                  </a:cubicBezTo>
                  <a:cubicBezTo>
                    <a:pt x="23157" y="25194"/>
                    <a:pt x="10149" y="39716"/>
                    <a:pt x="5308" y="40926"/>
                  </a:cubicBezTo>
                  <a:cubicBezTo>
                    <a:pt x="1980" y="43044"/>
                    <a:pt x="165" y="45161"/>
                    <a:pt x="165" y="46674"/>
                  </a:cubicBezTo>
                  <a:cubicBezTo>
                    <a:pt x="165" y="47581"/>
                    <a:pt x="468" y="48186"/>
                    <a:pt x="1375" y="48792"/>
                  </a:cubicBezTo>
                  <a:lnTo>
                    <a:pt x="17409" y="48792"/>
                  </a:lnTo>
                  <a:lnTo>
                    <a:pt x="17409" y="139852"/>
                  </a:lnTo>
                  <a:cubicBezTo>
                    <a:pt x="17409" y="165264"/>
                    <a:pt x="26485" y="178273"/>
                    <a:pt x="44334" y="178273"/>
                  </a:cubicBezTo>
                  <a:cubicBezTo>
                    <a:pt x="59158" y="178273"/>
                    <a:pt x="70654" y="171012"/>
                    <a:pt x="80637" y="155281"/>
                  </a:cubicBezTo>
                  <a:lnTo>
                    <a:pt x="76705" y="151953"/>
                  </a:lnTo>
                  <a:cubicBezTo>
                    <a:pt x="70351" y="159516"/>
                    <a:pt x="65208" y="162542"/>
                    <a:pt x="58553" y="162542"/>
                  </a:cubicBezTo>
                  <a:cubicBezTo>
                    <a:pt x="47359" y="162542"/>
                    <a:pt x="42822" y="154373"/>
                    <a:pt x="42822" y="135314"/>
                  </a:cubicBezTo>
                  <a:lnTo>
                    <a:pt x="42822" y="48792"/>
                  </a:lnTo>
                  <a:lnTo>
                    <a:pt x="73377" y="48792"/>
                  </a:lnTo>
                  <a:lnTo>
                    <a:pt x="73377" y="3911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182C5D6C-2DCE-A413-8E5C-0287169F3971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7675018" y="4982260"/>
              <a:ext cx="89850" cy="141885"/>
            </a:xfrm>
            <a:custGeom>
              <a:avLst/>
              <a:gdLst>
                <a:gd name="connsiteX0" fmla="*/ 80035 w 89850"/>
                <a:gd name="connsiteY0" fmla="*/ 43951 h 141885"/>
                <a:gd name="connsiteX1" fmla="*/ 78825 w 89850"/>
                <a:gd name="connsiteY1" fmla="*/ 2807 h 141885"/>
                <a:gd name="connsiteX2" fmla="*/ 75497 w 89850"/>
                <a:gd name="connsiteY2" fmla="*/ 2807 h 141885"/>
                <a:gd name="connsiteX3" fmla="*/ 74892 w 89850"/>
                <a:gd name="connsiteY3" fmla="*/ 3412 h 141885"/>
                <a:gd name="connsiteX4" fmla="*/ 70657 w 89850"/>
                <a:gd name="connsiteY4" fmla="*/ 5833 h 141885"/>
                <a:gd name="connsiteX5" fmla="*/ 62489 w 89850"/>
                <a:gd name="connsiteY5" fmla="*/ 3715 h 141885"/>
                <a:gd name="connsiteX6" fmla="*/ 41312 w 89850"/>
                <a:gd name="connsiteY6" fmla="*/ 85 h 141885"/>
                <a:gd name="connsiteX7" fmla="*/ 168 w 89850"/>
                <a:gd name="connsiteY7" fmla="*/ 37295 h 141885"/>
                <a:gd name="connsiteX8" fmla="*/ 35564 w 89850"/>
                <a:gd name="connsiteY8" fmla="*/ 80859 h 141885"/>
                <a:gd name="connsiteX9" fmla="*/ 53110 w 89850"/>
                <a:gd name="connsiteY9" fmla="*/ 90843 h 141885"/>
                <a:gd name="connsiteX10" fmla="*/ 68842 w 89850"/>
                <a:gd name="connsiteY10" fmla="*/ 113532 h 141885"/>
                <a:gd name="connsiteX11" fmla="*/ 43732 w 89850"/>
                <a:gd name="connsiteY11" fmla="*/ 135314 h 141885"/>
                <a:gd name="connsiteX12" fmla="*/ 18320 w 89850"/>
                <a:gd name="connsiteY12" fmla="*/ 124726 h 141885"/>
                <a:gd name="connsiteX13" fmla="*/ 5311 w 89850"/>
                <a:gd name="connsiteY13" fmla="*/ 92960 h 141885"/>
                <a:gd name="connsiteX14" fmla="*/ 471 w 89850"/>
                <a:gd name="connsiteY14" fmla="*/ 92960 h 141885"/>
                <a:gd name="connsiteX15" fmla="*/ 471 w 89850"/>
                <a:gd name="connsiteY15" fmla="*/ 140155 h 141885"/>
                <a:gd name="connsiteX16" fmla="*/ 4403 w 89850"/>
                <a:gd name="connsiteY16" fmla="*/ 140155 h 141885"/>
                <a:gd name="connsiteX17" fmla="*/ 11361 w 89850"/>
                <a:gd name="connsiteY17" fmla="*/ 136524 h 141885"/>
                <a:gd name="connsiteX18" fmla="*/ 25278 w 89850"/>
                <a:gd name="connsiteY18" fmla="*/ 138944 h 141885"/>
                <a:gd name="connsiteX19" fmla="*/ 47362 w 89850"/>
                <a:gd name="connsiteY19" fmla="*/ 141970 h 141885"/>
                <a:gd name="connsiteX20" fmla="*/ 90018 w 89850"/>
                <a:gd name="connsiteY20" fmla="*/ 103246 h 141885"/>
                <a:gd name="connsiteX21" fmla="*/ 64606 w 89850"/>
                <a:gd name="connsiteY21" fmla="*/ 67246 h 141885"/>
                <a:gd name="connsiteX22" fmla="*/ 31933 w 89850"/>
                <a:gd name="connsiteY22" fmla="*/ 47884 h 141885"/>
                <a:gd name="connsiteX23" fmla="*/ 18925 w 89850"/>
                <a:gd name="connsiteY23" fmla="*/ 27312 h 141885"/>
                <a:gd name="connsiteX24" fmla="*/ 42219 w 89850"/>
                <a:gd name="connsiteY24" fmla="*/ 6740 h 141885"/>
                <a:gd name="connsiteX25" fmla="*/ 75497 w 89850"/>
                <a:gd name="connsiteY25" fmla="*/ 43951 h 141885"/>
                <a:gd name="connsiteX26" fmla="*/ 80035 w 89850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50" h="141885">
                  <a:moveTo>
                    <a:pt x="80035" y="43951"/>
                  </a:moveTo>
                  <a:lnTo>
                    <a:pt x="78825" y="2807"/>
                  </a:lnTo>
                  <a:lnTo>
                    <a:pt x="75497" y="2807"/>
                  </a:lnTo>
                  <a:lnTo>
                    <a:pt x="74892" y="3412"/>
                  </a:lnTo>
                  <a:cubicBezTo>
                    <a:pt x="72169" y="5530"/>
                    <a:pt x="71867" y="5833"/>
                    <a:pt x="70657" y="5833"/>
                  </a:cubicBezTo>
                  <a:cubicBezTo>
                    <a:pt x="68842" y="5833"/>
                    <a:pt x="65816" y="5228"/>
                    <a:pt x="62489" y="3715"/>
                  </a:cubicBezTo>
                  <a:cubicBezTo>
                    <a:pt x="55833" y="1295"/>
                    <a:pt x="49177" y="85"/>
                    <a:pt x="41312" y="85"/>
                  </a:cubicBezTo>
                  <a:cubicBezTo>
                    <a:pt x="17412" y="85"/>
                    <a:pt x="168" y="15514"/>
                    <a:pt x="168" y="37295"/>
                  </a:cubicBezTo>
                  <a:cubicBezTo>
                    <a:pt x="168" y="54237"/>
                    <a:pt x="9849" y="66338"/>
                    <a:pt x="35564" y="80859"/>
                  </a:cubicBezTo>
                  <a:lnTo>
                    <a:pt x="53110" y="90843"/>
                  </a:lnTo>
                  <a:cubicBezTo>
                    <a:pt x="63699" y="96893"/>
                    <a:pt x="68842" y="104154"/>
                    <a:pt x="68842" y="113532"/>
                  </a:cubicBezTo>
                  <a:cubicBezTo>
                    <a:pt x="68842" y="126843"/>
                    <a:pt x="59161" y="135314"/>
                    <a:pt x="43732" y="135314"/>
                  </a:cubicBezTo>
                  <a:cubicBezTo>
                    <a:pt x="33446" y="135314"/>
                    <a:pt x="24068" y="131381"/>
                    <a:pt x="18320" y="124726"/>
                  </a:cubicBezTo>
                  <a:cubicBezTo>
                    <a:pt x="11967" y="117163"/>
                    <a:pt x="9244" y="110204"/>
                    <a:pt x="5311" y="92960"/>
                  </a:cubicBezTo>
                  <a:lnTo>
                    <a:pt x="471" y="92960"/>
                  </a:lnTo>
                  <a:lnTo>
                    <a:pt x="471" y="140155"/>
                  </a:lnTo>
                  <a:lnTo>
                    <a:pt x="4403" y="140155"/>
                  </a:lnTo>
                  <a:cubicBezTo>
                    <a:pt x="6521" y="137129"/>
                    <a:pt x="7731" y="136524"/>
                    <a:pt x="11361" y="136524"/>
                  </a:cubicBezTo>
                  <a:cubicBezTo>
                    <a:pt x="14084" y="136524"/>
                    <a:pt x="18320" y="137129"/>
                    <a:pt x="25278" y="138944"/>
                  </a:cubicBezTo>
                  <a:cubicBezTo>
                    <a:pt x="33748" y="140760"/>
                    <a:pt x="41917" y="141970"/>
                    <a:pt x="47362" y="141970"/>
                  </a:cubicBezTo>
                  <a:cubicBezTo>
                    <a:pt x="70657" y="141970"/>
                    <a:pt x="90018" y="124423"/>
                    <a:pt x="90018" y="103246"/>
                  </a:cubicBezTo>
                  <a:cubicBezTo>
                    <a:pt x="90018" y="88120"/>
                    <a:pt x="82758" y="78137"/>
                    <a:pt x="64606" y="67246"/>
                  </a:cubicBezTo>
                  <a:lnTo>
                    <a:pt x="31933" y="47884"/>
                  </a:lnTo>
                  <a:cubicBezTo>
                    <a:pt x="23463" y="43044"/>
                    <a:pt x="18925" y="35480"/>
                    <a:pt x="18925" y="27312"/>
                  </a:cubicBezTo>
                  <a:cubicBezTo>
                    <a:pt x="18925" y="15211"/>
                    <a:pt x="28303" y="6740"/>
                    <a:pt x="42219" y="6740"/>
                  </a:cubicBezTo>
                  <a:cubicBezTo>
                    <a:pt x="59463" y="6740"/>
                    <a:pt x="68539" y="17026"/>
                    <a:pt x="75497" y="43951"/>
                  </a:cubicBezTo>
                  <a:lnTo>
                    <a:pt x="80035" y="4395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46B3A6BF-623C-A2E8-894C-71FCF67EB37D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7864820" y="4981958"/>
              <a:ext cx="122523" cy="142187"/>
            </a:xfrm>
            <a:custGeom>
              <a:avLst/>
              <a:gdLst>
                <a:gd name="connsiteX0" fmla="*/ 122698 w 122523"/>
                <a:gd name="connsiteY0" fmla="*/ 119280 h 142187"/>
                <a:gd name="connsiteX1" fmla="*/ 109386 w 122523"/>
                <a:gd name="connsiteY1" fmla="*/ 125028 h 142187"/>
                <a:gd name="connsiteX2" fmla="*/ 100311 w 122523"/>
                <a:gd name="connsiteY2" fmla="*/ 107482 h 142187"/>
                <a:gd name="connsiteX3" fmla="*/ 100311 w 122523"/>
                <a:gd name="connsiteY3" fmla="*/ 48489 h 142187"/>
                <a:gd name="connsiteX4" fmla="*/ 94260 w 122523"/>
                <a:gd name="connsiteY4" fmla="*/ 16724 h 142187"/>
                <a:gd name="connsiteX5" fmla="*/ 56747 w 122523"/>
                <a:gd name="connsiteY5" fmla="*/ 85 h 142187"/>
                <a:gd name="connsiteX6" fmla="*/ 5922 w 122523"/>
                <a:gd name="connsiteY6" fmla="*/ 33968 h 142187"/>
                <a:gd name="connsiteX7" fmla="*/ 18931 w 122523"/>
                <a:gd name="connsiteY7" fmla="*/ 46976 h 142187"/>
                <a:gd name="connsiteX8" fmla="*/ 32545 w 122523"/>
                <a:gd name="connsiteY8" fmla="*/ 34270 h 142187"/>
                <a:gd name="connsiteX9" fmla="*/ 31940 w 122523"/>
                <a:gd name="connsiteY9" fmla="*/ 29430 h 142187"/>
                <a:gd name="connsiteX10" fmla="*/ 31032 w 122523"/>
                <a:gd name="connsiteY10" fmla="*/ 22169 h 142187"/>
                <a:gd name="connsiteX11" fmla="*/ 52814 w 122523"/>
                <a:gd name="connsiteY11" fmla="*/ 7345 h 142187"/>
                <a:gd name="connsiteX12" fmla="*/ 75806 w 122523"/>
                <a:gd name="connsiteY12" fmla="*/ 32455 h 142187"/>
                <a:gd name="connsiteX13" fmla="*/ 75806 w 122523"/>
                <a:gd name="connsiteY13" fmla="*/ 50909 h 142187"/>
                <a:gd name="connsiteX14" fmla="*/ 11065 w 122523"/>
                <a:gd name="connsiteY14" fmla="*/ 83582 h 142187"/>
                <a:gd name="connsiteX15" fmla="*/ 174 w 122523"/>
                <a:gd name="connsiteY15" fmla="*/ 109902 h 142187"/>
                <a:gd name="connsiteX16" fmla="*/ 31940 w 122523"/>
                <a:gd name="connsiteY16" fmla="*/ 142272 h 142187"/>
                <a:gd name="connsiteX17" fmla="*/ 76109 w 122523"/>
                <a:gd name="connsiteY17" fmla="*/ 120188 h 142187"/>
                <a:gd name="connsiteX18" fmla="*/ 95470 w 122523"/>
                <a:gd name="connsiteY18" fmla="*/ 142272 h 142187"/>
                <a:gd name="connsiteX19" fmla="*/ 122698 w 122523"/>
                <a:gd name="connsiteY19" fmla="*/ 127146 h 142187"/>
                <a:gd name="connsiteX20" fmla="*/ 122698 w 122523"/>
                <a:gd name="connsiteY20" fmla="*/ 119280 h 142187"/>
                <a:gd name="connsiteX21" fmla="*/ 75806 w 122523"/>
                <a:gd name="connsiteY21" fmla="*/ 102036 h 142187"/>
                <a:gd name="connsiteX22" fmla="*/ 67940 w 122523"/>
                <a:gd name="connsiteY22" fmla="*/ 117768 h 142187"/>
                <a:gd name="connsiteX23" fmla="*/ 45856 w 122523"/>
                <a:gd name="connsiteY23" fmla="*/ 124726 h 142187"/>
                <a:gd name="connsiteX24" fmla="*/ 26797 w 122523"/>
                <a:gd name="connsiteY24" fmla="*/ 101431 h 142187"/>
                <a:gd name="connsiteX25" fmla="*/ 26797 w 122523"/>
                <a:gd name="connsiteY25" fmla="*/ 100221 h 142187"/>
                <a:gd name="connsiteX26" fmla="*/ 75806 w 122523"/>
                <a:gd name="connsiteY26" fmla="*/ 58170 h 142187"/>
                <a:gd name="connsiteX27" fmla="*/ 75806 w 122523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42187">
                  <a:moveTo>
                    <a:pt x="122698" y="119280"/>
                  </a:moveTo>
                  <a:cubicBezTo>
                    <a:pt x="117555" y="123516"/>
                    <a:pt x="113924" y="125028"/>
                    <a:pt x="109386" y="125028"/>
                  </a:cubicBezTo>
                  <a:cubicBezTo>
                    <a:pt x="102428" y="125028"/>
                    <a:pt x="100311" y="120793"/>
                    <a:pt x="100311" y="107482"/>
                  </a:cubicBezTo>
                  <a:lnTo>
                    <a:pt x="100311" y="48489"/>
                  </a:lnTo>
                  <a:cubicBezTo>
                    <a:pt x="100311" y="32758"/>
                    <a:pt x="98798" y="23984"/>
                    <a:pt x="94260" y="16724"/>
                  </a:cubicBezTo>
                  <a:cubicBezTo>
                    <a:pt x="87605" y="5833"/>
                    <a:pt x="74596" y="85"/>
                    <a:pt x="56747" y="85"/>
                  </a:cubicBezTo>
                  <a:cubicBezTo>
                    <a:pt x="28309" y="85"/>
                    <a:pt x="5922" y="14908"/>
                    <a:pt x="5922" y="33968"/>
                  </a:cubicBezTo>
                  <a:cubicBezTo>
                    <a:pt x="5922" y="40926"/>
                    <a:pt x="11973" y="46976"/>
                    <a:pt x="18931" y="46976"/>
                  </a:cubicBezTo>
                  <a:cubicBezTo>
                    <a:pt x="26192" y="46976"/>
                    <a:pt x="32545" y="40926"/>
                    <a:pt x="32545" y="34270"/>
                  </a:cubicBezTo>
                  <a:cubicBezTo>
                    <a:pt x="32545" y="33060"/>
                    <a:pt x="32242" y="31547"/>
                    <a:pt x="31940" y="29430"/>
                  </a:cubicBezTo>
                  <a:cubicBezTo>
                    <a:pt x="31335" y="26707"/>
                    <a:pt x="31032" y="24287"/>
                    <a:pt x="31032" y="22169"/>
                  </a:cubicBezTo>
                  <a:cubicBezTo>
                    <a:pt x="31032" y="14001"/>
                    <a:pt x="40713" y="7345"/>
                    <a:pt x="52814" y="7345"/>
                  </a:cubicBezTo>
                  <a:cubicBezTo>
                    <a:pt x="67638" y="7345"/>
                    <a:pt x="75806" y="16119"/>
                    <a:pt x="75806" y="32455"/>
                  </a:cubicBezTo>
                  <a:lnTo>
                    <a:pt x="75806" y="50909"/>
                  </a:lnTo>
                  <a:cubicBezTo>
                    <a:pt x="29217" y="69666"/>
                    <a:pt x="24074" y="72086"/>
                    <a:pt x="11065" y="83582"/>
                  </a:cubicBezTo>
                  <a:cubicBezTo>
                    <a:pt x="4410" y="89633"/>
                    <a:pt x="174" y="99919"/>
                    <a:pt x="174" y="109902"/>
                  </a:cubicBezTo>
                  <a:cubicBezTo>
                    <a:pt x="174" y="128961"/>
                    <a:pt x="13485" y="142272"/>
                    <a:pt x="31940" y="142272"/>
                  </a:cubicBezTo>
                  <a:cubicBezTo>
                    <a:pt x="45251" y="142272"/>
                    <a:pt x="57654" y="135919"/>
                    <a:pt x="76109" y="120188"/>
                  </a:cubicBezTo>
                  <a:cubicBezTo>
                    <a:pt x="77621" y="135919"/>
                    <a:pt x="83067" y="142272"/>
                    <a:pt x="95470" y="142272"/>
                  </a:cubicBezTo>
                  <a:cubicBezTo>
                    <a:pt x="105756" y="142272"/>
                    <a:pt x="112109" y="138642"/>
                    <a:pt x="122698" y="127146"/>
                  </a:cubicBezTo>
                  <a:lnTo>
                    <a:pt x="122698" y="119280"/>
                  </a:lnTo>
                  <a:close/>
                  <a:moveTo>
                    <a:pt x="75806" y="102036"/>
                  </a:moveTo>
                  <a:cubicBezTo>
                    <a:pt x="75806" y="111415"/>
                    <a:pt x="74293" y="114137"/>
                    <a:pt x="67940" y="117768"/>
                  </a:cubicBezTo>
                  <a:cubicBezTo>
                    <a:pt x="60680" y="122003"/>
                    <a:pt x="52209" y="124726"/>
                    <a:pt x="45856" y="124726"/>
                  </a:cubicBezTo>
                  <a:cubicBezTo>
                    <a:pt x="35267" y="124726"/>
                    <a:pt x="26797" y="114440"/>
                    <a:pt x="26797" y="101431"/>
                  </a:cubicBezTo>
                  <a:lnTo>
                    <a:pt x="26797" y="100221"/>
                  </a:lnTo>
                  <a:cubicBezTo>
                    <a:pt x="26797" y="82372"/>
                    <a:pt x="39200" y="71481"/>
                    <a:pt x="75806" y="58170"/>
                  </a:cubicBezTo>
                  <a:lnTo>
                    <a:pt x="75806" y="10203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1101F608-7F8B-1FD4-A110-0FDEFCAE4899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7993290" y="4981958"/>
              <a:ext cx="141885" cy="139162"/>
            </a:xfrm>
            <a:custGeom>
              <a:avLst/>
              <a:gdLst>
                <a:gd name="connsiteX0" fmla="*/ 179 w 141885"/>
                <a:gd name="connsiteY0" fmla="*/ 18841 h 139162"/>
                <a:gd name="connsiteX1" fmla="*/ 8347 w 141885"/>
                <a:gd name="connsiteY1" fmla="*/ 17631 h 139162"/>
                <a:gd name="connsiteX2" fmla="*/ 19540 w 141885"/>
                <a:gd name="connsiteY2" fmla="*/ 36993 h 139162"/>
                <a:gd name="connsiteX3" fmla="*/ 19540 w 141885"/>
                <a:gd name="connsiteY3" fmla="*/ 112020 h 139162"/>
                <a:gd name="connsiteX4" fmla="*/ 784 w 141885"/>
                <a:gd name="connsiteY4" fmla="*/ 134709 h 139162"/>
                <a:gd name="connsiteX5" fmla="*/ 784 w 141885"/>
                <a:gd name="connsiteY5" fmla="*/ 139247 h 139162"/>
                <a:gd name="connsiteX6" fmla="*/ 64919 w 141885"/>
                <a:gd name="connsiteY6" fmla="*/ 139247 h 139162"/>
                <a:gd name="connsiteX7" fmla="*/ 64919 w 141885"/>
                <a:gd name="connsiteY7" fmla="*/ 134709 h 139162"/>
                <a:gd name="connsiteX8" fmla="*/ 44953 w 141885"/>
                <a:gd name="connsiteY8" fmla="*/ 118978 h 139162"/>
                <a:gd name="connsiteX9" fmla="*/ 44953 w 141885"/>
                <a:gd name="connsiteY9" fmla="*/ 33968 h 139162"/>
                <a:gd name="connsiteX10" fmla="*/ 76113 w 141885"/>
                <a:gd name="connsiteY10" fmla="*/ 16724 h 139162"/>
                <a:gd name="connsiteX11" fmla="*/ 98197 w 141885"/>
                <a:gd name="connsiteY11" fmla="*/ 46069 h 139162"/>
                <a:gd name="connsiteX12" fmla="*/ 98197 w 141885"/>
                <a:gd name="connsiteY12" fmla="*/ 109297 h 139162"/>
                <a:gd name="connsiteX13" fmla="*/ 79138 w 141885"/>
                <a:gd name="connsiteY13" fmla="*/ 134709 h 139162"/>
                <a:gd name="connsiteX14" fmla="*/ 79138 w 141885"/>
                <a:gd name="connsiteY14" fmla="*/ 139247 h 139162"/>
                <a:gd name="connsiteX15" fmla="*/ 142064 w 141885"/>
                <a:gd name="connsiteY15" fmla="*/ 139247 h 139162"/>
                <a:gd name="connsiteX16" fmla="*/ 142064 w 141885"/>
                <a:gd name="connsiteY16" fmla="*/ 134709 h 139162"/>
                <a:gd name="connsiteX17" fmla="*/ 123610 w 141885"/>
                <a:gd name="connsiteY17" fmla="*/ 114742 h 139162"/>
                <a:gd name="connsiteX18" fmla="*/ 123610 w 141885"/>
                <a:gd name="connsiteY18" fmla="*/ 45464 h 139162"/>
                <a:gd name="connsiteX19" fmla="*/ 87912 w 141885"/>
                <a:gd name="connsiteY19" fmla="*/ 85 h 139162"/>
                <a:gd name="connsiteX20" fmla="*/ 44045 w 141885"/>
                <a:gd name="connsiteY20" fmla="*/ 24589 h 139162"/>
                <a:gd name="connsiteX21" fmla="*/ 44045 w 141885"/>
                <a:gd name="connsiteY21" fmla="*/ 690 h 139162"/>
                <a:gd name="connsiteX22" fmla="*/ 41927 w 141885"/>
                <a:gd name="connsiteY22" fmla="*/ 85 h 139162"/>
                <a:gd name="connsiteX23" fmla="*/ 179 w 141885"/>
                <a:gd name="connsiteY23" fmla="*/ 13698 h 139162"/>
                <a:gd name="connsiteX24" fmla="*/ 179 w 141885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162">
                  <a:moveTo>
                    <a:pt x="179" y="18841"/>
                  </a:moveTo>
                  <a:cubicBezTo>
                    <a:pt x="1994" y="17934"/>
                    <a:pt x="5019" y="17631"/>
                    <a:pt x="8347" y="17631"/>
                  </a:cubicBezTo>
                  <a:cubicBezTo>
                    <a:pt x="16818" y="17631"/>
                    <a:pt x="19540" y="22169"/>
                    <a:pt x="19540" y="36993"/>
                  </a:cubicBezTo>
                  <a:lnTo>
                    <a:pt x="19540" y="112020"/>
                  </a:lnTo>
                  <a:cubicBezTo>
                    <a:pt x="19540" y="129264"/>
                    <a:pt x="16213" y="133499"/>
                    <a:pt x="784" y="134709"/>
                  </a:cubicBezTo>
                  <a:lnTo>
                    <a:pt x="784" y="139247"/>
                  </a:lnTo>
                  <a:lnTo>
                    <a:pt x="64919" y="139247"/>
                  </a:lnTo>
                  <a:lnTo>
                    <a:pt x="64919" y="134709"/>
                  </a:lnTo>
                  <a:cubicBezTo>
                    <a:pt x="49491" y="133499"/>
                    <a:pt x="44953" y="129869"/>
                    <a:pt x="44953" y="118978"/>
                  </a:cubicBezTo>
                  <a:lnTo>
                    <a:pt x="44953" y="33968"/>
                  </a:lnTo>
                  <a:cubicBezTo>
                    <a:pt x="59474" y="20354"/>
                    <a:pt x="66130" y="16724"/>
                    <a:pt x="76113" y="16724"/>
                  </a:cubicBezTo>
                  <a:cubicBezTo>
                    <a:pt x="90937" y="16724"/>
                    <a:pt x="98197" y="26102"/>
                    <a:pt x="98197" y="46069"/>
                  </a:cubicBezTo>
                  <a:lnTo>
                    <a:pt x="98197" y="109297"/>
                  </a:lnTo>
                  <a:cubicBezTo>
                    <a:pt x="98197" y="128356"/>
                    <a:pt x="94265" y="133499"/>
                    <a:pt x="79138" y="134709"/>
                  </a:cubicBezTo>
                  <a:lnTo>
                    <a:pt x="79138" y="139247"/>
                  </a:lnTo>
                  <a:lnTo>
                    <a:pt x="142064" y="139247"/>
                  </a:lnTo>
                  <a:lnTo>
                    <a:pt x="142064" y="134709"/>
                  </a:lnTo>
                  <a:cubicBezTo>
                    <a:pt x="127240" y="133196"/>
                    <a:pt x="123610" y="129566"/>
                    <a:pt x="123610" y="114742"/>
                  </a:cubicBezTo>
                  <a:lnTo>
                    <a:pt x="123610" y="45464"/>
                  </a:lnTo>
                  <a:cubicBezTo>
                    <a:pt x="123610" y="17026"/>
                    <a:pt x="110299" y="85"/>
                    <a:pt x="87912" y="85"/>
                  </a:cubicBezTo>
                  <a:cubicBezTo>
                    <a:pt x="73995" y="85"/>
                    <a:pt x="64617" y="5228"/>
                    <a:pt x="44045" y="24589"/>
                  </a:cubicBezTo>
                  <a:lnTo>
                    <a:pt x="44045" y="690"/>
                  </a:lnTo>
                  <a:lnTo>
                    <a:pt x="41927" y="85"/>
                  </a:lnTo>
                  <a:cubicBezTo>
                    <a:pt x="27104" y="5530"/>
                    <a:pt x="16818" y="8858"/>
                    <a:pt x="179" y="13698"/>
                  </a:cubicBezTo>
                  <a:lnTo>
                    <a:pt x="179" y="1884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EC56146A-D94A-352A-F14D-D109B7F28A47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8227389" y="4981958"/>
              <a:ext cx="122523" cy="142187"/>
            </a:xfrm>
            <a:custGeom>
              <a:avLst/>
              <a:gdLst>
                <a:gd name="connsiteX0" fmla="*/ 122710 w 122523"/>
                <a:gd name="connsiteY0" fmla="*/ 119280 h 142187"/>
                <a:gd name="connsiteX1" fmla="*/ 109398 w 122523"/>
                <a:gd name="connsiteY1" fmla="*/ 125028 h 142187"/>
                <a:gd name="connsiteX2" fmla="*/ 100323 w 122523"/>
                <a:gd name="connsiteY2" fmla="*/ 107482 h 142187"/>
                <a:gd name="connsiteX3" fmla="*/ 100323 w 122523"/>
                <a:gd name="connsiteY3" fmla="*/ 48489 h 142187"/>
                <a:gd name="connsiteX4" fmla="*/ 94272 w 122523"/>
                <a:gd name="connsiteY4" fmla="*/ 16724 h 142187"/>
                <a:gd name="connsiteX5" fmla="*/ 56759 w 122523"/>
                <a:gd name="connsiteY5" fmla="*/ 85 h 142187"/>
                <a:gd name="connsiteX6" fmla="*/ 5934 w 122523"/>
                <a:gd name="connsiteY6" fmla="*/ 33968 h 142187"/>
                <a:gd name="connsiteX7" fmla="*/ 18943 w 122523"/>
                <a:gd name="connsiteY7" fmla="*/ 46976 h 142187"/>
                <a:gd name="connsiteX8" fmla="*/ 32557 w 122523"/>
                <a:gd name="connsiteY8" fmla="*/ 34270 h 142187"/>
                <a:gd name="connsiteX9" fmla="*/ 31952 w 122523"/>
                <a:gd name="connsiteY9" fmla="*/ 29430 h 142187"/>
                <a:gd name="connsiteX10" fmla="*/ 31044 w 122523"/>
                <a:gd name="connsiteY10" fmla="*/ 22169 h 142187"/>
                <a:gd name="connsiteX11" fmla="*/ 52826 w 122523"/>
                <a:gd name="connsiteY11" fmla="*/ 7345 h 142187"/>
                <a:gd name="connsiteX12" fmla="*/ 75818 w 122523"/>
                <a:gd name="connsiteY12" fmla="*/ 32455 h 142187"/>
                <a:gd name="connsiteX13" fmla="*/ 75818 w 122523"/>
                <a:gd name="connsiteY13" fmla="*/ 50909 h 142187"/>
                <a:gd name="connsiteX14" fmla="*/ 11077 w 122523"/>
                <a:gd name="connsiteY14" fmla="*/ 83582 h 142187"/>
                <a:gd name="connsiteX15" fmla="*/ 186 w 122523"/>
                <a:gd name="connsiteY15" fmla="*/ 109902 h 142187"/>
                <a:gd name="connsiteX16" fmla="*/ 31952 w 122523"/>
                <a:gd name="connsiteY16" fmla="*/ 142272 h 142187"/>
                <a:gd name="connsiteX17" fmla="*/ 76120 w 122523"/>
                <a:gd name="connsiteY17" fmla="*/ 120188 h 142187"/>
                <a:gd name="connsiteX18" fmla="*/ 95482 w 122523"/>
                <a:gd name="connsiteY18" fmla="*/ 142272 h 142187"/>
                <a:gd name="connsiteX19" fmla="*/ 122710 w 122523"/>
                <a:gd name="connsiteY19" fmla="*/ 127146 h 142187"/>
                <a:gd name="connsiteX20" fmla="*/ 122710 w 122523"/>
                <a:gd name="connsiteY20" fmla="*/ 119280 h 142187"/>
                <a:gd name="connsiteX21" fmla="*/ 75818 w 122523"/>
                <a:gd name="connsiteY21" fmla="*/ 102036 h 142187"/>
                <a:gd name="connsiteX22" fmla="*/ 67952 w 122523"/>
                <a:gd name="connsiteY22" fmla="*/ 117768 h 142187"/>
                <a:gd name="connsiteX23" fmla="*/ 45868 w 122523"/>
                <a:gd name="connsiteY23" fmla="*/ 124726 h 142187"/>
                <a:gd name="connsiteX24" fmla="*/ 26809 w 122523"/>
                <a:gd name="connsiteY24" fmla="*/ 101431 h 142187"/>
                <a:gd name="connsiteX25" fmla="*/ 26809 w 122523"/>
                <a:gd name="connsiteY25" fmla="*/ 100221 h 142187"/>
                <a:gd name="connsiteX26" fmla="*/ 75818 w 122523"/>
                <a:gd name="connsiteY26" fmla="*/ 58170 h 142187"/>
                <a:gd name="connsiteX27" fmla="*/ 75818 w 122523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42187">
                  <a:moveTo>
                    <a:pt x="122710" y="119280"/>
                  </a:moveTo>
                  <a:cubicBezTo>
                    <a:pt x="117567" y="123516"/>
                    <a:pt x="113936" y="125028"/>
                    <a:pt x="109398" y="125028"/>
                  </a:cubicBezTo>
                  <a:cubicBezTo>
                    <a:pt x="102440" y="125028"/>
                    <a:pt x="100323" y="120793"/>
                    <a:pt x="100323" y="107482"/>
                  </a:cubicBezTo>
                  <a:lnTo>
                    <a:pt x="100323" y="48489"/>
                  </a:lnTo>
                  <a:cubicBezTo>
                    <a:pt x="100323" y="32758"/>
                    <a:pt x="98810" y="23984"/>
                    <a:pt x="94272" y="16724"/>
                  </a:cubicBezTo>
                  <a:cubicBezTo>
                    <a:pt x="87616" y="5833"/>
                    <a:pt x="74608" y="85"/>
                    <a:pt x="56759" y="85"/>
                  </a:cubicBezTo>
                  <a:cubicBezTo>
                    <a:pt x="28321" y="85"/>
                    <a:pt x="5934" y="14908"/>
                    <a:pt x="5934" y="33968"/>
                  </a:cubicBezTo>
                  <a:cubicBezTo>
                    <a:pt x="5934" y="40926"/>
                    <a:pt x="11985" y="46976"/>
                    <a:pt x="18943" y="46976"/>
                  </a:cubicBezTo>
                  <a:cubicBezTo>
                    <a:pt x="26204" y="46976"/>
                    <a:pt x="32557" y="40926"/>
                    <a:pt x="32557" y="34270"/>
                  </a:cubicBezTo>
                  <a:cubicBezTo>
                    <a:pt x="32557" y="33060"/>
                    <a:pt x="32254" y="31547"/>
                    <a:pt x="31952" y="29430"/>
                  </a:cubicBezTo>
                  <a:cubicBezTo>
                    <a:pt x="31346" y="26707"/>
                    <a:pt x="31044" y="24287"/>
                    <a:pt x="31044" y="22169"/>
                  </a:cubicBezTo>
                  <a:cubicBezTo>
                    <a:pt x="31044" y="14001"/>
                    <a:pt x="40725" y="7345"/>
                    <a:pt x="52826" y="7345"/>
                  </a:cubicBezTo>
                  <a:cubicBezTo>
                    <a:pt x="67650" y="7345"/>
                    <a:pt x="75818" y="16119"/>
                    <a:pt x="75818" y="32455"/>
                  </a:cubicBezTo>
                  <a:lnTo>
                    <a:pt x="75818" y="50909"/>
                  </a:lnTo>
                  <a:cubicBezTo>
                    <a:pt x="29229" y="69666"/>
                    <a:pt x="24086" y="72086"/>
                    <a:pt x="11077" y="83582"/>
                  </a:cubicBezTo>
                  <a:cubicBezTo>
                    <a:pt x="4422" y="89633"/>
                    <a:pt x="186" y="99919"/>
                    <a:pt x="186" y="109902"/>
                  </a:cubicBezTo>
                  <a:cubicBezTo>
                    <a:pt x="186" y="128961"/>
                    <a:pt x="13497" y="142272"/>
                    <a:pt x="31952" y="142272"/>
                  </a:cubicBezTo>
                  <a:cubicBezTo>
                    <a:pt x="45263" y="142272"/>
                    <a:pt x="57666" y="135919"/>
                    <a:pt x="76120" y="120188"/>
                  </a:cubicBezTo>
                  <a:cubicBezTo>
                    <a:pt x="77633" y="135919"/>
                    <a:pt x="83079" y="142272"/>
                    <a:pt x="95482" y="142272"/>
                  </a:cubicBezTo>
                  <a:cubicBezTo>
                    <a:pt x="105768" y="142272"/>
                    <a:pt x="112121" y="138642"/>
                    <a:pt x="122710" y="127146"/>
                  </a:cubicBezTo>
                  <a:lnTo>
                    <a:pt x="122710" y="119280"/>
                  </a:lnTo>
                  <a:close/>
                  <a:moveTo>
                    <a:pt x="75818" y="102036"/>
                  </a:moveTo>
                  <a:cubicBezTo>
                    <a:pt x="75818" y="111415"/>
                    <a:pt x="74305" y="114137"/>
                    <a:pt x="67952" y="117768"/>
                  </a:cubicBezTo>
                  <a:cubicBezTo>
                    <a:pt x="60692" y="122003"/>
                    <a:pt x="52221" y="124726"/>
                    <a:pt x="45868" y="124726"/>
                  </a:cubicBezTo>
                  <a:cubicBezTo>
                    <a:pt x="35279" y="124726"/>
                    <a:pt x="26809" y="114440"/>
                    <a:pt x="26809" y="101431"/>
                  </a:cubicBezTo>
                  <a:lnTo>
                    <a:pt x="26809" y="100221"/>
                  </a:lnTo>
                  <a:cubicBezTo>
                    <a:pt x="26809" y="82372"/>
                    <a:pt x="39212" y="71481"/>
                    <a:pt x="75818" y="58170"/>
                  </a:cubicBezTo>
                  <a:lnTo>
                    <a:pt x="75818" y="10203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082455C3-7288-93B5-5295-EC427A683BA5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8351927" y="4914494"/>
              <a:ext cx="140674" cy="209651"/>
            </a:xfrm>
            <a:custGeom>
              <a:avLst/>
              <a:gdLst>
                <a:gd name="connsiteX0" fmla="*/ 45570 w 140674"/>
                <a:gd name="connsiteY0" fmla="*/ 690 h 209651"/>
                <a:gd name="connsiteX1" fmla="*/ 44057 w 140674"/>
                <a:gd name="connsiteY1" fmla="*/ 85 h 209651"/>
                <a:gd name="connsiteX2" fmla="*/ 8964 w 140674"/>
                <a:gd name="connsiteY2" fmla="*/ 10976 h 209651"/>
                <a:gd name="connsiteX3" fmla="*/ 191 w 140674"/>
                <a:gd name="connsiteY3" fmla="*/ 13396 h 209651"/>
                <a:gd name="connsiteX4" fmla="*/ 191 w 140674"/>
                <a:gd name="connsiteY4" fmla="*/ 18236 h 209651"/>
                <a:gd name="connsiteX5" fmla="*/ 5334 w 140674"/>
                <a:gd name="connsiteY5" fmla="*/ 17934 h 209651"/>
                <a:gd name="connsiteX6" fmla="*/ 20157 w 140674"/>
                <a:gd name="connsiteY6" fmla="*/ 33363 h 209651"/>
                <a:gd name="connsiteX7" fmla="*/ 20157 w 140674"/>
                <a:gd name="connsiteY7" fmla="*/ 190374 h 209651"/>
                <a:gd name="connsiteX8" fmla="*/ 70074 w 140674"/>
                <a:gd name="connsiteY8" fmla="*/ 209736 h 209651"/>
                <a:gd name="connsiteX9" fmla="*/ 140866 w 140674"/>
                <a:gd name="connsiteY9" fmla="*/ 133196 h 209651"/>
                <a:gd name="connsiteX10" fmla="*/ 87621 w 140674"/>
                <a:gd name="connsiteY10" fmla="*/ 67548 h 209651"/>
                <a:gd name="connsiteX11" fmla="*/ 45570 w 140674"/>
                <a:gd name="connsiteY11" fmla="*/ 93263 h 209651"/>
                <a:gd name="connsiteX12" fmla="*/ 45570 w 140674"/>
                <a:gd name="connsiteY12" fmla="*/ 690 h 209651"/>
                <a:gd name="connsiteX13" fmla="*/ 45570 w 140674"/>
                <a:gd name="connsiteY13" fmla="*/ 109297 h 209651"/>
                <a:gd name="connsiteX14" fmla="*/ 75520 w 140674"/>
                <a:gd name="connsiteY14" fmla="*/ 86607 h 209651"/>
                <a:gd name="connsiteX15" fmla="*/ 114243 w 140674"/>
                <a:gd name="connsiteY15" fmla="*/ 147113 h 209651"/>
                <a:gd name="connsiteX16" fmla="*/ 74915 w 140674"/>
                <a:gd name="connsiteY16" fmla="*/ 200055 h 209651"/>
                <a:gd name="connsiteX17" fmla="*/ 45570 w 140674"/>
                <a:gd name="connsiteY17" fmla="*/ 185534 h 209651"/>
                <a:gd name="connsiteX18" fmla="*/ 45570 w 140674"/>
                <a:gd name="connsiteY18" fmla="*/ 109297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674" h="209651">
                  <a:moveTo>
                    <a:pt x="45570" y="690"/>
                  </a:moveTo>
                  <a:lnTo>
                    <a:pt x="44057" y="85"/>
                  </a:lnTo>
                  <a:cubicBezTo>
                    <a:pt x="31351" y="4623"/>
                    <a:pt x="23183" y="7043"/>
                    <a:pt x="8964" y="10976"/>
                  </a:cubicBezTo>
                  <a:lnTo>
                    <a:pt x="191" y="13396"/>
                  </a:lnTo>
                  <a:lnTo>
                    <a:pt x="191" y="18236"/>
                  </a:lnTo>
                  <a:cubicBezTo>
                    <a:pt x="2006" y="17934"/>
                    <a:pt x="3216" y="17934"/>
                    <a:pt x="5334" y="17934"/>
                  </a:cubicBezTo>
                  <a:cubicBezTo>
                    <a:pt x="17435" y="17934"/>
                    <a:pt x="20157" y="20657"/>
                    <a:pt x="20157" y="33363"/>
                  </a:cubicBezTo>
                  <a:lnTo>
                    <a:pt x="20157" y="190374"/>
                  </a:lnTo>
                  <a:cubicBezTo>
                    <a:pt x="20157" y="199752"/>
                    <a:pt x="45872" y="209736"/>
                    <a:pt x="70074" y="209736"/>
                  </a:cubicBezTo>
                  <a:cubicBezTo>
                    <a:pt x="110008" y="209736"/>
                    <a:pt x="140866" y="176458"/>
                    <a:pt x="140866" y="133196"/>
                  </a:cubicBezTo>
                  <a:cubicBezTo>
                    <a:pt x="140866" y="95986"/>
                    <a:pt x="117874" y="67548"/>
                    <a:pt x="87621" y="67548"/>
                  </a:cubicBezTo>
                  <a:cubicBezTo>
                    <a:pt x="69167" y="67548"/>
                    <a:pt x="51620" y="78439"/>
                    <a:pt x="45570" y="93263"/>
                  </a:cubicBezTo>
                  <a:lnTo>
                    <a:pt x="45570" y="690"/>
                  </a:lnTo>
                  <a:close/>
                  <a:moveTo>
                    <a:pt x="45570" y="109297"/>
                  </a:moveTo>
                  <a:cubicBezTo>
                    <a:pt x="45570" y="97498"/>
                    <a:pt x="59788" y="86607"/>
                    <a:pt x="75520" y="86607"/>
                  </a:cubicBezTo>
                  <a:cubicBezTo>
                    <a:pt x="99117" y="86607"/>
                    <a:pt x="114243" y="110204"/>
                    <a:pt x="114243" y="147113"/>
                  </a:cubicBezTo>
                  <a:cubicBezTo>
                    <a:pt x="114243" y="180693"/>
                    <a:pt x="99722" y="200055"/>
                    <a:pt x="74915" y="200055"/>
                  </a:cubicBezTo>
                  <a:cubicBezTo>
                    <a:pt x="59183" y="200055"/>
                    <a:pt x="45570" y="193097"/>
                    <a:pt x="45570" y="185534"/>
                  </a:cubicBezTo>
                  <a:lnTo>
                    <a:pt x="45570" y="109297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871FF6CD-B446-D96F-DD67-9E4C6B74EB6E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8518279" y="4982260"/>
              <a:ext cx="89850" cy="141885"/>
            </a:xfrm>
            <a:custGeom>
              <a:avLst/>
              <a:gdLst>
                <a:gd name="connsiteX0" fmla="*/ 80063 w 89850"/>
                <a:gd name="connsiteY0" fmla="*/ 43951 h 141885"/>
                <a:gd name="connsiteX1" fmla="*/ 78853 w 89850"/>
                <a:gd name="connsiteY1" fmla="*/ 2807 h 141885"/>
                <a:gd name="connsiteX2" fmla="*/ 75525 w 89850"/>
                <a:gd name="connsiteY2" fmla="*/ 2807 h 141885"/>
                <a:gd name="connsiteX3" fmla="*/ 74920 w 89850"/>
                <a:gd name="connsiteY3" fmla="*/ 3412 h 141885"/>
                <a:gd name="connsiteX4" fmla="*/ 70684 w 89850"/>
                <a:gd name="connsiteY4" fmla="*/ 5833 h 141885"/>
                <a:gd name="connsiteX5" fmla="*/ 62516 w 89850"/>
                <a:gd name="connsiteY5" fmla="*/ 3715 h 141885"/>
                <a:gd name="connsiteX6" fmla="*/ 41339 w 89850"/>
                <a:gd name="connsiteY6" fmla="*/ 85 h 141885"/>
                <a:gd name="connsiteX7" fmla="*/ 196 w 89850"/>
                <a:gd name="connsiteY7" fmla="*/ 37295 h 141885"/>
                <a:gd name="connsiteX8" fmla="*/ 35591 w 89850"/>
                <a:gd name="connsiteY8" fmla="*/ 80859 h 141885"/>
                <a:gd name="connsiteX9" fmla="*/ 53138 w 89850"/>
                <a:gd name="connsiteY9" fmla="*/ 90843 h 141885"/>
                <a:gd name="connsiteX10" fmla="*/ 68869 w 89850"/>
                <a:gd name="connsiteY10" fmla="*/ 113532 h 141885"/>
                <a:gd name="connsiteX11" fmla="*/ 43760 w 89850"/>
                <a:gd name="connsiteY11" fmla="*/ 135314 h 141885"/>
                <a:gd name="connsiteX12" fmla="*/ 18347 w 89850"/>
                <a:gd name="connsiteY12" fmla="*/ 124726 h 141885"/>
                <a:gd name="connsiteX13" fmla="*/ 5339 w 89850"/>
                <a:gd name="connsiteY13" fmla="*/ 92960 h 141885"/>
                <a:gd name="connsiteX14" fmla="*/ 498 w 89850"/>
                <a:gd name="connsiteY14" fmla="*/ 92960 h 141885"/>
                <a:gd name="connsiteX15" fmla="*/ 498 w 89850"/>
                <a:gd name="connsiteY15" fmla="*/ 140155 h 141885"/>
                <a:gd name="connsiteX16" fmla="*/ 4431 w 89850"/>
                <a:gd name="connsiteY16" fmla="*/ 140155 h 141885"/>
                <a:gd name="connsiteX17" fmla="*/ 11389 w 89850"/>
                <a:gd name="connsiteY17" fmla="*/ 136524 h 141885"/>
                <a:gd name="connsiteX18" fmla="*/ 25305 w 89850"/>
                <a:gd name="connsiteY18" fmla="*/ 138944 h 141885"/>
                <a:gd name="connsiteX19" fmla="*/ 47390 w 89850"/>
                <a:gd name="connsiteY19" fmla="*/ 141970 h 141885"/>
                <a:gd name="connsiteX20" fmla="*/ 90046 w 89850"/>
                <a:gd name="connsiteY20" fmla="*/ 103246 h 141885"/>
                <a:gd name="connsiteX21" fmla="*/ 64634 w 89850"/>
                <a:gd name="connsiteY21" fmla="*/ 67246 h 141885"/>
                <a:gd name="connsiteX22" fmla="*/ 31961 w 89850"/>
                <a:gd name="connsiteY22" fmla="*/ 47884 h 141885"/>
                <a:gd name="connsiteX23" fmla="*/ 18952 w 89850"/>
                <a:gd name="connsiteY23" fmla="*/ 27312 h 141885"/>
                <a:gd name="connsiteX24" fmla="*/ 42247 w 89850"/>
                <a:gd name="connsiteY24" fmla="*/ 6740 h 141885"/>
                <a:gd name="connsiteX25" fmla="*/ 75525 w 89850"/>
                <a:gd name="connsiteY25" fmla="*/ 43951 h 141885"/>
                <a:gd name="connsiteX26" fmla="*/ 80063 w 89850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50" h="141885">
                  <a:moveTo>
                    <a:pt x="80063" y="43951"/>
                  </a:moveTo>
                  <a:lnTo>
                    <a:pt x="78853" y="2807"/>
                  </a:lnTo>
                  <a:lnTo>
                    <a:pt x="75525" y="2807"/>
                  </a:lnTo>
                  <a:lnTo>
                    <a:pt x="74920" y="3412"/>
                  </a:lnTo>
                  <a:cubicBezTo>
                    <a:pt x="72197" y="5530"/>
                    <a:pt x="71895" y="5833"/>
                    <a:pt x="70684" y="5833"/>
                  </a:cubicBezTo>
                  <a:cubicBezTo>
                    <a:pt x="68869" y="5833"/>
                    <a:pt x="65844" y="5228"/>
                    <a:pt x="62516" y="3715"/>
                  </a:cubicBezTo>
                  <a:cubicBezTo>
                    <a:pt x="55861" y="1295"/>
                    <a:pt x="49205" y="85"/>
                    <a:pt x="41339" y="85"/>
                  </a:cubicBezTo>
                  <a:cubicBezTo>
                    <a:pt x="17440" y="85"/>
                    <a:pt x="196" y="15514"/>
                    <a:pt x="196" y="37295"/>
                  </a:cubicBezTo>
                  <a:cubicBezTo>
                    <a:pt x="196" y="54237"/>
                    <a:pt x="9877" y="66338"/>
                    <a:pt x="35591" y="80859"/>
                  </a:cubicBezTo>
                  <a:lnTo>
                    <a:pt x="53138" y="90843"/>
                  </a:lnTo>
                  <a:cubicBezTo>
                    <a:pt x="63726" y="96893"/>
                    <a:pt x="68869" y="104154"/>
                    <a:pt x="68869" y="113532"/>
                  </a:cubicBezTo>
                  <a:cubicBezTo>
                    <a:pt x="68869" y="126843"/>
                    <a:pt x="59188" y="135314"/>
                    <a:pt x="43760" y="135314"/>
                  </a:cubicBezTo>
                  <a:cubicBezTo>
                    <a:pt x="33474" y="135314"/>
                    <a:pt x="24095" y="131381"/>
                    <a:pt x="18347" y="124726"/>
                  </a:cubicBezTo>
                  <a:cubicBezTo>
                    <a:pt x="11994" y="117163"/>
                    <a:pt x="9271" y="110204"/>
                    <a:pt x="5339" y="92960"/>
                  </a:cubicBezTo>
                  <a:lnTo>
                    <a:pt x="498" y="92960"/>
                  </a:lnTo>
                  <a:lnTo>
                    <a:pt x="498" y="140155"/>
                  </a:lnTo>
                  <a:lnTo>
                    <a:pt x="4431" y="140155"/>
                  </a:lnTo>
                  <a:cubicBezTo>
                    <a:pt x="6549" y="137129"/>
                    <a:pt x="7759" y="136524"/>
                    <a:pt x="11389" y="136524"/>
                  </a:cubicBezTo>
                  <a:cubicBezTo>
                    <a:pt x="14112" y="136524"/>
                    <a:pt x="18347" y="137129"/>
                    <a:pt x="25305" y="138944"/>
                  </a:cubicBezTo>
                  <a:cubicBezTo>
                    <a:pt x="33776" y="140760"/>
                    <a:pt x="41944" y="141970"/>
                    <a:pt x="47390" y="141970"/>
                  </a:cubicBezTo>
                  <a:cubicBezTo>
                    <a:pt x="70684" y="141970"/>
                    <a:pt x="90046" y="124423"/>
                    <a:pt x="90046" y="103246"/>
                  </a:cubicBezTo>
                  <a:cubicBezTo>
                    <a:pt x="90046" y="88120"/>
                    <a:pt x="82785" y="78137"/>
                    <a:pt x="64634" y="67246"/>
                  </a:cubicBezTo>
                  <a:lnTo>
                    <a:pt x="31961" y="47884"/>
                  </a:lnTo>
                  <a:cubicBezTo>
                    <a:pt x="23490" y="43044"/>
                    <a:pt x="18952" y="35480"/>
                    <a:pt x="18952" y="27312"/>
                  </a:cubicBezTo>
                  <a:cubicBezTo>
                    <a:pt x="18952" y="15211"/>
                    <a:pt x="28331" y="6740"/>
                    <a:pt x="42247" y="6740"/>
                  </a:cubicBezTo>
                  <a:cubicBezTo>
                    <a:pt x="59491" y="6740"/>
                    <a:pt x="68567" y="17026"/>
                    <a:pt x="75525" y="43951"/>
                  </a:cubicBezTo>
                  <a:lnTo>
                    <a:pt x="80063" y="4395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3D40B483-6A44-AADC-8D0C-71897FC2CFEC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8629745" y="4981958"/>
              <a:ext cx="133414" cy="142187"/>
            </a:xfrm>
            <a:custGeom>
              <a:avLst/>
              <a:gdLst>
                <a:gd name="connsiteX0" fmla="*/ 67058 w 133414"/>
                <a:gd name="connsiteY0" fmla="*/ 85 h 142187"/>
                <a:gd name="connsiteX1" fmla="*/ 200 w 133414"/>
                <a:gd name="connsiteY1" fmla="*/ 70876 h 142187"/>
                <a:gd name="connsiteX2" fmla="*/ 66453 w 133414"/>
                <a:gd name="connsiteY2" fmla="*/ 142272 h 142187"/>
                <a:gd name="connsiteX3" fmla="*/ 133614 w 133414"/>
                <a:gd name="connsiteY3" fmla="*/ 68456 h 142187"/>
                <a:gd name="connsiteX4" fmla="*/ 67058 w 133414"/>
                <a:gd name="connsiteY4" fmla="*/ 85 h 142187"/>
                <a:gd name="connsiteX5" fmla="*/ 63125 w 133414"/>
                <a:gd name="connsiteY5" fmla="*/ 8555 h 142187"/>
                <a:gd name="connsiteX6" fmla="*/ 106386 w 133414"/>
                <a:gd name="connsiteY6" fmla="*/ 79044 h 142187"/>
                <a:gd name="connsiteX7" fmla="*/ 70083 w 133414"/>
                <a:gd name="connsiteY7" fmla="*/ 133802 h 142187"/>
                <a:gd name="connsiteX8" fmla="*/ 40738 w 133414"/>
                <a:gd name="connsiteY8" fmla="*/ 114440 h 142187"/>
                <a:gd name="connsiteX9" fmla="*/ 27427 w 133414"/>
                <a:gd name="connsiteY9" fmla="*/ 56052 h 142187"/>
                <a:gd name="connsiteX10" fmla="*/ 63125 w 13341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42187">
                  <a:moveTo>
                    <a:pt x="67058" y="85"/>
                  </a:moveTo>
                  <a:cubicBezTo>
                    <a:pt x="27729" y="85"/>
                    <a:pt x="200" y="29127"/>
                    <a:pt x="200" y="70876"/>
                  </a:cubicBezTo>
                  <a:cubicBezTo>
                    <a:pt x="200" y="111717"/>
                    <a:pt x="28334" y="142272"/>
                    <a:pt x="66453" y="142272"/>
                  </a:cubicBezTo>
                  <a:cubicBezTo>
                    <a:pt x="104571" y="142272"/>
                    <a:pt x="133614" y="110204"/>
                    <a:pt x="133614" y="68456"/>
                  </a:cubicBezTo>
                  <a:cubicBezTo>
                    <a:pt x="133614" y="28825"/>
                    <a:pt x="105781" y="85"/>
                    <a:pt x="67058" y="85"/>
                  </a:cubicBezTo>
                  <a:close/>
                  <a:moveTo>
                    <a:pt x="63125" y="8555"/>
                  </a:moveTo>
                  <a:cubicBezTo>
                    <a:pt x="88537" y="8555"/>
                    <a:pt x="106386" y="37598"/>
                    <a:pt x="106386" y="79044"/>
                  </a:cubicBezTo>
                  <a:cubicBezTo>
                    <a:pt x="106386" y="113230"/>
                    <a:pt x="92773" y="133802"/>
                    <a:pt x="70083" y="133802"/>
                  </a:cubicBezTo>
                  <a:cubicBezTo>
                    <a:pt x="58285" y="133802"/>
                    <a:pt x="47091" y="126541"/>
                    <a:pt x="40738" y="114440"/>
                  </a:cubicBezTo>
                  <a:cubicBezTo>
                    <a:pt x="32267" y="98708"/>
                    <a:pt x="27427" y="77532"/>
                    <a:pt x="27427" y="56052"/>
                  </a:cubicBezTo>
                  <a:cubicBezTo>
                    <a:pt x="27427" y="27312"/>
                    <a:pt x="41646" y="8555"/>
                    <a:pt x="63125" y="8555"/>
                  </a:cubicBez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82B6957-4775-7C52-C351-FEBCD621EEDA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8778550" y="4914494"/>
              <a:ext cx="72001" cy="206625"/>
            </a:xfrm>
            <a:custGeom>
              <a:avLst/>
              <a:gdLst>
                <a:gd name="connsiteX0" fmla="*/ 204 w 72001"/>
                <a:gd name="connsiteY0" fmla="*/ 18236 h 206625"/>
                <a:gd name="connsiteX1" fmla="*/ 2020 w 72001"/>
                <a:gd name="connsiteY1" fmla="*/ 18236 h 206625"/>
                <a:gd name="connsiteX2" fmla="*/ 11398 w 72001"/>
                <a:gd name="connsiteY2" fmla="*/ 17631 h 206625"/>
                <a:gd name="connsiteX3" fmla="*/ 24104 w 72001"/>
                <a:gd name="connsiteY3" fmla="*/ 36085 h 206625"/>
                <a:gd name="connsiteX4" fmla="*/ 24104 w 72001"/>
                <a:gd name="connsiteY4" fmla="*/ 180391 h 206625"/>
                <a:gd name="connsiteX5" fmla="*/ 810 w 72001"/>
                <a:gd name="connsiteY5" fmla="*/ 202173 h 206625"/>
                <a:gd name="connsiteX6" fmla="*/ 810 w 72001"/>
                <a:gd name="connsiteY6" fmla="*/ 206710 h 206625"/>
                <a:gd name="connsiteX7" fmla="*/ 72206 w 72001"/>
                <a:gd name="connsiteY7" fmla="*/ 206710 h 206625"/>
                <a:gd name="connsiteX8" fmla="*/ 72206 w 72001"/>
                <a:gd name="connsiteY8" fmla="*/ 202173 h 206625"/>
                <a:gd name="connsiteX9" fmla="*/ 49516 w 72001"/>
                <a:gd name="connsiteY9" fmla="*/ 181298 h 206625"/>
                <a:gd name="connsiteX10" fmla="*/ 49516 w 72001"/>
                <a:gd name="connsiteY10" fmla="*/ 690 h 206625"/>
                <a:gd name="connsiteX11" fmla="*/ 48306 w 72001"/>
                <a:gd name="connsiteY11" fmla="*/ 85 h 206625"/>
                <a:gd name="connsiteX12" fmla="*/ 204 w 72001"/>
                <a:gd name="connsiteY12" fmla="*/ 13396 h 206625"/>
                <a:gd name="connsiteX13" fmla="*/ 204 w 72001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6625">
                  <a:moveTo>
                    <a:pt x="204" y="18236"/>
                  </a:moveTo>
                  <a:lnTo>
                    <a:pt x="2020" y="18236"/>
                  </a:lnTo>
                  <a:cubicBezTo>
                    <a:pt x="5347" y="17934"/>
                    <a:pt x="8978" y="17631"/>
                    <a:pt x="11398" y="17631"/>
                  </a:cubicBezTo>
                  <a:cubicBezTo>
                    <a:pt x="21079" y="17631"/>
                    <a:pt x="24104" y="21867"/>
                    <a:pt x="24104" y="36085"/>
                  </a:cubicBezTo>
                  <a:lnTo>
                    <a:pt x="24104" y="180391"/>
                  </a:lnTo>
                  <a:cubicBezTo>
                    <a:pt x="24104" y="196727"/>
                    <a:pt x="19869" y="200660"/>
                    <a:pt x="810" y="202173"/>
                  </a:cubicBezTo>
                  <a:lnTo>
                    <a:pt x="810" y="206710"/>
                  </a:lnTo>
                  <a:lnTo>
                    <a:pt x="72206" y="206710"/>
                  </a:lnTo>
                  <a:lnTo>
                    <a:pt x="72206" y="202173"/>
                  </a:lnTo>
                  <a:cubicBezTo>
                    <a:pt x="53147" y="200962"/>
                    <a:pt x="49516" y="197937"/>
                    <a:pt x="49516" y="181298"/>
                  </a:cubicBezTo>
                  <a:lnTo>
                    <a:pt x="49516" y="690"/>
                  </a:lnTo>
                  <a:lnTo>
                    <a:pt x="48306" y="85"/>
                  </a:lnTo>
                  <a:cubicBezTo>
                    <a:pt x="32575" y="5228"/>
                    <a:pt x="21079" y="8253"/>
                    <a:pt x="204" y="13396"/>
                  </a:cubicBezTo>
                  <a:lnTo>
                    <a:pt x="204" y="1823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2A66DD78-B85F-A3AE-4670-5BCC9064C4AD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8859940" y="4984983"/>
              <a:ext cx="142187" cy="139162"/>
            </a:xfrm>
            <a:custGeom>
              <a:avLst/>
              <a:gdLst>
                <a:gd name="connsiteX0" fmla="*/ 142395 w 142187"/>
                <a:gd name="connsiteY0" fmla="*/ 121095 h 139162"/>
                <a:gd name="connsiteX1" fmla="*/ 140882 w 142187"/>
                <a:gd name="connsiteY1" fmla="*/ 121095 h 139162"/>
                <a:gd name="connsiteX2" fmla="*/ 123638 w 142187"/>
                <a:gd name="connsiteY2" fmla="*/ 103851 h 139162"/>
                <a:gd name="connsiteX3" fmla="*/ 123638 w 142187"/>
                <a:gd name="connsiteY3" fmla="*/ 85 h 139162"/>
                <a:gd name="connsiteX4" fmla="*/ 75839 w 142187"/>
                <a:gd name="connsiteY4" fmla="*/ 85 h 139162"/>
                <a:gd name="connsiteX5" fmla="*/ 75839 w 142187"/>
                <a:gd name="connsiteY5" fmla="*/ 5228 h 139162"/>
                <a:gd name="connsiteX6" fmla="*/ 98226 w 142187"/>
                <a:gd name="connsiteY6" fmla="*/ 24287 h 139162"/>
                <a:gd name="connsiteX7" fmla="*/ 98226 w 142187"/>
                <a:gd name="connsiteY7" fmla="*/ 95381 h 139162"/>
                <a:gd name="connsiteX8" fmla="*/ 92478 w 142187"/>
                <a:gd name="connsiteY8" fmla="*/ 111415 h 139162"/>
                <a:gd name="connsiteX9" fmla="*/ 65856 w 142187"/>
                <a:gd name="connsiteY9" fmla="*/ 121700 h 139162"/>
                <a:gd name="connsiteX10" fmla="*/ 44376 w 142187"/>
                <a:gd name="connsiteY10" fmla="*/ 98708 h 139162"/>
                <a:gd name="connsiteX11" fmla="*/ 44376 w 142187"/>
                <a:gd name="connsiteY11" fmla="*/ 85 h 139162"/>
                <a:gd name="connsiteX12" fmla="*/ 207 w 142187"/>
                <a:gd name="connsiteY12" fmla="*/ 85 h 139162"/>
                <a:gd name="connsiteX13" fmla="*/ 207 w 142187"/>
                <a:gd name="connsiteY13" fmla="*/ 4320 h 139162"/>
                <a:gd name="connsiteX14" fmla="*/ 18964 w 142187"/>
                <a:gd name="connsiteY14" fmla="*/ 23682 h 139162"/>
                <a:gd name="connsiteX15" fmla="*/ 18964 w 142187"/>
                <a:gd name="connsiteY15" fmla="*/ 99919 h 139162"/>
                <a:gd name="connsiteX16" fmla="*/ 55570 w 142187"/>
                <a:gd name="connsiteY16" fmla="*/ 139247 h 139162"/>
                <a:gd name="connsiteX17" fmla="*/ 86730 w 142187"/>
                <a:gd name="connsiteY17" fmla="*/ 126238 h 139162"/>
                <a:gd name="connsiteX18" fmla="*/ 99739 w 142187"/>
                <a:gd name="connsiteY18" fmla="*/ 113230 h 139162"/>
                <a:gd name="connsiteX19" fmla="*/ 99739 w 142187"/>
                <a:gd name="connsiteY19" fmla="*/ 138339 h 139162"/>
                <a:gd name="connsiteX20" fmla="*/ 100949 w 142187"/>
                <a:gd name="connsiteY20" fmla="*/ 138944 h 139162"/>
                <a:gd name="connsiteX21" fmla="*/ 142395 w 142187"/>
                <a:gd name="connsiteY21" fmla="*/ 125331 h 139162"/>
                <a:gd name="connsiteX22" fmla="*/ 142395 w 142187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187" h="139162">
                  <a:moveTo>
                    <a:pt x="142395" y="121095"/>
                  </a:moveTo>
                  <a:lnTo>
                    <a:pt x="140882" y="121095"/>
                  </a:lnTo>
                  <a:cubicBezTo>
                    <a:pt x="126966" y="121095"/>
                    <a:pt x="123638" y="117768"/>
                    <a:pt x="123638" y="103851"/>
                  </a:cubicBezTo>
                  <a:lnTo>
                    <a:pt x="123638" y="85"/>
                  </a:lnTo>
                  <a:lnTo>
                    <a:pt x="75839" y="85"/>
                  </a:lnTo>
                  <a:lnTo>
                    <a:pt x="75839" y="5228"/>
                  </a:lnTo>
                  <a:cubicBezTo>
                    <a:pt x="94596" y="6135"/>
                    <a:pt x="98226" y="9160"/>
                    <a:pt x="98226" y="24287"/>
                  </a:cubicBezTo>
                  <a:lnTo>
                    <a:pt x="98226" y="95381"/>
                  </a:lnTo>
                  <a:cubicBezTo>
                    <a:pt x="98226" y="103851"/>
                    <a:pt x="96713" y="108087"/>
                    <a:pt x="92478" y="111415"/>
                  </a:cubicBezTo>
                  <a:cubicBezTo>
                    <a:pt x="84310" y="118070"/>
                    <a:pt x="74931" y="121700"/>
                    <a:pt x="65856" y="121700"/>
                  </a:cubicBezTo>
                  <a:cubicBezTo>
                    <a:pt x="54057" y="121700"/>
                    <a:pt x="44376" y="111415"/>
                    <a:pt x="44376" y="98708"/>
                  </a:cubicBezTo>
                  <a:lnTo>
                    <a:pt x="44376" y="85"/>
                  </a:lnTo>
                  <a:lnTo>
                    <a:pt x="207" y="85"/>
                  </a:lnTo>
                  <a:lnTo>
                    <a:pt x="207" y="4320"/>
                  </a:lnTo>
                  <a:cubicBezTo>
                    <a:pt x="14729" y="5228"/>
                    <a:pt x="18964" y="9766"/>
                    <a:pt x="18964" y="23682"/>
                  </a:cubicBezTo>
                  <a:lnTo>
                    <a:pt x="18964" y="99919"/>
                  </a:lnTo>
                  <a:cubicBezTo>
                    <a:pt x="18964" y="123818"/>
                    <a:pt x="33485" y="139247"/>
                    <a:pt x="55570" y="139247"/>
                  </a:cubicBezTo>
                  <a:cubicBezTo>
                    <a:pt x="66763" y="139247"/>
                    <a:pt x="78562" y="134407"/>
                    <a:pt x="86730" y="126238"/>
                  </a:cubicBezTo>
                  <a:lnTo>
                    <a:pt x="99739" y="113230"/>
                  </a:lnTo>
                  <a:lnTo>
                    <a:pt x="99739" y="138339"/>
                  </a:lnTo>
                  <a:lnTo>
                    <a:pt x="100949" y="138944"/>
                  </a:lnTo>
                  <a:cubicBezTo>
                    <a:pt x="116075" y="132894"/>
                    <a:pt x="126966" y="129566"/>
                    <a:pt x="142395" y="125331"/>
                  </a:cubicBezTo>
                  <a:lnTo>
                    <a:pt x="142395" y="121095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59876D76-E173-AF68-469B-76A9DD78595F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9012981" y="4945957"/>
              <a:ext cx="80472" cy="178188"/>
            </a:xfrm>
            <a:custGeom>
              <a:avLst/>
              <a:gdLst>
                <a:gd name="connsiteX0" fmla="*/ 73424 w 80472"/>
                <a:gd name="connsiteY0" fmla="*/ 39111 h 178188"/>
                <a:gd name="connsiteX1" fmla="*/ 42869 w 80472"/>
                <a:gd name="connsiteY1" fmla="*/ 39111 h 178188"/>
                <a:gd name="connsiteX2" fmla="*/ 42869 w 80472"/>
                <a:gd name="connsiteY2" fmla="*/ 4018 h 178188"/>
                <a:gd name="connsiteX3" fmla="*/ 40751 w 80472"/>
                <a:gd name="connsiteY3" fmla="*/ 85 h 178188"/>
                <a:gd name="connsiteX4" fmla="*/ 34700 w 80472"/>
                <a:gd name="connsiteY4" fmla="*/ 8555 h 178188"/>
                <a:gd name="connsiteX5" fmla="*/ 5355 w 80472"/>
                <a:gd name="connsiteY5" fmla="*/ 40926 h 178188"/>
                <a:gd name="connsiteX6" fmla="*/ 212 w 80472"/>
                <a:gd name="connsiteY6" fmla="*/ 46674 h 178188"/>
                <a:gd name="connsiteX7" fmla="*/ 1422 w 80472"/>
                <a:gd name="connsiteY7" fmla="*/ 48792 h 178188"/>
                <a:gd name="connsiteX8" fmla="*/ 17456 w 80472"/>
                <a:gd name="connsiteY8" fmla="*/ 48792 h 178188"/>
                <a:gd name="connsiteX9" fmla="*/ 17456 w 80472"/>
                <a:gd name="connsiteY9" fmla="*/ 139852 h 178188"/>
                <a:gd name="connsiteX10" fmla="*/ 44381 w 80472"/>
                <a:gd name="connsiteY10" fmla="*/ 178273 h 178188"/>
                <a:gd name="connsiteX11" fmla="*/ 80684 w 80472"/>
                <a:gd name="connsiteY11" fmla="*/ 155281 h 178188"/>
                <a:gd name="connsiteX12" fmla="*/ 76752 w 80472"/>
                <a:gd name="connsiteY12" fmla="*/ 151953 h 178188"/>
                <a:gd name="connsiteX13" fmla="*/ 58600 w 80472"/>
                <a:gd name="connsiteY13" fmla="*/ 162542 h 178188"/>
                <a:gd name="connsiteX14" fmla="*/ 42869 w 80472"/>
                <a:gd name="connsiteY14" fmla="*/ 135314 h 178188"/>
                <a:gd name="connsiteX15" fmla="*/ 42869 w 80472"/>
                <a:gd name="connsiteY15" fmla="*/ 48792 h 178188"/>
                <a:gd name="connsiteX16" fmla="*/ 73424 w 80472"/>
                <a:gd name="connsiteY16" fmla="*/ 48792 h 178188"/>
                <a:gd name="connsiteX17" fmla="*/ 73424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424" y="39111"/>
                  </a:moveTo>
                  <a:lnTo>
                    <a:pt x="42869" y="39111"/>
                  </a:lnTo>
                  <a:lnTo>
                    <a:pt x="42869" y="4018"/>
                  </a:lnTo>
                  <a:cubicBezTo>
                    <a:pt x="42869" y="992"/>
                    <a:pt x="42566" y="85"/>
                    <a:pt x="40751" y="85"/>
                  </a:cubicBezTo>
                  <a:cubicBezTo>
                    <a:pt x="38633" y="2807"/>
                    <a:pt x="36818" y="5530"/>
                    <a:pt x="34700" y="8555"/>
                  </a:cubicBezTo>
                  <a:cubicBezTo>
                    <a:pt x="23204" y="25194"/>
                    <a:pt x="10196" y="39716"/>
                    <a:pt x="5355" y="40926"/>
                  </a:cubicBezTo>
                  <a:cubicBezTo>
                    <a:pt x="2027" y="43044"/>
                    <a:pt x="212" y="45161"/>
                    <a:pt x="212" y="46674"/>
                  </a:cubicBezTo>
                  <a:cubicBezTo>
                    <a:pt x="212" y="47581"/>
                    <a:pt x="515" y="48186"/>
                    <a:pt x="1422" y="48792"/>
                  </a:cubicBezTo>
                  <a:lnTo>
                    <a:pt x="17456" y="48792"/>
                  </a:lnTo>
                  <a:lnTo>
                    <a:pt x="17456" y="139852"/>
                  </a:lnTo>
                  <a:cubicBezTo>
                    <a:pt x="17456" y="165264"/>
                    <a:pt x="26532" y="178273"/>
                    <a:pt x="44381" y="178273"/>
                  </a:cubicBezTo>
                  <a:cubicBezTo>
                    <a:pt x="59205" y="178273"/>
                    <a:pt x="70701" y="171012"/>
                    <a:pt x="80684" y="155281"/>
                  </a:cubicBezTo>
                  <a:lnTo>
                    <a:pt x="76752" y="151953"/>
                  </a:lnTo>
                  <a:cubicBezTo>
                    <a:pt x="70398" y="159516"/>
                    <a:pt x="65256" y="162542"/>
                    <a:pt x="58600" y="162542"/>
                  </a:cubicBezTo>
                  <a:cubicBezTo>
                    <a:pt x="47406" y="162542"/>
                    <a:pt x="42869" y="154373"/>
                    <a:pt x="42869" y="135314"/>
                  </a:cubicBezTo>
                  <a:lnTo>
                    <a:pt x="42869" y="48792"/>
                  </a:lnTo>
                  <a:lnTo>
                    <a:pt x="73424" y="48792"/>
                  </a:lnTo>
                  <a:lnTo>
                    <a:pt x="73424" y="3911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5594BDB7-1CDE-BF8E-48D9-5FA6D386457D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9101026" y="4981958"/>
              <a:ext cx="120708" cy="142187"/>
            </a:xfrm>
            <a:custGeom>
              <a:avLst/>
              <a:gdLst>
                <a:gd name="connsiteX0" fmla="*/ 116083 w 120708"/>
                <a:gd name="connsiteY0" fmla="*/ 89633 h 142187"/>
                <a:gd name="connsiteX1" fmla="*/ 69191 w 120708"/>
                <a:gd name="connsiteY1" fmla="*/ 121398 h 142187"/>
                <a:gd name="connsiteX2" fmla="*/ 30165 w 120708"/>
                <a:gd name="connsiteY2" fmla="*/ 95381 h 142187"/>
                <a:gd name="connsiteX3" fmla="*/ 21997 w 120708"/>
                <a:gd name="connsiteY3" fmla="*/ 55447 h 142187"/>
                <a:gd name="connsiteX4" fmla="*/ 115175 w 120708"/>
                <a:gd name="connsiteY4" fmla="*/ 55447 h 142187"/>
                <a:gd name="connsiteX5" fmla="*/ 102167 w 120708"/>
                <a:gd name="connsiteY5" fmla="*/ 17329 h 142187"/>
                <a:gd name="connsiteX6" fmla="*/ 63443 w 120708"/>
                <a:gd name="connsiteY6" fmla="*/ 85 h 142187"/>
                <a:gd name="connsiteX7" fmla="*/ 22602 w 120708"/>
                <a:gd name="connsiteY7" fmla="*/ 15816 h 142187"/>
                <a:gd name="connsiteX8" fmla="*/ 215 w 120708"/>
                <a:gd name="connsiteY8" fmla="*/ 74506 h 142187"/>
                <a:gd name="connsiteX9" fmla="*/ 56788 w 120708"/>
                <a:gd name="connsiteY9" fmla="*/ 142272 h 142187"/>
                <a:gd name="connsiteX10" fmla="*/ 120923 w 120708"/>
                <a:gd name="connsiteY10" fmla="*/ 91750 h 142187"/>
                <a:gd name="connsiteX11" fmla="*/ 116083 w 120708"/>
                <a:gd name="connsiteY11" fmla="*/ 89633 h 142187"/>
                <a:gd name="connsiteX12" fmla="*/ 22602 w 120708"/>
                <a:gd name="connsiteY12" fmla="*/ 45766 h 142187"/>
                <a:gd name="connsiteX13" fmla="*/ 54670 w 120708"/>
                <a:gd name="connsiteY13" fmla="*/ 10976 h 142187"/>
                <a:gd name="connsiteX14" fmla="*/ 84317 w 120708"/>
                <a:gd name="connsiteY14" fmla="*/ 45766 h 142187"/>
                <a:gd name="connsiteX15" fmla="*/ 22602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083" y="89633"/>
                  </a:moveTo>
                  <a:cubicBezTo>
                    <a:pt x="101562" y="112625"/>
                    <a:pt x="88553" y="121398"/>
                    <a:pt x="69191" y="121398"/>
                  </a:cubicBezTo>
                  <a:cubicBezTo>
                    <a:pt x="51947" y="121398"/>
                    <a:pt x="38938" y="112625"/>
                    <a:pt x="30165" y="95381"/>
                  </a:cubicBezTo>
                  <a:cubicBezTo>
                    <a:pt x="24720" y="83885"/>
                    <a:pt x="22602" y="73901"/>
                    <a:pt x="21997" y="55447"/>
                  </a:cubicBezTo>
                  <a:lnTo>
                    <a:pt x="115175" y="55447"/>
                  </a:lnTo>
                  <a:cubicBezTo>
                    <a:pt x="112755" y="35783"/>
                    <a:pt x="109730" y="27010"/>
                    <a:pt x="102167" y="17329"/>
                  </a:cubicBezTo>
                  <a:cubicBezTo>
                    <a:pt x="93091" y="6438"/>
                    <a:pt x="79175" y="85"/>
                    <a:pt x="63443" y="85"/>
                  </a:cubicBezTo>
                  <a:cubicBezTo>
                    <a:pt x="48317" y="85"/>
                    <a:pt x="34098" y="5530"/>
                    <a:pt x="22602" y="15816"/>
                  </a:cubicBezTo>
                  <a:cubicBezTo>
                    <a:pt x="8383" y="28220"/>
                    <a:pt x="215" y="49699"/>
                    <a:pt x="215" y="74506"/>
                  </a:cubicBezTo>
                  <a:cubicBezTo>
                    <a:pt x="215" y="116255"/>
                    <a:pt x="21997" y="142272"/>
                    <a:pt x="56788" y="142272"/>
                  </a:cubicBezTo>
                  <a:cubicBezTo>
                    <a:pt x="85528" y="142272"/>
                    <a:pt x="108217" y="124423"/>
                    <a:pt x="120923" y="91750"/>
                  </a:cubicBezTo>
                  <a:lnTo>
                    <a:pt x="116083" y="89633"/>
                  </a:lnTo>
                  <a:close/>
                  <a:moveTo>
                    <a:pt x="22602" y="45766"/>
                  </a:moveTo>
                  <a:cubicBezTo>
                    <a:pt x="25930" y="22169"/>
                    <a:pt x="36216" y="10976"/>
                    <a:pt x="54670" y="10976"/>
                  </a:cubicBezTo>
                  <a:cubicBezTo>
                    <a:pt x="73124" y="10976"/>
                    <a:pt x="80385" y="19446"/>
                    <a:pt x="84317" y="45766"/>
                  </a:cubicBezTo>
                  <a:lnTo>
                    <a:pt x="22602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7AE18A6B-264C-3BD3-892E-1CFA57FFC18A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9305715" y="4981958"/>
              <a:ext cx="140674" cy="204810"/>
            </a:xfrm>
            <a:custGeom>
              <a:avLst/>
              <a:gdLst>
                <a:gd name="connsiteX0" fmla="*/ 1432 w 140674"/>
                <a:gd name="connsiteY0" fmla="*/ 20354 h 204810"/>
                <a:gd name="connsiteX1" fmla="*/ 8995 w 140674"/>
                <a:gd name="connsiteY1" fmla="*/ 20051 h 204810"/>
                <a:gd name="connsiteX2" fmla="*/ 21399 w 140674"/>
                <a:gd name="connsiteY2" fmla="*/ 37295 h 204810"/>
                <a:gd name="connsiteX3" fmla="*/ 21399 w 140674"/>
                <a:gd name="connsiteY3" fmla="*/ 178878 h 204810"/>
                <a:gd name="connsiteX4" fmla="*/ 222 w 140674"/>
                <a:gd name="connsiteY4" fmla="*/ 199752 h 204810"/>
                <a:gd name="connsiteX5" fmla="*/ 222 w 140674"/>
                <a:gd name="connsiteY5" fmla="*/ 204895 h 204810"/>
                <a:gd name="connsiteX6" fmla="*/ 73433 w 140674"/>
                <a:gd name="connsiteY6" fmla="*/ 204895 h 204810"/>
                <a:gd name="connsiteX7" fmla="*/ 73433 w 140674"/>
                <a:gd name="connsiteY7" fmla="*/ 199450 h 204810"/>
                <a:gd name="connsiteX8" fmla="*/ 46811 w 140674"/>
                <a:gd name="connsiteY8" fmla="*/ 176760 h 204810"/>
                <a:gd name="connsiteX9" fmla="*/ 46811 w 140674"/>
                <a:gd name="connsiteY9" fmla="*/ 129264 h 204810"/>
                <a:gd name="connsiteX10" fmla="*/ 77366 w 140674"/>
                <a:gd name="connsiteY10" fmla="*/ 142272 h 204810"/>
                <a:gd name="connsiteX11" fmla="*/ 140897 w 140674"/>
                <a:gd name="connsiteY11" fmla="*/ 64523 h 204810"/>
                <a:gd name="connsiteX12" fmla="*/ 90375 w 140674"/>
                <a:gd name="connsiteY12" fmla="*/ 85 h 204810"/>
                <a:gd name="connsiteX13" fmla="*/ 46811 w 140674"/>
                <a:gd name="connsiteY13" fmla="*/ 23984 h 204810"/>
                <a:gd name="connsiteX14" fmla="*/ 46811 w 140674"/>
                <a:gd name="connsiteY14" fmla="*/ 690 h 204810"/>
                <a:gd name="connsiteX15" fmla="*/ 44996 w 140674"/>
                <a:gd name="connsiteY15" fmla="*/ 85 h 204810"/>
                <a:gd name="connsiteX16" fmla="*/ 1432 w 140674"/>
                <a:gd name="connsiteY16" fmla="*/ 15514 h 204810"/>
                <a:gd name="connsiteX17" fmla="*/ 1432 w 140674"/>
                <a:gd name="connsiteY17" fmla="*/ 20354 h 204810"/>
                <a:gd name="connsiteX18" fmla="*/ 46811 w 140674"/>
                <a:gd name="connsiteY18" fmla="*/ 38203 h 204810"/>
                <a:gd name="connsiteX19" fmla="*/ 77669 w 140674"/>
                <a:gd name="connsiteY19" fmla="*/ 18236 h 204810"/>
                <a:gd name="connsiteX20" fmla="*/ 114880 w 140674"/>
                <a:gd name="connsiteY20" fmla="*/ 76321 h 204810"/>
                <a:gd name="connsiteX21" fmla="*/ 78274 w 140674"/>
                <a:gd name="connsiteY21" fmla="*/ 132591 h 204810"/>
                <a:gd name="connsiteX22" fmla="*/ 46811 w 140674"/>
                <a:gd name="connsiteY22" fmla="*/ 112625 h 204810"/>
                <a:gd name="connsiteX23" fmla="*/ 46811 w 140674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674" h="204810">
                  <a:moveTo>
                    <a:pt x="1432" y="20354"/>
                  </a:moveTo>
                  <a:cubicBezTo>
                    <a:pt x="4155" y="20051"/>
                    <a:pt x="6272" y="20051"/>
                    <a:pt x="8995" y="20051"/>
                  </a:cubicBezTo>
                  <a:cubicBezTo>
                    <a:pt x="19281" y="20051"/>
                    <a:pt x="21399" y="23077"/>
                    <a:pt x="21399" y="37295"/>
                  </a:cubicBezTo>
                  <a:lnTo>
                    <a:pt x="21399" y="178878"/>
                  </a:lnTo>
                  <a:cubicBezTo>
                    <a:pt x="21399" y="194609"/>
                    <a:pt x="18071" y="197937"/>
                    <a:pt x="222" y="199752"/>
                  </a:cubicBezTo>
                  <a:lnTo>
                    <a:pt x="222" y="204895"/>
                  </a:lnTo>
                  <a:lnTo>
                    <a:pt x="73433" y="204895"/>
                  </a:lnTo>
                  <a:lnTo>
                    <a:pt x="73433" y="199450"/>
                  </a:lnTo>
                  <a:cubicBezTo>
                    <a:pt x="50744" y="199147"/>
                    <a:pt x="46811" y="195820"/>
                    <a:pt x="46811" y="176760"/>
                  </a:cubicBezTo>
                  <a:lnTo>
                    <a:pt x="46811" y="129264"/>
                  </a:lnTo>
                  <a:cubicBezTo>
                    <a:pt x="57399" y="139247"/>
                    <a:pt x="64660" y="142272"/>
                    <a:pt x="77366" y="142272"/>
                  </a:cubicBezTo>
                  <a:cubicBezTo>
                    <a:pt x="113064" y="142272"/>
                    <a:pt x="140897" y="108389"/>
                    <a:pt x="140897" y="64523"/>
                  </a:cubicBezTo>
                  <a:cubicBezTo>
                    <a:pt x="140897" y="27010"/>
                    <a:pt x="119720" y="85"/>
                    <a:pt x="90375" y="85"/>
                  </a:cubicBezTo>
                  <a:cubicBezTo>
                    <a:pt x="73433" y="85"/>
                    <a:pt x="60122" y="7648"/>
                    <a:pt x="46811" y="23984"/>
                  </a:cubicBezTo>
                  <a:lnTo>
                    <a:pt x="46811" y="690"/>
                  </a:lnTo>
                  <a:lnTo>
                    <a:pt x="44996" y="85"/>
                  </a:lnTo>
                  <a:cubicBezTo>
                    <a:pt x="28659" y="6438"/>
                    <a:pt x="18071" y="10371"/>
                    <a:pt x="1432" y="15514"/>
                  </a:cubicBezTo>
                  <a:lnTo>
                    <a:pt x="1432" y="20354"/>
                  </a:lnTo>
                  <a:close/>
                  <a:moveTo>
                    <a:pt x="46811" y="38203"/>
                  </a:moveTo>
                  <a:cubicBezTo>
                    <a:pt x="46811" y="29127"/>
                    <a:pt x="63753" y="18236"/>
                    <a:pt x="77669" y="18236"/>
                  </a:cubicBezTo>
                  <a:cubicBezTo>
                    <a:pt x="100056" y="18236"/>
                    <a:pt x="114880" y="41228"/>
                    <a:pt x="114880" y="76321"/>
                  </a:cubicBezTo>
                  <a:cubicBezTo>
                    <a:pt x="114880" y="109902"/>
                    <a:pt x="100056" y="132591"/>
                    <a:pt x="78274" y="132591"/>
                  </a:cubicBezTo>
                  <a:cubicBezTo>
                    <a:pt x="64055" y="132591"/>
                    <a:pt x="46811" y="121700"/>
                    <a:pt x="46811" y="112625"/>
                  </a:cubicBezTo>
                  <a:lnTo>
                    <a:pt x="46811" y="38203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CA846065-6FAD-65F2-525F-A736C15F0C39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9463596" y="4981958"/>
              <a:ext cx="120708" cy="142187"/>
            </a:xfrm>
            <a:custGeom>
              <a:avLst/>
              <a:gdLst>
                <a:gd name="connsiteX0" fmla="*/ 116095 w 120708"/>
                <a:gd name="connsiteY0" fmla="*/ 89633 h 142187"/>
                <a:gd name="connsiteX1" fmla="*/ 69203 w 120708"/>
                <a:gd name="connsiteY1" fmla="*/ 121398 h 142187"/>
                <a:gd name="connsiteX2" fmla="*/ 30177 w 120708"/>
                <a:gd name="connsiteY2" fmla="*/ 95381 h 142187"/>
                <a:gd name="connsiteX3" fmla="*/ 22009 w 120708"/>
                <a:gd name="connsiteY3" fmla="*/ 55447 h 142187"/>
                <a:gd name="connsiteX4" fmla="*/ 115187 w 120708"/>
                <a:gd name="connsiteY4" fmla="*/ 55447 h 142187"/>
                <a:gd name="connsiteX5" fmla="*/ 102178 w 120708"/>
                <a:gd name="connsiteY5" fmla="*/ 17329 h 142187"/>
                <a:gd name="connsiteX6" fmla="*/ 63455 w 120708"/>
                <a:gd name="connsiteY6" fmla="*/ 85 h 142187"/>
                <a:gd name="connsiteX7" fmla="*/ 22614 w 120708"/>
                <a:gd name="connsiteY7" fmla="*/ 15816 h 142187"/>
                <a:gd name="connsiteX8" fmla="*/ 227 w 120708"/>
                <a:gd name="connsiteY8" fmla="*/ 74506 h 142187"/>
                <a:gd name="connsiteX9" fmla="*/ 56799 w 120708"/>
                <a:gd name="connsiteY9" fmla="*/ 142272 h 142187"/>
                <a:gd name="connsiteX10" fmla="*/ 120935 w 120708"/>
                <a:gd name="connsiteY10" fmla="*/ 91750 h 142187"/>
                <a:gd name="connsiteX11" fmla="*/ 116095 w 120708"/>
                <a:gd name="connsiteY11" fmla="*/ 89633 h 142187"/>
                <a:gd name="connsiteX12" fmla="*/ 22614 w 120708"/>
                <a:gd name="connsiteY12" fmla="*/ 45766 h 142187"/>
                <a:gd name="connsiteX13" fmla="*/ 54682 w 120708"/>
                <a:gd name="connsiteY13" fmla="*/ 10976 h 142187"/>
                <a:gd name="connsiteX14" fmla="*/ 84329 w 120708"/>
                <a:gd name="connsiteY14" fmla="*/ 45766 h 142187"/>
                <a:gd name="connsiteX15" fmla="*/ 22614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095" y="89633"/>
                  </a:moveTo>
                  <a:cubicBezTo>
                    <a:pt x="101573" y="112625"/>
                    <a:pt x="88565" y="121398"/>
                    <a:pt x="69203" y="121398"/>
                  </a:cubicBezTo>
                  <a:cubicBezTo>
                    <a:pt x="51959" y="121398"/>
                    <a:pt x="38950" y="112625"/>
                    <a:pt x="30177" y="95381"/>
                  </a:cubicBezTo>
                  <a:cubicBezTo>
                    <a:pt x="24732" y="83885"/>
                    <a:pt x="22614" y="73901"/>
                    <a:pt x="22009" y="55447"/>
                  </a:cubicBezTo>
                  <a:lnTo>
                    <a:pt x="115187" y="55447"/>
                  </a:lnTo>
                  <a:cubicBezTo>
                    <a:pt x="112767" y="35783"/>
                    <a:pt x="109742" y="27010"/>
                    <a:pt x="102178" y="17329"/>
                  </a:cubicBezTo>
                  <a:cubicBezTo>
                    <a:pt x="93103" y="6438"/>
                    <a:pt x="79186" y="85"/>
                    <a:pt x="63455" y="85"/>
                  </a:cubicBezTo>
                  <a:cubicBezTo>
                    <a:pt x="48329" y="85"/>
                    <a:pt x="34110" y="5530"/>
                    <a:pt x="22614" y="15816"/>
                  </a:cubicBezTo>
                  <a:cubicBezTo>
                    <a:pt x="8395" y="28220"/>
                    <a:pt x="227" y="49699"/>
                    <a:pt x="227" y="74506"/>
                  </a:cubicBezTo>
                  <a:cubicBezTo>
                    <a:pt x="227" y="116255"/>
                    <a:pt x="22009" y="142272"/>
                    <a:pt x="56799" y="142272"/>
                  </a:cubicBezTo>
                  <a:cubicBezTo>
                    <a:pt x="85539" y="142272"/>
                    <a:pt x="108229" y="124423"/>
                    <a:pt x="120935" y="91750"/>
                  </a:cubicBezTo>
                  <a:lnTo>
                    <a:pt x="116095" y="89633"/>
                  </a:lnTo>
                  <a:close/>
                  <a:moveTo>
                    <a:pt x="22614" y="45766"/>
                  </a:moveTo>
                  <a:cubicBezTo>
                    <a:pt x="25942" y="22169"/>
                    <a:pt x="36228" y="10976"/>
                    <a:pt x="54682" y="10976"/>
                  </a:cubicBezTo>
                  <a:cubicBezTo>
                    <a:pt x="73136" y="10976"/>
                    <a:pt x="80397" y="19446"/>
                    <a:pt x="84329" y="45766"/>
                  </a:cubicBezTo>
                  <a:lnTo>
                    <a:pt x="22614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AD178B4B-007C-65A7-7943-A6EE8ADCA201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9592369" y="4981958"/>
              <a:ext cx="99833" cy="139162"/>
            </a:xfrm>
            <a:custGeom>
              <a:avLst/>
              <a:gdLst>
                <a:gd name="connsiteX0" fmla="*/ 836 w 99833"/>
                <a:gd name="connsiteY0" fmla="*/ 21262 h 139162"/>
                <a:gd name="connsiteX1" fmla="*/ 11425 w 99833"/>
                <a:gd name="connsiteY1" fmla="*/ 20051 h 139162"/>
                <a:gd name="connsiteX2" fmla="*/ 21711 w 99833"/>
                <a:gd name="connsiteY2" fmla="*/ 38203 h 139162"/>
                <a:gd name="connsiteX3" fmla="*/ 21711 w 99833"/>
                <a:gd name="connsiteY3" fmla="*/ 113835 h 139162"/>
                <a:gd name="connsiteX4" fmla="*/ 231 w 99833"/>
                <a:gd name="connsiteY4" fmla="*/ 134709 h 139162"/>
                <a:gd name="connsiteX5" fmla="*/ 231 w 99833"/>
                <a:gd name="connsiteY5" fmla="*/ 139247 h 139162"/>
                <a:gd name="connsiteX6" fmla="*/ 72838 w 99833"/>
                <a:gd name="connsiteY6" fmla="*/ 139247 h 139162"/>
                <a:gd name="connsiteX7" fmla="*/ 72838 w 99833"/>
                <a:gd name="connsiteY7" fmla="*/ 134709 h 139162"/>
                <a:gd name="connsiteX8" fmla="*/ 47123 w 99833"/>
                <a:gd name="connsiteY8" fmla="*/ 112020 h 139162"/>
                <a:gd name="connsiteX9" fmla="*/ 47123 w 99833"/>
                <a:gd name="connsiteY9" fmla="*/ 43951 h 139162"/>
                <a:gd name="connsiteX10" fmla="*/ 68300 w 99833"/>
                <a:gd name="connsiteY10" fmla="*/ 19144 h 139162"/>
                <a:gd name="connsiteX11" fmla="*/ 76166 w 99833"/>
                <a:gd name="connsiteY11" fmla="*/ 23682 h 139162"/>
                <a:gd name="connsiteX12" fmla="*/ 88267 w 99833"/>
                <a:gd name="connsiteY12" fmla="*/ 29732 h 139162"/>
                <a:gd name="connsiteX13" fmla="*/ 100065 w 99833"/>
                <a:gd name="connsiteY13" fmla="*/ 16119 h 139162"/>
                <a:gd name="connsiteX14" fmla="*/ 83426 w 99833"/>
                <a:gd name="connsiteY14" fmla="*/ 85 h 139162"/>
                <a:gd name="connsiteX15" fmla="*/ 47123 w 99833"/>
                <a:gd name="connsiteY15" fmla="*/ 28522 h 139162"/>
                <a:gd name="connsiteX16" fmla="*/ 47123 w 99833"/>
                <a:gd name="connsiteY16" fmla="*/ 690 h 139162"/>
                <a:gd name="connsiteX17" fmla="*/ 45610 w 99833"/>
                <a:gd name="connsiteY17" fmla="*/ 85 h 139162"/>
                <a:gd name="connsiteX18" fmla="*/ 836 w 99833"/>
                <a:gd name="connsiteY18" fmla="*/ 16421 h 139162"/>
                <a:gd name="connsiteX19" fmla="*/ 836 w 99833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836" y="21262"/>
                  </a:moveTo>
                  <a:cubicBezTo>
                    <a:pt x="5072" y="20354"/>
                    <a:pt x="7795" y="20051"/>
                    <a:pt x="11425" y="20051"/>
                  </a:cubicBezTo>
                  <a:cubicBezTo>
                    <a:pt x="18988" y="20051"/>
                    <a:pt x="21711" y="24892"/>
                    <a:pt x="21711" y="38203"/>
                  </a:cubicBezTo>
                  <a:lnTo>
                    <a:pt x="21711" y="113835"/>
                  </a:lnTo>
                  <a:cubicBezTo>
                    <a:pt x="21711" y="128961"/>
                    <a:pt x="19593" y="131079"/>
                    <a:pt x="231" y="134709"/>
                  </a:cubicBezTo>
                  <a:lnTo>
                    <a:pt x="231" y="139247"/>
                  </a:lnTo>
                  <a:lnTo>
                    <a:pt x="72838" y="139247"/>
                  </a:lnTo>
                  <a:lnTo>
                    <a:pt x="72838" y="134709"/>
                  </a:lnTo>
                  <a:cubicBezTo>
                    <a:pt x="52266" y="133802"/>
                    <a:pt x="47123" y="129264"/>
                    <a:pt x="47123" y="112020"/>
                  </a:cubicBezTo>
                  <a:lnTo>
                    <a:pt x="47123" y="43951"/>
                  </a:lnTo>
                  <a:cubicBezTo>
                    <a:pt x="47123" y="34270"/>
                    <a:pt x="60132" y="19144"/>
                    <a:pt x="68300" y="19144"/>
                  </a:cubicBezTo>
                  <a:cubicBezTo>
                    <a:pt x="70115" y="19144"/>
                    <a:pt x="72838" y="20656"/>
                    <a:pt x="76166" y="23682"/>
                  </a:cubicBezTo>
                  <a:cubicBezTo>
                    <a:pt x="81006" y="27917"/>
                    <a:pt x="84334" y="29732"/>
                    <a:pt x="88267" y="29732"/>
                  </a:cubicBezTo>
                  <a:cubicBezTo>
                    <a:pt x="95527" y="29732"/>
                    <a:pt x="100065" y="24589"/>
                    <a:pt x="100065" y="16119"/>
                  </a:cubicBezTo>
                  <a:cubicBezTo>
                    <a:pt x="100065" y="6135"/>
                    <a:pt x="93712" y="85"/>
                    <a:pt x="83426" y="85"/>
                  </a:cubicBezTo>
                  <a:cubicBezTo>
                    <a:pt x="70720" y="85"/>
                    <a:pt x="61947" y="7043"/>
                    <a:pt x="47123" y="28522"/>
                  </a:cubicBezTo>
                  <a:lnTo>
                    <a:pt x="47123" y="690"/>
                  </a:lnTo>
                  <a:lnTo>
                    <a:pt x="45610" y="85"/>
                  </a:lnTo>
                  <a:cubicBezTo>
                    <a:pt x="29576" y="6740"/>
                    <a:pt x="18685" y="10673"/>
                    <a:pt x="836" y="16421"/>
                  </a:cubicBezTo>
                  <a:lnTo>
                    <a:pt x="836" y="21262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D1983423-E7A1-B12B-B54F-1E5593A82D76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9699538" y="4981958"/>
              <a:ext cx="117077" cy="142187"/>
            </a:xfrm>
            <a:custGeom>
              <a:avLst/>
              <a:gdLst>
                <a:gd name="connsiteX0" fmla="*/ 113077 w 117077"/>
                <a:gd name="connsiteY0" fmla="*/ 92053 h 142187"/>
                <a:gd name="connsiteX1" fmla="*/ 70421 w 117077"/>
                <a:gd name="connsiteY1" fmla="*/ 120490 h 142187"/>
                <a:gd name="connsiteX2" fmla="*/ 23529 w 117077"/>
                <a:gd name="connsiteY2" fmla="*/ 61498 h 142187"/>
                <a:gd name="connsiteX3" fmla="*/ 64673 w 117077"/>
                <a:gd name="connsiteY3" fmla="*/ 8858 h 142187"/>
                <a:gd name="connsiteX4" fmla="*/ 82522 w 117077"/>
                <a:gd name="connsiteY4" fmla="*/ 23379 h 142187"/>
                <a:gd name="connsiteX5" fmla="*/ 84337 w 117077"/>
                <a:gd name="connsiteY5" fmla="*/ 30035 h 142187"/>
                <a:gd name="connsiteX6" fmla="*/ 98556 w 117077"/>
                <a:gd name="connsiteY6" fmla="*/ 43951 h 142187"/>
                <a:gd name="connsiteX7" fmla="*/ 113077 w 117077"/>
                <a:gd name="connsiteY7" fmla="*/ 31245 h 142187"/>
                <a:gd name="connsiteX8" fmla="*/ 66488 w 117077"/>
                <a:gd name="connsiteY8" fmla="*/ 85 h 142187"/>
                <a:gd name="connsiteX9" fmla="*/ 23832 w 117077"/>
                <a:gd name="connsiteY9" fmla="*/ 17026 h 142187"/>
                <a:gd name="connsiteX10" fmla="*/ 235 w 117077"/>
                <a:gd name="connsiteY10" fmla="*/ 74809 h 142187"/>
                <a:gd name="connsiteX11" fmla="*/ 57715 w 117077"/>
                <a:gd name="connsiteY11" fmla="*/ 142272 h 142187"/>
                <a:gd name="connsiteX12" fmla="*/ 94320 w 117077"/>
                <a:gd name="connsiteY12" fmla="*/ 128054 h 142187"/>
                <a:gd name="connsiteX13" fmla="*/ 117313 w 117077"/>
                <a:gd name="connsiteY13" fmla="*/ 94776 h 142187"/>
                <a:gd name="connsiteX14" fmla="*/ 113077 w 117077"/>
                <a:gd name="connsiteY14" fmla="*/ 92053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077" h="142187">
                  <a:moveTo>
                    <a:pt x="113077" y="92053"/>
                  </a:moveTo>
                  <a:cubicBezTo>
                    <a:pt x="98556" y="113230"/>
                    <a:pt x="87665" y="120490"/>
                    <a:pt x="70421" y="120490"/>
                  </a:cubicBezTo>
                  <a:cubicBezTo>
                    <a:pt x="42891" y="120490"/>
                    <a:pt x="23529" y="96288"/>
                    <a:pt x="23529" y="61498"/>
                  </a:cubicBezTo>
                  <a:cubicBezTo>
                    <a:pt x="23529" y="30337"/>
                    <a:pt x="40168" y="8858"/>
                    <a:pt x="64673" y="8858"/>
                  </a:cubicBezTo>
                  <a:cubicBezTo>
                    <a:pt x="75564" y="8858"/>
                    <a:pt x="79497" y="12186"/>
                    <a:pt x="82522" y="23379"/>
                  </a:cubicBezTo>
                  <a:lnTo>
                    <a:pt x="84337" y="30035"/>
                  </a:lnTo>
                  <a:cubicBezTo>
                    <a:pt x="86757" y="38506"/>
                    <a:pt x="92203" y="43951"/>
                    <a:pt x="98556" y="43951"/>
                  </a:cubicBezTo>
                  <a:cubicBezTo>
                    <a:pt x="106422" y="43951"/>
                    <a:pt x="113077" y="38203"/>
                    <a:pt x="113077" y="31245"/>
                  </a:cubicBezTo>
                  <a:cubicBezTo>
                    <a:pt x="113077" y="14303"/>
                    <a:pt x="91900" y="85"/>
                    <a:pt x="66488" y="85"/>
                  </a:cubicBezTo>
                  <a:cubicBezTo>
                    <a:pt x="51664" y="85"/>
                    <a:pt x="36235" y="6135"/>
                    <a:pt x="23832" y="17026"/>
                  </a:cubicBezTo>
                  <a:cubicBezTo>
                    <a:pt x="8705" y="30337"/>
                    <a:pt x="235" y="50909"/>
                    <a:pt x="235" y="74809"/>
                  </a:cubicBezTo>
                  <a:cubicBezTo>
                    <a:pt x="235" y="114137"/>
                    <a:pt x="24134" y="142272"/>
                    <a:pt x="57715" y="142272"/>
                  </a:cubicBezTo>
                  <a:cubicBezTo>
                    <a:pt x="71328" y="142272"/>
                    <a:pt x="83430" y="137432"/>
                    <a:pt x="94320" y="128054"/>
                  </a:cubicBezTo>
                  <a:cubicBezTo>
                    <a:pt x="102489" y="120793"/>
                    <a:pt x="108237" y="112625"/>
                    <a:pt x="117313" y="94776"/>
                  </a:cubicBezTo>
                  <a:lnTo>
                    <a:pt x="113077" y="92053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29DBE5DD-40A0-8159-6649-8D88231D5189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9834362" y="4981958"/>
              <a:ext cx="120708" cy="142187"/>
            </a:xfrm>
            <a:custGeom>
              <a:avLst/>
              <a:gdLst>
                <a:gd name="connsiteX0" fmla="*/ 116107 w 120708"/>
                <a:gd name="connsiteY0" fmla="*/ 89633 h 142187"/>
                <a:gd name="connsiteX1" fmla="*/ 69215 w 120708"/>
                <a:gd name="connsiteY1" fmla="*/ 121398 h 142187"/>
                <a:gd name="connsiteX2" fmla="*/ 30189 w 120708"/>
                <a:gd name="connsiteY2" fmla="*/ 95381 h 142187"/>
                <a:gd name="connsiteX3" fmla="*/ 22021 w 120708"/>
                <a:gd name="connsiteY3" fmla="*/ 55447 h 142187"/>
                <a:gd name="connsiteX4" fmla="*/ 115199 w 120708"/>
                <a:gd name="connsiteY4" fmla="*/ 55447 h 142187"/>
                <a:gd name="connsiteX5" fmla="*/ 102191 w 120708"/>
                <a:gd name="connsiteY5" fmla="*/ 17329 h 142187"/>
                <a:gd name="connsiteX6" fmla="*/ 63467 w 120708"/>
                <a:gd name="connsiteY6" fmla="*/ 85 h 142187"/>
                <a:gd name="connsiteX7" fmla="*/ 22626 w 120708"/>
                <a:gd name="connsiteY7" fmla="*/ 15816 h 142187"/>
                <a:gd name="connsiteX8" fmla="*/ 239 w 120708"/>
                <a:gd name="connsiteY8" fmla="*/ 74506 h 142187"/>
                <a:gd name="connsiteX9" fmla="*/ 56812 w 120708"/>
                <a:gd name="connsiteY9" fmla="*/ 142272 h 142187"/>
                <a:gd name="connsiteX10" fmla="*/ 120947 w 120708"/>
                <a:gd name="connsiteY10" fmla="*/ 91750 h 142187"/>
                <a:gd name="connsiteX11" fmla="*/ 116107 w 120708"/>
                <a:gd name="connsiteY11" fmla="*/ 89633 h 142187"/>
                <a:gd name="connsiteX12" fmla="*/ 22626 w 120708"/>
                <a:gd name="connsiteY12" fmla="*/ 45766 h 142187"/>
                <a:gd name="connsiteX13" fmla="*/ 54694 w 120708"/>
                <a:gd name="connsiteY13" fmla="*/ 10976 h 142187"/>
                <a:gd name="connsiteX14" fmla="*/ 84342 w 120708"/>
                <a:gd name="connsiteY14" fmla="*/ 45766 h 142187"/>
                <a:gd name="connsiteX15" fmla="*/ 22626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07" y="89633"/>
                  </a:moveTo>
                  <a:cubicBezTo>
                    <a:pt x="101586" y="112625"/>
                    <a:pt x="88577" y="121398"/>
                    <a:pt x="69215" y="121398"/>
                  </a:cubicBezTo>
                  <a:cubicBezTo>
                    <a:pt x="51971" y="121398"/>
                    <a:pt x="38963" y="112625"/>
                    <a:pt x="30189" y="95381"/>
                  </a:cubicBezTo>
                  <a:cubicBezTo>
                    <a:pt x="24744" y="83885"/>
                    <a:pt x="22626" y="73901"/>
                    <a:pt x="22021" y="55447"/>
                  </a:cubicBezTo>
                  <a:lnTo>
                    <a:pt x="115199" y="55447"/>
                  </a:lnTo>
                  <a:cubicBezTo>
                    <a:pt x="112779" y="35783"/>
                    <a:pt x="109754" y="27010"/>
                    <a:pt x="102191" y="17329"/>
                  </a:cubicBezTo>
                  <a:cubicBezTo>
                    <a:pt x="93115" y="6438"/>
                    <a:pt x="79199" y="85"/>
                    <a:pt x="63467" y="85"/>
                  </a:cubicBezTo>
                  <a:cubicBezTo>
                    <a:pt x="48341" y="85"/>
                    <a:pt x="34122" y="5530"/>
                    <a:pt x="22626" y="15816"/>
                  </a:cubicBezTo>
                  <a:cubicBezTo>
                    <a:pt x="8407" y="28220"/>
                    <a:pt x="239" y="49699"/>
                    <a:pt x="239" y="74506"/>
                  </a:cubicBezTo>
                  <a:cubicBezTo>
                    <a:pt x="239" y="116255"/>
                    <a:pt x="22021" y="142272"/>
                    <a:pt x="56812" y="142272"/>
                  </a:cubicBezTo>
                  <a:cubicBezTo>
                    <a:pt x="85552" y="142272"/>
                    <a:pt x="108241" y="124423"/>
                    <a:pt x="120947" y="91750"/>
                  </a:cubicBezTo>
                  <a:lnTo>
                    <a:pt x="116107" y="89633"/>
                  </a:lnTo>
                  <a:close/>
                  <a:moveTo>
                    <a:pt x="22626" y="45766"/>
                  </a:moveTo>
                  <a:cubicBezTo>
                    <a:pt x="25954" y="22169"/>
                    <a:pt x="36240" y="10976"/>
                    <a:pt x="54694" y="10976"/>
                  </a:cubicBezTo>
                  <a:cubicBezTo>
                    <a:pt x="73148" y="10976"/>
                    <a:pt x="80409" y="19446"/>
                    <a:pt x="84342" y="45766"/>
                  </a:cubicBezTo>
                  <a:lnTo>
                    <a:pt x="22626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71D018AF-7C7D-1A94-3CFA-06564E4B7339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9966463" y="4981958"/>
              <a:ext cx="141885" cy="139162"/>
            </a:xfrm>
            <a:custGeom>
              <a:avLst/>
              <a:gdLst>
                <a:gd name="connsiteX0" fmla="*/ 243 w 141885"/>
                <a:gd name="connsiteY0" fmla="*/ 18841 h 139162"/>
                <a:gd name="connsiteX1" fmla="*/ 8412 w 141885"/>
                <a:gd name="connsiteY1" fmla="*/ 17631 h 139162"/>
                <a:gd name="connsiteX2" fmla="*/ 19605 w 141885"/>
                <a:gd name="connsiteY2" fmla="*/ 36993 h 139162"/>
                <a:gd name="connsiteX3" fmla="*/ 19605 w 141885"/>
                <a:gd name="connsiteY3" fmla="*/ 112020 h 139162"/>
                <a:gd name="connsiteX4" fmla="*/ 849 w 141885"/>
                <a:gd name="connsiteY4" fmla="*/ 134709 h 139162"/>
                <a:gd name="connsiteX5" fmla="*/ 849 w 141885"/>
                <a:gd name="connsiteY5" fmla="*/ 139247 h 139162"/>
                <a:gd name="connsiteX6" fmla="*/ 64984 w 141885"/>
                <a:gd name="connsiteY6" fmla="*/ 139247 h 139162"/>
                <a:gd name="connsiteX7" fmla="*/ 64984 w 141885"/>
                <a:gd name="connsiteY7" fmla="*/ 134709 h 139162"/>
                <a:gd name="connsiteX8" fmla="*/ 45017 w 141885"/>
                <a:gd name="connsiteY8" fmla="*/ 118978 h 139162"/>
                <a:gd name="connsiteX9" fmla="*/ 45017 w 141885"/>
                <a:gd name="connsiteY9" fmla="*/ 33968 h 139162"/>
                <a:gd name="connsiteX10" fmla="*/ 76178 w 141885"/>
                <a:gd name="connsiteY10" fmla="*/ 16724 h 139162"/>
                <a:gd name="connsiteX11" fmla="*/ 98262 w 141885"/>
                <a:gd name="connsiteY11" fmla="*/ 46069 h 139162"/>
                <a:gd name="connsiteX12" fmla="*/ 98262 w 141885"/>
                <a:gd name="connsiteY12" fmla="*/ 109297 h 139162"/>
                <a:gd name="connsiteX13" fmla="*/ 79203 w 141885"/>
                <a:gd name="connsiteY13" fmla="*/ 134709 h 139162"/>
                <a:gd name="connsiteX14" fmla="*/ 79203 w 141885"/>
                <a:gd name="connsiteY14" fmla="*/ 139247 h 139162"/>
                <a:gd name="connsiteX15" fmla="*/ 142129 w 141885"/>
                <a:gd name="connsiteY15" fmla="*/ 139247 h 139162"/>
                <a:gd name="connsiteX16" fmla="*/ 142129 w 141885"/>
                <a:gd name="connsiteY16" fmla="*/ 134709 h 139162"/>
                <a:gd name="connsiteX17" fmla="*/ 123674 w 141885"/>
                <a:gd name="connsiteY17" fmla="*/ 114742 h 139162"/>
                <a:gd name="connsiteX18" fmla="*/ 123674 w 141885"/>
                <a:gd name="connsiteY18" fmla="*/ 45464 h 139162"/>
                <a:gd name="connsiteX19" fmla="*/ 87976 w 141885"/>
                <a:gd name="connsiteY19" fmla="*/ 85 h 139162"/>
                <a:gd name="connsiteX20" fmla="*/ 44110 w 141885"/>
                <a:gd name="connsiteY20" fmla="*/ 24589 h 139162"/>
                <a:gd name="connsiteX21" fmla="*/ 44110 w 141885"/>
                <a:gd name="connsiteY21" fmla="*/ 690 h 139162"/>
                <a:gd name="connsiteX22" fmla="*/ 41992 w 141885"/>
                <a:gd name="connsiteY22" fmla="*/ 85 h 139162"/>
                <a:gd name="connsiteX23" fmla="*/ 243 w 141885"/>
                <a:gd name="connsiteY23" fmla="*/ 13698 h 139162"/>
                <a:gd name="connsiteX24" fmla="*/ 243 w 141885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162">
                  <a:moveTo>
                    <a:pt x="243" y="18841"/>
                  </a:moveTo>
                  <a:cubicBezTo>
                    <a:pt x="2059" y="17934"/>
                    <a:pt x="5084" y="17631"/>
                    <a:pt x="8412" y="17631"/>
                  </a:cubicBezTo>
                  <a:cubicBezTo>
                    <a:pt x="16882" y="17631"/>
                    <a:pt x="19605" y="22169"/>
                    <a:pt x="19605" y="36993"/>
                  </a:cubicBezTo>
                  <a:lnTo>
                    <a:pt x="19605" y="112020"/>
                  </a:lnTo>
                  <a:cubicBezTo>
                    <a:pt x="19605" y="129264"/>
                    <a:pt x="16277" y="133499"/>
                    <a:pt x="849" y="134709"/>
                  </a:cubicBezTo>
                  <a:lnTo>
                    <a:pt x="849" y="139247"/>
                  </a:lnTo>
                  <a:lnTo>
                    <a:pt x="64984" y="139247"/>
                  </a:lnTo>
                  <a:lnTo>
                    <a:pt x="64984" y="134709"/>
                  </a:lnTo>
                  <a:cubicBezTo>
                    <a:pt x="49555" y="133499"/>
                    <a:pt x="45017" y="129869"/>
                    <a:pt x="45017" y="118978"/>
                  </a:cubicBezTo>
                  <a:lnTo>
                    <a:pt x="45017" y="33968"/>
                  </a:lnTo>
                  <a:cubicBezTo>
                    <a:pt x="59539" y="20354"/>
                    <a:pt x="66194" y="16724"/>
                    <a:pt x="76178" y="16724"/>
                  </a:cubicBezTo>
                  <a:cubicBezTo>
                    <a:pt x="91002" y="16724"/>
                    <a:pt x="98262" y="26102"/>
                    <a:pt x="98262" y="46069"/>
                  </a:cubicBezTo>
                  <a:lnTo>
                    <a:pt x="98262" y="109297"/>
                  </a:lnTo>
                  <a:cubicBezTo>
                    <a:pt x="98262" y="128356"/>
                    <a:pt x="94329" y="133499"/>
                    <a:pt x="79203" y="134709"/>
                  </a:cubicBezTo>
                  <a:lnTo>
                    <a:pt x="79203" y="139247"/>
                  </a:lnTo>
                  <a:lnTo>
                    <a:pt x="142129" y="139247"/>
                  </a:lnTo>
                  <a:lnTo>
                    <a:pt x="142129" y="134709"/>
                  </a:lnTo>
                  <a:cubicBezTo>
                    <a:pt x="127305" y="133196"/>
                    <a:pt x="123674" y="129566"/>
                    <a:pt x="123674" y="114742"/>
                  </a:cubicBezTo>
                  <a:lnTo>
                    <a:pt x="123674" y="45464"/>
                  </a:lnTo>
                  <a:cubicBezTo>
                    <a:pt x="123674" y="17026"/>
                    <a:pt x="110363" y="85"/>
                    <a:pt x="87976" y="85"/>
                  </a:cubicBezTo>
                  <a:cubicBezTo>
                    <a:pt x="74060" y="85"/>
                    <a:pt x="64682" y="5228"/>
                    <a:pt x="44110" y="24589"/>
                  </a:cubicBezTo>
                  <a:lnTo>
                    <a:pt x="44110" y="690"/>
                  </a:lnTo>
                  <a:lnTo>
                    <a:pt x="41992" y="85"/>
                  </a:lnTo>
                  <a:cubicBezTo>
                    <a:pt x="27168" y="5530"/>
                    <a:pt x="16882" y="8858"/>
                    <a:pt x="243" y="13698"/>
                  </a:cubicBezTo>
                  <a:lnTo>
                    <a:pt x="243" y="1884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84C2CF7-3C3A-9189-344C-6EFD35E314F1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10117386" y="4945957"/>
              <a:ext cx="80472" cy="178188"/>
            </a:xfrm>
            <a:custGeom>
              <a:avLst/>
              <a:gdLst>
                <a:gd name="connsiteX0" fmla="*/ 73460 w 80472"/>
                <a:gd name="connsiteY0" fmla="*/ 39111 h 178188"/>
                <a:gd name="connsiteX1" fmla="*/ 42905 w 80472"/>
                <a:gd name="connsiteY1" fmla="*/ 39111 h 178188"/>
                <a:gd name="connsiteX2" fmla="*/ 42905 w 80472"/>
                <a:gd name="connsiteY2" fmla="*/ 4018 h 178188"/>
                <a:gd name="connsiteX3" fmla="*/ 40787 w 80472"/>
                <a:gd name="connsiteY3" fmla="*/ 85 h 178188"/>
                <a:gd name="connsiteX4" fmla="*/ 34737 w 80472"/>
                <a:gd name="connsiteY4" fmla="*/ 8555 h 178188"/>
                <a:gd name="connsiteX5" fmla="*/ 5391 w 80472"/>
                <a:gd name="connsiteY5" fmla="*/ 40926 h 178188"/>
                <a:gd name="connsiteX6" fmla="*/ 248 w 80472"/>
                <a:gd name="connsiteY6" fmla="*/ 46674 h 178188"/>
                <a:gd name="connsiteX7" fmla="*/ 1459 w 80472"/>
                <a:gd name="connsiteY7" fmla="*/ 48792 h 178188"/>
                <a:gd name="connsiteX8" fmla="*/ 17493 w 80472"/>
                <a:gd name="connsiteY8" fmla="*/ 48792 h 178188"/>
                <a:gd name="connsiteX9" fmla="*/ 17493 w 80472"/>
                <a:gd name="connsiteY9" fmla="*/ 139852 h 178188"/>
                <a:gd name="connsiteX10" fmla="*/ 44417 w 80472"/>
                <a:gd name="connsiteY10" fmla="*/ 178273 h 178188"/>
                <a:gd name="connsiteX11" fmla="*/ 80721 w 80472"/>
                <a:gd name="connsiteY11" fmla="*/ 155281 h 178188"/>
                <a:gd name="connsiteX12" fmla="*/ 76788 w 80472"/>
                <a:gd name="connsiteY12" fmla="*/ 151953 h 178188"/>
                <a:gd name="connsiteX13" fmla="*/ 58636 w 80472"/>
                <a:gd name="connsiteY13" fmla="*/ 162542 h 178188"/>
                <a:gd name="connsiteX14" fmla="*/ 42905 w 80472"/>
                <a:gd name="connsiteY14" fmla="*/ 135314 h 178188"/>
                <a:gd name="connsiteX15" fmla="*/ 42905 w 80472"/>
                <a:gd name="connsiteY15" fmla="*/ 48792 h 178188"/>
                <a:gd name="connsiteX16" fmla="*/ 73460 w 80472"/>
                <a:gd name="connsiteY16" fmla="*/ 48792 h 178188"/>
                <a:gd name="connsiteX17" fmla="*/ 73460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460" y="39111"/>
                  </a:moveTo>
                  <a:lnTo>
                    <a:pt x="42905" y="39111"/>
                  </a:lnTo>
                  <a:lnTo>
                    <a:pt x="42905" y="4018"/>
                  </a:lnTo>
                  <a:cubicBezTo>
                    <a:pt x="42905" y="992"/>
                    <a:pt x="42602" y="85"/>
                    <a:pt x="40787" y="85"/>
                  </a:cubicBezTo>
                  <a:cubicBezTo>
                    <a:pt x="38669" y="2807"/>
                    <a:pt x="36854" y="5530"/>
                    <a:pt x="34737" y="8555"/>
                  </a:cubicBezTo>
                  <a:cubicBezTo>
                    <a:pt x="23241" y="25194"/>
                    <a:pt x="10232" y="39716"/>
                    <a:pt x="5391" y="40926"/>
                  </a:cubicBezTo>
                  <a:cubicBezTo>
                    <a:pt x="2064" y="43044"/>
                    <a:pt x="248" y="45161"/>
                    <a:pt x="248" y="46674"/>
                  </a:cubicBezTo>
                  <a:cubicBezTo>
                    <a:pt x="248" y="47581"/>
                    <a:pt x="551" y="48186"/>
                    <a:pt x="1459" y="48792"/>
                  </a:cubicBezTo>
                  <a:lnTo>
                    <a:pt x="17493" y="48792"/>
                  </a:lnTo>
                  <a:lnTo>
                    <a:pt x="17493" y="139852"/>
                  </a:lnTo>
                  <a:cubicBezTo>
                    <a:pt x="17493" y="165264"/>
                    <a:pt x="26568" y="178273"/>
                    <a:pt x="44417" y="178273"/>
                  </a:cubicBezTo>
                  <a:cubicBezTo>
                    <a:pt x="59241" y="178273"/>
                    <a:pt x="70737" y="171012"/>
                    <a:pt x="80721" y="155281"/>
                  </a:cubicBezTo>
                  <a:lnTo>
                    <a:pt x="76788" y="151953"/>
                  </a:lnTo>
                  <a:cubicBezTo>
                    <a:pt x="70435" y="159516"/>
                    <a:pt x="65292" y="162542"/>
                    <a:pt x="58636" y="162542"/>
                  </a:cubicBezTo>
                  <a:cubicBezTo>
                    <a:pt x="47443" y="162542"/>
                    <a:pt x="42905" y="154373"/>
                    <a:pt x="42905" y="135314"/>
                  </a:cubicBezTo>
                  <a:lnTo>
                    <a:pt x="42905" y="48792"/>
                  </a:lnTo>
                  <a:lnTo>
                    <a:pt x="73460" y="48792"/>
                  </a:lnTo>
                  <a:lnTo>
                    <a:pt x="73460" y="3911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6975862D-7BD1-788F-40E9-874AF03C2891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10275296" y="4981958"/>
              <a:ext cx="99833" cy="139162"/>
            </a:xfrm>
            <a:custGeom>
              <a:avLst/>
              <a:gdLst>
                <a:gd name="connsiteX0" fmla="*/ 859 w 99833"/>
                <a:gd name="connsiteY0" fmla="*/ 21262 h 139162"/>
                <a:gd name="connsiteX1" fmla="*/ 11447 w 99833"/>
                <a:gd name="connsiteY1" fmla="*/ 20051 h 139162"/>
                <a:gd name="connsiteX2" fmla="*/ 21733 w 99833"/>
                <a:gd name="connsiteY2" fmla="*/ 38203 h 139162"/>
                <a:gd name="connsiteX3" fmla="*/ 21733 w 99833"/>
                <a:gd name="connsiteY3" fmla="*/ 113835 h 139162"/>
                <a:gd name="connsiteX4" fmla="*/ 254 w 99833"/>
                <a:gd name="connsiteY4" fmla="*/ 134709 h 139162"/>
                <a:gd name="connsiteX5" fmla="*/ 254 w 99833"/>
                <a:gd name="connsiteY5" fmla="*/ 139247 h 139162"/>
                <a:gd name="connsiteX6" fmla="*/ 72860 w 99833"/>
                <a:gd name="connsiteY6" fmla="*/ 139247 h 139162"/>
                <a:gd name="connsiteX7" fmla="*/ 72860 w 99833"/>
                <a:gd name="connsiteY7" fmla="*/ 134709 h 139162"/>
                <a:gd name="connsiteX8" fmla="*/ 47145 w 99833"/>
                <a:gd name="connsiteY8" fmla="*/ 112020 h 139162"/>
                <a:gd name="connsiteX9" fmla="*/ 47145 w 99833"/>
                <a:gd name="connsiteY9" fmla="*/ 43951 h 139162"/>
                <a:gd name="connsiteX10" fmla="*/ 68322 w 99833"/>
                <a:gd name="connsiteY10" fmla="*/ 19144 h 139162"/>
                <a:gd name="connsiteX11" fmla="*/ 76188 w 99833"/>
                <a:gd name="connsiteY11" fmla="*/ 23682 h 139162"/>
                <a:gd name="connsiteX12" fmla="*/ 88289 w 99833"/>
                <a:gd name="connsiteY12" fmla="*/ 29732 h 139162"/>
                <a:gd name="connsiteX13" fmla="*/ 100088 w 99833"/>
                <a:gd name="connsiteY13" fmla="*/ 16119 h 139162"/>
                <a:gd name="connsiteX14" fmla="*/ 83449 w 99833"/>
                <a:gd name="connsiteY14" fmla="*/ 85 h 139162"/>
                <a:gd name="connsiteX15" fmla="*/ 47145 w 99833"/>
                <a:gd name="connsiteY15" fmla="*/ 28522 h 139162"/>
                <a:gd name="connsiteX16" fmla="*/ 47145 w 99833"/>
                <a:gd name="connsiteY16" fmla="*/ 690 h 139162"/>
                <a:gd name="connsiteX17" fmla="*/ 45633 w 99833"/>
                <a:gd name="connsiteY17" fmla="*/ 85 h 139162"/>
                <a:gd name="connsiteX18" fmla="*/ 859 w 99833"/>
                <a:gd name="connsiteY18" fmla="*/ 16421 h 139162"/>
                <a:gd name="connsiteX19" fmla="*/ 859 w 99833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859" y="21262"/>
                  </a:moveTo>
                  <a:cubicBezTo>
                    <a:pt x="5094" y="20354"/>
                    <a:pt x="7817" y="20051"/>
                    <a:pt x="11447" y="20051"/>
                  </a:cubicBezTo>
                  <a:cubicBezTo>
                    <a:pt x="19010" y="20051"/>
                    <a:pt x="21733" y="24892"/>
                    <a:pt x="21733" y="38203"/>
                  </a:cubicBezTo>
                  <a:lnTo>
                    <a:pt x="21733" y="113835"/>
                  </a:lnTo>
                  <a:cubicBezTo>
                    <a:pt x="21733" y="128961"/>
                    <a:pt x="19615" y="131079"/>
                    <a:pt x="254" y="134709"/>
                  </a:cubicBezTo>
                  <a:lnTo>
                    <a:pt x="254" y="139247"/>
                  </a:lnTo>
                  <a:lnTo>
                    <a:pt x="72860" y="139247"/>
                  </a:lnTo>
                  <a:lnTo>
                    <a:pt x="72860" y="134709"/>
                  </a:lnTo>
                  <a:cubicBezTo>
                    <a:pt x="52288" y="133802"/>
                    <a:pt x="47145" y="129264"/>
                    <a:pt x="47145" y="112020"/>
                  </a:cubicBezTo>
                  <a:lnTo>
                    <a:pt x="47145" y="43951"/>
                  </a:lnTo>
                  <a:cubicBezTo>
                    <a:pt x="47145" y="34270"/>
                    <a:pt x="60154" y="19144"/>
                    <a:pt x="68322" y="19144"/>
                  </a:cubicBezTo>
                  <a:cubicBezTo>
                    <a:pt x="70137" y="19144"/>
                    <a:pt x="72860" y="20656"/>
                    <a:pt x="76188" y="23682"/>
                  </a:cubicBezTo>
                  <a:cubicBezTo>
                    <a:pt x="81028" y="27917"/>
                    <a:pt x="84356" y="29732"/>
                    <a:pt x="88289" y="29732"/>
                  </a:cubicBezTo>
                  <a:cubicBezTo>
                    <a:pt x="95550" y="29732"/>
                    <a:pt x="100088" y="24589"/>
                    <a:pt x="100088" y="16119"/>
                  </a:cubicBezTo>
                  <a:cubicBezTo>
                    <a:pt x="100088" y="6135"/>
                    <a:pt x="93735" y="85"/>
                    <a:pt x="83449" y="85"/>
                  </a:cubicBezTo>
                  <a:cubicBezTo>
                    <a:pt x="70742" y="85"/>
                    <a:pt x="61969" y="7043"/>
                    <a:pt x="47145" y="28522"/>
                  </a:cubicBezTo>
                  <a:lnTo>
                    <a:pt x="47145" y="690"/>
                  </a:lnTo>
                  <a:lnTo>
                    <a:pt x="45633" y="85"/>
                  </a:lnTo>
                  <a:cubicBezTo>
                    <a:pt x="29599" y="6740"/>
                    <a:pt x="18708" y="10673"/>
                    <a:pt x="859" y="16421"/>
                  </a:cubicBezTo>
                  <a:lnTo>
                    <a:pt x="859" y="21262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E81EC20F-14BB-9188-1472-89D8EA1626F8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10382465" y="4981958"/>
              <a:ext cx="120708" cy="142187"/>
            </a:xfrm>
            <a:custGeom>
              <a:avLst/>
              <a:gdLst>
                <a:gd name="connsiteX0" fmla="*/ 116125 w 120708"/>
                <a:gd name="connsiteY0" fmla="*/ 89633 h 142187"/>
                <a:gd name="connsiteX1" fmla="*/ 69233 w 120708"/>
                <a:gd name="connsiteY1" fmla="*/ 121398 h 142187"/>
                <a:gd name="connsiteX2" fmla="*/ 30207 w 120708"/>
                <a:gd name="connsiteY2" fmla="*/ 95381 h 142187"/>
                <a:gd name="connsiteX3" fmla="*/ 22039 w 120708"/>
                <a:gd name="connsiteY3" fmla="*/ 55447 h 142187"/>
                <a:gd name="connsiteX4" fmla="*/ 115217 w 120708"/>
                <a:gd name="connsiteY4" fmla="*/ 55447 h 142187"/>
                <a:gd name="connsiteX5" fmla="*/ 102209 w 120708"/>
                <a:gd name="connsiteY5" fmla="*/ 17329 h 142187"/>
                <a:gd name="connsiteX6" fmla="*/ 63485 w 120708"/>
                <a:gd name="connsiteY6" fmla="*/ 85 h 142187"/>
                <a:gd name="connsiteX7" fmla="*/ 22644 w 120708"/>
                <a:gd name="connsiteY7" fmla="*/ 15816 h 142187"/>
                <a:gd name="connsiteX8" fmla="*/ 257 w 120708"/>
                <a:gd name="connsiteY8" fmla="*/ 74506 h 142187"/>
                <a:gd name="connsiteX9" fmla="*/ 56830 w 120708"/>
                <a:gd name="connsiteY9" fmla="*/ 142272 h 142187"/>
                <a:gd name="connsiteX10" fmla="*/ 120965 w 120708"/>
                <a:gd name="connsiteY10" fmla="*/ 91750 h 142187"/>
                <a:gd name="connsiteX11" fmla="*/ 116125 w 120708"/>
                <a:gd name="connsiteY11" fmla="*/ 89633 h 142187"/>
                <a:gd name="connsiteX12" fmla="*/ 22644 w 120708"/>
                <a:gd name="connsiteY12" fmla="*/ 45766 h 142187"/>
                <a:gd name="connsiteX13" fmla="*/ 54712 w 120708"/>
                <a:gd name="connsiteY13" fmla="*/ 10976 h 142187"/>
                <a:gd name="connsiteX14" fmla="*/ 84360 w 120708"/>
                <a:gd name="connsiteY14" fmla="*/ 45766 h 142187"/>
                <a:gd name="connsiteX15" fmla="*/ 22644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25" y="89633"/>
                  </a:moveTo>
                  <a:cubicBezTo>
                    <a:pt x="101604" y="112625"/>
                    <a:pt x="88595" y="121398"/>
                    <a:pt x="69233" y="121398"/>
                  </a:cubicBezTo>
                  <a:cubicBezTo>
                    <a:pt x="51989" y="121398"/>
                    <a:pt x="38980" y="112625"/>
                    <a:pt x="30207" y="95381"/>
                  </a:cubicBezTo>
                  <a:cubicBezTo>
                    <a:pt x="24762" y="83885"/>
                    <a:pt x="22644" y="73901"/>
                    <a:pt x="22039" y="55447"/>
                  </a:cubicBezTo>
                  <a:lnTo>
                    <a:pt x="115217" y="55447"/>
                  </a:lnTo>
                  <a:cubicBezTo>
                    <a:pt x="112797" y="35783"/>
                    <a:pt x="109772" y="27010"/>
                    <a:pt x="102209" y="17329"/>
                  </a:cubicBezTo>
                  <a:cubicBezTo>
                    <a:pt x="93133" y="6438"/>
                    <a:pt x="79217" y="85"/>
                    <a:pt x="63485" y="85"/>
                  </a:cubicBezTo>
                  <a:cubicBezTo>
                    <a:pt x="48359" y="85"/>
                    <a:pt x="34140" y="5530"/>
                    <a:pt x="22644" y="15816"/>
                  </a:cubicBezTo>
                  <a:cubicBezTo>
                    <a:pt x="8425" y="28220"/>
                    <a:pt x="257" y="49699"/>
                    <a:pt x="257" y="74506"/>
                  </a:cubicBezTo>
                  <a:cubicBezTo>
                    <a:pt x="257" y="116255"/>
                    <a:pt x="22039" y="142272"/>
                    <a:pt x="56830" y="142272"/>
                  </a:cubicBezTo>
                  <a:cubicBezTo>
                    <a:pt x="85570" y="142272"/>
                    <a:pt x="108259" y="124423"/>
                    <a:pt x="120965" y="91750"/>
                  </a:cubicBezTo>
                  <a:lnTo>
                    <a:pt x="116125" y="89633"/>
                  </a:lnTo>
                  <a:close/>
                  <a:moveTo>
                    <a:pt x="22644" y="45766"/>
                  </a:moveTo>
                  <a:cubicBezTo>
                    <a:pt x="25972" y="22169"/>
                    <a:pt x="36258" y="10976"/>
                    <a:pt x="54712" y="10976"/>
                  </a:cubicBezTo>
                  <a:cubicBezTo>
                    <a:pt x="73166" y="10976"/>
                    <a:pt x="80427" y="19446"/>
                    <a:pt x="84360" y="45766"/>
                  </a:cubicBezTo>
                  <a:lnTo>
                    <a:pt x="22644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673D79E-2820-47E7-3AF0-253A56AFD533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10515474" y="4914494"/>
              <a:ext cx="72001" cy="206625"/>
            </a:xfrm>
            <a:custGeom>
              <a:avLst/>
              <a:gdLst>
                <a:gd name="connsiteX0" fmla="*/ 261 w 72001"/>
                <a:gd name="connsiteY0" fmla="*/ 18236 h 206625"/>
                <a:gd name="connsiteX1" fmla="*/ 2077 w 72001"/>
                <a:gd name="connsiteY1" fmla="*/ 18236 h 206625"/>
                <a:gd name="connsiteX2" fmla="*/ 11455 w 72001"/>
                <a:gd name="connsiteY2" fmla="*/ 17631 h 206625"/>
                <a:gd name="connsiteX3" fmla="*/ 24161 w 72001"/>
                <a:gd name="connsiteY3" fmla="*/ 36085 h 206625"/>
                <a:gd name="connsiteX4" fmla="*/ 24161 w 72001"/>
                <a:gd name="connsiteY4" fmla="*/ 180391 h 206625"/>
                <a:gd name="connsiteX5" fmla="*/ 867 w 72001"/>
                <a:gd name="connsiteY5" fmla="*/ 202173 h 206625"/>
                <a:gd name="connsiteX6" fmla="*/ 867 w 72001"/>
                <a:gd name="connsiteY6" fmla="*/ 206710 h 206625"/>
                <a:gd name="connsiteX7" fmla="*/ 72263 w 72001"/>
                <a:gd name="connsiteY7" fmla="*/ 206710 h 206625"/>
                <a:gd name="connsiteX8" fmla="*/ 72263 w 72001"/>
                <a:gd name="connsiteY8" fmla="*/ 202173 h 206625"/>
                <a:gd name="connsiteX9" fmla="*/ 49573 w 72001"/>
                <a:gd name="connsiteY9" fmla="*/ 181298 h 206625"/>
                <a:gd name="connsiteX10" fmla="*/ 49573 w 72001"/>
                <a:gd name="connsiteY10" fmla="*/ 690 h 206625"/>
                <a:gd name="connsiteX11" fmla="*/ 48363 w 72001"/>
                <a:gd name="connsiteY11" fmla="*/ 85 h 206625"/>
                <a:gd name="connsiteX12" fmla="*/ 261 w 72001"/>
                <a:gd name="connsiteY12" fmla="*/ 13396 h 206625"/>
                <a:gd name="connsiteX13" fmla="*/ 261 w 72001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6625">
                  <a:moveTo>
                    <a:pt x="261" y="18236"/>
                  </a:moveTo>
                  <a:lnTo>
                    <a:pt x="2077" y="18236"/>
                  </a:lnTo>
                  <a:cubicBezTo>
                    <a:pt x="5404" y="17934"/>
                    <a:pt x="9035" y="17631"/>
                    <a:pt x="11455" y="17631"/>
                  </a:cubicBezTo>
                  <a:cubicBezTo>
                    <a:pt x="21136" y="17631"/>
                    <a:pt x="24161" y="21867"/>
                    <a:pt x="24161" y="36085"/>
                  </a:cubicBezTo>
                  <a:lnTo>
                    <a:pt x="24161" y="180391"/>
                  </a:lnTo>
                  <a:cubicBezTo>
                    <a:pt x="24161" y="196727"/>
                    <a:pt x="19926" y="200660"/>
                    <a:pt x="867" y="202173"/>
                  </a:cubicBezTo>
                  <a:lnTo>
                    <a:pt x="867" y="206710"/>
                  </a:lnTo>
                  <a:lnTo>
                    <a:pt x="72263" y="206710"/>
                  </a:lnTo>
                  <a:lnTo>
                    <a:pt x="72263" y="202173"/>
                  </a:lnTo>
                  <a:cubicBezTo>
                    <a:pt x="53204" y="200962"/>
                    <a:pt x="49573" y="197937"/>
                    <a:pt x="49573" y="181298"/>
                  </a:cubicBezTo>
                  <a:lnTo>
                    <a:pt x="49573" y="690"/>
                  </a:lnTo>
                  <a:lnTo>
                    <a:pt x="48363" y="85"/>
                  </a:lnTo>
                  <a:cubicBezTo>
                    <a:pt x="32632" y="5228"/>
                    <a:pt x="21136" y="8253"/>
                    <a:pt x="261" y="13396"/>
                  </a:cubicBezTo>
                  <a:lnTo>
                    <a:pt x="261" y="1823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F556972-DB62-4AF6-6EF1-3B7DFE98BC5B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10605334" y="4981958"/>
              <a:ext cx="122523" cy="142187"/>
            </a:xfrm>
            <a:custGeom>
              <a:avLst/>
              <a:gdLst>
                <a:gd name="connsiteX0" fmla="*/ 122788 w 122523"/>
                <a:gd name="connsiteY0" fmla="*/ 119280 h 142187"/>
                <a:gd name="connsiteX1" fmla="*/ 109476 w 122523"/>
                <a:gd name="connsiteY1" fmla="*/ 125028 h 142187"/>
                <a:gd name="connsiteX2" fmla="*/ 100401 w 122523"/>
                <a:gd name="connsiteY2" fmla="*/ 107482 h 142187"/>
                <a:gd name="connsiteX3" fmla="*/ 100401 w 122523"/>
                <a:gd name="connsiteY3" fmla="*/ 48489 h 142187"/>
                <a:gd name="connsiteX4" fmla="*/ 94350 w 122523"/>
                <a:gd name="connsiteY4" fmla="*/ 16724 h 142187"/>
                <a:gd name="connsiteX5" fmla="*/ 56837 w 122523"/>
                <a:gd name="connsiteY5" fmla="*/ 85 h 142187"/>
                <a:gd name="connsiteX6" fmla="*/ 6012 w 122523"/>
                <a:gd name="connsiteY6" fmla="*/ 33968 h 142187"/>
                <a:gd name="connsiteX7" fmla="*/ 19021 w 122523"/>
                <a:gd name="connsiteY7" fmla="*/ 46976 h 142187"/>
                <a:gd name="connsiteX8" fmla="*/ 32635 w 122523"/>
                <a:gd name="connsiteY8" fmla="*/ 34270 h 142187"/>
                <a:gd name="connsiteX9" fmla="*/ 32030 w 122523"/>
                <a:gd name="connsiteY9" fmla="*/ 29430 h 142187"/>
                <a:gd name="connsiteX10" fmla="*/ 31122 w 122523"/>
                <a:gd name="connsiteY10" fmla="*/ 22169 h 142187"/>
                <a:gd name="connsiteX11" fmla="*/ 52904 w 122523"/>
                <a:gd name="connsiteY11" fmla="*/ 7345 h 142187"/>
                <a:gd name="connsiteX12" fmla="*/ 75896 w 122523"/>
                <a:gd name="connsiteY12" fmla="*/ 32455 h 142187"/>
                <a:gd name="connsiteX13" fmla="*/ 75896 w 122523"/>
                <a:gd name="connsiteY13" fmla="*/ 50909 h 142187"/>
                <a:gd name="connsiteX14" fmla="*/ 11155 w 122523"/>
                <a:gd name="connsiteY14" fmla="*/ 83582 h 142187"/>
                <a:gd name="connsiteX15" fmla="*/ 264 w 122523"/>
                <a:gd name="connsiteY15" fmla="*/ 109902 h 142187"/>
                <a:gd name="connsiteX16" fmla="*/ 32030 w 122523"/>
                <a:gd name="connsiteY16" fmla="*/ 142272 h 142187"/>
                <a:gd name="connsiteX17" fmla="*/ 76198 w 122523"/>
                <a:gd name="connsiteY17" fmla="*/ 120188 h 142187"/>
                <a:gd name="connsiteX18" fmla="*/ 95560 w 122523"/>
                <a:gd name="connsiteY18" fmla="*/ 142272 h 142187"/>
                <a:gd name="connsiteX19" fmla="*/ 122788 w 122523"/>
                <a:gd name="connsiteY19" fmla="*/ 127146 h 142187"/>
                <a:gd name="connsiteX20" fmla="*/ 122788 w 122523"/>
                <a:gd name="connsiteY20" fmla="*/ 119280 h 142187"/>
                <a:gd name="connsiteX21" fmla="*/ 75896 w 122523"/>
                <a:gd name="connsiteY21" fmla="*/ 102036 h 142187"/>
                <a:gd name="connsiteX22" fmla="*/ 68030 w 122523"/>
                <a:gd name="connsiteY22" fmla="*/ 117768 h 142187"/>
                <a:gd name="connsiteX23" fmla="*/ 45946 w 122523"/>
                <a:gd name="connsiteY23" fmla="*/ 124726 h 142187"/>
                <a:gd name="connsiteX24" fmla="*/ 26887 w 122523"/>
                <a:gd name="connsiteY24" fmla="*/ 101431 h 142187"/>
                <a:gd name="connsiteX25" fmla="*/ 26887 w 122523"/>
                <a:gd name="connsiteY25" fmla="*/ 100221 h 142187"/>
                <a:gd name="connsiteX26" fmla="*/ 75896 w 122523"/>
                <a:gd name="connsiteY26" fmla="*/ 58170 h 142187"/>
                <a:gd name="connsiteX27" fmla="*/ 75896 w 122523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42187">
                  <a:moveTo>
                    <a:pt x="122788" y="119280"/>
                  </a:moveTo>
                  <a:cubicBezTo>
                    <a:pt x="117645" y="123516"/>
                    <a:pt x="114014" y="125028"/>
                    <a:pt x="109476" y="125028"/>
                  </a:cubicBezTo>
                  <a:cubicBezTo>
                    <a:pt x="102518" y="125028"/>
                    <a:pt x="100401" y="120793"/>
                    <a:pt x="100401" y="107482"/>
                  </a:cubicBezTo>
                  <a:lnTo>
                    <a:pt x="100401" y="48489"/>
                  </a:lnTo>
                  <a:cubicBezTo>
                    <a:pt x="100401" y="32758"/>
                    <a:pt x="98888" y="23984"/>
                    <a:pt x="94350" y="16724"/>
                  </a:cubicBezTo>
                  <a:cubicBezTo>
                    <a:pt x="87694" y="5833"/>
                    <a:pt x="74686" y="85"/>
                    <a:pt x="56837" y="85"/>
                  </a:cubicBezTo>
                  <a:cubicBezTo>
                    <a:pt x="28399" y="85"/>
                    <a:pt x="6012" y="14908"/>
                    <a:pt x="6012" y="33968"/>
                  </a:cubicBezTo>
                  <a:cubicBezTo>
                    <a:pt x="6012" y="40926"/>
                    <a:pt x="12063" y="46976"/>
                    <a:pt x="19021" y="46976"/>
                  </a:cubicBezTo>
                  <a:cubicBezTo>
                    <a:pt x="26282" y="46976"/>
                    <a:pt x="32635" y="40926"/>
                    <a:pt x="32635" y="34270"/>
                  </a:cubicBezTo>
                  <a:cubicBezTo>
                    <a:pt x="32635" y="33060"/>
                    <a:pt x="32332" y="31547"/>
                    <a:pt x="32030" y="29430"/>
                  </a:cubicBezTo>
                  <a:cubicBezTo>
                    <a:pt x="31424" y="26707"/>
                    <a:pt x="31122" y="24287"/>
                    <a:pt x="31122" y="22169"/>
                  </a:cubicBezTo>
                  <a:cubicBezTo>
                    <a:pt x="31122" y="14001"/>
                    <a:pt x="40803" y="7345"/>
                    <a:pt x="52904" y="7345"/>
                  </a:cubicBezTo>
                  <a:cubicBezTo>
                    <a:pt x="67728" y="7345"/>
                    <a:pt x="75896" y="16119"/>
                    <a:pt x="75896" y="32455"/>
                  </a:cubicBezTo>
                  <a:lnTo>
                    <a:pt x="75896" y="50909"/>
                  </a:lnTo>
                  <a:cubicBezTo>
                    <a:pt x="29307" y="69666"/>
                    <a:pt x="24164" y="72086"/>
                    <a:pt x="11155" y="83582"/>
                  </a:cubicBezTo>
                  <a:cubicBezTo>
                    <a:pt x="4500" y="89633"/>
                    <a:pt x="264" y="99919"/>
                    <a:pt x="264" y="109902"/>
                  </a:cubicBezTo>
                  <a:cubicBezTo>
                    <a:pt x="264" y="128961"/>
                    <a:pt x="13575" y="142272"/>
                    <a:pt x="32030" y="142272"/>
                  </a:cubicBezTo>
                  <a:cubicBezTo>
                    <a:pt x="45341" y="142272"/>
                    <a:pt x="57744" y="135919"/>
                    <a:pt x="76198" y="120188"/>
                  </a:cubicBezTo>
                  <a:cubicBezTo>
                    <a:pt x="77711" y="135919"/>
                    <a:pt x="83157" y="142272"/>
                    <a:pt x="95560" y="142272"/>
                  </a:cubicBezTo>
                  <a:cubicBezTo>
                    <a:pt x="105846" y="142272"/>
                    <a:pt x="112199" y="138642"/>
                    <a:pt x="122788" y="127146"/>
                  </a:cubicBezTo>
                  <a:lnTo>
                    <a:pt x="122788" y="119280"/>
                  </a:lnTo>
                  <a:close/>
                  <a:moveTo>
                    <a:pt x="75896" y="102036"/>
                  </a:moveTo>
                  <a:cubicBezTo>
                    <a:pt x="75896" y="111415"/>
                    <a:pt x="74383" y="114137"/>
                    <a:pt x="68030" y="117768"/>
                  </a:cubicBezTo>
                  <a:cubicBezTo>
                    <a:pt x="60770" y="122003"/>
                    <a:pt x="52299" y="124726"/>
                    <a:pt x="45946" y="124726"/>
                  </a:cubicBezTo>
                  <a:cubicBezTo>
                    <a:pt x="35357" y="124726"/>
                    <a:pt x="26887" y="114440"/>
                    <a:pt x="26887" y="101431"/>
                  </a:cubicBezTo>
                  <a:lnTo>
                    <a:pt x="26887" y="100221"/>
                  </a:lnTo>
                  <a:cubicBezTo>
                    <a:pt x="26887" y="82372"/>
                    <a:pt x="39290" y="71481"/>
                    <a:pt x="75896" y="58170"/>
                  </a:cubicBezTo>
                  <a:lnTo>
                    <a:pt x="75896" y="10203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382B085-4E47-5B06-F3E4-942C66A3277A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10732897" y="4945957"/>
              <a:ext cx="80472" cy="178188"/>
            </a:xfrm>
            <a:custGeom>
              <a:avLst/>
              <a:gdLst>
                <a:gd name="connsiteX0" fmla="*/ 73480 w 80472"/>
                <a:gd name="connsiteY0" fmla="*/ 39111 h 178188"/>
                <a:gd name="connsiteX1" fmla="*/ 42925 w 80472"/>
                <a:gd name="connsiteY1" fmla="*/ 39111 h 178188"/>
                <a:gd name="connsiteX2" fmla="*/ 42925 w 80472"/>
                <a:gd name="connsiteY2" fmla="*/ 4018 h 178188"/>
                <a:gd name="connsiteX3" fmla="*/ 40807 w 80472"/>
                <a:gd name="connsiteY3" fmla="*/ 85 h 178188"/>
                <a:gd name="connsiteX4" fmla="*/ 34757 w 80472"/>
                <a:gd name="connsiteY4" fmla="*/ 8555 h 178188"/>
                <a:gd name="connsiteX5" fmla="*/ 5412 w 80472"/>
                <a:gd name="connsiteY5" fmla="*/ 40926 h 178188"/>
                <a:gd name="connsiteX6" fmla="*/ 269 w 80472"/>
                <a:gd name="connsiteY6" fmla="*/ 46674 h 178188"/>
                <a:gd name="connsiteX7" fmla="*/ 1479 w 80472"/>
                <a:gd name="connsiteY7" fmla="*/ 48792 h 178188"/>
                <a:gd name="connsiteX8" fmla="*/ 17513 w 80472"/>
                <a:gd name="connsiteY8" fmla="*/ 48792 h 178188"/>
                <a:gd name="connsiteX9" fmla="*/ 17513 w 80472"/>
                <a:gd name="connsiteY9" fmla="*/ 139852 h 178188"/>
                <a:gd name="connsiteX10" fmla="*/ 44438 w 80472"/>
                <a:gd name="connsiteY10" fmla="*/ 178273 h 178188"/>
                <a:gd name="connsiteX11" fmla="*/ 80741 w 80472"/>
                <a:gd name="connsiteY11" fmla="*/ 155281 h 178188"/>
                <a:gd name="connsiteX12" fmla="*/ 76808 w 80472"/>
                <a:gd name="connsiteY12" fmla="*/ 151953 h 178188"/>
                <a:gd name="connsiteX13" fmla="*/ 58656 w 80472"/>
                <a:gd name="connsiteY13" fmla="*/ 162542 h 178188"/>
                <a:gd name="connsiteX14" fmla="*/ 42925 w 80472"/>
                <a:gd name="connsiteY14" fmla="*/ 135314 h 178188"/>
                <a:gd name="connsiteX15" fmla="*/ 42925 w 80472"/>
                <a:gd name="connsiteY15" fmla="*/ 48792 h 178188"/>
                <a:gd name="connsiteX16" fmla="*/ 73480 w 80472"/>
                <a:gd name="connsiteY16" fmla="*/ 48792 h 178188"/>
                <a:gd name="connsiteX17" fmla="*/ 73480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480" y="39111"/>
                  </a:moveTo>
                  <a:lnTo>
                    <a:pt x="42925" y="39111"/>
                  </a:lnTo>
                  <a:lnTo>
                    <a:pt x="42925" y="4018"/>
                  </a:lnTo>
                  <a:cubicBezTo>
                    <a:pt x="42925" y="992"/>
                    <a:pt x="42622" y="85"/>
                    <a:pt x="40807" y="85"/>
                  </a:cubicBezTo>
                  <a:cubicBezTo>
                    <a:pt x="38690" y="2807"/>
                    <a:pt x="36874" y="5530"/>
                    <a:pt x="34757" y="8555"/>
                  </a:cubicBezTo>
                  <a:cubicBezTo>
                    <a:pt x="23261" y="25194"/>
                    <a:pt x="10252" y="39716"/>
                    <a:pt x="5412" y="40926"/>
                  </a:cubicBezTo>
                  <a:cubicBezTo>
                    <a:pt x="2084" y="43044"/>
                    <a:pt x="269" y="45161"/>
                    <a:pt x="269" y="46674"/>
                  </a:cubicBezTo>
                  <a:cubicBezTo>
                    <a:pt x="269" y="47581"/>
                    <a:pt x="571" y="48186"/>
                    <a:pt x="1479" y="48792"/>
                  </a:cubicBezTo>
                  <a:lnTo>
                    <a:pt x="17513" y="48792"/>
                  </a:lnTo>
                  <a:lnTo>
                    <a:pt x="17513" y="139852"/>
                  </a:lnTo>
                  <a:cubicBezTo>
                    <a:pt x="17513" y="165264"/>
                    <a:pt x="26589" y="178273"/>
                    <a:pt x="44438" y="178273"/>
                  </a:cubicBezTo>
                  <a:cubicBezTo>
                    <a:pt x="59261" y="178273"/>
                    <a:pt x="70757" y="171012"/>
                    <a:pt x="80741" y="155281"/>
                  </a:cubicBezTo>
                  <a:lnTo>
                    <a:pt x="76808" y="151953"/>
                  </a:lnTo>
                  <a:cubicBezTo>
                    <a:pt x="70455" y="159516"/>
                    <a:pt x="65312" y="162542"/>
                    <a:pt x="58656" y="162542"/>
                  </a:cubicBezTo>
                  <a:cubicBezTo>
                    <a:pt x="47463" y="162542"/>
                    <a:pt x="42925" y="154373"/>
                    <a:pt x="42925" y="135314"/>
                  </a:cubicBezTo>
                  <a:lnTo>
                    <a:pt x="42925" y="48792"/>
                  </a:lnTo>
                  <a:lnTo>
                    <a:pt x="73480" y="48792"/>
                  </a:lnTo>
                  <a:lnTo>
                    <a:pt x="73480" y="39111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2C707F5-4895-9CA9-173F-841DCD0B45BC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10818220" y="4914494"/>
              <a:ext cx="71698" cy="206625"/>
            </a:xfrm>
            <a:custGeom>
              <a:avLst/>
              <a:gdLst>
                <a:gd name="connsiteX0" fmla="*/ 48373 w 71698"/>
                <a:gd name="connsiteY0" fmla="*/ 67548 h 206625"/>
                <a:gd name="connsiteX1" fmla="*/ 1482 w 71698"/>
                <a:gd name="connsiteY1" fmla="*/ 84187 h 206625"/>
                <a:gd name="connsiteX2" fmla="*/ 1482 w 71698"/>
                <a:gd name="connsiteY2" fmla="*/ 88725 h 206625"/>
                <a:gd name="connsiteX3" fmla="*/ 3902 w 71698"/>
                <a:gd name="connsiteY3" fmla="*/ 88423 h 206625"/>
                <a:gd name="connsiteX4" fmla="*/ 14188 w 71698"/>
                <a:gd name="connsiteY4" fmla="*/ 87515 h 206625"/>
                <a:gd name="connsiteX5" fmla="*/ 24171 w 71698"/>
                <a:gd name="connsiteY5" fmla="*/ 105667 h 206625"/>
                <a:gd name="connsiteX6" fmla="*/ 24171 w 71698"/>
                <a:gd name="connsiteY6" fmla="*/ 175853 h 206625"/>
                <a:gd name="connsiteX7" fmla="*/ 271 w 71698"/>
                <a:gd name="connsiteY7" fmla="*/ 202173 h 206625"/>
                <a:gd name="connsiteX8" fmla="*/ 271 w 71698"/>
                <a:gd name="connsiteY8" fmla="*/ 206710 h 206625"/>
                <a:gd name="connsiteX9" fmla="*/ 71970 w 71698"/>
                <a:gd name="connsiteY9" fmla="*/ 206710 h 206625"/>
                <a:gd name="connsiteX10" fmla="*/ 71970 w 71698"/>
                <a:gd name="connsiteY10" fmla="*/ 202173 h 206625"/>
                <a:gd name="connsiteX11" fmla="*/ 49583 w 71698"/>
                <a:gd name="connsiteY11" fmla="*/ 175853 h 206625"/>
                <a:gd name="connsiteX12" fmla="*/ 49583 w 71698"/>
                <a:gd name="connsiteY12" fmla="*/ 68456 h 206625"/>
                <a:gd name="connsiteX13" fmla="*/ 48373 w 71698"/>
                <a:gd name="connsiteY13" fmla="*/ 67548 h 206625"/>
                <a:gd name="connsiteX14" fmla="*/ 34154 w 71698"/>
                <a:gd name="connsiteY14" fmla="*/ 85 h 206625"/>
                <a:gd name="connsiteX15" fmla="*/ 19028 w 71698"/>
                <a:gd name="connsiteY15" fmla="*/ 15514 h 206625"/>
                <a:gd name="connsiteX16" fmla="*/ 34154 w 71698"/>
                <a:gd name="connsiteY16" fmla="*/ 30942 h 206625"/>
                <a:gd name="connsiteX17" fmla="*/ 49886 w 71698"/>
                <a:gd name="connsiteY17" fmla="*/ 15514 h 206625"/>
                <a:gd name="connsiteX18" fmla="*/ 34154 w 71698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6625">
                  <a:moveTo>
                    <a:pt x="48373" y="67548"/>
                  </a:moveTo>
                  <a:lnTo>
                    <a:pt x="1482" y="84187"/>
                  </a:lnTo>
                  <a:lnTo>
                    <a:pt x="1482" y="88725"/>
                  </a:lnTo>
                  <a:lnTo>
                    <a:pt x="3902" y="88423"/>
                  </a:lnTo>
                  <a:cubicBezTo>
                    <a:pt x="7532" y="87817"/>
                    <a:pt x="11465" y="87515"/>
                    <a:pt x="14188" y="87515"/>
                  </a:cubicBezTo>
                  <a:cubicBezTo>
                    <a:pt x="21448" y="87515"/>
                    <a:pt x="24171" y="92355"/>
                    <a:pt x="24171" y="105667"/>
                  </a:cubicBezTo>
                  <a:lnTo>
                    <a:pt x="24171" y="175853"/>
                  </a:lnTo>
                  <a:cubicBezTo>
                    <a:pt x="24171" y="197635"/>
                    <a:pt x="21146" y="200962"/>
                    <a:pt x="271" y="202173"/>
                  </a:cubicBezTo>
                  <a:lnTo>
                    <a:pt x="271" y="206710"/>
                  </a:lnTo>
                  <a:lnTo>
                    <a:pt x="71970" y="206710"/>
                  </a:lnTo>
                  <a:lnTo>
                    <a:pt x="71970" y="202173"/>
                  </a:lnTo>
                  <a:cubicBezTo>
                    <a:pt x="52003" y="200660"/>
                    <a:pt x="49583" y="197635"/>
                    <a:pt x="49583" y="175853"/>
                  </a:cubicBezTo>
                  <a:lnTo>
                    <a:pt x="49583" y="68456"/>
                  </a:lnTo>
                  <a:lnTo>
                    <a:pt x="48373" y="67548"/>
                  </a:lnTo>
                  <a:close/>
                  <a:moveTo>
                    <a:pt x="34154" y="85"/>
                  </a:moveTo>
                  <a:cubicBezTo>
                    <a:pt x="25986" y="85"/>
                    <a:pt x="19028" y="7043"/>
                    <a:pt x="19028" y="15514"/>
                  </a:cubicBezTo>
                  <a:cubicBezTo>
                    <a:pt x="19028" y="23984"/>
                    <a:pt x="25684" y="30942"/>
                    <a:pt x="34154" y="30942"/>
                  </a:cubicBezTo>
                  <a:cubicBezTo>
                    <a:pt x="42928" y="30942"/>
                    <a:pt x="49886" y="24287"/>
                    <a:pt x="49886" y="15514"/>
                  </a:cubicBezTo>
                  <a:cubicBezTo>
                    <a:pt x="49886" y="7043"/>
                    <a:pt x="42928" y="85"/>
                    <a:pt x="34154" y="85"/>
                  </a:cubicBez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0166FCAF-B764-73FC-8F30-7EC6E9C6617B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10895951" y="4984983"/>
              <a:ext cx="138557" cy="140372"/>
            </a:xfrm>
            <a:custGeom>
              <a:avLst/>
              <a:gdLst>
                <a:gd name="connsiteX0" fmla="*/ 138831 w 138557"/>
                <a:gd name="connsiteY0" fmla="*/ 85 h 140372"/>
                <a:gd name="connsiteX1" fmla="*/ 96780 w 138557"/>
                <a:gd name="connsiteY1" fmla="*/ 85 h 140372"/>
                <a:gd name="connsiteX2" fmla="*/ 96780 w 138557"/>
                <a:gd name="connsiteY2" fmla="*/ 4623 h 140372"/>
                <a:gd name="connsiteX3" fmla="*/ 110999 w 138557"/>
                <a:gd name="connsiteY3" fmla="*/ 14303 h 140372"/>
                <a:gd name="connsiteX4" fmla="*/ 109184 w 138557"/>
                <a:gd name="connsiteY4" fmla="*/ 23379 h 140372"/>
                <a:gd name="connsiteX5" fmla="*/ 79233 w 138557"/>
                <a:gd name="connsiteY5" fmla="*/ 101734 h 140372"/>
                <a:gd name="connsiteX6" fmla="*/ 48376 w 138557"/>
                <a:gd name="connsiteY6" fmla="*/ 24287 h 140372"/>
                <a:gd name="connsiteX7" fmla="*/ 45653 w 138557"/>
                <a:gd name="connsiteY7" fmla="*/ 13093 h 140372"/>
                <a:gd name="connsiteX8" fmla="*/ 59569 w 138557"/>
                <a:gd name="connsiteY8" fmla="*/ 4623 h 140372"/>
                <a:gd name="connsiteX9" fmla="*/ 59569 w 138557"/>
                <a:gd name="connsiteY9" fmla="*/ 85 h 140372"/>
                <a:gd name="connsiteX10" fmla="*/ 274 w 138557"/>
                <a:gd name="connsiteY10" fmla="*/ 85 h 140372"/>
                <a:gd name="connsiteX11" fmla="*/ 274 w 138557"/>
                <a:gd name="connsiteY11" fmla="*/ 4623 h 140372"/>
                <a:gd name="connsiteX12" fmla="*/ 27804 w 138557"/>
                <a:gd name="connsiteY12" fmla="*/ 39413 h 140372"/>
                <a:gd name="connsiteX13" fmla="*/ 64107 w 138557"/>
                <a:gd name="connsiteY13" fmla="*/ 126238 h 140372"/>
                <a:gd name="connsiteX14" fmla="*/ 66527 w 138557"/>
                <a:gd name="connsiteY14" fmla="*/ 132591 h 140372"/>
                <a:gd name="connsiteX15" fmla="*/ 71973 w 138557"/>
                <a:gd name="connsiteY15" fmla="*/ 140457 h 140372"/>
                <a:gd name="connsiteX16" fmla="*/ 80444 w 138557"/>
                <a:gd name="connsiteY16" fmla="*/ 125331 h 140372"/>
                <a:gd name="connsiteX17" fmla="*/ 119167 w 138557"/>
                <a:gd name="connsiteY17" fmla="*/ 28220 h 140372"/>
                <a:gd name="connsiteX18" fmla="*/ 138831 w 138557"/>
                <a:gd name="connsiteY18" fmla="*/ 4623 h 140372"/>
                <a:gd name="connsiteX19" fmla="*/ 138831 w 138557"/>
                <a:gd name="connsiteY19" fmla="*/ 85 h 14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557" h="140372">
                  <a:moveTo>
                    <a:pt x="138831" y="85"/>
                  </a:moveTo>
                  <a:lnTo>
                    <a:pt x="96780" y="85"/>
                  </a:lnTo>
                  <a:lnTo>
                    <a:pt x="96780" y="4623"/>
                  </a:lnTo>
                  <a:cubicBezTo>
                    <a:pt x="106461" y="5530"/>
                    <a:pt x="110999" y="8555"/>
                    <a:pt x="110999" y="14303"/>
                  </a:cubicBezTo>
                  <a:cubicBezTo>
                    <a:pt x="110999" y="17329"/>
                    <a:pt x="110394" y="20354"/>
                    <a:pt x="109184" y="23379"/>
                  </a:cubicBezTo>
                  <a:lnTo>
                    <a:pt x="79233" y="101734"/>
                  </a:lnTo>
                  <a:lnTo>
                    <a:pt x="48376" y="24287"/>
                  </a:lnTo>
                  <a:cubicBezTo>
                    <a:pt x="46561" y="20051"/>
                    <a:pt x="45653" y="15816"/>
                    <a:pt x="45653" y="13093"/>
                  </a:cubicBezTo>
                  <a:cubicBezTo>
                    <a:pt x="45653" y="7648"/>
                    <a:pt x="48981" y="5530"/>
                    <a:pt x="59569" y="4623"/>
                  </a:cubicBezTo>
                  <a:lnTo>
                    <a:pt x="59569" y="85"/>
                  </a:lnTo>
                  <a:lnTo>
                    <a:pt x="274" y="85"/>
                  </a:lnTo>
                  <a:lnTo>
                    <a:pt x="274" y="4623"/>
                  </a:lnTo>
                  <a:cubicBezTo>
                    <a:pt x="11770" y="5228"/>
                    <a:pt x="13888" y="8253"/>
                    <a:pt x="27804" y="39413"/>
                  </a:cubicBezTo>
                  <a:lnTo>
                    <a:pt x="64107" y="126238"/>
                  </a:lnTo>
                  <a:cubicBezTo>
                    <a:pt x="64712" y="128054"/>
                    <a:pt x="65620" y="130171"/>
                    <a:pt x="66527" y="132591"/>
                  </a:cubicBezTo>
                  <a:cubicBezTo>
                    <a:pt x="68342" y="138037"/>
                    <a:pt x="70158" y="140457"/>
                    <a:pt x="71973" y="140457"/>
                  </a:cubicBezTo>
                  <a:cubicBezTo>
                    <a:pt x="73788" y="140457"/>
                    <a:pt x="75906" y="136524"/>
                    <a:pt x="80444" y="125331"/>
                  </a:cubicBezTo>
                  <a:lnTo>
                    <a:pt x="119167" y="28220"/>
                  </a:lnTo>
                  <a:cubicBezTo>
                    <a:pt x="127940" y="7648"/>
                    <a:pt x="129755" y="5530"/>
                    <a:pt x="138831" y="4623"/>
                  </a:cubicBezTo>
                  <a:lnTo>
                    <a:pt x="138831" y="85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2CC7A2B-C015-AFB2-1141-1EA5138E788F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11045045" y="4981958"/>
              <a:ext cx="120708" cy="142187"/>
            </a:xfrm>
            <a:custGeom>
              <a:avLst/>
              <a:gdLst>
                <a:gd name="connsiteX0" fmla="*/ 116147 w 120708"/>
                <a:gd name="connsiteY0" fmla="*/ 89633 h 142187"/>
                <a:gd name="connsiteX1" fmla="*/ 69255 w 120708"/>
                <a:gd name="connsiteY1" fmla="*/ 121398 h 142187"/>
                <a:gd name="connsiteX2" fmla="*/ 30229 w 120708"/>
                <a:gd name="connsiteY2" fmla="*/ 95381 h 142187"/>
                <a:gd name="connsiteX3" fmla="*/ 22061 w 120708"/>
                <a:gd name="connsiteY3" fmla="*/ 55447 h 142187"/>
                <a:gd name="connsiteX4" fmla="*/ 115239 w 120708"/>
                <a:gd name="connsiteY4" fmla="*/ 55447 h 142187"/>
                <a:gd name="connsiteX5" fmla="*/ 102230 w 120708"/>
                <a:gd name="connsiteY5" fmla="*/ 17329 h 142187"/>
                <a:gd name="connsiteX6" fmla="*/ 63507 w 120708"/>
                <a:gd name="connsiteY6" fmla="*/ 85 h 142187"/>
                <a:gd name="connsiteX7" fmla="*/ 22666 w 120708"/>
                <a:gd name="connsiteY7" fmla="*/ 15816 h 142187"/>
                <a:gd name="connsiteX8" fmla="*/ 279 w 120708"/>
                <a:gd name="connsiteY8" fmla="*/ 74506 h 142187"/>
                <a:gd name="connsiteX9" fmla="*/ 56851 w 120708"/>
                <a:gd name="connsiteY9" fmla="*/ 142272 h 142187"/>
                <a:gd name="connsiteX10" fmla="*/ 120987 w 120708"/>
                <a:gd name="connsiteY10" fmla="*/ 91750 h 142187"/>
                <a:gd name="connsiteX11" fmla="*/ 116147 w 120708"/>
                <a:gd name="connsiteY11" fmla="*/ 89633 h 142187"/>
                <a:gd name="connsiteX12" fmla="*/ 22666 w 120708"/>
                <a:gd name="connsiteY12" fmla="*/ 45766 h 142187"/>
                <a:gd name="connsiteX13" fmla="*/ 54734 w 120708"/>
                <a:gd name="connsiteY13" fmla="*/ 10976 h 142187"/>
                <a:gd name="connsiteX14" fmla="*/ 84381 w 120708"/>
                <a:gd name="connsiteY14" fmla="*/ 45766 h 142187"/>
                <a:gd name="connsiteX15" fmla="*/ 22666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47" y="89633"/>
                  </a:moveTo>
                  <a:cubicBezTo>
                    <a:pt x="101625" y="112625"/>
                    <a:pt x="88617" y="121398"/>
                    <a:pt x="69255" y="121398"/>
                  </a:cubicBezTo>
                  <a:cubicBezTo>
                    <a:pt x="52011" y="121398"/>
                    <a:pt x="39002" y="112625"/>
                    <a:pt x="30229" y="95381"/>
                  </a:cubicBezTo>
                  <a:cubicBezTo>
                    <a:pt x="24783" y="83885"/>
                    <a:pt x="22666" y="73901"/>
                    <a:pt x="22061" y="55447"/>
                  </a:cubicBezTo>
                  <a:lnTo>
                    <a:pt x="115239" y="55447"/>
                  </a:lnTo>
                  <a:cubicBezTo>
                    <a:pt x="112819" y="35783"/>
                    <a:pt x="109793" y="27010"/>
                    <a:pt x="102230" y="17329"/>
                  </a:cubicBezTo>
                  <a:cubicBezTo>
                    <a:pt x="93155" y="6438"/>
                    <a:pt x="79238" y="85"/>
                    <a:pt x="63507" y="85"/>
                  </a:cubicBezTo>
                  <a:cubicBezTo>
                    <a:pt x="48381" y="85"/>
                    <a:pt x="34162" y="5530"/>
                    <a:pt x="22666" y="15816"/>
                  </a:cubicBezTo>
                  <a:cubicBezTo>
                    <a:pt x="8447" y="28220"/>
                    <a:pt x="279" y="49699"/>
                    <a:pt x="279" y="74506"/>
                  </a:cubicBezTo>
                  <a:cubicBezTo>
                    <a:pt x="279" y="116255"/>
                    <a:pt x="22061" y="142272"/>
                    <a:pt x="56851" y="142272"/>
                  </a:cubicBezTo>
                  <a:cubicBezTo>
                    <a:pt x="85591" y="142272"/>
                    <a:pt x="108281" y="124423"/>
                    <a:pt x="120987" y="91750"/>
                  </a:cubicBezTo>
                  <a:lnTo>
                    <a:pt x="116147" y="89633"/>
                  </a:lnTo>
                  <a:close/>
                  <a:moveTo>
                    <a:pt x="22666" y="45766"/>
                  </a:moveTo>
                  <a:cubicBezTo>
                    <a:pt x="25994" y="22169"/>
                    <a:pt x="36279" y="10976"/>
                    <a:pt x="54734" y="10976"/>
                  </a:cubicBezTo>
                  <a:cubicBezTo>
                    <a:pt x="73188" y="10976"/>
                    <a:pt x="80448" y="19446"/>
                    <a:pt x="84381" y="45766"/>
                  </a:cubicBezTo>
                  <a:lnTo>
                    <a:pt x="22666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3583CDEB-E04B-2E8C-357F-6746908A088E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11255784" y="4981958"/>
              <a:ext cx="120708" cy="142187"/>
            </a:xfrm>
            <a:custGeom>
              <a:avLst/>
              <a:gdLst>
                <a:gd name="connsiteX0" fmla="*/ 116153 w 120708"/>
                <a:gd name="connsiteY0" fmla="*/ 89633 h 142187"/>
                <a:gd name="connsiteX1" fmla="*/ 69262 w 120708"/>
                <a:gd name="connsiteY1" fmla="*/ 121398 h 142187"/>
                <a:gd name="connsiteX2" fmla="*/ 30236 w 120708"/>
                <a:gd name="connsiteY2" fmla="*/ 95381 h 142187"/>
                <a:gd name="connsiteX3" fmla="*/ 22068 w 120708"/>
                <a:gd name="connsiteY3" fmla="*/ 55447 h 142187"/>
                <a:gd name="connsiteX4" fmla="*/ 115246 w 120708"/>
                <a:gd name="connsiteY4" fmla="*/ 55447 h 142187"/>
                <a:gd name="connsiteX5" fmla="*/ 102237 w 120708"/>
                <a:gd name="connsiteY5" fmla="*/ 17329 h 142187"/>
                <a:gd name="connsiteX6" fmla="*/ 63514 w 120708"/>
                <a:gd name="connsiteY6" fmla="*/ 85 h 142187"/>
                <a:gd name="connsiteX7" fmla="*/ 22673 w 120708"/>
                <a:gd name="connsiteY7" fmla="*/ 15816 h 142187"/>
                <a:gd name="connsiteX8" fmla="*/ 286 w 120708"/>
                <a:gd name="connsiteY8" fmla="*/ 74506 h 142187"/>
                <a:gd name="connsiteX9" fmla="*/ 56858 w 120708"/>
                <a:gd name="connsiteY9" fmla="*/ 142272 h 142187"/>
                <a:gd name="connsiteX10" fmla="*/ 120994 w 120708"/>
                <a:gd name="connsiteY10" fmla="*/ 91750 h 142187"/>
                <a:gd name="connsiteX11" fmla="*/ 116153 w 120708"/>
                <a:gd name="connsiteY11" fmla="*/ 89633 h 142187"/>
                <a:gd name="connsiteX12" fmla="*/ 22673 w 120708"/>
                <a:gd name="connsiteY12" fmla="*/ 45766 h 142187"/>
                <a:gd name="connsiteX13" fmla="*/ 54741 w 120708"/>
                <a:gd name="connsiteY13" fmla="*/ 10976 h 142187"/>
                <a:gd name="connsiteX14" fmla="*/ 84388 w 120708"/>
                <a:gd name="connsiteY14" fmla="*/ 45766 h 142187"/>
                <a:gd name="connsiteX15" fmla="*/ 22673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53" y="89633"/>
                  </a:moveTo>
                  <a:cubicBezTo>
                    <a:pt x="101632" y="112625"/>
                    <a:pt x="88624" y="121398"/>
                    <a:pt x="69262" y="121398"/>
                  </a:cubicBezTo>
                  <a:cubicBezTo>
                    <a:pt x="52018" y="121398"/>
                    <a:pt x="39009" y="112625"/>
                    <a:pt x="30236" y="95381"/>
                  </a:cubicBezTo>
                  <a:cubicBezTo>
                    <a:pt x="24790" y="83885"/>
                    <a:pt x="22673" y="73901"/>
                    <a:pt x="22068" y="55447"/>
                  </a:cubicBezTo>
                  <a:lnTo>
                    <a:pt x="115246" y="55447"/>
                  </a:lnTo>
                  <a:cubicBezTo>
                    <a:pt x="112826" y="35783"/>
                    <a:pt x="109800" y="27010"/>
                    <a:pt x="102237" y="17329"/>
                  </a:cubicBezTo>
                  <a:cubicBezTo>
                    <a:pt x="93161" y="6438"/>
                    <a:pt x="79245" y="85"/>
                    <a:pt x="63514" y="85"/>
                  </a:cubicBezTo>
                  <a:cubicBezTo>
                    <a:pt x="48387" y="85"/>
                    <a:pt x="34169" y="5530"/>
                    <a:pt x="22673" y="15816"/>
                  </a:cubicBezTo>
                  <a:cubicBezTo>
                    <a:pt x="8454" y="28220"/>
                    <a:pt x="286" y="49699"/>
                    <a:pt x="286" y="74506"/>
                  </a:cubicBezTo>
                  <a:cubicBezTo>
                    <a:pt x="286" y="116255"/>
                    <a:pt x="22068" y="142272"/>
                    <a:pt x="56858" y="142272"/>
                  </a:cubicBezTo>
                  <a:cubicBezTo>
                    <a:pt x="85598" y="142272"/>
                    <a:pt x="108288" y="124423"/>
                    <a:pt x="120994" y="91750"/>
                  </a:cubicBezTo>
                  <a:lnTo>
                    <a:pt x="116153" y="89633"/>
                  </a:lnTo>
                  <a:close/>
                  <a:moveTo>
                    <a:pt x="22673" y="45766"/>
                  </a:moveTo>
                  <a:cubicBezTo>
                    <a:pt x="26000" y="22169"/>
                    <a:pt x="36286" y="10976"/>
                    <a:pt x="54741" y="10976"/>
                  </a:cubicBezTo>
                  <a:cubicBezTo>
                    <a:pt x="73195" y="10976"/>
                    <a:pt x="80455" y="19446"/>
                    <a:pt x="84388" y="45766"/>
                  </a:cubicBezTo>
                  <a:lnTo>
                    <a:pt x="22673" y="4576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002AD407-2A2A-B0A9-D37F-BAEA661E3C2F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11384557" y="4981958"/>
              <a:ext cx="99833" cy="139162"/>
            </a:xfrm>
            <a:custGeom>
              <a:avLst/>
              <a:gdLst>
                <a:gd name="connsiteX0" fmla="*/ 895 w 99833"/>
                <a:gd name="connsiteY0" fmla="*/ 21262 h 139162"/>
                <a:gd name="connsiteX1" fmla="*/ 11484 w 99833"/>
                <a:gd name="connsiteY1" fmla="*/ 20051 h 139162"/>
                <a:gd name="connsiteX2" fmla="*/ 21770 w 99833"/>
                <a:gd name="connsiteY2" fmla="*/ 38203 h 139162"/>
                <a:gd name="connsiteX3" fmla="*/ 21770 w 99833"/>
                <a:gd name="connsiteY3" fmla="*/ 113835 h 139162"/>
                <a:gd name="connsiteX4" fmla="*/ 290 w 99833"/>
                <a:gd name="connsiteY4" fmla="*/ 134709 h 139162"/>
                <a:gd name="connsiteX5" fmla="*/ 290 w 99833"/>
                <a:gd name="connsiteY5" fmla="*/ 139247 h 139162"/>
                <a:gd name="connsiteX6" fmla="*/ 72897 w 99833"/>
                <a:gd name="connsiteY6" fmla="*/ 139247 h 139162"/>
                <a:gd name="connsiteX7" fmla="*/ 72897 w 99833"/>
                <a:gd name="connsiteY7" fmla="*/ 134709 h 139162"/>
                <a:gd name="connsiteX8" fmla="*/ 47182 w 99833"/>
                <a:gd name="connsiteY8" fmla="*/ 112020 h 139162"/>
                <a:gd name="connsiteX9" fmla="*/ 47182 w 99833"/>
                <a:gd name="connsiteY9" fmla="*/ 43951 h 139162"/>
                <a:gd name="connsiteX10" fmla="*/ 68359 w 99833"/>
                <a:gd name="connsiteY10" fmla="*/ 19144 h 139162"/>
                <a:gd name="connsiteX11" fmla="*/ 76224 w 99833"/>
                <a:gd name="connsiteY11" fmla="*/ 23682 h 139162"/>
                <a:gd name="connsiteX12" fmla="*/ 88325 w 99833"/>
                <a:gd name="connsiteY12" fmla="*/ 29732 h 139162"/>
                <a:gd name="connsiteX13" fmla="*/ 100124 w 99833"/>
                <a:gd name="connsiteY13" fmla="*/ 16119 h 139162"/>
                <a:gd name="connsiteX14" fmla="*/ 83485 w 99833"/>
                <a:gd name="connsiteY14" fmla="*/ 85 h 139162"/>
                <a:gd name="connsiteX15" fmla="*/ 47182 w 99833"/>
                <a:gd name="connsiteY15" fmla="*/ 28522 h 139162"/>
                <a:gd name="connsiteX16" fmla="*/ 47182 w 99833"/>
                <a:gd name="connsiteY16" fmla="*/ 690 h 139162"/>
                <a:gd name="connsiteX17" fmla="*/ 45669 w 99833"/>
                <a:gd name="connsiteY17" fmla="*/ 85 h 139162"/>
                <a:gd name="connsiteX18" fmla="*/ 895 w 99833"/>
                <a:gd name="connsiteY18" fmla="*/ 16421 h 139162"/>
                <a:gd name="connsiteX19" fmla="*/ 895 w 99833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895" y="21262"/>
                  </a:moveTo>
                  <a:cubicBezTo>
                    <a:pt x="5131" y="20354"/>
                    <a:pt x="7853" y="20051"/>
                    <a:pt x="11484" y="20051"/>
                  </a:cubicBezTo>
                  <a:cubicBezTo>
                    <a:pt x="19047" y="20051"/>
                    <a:pt x="21770" y="24892"/>
                    <a:pt x="21770" y="38203"/>
                  </a:cubicBezTo>
                  <a:lnTo>
                    <a:pt x="21770" y="113835"/>
                  </a:lnTo>
                  <a:cubicBezTo>
                    <a:pt x="21770" y="128961"/>
                    <a:pt x="19652" y="131079"/>
                    <a:pt x="290" y="134709"/>
                  </a:cubicBezTo>
                  <a:lnTo>
                    <a:pt x="290" y="139247"/>
                  </a:lnTo>
                  <a:lnTo>
                    <a:pt x="72897" y="139247"/>
                  </a:lnTo>
                  <a:lnTo>
                    <a:pt x="72897" y="134709"/>
                  </a:lnTo>
                  <a:cubicBezTo>
                    <a:pt x="52325" y="133802"/>
                    <a:pt x="47182" y="129264"/>
                    <a:pt x="47182" y="112020"/>
                  </a:cubicBezTo>
                  <a:lnTo>
                    <a:pt x="47182" y="43951"/>
                  </a:lnTo>
                  <a:cubicBezTo>
                    <a:pt x="47182" y="34270"/>
                    <a:pt x="60190" y="19144"/>
                    <a:pt x="68359" y="19144"/>
                  </a:cubicBezTo>
                  <a:cubicBezTo>
                    <a:pt x="70174" y="19144"/>
                    <a:pt x="72897" y="20656"/>
                    <a:pt x="76224" y="23682"/>
                  </a:cubicBezTo>
                  <a:cubicBezTo>
                    <a:pt x="81065" y="27917"/>
                    <a:pt x="84393" y="29732"/>
                    <a:pt x="88325" y="29732"/>
                  </a:cubicBezTo>
                  <a:cubicBezTo>
                    <a:pt x="95586" y="29732"/>
                    <a:pt x="100124" y="24589"/>
                    <a:pt x="100124" y="16119"/>
                  </a:cubicBezTo>
                  <a:cubicBezTo>
                    <a:pt x="100124" y="6135"/>
                    <a:pt x="93771" y="85"/>
                    <a:pt x="83485" y="85"/>
                  </a:cubicBezTo>
                  <a:cubicBezTo>
                    <a:pt x="70779" y="85"/>
                    <a:pt x="62006" y="7043"/>
                    <a:pt x="47182" y="28522"/>
                  </a:cubicBezTo>
                  <a:lnTo>
                    <a:pt x="47182" y="690"/>
                  </a:lnTo>
                  <a:lnTo>
                    <a:pt x="45669" y="85"/>
                  </a:lnTo>
                  <a:cubicBezTo>
                    <a:pt x="29635" y="6740"/>
                    <a:pt x="18744" y="10673"/>
                    <a:pt x="895" y="16421"/>
                  </a:cubicBezTo>
                  <a:lnTo>
                    <a:pt x="895" y="21262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A3EF37D7-8590-A605-2265-6BE44AFB8E5C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11485675" y="4981958"/>
              <a:ext cx="99833" cy="139162"/>
            </a:xfrm>
            <a:custGeom>
              <a:avLst/>
              <a:gdLst>
                <a:gd name="connsiteX0" fmla="*/ 899 w 99833"/>
                <a:gd name="connsiteY0" fmla="*/ 21262 h 139162"/>
                <a:gd name="connsiteX1" fmla="*/ 11487 w 99833"/>
                <a:gd name="connsiteY1" fmla="*/ 20051 h 139162"/>
                <a:gd name="connsiteX2" fmla="*/ 21773 w 99833"/>
                <a:gd name="connsiteY2" fmla="*/ 38203 h 139162"/>
                <a:gd name="connsiteX3" fmla="*/ 21773 w 99833"/>
                <a:gd name="connsiteY3" fmla="*/ 113835 h 139162"/>
                <a:gd name="connsiteX4" fmla="*/ 293 w 99833"/>
                <a:gd name="connsiteY4" fmla="*/ 134709 h 139162"/>
                <a:gd name="connsiteX5" fmla="*/ 293 w 99833"/>
                <a:gd name="connsiteY5" fmla="*/ 139247 h 139162"/>
                <a:gd name="connsiteX6" fmla="*/ 72900 w 99833"/>
                <a:gd name="connsiteY6" fmla="*/ 139247 h 139162"/>
                <a:gd name="connsiteX7" fmla="*/ 72900 w 99833"/>
                <a:gd name="connsiteY7" fmla="*/ 134709 h 139162"/>
                <a:gd name="connsiteX8" fmla="*/ 47185 w 99833"/>
                <a:gd name="connsiteY8" fmla="*/ 112020 h 139162"/>
                <a:gd name="connsiteX9" fmla="*/ 47185 w 99833"/>
                <a:gd name="connsiteY9" fmla="*/ 43951 h 139162"/>
                <a:gd name="connsiteX10" fmla="*/ 68362 w 99833"/>
                <a:gd name="connsiteY10" fmla="*/ 19144 h 139162"/>
                <a:gd name="connsiteX11" fmla="*/ 76228 w 99833"/>
                <a:gd name="connsiteY11" fmla="*/ 23682 h 139162"/>
                <a:gd name="connsiteX12" fmla="*/ 88329 w 99833"/>
                <a:gd name="connsiteY12" fmla="*/ 29732 h 139162"/>
                <a:gd name="connsiteX13" fmla="*/ 100127 w 99833"/>
                <a:gd name="connsiteY13" fmla="*/ 16119 h 139162"/>
                <a:gd name="connsiteX14" fmla="*/ 83488 w 99833"/>
                <a:gd name="connsiteY14" fmla="*/ 85 h 139162"/>
                <a:gd name="connsiteX15" fmla="*/ 47185 w 99833"/>
                <a:gd name="connsiteY15" fmla="*/ 28522 h 139162"/>
                <a:gd name="connsiteX16" fmla="*/ 47185 w 99833"/>
                <a:gd name="connsiteY16" fmla="*/ 690 h 139162"/>
                <a:gd name="connsiteX17" fmla="*/ 45672 w 99833"/>
                <a:gd name="connsiteY17" fmla="*/ 85 h 139162"/>
                <a:gd name="connsiteX18" fmla="*/ 899 w 99833"/>
                <a:gd name="connsiteY18" fmla="*/ 16421 h 139162"/>
                <a:gd name="connsiteX19" fmla="*/ 899 w 99833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899" y="21262"/>
                  </a:moveTo>
                  <a:cubicBezTo>
                    <a:pt x="5134" y="20354"/>
                    <a:pt x="7857" y="20051"/>
                    <a:pt x="11487" y="20051"/>
                  </a:cubicBezTo>
                  <a:cubicBezTo>
                    <a:pt x="19050" y="20051"/>
                    <a:pt x="21773" y="24892"/>
                    <a:pt x="21773" y="38203"/>
                  </a:cubicBezTo>
                  <a:lnTo>
                    <a:pt x="21773" y="113835"/>
                  </a:lnTo>
                  <a:cubicBezTo>
                    <a:pt x="21773" y="128961"/>
                    <a:pt x="19655" y="131079"/>
                    <a:pt x="293" y="134709"/>
                  </a:cubicBezTo>
                  <a:lnTo>
                    <a:pt x="293" y="139247"/>
                  </a:lnTo>
                  <a:lnTo>
                    <a:pt x="72900" y="139247"/>
                  </a:lnTo>
                  <a:lnTo>
                    <a:pt x="72900" y="134709"/>
                  </a:lnTo>
                  <a:cubicBezTo>
                    <a:pt x="52328" y="133802"/>
                    <a:pt x="47185" y="129264"/>
                    <a:pt x="47185" y="112020"/>
                  </a:cubicBezTo>
                  <a:lnTo>
                    <a:pt x="47185" y="43951"/>
                  </a:lnTo>
                  <a:cubicBezTo>
                    <a:pt x="47185" y="34270"/>
                    <a:pt x="60194" y="19144"/>
                    <a:pt x="68362" y="19144"/>
                  </a:cubicBezTo>
                  <a:cubicBezTo>
                    <a:pt x="70177" y="19144"/>
                    <a:pt x="72900" y="20656"/>
                    <a:pt x="76228" y="23682"/>
                  </a:cubicBezTo>
                  <a:cubicBezTo>
                    <a:pt x="81068" y="27917"/>
                    <a:pt x="84396" y="29732"/>
                    <a:pt x="88329" y="29732"/>
                  </a:cubicBezTo>
                  <a:cubicBezTo>
                    <a:pt x="95589" y="29732"/>
                    <a:pt x="100127" y="24589"/>
                    <a:pt x="100127" y="16119"/>
                  </a:cubicBezTo>
                  <a:cubicBezTo>
                    <a:pt x="100127" y="6135"/>
                    <a:pt x="93774" y="85"/>
                    <a:pt x="83488" y="85"/>
                  </a:cubicBezTo>
                  <a:cubicBezTo>
                    <a:pt x="70782" y="85"/>
                    <a:pt x="62009" y="7043"/>
                    <a:pt x="47185" y="28522"/>
                  </a:cubicBezTo>
                  <a:lnTo>
                    <a:pt x="47185" y="690"/>
                  </a:lnTo>
                  <a:lnTo>
                    <a:pt x="45672" y="85"/>
                  </a:lnTo>
                  <a:cubicBezTo>
                    <a:pt x="29639" y="6740"/>
                    <a:pt x="18748" y="10673"/>
                    <a:pt x="899" y="16421"/>
                  </a:cubicBezTo>
                  <a:lnTo>
                    <a:pt x="899" y="21262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C06A7F3E-4A85-21CB-4485-D11748330ED0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11594054" y="4981958"/>
              <a:ext cx="133414" cy="142187"/>
            </a:xfrm>
            <a:custGeom>
              <a:avLst/>
              <a:gdLst>
                <a:gd name="connsiteX0" fmla="*/ 67155 w 133414"/>
                <a:gd name="connsiteY0" fmla="*/ 85 h 142187"/>
                <a:gd name="connsiteX1" fmla="*/ 297 w 133414"/>
                <a:gd name="connsiteY1" fmla="*/ 70876 h 142187"/>
                <a:gd name="connsiteX2" fmla="*/ 66550 w 133414"/>
                <a:gd name="connsiteY2" fmla="*/ 142272 h 142187"/>
                <a:gd name="connsiteX3" fmla="*/ 133711 w 133414"/>
                <a:gd name="connsiteY3" fmla="*/ 68456 h 142187"/>
                <a:gd name="connsiteX4" fmla="*/ 67155 w 133414"/>
                <a:gd name="connsiteY4" fmla="*/ 85 h 142187"/>
                <a:gd name="connsiteX5" fmla="*/ 63222 w 133414"/>
                <a:gd name="connsiteY5" fmla="*/ 8555 h 142187"/>
                <a:gd name="connsiteX6" fmla="*/ 106484 w 133414"/>
                <a:gd name="connsiteY6" fmla="*/ 79044 h 142187"/>
                <a:gd name="connsiteX7" fmla="*/ 70180 w 133414"/>
                <a:gd name="connsiteY7" fmla="*/ 133802 h 142187"/>
                <a:gd name="connsiteX8" fmla="*/ 40835 w 133414"/>
                <a:gd name="connsiteY8" fmla="*/ 114440 h 142187"/>
                <a:gd name="connsiteX9" fmla="*/ 27524 w 133414"/>
                <a:gd name="connsiteY9" fmla="*/ 56052 h 142187"/>
                <a:gd name="connsiteX10" fmla="*/ 63222 w 13341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42187">
                  <a:moveTo>
                    <a:pt x="67155" y="85"/>
                  </a:moveTo>
                  <a:cubicBezTo>
                    <a:pt x="27827" y="85"/>
                    <a:pt x="297" y="29127"/>
                    <a:pt x="297" y="70876"/>
                  </a:cubicBezTo>
                  <a:cubicBezTo>
                    <a:pt x="297" y="111717"/>
                    <a:pt x="28432" y="142272"/>
                    <a:pt x="66550" y="142272"/>
                  </a:cubicBezTo>
                  <a:cubicBezTo>
                    <a:pt x="104669" y="142272"/>
                    <a:pt x="133711" y="110204"/>
                    <a:pt x="133711" y="68456"/>
                  </a:cubicBezTo>
                  <a:cubicBezTo>
                    <a:pt x="133711" y="28825"/>
                    <a:pt x="105879" y="85"/>
                    <a:pt x="67155" y="85"/>
                  </a:cubicBezTo>
                  <a:close/>
                  <a:moveTo>
                    <a:pt x="63222" y="8555"/>
                  </a:moveTo>
                  <a:cubicBezTo>
                    <a:pt x="88635" y="8555"/>
                    <a:pt x="106484" y="37598"/>
                    <a:pt x="106484" y="79044"/>
                  </a:cubicBezTo>
                  <a:cubicBezTo>
                    <a:pt x="106484" y="113230"/>
                    <a:pt x="92870" y="133802"/>
                    <a:pt x="70180" y="133802"/>
                  </a:cubicBezTo>
                  <a:cubicBezTo>
                    <a:pt x="58382" y="133802"/>
                    <a:pt x="47188" y="126541"/>
                    <a:pt x="40835" y="114440"/>
                  </a:cubicBezTo>
                  <a:cubicBezTo>
                    <a:pt x="32365" y="98708"/>
                    <a:pt x="27524" y="77532"/>
                    <a:pt x="27524" y="56052"/>
                  </a:cubicBezTo>
                  <a:cubicBezTo>
                    <a:pt x="27524" y="27312"/>
                    <a:pt x="41743" y="8555"/>
                    <a:pt x="63222" y="8555"/>
                  </a:cubicBez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8C6F5007-5727-FA5E-64DA-36A575C143A1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11738624" y="4981958"/>
              <a:ext cx="99833" cy="139162"/>
            </a:xfrm>
            <a:custGeom>
              <a:avLst/>
              <a:gdLst>
                <a:gd name="connsiteX0" fmla="*/ 907 w 99833"/>
                <a:gd name="connsiteY0" fmla="*/ 21262 h 139162"/>
                <a:gd name="connsiteX1" fmla="*/ 11495 w 99833"/>
                <a:gd name="connsiteY1" fmla="*/ 20051 h 139162"/>
                <a:gd name="connsiteX2" fmla="*/ 21781 w 99833"/>
                <a:gd name="connsiteY2" fmla="*/ 38203 h 139162"/>
                <a:gd name="connsiteX3" fmla="*/ 21781 w 99833"/>
                <a:gd name="connsiteY3" fmla="*/ 113835 h 139162"/>
                <a:gd name="connsiteX4" fmla="*/ 302 w 99833"/>
                <a:gd name="connsiteY4" fmla="*/ 134709 h 139162"/>
                <a:gd name="connsiteX5" fmla="*/ 302 w 99833"/>
                <a:gd name="connsiteY5" fmla="*/ 139247 h 139162"/>
                <a:gd name="connsiteX6" fmla="*/ 72908 w 99833"/>
                <a:gd name="connsiteY6" fmla="*/ 139247 h 139162"/>
                <a:gd name="connsiteX7" fmla="*/ 72908 w 99833"/>
                <a:gd name="connsiteY7" fmla="*/ 134709 h 139162"/>
                <a:gd name="connsiteX8" fmla="*/ 47193 w 99833"/>
                <a:gd name="connsiteY8" fmla="*/ 112020 h 139162"/>
                <a:gd name="connsiteX9" fmla="*/ 47193 w 99833"/>
                <a:gd name="connsiteY9" fmla="*/ 43951 h 139162"/>
                <a:gd name="connsiteX10" fmla="*/ 68370 w 99833"/>
                <a:gd name="connsiteY10" fmla="*/ 19144 h 139162"/>
                <a:gd name="connsiteX11" fmla="*/ 76236 w 99833"/>
                <a:gd name="connsiteY11" fmla="*/ 23682 h 139162"/>
                <a:gd name="connsiteX12" fmla="*/ 88337 w 99833"/>
                <a:gd name="connsiteY12" fmla="*/ 29732 h 139162"/>
                <a:gd name="connsiteX13" fmla="*/ 100136 w 99833"/>
                <a:gd name="connsiteY13" fmla="*/ 16119 h 139162"/>
                <a:gd name="connsiteX14" fmla="*/ 83497 w 99833"/>
                <a:gd name="connsiteY14" fmla="*/ 85 h 139162"/>
                <a:gd name="connsiteX15" fmla="*/ 47193 w 99833"/>
                <a:gd name="connsiteY15" fmla="*/ 28522 h 139162"/>
                <a:gd name="connsiteX16" fmla="*/ 47193 w 99833"/>
                <a:gd name="connsiteY16" fmla="*/ 690 h 139162"/>
                <a:gd name="connsiteX17" fmla="*/ 45681 w 99833"/>
                <a:gd name="connsiteY17" fmla="*/ 85 h 139162"/>
                <a:gd name="connsiteX18" fmla="*/ 907 w 99833"/>
                <a:gd name="connsiteY18" fmla="*/ 16421 h 139162"/>
                <a:gd name="connsiteX19" fmla="*/ 907 w 99833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9162">
                  <a:moveTo>
                    <a:pt x="907" y="21262"/>
                  </a:moveTo>
                  <a:cubicBezTo>
                    <a:pt x="5142" y="20354"/>
                    <a:pt x="7865" y="20051"/>
                    <a:pt x="11495" y="20051"/>
                  </a:cubicBezTo>
                  <a:cubicBezTo>
                    <a:pt x="19058" y="20051"/>
                    <a:pt x="21781" y="24892"/>
                    <a:pt x="21781" y="38203"/>
                  </a:cubicBezTo>
                  <a:lnTo>
                    <a:pt x="21781" y="113835"/>
                  </a:lnTo>
                  <a:cubicBezTo>
                    <a:pt x="21781" y="128961"/>
                    <a:pt x="19663" y="131079"/>
                    <a:pt x="302" y="134709"/>
                  </a:cubicBezTo>
                  <a:lnTo>
                    <a:pt x="302" y="139247"/>
                  </a:lnTo>
                  <a:lnTo>
                    <a:pt x="72908" y="139247"/>
                  </a:lnTo>
                  <a:lnTo>
                    <a:pt x="72908" y="134709"/>
                  </a:lnTo>
                  <a:cubicBezTo>
                    <a:pt x="52336" y="133802"/>
                    <a:pt x="47193" y="129264"/>
                    <a:pt x="47193" y="112020"/>
                  </a:cubicBezTo>
                  <a:lnTo>
                    <a:pt x="47193" y="43951"/>
                  </a:lnTo>
                  <a:cubicBezTo>
                    <a:pt x="47193" y="34270"/>
                    <a:pt x="60202" y="19144"/>
                    <a:pt x="68370" y="19144"/>
                  </a:cubicBezTo>
                  <a:cubicBezTo>
                    <a:pt x="70185" y="19144"/>
                    <a:pt x="72908" y="20656"/>
                    <a:pt x="76236" y="23682"/>
                  </a:cubicBezTo>
                  <a:cubicBezTo>
                    <a:pt x="81076" y="27917"/>
                    <a:pt x="84404" y="29732"/>
                    <a:pt x="88337" y="29732"/>
                  </a:cubicBezTo>
                  <a:cubicBezTo>
                    <a:pt x="95598" y="29732"/>
                    <a:pt x="100136" y="24589"/>
                    <a:pt x="100136" y="16119"/>
                  </a:cubicBezTo>
                  <a:cubicBezTo>
                    <a:pt x="100136" y="6135"/>
                    <a:pt x="93783" y="85"/>
                    <a:pt x="83497" y="85"/>
                  </a:cubicBezTo>
                  <a:cubicBezTo>
                    <a:pt x="70790" y="85"/>
                    <a:pt x="62017" y="7043"/>
                    <a:pt x="47193" y="28522"/>
                  </a:cubicBezTo>
                  <a:lnTo>
                    <a:pt x="47193" y="690"/>
                  </a:lnTo>
                  <a:lnTo>
                    <a:pt x="45681" y="85"/>
                  </a:lnTo>
                  <a:cubicBezTo>
                    <a:pt x="29647" y="6740"/>
                    <a:pt x="18756" y="10673"/>
                    <a:pt x="907" y="16421"/>
                  </a:cubicBezTo>
                  <a:lnTo>
                    <a:pt x="907" y="21262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4849EAC-0D7E-E57F-BF2E-0383598CD3BE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11922918" y="4981958"/>
              <a:ext cx="133414" cy="142187"/>
            </a:xfrm>
            <a:custGeom>
              <a:avLst/>
              <a:gdLst>
                <a:gd name="connsiteX0" fmla="*/ 67166 w 133414"/>
                <a:gd name="connsiteY0" fmla="*/ 85 h 142187"/>
                <a:gd name="connsiteX1" fmla="*/ 308 w 133414"/>
                <a:gd name="connsiteY1" fmla="*/ 70876 h 142187"/>
                <a:gd name="connsiteX2" fmla="*/ 66561 w 133414"/>
                <a:gd name="connsiteY2" fmla="*/ 142272 h 142187"/>
                <a:gd name="connsiteX3" fmla="*/ 133722 w 133414"/>
                <a:gd name="connsiteY3" fmla="*/ 68456 h 142187"/>
                <a:gd name="connsiteX4" fmla="*/ 67166 w 133414"/>
                <a:gd name="connsiteY4" fmla="*/ 85 h 142187"/>
                <a:gd name="connsiteX5" fmla="*/ 63233 w 133414"/>
                <a:gd name="connsiteY5" fmla="*/ 8555 h 142187"/>
                <a:gd name="connsiteX6" fmla="*/ 106494 w 133414"/>
                <a:gd name="connsiteY6" fmla="*/ 79044 h 142187"/>
                <a:gd name="connsiteX7" fmla="*/ 70191 w 133414"/>
                <a:gd name="connsiteY7" fmla="*/ 133802 h 142187"/>
                <a:gd name="connsiteX8" fmla="*/ 40846 w 133414"/>
                <a:gd name="connsiteY8" fmla="*/ 114440 h 142187"/>
                <a:gd name="connsiteX9" fmla="*/ 27535 w 133414"/>
                <a:gd name="connsiteY9" fmla="*/ 56052 h 142187"/>
                <a:gd name="connsiteX10" fmla="*/ 63233 w 13341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42187">
                  <a:moveTo>
                    <a:pt x="67166" y="85"/>
                  </a:moveTo>
                  <a:cubicBezTo>
                    <a:pt x="27837" y="85"/>
                    <a:pt x="308" y="29127"/>
                    <a:pt x="308" y="70876"/>
                  </a:cubicBezTo>
                  <a:cubicBezTo>
                    <a:pt x="308" y="111717"/>
                    <a:pt x="28443" y="142272"/>
                    <a:pt x="66561" y="142272"/>
                  </a:cubicBezTo>
                  <a:cubicBezTo>
                    <a:pt x="104679" y="142272"/>
                    <a:pt x="133722" y="110204"/>
                    <a:pt x="133722" y="68456"/>
                  </a:cubicBezTo>
                  <a:cubicBezTo>
                    <a:pt x="133722" y="28825"/>
                    <a:pt x="105889" y="85"/>
                    <a:pt x="67166" y="85"/>
                  </a:cubicBezTo>
                  <a:close/>
                  <a:moveTo>
                    <a:pt x="63233" y="8555"/>
                  </a:moveTo>
                  <a:cubicBezTo>
                    <a:pt x="88645" y="8555"/>
                    <a:pt x="106494" y="37598"/>
                    <a:pt x="106494" y="79044"/>
                  </a:cubicBezTo>
                  <a:cubicBezTo>
                    <a:pt x="106494" y="113230"/>
                    <a:pt x="92881" y="133802"/>
                    <a:pt x="70191" y="133802"/>
                  </a:cubicBezTo>
                  <a:cubicBezTo>
                    <a:pt x="58393" y="133802"/>
                    <a:pt x="47199" y="126541"/>
                    <a:pt x="40846" y="114440"/>
                  </a:cubicBezTo>
                  <a:cubicBezTo>
                    <a:pt x="32375" y="98708"/>
                    <a:pt x="27535" y="77532"/>
                    <a:pt x="27535" y="56052"/>
                  </a:cubicBezTo>
                  <a:cubicBezTo>
                    <a:pt x="27535" y="27312"/>
                    <a:pt x="41754" y="8555"/>
                    <a:pt x="63233" y="8555"/>
                  </a:cubicBez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0616619-712D-F4CA-11BF-22FF7F6A1D97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12072026" y="4914494"/>
              <a:ext cx="109817" cy="206625"/>
            </a:xfrm>
            <a:custGeom>
              <a:avLst/>
              <a:gdLst>
                <a:gd name="connsiteX0" fmla="*/ 87743 w 109817"/>
                <a:gd name="connsiteY0" fmla="*/ 70573 h 206625"/>
                <a:gd name="connsiteX1" fmla="*/ 50532 w 109817"/>
                <a:gd name="connsiteY1" fmla="*/ 70573 h 206625"/>
                <a:gd name="connsiteX2" fmla="*/ 50532 w 109817"/>
                <a:gd name="connsiteY2" fmla="*/ 35480 h 206625"/>
                <a:gd name="connsiteX3" fmla="*/ 67776 w 109817"/>
                <a:gd name="connsiteY3" fmla="*/ 8555 h 206625"/>
                <a:gd name="connsiteX4" fmla="*/ 83810 w 109817"/>
                <a:gd name="connsiteY4" fmla="*/ 20354 h 206625"/>
                <a:gd name="connsiteX5" fmla="*/ 97424 w 109817"/>
                <a:gd name="connsiteY5" fmla="*/ 31245 h 206625"/>
                <a:gd name="connsiteX6" fmla="*/ 110130 w 109817"/>
                <a:gd name="connsiteY6" fmla="*/ 18841 h 206625"/>
                <a:gd name="connsiteX7" fmla="*/ 78667 w 109817"/>
                <a:gd name="connsiteY7" fmla="*/ 85 h 206625"/>
                <a:gd name="connsiteX8" fmla="*/ 36011 w 109817"/>
                <a:gd name="connsiteY8" fmla="*/ 22169 h 206625"/>
                <a:gd name="connsiteX9" fmla="*/ 25422 w 109817"/>
                <a:gd name="connsiteY9" fmla="*/ 70573 h 206625"/>
                <a:gd name="connsiteX10" fmla="*/ 615 w 109817"/>
                <a:gd name="connsiteY10" fmla="*/ 70573 h 206625"/>
                <a:gd name="connsiteX11" fmla="*/ 615 w 109817"/>
                <a:gd name="connsiteY11" fmla="*/ 80254 h 206625"/>
                <a:gd name="connsiteX12" fmla="*/ 25422 w 109817"/>
                <a:gd name="connsiteY12" fmla="*/ 80254 h 206625"/>
                <a:gd name="connsiteX13" fmla="*/ 25422 w 109817"/>
                <a:gd name="connsiteY13" fmla="*/ 175248 h 206625"/>
                <a:gd name="connsiteX14" fmla="*/ 313 w 109817"/>
                <a:gd name="connsiteY14" fmla="*/ 202173 h 206625"/>
                <a:gd name="connsiteX15" fmla="*/ 313 w 109817"/>
                <a:gd name="connsiteY15" fmla="*/ 206710 h 206625"/>
                <a:gd name="connsiteX16" fmla="*/ 78970 w 109817"/>
                <a:gd name="connsiteY16" fmla="*/ 206710 h 206625"/>
                <a:gd name="connsiteX17" fmla="*/ 78970 w 109817"/>
                <a:gd name="connsiteY17" fmla="*/ 202173 h 206625"/>
                <a:gd name="connsiteX18" fmla="*/ 50835 w 109817"/>
                <a:gd name="connsiteY18" fmla="*/ 175248 h 206625"/>
                <a:gd name="connsiteX19" fmla="*/ 50835 w 109817"/>
                <a:gd name="connsiteY19" fmla="*/ 80254 h 206625"/>
                <a:gd name="connsiteX20" fmla="*/ 87743 w 109817"/>
                <a:gd name="connsiteY20" fmla="*/ 80254 h 206625"/>
                <a:gd name="connsiteX21" fmla="*/ 87743 w 109817"/>
                <a:gd name="connsiteY21" fmla="*/ 70573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817" h="206625">
                  <a:moveTo>
                    <a:pt x="87743" y="70573"/>
                  </a:moveTo>
                  <a:lnTo>
                    <a:pt x="50532" y="70573"/>
                  </a:lnTo>
                  <a:lnTo>
                    <a:pt x="50532" y="35480"/>
                  </a:lnTo>
                  <a:cubicBezTo>
                    <a:pt x="50532" y="17934"/>
                    <a:pt x="56280" y="8555"/>
                    <a:pt x="67776" y="8555"/>
                  </a:cubicBezTo>
                  <a:cubicBezTo>
                    <a:pt x="74129" y="8555"/>
                    <a:pt x="78364" y="11581"/>
                    <a:pt x="83810" y="20354"/>
                  </a:cubicBezTo>
                  <a:cubicBezTo>
                    <a:pt x="88650" y="28220"/>
                    <a:pt x="92281" y="31245"/>
                    <a:pt x="97424" y="31245"/>
                  </a:cubicBezTo>
                  <a:cubicBezTo>
                    <a:pt x="104382" y="31245"/>
                    <a:pt x="110130" y="25799"/>
                    <a:pt x="110130" y="18841"/>
                  </a:cubicBezTo>
                  <a:cubicBezTo>
                    <a:pt x="110130" y="7950"/>
                    <a:pt x="96819" y="85"/>
                    <a:pt x="78667" y="85"/>
                  </a:cubicBezTo>
                  <a:cubicBezTo>
                    <a:pt x="59910" y="85"/>
                    <a:pt x="43876" y="8253"/>
                    <a:pt x="36011" y="22169"/>
                  </a:cubicBezTo>
                  <a:cubicBezTo>
                    <a:pt x="28145" y="35480"/>
                    <a:pt x="25725" y="46371"/>
                    <a:pt x="25422" y="70573"/>
                  </a:cubicBezTo>
                  <a:lnTo>
                    <a:pt x="615" y="70573"/>
                  </a:lnTo>
                  <a:lnTo>
                    <a:pt x="615" y="80254"/>
                  </a:lnTo>
                  <a:lnTo>
                    <a:pt x="25422" y="80254"/>
                  </a:lnTo>
                  <a:lnTo>
                    <a:pt x="25422" y="175248"/>
                  </a:lnTo>
                  <a:cubicBezTo>
                    <a:pt x="25422" y="197332"/>
                    <a:pt x="22094" y="200962"/>
                    <a:pt x="313" y="202173"/>
                  </a:cubicBezTo>
                  <a:lnTo>
                    <a:pt x="313" y="206710"/>
                  </a:lnTo>
                  <a:lnTo>
                    <a:pt x="78970" y="206710"/>
                  </a:lnTo>
                  <a:lnTo>
                    <a:pt x="78970" y="202173"/>
                  </a:lnTo>
                  <a:cubicBezTo>
                    <a:pt x="54162" y="201265"/>
                    <a:pt x="50835" y="197937"/>
                    <a:pt x="50835" y="175248"/>
                  </a:cubicBezTo>
                  <a:lnTo>
                    <a:pt x="50835" y="80254"/>
                  </a:lnTo>
                  <a:lnTo>
                    <a:pt x="87743" y="80254"/>
                  </a:lnTo>
                  <a:lnTo>
                    <a:pt x="87743" y="70573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3E4E72F1-674A-C816-D1BA-B8C4A30A330C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12289798" y="4965924"/>
              <a:ext cx="128791" cy="159129"/>
            </a:xfrm>
            <a:custGeom>
              <a:avLst/>
              <a:gdLst>
                <a:gd name="connsiteX0" fmla="*/ 115534 w 128791"/>
                <a:gd name="connsiteY0" fmla="*/ 117464 h 159129"/>
                <a:gd name="connsiteX1" fmla="*/ 71668 w 128791"/>
                <a:gd name="connsiteY1" fmla="*/ 144087 h 159129"/>
                <a:gd name="connsiteX2" fmla="*/ 38390 w 128791"/>
                <a:gd name="connsiteY2" fmla="*/ 133196 h 159129"/>
                <a:gd name="connsiteX3" fmla="*/ 33550 w 128791"/>
                <a:gd name="connsiteY3" fmla="*/ 112019 h 159129"/>
                <a:gd name="connsiteX4" fmla="*/ 64710 w 128791"/>
                <a:gd name="connsiteY4" fmla="*/ 82674 h 159129"/>
                <a:gd name="connsiteX5" fmla="*/ 73483 w 128791"/>
                <a:gd name="connsiteY5" fmla="*/ 83581 h 159129"/>
                <a:gd name="connsiteX6" fmla="*/ 83769 w 128791"/>
                <a:gd name="connsiteY6" fmla="*/ 85094 h 159129"/>
                <a:gd name="connsiteX7" fmla="*/ 101013 w 128791"/>
                <a:gd name="connsiteY7" fmla="*/ 75413 h 159129"/>
                <a:gd name="connsiteX8" fmla="*/ 91635 w 128791"/>
                <a:gd name="connsiteY8" fmla="*/ 68153 h 159129"/>
                <a:gd name="connsiteX9" fmla="*/ 81349 w 128791"/>
                <a:gd name="connsiteY9" fmla="*/ 68758 h 159129"/>
                <a:gd name="connsiteX10" fmla="*/ 65920 w 128791"/>
                <a:gd name="connsiteY10" fmla="*/ 69968 h 159129"/>
                <a:gd name="connsiteX11" fmla="*/ 45046 w 128791"/>
                <a:gd name="connsiteY11" fmla="*/ 43043 h 159129"/>
                <a:gd name="connsiteX12" fmla="*/ 78929 w 128791"/>
                <a:gd name="connsiteY12" fmla="*/ 10672 h 159129"/>
                <a:gd name="connsiteX13" fmla="*/ 97685 w 128791"/>
                <a:gd name="connsiteY13" fmla="*/ 25194 h 159129"/>
                <a:gd name="connsiteX14" fmla="*/ 99198 w 128791"/>
                <a:gd name="connsiteY14" fmla="*/ 32757 h 159129"/>
                <a:gd name="connsiteX15" fmla="*/ 111904 w 128791"/>
                <a:gd name="connsiteY15" fmla="*/ 43043 h 159129"/>
                <a:gd name="connsiteX16" fmla="*/ 128846 w 128791"/>
                <a:gd name="connsiteY16" fmla="*/ 27916 h 159129"/>
                <a:gd name="connsiteX17" fmla="*/ 84979 w 128791"/>
                <a:gd name="connsiteY17" fmla="*/ 84 h 159129"/>
                <a:gd name="connsiteX18" fmla="*/ 37785 w 128791"/>
                <a:gd name="connsiteY18" fmla="*/ 13698 h 159129"/>
                <a:gd name="connsiteX19" fmla="*/ 16911 w 128791"/>
                <a:gd name="connsiteY19" fmla="*/ 42740 h 159129"/>
                <a:gd name="connsiteX20" fmla="*/ 24776 w 128791"/>
                <a:gd name="connsiteY20" fmla="*/ 67548 h 159129"/>
                <a:gd name="connsiteX21" fmla="*/ 39903 w 128791"/>
                <a:gd name="connsiteY21" fmla="*/ 76321 h 159129"/>
                <a:gd name="connsiteX22" fmla="*/ 14188 w 128791"/>
                <a:gd name="connsiteY22" fmla="*/ 89934 h 159129"/>
                <a:gd name="connsiteX23" fmla="*/ 877 w 128791"/>
                <a:gd name="connsiteY23" fmla="*/ 114439 h 159129"/>
                <a:gd name="connsiteX24" fmla="*/ 57449 w 128791"/>
                <a:gd name="connsiteY24" fmla="*/ 159213 h 159129"/>
                <a:gd name="connsiteX25" fmla="*/ 122190 w 128791"/>
                <a:gd name="connsiteY25" fmla="*/ 120187 h 159129"/>
                <a:gd name="connsiteX26" fmla="*/ 115534 w 128791"/>
                <a:gd name="connsiteY26" fmla="*/ 117464 h 15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791" h="159129">
                  <a:moveTo>
                    <a:pt x="115534" y="117464"/>
                  </a:moveTo>
                  <a:cubicBezTo>
                    <a:pt x="105854" y="136524"/>
                    <a:pt x="93450" y="144087"/>
                    <a:pt x="71668" y="144087"/>
                  </a:cubicBezTo>
                  <a:cubicBezTo>
                    <a:pt x="57147" y="144087"/>
                    <a:pt x="45651" y="140456"/>
                    <a:pt x="38390" y="133196"/>
                  </a:cubicBezTo>
                  <a:cubicBezTo>
                    <a:pt x="33247" y="127750"/>
                    <a:pt x="32037" y="121700"/>
                    <a:pt x="33550" y="112019"/>
                  </a:cubicBezTo>
                  <a:cubicBezTo>
                    <a:pt x="36575" y="94170"/>
                    <a:pt x="48676" y="82674"/>
                    <a:pt x="64710" y="82674"/>
                  </a:cubicBezTo>
                  <a:cubicBezTo>
                    <a:pt x="67735" y="82674"/>
                    <a:pt x="70458" y="82976"/>
                    <a:pt x="73483" y="83581"/>
                  </a:cubicBezTo>
                  <a:cubicBezTo>
                    <a:pt x="77113" y="84489"/>
                    <a:pt x="80744" y="85094"/>
                    <a:pt x="83769" y="85094"/>
                  </a:cubicBezTo>
                  <a:cubicBezTo>
                    <a:pt x="92845" y="85094"/>
                    <a:pt x="100106" y="80859"/>
                    <a:pt x="101013" y="75413"/>
                  </a:cubicBezTo>
                  <a:cubicBezTo>
                    <a:pt x="101921" y="70573"/>
                    <a:pt x="98593" y="68153"/>
                    <a:pt x="91635" y="68153"/>
                  </a:cubicBezTo>
                  <a:cubicBezTo>
                    <a:pt x="89215" y="68153"/>
                    <a:pt x="86794" y="68153"/>
                    <a:pt x="81349" y="68758"/>
                  </a:cubicBezTo>
                  <a:cubicBezTo>
                    <a:pt x="71063" y="69665"/>
                    <a:pt x="68643" y="69968"/>
                    <a:pt x="65920" y="69968"/>
                  </a:cubicBezTo>
                  <a:cubicBezTo>
                    <a:pt x="50491" y="69968"/>
                    <a:pt x="42323" y="59379"/>
                    <a:pt x="45046" y="43043"/>
                  </a:cubicBezTo>
                  <a:cubicBezTo>
                    <a:pt x="48071" y="25194"/>
                    <a:pt x="63197" y="10672"/>
                    <a:pt x="78929" y="10672"/>
                  </a:cubicBezTo>
                  <a:cubicBezTo>
                    <a:pt x="89820" y="10672"/>
                    <a:pt x="95870" y="15513"/>
                    <a:pt x="97685" y="25194"/>
                  </a:cubicBezTo>
                  <a:cubicBezTo>
                    <a:pt x="98290" y="29732"/>
                    <a:pt x="98895" y="32152"/>
                    <a:pt x="99198" y="32757"/>
                  </a:cubicBezTo>
                  <a:cubicBezTo>
                    <a:pt x="101316" y="39413"/>
                    <a:pt x="105854" y="43043"/>
                    <a:pt x="111904" y="43043"/>
                  </a:cubicBezTo>
                  <a:cubicBezTo>
                    <a:pt x="119770" y="43043"/>
                    <a:pt x="127635" y="36387"/>
                    <a:pt x="128846" y="27916"/>
                  </a:cubicBezTo>
                  <a:cubicBezTo>
                    <a:pt x="131568" y="11883"/>
                    <a:pt x="113114" y="84"/>
                    <a:pt x="84979" y="84"/>
                  </a:cubicBezTo>
                  <a:cubicBezTo>
                    <a:pt x="65920" y="84"/>
                    <a:pt x="51096" y="4319"/>
                    <a:pt x="37785" y="13698"/>
                  </a:cubicBezTo>
                  <a:cubicBezTo>
                    <a:pt x="25381" y="22168"/>
                    <a:pt x="18726" y="31547"/>
                    <a:pt x="16911" y="42740"/>
                  </a:cubicBezTo>
                  <a:cubicBezTo>
                    <a:pt x="15398" y="52724"/>
                    <a:pt x="18423" y="61799"/>
                    <a:pt x="24776" y="67548"/>
                  </a:cubicBezTo>
                  <a:cubicBezTo>
                    <a:pt x="28709" y="70270"/>
                    <a:pt x="31129" y="71783"/>
                    <a:pt x="39903" y="76321"/>
                  </a:cubicBezTo>
                  <a:cubicBezTo>
                    <a:pt x="26894" y="80556"/>
                    <a:pt x="20541" y="83884"/>
                    <a:pt x="14188" y="89934"/>
                  </a:cubicBezTo>
                  <a:cubicBezTo>
                    <a:pt x="7532" y="96288"/>
                    <a:pt x="2087" y="105666"/>
                    <a:pt x="877" y="114439"/>
                  </a:cubicBezTo>
                  <a:cubicBezTo>
                    <a:pt x="-3661" y="140456"/>
                    <a:pt x="19936" y="159213"/>
                    <a:pt x="57449" y="159213"/>
                  </a:cubicBezTo>
                  <a:cubicBezTo>
                    <a:pt x="91030" y="159213"/>
                    <a:pt x="111904" y="146809"/>
                    <a:pt x="122190" y="120187"/>
                  </a:cubicBezTo>
                  <a:lnTo>
                    <a:pt x="115534" y="117464"/>
                  </a:lnTo>
                  <a:close/>
                </a:path>
              </a:pathLst>
            </a:custGeom>
            <a:solidFill>
              <a:srgbClr val="FFFFFF"/>
            </a:solidFill>
            <a:ln w="41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98F5524-DE6E-66E2-7C61-B6616BDFE6FB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12412711" y="5044436"/>
              <a:ext cx="57982" cy="124695"/>
            </a:xfrm>
            <a:custGeom>
              <a:avLst/>
              <a:gdLst>
                <a:gd name="connsiteX0" fmla="*/ 58306 w 57982"/>
                <a:gd name="connsiteY0" fmla="*/ 26503 h 124695"/>
                <a:gd name="connsiteX1" fmla="*/ 40396 w 57982"/>
                <a:gd name="connsiteY1" fmla="*/ 26503 h 124695"/>
                <a:gd name="connsiteX2" fmla="*/ 46665 w 57982"/>
                <a:gd name="connsiteY2" fmla="*/ 3444 h 124695"/>
                <a:gd name="connsiteX3" fmla="*/ 46889 w 57982"/>
                <a:gd name="connsiteY3" fmla="*/ 2325 h 124695"/>
                <a:gd name="connsiteX4" fmla="*/ 45098 w 57982"/>
                <a:gd name="connsiteY4" fmla="*/ 86 h 124695"/>
                <a:gd name="connsiteX5" fmla="*/ 41740 w 57982"/>
                <a:gd name="connsiteY5" fmla="*/ 2101 h 124695"/>
                <a:gd name="connsiteX6" fmla="*/ 11965 w 57982"/>
                <a:gd name="connsiteY6" fmla="*/ 26727 h 124695"/>
                <a:gd name="connsiteX7" fmla="*/ 4801 w 57982"/>
                <a:gd name="connsiteY7" fmla="*/ 32323 h 124695"/>
                <a:gd name="connsiteX8" fmla="*/ 5025 w 57982"/>
                <a:gd name="connsiteY8" fmla="*/ 33667 h 124695"/>
                <a:gd name="connsiteX9" fmla="*/ 21591 w 57982"/>
                <a:gd name="connsiteY9" fmla="*/ 33667 h 124695"/>
                <a:gd name="connsiteX10" fmla="*/ 5473 w 57982"/>
                <a:gd name="connsiteY10" fmla="*/ 95231 h 124695"/>
                <a:gd name="connsiteX11" fmla="*/ 4129 w 57982"/>
                <a:gd name="connsiteY11" fmla="*/ 99932 h 124695"/>
                <a:gd name="connsiteX12" fmla="*/ 324 w 57982"/>
                <a:gd name="connsiteY12" fmla="*/ 116275 h 124695"/>
                <a:gd name="connsiteX13" fmla="*/ 11069 w 57982"/>
                <a:gd name="connsiteY13" fmla="*/ 124782 h 124695"/>
                <a:gd name="connsiteX14" fmla="*/ 42859 w 57982"/>
                <a:gd name="connsiteY14" fmla="*/ 97693 h 124695"/>
                <a:gd name="connsiteX15" fmla="*/ 39949 w 57982"/>
                <a:gd name="connsiteY15" fmla="*/ 96126 h 124695"/>
                <a:gd name="connsiteX16" fmla="*/ 21815 w 57982"/>
                <a:gd name="connsiteY16" fmla="*/ 113812 h 124695"/>
                <a:gd name="connsiteX17" fmla="*/ 18457 w 57982"/>
                <a:gd name="connsiteY17" fmla="*/ 109335 h 124695"/>
                <a:gd name="connsiteX18" fmla="*/ 18681 w 57982"/>
                <a:gd name="connsiteY18" fmla="*/ 108215 h 124695"/>
                <a:gd name="connsiteX19" fmla="*/ 38381 w 57982"/>
                <a:gd name="connsiteY19" fmla="*/ 33667 h 124695"/>
                <a:gd name="connsiteX20" fmla="*/ 57187 w 57982"/>
                <a:gd name="connsiteY20" fmla="*/ 33667 h 124695"/>
                <a:gd name="connsiteX21" fmla="*/ 58306 w 57982"/>
                <a:gd name="connsiteY21" fmla="*/ 26503 h 124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982" h="124695">
                  <a:moveTo>
                    <a:pt x="58306" y="26503"/>
                  </a:moveTo>
                  <a:lnTo>
                    <a:pt x="40396" y="26503"/>
                  </a:lnTo>
                  <a:lnTo>
                    <a:pt x="46665" y="3444"/>
                  </a:lnTo>
                  <a:cubicBezTo>
                    <a:pt x="46889" y="2996"/>
                    <a:pt x="46889" y="2549"/>
                    <a:pt x="46889" y="2325"/>
                  </a:cubicBezTo>
                  <a:cubicBezTo>
                    <a:pt x="46889" y="758"/>
                    <a:pt x="46217" y="86"/>
                    <a:pt x="45098" y="86"/>
                  </a:cubicBezTo>
                  <a:cubicBezTo>
                    <a:pt x="43754" y="86"/>
                    <a:pt x="43083" y="310"/>
                    <a:pt x="41740" y="2101"/>
                  </a:cubicBezTo>
                  <a:cubicBezTo>
                    <a:pt x="33009" y="13518"/>
                    <a:pt x="19129" y="24712"/>
                    <a:pt x="11965" y="26727"/>
                  </a:cubicBezTo>
                  <a:cubicBezTo>
                    <a:pt x="6368" y="28518"/>
                    <a:pt x="4801" y="29861"/>
                    <a:pt x="4801" y="32323"/>
                  </a:cubicBezTo>
                  <a:cubicBezTo>
                    <a:pt x="4801" y="32547"/>
                    <a:pt x="4801" y="32995"/>
                    <a:pt x="5025" y="33667"/>
                  </a:cubicBezTo>
                  <a:lnTo>
                    <a:pt x="21591" y="33667"/>
                  </a:lnTo>
                  <a:lnTo>
                    <a:pt x="5473" y="95231"/>
                  </a:lnTo>
                  <a:cubicBezTo>
                    <a:pt x="5025" y="97246"/>
                    <a:pt x="4801" y="97917"/>
                    <a:pt x="4129" y="99932"/>
                  </a:cubicBezTo>
                  <a:cubicBezTo>
                    <a:pt x="2115" y="106648"/>
                    <a:pt x="324" y="114484"/>
                    <a:pt x="324" y="116275"/>
                  </a:cubicBezTo>
                  <a:cubicBezTo>
                    <a:pt x="324" y="121200"/>
                    <a:pt x="5025" y="124782"/>
                    <a:pt x="11069" y="124782"/>
                  </a:cubicBezTo>
                  <a:cubicBezTo>
                    <a:pt x="21367" y="124782"/>
                    <a:pt x="28755" y="118513"/>
                    <a:pt x="42859" y="97693"/>
                  </a:cubicBezTo>
                  <a:lnTo>
                    <a:pt x="39949" y="96126"/>
                  </a:lnTo>
                  <a:cubicBezTo>
                    <a:pt x="28979" y="110230"/>
                    <a:pt x="25397" y="113812"/>
                    <a:pt x="21815" y="113812"/>
                  </a:cubicBezTo>
                  <a:cubicBezTo>
                    <a:pt x="19800" y="113812"/>
                    <a:pt x="18457" y="112021"/>
                    <a:pt x="18457" y="109335"/>
                  </a:cubicBezTo>
                  <a:cubicBezTo>
                    <a:pt x="18457" y="109111"/>
                    <a:pt x="18457" y="108887"/>
                    <a:pt x="18681" y="108215"/>
                  </a:cubicBezTo>
                  <a:lnTo>
                    <a:pt x="38381" y="33667"/>
                  </a:lnTo>
                  <a:lnTo>
                    <a:pt x="57187" y="33667"/>
                  </a:lnTo>
                  <a:lnTo>
                    <a:pt x="58306" y="26503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8B037679-928F-6C63-E7D7-D8F12B3B95BF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12581776" y="5010093"/>
              <a:ext cx="201180" cy="70791"/>
            </a:xfrm>
            <a:custGeom>
              <a:avLst/>
              <a:gdLst>
                <a:gd name="connsiteX0" fmla="*/ 191223 w 201180"/>
                <a:gd name="connsiteY0" fmla="*/ 12186 h 70791"/>
                <a:gd name="connsiteX1" fmla="*/ 201509 w 201180"/>
                <a:gd name="connsiteY1" fmla="*/ 6135 h 70791"/>
                <a:gd name="connsiteX2" fmla="*/ 191526 w 201180"/>
                <a:gd name="connsiteY2" fmla="*/ 85 h 70791"/>
                <a:gd name="connsiteX3" fmla="*/ 10312 w 201180"/>
                <a:gd name="connsiteY3" fmla="*/ 85 h 70791"/>
                <a:gd name="connsiteX4" fmla="*/ 329 w 201180"/>
                <a:gd name="connsiteY4" fmla="*/ 6135 h 70791"/>
                <a:gd name="connsiteX5" fmla="*/ 10615 w 201180"/>
                <a:gd name="connsiteY5" fmla="*/ 12186 h 70791"/>
                <a:gd name="connsiteX6" fmla="*/ 191223 w 201180"/>
                <a:gd name="connsiteY6" fmla="*/ 12186 h 70791"/>
                <a:gd name="connsiteX7" fmla="*/ 191526 w 201180"/>
                <a:gd name="connsiteY7" fmla="*/ 70876 h 70791"/>
                <a:gd name="connsiteX8" fmla="*/ 201509 w 201180"/>
                <a:gd name="connsiteY8" fmla="*/ 64825 h 70791"/>
                <a:gd name="connsiteX9" fmla="*/ 191223 w 201180"/>
                <a:gd name="connsiteY9" fmla="*/ 58775 h 70791"/>
                <a:gd name="connsiteX10" fmla="*/ 10615 w 201180"/>
                <a:gd name="connsiteY10" fmla="*/ 58775 h 70791"/>
                <a:gd name="connsiteX11" fmla="*/ 329 w 201180"/>
                <a:gd name="connsiteY11" fmla="*/ 64825 h 70791"/>
                <a:gd name="connsiteX12" fmla="*/ 10312 w 201180"/>
                <a:gd name="connsiteY12" fmla="*/ 70876 h 70791"/>
                <a:gd name="connsiteX13" fmla="*/ 191526 w 201180"/>
                <a:gd name="connsiteY13" fmla="*/ 70876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180" h="70791">
                  <a:moveTo>
                    <a:pt x="191223" y="12186"/>
                  </a:moveTo>
                  <a:cubicBezTo>
                    <a:pt x="195761" y="12186"/>
                    <a:pt x="201509" y="12186"/>
                    <a:pt x="201509" y="6135"/>
                  </a:cubicBezTo>
                  <a:cubicBezTo>
                    <a:pt x="201509" y="85"/>
                    <a:pt x="195761" y="85"/>
                    <a:pt x="191526" y="85"/>
                  </a:cubicBezTo>
                  <a:lnTo>
                    <a:pt x="10312" y="85"/>
                  </a:lnTo>
                  <a:cubicBezTo>
                    <a:pt x="6077" y="85"/>
                    <a:pt x="329" y="85"/>
                    <a:pt x="329" y="6135"/>
                  </a:cubicBezTo>
                  <a:cubicBezTo>
                    <a:pt x="329" y="12186"/>
                    <a:pt x="6077" y="12186"/>
                    <a:pt x="10615" y="12186"/>
                  </a:cubicBezTo>
                  <a:lnTo>
                    <a:pt x="191223" y="12186"/>
                  </a:lnTo>
                  <a:close/>
                  <a:moveTo>
                    <a:pt x="191526" y="70876"/>
                  </a:moveTo>
                  <a:cubicBezTo>
                    <a:pt x="195761" y="70876"/>
                    <a:pt x="201509" y="70876"/>
                    <a:pt x="201509" y="64825"/>
                  </a:cubicBezTo>
                  <a:cubicBezTo>
                    <a:pt x="201509" y="58775"/>
                    <a:pt x="195761" y="58775"/>
                    <a:pt x="191223" y="58775"/>
                  </a:cubicBezTo>
                  <a:lnTo>
                    <a:pt x="10615" y="58775"/>
                  </a:lnTo>
                  <a:cubicBezTo>
                    <a:pt x="6077" y="58775"/>
                    <a:pt x="329" y="58775"/>
                    <a:pt x="329" y="64825"/>
                  </a:cubicBezTo>
                  <a:cubicBezTo>
                    <a:pt x="329" y="70876"/>
                    <a:pt x="6077" y="70876"/>
                    <a:pt x="10312" y="70876"/>
                  </a:cubicBezTo>
                  <a:lnTo>
                    <a:pt x="191526" y="70876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D25D48EB-F518-D175-0CE8-587CAFD3DA61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12877330" y="4916612"/>
              <a:ext cx="134624" cy="204508"/>
            </a:xfrm>
            <a:custGeom>
              <a:avLst/>
              <a:gdLst>
                <a:gd name="connsiteX0" fmla="*/ 134963 w 134624"/>
                <a:gd name="connsiteY0" fmla="*/ 163147 h 204508"/>
                <a:gd name="connsiteX1" fmla="*/ 131030 w 134624"/>
                <a:gd name="connsiteY1" fmla="*/ 161634 h 204508"/>
                <a:gd name="connsiteX2" fmla="*/ 102290 w 134624"/>
                <a:gd name="connsiteY2" fmla="*/ 181601 h 204508"/>
                <a:gd name="connsiteX3" fmla="*/ 29986 w 134624"/>
                <a:gd name="connsiteY3" fmla="*/ 181601 h 204508"/>
                <a:gd name="connsiteX4" fmla="*/ 80811 w 134624"/>
                <a:gd name="connsiteY4" fmla="*/ 128356 h 204508"/>
                <a:gd name="connsiteX5" fmla="*/ 119534 w 134624"/>
                <a:gd name="connsiteY5" fmla="*/ 53632 h 204508"/>
                <a:gd name="connsiteX6" fmla="*/ 63567 w 134624"/>
                <a:gd name="connsiteY6" fmla="*/ 85 h 204508"/>
                <a:gd name="connsiteX7" fmla="*/ 20003 w 134624"/>
                <a:gd name="connsiteY7" fmla="*/ 18841 h 204508"/>
                <a:gd name="connsiteX8" fmla="*/ 641 w 134624"/>
                <a:gd name="connsiteY8" fmla="*/ 60288 h 204508"/>
                <a:gd name="connsiteX9" fmla="*/ 6994 w 134624"/>
                <a:gd name="connsiteY9" fmla="*/ 61800 h 204508"/>
                <a:gd name="connsiteX10" fmla="*/ 50861 w 134624"/>
                <a:gd name="connsiteY10" fmla="*/ 22472 h 204508"/>
                <a:gd name="connsiteX11" fmla="*/ 93517 w 134624"/>
                <a:gd name="connsiteY11" fmla="*/ 65128 h 204508"/>
                <a:gd name="connsiteX12" fmla="*/ 54189 w 134624"/>
                <a:gd name="connsiteY12" fmla="*/ 143785 h 204508"/>
                <a:gd name="connsiteX13" fmla="*/ 339 w 134624"/>
                <a:gd name="connsiteY13" fmla="*/ 200962 h 204508"/>
                <a:gd name="connsiteX14" fmla="*/ 339 w 134624"/>
                <a:gd name="connsiteY14" fmla="*/ 204593 h 204508"/>
                <a:gd name="connsiteX15" fmla="*/ 118324 w 134624"/>
                <a:gd name="connsiteY15" fmla="*/ 204593 h 204508"/>
                <a:gd name="connsiteX16" fmla="*/ 134963 w 134624"/>
                <a:gd name="connsiteY16" fmla="*/ 16314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963" y="163147"/>
                  </a:moveTo>
                  <a:lnTo>
                    <a:pt x="131030" y="161634"/>
                  </a:lnTo>
                  <a:cubicBezTo>
                    <a:pt x="119837" y="178878"/>
                    <a:pt x="115904" y="181601"/>
                    <a:pt x="102290" y="181601"/>
                  </a:cubicBezTo>
                  <a:lnTo>
                    <a:pt x="29986" y="181601"/>
                  </a:lnTo>
                  <a:lnTo>
                    <a:pt x="80811" y="128356"/>
                  </a:lnTo>
                  <a:cubicBezTo>
                    <a:pt x="107736" y="100221"/>
                    <a:pt x="119534" y="77229"/>
                    <a:pt x="119534" y="53632"/>
                  </a:cubicBezTo>
                  <a:cubicBezTo>
                    <a:pt x="119534" y="23379"/>
                    <a:pt x="95030" y="85"/>
                    <a:pt x="63567" y="85"/>
                  </a:cubicBezTo>
                  <a:cubicBezTo>
                    <a:pt x="46928" y="85"/>
                    <a:pt x="31197" y="6740"/>
                    <a:pt x="20003" y="18841"/>
                  </a:cubicBezTo>
                  <a:cubicBezTo>
                    <a:pt x="10322" y="29127"/>
                    <a:pt x="5784" y="38808"/>
                    <a:pt x="641" y="60288"/>
                  </a:cubicBezTo>
                  <a:lnTo>
                    <a:pt x="6994" y="61800"/>
                  </a:lnTo>
                  <a:cubicBezTo>
                    <a:pt x="19096" y="32153"/>
                    <a:pt x="29986" y="22472"/>
                    <a:pt x="50861" y="22472"/>
                  </a:cubicBezTo>
                  <a:cubicBezTo>
                    <a:pt x="76273" y="22472"/>
                    <a:pt x="93517" y="39716"/>
                    <a:pt x="93517" y="65128"/>
                  </a:cubicBezTo>
                  <a:cubicBezTo>
                    <a:pt x="93517" y="88725"/>
                    <a:pt x="79601" y="116860"/>
                    <a:pt x="54189" y="143785"/>
                  </a:cubicBezTo>
                  <a:lnTo>
                    <a:pt x="339" y="200962"/>
                  </a:lnTo>
                  <a:lnTo>
                    <a:pt x="339" y="204593"/>
                  </a:lnTo>
                  <a:lnTo>
                    <a:pt x="118324" y="204593"/>
                  </a:lnTo>
                  <a:lnTo>
                    <a:pt x="134963" y="163147"/>
                  </a:ln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E8EBDE2-0783-C5EA-0045-3D48F1BB1697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13046102" y="5089052"/>
              <a:ext cx="32067" cy="32067"/>
            </a:xfrm>
            <a:custGeom>
              <a:avLst/>
              <a:gdLst>
                <a:gd name="connsiteX0" fmla="*/ 32412 w 32067"/>
                <a:gd name="connsiteY0" fmla="*/ 16118 h 32067"/>
                <a:gd name="connsiteX1" fmla="*/ 16378 w 32067"/>
                <a:gd name="connsiteY1" fmla="*/ 85 h 32067"/>
                <a:gd name="connsiteX2" fmla="*/ 344 w 32067"/>
                <a:gd name="connsiteY2" fmla="*/ 16118 h 32067"/>
                <a:gd name="connsiteX3" fmla="*/ 16378 w 32067"/>
                <a:gd name="connsiteY3" fmla="*/ 32152 h 32067"/>
                <a:gd name="connsiteX4" fmla="*/ 32412 w 32067"/>
                <a:gd name="connsiteY4" fmla="*/ 16118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412" y="16118"/>
                  </a:moveTo>
                  <a:cubicBezTo>
                    <a:pt x="32412" y="7345"/>
                    <a:pt x="25151" y="85"/>
                    <a:pt x="16378" y="85"/>
                  </a:cubicBezTo>
                  <a:cubicBezTo>
                    <a:pt x="7605" y="85"/>
                    <a:pt x="344" y="7345"/>
                    <a:pt x="344" y="16118"/>
                  </a:cubicBezTo>
                  <a:cubicBezTo>
                    <a:pt x="344" y="24892"/>
                    <a:pt x="7605" y="32152"/>
                    <a:pt x="16378" y="32152"/>
                  </a:cubicBezTo>
                  <a:cubicBezTo>
                    <a:pt x="25151" y="32152"/>
                    <a:pt x="32412" y="24892"/>
                    <a:pt x="32412" y="16118"/>
                  </a:cubicBezTo>
                  <a:close/>
                </a:path>
              </a:pathLst>
            </a:custGeom>
            <a:solidFill>
              <a:srgbClr val="FFFFFF"/>
            </a:solidFill>
            <a:ln w="41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4488A6F2-7A78-0AA4-18EF-7E50153B10F5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13121138" y="4916612"/>
              <a:ext cx="117682" cy="208743"/>
            </a:xfrm>
            <a:custGeom>
              <a:avLst/>
              <a:gdLst>
                <a:gd name="connsiteX0" fmla="*/ 71138 w 117682"/>
                <a:gd name="connsiteY0" fmla="*/ 92355 h 208743"/>
                <a:gd name="connsiteX1" fmla="*/ 111676 w 117682"/>
                <a:gd name="connsiteY1" fmla="*/ 43044 h 208743"/>
                <a:gd name="connsiteX2" fmla="*/ 59642 w 117682"/>
                <a:gd name="connsiteY2" fmla="*/ 85 h 208743"/>
                <a:gd name="connsiteX3" fmla="*/ 2162 w 117682"/>
                <a:gd name="connsiteY3" fmla="*/ 47884 h 208743"/>
                <a:gd name="connsiteX4" fmla="*/ 39675 w 117682"/>
                <a:gd name="connsiteY4" fmla="*/ 104154 h 208743"/>
                <a:gd name="connsiteX5" fmla="*/ 347 w 117682"/>
                <a:gd name="connsiteY5" fmla="*/ 158911 h 208743"/>
                <a:gd name="connsiteX6" fmla="*/ 58432 w 117682"/>
                <a:gd name="connsiteY6" fmla="*/ 208828 h 208743"/>
                <a:gd name="connsiteX7" fmla="*/ 118030 w 117682"/>
                <a:gd name="connsiteY7" fmla="*/ 157701 h 208743"/>
                <a:gd name="connsiteX8" fmla="*/ 71138 w 117682"/>
                <a:gd name="connsiteY8" fmla="*/ 92355 h 208743"/>
                <a:gd name="connsiteX9" fmla="*/ 65692 w 117682"/>
                <a:gd name="connsiteY9" fmla="*/ 123516 h 208743"/>
                <a:gd name="connsiteX10" fmla="*/ 95037 w 117682"/>
                <a:gd name="connsiteY10" fmla="*/ 167079 h 208743"/>
                <a:gd name="connsiteX11" fmla="*/ 61760 w 117682"/>
                <a:gd name="connsiteY11" fmla="*/ 200357 h 208743"/>
                <a:gd name="connsiteX12" fmla="*/ 23339 w 117682"/>
                <a:gd name="connsiteY12" fmla="*/ 156491 h 208743"/>
                <a:gd name="connsiteX13" fmla="*/ 47541 w 117682"/>
                <a:gd name="connsiteY13" fmla="*/ 110204 h 208743"/>
                <a:gd name="connsiteX14" fmla="*/ 65692 w 117682"/>
                <a:gd name="connsiteY14" fmla="*/ 123516 h 208743"/>
                <a:gd name="connsiteX15" fmla="*/ 62365 w 117682"/>
                <a:gd name="connsiteY15" fmla="*/ 86910 h 208743"/>
                <a:gd name="connsiteX16" fmla="*/ 24549 w 117682"/>
                <a:gd name="connsiteY16" fmla="*/ 38506 h 208743"/>
                <a:gd name="connsiteX17" fmla="*/ 57222 w 117682"/>
                <a:gd name="connsiteY17" fmla="*/ 8555 h 208743"/>
                <a:gd name="connsiteX18" fmla="*/ 90802 w 117682"/>
                <a:gd name="connsiteY18" fmla="*/ 42741 h 208743"/>
                <a:gd name="connsiteX19" fmla="*/ 65087 w 117682"/>
                <a:gd name="connsiteY19" fmla="*/ 85095 h 208743"/>
                <a:gd name="connsiteX20" fmla="*/ 62365 w 117682"/>
                <a:gd name="connsiteY20" fmla="*/ 86910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8743">
                  <a:moveTo>
                    <a:pt x="71138" y="92355"/>
                  </a:moveTo>
                  <a:cubicBezTo>
                    <a:pt x="101088" y="76321"/>
                    <a:pt x="111676" y="63615"/>
                    <a:pt x="111676" y="43044"/>
                  </a:cubicBezTo>
                  <a:cubicBezTo>
                    <a:pt x="111676" y="18236"/>
                    <a:pt x="89895" y="85"/>
                    <a:pt x="59642" y="85"/>
                  </a:cubicBezTo>
                  <a:cubicBezTo>
                    <a:pt x="26666" y="85"/>
                    <a:pt x="2162" y="20354"/>
                    <a:pt x="2162" y="47884"/>
                  </a:cubicBezTo>
                  <a:cubicBezTo>
                    <a:pt x="2162" y="67548"/>
                    <a:pt x="7910" y="76321"/>
                    <a:pt x="39675" y="104154"/>
                  </a:cubicBezTo>
                  <a:cubicBezTo>
                    <a:pt x="7002" y="128961"/>
                    <a:pt x="347" y="138339"/>
                    <a:pt x="347" y="158911"/>
                  </a:cubicBezTo>
                  <a:cubicBezTo>
                    <a:pt x="347" y="188256"/>
                    <a:pt x="24246" y="208828"/>
                    <a:pt x="58432" y="208828"/>
                  </a:cubicBezTo>
                  <a:cubicBezTo>
                    <a:pt x="94735" y="208828"/>
                    <a:pt x="118030" y="188861"/>
                    <a:pt x="118030" y="157701"/>
                  </a:cubicBezTo>
                  <a:cubicBezTo>
                    <a:pt x="118030" y="134407"/>
                    <a:pt x="107744" y="119583"/>
                    <a:pt x="71138" y="92355"/>
                  </a:cubicBezTo>
                  <a:close/>
                  <a:moveTo>
                    <a:pt x="65692" y="123516"/>
                  </a:moveTo>
                  <a:cubicBezTo>
                    <a:pt x="87777" y="139247"/>
                    <a:pt x="95037" y="150138"/>
                    <a:pt x="95037" y="167079"/>
                  </a:cubicBezTo>
                  <a:cubicBezTo>
                    <a:pt x="95037" y="186744"/>
                    <a:pt x="81424" y="200357"/>
                    <a:pt x="61760" y="200357"/>
                  </a:cubicBezTo>
                  <a:cubicBezTo>
                    <a:pt x="38767" y="200357"/>
                    <a:pt x="23339" y="182811"/>
                    <a:pt x="23339" y="156491"/>
                  </a:cubicBezTo>
                  <a:cubicBezTo>
                    <a:pt x="23339" y="137129"/>
                    <a:pt x="29994" y="124423"/>
                    <a:pt x="47541" y="110204"/>
                  </a:cubicBezTo>
                  <a:lnTo>
                    <a:pt x="65692" y="123516"/>
                  </a:lnTo>
                  <a:close/>
                  <a:moveTo>
                    <a:pt x="62365" y="86910"/>
                  </a:moveTo>
                  <a:cubicBezTo>
                    <a:pt x="35440" y="69363"/>
                    <a:pt x="24549" y="55447"/>
                    <a:pt x="24549" y="38506"/>
                  </a:cubicBezTo>
                  <a:cubicBezTo>
                    <a:pt x="24549" y="20959"/>
                    <a:pt x="38162" y="8555"/>
                    <a:pt x="57222" y="8555"/>
                  </a:cubicBezTo>
                  <a:cubicBezTo>
                    <a:pt x="77793" y="8555"/>
                    <a:pt x="90802" y="21867"/>
                    <a:pt x="90802" y="42741"/>
                  </a:cubicBezTo>
                  <a:cubicBezTo>
                    <a:pt x="90802" y="59985"/>
                    <a:pt x="82331" y="73599"/>
                    <a:pt x="65087" y="85095"/>
                  </a:cubicBezTo>
                  <a:cubicBezTo>
                    <a:pt x="63575" y="86002"/>
                    <a:pt x="63575" y="86002"/>
                    <a:pt x="62365" y="86910"/>
                  </a:cubicBez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AC301712-61BA-352B-BB3E-06D992929BB2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13274481" y="4916612"/>
              <a:ext cx="215096" cy="208440"/>
            </a:xfrm>
            <a:custGeom>
              <a:avLst/>
              <a:gdLst>
                <a:gd name="connsiteX0" fmla="*/ 184288 w 215096"/>
                <a:gd name="connsiteY0" fmla="*/ 92355 h 208440"/>
                <a:gd name="connsiteX1" fmla="*/ 117732 w 215096"/>
                <a:gd name="connsiteY1" fmla="*/ 165567 h 208440"/>
                <a:gd name="connsiteX2" fmla="*/ 154035 w 215096"/>
                <a:gd name="connsiteY2" fmla="*/ 204593 h 208440"/>
                <a:gd name="connsiteX3" fmla="*/ 189431 w 215096"/>
                <a:gd name="connsiteY3" fmla="*/ 189164 h 208440"/>
                <a:gd name="connsiteX4" fmla="*/ 215448 w 215096"/>
                <a:gd name="connsiteY4" fmla="*/ 124726 h 208440"/>
                <a:gd name="connsiteX5" fmla="*/ 184288 w 215096"/>
                <a:gd name="connsiteY5" fmla="*/ 92355 h 208440"/>
                <a:gd name="connsiteX6" fmla="*/ 186406 w 215096"/>
                <a:gd name="connsiteY6" fmla="*/ 102036 h 208440"/>
                <a:gd name="connsiteX7" fmla="*/ 207582 w 215096"/>
                <a:gd name="connsiteY7" fmla="*/ 126238 h 208440"/>
                <a:gd name="connsiteX8" fmla="*/ 188523 w 215096"/>
                <a:gd name="connsiteY8" fmla="*/ 178273 h 208440"/>
                <a:gd name="connsiteX9" fmla="*/ 159178 w 215096"/>
                <a:gd name="connsiteY9" fmla="*/ 195517 h 208440"/>
                <a:gd name="connsiteX10" fmla="*/ 140724 w 215096"/>
                <a:gd name="connsiteY10" fmla="*/ 176155 h 208440"/>
                <a:gd name="connsiteX11" fmla="*/ 160388 w 215096"/>
                <a:gd name="connsiteY11" fmla="*/ 119583 h 208440"/>
                <a:gd name="connsiteX12" fmla="*/ 186406 w 215096"/>
                <a:gd name="connsiteY12" fmla="*/ 102036 h 208440"/>
                <a:gd name="connsiteX13" fmla="*/ 173699 w 215096"/>
                <a:gd name="connsiteY13" fmla="*/ 85 h 208440"/>
                <a:gd name="connsiteX14" fmla="*/ 161901 w 215096"/>
                <a:gd name="connsiteY14" fmla="*/ 85 h 208440"/>
                <a:gd name="connsiteX15" fmla="*/ 114707 w 215096"/>
                <a:gd name="connsiteY15" fmla="*/ 20657 h 208440"/>
                <a:gd name="connsiteX16" fmla="*/ 88387 w 215096"/>
                <a:gd name="connsiteY16" fmla="*/ 12488 h 208440"/>
                <a:gd name="connsiteX17" fmla="*/ 67210 w 215096"/>
                <a:gd name="connsiteY17" fmla="*/ 4320 h 208440"/>
                <a:gd name="connsiteX18" fmla="*/ 352 w 215096"/>
                <a:gd name="connsiteY18" fmla="*/ 78742 h 208440"/>
                <a:gd name="connsiteX19" fmla="*/ 36050 w 215096"/>
                <a:gd name="connsiteY19" fmla="*/ 117163 h 208440"/>
                <a:gd name="connsiteX20" fmla="*/ 72655 w 215096"/>
                <a:gd name="connsiteY20" fmla="*/ 100524 h 208440"/>
                <a:gd name="connsiteX21" fmla="*/ 98068 w 215096"/>
                <a:gd name="connsiteY21" fmla="*/ 38506 h 208440"/>
                <a:gd name="connsiteX22" fmla="*/ 95950 w 215096"/>
                <a:gd name="connsiteY22" fmla="*/ 25194 h 208440"/>
                <a:gd name="connsiteX23" fmla="*/ 115614 w 215096"/>
                <a:gd name="connsiteY23" fmla="*/ 28220 h 208440"/>
                <a:gd name="connsiteX24" fmla="*/ 148892 w 215096"/>
                <a:gd name="connsiteY24" fmla="*/ 19144 h 208440"/>
                <a:gd name="connsiteX25" fmla="*/ 42705 w 215096"/>
                <a:gd name="connsiteY25" fmla="*/ 208526 h 208440"/>
                <a:gd name="connsiteX26" fmla="*/ 57227 w 215096"/>
                <a:gd name="connsiteY26" fmla="*/ 208526 h 208440"/>
                <a:gd name="connsiteX27" fmla="*/ 173699 w 215096"/>
                <a:gd name="connsiteY27" fmla="*/ 85 h 208440"/>
                <a:gd name="connsiteX28" fmla="*/ 87782 w 215096"/>
                <a:gd name="connsiteY28" fmla="*/ 23077 h 208440"/>
                <a:gd name="connsiteX29" fmla="*/ 90505 w 215096"/>
                <a:gd name="connsiteY29" fmla="*/ 37901 h 208440"/>
                <a:gd name="connsiteX30" fmla="*/ 41193 w 215096"/>
                <a:gd name="connsiteY30" fmla="*/ 106877 h 208440"/>
                <a:gd name="connsiteX31" fmla="*/ 23344 w 215096"/>
                <a:gd name="connsiteY31" fmla="*/ 88423 h 208440"/>
                <a:gd name="connsiteX32" fmla="*/ 37562 w 215096"/>
                <a:gd name="connsiteY32" fmla="*/ 40018 h 208440"/>
                <a:gd name="connsiteX33" fmla="*/ 67210 w 215096"/>
                <a:gd name="connsiteY33" fmla="*/ 13396 h 208440"/>
                <a:gd name="connsiteX34" fmla="*/ 71143 w 215096"/>
                <a:gd name="connsiteY34" fmla="*/ 15211 h 208440"/>
                <a:gd name="connsiteX35" fmla="*/ 87782 w 215096"/>
                <a:gd name="connsiteY35" fmla="*/ 23077 h 20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5096" h="208440">
                  <a:moveTo>
                    <a:pt x="184288" y="92355"/>
                  </a:moveTo>
                  <a:cubicBezTo>
                    <a:pt x="150102" y="92355"/>
                    <a:pt x="117732" y="127751"/>
                    <a:pt x="117732" y="165567"/>
                  </a:cubicBezTo>
                  <a:cubicBezTo>
                    <a:pt x="117732" y="189164"/>
                    <a:pt x="132253" y="204593"/>
                    <a:pt x="154035" y="204593"/>
                  </a:cubicBezTo>
                  <a:cubicBezTo>
                    <a:pt x="167649" y="204593"/>
                    <a:pt x="178842" y="199752"/>
                    <a:pt x="189431" y="189164"/>
                  </a:cubicBezTo>
                  <a:cubicBezTo>
                    <a:pt x="205465" y="172828"/>
                    <a:pt x="215448" y="148323"/>
                    <a:pt x="215448" y="124726"/>
                  </a:cubicBezTo>
                  <a:cubicBezTo>
                    <a:pt x="215448" y="104154"/>
                    <a:pt x="203952" y="92355"/>
                    <a:pt x="184288" y="92355"/>
                  </a:cubicBezTo>
                  <a:close/>
                  <a:moveTo>
                    <a:pt x="186406" y="102036"/>
                  </a:moveTo>
                  <a:cubicBezTo>
                    <a:pt x="197902" y="102036"/>
                    <a:pt x="207582" y="112927"/>
                    <a:pt x="207582" y="126238"/>
                  </a:cubicBezTo>
                  <a:cubicBezTo>
                    <a:pt x="207582" y="143482"/>
                    <a:pt x="200019" y="164054"/>
                    <a:pt x="188523" y="178273"/>
                  </a:cubicBezTo>
                  <a:cubicBezTo>
                    <a:pt x="178842" y="190374"/>
                    <a:pt x="170069" y="195517"/>
                    <a:pt x="159178" y="195517"/>
                  </a:cubicBezTo>
                  <a:cubicBezTo>
                    <a:pt x="148287" y="195517"/>
                    <a:pt x="140724" y="187651"/>
                    <a:pt x="140724" y="176155"/>
                  </a:cubicBezTo>
                  <a:cubicBezTo>
                    <a:pt x="140724" y="160121"/>
                    <a:pt x="149195" y="135314"/>
                    <a:pt x="160388" y="119583"/>
                  </a:cubicBezTo>
                  <a:cubicBezTo>
                    <a:pt x="168556" y="107482"/>
                    <a:pt x="177027" y="102036"/>
                    <a:pt x="186406" y="102036"/>
                  </a:cubicBezTo>
                  <a:close/>
                  <a:moveTo>
                    <a:pt x="173699" y="85"/>
                  </a:moveTo>
                  <a:lnTo>
                    <a:pt x="161901" y="85"/>
                  </a:lnTo>
                  <a:cubicBezTo>
                    <a:pt x="145564" y="15514"/>
                    <a:pt x="133463" y="20657"/>
                    <a:pt x="114707" y="20657"/>
                  </a:cubicBezTo>
                  <a:cubicBezTo>
                    <a:pt x="102606" y="20657"/>
                    <a:pt x="95648" y="18539"/>
                    <a:pt x="88387" y="12488"/>
                  </a:cubicBezTo>
                  <a:cubicBezTo>
                    <a:pt x="80521" y="5833"/>
                    <a:pt x="76588" y="4320"/>
                    <a:pt x="67210" y="4320"/>
                  </a:cubicBezTo>
                  <a:cubicBezTo>
                    <a:pt x="32722" y="4320"/>
                    <a:pt x="352" y="40321"/>
                    <a:pt x="352" y="78742"/>
                  </a:cubicBezTo>
                  <a:cubicBezTo>
                    <a:pt x="352" y="99919"/>
                    <a:pt x="16385" y="117163"/>
                    <a:pt x="36050" y="117163"/>
                  </a:cubicBezTo>
                  <a:cubicBezTo>
                    <a:pt x="49058" y="117163"/>
                    <a:pt x="62672" y="111112"/>
                    <a:pt x="72655" y="100524"/>
                  </a:cubicBezTo>
                  <a:cubicBezTo>
                    <a:pt x="88387" y="84490"/>
                    <a:pt x="98068" y="60590"/>
                    <a:pt x="98068" y="38506"/>
                  </a:cubicBezTo>
                  <a:cubicBezTo>
                    <a:pt x="98068" y="34270"/>
                    <a:pt x="97463" y="30640"/>
                    <a:pt x="95950" y="25194"/>
                  </a:cubicBezTo>
                  <a:cubicBezTo>
                    <a:pt x="101396" y="27312"/>
                    <a:pt x="106841" y="28220"/>
                    <a:pt x="115614" y="28220"/>
                  </a:cubicBezTo>
                  <a:cubicBezTo>
                    <a:pt x="128925" y="28220"/>
                    <a:pt x="136791" y="26102"/>
                    <a:pt x="148892" y="19144"/>
                  </a:cubicBezTo>
                  <a:lnTo>
                    <a:pt x="42705" y="208526"/>
                  </a:lnTo>
                  <a:lnTo>
                    <a:pt x="57227" y="208526"/>
                  </a:lnTo>
                  <a:lnTo>
                    <a:pt x="173699" y="85"/>
                  </a:lnTo>
                  <a:close/>
                  <a:moveTo>
                    <a:pt x="87782" y="23077"/>
                  </a:moveTo>
                  <a:cubicBezTo>
                    <a:pt x="89597" y="29127"/>
                    <a:pt x="90505" y="33665"/>
                    <a:pt x="90505" y="37901"/>
                  </a:cubicBezTo>
                  <a:cubicBezTo>
                    <a:pt x="90505" y="72086"/>
                    <a:pt x="65697" y="106877"/>
                    <a:pt x="41193" y="106877"/>
                  </a:cubicBezTo>
                  <a:cubicBezTo>
                    <a:pt x="30604" y="106877"/>
                    <a:pt x="23344" y="99313"/>
                    <a:pt x="23344" y="88423"/>
                  </a:cubicBezTo>
                  <a:cubicBezTo>
                    <a:pt x="23344" y="75716"/>
                    <a:pt x="29394" y="55145"/>
                    <a:pt x="37562" y="40018"/>
                  </a:cubicBezTo>
                  <a:cubicBezTo>
                    <a:pt x="46336" y="23682"/>
                    <a:pt x="57832" y="13396"/>
                    <a:pt x="67210" y="13396"/>
                  </a:cubicBezTo>
                  <a:cubicBezTo>
                    <a:pt x="68723" y="13396"/>
                    <a:pt x="69328" y="13698"/>
                    <a:pt x="71143" y="15211"/>
                  </a:cubicBezTo>
                  <a:cubicBezTo>
                    <a:pt x="75378" y="19144"/>
                    <a:pt x="79009" y="20657"/>
                    <a:pt x="87782" y="23077"/>
                  </a:cubicBezTo>
                  <a:close/>
                </a:path>
              </a:pathLst>
            </a:custGeom>
            <a:solidFill>
              <a:srgbClr val="FFFFFF"/>
            </a:solidFill>
            <a:ln w="30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E9B0D8E-0E12-E530-D535-845019CA8FC6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13534993" y="5089052"/>
              <a:ext cx="32067" cy="32067"/>
            </a:xfrm>
            <a:custGeom>
              <a:avLst/>
              <a:gdLst>
                <a:gd name="connsiteX0" fmla="*/ 32428 w 32067"/>
                <a:gd name="connsiteY0" fmla="*/ 16118 h 32067"/>
                <a:gd name="connsiteX1" fmla="*/ 16394 w 32067"/>
                <a:gd name="connsiteY1" fmla="*/ 85 h 32067"/>
                <a:gd name="connsiteX2" fmla="*/ 360 w 32067"/>
                <a:gd name="connsiteY2" fmla="*/ 16118 h 32067"/>
                <a:gd name="connsiteX3" fmla="*/ 16394 w 32067"/>
                <a:gd name="connsiteY3" fmla="*/ 32152 h 32067"/>
                <a:gd name="connsiteX4" fmla="*/ 32428 w 32067"/>
                <a:gd name="connsiteY4" fmla="*/ 16118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428" y="16118"/>
                  </a:moveTo>
                  <a:cubicBezTo>
                    <a:pt x="32428" y="7345"/>
                    <a:pt x="25167" y="85"/>
                    <a:pt x="16394" y="85"/>
                  </a:cubicBezTo>
                  <a:cubicBezTo>
                    <a:pt x="7621" y="85"/>
                    <a:pt x="360" y="7345"/>
                    <a:pt x="360" y="16118"/>
                  </a:cubicBezTo>
                  <a:cubicBezTo>
                    <a:pt x="360" y="24892"/>
                    <a:pt x="7621" y="32152"/>
                    <a:pt x="16394" y="32152"/>
                  </a:cubicBezTo>
                  <a:cubicBezTo>
                    <a:pt x="25167" y="32152"/>
                    <a:pt x="32428" y="24892"/>
                    <a:pt x="32428" y="16118"/>
                  </a:cubicBezTo>
                  <a:close/>
                </a:path>
              </a:pathLst>
            </a:custGeom>
            <a:solidFill>
              <a:srgbClr val="FFFFFF"/>
            </a:solidFill>
            <a:ln w="411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6" name="Group 33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lution:  Applying Eq. (above) to the data in Table, yields}&#10;\end{align*}&#10;}&#10;\end{document}" title="IguanaTex Shape Display">
            <a:extLst>
              <a:ext uri="{FF2B5EF4-FFF2-40B4-BE49-F238E27FC236}">
                <a16:creationId xmlns:a16="http://schemas.microsoft.com/office/drawing/2014/main" id="{E7B3519A-8407-5B96-2EBA-C45A0C263062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563254" y="1345044"/>
            <a:ext cx="7104669" cy="272577"/>
            <a:chOff x="6108457" y="4914494"/>
            <a:chExt cx="7104669" cy="272577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EFE0BB16-876B-65AC-50C0-E5E209C2A07A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6108457" y="4916612"/>
              <a:ext cx="135834" cy="208743"/>
            </a:xfrm>
            <a:custGeom>
              <a:avLst/>
              <a:gdLst>
                <a:gd name="connsiteX0" fmla="*/ 122640 w 135834"/>
                <a:gd name="connsiteY0" fmla="*/ 85 h 208743"/>
                <a:gd name="connsiteX1" fmla="*/ 116287 w 135834"/>
                <a:gd name="connsiteY1" fmla="*/ 85 h 208743"/>
                <a:gd name="connsiteX2" fmla="*/ 106606 w 135834"/>
                <a:gd name="connsiteY2" fmla="*/ 10371 h 208743"/>
                <a:gd name="connsiteX3" fmla="*/ 93295 w 135834"/>
                <a:gd name="connsiteY3" fmla="*/ 6740 h 208743"/>
                <a:gd name="connsiteX4" fmla="*/ 61227 w 135834"/>
                <a:gd name="connsiteY4" fmla="*/ 85 h 208743"/>
                <a:gd name="connsiteX5" fmla="*/ 24924 w 135834"/>
                <a:gd name="connsiteY5" fmla="*/ 14001 h 208743"/>
                <a:gd name="connsiteX6" fmla="*/ 8890 w 135834"/>
                <a:gd name="connsiteY6" fmla="*/ 51817 h 208743"/>
                <a:gd name="connsiteX7" fmla="*/ 56084 w 135834"/>
                <a:gd name="connsiteY7" fmla="*/ 110810 h 208743"/>
                <a:gd name="connsiteX8" fmla="*/ 101161 w 135834"/>
                <a:gd name="connsiteY8" fmla="*/ 146205 h 208743"/>
                <a:gd name="connsiteX9" fmla="*/ 105396 w 135834"/>
                <a:gd name="connsiteY9" fmla="*/ 163752 h 208743"/>
                <a:gd name="connsiteX10" fmla="*/ 68185 w 135834"/>
                <a:gd name="connsiteY10" fmla="*/ 197937 h 208743"/>
                <a:gd name="connsiteX11" fmla="*/ 7075 w 135834"/>
                <a:gd name="connsiteY11" fmla="*/ 144390 h 208743"/>
                <a:gd name="connsiteX12" fmla="*/ 117 w 135834"/>
                <a:gd name="connsiteY12" fmla="*/ 144390 h 208743"/>
                <a:gd name="connsiteX13" fmla="*/ 9192 w 135834"/>
                <a:gd name="connsiteY13" fmla="*/ 208526 h 208743"/>
                <a:gd name="connsiteX14" fmla="*/ 15848 w 135834"/>
                <a:gd name="connsiteY14" fmla="*/ 208526 h 208743"/>
                <a:gd name="connsiteX15" fmla="*/ 24319 w 135834"/>
                <a:gd name="connsiteY15" fmla="*/ 198542 h 208743"/>
                <a:gd name="connsiteX16" fmla="*/ 38538 w 135834"/>
                <a:gd name="connsiteY16" fmla="*/ 201870 h 208743"/>
                <a:gd name="connsiteX17" fmla="*/ 74236 w 135834"/>
                <a:gd name="connsiteY17" fmla="*/ 208828 h 208743"/>
                <a:gd name="connsiteX18" fmla="*/ 135951 w 135834"/>
                <a:gd name="connsiteY18" fmla="*/ 153768 h 208743"/>
                <a:gd name="connsiteX19" fmla="*/ 79379 w 135834"/>
                <a:gd name="connsiteY19" fmla="*/ 87817 h 208743"/>
                <a:gd name="connsiteX20" fmla="*/ 34907 w 135834"/>
                <a:gd name="connsiteY20" fmla="*/ 40623 h 208743"/>
                <a:gd name="connsiteX21" fmla="*/ 66370 w 135834"/>
                <a:gd name="connsiteY21" fmla="*/ 12488 h 208743"/>
                <a:gd name="connsiteX22" fmla="*/ 103278 w 135834"/>
                <a:gd name="connsiteY22" fmla="*/ 29127 h 208743"/>
                <a:gd name="connsiteX23" fmla="*/ 121732 w 135834"/>
                <a:gd name="connsiteY23" fmla="*/ 64523 h 208743"/>
                <a:gd name="connsiteX24" fmla="*/ 129296 w 135834"/>
                <a:gd name="connsiteY24" fmla="*/ 64523 h 208743"/>
                <a:gd name="connsiteX25" fmla="*/ 122640 w 135834"/>
                <a:gd name="connsiteY25" fmla="*/ 8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834" h="208743">
                  <a:moveTo>
                    <a:pt x="122640" y="85"/>
                  </a:moveTo>
                  <a:lnTo>
                    <a:pt x="116287" y="85"/>
                  </a:lnTo>
                  <a:cubicBezTo>
                    <a:pt x="115077" y="7043"/>
                    <a:pt x="111749" y="10371"/>
                    <a:pt x="106606" y="10371"/>
                  </a:cubicBezTo>
                  <a:cubicBezTo>
                    <a:pt x="103581" y="10371"/>
                    <a:pt x="98438" y="9161"/>
                    <a:pt x="93295" y="6740"/>
                  </a:cubicBezTo>
                  <a:cubicBezTo>
                    <a:pt x="82101" y="2505"/>
                    <a:pt x="70908" y="85"/>
                    <a:pt x="61227" y="85"/>
                  </a:cubicBezTo>
                  <a:cubicBezTo>
                    <a:pt x="48218" y="85"/>
                    <a:pt x="34907" y="5228"/>
                    <a:pt x="24924" y="14001"/>
                  </a:cubicBezTo>
                  <a:cubicBezTo>
                    <a:pt x="14335" y="23379"/>
                    <a:pt x="8890" y="36085"/>
                    <a:pt x="8890" y="51817"/>
                  </a:cubicBezTo>
                  <a:cubicBezTo>
                    <a:pt x="8890" y="76019"/>
                    <a:pt x="22201" y="92960"/>
                    <a:pt x="56084" y="110810"/>
                  </a:cubicBezTo>
                  <a:cubicBezTo>
                    <a:pt x="77866" y="122306"/>
                    <a:pt x="93597" y="134709"/>
                    <a:pt x="101161" y="146205"/>
                  </a:cubicBezTo>
                  <a:cubicBezTo>
                    <a:pt x="103883" y="150138"/>
                    <a:pt x="105396" y="156491"/>
                    <a:pt x="105396" y="163752"/>
                  </a:cubicBezTo>
                  <a:cubicBezTo>
                    <a:pt x="105396" y="184021"/>
                    <a:pt x="90270" y="197937"/>
                    <a:pt x="68185" y="197937"/>
                  </a:cubicBezTo>
                  <a:cubicBezTo>
                    <a:pt x="41260" y="197937"/>
                    <a:pt x="22201" y="181298"/>
                    <a:pt x="7075" y="144390"/>
                  </a:cubicBezTo>
                  <a:lnTo>
                    <a:pt x="117" y="144390"/>
                  </a:lnTo>
                  <a:lnTo>
                    <a:pt x="9192" y="208526"/>
                  </a:lnTo>
                  <a:lnTo>
                    <a:pt x="15848" y="208526"/>
                  </a:lnTo>
                  <a:cubicBezTo>
                    <a:pt x="16151" y="202778"/>
                    <a:pt x="19781" y="198542"/>
                    <a:pt x="24319" y="198542"/>
                  </a:cubicBezTo>
                  <a:cubicBezTo>
                    <a:pt x="27647" y="198542"/>
                    <a:pt x="32790" y="199752"/>
                    <a:pt x="38538" y="201870"/>
                  </a:cubicBezTo>
                  <a:cubicBezTo>
                    <a:pt x="50034" y="206408"/>
                    <a:pt x="62135" y="208828"/>
                    <a:pt x="74236" y="208828"/>
                  </a:cubicBezTo>
                  <a:cubicBezTo>
                    <a:pt x="109026" y="208828"/>
                    <a:pt x="135951" y="184929"/>
                    <a:pt x="135951" y="153768"/>
                  </a:cubicBezTo>
                  <a:cubicBezTo>
                    <a:pt x="135951" y="128961"/>
                    <a:pt x="119312" y="109297"/>
                    <a:pt x="79379" y="87817"/>
                  </a:cubicBezTo>
                  <a:cubicBezTo>
                    <a:pt x="47613" y="70271"/>
                    <a:pt x="34907" y="56960"/>
                    <a:pt x="34907" y="40623"/>
                  </a:cubicBezTo>
                  <a:cubicBezTo>
                    <a:pt x="34907" y="23984"/>
                    <a:pt x="47613" y="12488"/>
                    <a:pt x="66370" y="12488"/>
                  </a:cubicBezTo>
                  <a:cubicBezTo>
                    <a:pt x="79984" y="12488"/>
                    <a:pt x="92690" y="18236"/>
                    <a:pt x="103278" y="29127"/>
                  </a:cubicBezTo>
                  <a:cubicBezTo>
                    <a:pt x="112657" y="38808"/>
                    <a:pt x="116892" y="46674"/>
                    <a:pt x="121732" y="64523"/>
                  </a:cubicBezTo>
                  <a:lnTo>
                    <a:pt x="129296" y="64523"/>
                  </a:lnTo>
                  <a:lnTo>
                    <a:pt x="122640" y="85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8DA993AA-F0CE-6465-8555-90C79316D393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6273358" y="4981958"/>
              <a:ext cx="133414" cy="142187"/>
            </a:xfrm>
            <a:custGeom>
              <a:avLst/>
              <a:gdLst>
                <a:gd name="connsiteX0" fmla="*/ 66981 w 133414"/>
                <a:gd name="connsiteY0" fmla="*/ 85 h 142187"/>
                <a:gd name="connsiteX1" fmla="*/ 122 w 133414"/>
                <a:gd name="connsiteY1" fmla="*/ 70876 h 142187"/>
                <a:gd name="connsiteX2" fmla="*/ 66376 w 133414"/>
                <a:gd name="connsiteY2" fmla="*/ 142272 h 142187"/>
                <a:gd name="connsiteX3" fmla="*/ 133537 w 133414"/>
                <a:gd name="connsiteY3" fmla="*/ 68456 h 142187"/>
                <a:gd name="connsiteX4" fmla="*/ 66981 w 133414"/>
                <a:gd name="connsiteY4" fmla="*/ 85 h 142187"/>
                <a:gd name="connsiteX5" fmla="*/ 63048 w 133414"/>
                <a:gd name="connsiteY5" fmla="*/ 8555 h 142187"/>
                <a:gd name="connsiteX6" fmla="*/ 106309 w 133414"/>
                <a:gd name="connsiteY6" fmla="*/ 79044 h 142187"/>
                <a:gd name="connsiteX7" fmla="*/ 70006 w 133414"/>
                <a:gd name="connsiteY7" fmla="*/ 133802 h 142187"/>
                <a:gd name="connsiteX8" fmla="*/ 40661 w 133414"/>
                <a:gd name="connsiteY8" fmla="*/ 114440 h 142187"/>
                <a:gd name="connsiteX9" fmla="*/ 27350 w 133414"/>
                <a:gd name="connsiteY9" fmla="*/ 56052 h 142187"/>
                <a:gd name="connsiteX10" fmla="*/ 63048 w 13341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42187">
                  <a:moveTo>
                    <a:pt x="66981" y="85"/>
                  </a:moveTo>
                  <a:cubicBezTo>
                    <a:pt x="27652" y="85"/>
                    <a:pt x="122" y="29127"/>
                    <a:pt x="122" y="70876"/>
                  </a:cubicBezTo>
                  <a:cubicBezTo>
                    <a:pt x="122" y="111717"/>
                    <a:pt x="28257" y="142272"/>
                    <a:pt x="66376" y="142272"/>
                  </a:cubicBezTo>
                  <a:cubicBezTo>
                    <a:pt x="104494" y="142272"/>
                    <a:pt x="133537" y="110204"/>
                    <a:pt x="133537" y="68456"/>
                  </a:cubicBezTo>
                  <a:cubicBezTo>
                    <a:pt x="133537" y="28825"/>
                    <a:pt x="105704" y="85"/>
                    <a:pt x="66981" y="85"/>
                  </a:cubicBezTo>
                  <a:close/>
                  <a:moveTo>
                    <a:pt x="63048" y="8555"/>
                  </a:moveTo>
                  <a:cubicBezTo>
                    <a:pt x="88460" y="8555"/>
                    <a:pt x="106309" y="37598"/>
                    <a:pt x="106309" y="79044"/>
                  </a:cubicBezTo>
                  <a:cubicBezTo>
                    <a:pt x="106309" y="113230"/>
                    <a:pt x="92695" y="133802"/>
                    <a:pt x="70006" y="133802"/>
                  </a:cubicBezTo>
                  <a:cubicBezTo>
                    <a:pt x="58207" y="133802"/>
                    <a:pt x="47014" y="126541"/>
                    <a:pt x="40661" y="114440"/>
                  </a:cubicBezTo>
                  <a:cubicBezTo>
                    <a:pt x="32190" y="98708"/>
                    <a:pt x="27350" y="77532"/>
                    <a:pt x="27350" y="56052"/>
                  </a:cubicBezTo>
                  <a:cubicBezTo>
                    <a:pt x="27350" y="27312"/>
                    <a:pt x="41568" y="8555"/>
                    <a:pt x="63048" y="855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BEDA7BD-6525-7107-803C-DDFF8D05724E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422164" y="4914494"/>
              <a:ext cx="72001" cy="206625"/>
            </a:xfrm>
            <a:custGeom>
              <a:avLst/>
              <a:gdLst>
                <a:gd name="connsiteX0" fmla="*/ 127 w 72001"/>
                <a:gd name="connsiteY0" fmla="*/ 18236 h 206625"/>
                <a:gd name="connsiteX1" fmla="*/ 1942 w 72001"/>
                <a:gd name="connsiteY1" fmla="*/ 18236 h 206625"/>
                <a:gd name="connsiteX2" fmla="*/ 11321 w 72001"/>
                <a:gd name="connsiteY2" fmla="*/ 17631 h 206625"/>
                <a:gd name="connsiteX3" fmla="*/ 24027 w 72001"/>
                <a:gd name="connsiteY3" fmla="*/ 36085 h 206625"/>
                <a:gd name="connsiteX4" fmla="*/ 24027 w 72001"/>
                <a:gd name="connsiteY4" fmla="*/ 180391 h 206625"/>
                <a:gd name="connsiteX5" fmla="*/ 732 w 72001"/>
                <a:gd name="connsiteY5" fmla="*/ 202173 h 206625"/>
                <a:gd name="connsiteX6" fmla="*/ 732 w 72001"/>
                <a:gd name="connsiteY6" fmla="*/ 206710 h 206625"/>
                <a:gd name="connsiteX7" fmla="*/ 72129 w 72001"/>
                <a:gd name="connsiteY7" fmla="*/ 206710 h 206625"/>
                <a:gd name="connsiteX8" fmla="*/ 72129 w 72001"/>
                <a:gd name="connsiteY8" fmla="*/ 202173 h 206625"/>
                <a:gd name="connsiteX9" fmla="*/ 49439 w 72001"/>
                <a:gd name="connsiteY9" fmla="*/ 181298 h 206625"/>
                <a:gd name="connsiteX10" fmla="*/ 49439 w 72001"/>
                <a:gd name="connsiteY10" fmla="*/ 690 h 206625"/>
                <a:gd name="connsiteX11" fmla="*/ 48229 w 72001"/>
                <a:gd name="connsiteY11" fmla="*/ 85 h 206625"/>
                <a:gd name="connsiteX12" fmla="*/ 127 w 72001"/>
                <a:gd name="connsiteY12" fmla="*/ 13396 h 206625"/>
                <a:gd name="connsiteX13" fmla="*/ 127 w 72001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6625">
                  <a:moveTo>
                    <a:pt x="127" y="18236"/>
                  </a:moveTo>
                  <a:lnTo>
                    <a:pt x="1942" y="18236"/>
                  </a:lnTo>
                  <a:cubicBezTo>
                    <a:pt x="5270" y="17934"/>
                    <a:pt x="8900" y="17631"/>
                    <a:pt x="11321" y="17631"/>
                  </a:cubicBezTo>
                  <a:cubicBezTo>
                    <a:pt x="21002" y="17631"/>
                    <a:pt x="24027" y="21867"/>
                    <a:pt x="24027" y="36085"/>
                  </a:cubicBezTo>
                  <a:lnTo>
                    <a:pt x="24027" y="180391"/>
                  </a:lnTo>
                  <a:cubicBezTo>
                    <a:pt x="24027" y="196727"/>
                    <a:pt x="19791" y="200660"/>
                    <a:pt x="732" y="202173"/>
                  </a:cubicBezTo>
                  <a:lnTo>
                    <a:pt x="732" y="206710"/>
                  </a:lnTo>
                  <a:lnTo>
                    <a:pt x="72129" y="206710"/>
                  </a:lnTo>
                  <a:lnTo>
                    <a:pt x="72129" y="202173"/>
                  </a:lnTo>
                  <a:cubicBezTo>
                    <a:pt x="53069" y="200962"/>
                    <a:pt x="49439" y="197937"/>
                    <a:pt x="49439" y="181298"/>
                  </a:cubicBezTo>
                  <a:lnTo>
                    <a:pt x="49439" y="690"/>
                  </a:lnTo>
                  <a:lnTo>
                    <a:pt x="48229" y="85"/>
                  </a:lnTo>
                  <a:cubicBezTo>
                    <a:pt x="32498" y="5228"/>
                    <a:pt x="21002" y="8253"/>
                    <a:pt x="127" y="13396"/>
                  </a:cubicBezTo>
                  <a:lnTo>
                    <a:pt x="127" y="182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9FF32968-EF09-4F34-781B-0962BCD1D397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6503553" y="4984983"/>
              <a:ext cx="142187" cy="139162"/>
            </a:xfrm>
            <a:custGeom>
              <a:avLst/>
              <a:gdLst>
                <a:gd name="connsiteX0" fmla="*/ 142318 w 142187"/>
                <a:gd name="connsiteY0" fmla="*/ 121095 h 139162"/>
                <a:gd name="connsiteX1" fmla="*/ 140805 w 142187"/>
                <a:gd name="connsiteY1" fmla="*/ 121095 h 139162"/>
                <a:gd name="connsiteX2" fmla="*/ 123561 w 142187"/>
                <a:gd name="connsiteY2" fmla="*/ 103851 h 139162"/>
                <a:gd name="connsiteX3" fmla="*/ 123561 w 142187"/>
                <a:gd name="connsiteY3" fmla="*/ 85 h 139162"/>
                <a:gd name="connsiteX4" fmla="*/ 75762 w 142187"/>
                <a:gd name="connsiteY4" fmla="*/ 85 h 139162"/>
                <a:gd name="connsiteX5" fmla="*/ 75762 w 142187"/>
                <a:gd name="connsiteY5" fmla="*/ 5228 h 139162"/>
                <a:gd name="connsiteX6" fmla="*/ 98149 w 142187"/>
                <a:gd name="connsiteY6" fmla="*/ 24287 h 139162"/>
                <a:gd name="connsiteX7" fmla="*/ 98149 w 142187"/>
                <a:gd name="connsiteY7" fmla="*/ 95381 h 139162"/>
                <a:gd name="connsiteX8" fmla="*/ 92401 w 142187"/>
                <a:gd name="connsiteY8" fmla="*/ 111415 h 139162"/>
                <a:gd name="connsiteX9" fmla="*/ 65778 w 142187"/>
                <a:gd name="connsiteY9" fmla="*/ 121700 h 139162"/>
                <a:gd name="connsiteX10" fmla="*/ 44299 w 142187"/>
                <a:gd name="connsiteY10" fmla="*/ 98708 h 139162"/>
                <a:gd name="connsiteX11" fmla="*/ 44299 w 142187"/>
                <a:gd name="connsiteY11" fmla="*/ 85 h 139162"/>
                <a:gd name="connsiteX12" fmla="*/ 130 w 142187"/>
                <a:gd name="connsiteY12" fmla="*/ 85 h 139162"/>
                <a:gd name="connsiteX13" fmla="*/ 130 w 142187"/>
                <a:gd name="connsiteY13" fmla="*/ 4320 h 139162"/>
                <a:gd name="connsiteX14" fmla="*/ 18887 w 142187"/>
                <a:gd name="connsiteY14" fmla="*/ 23682 h 139162"/>
                <a:gd name="connsiteX15" fmla="*/ 18887 w 142187"/>
                <a:gd name="connsiteY15" fmla="*/ 99919 h 139162"/>
                <a:gd name="connsiteX16" fmla="*/ 55492 w 142187"/>
                <a:gd name="connsiteY16" fmla="*/ 139247 h 139162"/>
                <a:gd name="connsiteX17" fmla="*/ 86653 w 142187"/>
                <a:gd name="connsiteY17" fmla="*/ 126238 h 139162"/>
                <a:gd name="connsiteX18" fmla="*/ 99661 w 142187"/>
                <a:gd name="connsiteY18" fmla="*/ 113230 h 139162"/>
                <a:gd name="connsiteX19" fmla="*/ 99661 w 142187"/>
                <a:gd name="connsiteY19" fmla="*/ 138339 h 139162"/>
                <a:gd name="connsiteX20" fmla="*/ 100871 w 142187"/>
                <a:gd name="connsiteY20" fmla="*/ 138944 h 139162"/>
                <a:gd name="connsiteX21" fmla="*/ 142318 w 142187"/>
                <a:gd name="connsiteY21" fmla="*/ 125331 h 139162"/>
                <a:gd name="connsiteX22" fmla="*/ 142318 w 142187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187" h="139162">
                  <a:moveTo>
                    <a:pt x="142318" y="121095"/>
                  </a:moveTo>
                  <a:lnTo>
                    <a:pt x="140805" y="121095"/>
                  </a:lnTo>
                  <a:cubicBezTo>
                    <a:pt x="126889" y="121095"/>
                    <a:pt x="123561" y="117768"/>
                    <a:pt x="123561" y="103851"/>
                  </a:cubicBezTo>
                  <a:lnTo>
                    <a:pt x="123561" y="85"/>
                  </a:lnTo>
                  <a:lnTo>
                    <a:pt x="75762" y="85"/>
                  </a:lnTo>
                  <a:lnTo>
                    <a:pt x="75762" y="5228"/>
                  </a:lnTo>
                  <a:cubicBezTo>
                    <a:pt x="94518" y="6135"/>
                    <a:pt x="98149" y="9160"/>
                    <a:pt x="98149" y="24287"/>
                  </a:cubicBezTo>
                  <a:lnTo>
                    <a:pt x="98149" y="95381"/>
                  </a:lnTo>
                  <a:cubicBezTo>
                    <a:pt x="98149" y="103851"/>
                    <a:pt x="96636" y="108087"/>
                    <a:pt x="92401" y="111415"/>
                  </a:cubicBezTo>
                  <a:cubicBezTo>
                    <a:pt x="84232" y="118070"/>
                    <a:pt x="74854" y="121700"/>
                    <a:pt x="65778" y="121700"/>
                  </a:cubicBezTo>
                  <a:cubicBezTo>
                    <a:pt x="53980" y="121700"/>
                    <a:pt x="44299" y="111415"/>
                    <a:pt x="44299" y="98708"/>
                  </a:cubicBezTo>
                  <a:lnTo>
                    <a:pt x="44299" y="85"/>
                  </a:lnTo>
                  <a:lnTo>
                    <a:pt x="130" y="85"/>
                  </a:lnTo>
                  <a:lnTo>
                    <a:pt x="130" y="4320"/>
                  </a:lnTo>
                  <a:cubicBezTo>
                    <a:pt x="14651" y="5228"/>
                    <a:pt x="18887" y="9766"/>
                    <a:pt x="18887" y="23682"/>
                  </a:cubicBezTo>
                  <a:lnTo>
                    <a:pt x="18887" y="99919"/>
                  </a:lnTo>
                  <a:cubicBezTo>
                    <a:pt x="18887" y="123818"/>
                    <a:pt x="33408" y="139247"/>
                    <a:pt x="55492" y="139247"/>
                  </a:cubicBezTo>
                  <a:cubicBezTo>
                    <a:pt x="66686" y="139247"/>
                    <a:pt x="78484" y="134407"/>
                    <a:pt x="86653" y="126238"/>
                  </a:cubicBezTo>
                  <a:lnTo>
                    <a:pt x="99661" y="113230"/>
                  </a:lnTo>
                  <a:lnTo>
                    <a:pt x="99661" y="138339"/>
                  </a:lnTo>
                  <a:lnTo>
                    <a:pt x="100871" y="138944"/>
                  </a:lnTo>
                  <a:cubicBezTo>
                    <a:pt x="115998" y="132894"/>
                    <a:pt x="126889" y="129566"/>
                    <a:pt x="142318" y="125331"/>
                  </a:cubicBezTo>
                  <a:lnTo>
                    <a:pt x="142318" y="121095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EAAA4198-6D45-7EE9-59A8-1718BF61943E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6656594" y="4945957"/>
              <a:ext cx="80472" cy="178188"/>
            </a:xfrm>
            <a:custGeom>
              <a:avLst/>
              <a:gdLst>
                <a:gd name="connsiteX0" fmla="*/ 73346 w 80472"/>
                <a:gd name="connsiteY0" fmla="*/ 39111 h 178188"/>
                <a:gd name="connsiteX1" fmla="*/ 42791 w 80472"/>
                <a:gd name="connsiteY1" fmla="*/ 39111 h 178188"/>
                <a:gd name="connsiteX2" fmla="*/ 42791 w 80472"/>
                <a:gd name="connsiteY2" fmla="*/ 4018 h 178188"/>
                <a:gd name="connsiteX3" fmla="*/ 40674 w 80472"/>
                <a:gd name="connsiteY3" fmla="*/ 85 h 178188"/>
                <a:gd name="connsiteX4" fmla="*/ 34623 w 80472"/>
                <a:gd name="connsiteY4" fmla="*/ 8555 h 178188"/>
                <a:gd name="connsiteX5" fmla="*/ 5278 w 80472"/>
                <a:gd name="connsiteY5" fmla="*/ 40926 h 178188"/>
                <a:gd name="connsiteX6" fmla="*/ 135 w 80472"/>
                <a:gd name="connsiteY6" fmla="*/ 46674 h 178188"/>
                <a:gd name="connsiteX7" fmla="*/ 1345 w 80472"/>
                <a:gd name="connsiteY7" fmla="*/ 48792 h 178188"/>
                <a:gd name="connsiteX8" fmla="*/ 17379 w 80472"/>
                <a:gd name="connsiteY8" fmla="*/ 48792 h 178188"/>
                <a:gd name="connsiteX9" fmla="*/ 17379 w 80472"/>
                <a:gd name="connsiteY9" fmla="*/ 139852 h 178188"/>
                <a:gd name="connsiteX10" fmla="*/ 44304 w 80472"/>
                <a:gd name="connsiteY10" fmla="*/ 178273 h 178188"/>
                <a:gd name="connsiteX11" fmla="*/ 80607 w 80472"/>
                <a:gd name="connsiteY11" fmla="*/ 155281 h 178188"/>
                <a:gd name="connsiteX12" fmla="*/ 76674 w 80472"/>
                <a:gd name="connsiteY12" fmla="*/ 151953 h 178188"/>
                <a:gd name="connsiteX13" fmla="*/ 58523 w 80472"/>
                <a:gd name="connsiteY13" fmla="*/ 162542 h 178188"/>
                <a:gd name="connsiteX14" fmla="*/ 42791 w 80472"/>
                <a:gd name="connsiteY14" fmla="*/ 135314 h 178188"/>
                <a:gd name="connsiteX15" fmla="*/ 42791 w 80472"/>
                <a:gd name="connsiteY15" fmla="*/ 48792 h 178188"/>
                <a:gd name="connsiteX16" fmla="*/ 73346 w 80472"/>
                <a:gd name="connsiteY16" fmla="*/ 48792 h 178188"/>
                <a:gd name="connsiteX17" fmla="*/ 73346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346" y="39111"/>
                  </a:moveTo>
                  <a:lnTo>
                    <a:pt x="42791" y="39111"/>
                  </a:lnTo>
                  <a:lnTo>
                    <a:pt x="42791" y="4018"/>
                  </a:lnTo>
                  <a:cubicBezTo>
                    <a:pt x="42791" y="992"/>
                    <a:pt x="42489" y="85"/>
                    <a:pt x="40674" y="85"/>
                  </a:cubicBezTo>
                  <a:cubicBezTo>
                    <a:pt x="38556" y="2807"/>
                    <a:pt x="36741" y="5530"/>
                    <a:pt x="34623" y="8555"/>
                  </a:cubicBezTo>
                  <a:cubicBezTo>
                    <a:pt x="23127" y="25194"/>
                    <a:pt x="10118" y="39716"/>
                    <a:pt x="5278" y="40926"/>
                  </a:cubicBezTo>
                  <a:cubicBezTo>
                    <a:pt x="1950" y="43044"/>
                    <a:pt x="135" y="45161"/>
                    <a:pt x="135" y="46674"/>
                  </a:cubicBezTo>
                  <a:cubicBezTo>
                    <a:pt x="135" y="47581"/>
                    <a:pt x="437" y="48186"/>
                    <a:pt x="1345" y="48792"/>
                  </a:cubicBezTo>
                  <a:lnTo>
                    <a:pt x="17379" y="48792"/>
                  </a:lnTo>
                  <a:lnTo>
                    <a:pt x="17379" y="139852"/>
                  </a:lnTo>
                  <a:cubicBezTo>
                    <a:pt x="17379" y="165264"/>
                    <a:pt x="26455" y="178273"/>
                    <a:pt x="44304" y="178273"/>
                  </a:cubicBezTo>
                  <a:cubicBezTo>
                    <a:pt x="59128" y="178273"/>
                    <a:pt x="70624" y="171012"/>
                    <a:pt x="80607" y="155281"/>
                  </a:cubicBezTo>
                  <a:lnTo>
                    <a:pt x="76674" y="151953"/>
                  </a:lnTo>
                  <a:cubicBezTo>
                    <a:pt x="70321" y="159516"/>
                    <a:pt x="65178" y="162542"/>
                    <a:pt x="58523" y="162542"/>
                  </a:cubicBezTo>
                  <a:cubicBezTo>
                    <a:pt x="47329" y="162542"/>
                    <a:pt x="42791" y="154373"/>
                    <a:pt x="42791" y="135314"/>
                  </a:cubicBezTo>
                  <a:lnTo>
                    <a:pt x="42791" y="48792"/>
                  </a:lnTo>
                  <a:lnTo>
                    <a:pt x="73346" y="48792"/>
                  </a:lnTo>
                  <a:lnTo>
                    <a:pt x="73346" y="3911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A6B03CE-0016-E789-92D6-084F72B5D903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6741917" y="4914494"/>
              <a:ext cx="71698" cy="206625"/>
            </a:xfrm>
            <a:custGeom>
              <a:avLst/>
              <a:gdLst>
                <a:gd name="connsiteX0" fmla="*/ 48239 w 71698"/>
                <a:gd name="connsiteY0" fmla="*/ 67548 h 206625"/>
                <a:gd name="connsiteX1" fmla="*/ 1348 w 71698"/>
                <a:gd name="connsiteY1" fmla="*/ 84187 h 206625"/>
                <a:gd name="connsiteX2" fmla="*/ 1348 w 71698"/>
                <a:gd name="connsiteY2" fmla="*/ 88725 h 206625"/>
                <a:gd name="connsiteX3" fmla="*/ 3768 w 71698"/>
                <a:gd name="connsiteY3" fmla="*/ 88423 h 206625"/>
                <a:gd name="connsiteX4" fmla="*/ 14054 w 71698"/>
                <a:gd name="connsiteY4" fmla="*/ 87515 h 206625"/>
                <a:gd name="connsiteX5" fmla="*/ 24037 w 71698"/>
                <a:gd name="connsiteY5" fmla="*/ 105667 h 206625"/>
                <a:gd name="connsiteX6" fmla="*/ 24037 w 71698"/>
                <a:gd name="connsiteY6" fmla="*/ 175853 h 206625"/>
                <a:gd name="connsiteX7" fmla="*/ 138 w 71698"/>
                <a:gd name="connsiteY7" fmla="*/ 202173 h 206625"/>
                <a:gd name="connsiteX8" fmla="*/ 138 w 71698"/>
                <a:gd name="connsiteY8" fmla="*/ 206710 h 206625"/>
                <a:gd name="connsiteX9" fmla="*/ 71837 w 71698"/>
                <a:gd name="connsiteY9" fmla="*/ 206710 h 206625"/>
                <a:gd name="connsiteX10" fmla="*/ 71837 w 71698"/>
                <a:gd name="connsiteY10" fmla="*/ 202173 h 206625"/>
                <a:gd name="connsiteX11" fmla="*/ 49450 w 71698"/>
                <a:gd name="connsiteY11" fmla="*/ 175853 h 206625"/>
                <a:gd name="connsiteX12" fmla="*/ 49450 w 71698"/>
                <a:gd name="connsiteY12" fmla="*/ 68456 h 206625"/>
                <a:gd name="connsiteX13" fmla="*/ 48239 w 71698"/>
                <a:gd name="connsiteY13" fmla="*/ 67548 h 206625"/>
                <a:gd name="connsiteX14" fmla="*/ 34021 w 71698"/>
                <a:gd name="connsiteY14" fmla="*/ 85 h 206625"/>
                <a:gd name="connsiteX15" fmla="*/ 18894 w 71698"/>
                <a:gd name="connsiteY15" fmla="*/ 15514 h 206625"/>
                <a:gd name="connsiteX16" fmla="*/ 34021 w 71698"/>
                <a:gd name="connsiteY16" fmla="*/ 30942 h 206625"/>
                <a:gd name="connsiteX17" fmla="*/ 49752 w 71698"/>
                <a:gd name="connsiteY17" fmla="*/ 15514 h 206625"/>
                <a:gd name="connsiteX18" fmla="*/ 34021 w 71698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6625">
                  <a:moveTo>
                    <a:pt x="48239" y="67548"/>
                  </a:moveTo>
                  <a:lnTo>
                    <a:pt x="1348" y="84187"/>
                  </a:lnTo>
                  <a:lnTo>
                    <a:pt x="1348" y="88725"/>
                  </a:lnTo>
                  <a:lnTo>
                    <a:pt x="3768" y="88423"/>
                  </a:lnTo>
                  <a:cubicBezTo>
                    <a:pt x="7398" y="87817"/>
                    <a:pt x="11331" y="87515"/>
                    <a:pt x="14054" y="87515"/>
                  </a:cubicBezTo>
                  <a:cubicBezTo>
                    <a:pt x="21315" y="87515"/>
                    <a:pt x="24037" y="92355"/>
                    <a:pt x="24037" y="105667"/>
                  </a:cubicBezTo>
                  <a:lnTo>
                    <a:pt x="24037" y="175853"/>
                  </a:lnTo>
                  <a:cubicBezTo>
                    <a:pt x="24037" y="197635"/>
                    <a:pt x="21012" y="200962"/>
                    <a:pt x="138" y="202173"/>
                  </a:cubicBezTo>
                  <a:lnTo>
                    <a:pt x="138" y="206710"/>
                  </a:lnTo>
                  <a:lnTo>
                    <a:pt x="71837" y="206710"/>
                  </a:lnTo>
                  <a:lnTo>
                    <a:pt x="71837" y="202173"/>
                  </a:lnTo>
                  <a:cubicBezTo>
                    <a:pt x="51870" y="200660"/>
                    <a:pt x="49450" y="197635"/>
                    <a:pt x="49450" y="175853"/>
                  </a:cubicBezTo>
                  <a:lnTo>
                    <a:pt x="49450" y="68456"/>
                  </a:lnTo>
                  <a:lnTo>
                    <a:pt x="48239" y="67548"/>
                  </a:lnTo>
                  <a:close/>
                  <a:moveTo>
                    <a:pt x="34021" y="85"/>
                  </a:moveTo>
                  <a:cubicBezTo>
                    <a:pt x="25852" y="85"/>
                    <a:pt x="18894" y="7043"/>
                    <a:pt x="18894" y="15514"/>
                  </a:cubicBezTo>
                  <a:cubicBezTo>
                    <a:pt x="18894" y="23984"/>
                    <a:pt x="25550" y="30942"/>
                    <a:pt x="34021" y="30942"/>
                  </a:cubicBezTo>
                  <a:cubicBezTo>
                    <a:pt x="42794" y="30942"/>
                    <a:pt x="49752" y="24287"/>
                    <a:pt x="49752" y="15514"/>
                  </a:cubicBezTo>
                  <a:cubicBezTo>
                    <a:pt x="49752" y="7043"/>
                    <a:pt x="42794" y="85"/>
                    <a:pt x="34021" y="8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7B0BBA4F-7CE3-BF2B-0E1B-CBD830739D0A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6830264" y="4981958"/>
              <a:ext cx="133414" cy="142187"/>
            </a:xfrm>
            <a:custGeom>
              <a:avLst/>
              <a:gdLst>
                <a:gd name="connsiteX0" fmla="*/ 66999 w 133414"/>
                <a:gd name="connsiteY0" fmla="*/ 85 h 142187"/>
                <a:gd name="connsiteX1" fmla="*/ 140 w 133414"/>
                <a:gd name="connsiteY1" fmla="*/ 70876 h 142187"/>
                <a:gd name="connsiteX2" fmla="*/ 66394 w 133414"/>
                <a:gd name="connsiteY2" fmla="*/ 142272 h 142187"/>
                <a:gd name="connsiteX3" fmla="*/ 133555 w 133414"/>
                <a:gd name="connsiteY3" fmla="*/ 68456 h 142187"/>
                <a:gd name="connsiteX4" fmla="*/ 66999 w 133414"/>
                <a:gd name="connsiteY4" fmla="*/ 85 h 142187"/>
                <a:gd name="connsiteX5" fmla="*/ 63066 w 133414"/>
                <a:gd name="connsiteY5" fmla="*/ 8555 h 142187"/>
                <a:gd name="connsiteX6" fmla="*/ 106327 w 133414"/>
                <a:gd name="connsiteY6" fmla="*/ 79044 h 142187"/>
                <a:gd name="connsiteX7" fmla="*/ 70024 w 133414"/>
                <a:gd name="connsiteY7" fmla="*/ 133802 h 142187"/>
                <a:gd name="connsiteX8" fmla="*/ 40679 w 133414"/>
                <a:gd name="connsiteY8" fmla="*/ 114440 h 142187"/>
                <a:gd name="connsiteX9" fmla="*/ 27368 w 133414"/>
                <a:gd name="connsiteY9" fmla="*/ 56052 h 142187"/>
                <a:gd name="connsiteX10" fmla="*/ 63066 w 13341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42187">
                  <a:moveTo>
                    <a:pt x="66999" y="85"/>
                  </a:moveTo>
                  <a:cubicBezTo>
                    <a:pt x="27670" y="85"/>
                    <a:pt x="140" y="29127"/>
                    <a:pt x="140" y="70876"/>
                  </a:cubicBezTo>
                  <a:cubicBezTo>
                    <a:pt x="140" y="111717"/>
                    <a:pt x="28275" y="142272"/>
                    <a:pt x="66394" y="142272"/>
                  </a:cubicBezTo>
                  <a:cubicBezTo>
                    <a:pt x="104512" y="142272"/>
                    <a:pt x="133555" y="110204"/>
                    <a:pt x="133555" y="68456"/>
                  </a:cubicBezTo>
                  <a:cubicBezTo>
                    <a:pt x="133555" y="28825"/>
                    <a:pt x="105722" y="85"/>
                    <a:pt x="66999" y="85"/>
                  </a:cubicBezTo>
                  <a:close/>
                  <a:moveTo>
                    <a:pt x="63066" y="8555"/>
                  </a:moveTo>
                  <a:cubicBezTo>
                    <a:pt x="88478" y="8555"/>
                    <a:pt x="106327" y="37598"/>
                    <a:pt x="106327" y="79044"/>
                  </a:cubicBezTo>
                  <a:cubicBezTo>
                    <a:pt x="106327" y="113230"/>
                    <a:pt x="92714" y="133802"/>
                    <a:pt x="70024" y="133802"/>
                  </a:cubicBezTo>
                  <a:cubicBezTo>
                    <a:pt x="58226" y="133802"/>
                    <a:pt x="47032" y="126541"/>
                    <a:pt x="40679" y="114440"/>
                  </a:cubicBezTo>
                  <a:cubicBezTo>
                    <a:pt x="32208" y="98708"/>
                    <a:pt x="27368" y="77532"/>
                    <a:pt x="27368" y="56052"/>
                  </a:cubicBezTo>
                  <a:cubicBezTo>
                    <a:pt x="27368" y="27312"/>
                    <a:pt x="41587" y="8555"/>
                    <a:pt x="63066" y="855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42D919D5-F063-C050-CC6F-17A92FDA8B9D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6978162" y="4981958"/>
              <a:ext cx="141885" cy="139162"/>
            </a:xfrm>
            <a:custGeom>
              <a:avLst/>
              <a:gdLst>
                <a:gd name="connsiteX0" fmla="*/ 145 w 141885"/>
                <a:gd name="connsiteY0" fmla="*/ 18841 h 139162"/>
                <a:gd name="connsiteX1" fmla="*/ 8314 w 141885"/>
                <a:gd name="connsiteY1" fmla="*/ 17631 h 139162"/>
                <a:gd name="connsiteX2" fmla="*/ 19507 w 141885"/>
                <a:gd name="connsiteY2" fmla="*/ 36993 h 139162"/>
                <a:gd name="connsiteX3" fmla="*/ 19507 w 141885"/>
                <a:gd name="connsiteY3" fmla="*/ 112020 h 139162"/>
                <a:gd name="connsiteX4" fmla="*/ 751 w 141885"/>
                <a:gd name="connsiteY4" fmla="*/ 134709 h 139162"/>
                <a:gd name="connsiteX5" fmla="*/ 751 w 141885"/>
                <a:gd name="connsiteY5" fmla="*/ 139247 h 139162"/>
                <a:gd name="connsiteX6" fmla="*/ 64886 w 141885"/>
                <a:gd name="connsiteY6" fmla="*/ 139247 h 139162"/>
                <a:gd name="connsiteX7" fmla="*/ 64886 w 141885"/>
                <a:gd name="connsiteY7" fmla="*/ 134709 h 139162"/>
                <a:gd name="connsiteX8" fmla="*/ 44919 w 141885"/>
                <a:gd name="connsiteY8" fmla="*/ 118978 h 139162"/>
                <a:gd name="connsiteX9" fmla="*/ 44919 w 141885"/>
                <a:gd name="connsiteY9" fmla="*/ 33968 h 139162"/>
                <a:gd name="connsiteX10" fmla="*/ 76080 w 141885"/>
                <a:gd name="connsiteY10" fmla="*/ 16724 h 139162"/>
                <a:gd name="connsiteX11" fmla="*/ 98164 w 141885"/>
                <a:gd name="connsiteY11" fmla="*/ 46069 h 139162"/>
                <a:gd name="connsiteX12" fmla="*/ 98164 w 141885"/>
                <a:gd name="connsiteY12" fmla="*/ 109297 h 139162"/>
                <a:gd name="connsiteX13" fmla="*/ 79105 w 141885"/>
                <a:gd name="connsiteY13" fmla="*/ 134709 h 139162"/>
                <a:gd name="connsiteX14" fmla="*/ 79105 w 141885"/>
                <a:gd name="connsiteY14" fmla="*/ 139247 h 139162"/>
                <a:gd name="connsiteX15" fmla="*/ 142031 w 141885"/>
                <a:gd name="connsiteY15" fmla="*/ 139247 h 139162"/>
                <a:gd name="connsiteX16" fmla="*/ 142031 w 141885"/>
                <a:gd name="connsiteY16" fmla="*/ 134709 h 139162"/>
                <a:gd name="connsiteX17" fmla="*/ 123576 w 141885"/>
                <a:gd name="connsiteY17" fmla="*/ 114742 h 139162"/>
                <a:gd name="connsiteX18" fmla="*/ 123576 w 141885"/>
                <a:gd name="connsiteY18" fmla="*/ 45464 h 139162"/>
                <a:gd name="connsiteX19" fmla="*/ 87878 w 141885"/>
                <a:gd name="connsiteY19" fmla="*/ 85 h 139162"/>
                <a:gd name="connsiteX20" fmla="*/ 44012 w 141885"/>
                <a:gd name="connsiteY20" fmla="*/ 24589 h 139162"/>
                <a:gd name="connsiteX21" fmla="*/ 44012 w 141885"/>
                <a:gd name="connsiteY21" fmla="*/ 690 h 139162"/>
                <a:gd name="connsiteX22" fmla="*/ 41894 w 141885"/>
                <a:gd name="connsiteY22" fmla="*/ 85 h 139162"/>
                <a:gd name="connsiteX23" fmla="*/ 145 w 141885"/>
                <a:gd name="connsiteY23" fmla="*/ 13698 h 139162"/>
                <a:gd name="connsiteX24" fmla="*/ 145 w 141885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162">
                  <a:moveTo>
                    <a:pt x="145" y="18841"/>
                  </a:moveTo>
                  <a:cubicBezTo>
                    <a:pt x="1961" y="17934"/>
                    <a:pt x="4986" y="17631"/>
                    <a:pt x="8314" y="17631"/>
                  </a:cubicBezTo>
                  <a:cubicBezTo>
                    <a:pt x="16784" y="17631"/>
                    <a:pt x="19507" y="22169"/>
                    <a:pt x="19507" y="36993"/>
                  </a:cubicBezTo>
                  <a:lnTo>
                    <a:pt x="19507" y="112020"/>
                  </a:lnTo>
                  <a:cubicBezTo>
                    <a:pt x="19507" y="129264"/>
                    <a:pt x="16179" y="133499"/>
                    <a:pt x="751" y="134709"/>
                  </a:cubicBezTo>
                  <a:lnTo>
                    <a:pt x="751" y="139247"/>
                  </a:lnTo>
                  <a:lnTo>
                    <a:pt x="64886" y="139247"/>
                  </a:lnTo>
                  <a:lnTo>
                    <a:pt x="64886" y="134709"/>
                  </a:lnTo>
                  <a:cubicBezTo>
                    <a:pt x="49457" y="133499"/>
                    <a:pt x="44919" y="129869"/>
                    <a:pt x="44919" y="118978"/>
                  </a:cubicBezTo>
                  <a:lnTo>
                    <a:pt x="44919" y="33968"/>
                  </a:lnTo>
                  <a:cubicBezTo>
                    <a:pt x="59441" y="20354"/>
                    <a:pt x="66096" y="16724"/>
                    <a:pt x="76080" y="16724"/>
                  </a:cubicBezTo>
                  <a:cubicBezTo>
                    <a:pt x="90903" y="16724"/>
                    <a:pt x="98164" y="26102"/>
                    <a:pt x="98164" y="46069"/>
                  </a:cubicBezTo>
                  <a:lnTo>
                    <a:pt x="98164" y="109297"/>
                  </a:lnTo>
                  <a:cubicBezTo>
                    <a:pt x="98164" y="128356"/>
                    <a:pt x="94231" y="133499"/>
                    <a:pt x="79105" y="134709"/>
                  </a:cubicBezTo>
                  <a:lnTo>
                    <a:pt x="79105" y="139247"/>
                  </a:lnTo>
                  <a:lnTo>
                    <a:pt x="142031" y="139247"/>
                  </a:lnTo>
                  <a:lnTo>
                    <a:pt x="142031" y="134709"/>
                  </a:lnTo>
                  <a:cubicBezTo>
                    <a:pt x="127207" y="133196"/>
                    <a:pt x="123576" y="129566"/>
                    <a:pt x="123576" y="114742"/>
                  </a:cubicBezTo>
                  <a:lnTo>
                    <a:pt x="123576" y="45464"/>
                  </a:lnTo>
                  <a:cubicBezTo>
                    <a:pt x="123576" y="17026"/>
                    <a:pt x="110265" y="85"/>
                    <a:pt x="87878" y="85"/>
                  </a:cubicBezTo>
                  <a:cubicBezTo>
                    <a:pt x="73962" y="85"/>
                    <a:pt x="64584" y="5228"/>
                    <a:pt x="44012" y="24589"/>
                  </a:cubicBezTo>
                  <a:lnTo>
                    <a:pt x="44012" y="690"/>
                  </a:lnTo>
                  <a:lnTo>
                    <a:pt x="41894" y="85"/>
                  </a:lnTo>
                  <a:cubicBezTo>
                    <a:pt x="27070" y="5530"/>
                    <a:pt x="16784" y="8858"/>
                    <a:pt x="145" y="13698"/>
                  </a:cubicBezTo>
                  <a:lnTo>
                    <a:pt x="145" y="1884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F837E3F-54A0-0CD1-5330-C598FCCC1AE9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7149657" y="4982260"/>
              <a:ext cx="33580" cy="142187"/>
            </a:xfrm>
            <a:custGeom>
              <a:avLst/>
              <a:gdLst>
                <a:gd name="connsiteX0" fmla="*/ 16789 w 33580"/>
                <a:gd name="connsiteY0" fmla="*/ 85 h 142187"/>
                <a:gd name="connsiteX1" fmla="*/ 150 w 33580"/>
                <a:gd name="connsiteY1" fmla="*/ 17329 h 142187"/>
                <a:gd name="connsiteX2" fmla="*/ 16487 w 33580"/>
                <a:gd name="connsiteY2" fmla="*/ 33665 h 142187"/>
                <a:gd name="connsiteX3" fmla="*/ 33731 w 33580"/>
                <a:gd name="connsiteY3" fmla="*/ 17329 h 142187"/>
                <a:gd name="connsiteX4" fmla="*/ 16789 w 33580"/>
                <a:gd name="connsiteY4" fmla="*/ 85 h 142187"/>
                <a:gd name="connsiteX5" fmla="*/ 16789 w 33580"/>
                <a:gd name="connsiteY5" fmla="*/ 108692 h 142187"/>
                <a:gd name="connsiteX6" fmla="*/ 150 w 33580"/>
                <a:gd name="connsiteY6" fmla="*/ 125936 h 142187"/>
                <a:gd name="connsiteX7" fmla="*/ 16487 w 33580"/>
                <a:gd name="connsiteY7" fmla="*/ 142272 h 142187"/>
                <a:gd name="connsiteX8" fmla="*/ 33731 w 33580"/>
                <a:gd name="connsiteY8" fmla="*/ 125936 h 142187"/>
                <a:gd name="connsiteX9" fmla="*/ 16789 w 33580"/>
                <a:gd name="connsiteY9" fmla="*/ 108692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80" h="142187">
                  <a:moveTo>
                    <a:pt x="16789" y="85"/>
                  </a:moveTo>
                  <a:cubicBezTo>
                    <a:pt x="7714" y="85"/>
                    <a:pt x="150" y="7950"/>
                    <a:pt x="150" y="17329"/>
                  </a:cubicBezTo>
                  <a:cubicBezTo>
                    <a:pt x="150" y="26102"/>
                    <a:pt x="7714" y="33665"/>
                    <a:pt x="16487" y="33665"/>
                  </a:cubicBezTo>
                  <a:cubicBezTo>
                    <a:pt x="25865" y="33665"/>
                    <a:pt x="33731" y="26102"/>
                    <a:pt x="33731" y="17329"/>
                  </a:cubicBezTo>
                  <a:cubicBezTo>
                    <a:pt x="33731" y="7950"/>
                    <a:pt x="25865" y="85"/>
                    <a:pt x="16789" y="85"/>
                  </a:cubicBezTo>
                  <a:close/>
                  <a:moveTo>
                    <a:pt x="16789" y="108692"/>
                  </a:moveTo>
                  <a:cubicBezTo>
                    <a:pt x="7714" y="108692"/>
                    <a:pt x="150" y="116558"/>
                    <a:pt x="150" y="125936"/>
                  </a:cubicBezTo>
                  <a:cubicBezTo>
                    <a:pt x="150" y="134709"/>
                    <a:pt x="7714" y="142272"/>
                    <a:pt x="16487" y="142272"/>
                  </a:cubicBezTo>
                  <a:cubicBezTo>
                    <a:pt x="25865" y="142272"/>
                    <a:pt x="33731" y="134709"/>
                    <a:pt x="33731" y="125936"/>
                  </a:cubicBezTo>
                  <a:cubicBezTo>
                    <a:pt x="33731" y="116558"/>
                    <a:pt x="25865" y="108692"/>
                    <a:pt x="16789" y="108692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D775110-D3C1-4163-1981-C450A0D6ACA8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7308239" y="4917217"/>
              <a:ext cx="209046" cy="203903"/>
            </a:xfrm>
            <a:custGeom>
              <a:avLst/>
              <a:gdLst>
                <a:gd name="connsiteX0" fmla="*/ 209202 w 209046"/>
                <a:gd name="connsiteY0" fmla="*/ 198240 h 203903"/>
                <a:gd name="connsiteX1" fmla="*/ 181975 w 209046"/>
                <a:gd name="connsiteY1" fmla="*/ 171920 h 203903"/>
                <a:gd name="connsiteX2" fmla="*/ 106646 w 209046"/>
                <a:gd name="connsiteY2" fmla="*/ 85 h 203903"/>
                <a:gd name="connsiteX3" fmla="*/ 100595 w 209046"/>
                <a:gd name="connsiteY3" fmla="*/ 85 h 203903"/>
                <a:gd name="connsiteX4" fmla="*/ 37670 w 209046"/>
                <a:gd name="connsiteY4" fmla="*/ 148625 h 203903"/>
                <a:gd name="connsiteX5" fmla="*/ 156 w 209046"/>
                <a:gd name="connsiteY5" fmla="*/ 198240 h 203903"/>
                <a:gd name="connsiteX6" fmla="*/ 156 w 209046"/>
                <a:gd name="connsiteY6" fmla="*/ 203988 h 203903"/>
                <a:gd name="connsiteX7" fmla="*/ 60057 w 209046"/>
                <a:gd name="connsiteY7" fmla="*/ 203988 h 203903"/>
                <a:gd name="connsiteX8" fmla="*/ 60057 w 209046"/>
                <a:gd name="connsiteY8" fmla="*/ 198240 h 203903"/>
                <a:gd name="connsiteX9" fmla="*/ 39485 w 209046"/>
                <a:gd name="connsiteY9" fmla="*/ 185836 h 203903"/>
                <a:gd name="connsiteX10" fmla="*/ 41905 w 209046"/>
                <a:gd name="connsiteY10" fmla="*/ 174038 h 203903"/>
                <a:gd name="connsiteX11" fmla="*/ 55821 w 209046"/>
                <a:gd name="connsiteY11" fmla="*/ 138642 h 203903"/>
                <a:gd name="connsiteX12" fmla="*/ 135083 w 209046"/>
                <a:gd name="connsiteY12" fmla="*/ 138642 h 203903"/>
                <a:gd name="connsiteX13" fmla="*/ 147487 w 209046"/>
                <a:gd name="connsiteY13" fmla="*/ 167685 h 203903"/>
                <a:gd name="connsiteX14" fmla="*/ 153235 w 209046"/>
                <a:gd name="connsiteY14" fmla="*/ 187954 h 203903"/>
                <a:gd name="connsiteX15" fmla="*/ 132058 w 209046"/>
                <a:gd name="connsiteY15" fmla="*/ 198240 h 203903"/>
                <a:gd name="connsiteX16" fmla="*/ 132058 w 209046"/>
                <a:gd name="connsiteY16" fmla="*/ 203988 h 203903"/>
                <a:gd name="connsiteX17" fmla="*/ 209202 w 209046"/>
                <a:gd name="connsiteY17" fmla="*/ 203988 h 203903"/>
                <a:gd name="connsiteX18" fmla="*/ 209202 w 209046"/>
                <a:gd name="connsiteY18" fmla="*/ 198240 h 203903"/>
                <a:gd name="connsiteX19" fmla="*/ 60964 w 209046"/>
                <a:gd name="connsiteY19" fmla="*/ 126238 h 203903"/>
                <a:gd name="connsiteX20" fmla="*/ 95755 w 209046"/>
                <a:gd name="connsiteY20" fmla="*/ 43044 h 203903"/>
                <a:gd name="connsiteX21" fmla="*/ 130848 w 209046"/>
                <a:gd name="connsiteY21" fmla="*/ 126238 h 203903"/>
                <a:gd name="connsiteX22" fmla="*/ 60964 w 209046"/>
                <a:gd name="connsiteY22" fmla="*/ 126238 h 20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9046" h="203903">
                  <a:moveTo>
                    <a:pt x="209202" y="198240"/>
                  </a:moveTo>
                  <a:cubicBezTo>
                    <a:pt x="195589" y="197332"/>
                    <a:pt x="192563" y="194307"/>
                    <a:pt x="181975" y="171920"/>
                  </a:cubicBezTo>
                  <a:lnTo>
                    <a:pt x="106646" y="85"/>
                  </a:lnTo>
                  <a:lnTo>
                    <a:pt x="100595" y="85"/>
                  </a:lnTo>
                  <a:lnTo>
                    <a:pt x="37670" y="148625"/>
                  </a:lnTo>
                  <a:cubicBezTo>
                    <a:pt x="18308" y="192794"/>
                    <a:pt x="14678" y="197635"/>
                    <a:pt x="156" y="198240"/>
                  </a:cubicBezTo>
                  <a:lnTo>
                    <a:pt x="156" y="203988"/>
                  </a:lnTo>
                  <a:lnTo>
                    <a:pt x="60057" y="203988"/>
                  </a:lnTo>
                  <a:lnTo>
                    <a:pt x="60057" y="198240"/>
                  </a:lnTo>
                  <a:cubicBezTo>
                    <a:pt x="45535" y="198240"/>
                    <a:pt x="39485" y="194307"/>
                    <a:pt x="39485" y="185836"/>
                  </a:cubicBezTo>
                  <a:cubicBezTo>
                    <a:pt x="39485" y="182206"/>
                    <a:pt x="40392" y="177970"/>
                    <a:pt x="41905" y="174038"/>
                  </a:cubicBezTo>
                  <a:lnTo>
                    <a:pt x="55821" y="138642"/>
                  </a:lnTo>
                  <a:lnTo>
                    <a:pt x="135083" y="138642"/>
                  </a:lnTo>
                  <a:lnTo>
                    <a:pt x="147487" y="167685"/>
                  </a:lnTo>
                  <a:cubicBezTo>
                    <a:pt x="151117" y="175853"/>
                    <a:pt x="153235" y="183718"/>
                    <a:pt x="153235" y="187954"/>
                  </a:cubicBezTo>
                  <a:cubicBezTo>
                    <a:pt x="153235" y="195517"/>
                    <a:pt x="148092" y="197937"/>
                    <a:pt x="132058" y="198240"/>
                  </a:cubicBezTo>
                  <a:lnTo>
                    <a:pt x="132058" y="203988"/>
                  </a:lnTo>
                  <a:lnTo>
                    <a:pt x="209202" y="203988"/>
                  </a:lnTo>
                  <a:lnTo>
                    <a:pt x="209202" y="198240"/>
                  </a:lnTo>
                  <a:close/>
                  <a:moveTo>
                    <a:pt x="60964" y="126238"/>
                  </a:moveTo>
                  <a:lnTo>
                    <a:pt x="95755" y="43044"/>
                  </a:lnTo>
                  <a:lnTo>
                    <a:pt x="130848" y="126238"/>
                  </a:lnTo>
                  <a:lnTo>
                    <a:pt x="60964" y="126238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D871DC49-E066-FCE4-2029-BED0E5FEDDE1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7524457" y="4981958"/>
              <a:ext cx="140674" cy="204810"/>
            </a:xfrm>
            <a:custGeom>
              <a:avLst/>
              <a:gdLst>
                <a:gd name="connsiteX0" fmla="*/ 1374 w 140674"/>
                <a:gd name="connsiteY0" fmla="*/ 20354 h 204810"/>
                <a:gd name="connsiteX1" fmla="*/ 8937 w 140674"/>
                <a:gd name="connsiteY1" fmla="*/ 20051 h 204810"/>
                <a:gd name="connsiteX2" fmla="*/ 21340 w 140674"/>
                <a:gd name="connsiteY2" fmla="*/ 37295 h 204810"/>
                <a:gd name="connsiteX3" fmla="*/ 21340 w 140674"/>
                <a:gd name="connsiteY3" fmla="*/ 178878 h 204810"/>
                <a:gd name="connsiteX4" fmla="*/ 163 w 140674"/>
                <a:gd name="connsiteY4" fmla="*/ 199752 h 204810"/>
                <a:gd name="connsiteX5" fmla="*/ 163 w 140674"/>
                <a:gd name="connsiteY5" fmla="*/ 204895 h 204810"/>
                <a:gd name="connsiteX6" fmla="*/ 73375 w 140674"/>
                <a:gd name="connsiteY6" fmla="*/ 204895 h 204810"/>
                <a:gd name="connsiteX7" fmla="*/ 73375 w 140674"/>
                <a:gd name="connsiteY7" fmla="*/ 199450 h 204810"/>
                <a:gd name="connsiteX8" fmla="*/ 46753 w 140674"/>
                <a:gd name="connsiteY8" fmla="*/ 176760 h 204810"/>
                <a:gd name="connsiteX9" fmla="*/ 46753 w 140674"/>
                <a:gd name="connsiteY9" fmla="*/ 129264 h 204810"/>
                <a:gd name="connsiteX10" fmla="*/ 77308 w 140674"/>
                <a:gd name="connsiteY10" fmla="*/ 142272 h 204810"/>
                <a:gd name="connsiteX11" fmla="*/ 140838 w 140674"/>
                <a:gd name="connsiteY11" fmla="*/ 64523 h 204810"/>
                <a:gd name="connsiteX12" fmla="*/ 90316 w 140674"/>
                <a:gd name="connsiteY12" fmla="*/ 85 h 204810"/>
                <a:gd name="connsiteX13" fmla="*/ 46753 w 140674"/>
                <a:gd name="connsiteY13" fmla="*/ 23984 h 204810"/>
                <a:gd name="connsiteX14" fmla="*/ 46753 w 140674"/>
                <a:gd name="connsiteY14" fmla="*/ 690 h 204810"/>
                <a:gd name="connsiteX15" fmla="*/ 44937 w 140674"/>
                <a:gd name="connsiteY15" fmla="*/ 85 h 204810"/>
                <a:gd name="connsiteX16" fmla="*/ 1374 w 140674"/>
                <a:gd name="connsiteY16" fmla="*/ 15514 h 204810"/>
                <a:gd name="connsiteX17" fmla="*/ 1374 w 140674"/>
                <a:gd name="connsiteY17" fmla="*/ 20354 h 204810"/>
                <a:gd name="connsiteX18" fmla="*/ 46753 w 140674"/>
                <a:gd name="connsiteY18" fmla="*/ 38203 h 204810"/>
                <a:gd name="connsiteX19" fmla="*/ 77610 w 140674"/>
                <a:gd name="connsiteY19" fmla="*/ 18236 h 204810"/>
                <a:gd name="connsiteX20" fmla="*/ 114821 w 140674"/>
                <a:gd name="connsiteY20" fmla="*/ 76321 h 204810"/>
                <a:gd name="connsiteX21" fmla="*/ 78215 w 140674"/>
                <a:gd name="connsiteY21" fmla="*/ 132591 h 204810"/>
                <a:gd name="connsiteX22" fmla="*/ 46753 w 140674"/>
                <a:gd name="connsiteY22" fmla="*/ 112625 h 204810"/>
                <a:gd name="connsiteX23" fmla="*/ 46753 w 140674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674" h="204810">
                  <a:moveTo>
                    <a:pt x="1374" y="20354"/>
                  </a:moveTo>
                  <a:cubicBezTo>
                    <a:pt x="4096" y="20051"/>
                    <a:pt x="6214" y="20051"/>
                    <a:pt x="8937" y="20051"/>
                  </a:cubicBezTo>
                  <a:cubicBezTo>
                    <a:pt x="19223" y="20051"/>
                    <a:pt x="21340" y="23077"/>
                    <a:pt x="21340" y="37295"/>
                  </a:cubicBezTo>
                  <a:lnTo>
                    <a:pt x="21340" y="178878"/>
                  </a:lnTo>
                  <a:cubicBezTo>
                    <a:pt x="21340" y="194609"/>
                    <a:pt x="18013" y="197937"/>
                    <a:pt x="163" y="199752"/>
                  </a:cubicBezTo>
                  <a:lnTo>
                    <a:pt x="163" y="204895"/>
                  </a:lnTo>
                  <a:lnTo>
                    <a:pt x="73375" y="204895"/>
                  </a:lnTo>
                  <a:lnTo>
                    <a:pt x="73375" y="199450"/>
                  </a:lnTo>
                  <a:cubicBezTo>
                    <a:pt x="50685" y="199147"/>
                    <a:pt x="46753" y="195820"/>
                    <a:pt x="46753" y="176760"/>
                  </a:cubicBezTo>
                  <a:lnTo>
                    <a:pt x="46753" y="129264"/>
                  </a:lnTo>
                  <a:cubicBezTo>
                    <a:pt x="57341" y="139247"/>
                    <a:pt x="64602" y="142272"/>
                    <a:pt x="77308" y="142272"/>
                  </a:cubicBezTo>
                  <a:cubicBezTo>
                    <a:pt x="113006" y="142272"/>
                    <a:pt x="140838" y="108389"/>
                    <a:pt x="140838" y="64523"/>
                  </a:cubicBezTo>
                  <a:cubicBezTo>
                    <a:pt x="140838" y="27010"/>
                    <a:pt x="119662" y="85"/>
                    <a:pt x="90316" y="85"/>
                  </a:cubicBezTo>
                  <a:cubicBezTo>
                    <a:pt x="73375" y="85"/>
                    <a:pt x="60064" y="7648"/>
                    <a:pt x="46753" y="23984"/>
                  </a:cubicBezTo>
                  <a:lnTo>
                    <a:pt x="46753" y="690"/>
                  </a:lnTo>
                  <a:lnTo>
                    <a:pt x="44937" y="85"/>
                  </a:lnTo>
                  <a:cubicBezTo>
                    <a:pt x="28601" y="6438"/>
                    <a:pt x="18013" y="10371"/>
                    <a:pt x="1374" y="15514"/>
                  </a:cubicBezTo>
                  <a:lnTo>
                    <a:pt x="1374" y="20354"/>
                  </a:lnTo>
                  <a:close/>
                  <a:moveTo>
                    <a:pt x="46753" y="38203"/>
                  </a:moveTo>
                  <a:cubicBezTo>
                    <a:pt x="46753" y="29127"/>
                    <a:pt x="63694" y="18236"/>
                    <a:pt x="77610" y="18236"/>
                  </a:cubicBezTo>
                  <a:cubicBezTo>
                    <a:pt x="99997" y="18236"/>
                    <a:pt x="114821" y="41228"/>
                    <a:pt x="114821" y="76321"/>
                  </a:cubicBezTo>
                  <a:cubicBezTo>
                    <a:pt x="114821" y="109902"/>
                    <a:pt x="99997" y="132591"/>
                    <a:pt x="78215" y="132591"/>
                  </a:cubicBezTo>
                  <a:cubicBezTo>
                    <a:pt x="63997" y="132591"/>
                    <a:pt x="46753" y="121700"/>
                    <a:pt x="46753" y="112625"/>
                  </a:cubicBezTo>
                  <a:lnTo>
                    <a:pt x="46753" y="38203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8BA4053-525A-8F95-9AEC-DC66E838AB9F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7676287" y="4981958"/>
              <a:ext cx="140674" cy="204810"/>
            </a:xfrm>
            <a:custGeom>
              <a:avLst/>
              <a:gdLst>
                <a:gd name="connsiteX0" fmla="*/ 1379 w 140674"/>
                <a:gd name="connsiteY0" fmla="*/ 20354 h 204810"/>
                <a:gd name="connsiteX1" fmla="*/ 8942 w 140674"/>
                <a:gd name="connsiteY1" fmla="*/ 20051 h 204810"/>
                <a:gd name="connsiteX2" fmla="*/ 21345 w 140674"/>
                <a:gd name="connsiteY2" fmla="*/ 37295 h 204810"/>
                <a:gd name="connsiteX3" fmla="*/ 21345 w 140674"/>
                <a:gd name="connsiteY3" fmla="*/ 178878 h 204810"/>
                <a:gd name="connsiteX4" fmla="*/ 168 w 140674"/>
                <a:gd name="connsiteY4" fmla="*/ 199752 h 204810"/>
                <a:gd name="connsiteX5" fmla="*/ 168 w 140674"/>
                <a:gd name="connsiteY5" fmla="*/ 204895 h 204810"/>
                <a:gd name="connsiteX6" fmla="*/ 73380 w 140674"/>
                <a:gd name="connsiteY6" fmla="*/ 204895 h 204810"/>
                <a:gd name="connsiteX7" fmla="*/ 73380 w 140674"/>
                <a:gd name="connsiteY7" fmla="*/ 199450 h 204810"/>
                <a:gd name="connsiteX8" fmla="*/ 46758 w 140674"/>
                <a:gd name="connsiteY8" fmla="*/ 176760 h 204810"/>
                <a:gd name="connsiteX9" fmla="*/ 46758 w 140674"/>
                <a:gd name="connsiteY9" fmla="*/ 129264 h 204810"/>
                <a:gd name="connsiteX10" fmla="*/ 77313 w 140674"/>
                <a:gd name="connsiteY10" fmla="*/ 142272 h 204810"/>
                <a:gd name="connsiteX11" fmla="*/ 140843 w 140674"/>
                <a:gd name="connsiteY11" fmla="*/ 64523 h 204810"/>
                <a:gd name="connsiteX12" fmla="*/ 90321 w 140674"/>
                <a:gd name="connsiteY12" fmla="*/ 85 h 204810"/>
                <a:gd name="connsiteX13" fmla="*/ 46758 w 140674"/>
                <a:gd name="connsiteY13" fmla="*/ 23984 h 204810"/>
                <a:gd name="connsiteX14" fmla="*/ 46758 w 140674"/>
                <a:gd name="connsiteY14" fmla="*/ 690 h 204810"/>
                <a:gd name="connsiteX15" fmla="*/ 44942 w 140674"/>
                <a:gd name="connsiteY15" fmla="*/ 85 h 204810"/>
                <a:gd name="connsiteX16" fmla="*/ 1379 w 140674"/>
                <a:gd name="connsiteY16" fmla="*/ 15514 h 204810"/>
                <a:gd name="connsiteX17" fmla="*/ 1379 w 140674"/>
                <a:gd name="connsiteY17" fmla="*/ 20354 h 204810"/>
                <a:gd name="connsiteX18" fmla="*/ 46758 w 140674"/>
                <a:gd name="connsiteY18" fmla="*/ 38203 h 204810"/>
                <a:gd name="connsiteX19" fmla="*/ 77615 w 140674"/>
                <a:gd name="connsiteY19" fmla="*/ 18236 h 204810"/>
                <a:gd name="connsiteX20" fmla="*/ 114826 w 140674"/>
                <a:gd name="connsiteY20" fmla="*/ 76321 h 204810"/>
                <a:gd name="connsiteX21" fmla="*/ 78220 w 140674"/>
                <a:gd name="connsiteY21" fmla="*/ 132591 h 204810"/>
                <a:gd name="connsiteX22" fmla="*/ 46758 w 140674"/>
                <a:gd name="connsiteY22" fmla="*/ 112625 h 204810"/>
                <a:gd name="connsiteX23" fmla="*/ 46758 w 140674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674" h="204810">
                  <a:moveTo>
                    <a:pt x="1379" y="20354"/>
                  </a:moveTo>
                  <a:cubicBezTo>
                    <a:pt x="4101" y="20051"/>
                    <a:pt x="6219" y="20051"/>
                    <a:pt x="8942" y="20051"/>
                  </a:cubicBezTo>
                  <a:cubicBezTo>
                    <a:pt x="19228" y="20051"/>
                    <a:pt x="21345" y="23077"/>
                    <a:pt x="21345" y="37295"/>
                  </a:cubicBezTo>
                  <a:lnTo>
                    <a:pt x="21345" y="178878"/>
                  </a:lnTo>
                  <a:cubicBezTo>
                    <a:pt x="21345" y="194609"/>
                    <a:pt x="18018" y="197937"/>
                    <a:pt x="168" y="199752"/>
                  </a:cubicBezTo>
                  <a:lnTo>
                    <a:pt x="168" y="204895"/>
                  </a:lnTo>
                  <a:lnTo>
                    <a:pt x="73380" y="204895"/>
                  </a:lnTo>
                  <a:lnTo>
                    <a:pt x="73380" y="199450"/>
                  </a:lnTo>
                  <a:cubicBezTo>
                    <a:pt x="50690" y="199147"/>
                    <a:pt x="46758" y="195820"/>
                    <a:pt x="46758" y="176760"/>
                  </a:cubicBezTo>
                  <a:lnTo>
                    <a:pt x="46758" y="129264"/>
                  </a:lnTo>
                  <a:cubicBezTo>
                    <a:pt x="57346" y="139247"/>
                    <a:pt x="64607" y="142272"/>
                    <a:pt x="77313" y="142272"/>
                  </a:cubicBezTo>
                  <a:cubicBezTo>
                    <a:pt x="113011" y="142272"/>
                    <a:pt x="140843" y="108389"/>
                    <a:pt x="140843" y="64523"/>
                  </a:cubicBezTo>
                  <a:cubicBezTo>
                    <a:pt x="140843" y="27010"/>
                    <a:pt x="119667" y="85"/>
                    <a:pt x="90321" y="85"/>
                  </a:cubicBezTo>
                  <a:cubicBezTo>
                    <a:pt x="73380" y="85"/>
                    <a:pt x="60069" y="7648"/>
                    <a:pt x="46758" y="23984"/>
                  </a:cubicBezTo>
                  <a:lnTo>
                    <a:pt x="46758" y="690"/>
                  </a:lnTo>
                  <a:lnTo>
                    <a:pt x="44942" y="85"/>
                  </a:lnTo>
                  <a:cubicBezTo>
                    <a:pt x="28606" y="6438"/>
                    <a:pt x="18018" y="10371"/>
                    <a:pt x="1379" y="15514"/>
                  </a:cubicBezTo>
                  <a:lnTo>
                    <a:pt x="1379" y="20354"/>
                  </a:lnTo>
                  <a:close/>
                  <a:moveTo>
                    <a:pt x="46758" y="38203"/>
                  </a:moveTo>
                  <a:cubicBezTo>
                    <a:pt x="46758" y="29127"/>
                    <a:pt x="63699" y="18236"/>
                    <a:pt x="77615" y="18236"/>
                  </a:cubicBezTo>
                  <a:cubicBezTo>
                    <a:pt x="100002" y="18236"/>
                    <a:pt x="114826" y="41228"/>
                    <a:pt x="114826" y="76321"/>
                  </a:cubicBezTo>
                  <a:cubicBezTo>
                    <a:pt x="114826" y="109902"/>
                    <a:pt x="100002" y="132591"/>
                    <a:pt x="78220" y="132591"/>
                  </a:cubicBezTo>
                  <a:cubicBezTo>
                    <a:pt x="64002" y="132591"/>
                    <a:pt x="46758" y="121700"/>
                    <a:pt x="46758" y="112625"/>
                  </a:cubicBezTo>
                  <a:lnTo>
                    <a:pt x="46758" y="38203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A510AFCD-D024-0A27-44FB-68E3CBF7D412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7832353" y="4914494"/>
              <a:ext cx="72001" cy="206625"/>
            </a:xfrm>
            <a:custGeom>
              <a:avLst/>
              <a:gdLst>
                <a:gd name="connsiteX0" fmla="*/ 173 w 72001"/>
                <a:gd name="connsiteY0" fmla="*/ 18236 h 206625"/>
                <a:gd name="connsiteX1" fmla="*/ 1989 w 72001"/>
                <a:gd name="connsiteY1" fmla="*/ 18236 h 206625"/>
                <a:gd name="connsiteX2" fmla="*/ 11367 w 72001"/>
                <a:gd name="connsiteY2" fmla="*/ 17631 h 206625"/>
                <a:gd name="connsiteX3" fmla="*/ 24073 w 72001"/>
                <a:gd name="connsiteY3" fmla="*/ 36085 h 206625"/>
                <a:gd name="connsiteX4" fmla="*/ 24073 w 72001"/>
                <a:gd name="connsiteY4" fmla="*/ 180391 h 206625"/>
                <a:gd name="connsiteX5" fmla="*/ 779 w 72001"/>
                <a:gd name="connsiteY5" fmla="*/ 202173 h 206625"/>
                <a:gd name="connsiteX6" fmla="*/ 779 w 72001"/>
                <a:gd name="connsiteY6" fmla="*/ 206710 h 206625"/>
                <a:gd name="connsiteX7" fmla="*/ 72175 w 72001"/>
                <a:gd name="connsiteY7" fmla="*/ 206710 h 206625"/>
                <a:gd name="connsiteX8" fmla="*/ 72175 w 72001"/>
                <a:gd name="connsiteY8" fmla="*/ 202173 h 206625"/>
                <a:gd name="connsiteX9" fmla="*/ 49485 w 72001"/>
                <a:gd name="connsiteY9" fmla="*/ 181298 h 206625"/>
                <a:gd name="connsiteX10" fmla="*/ 49485 w 72001"/>
                <a:gd name="connsiteY10" fmla="*/ 690 h 206625"/>
                <a:gd name="connsiteX11" fmla="*/ 48275 w 72001"/>
                <a:gd name="connsiteY11" fmla="*/ 85 h 206625"/>
                <a:gd name="connsiteX12" fmla="*/ 173 w 72001"/>
                <a:gd name="connsiteY12" fmla="*/ 13396 h 206625"/>
                <a:gd name="connsiteX13" fmla="*/ 173 w 72001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6625">
                  <a:moveTo>
                    <a:pt x="173" y="18236"/>
                  </a:moveTo>
                  <a:lnTo>
                    <a:pt x="1989" y="18236"/>
                  </a:lnTo>
                  <a:cubicBezTo>
                    <a:pt x="5316" y="17934"/>
                    <a:pt x="8947" y="17631"/>
                    <a:pt x="11367" y="17631"/>
                  </a:cubicBezTo>
                  <a:cubicBezTo>
                    <a:pt x="21048" y="17631"/>
                    <a:pt x="24073" y="21867"/>
                    <a:pt x="24073" y="36085"/>
                  </a:cubicBezTo>
                  <a:lnTo>
                    <a:pt x="24073" y="180391"/>
                  </a:lnTo>
                  <a:cubicBezTo>
                    <a:pt x="24073" y="196727"/>
                    <a:pt x="19838" y="200660"/>
                    <a:pt x="779" y="202173"/>
                  </a:cubicBezTo>
                  <a:lnTo>
                    <a:pt x="779" y="206710"/>
                  </a:lnTo>
                  <a:lnTo>
                    <a:pt x="72175" y="206710"/>
                  </a:lnTo>
                  <a:lnTo>
                    <a:pt x="72175" y="202173"/>
                  </a:lnTo>
                  <a:cubicBezTo>
                    <a:pt x="53116" y="200962"/>
                    <a:pt x="49485" y="197937"/>
                    <a:pt x="49485" y="181298"/>
                  </a:cubicBezTo>
                  <a:lnTo>
                    <a:pt x="49485" y="690"/>
                  </a:lnTo>
                  <a:lnTo>
                    <a:pt x="48275" y="85"/>
                  </a:lnTo>
                  <a:cubicBezTo>
                    <a:pt x="32544" y="5228"/>
                    <a:pt x="21048" y="8253"/>
                    <a:pt x="173" y="13396"/>
                  </a:cubicBezTo>
                  <a:lnTo>
                    <a:pt x="173" y="182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225474-0085-575D-FFAE-EB4553A6A888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7915256" y="4984983"/>
              <a:ext cx="139464" cy="202087"/>
            </a:xfrm>
            <a:custGeom>
              <a:avLst/>
              <a:gdLst>
                <a:gd name="connsiteX0" fmla="*/ 139641 w 139464"/>
                <a:gd name="connsiteY0" fmla="*/ 85 h 202087"/>
                <a:gd name="connsiteX1" fmla="*/ 98800 w 139464"/>
                <a:gd name="connsiteY1" fmla="*/ 85 h 202087"/>
                <a:gd name="connsiteX2" fmla="*/ 98800 w 139464"/>
                <a:gd name="connsiteY2" fmla="*/ 4623 h 202087"/>
                <a:gd name="connsiteX3" fmla="*/ 113321 w 139464"/>
                <a:gd name="connsiteY3" fmla="*/ 12186 h 202087"/>
                <a:gd name="connsiteX4" fmla="*/ 112111 w 139464"/>
                <a:gd name="connsiteY4" fmla="*/ 17329 h 202087"/>
                <a:gd name="connsiteX5" fmla="*/ 82766 w 139464"/>
                <a:gd name="connsiteY5" fmla="*/ 100826 h 202087"/>
                <a:gd name="connsiteX6" fmla="*/ 47975 w 139464"/>
                <a:gd name="connsiteY6" fmla="*/ 24287 h 202087"/>
                <a:gd name="connsiteX7" fmla="*/ 44950 w 139464"/>
                <a:gd name="connsiteY7" fmla="*/ 12791 h 202087"/>
                <a:gd name="connsiteX8" fmla="*/ 62497 w 139464"/>
                <a:gd name="connsiteY8" fmla="*/ 4623 h 202087"/>
                <a:gd name="connsiteX9" fmla="*/ 62497 w 139464"/>
                <a:gd name="connsiteY9" fmla="*/ 85 h 202087"/>
                <a:gd name="connsiteX10" fmla="*/ 176 w 139464"/>
                <a:gd name="connsiteY10" fmla="*/ 85 h 202087"/>
                <a:gd name="connsiteX11" fmla="*/ 176 w 139464"/>
                <a:gd name="connsiteY11" fmla="*/ 4320 h 202087"/>
                <a:gd name="connsiteX12" fmla="*/ 15605 w 139464"/>
                <a:gd name="connsiteY12" fmla="*/ 14001 h 202087"/>
                <a:gd name="connsiteX13" fmla="*/ 50093 w 139464"/>
                <a:gd name="connsiteY13" fmla="*/ 88423 h 202087"/>
                <a:gd name="connsiteX14" fmla="*/ 51001 w 139464"/>
                <a:gd name="connsiteY14" fmla="*/ 90843 h 202087"/>
                <a:gd name="connsiteX15" fmla="*/ 55539 w 139464"/>
                <a:gd name="connsiteY15" fmla="*/ 99919 h 202087"/>
                <a:gd name="connsiteX16" fmla="*/ 68850 w 139464"/>
                <a:gd name="connsiteY16" fmla="*/ 130474 h 202087"/>
                <a:gd name="connsiteX17" fmla="*/ 56749 w 139464"/>
                <a:gd name="connsiteY17" fmla="*/ 163147 h 202087"/>
                <a:gd name="connsiteX18" fmla="*/ 41622 w 139464"/>
                <a:gd name="connsiteY18" fmla="*/ 176760 h 202087"/>
                <a:gd name="connsiteX19" fmla="*/ 34059 w 139464"/>
                <a:gd name="connsiteY19" fmla="*/ 174643 h 202087"/>
                <a:gd name="connsiteX20" fmla="*/ 18025 w 139464"/>
                <a:gd name="connsiteY20" fmla="*/ 171315 h 202087"/>
                <a:gd name="connsiteX21" fmla="*/ 5017 w 139464"/>
                <a:gd name="connsiteY21" fmla="*/ 184626 h 202087"/>
                <a:gd name="connsiteX22" fmla="*/ 27404 w 139464"/>
                <a:gd name="connsiteY22" fmla="*/ 202173 h 202087"/>
                <a:gd name="connsiteX23" fmla="*/ 78531 w 139464"/>
                <a:gd name="connsiteY23" fmla="*/ 141667 h 202087"/>
                <a:gd name="connsiteX24" fmla="*/ 125120 w 139464"/>
                <a:gd name="connsiteY24" fmla="*/ 18236 h 202087"/>
                <a:gd name="connsiteX25" fmla="*/ 139641 w 139464"/>
                <a:gd name="connsiteY25" fmla="*/ 4623 h 202087"/>
                <a:gd name="connsiteX26" fmla="*/ 139641 w 139464"/>
                <a:gd name="connsiteY26" fmla="*/ 85 h 20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464" h="202087">
                  <a:moveTo>
                    <a:pt x="139641" y="85"/>
                  </a:moveTo>
                  <a:lnTo>
                    <a:pt x="98800" y="85"/>
                  </a:lnTo>
                  <a:lnTo>
                    <a:pt x="98800" y="4623"/>
                  </a:lnTo>
                  <a:cubicBezTo>
                    <a:pt x="108481" y="4623"/>
                    <a:pt x="113321" y="7345"/>
                    <a:pt x="113321" y="12186"/>
                  </a:cubicBezTo>
                  <a:cubicBezTo>
                    <a:pt x="113321" y="13396"/>
                    <a:pt x="113019" y="15211"/>
                    <a:pt x="112111" y="17329"/>
                  </a:cubicBezTo>
                  <a:lnTo>
                    <a:pt x="82766" y="100826"/>
                  </a:lnTo>
                  <a:lnTo>
                    <a:pt x="47975" y="24287"/>
                  </a:lnTo>
                  <a:cubicBezTo>
                    <a:pt x="46160" y="20051"/>
                    <a:pt x="44950" y="16119"/>
                    <a:pt x="44950" y="12791"/>
                  </a:cubicBezTo>
                  <a:cubicBezTo>
                    <a:pt x="44950" y="7345"/>
                    <a:pt x="49488" y="5228"/>
                    <a:pt x="62497" y="4623"/>
                  </a:cubicBezTo>
                  <a:lnTo>
                    <a:pt x="62497" y="85"/>
                  </a:lnTo>
                  <a:lnTo>
                    <a:pt x="176" y="85"/>
                  </a:lnTo>
                  <a:lnTo>
                    <a:pt x="176" y="4320"/>
                  </a:lnTo>
                  <a:cubicBezTo>
                    <a:pt x="8042" y="5530"/>
                    <a:pt x="13185" y="8858"/>
                    <a:pt x="15605" y="14001"/>
                  </a:cubicBezTo>
                  <a:lnTo>
                    <a:pt x="50093" y="88423"/>
                  </a:lnTo>
                  <a:lnTo>
                    <a:pt x="51001" y="90843"/>
                  </a:lnTo>
                  <a:lnTo>
                    <a:pt x="55539" y="99919"/>
                  </a:lnTo>
                  <a:cubicBezTo>
                    <a:pt x="64009" y="115045"/>
                    <a:pt x="68850" y="125936"/>
                    <a:pt x="68850" y="130474"/>
                  </a:cubicBezTo>
                  <a:cubicBezTo>
                    <a:pt x="68850" y="135012"/>
                    <a:pt x="61892" y="154071"/>
                    <a:pt x="56749" y="163147"/>
                  </a:cubicBezTo>
                  <a:cubicBezTo>
                    <a:pt x="52513" y="171012"/>
                    <a:pt x="45858" y="176760"/>
                    <a:pt x="41622" y="176760"/>
                  </a:cubicBezTo>
                  <a:cubicBezTo>
                    <a:pt x="39807" y="176760"/>
                    <a:pt x="37084" y="176155"/>
                    <a:pt x="34059" y="174643"/>
                  </a:cubicBezTo>
                  <a:cubicBezTo>
                    <a:pt x="28311" y="172525"/>
                    <a:pt x="23168" y="171315"/>
                    <a:pt x="18025" y="171315"/>
                  </a:cubicBezTo>
                  <a:cubicBezTo>
                    <a:pt x="11067" y="171315"/>
                    <a:pt x="5017" y="177365"/>
                    <a:pt x="5017" y="184626"/>
                  </a:cubicBezTo>
                  <a:cubicBezTo>
                    <a:pt x="5017" y="194609"/>
                    <a:pt x="14697" y="202173"/>
                    <a:pt x="27404" y="202173"/>
                  </a:cubicBezTo>
                  <a:cubicBezTo>
                    <a:pt x="47673" y="202173"/>
                    <a:pt x="62194" y="185231"/>
                    <a:pt x="78531" y="141667"/>
                  </a:cubicBezTo>
                  <a:lnTo>
                    <a:pt x="125120" y="18236"/>
                  </a:lnTo>
                  <a:cubicBezTo>
                    <a:pt x="129053" y="8555"/>
                    <a:pt x="132380" y="5530"/>
                    <a:pt x="139641" y="4623"/>
                  </a:cubicBezTo>
                  <a:lnTo>
                    <a:pt x="139641" y="85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EFCAE09-3028-A157-7EBF-7AC7F7DDA4D2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8067691" y="4914494"/>
              <a:ext cx="71698" cy="206625"/>
            </a:xfrm>
            <a:custGeom>
              <a:avLst/>
              <a:gdLst>
                <a:gd name="connsiteX0" fmla="*/ 48283 w 71698"/>
                <a:gd name="connsiteY0" fmla="*/ 67548 h 206625"/>
                <a:gd name="connsiteX1" fmla="*/ 1391 w 71698"/>
                <a:gd name="connsiteY1" fmla="*/ 84187 h 206625"/>
                <a:gd name="connsiteX2" fmla="*/ 1391 w 71698"/>
                <a:gd name="connsiteY2" fmla="*/ 88725 h 206625"/>
                <a:gd name="connsiteX3" fmla="*/ 3812 w 71698"/>
                <a:gd name="connsiteY3" fmla="*/ 88423 h 206625"/>
                <a:gd name="connsiteX4" fmla="*/ 14097 w 71698"/>
                <a:gd name="connsiteY4" fmla="*/ 87515 h 206625"/>
                <a:gd name="connsiteX5" fmla="*/ 24081 w 71698"/>
                <a:gd name="connsiteY5" fmla="*/ 105667 h 206625"/>
                <a:gd name="connsiteX6" fmla="*/ 24081 w 71698"/>
                <a:gd name="connsiteY6" fmla="*/ 175853 h 206625"/>
                <a:gd name="connsiteX7" fmla="*/ 181 w 71698"/>
                <a:gd name="connsiteY7" fmla="*/ 202173 h 206625"/>
                <a:gd name="connsiteX8" fmla="*/ 181 w 71698"/>
                <a:gd name="connsiteY8" fmla="*/ 206710 h 206625"/>
                <a:gd name="connsiteX9" fmla="*/ 71880 w 71698"/>
                <a:gd name="connsiteY9" fmla="*/ 206710 h 206625"/>
                <a:gd name="connsiteX10" fmla="*/ 71880 w 71698"/>
                <a:gd name="connsiteY10" fmla="*/ 202173 h 206625"/>
                <a:gd name="connsiteX11" fmla="*/ 49493 w 71698"/>
                <a:gd name="connsiteY11" fmla="*/ 175853 h 206625"/>
                <a:gd name="connsiteX12" fmla="*/ 49493 w 71698"/>
                <a:gd name="connsiteY12" fmla="*/ 68456 h 206625"/>
                <a:gd name="connsiteX13" fmla="*/ 48283 w 71698"/>
                <a:gd name="connsiteY13" fmla="*/ 67548 h 206625"/>
                <a:gd name="connsiteX14" fmla="*/ 34064 w 71698"/>
                <a:gd name="connsiteY14" fmla="*/ 85 h 206625"/>
                <a:gd name="connsiteX15" fmla="*/ 18938 w 71698"/>
                <a:gd name="connsiteY15" fmla="*/ 15514 h 206625"/>
                <a:gd name="connsiteX16" fmla="*/ 34064 w 71698"/>
                <a:gd name="connsiteY16" fmla="*/ 30942 h 206625"/>
                <a:gd name="connsiteX17" fmla="*/ 49796 w 71698"/>
                <a:gd name="connsiteY17" fmla="*/ 15514 h 206625"/>
                <a:gd name="connsiteX18" fmla="*/ 34064 w 71698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6625">
                  <a:moveTo>
                    <a:pt x="48283" y="67548"/>
                  </a:moveTo>
                  <a:lnTo>
                    <a:pt x="1391" y="84187"/>
                  </a:lnTo>
                  <a:lnTo>
                    <a:pt x="1391" y="88725"/>
                  </a:lnTo>
                  <a:lnTo>
                    <a:pt x="3812" y="88423"/>
                  </a:lnTo>
                  <a:cubicBezTo>
                    <a:pt x="7442" y="87817"/>
                    <a:pt x="11375" y="87515"/>
                    <a:pt x="14097" y="87515"/>
                  </a:cubicBezTo>
                  <a:cubicBezTo>
                    <a:pt x="21358" y="87515"/>
                    <a:pt x="24081" y="92355"/>
                    <a:pt x="24081" y="105667"/>
                  </a:cubicBezTo>
                  <a:lnTo>
                    <a:pt x="24081" y="175853"/>
                  </a:lnTo>
                  <a:cubicBezTo>
                    <a:pt x="24081" y="197635"/>
                    <a:pt x="21056" y="200962"/>
                    <a:pt x="181" y="202173"/>
                  </a:cubicBezTo>
                  <a:lnTo>
                    <a:pt x="181" y="206710"/>
                  </a:lnTo>
                  <a:lnTo>
                    <a:pt x="71880" y="206710"/>
                  </a:lnTo>
                  <a:lnTo>
                    <a:pt x="71880" y="202173"/>
                  </a:lnTo>
                  <a:cubicBezTo>
                    <a:pt x="51913" y="200660"/>
                    <a:pt x="49493" y="197635"/>
                    <a:pt x="49493" y="175853"/>
                  </a:cubicBezTo>
                  <a:lnTo>
                    <a:pt x="49493" y="68456"/>
                  </a:lnTo>
                  <a:lnTo>
                    <a:pt x="48283" y="67548"/>
                  </a:lnTo>
                  <a:close/>
                  <a:moveTo>
                    <a:pt x="34064" y="85"/>
                  </a:moveTo>
                  <a:cubicBezTo>
                    <a:pt x="25896" y="85"/>
                    <a:pt x="18938" y="7043"/>
                    <a:pt x="18938" y="15514"/>
                  </a:cubicBezTo>
                  <a:cubicBezTo>
                    <a:pt x="18938" y="23984"/>
                    <a:pt x="25593" y="30942"/>
                    <a:pt x="34064" y="30942"/>
                  </a:cubicBezTo>
                  <a:cubicBezTo>
                    <a:pt x="42837" y="30942"/>
                    <a:pt x="49796" y="24287"/>
                    <a:pt x="49796" y="15514"/>
                  </a:cubicBezTo>
                  <a:cubicBezTo>
                    <a:pt x="49796" y="7043"/>
                    <a:pt x="42837" y="85"/>
                    <a:pt x="34064" y="8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B6F052BA-2EB3-E355-024D-A3846CFA84C7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8152106" y="4981958"/>
              <a:ext cx="141885" cy="139162"/>
            </a:xfrm>
            <a:custGeom>
              <a:avLst/>
              <a:gdLst>
                <a:gd name="connsiteX0" fmla="*/ 184 w 141885"/>
                <a:gd name="connsiteY0" fmla="*/ 18841 h 139162"/>
                <a:gd name="connsiteX1" fmla="*/ 8352 w 141885"/>
                <a:gd name="connsiteY1" fmla="*/ 17631 h 139162"/>
                <a:gd name="connsiteX2" fmla="*/ 19546 w 141885"/>
                <a:gd name="connsiteY2" fmla="*/ 36993 h 139162"/>
                <a:gd name="connsiteX3" fmla="*/ 19546 w 141885"/>
                <a:gd name="connsiteY3" fmla="*/ 112020 h 139162"/>
                <a:gd name="connsiteX4" fmla="*/ 789 w 141885"/>
                <a:gd name="connsiteY4" fmla="*/ 134709 h 139162"/>
                <a:gd name="connsiteX5" fmla="*/ 789 w 141885"/>
                <a:gd name="connsiteY5" fmla="*/ 139247 h 139162"/>
                <a:gd name="connsiteX6" fmla="*/ 64925 w 141885"/>
                <a:gd name="connsiteY6" fmla="*/ 139247 h 139162"/>
                <a:gd name="connsiteX7" fmla="*/ 64925 w 141885"/>
                <a:gd name="connsiteY7" fmla="*/ 134709 h 139162"/>
                <a:gd name="connsiteX8" fmla="*/ 44958 w 141885"/>
                <a:gd name="connsiteY8" fmla="*/ 118978 h 139162"/>
                <a:gd name="connsiteX9" fmla="*/ 44958 w 141885"/>
                <a:gd name="connsiteY9" fmla="*/ 33968 h 139162"/>
                <a:gd name="connsiteX10" fmla="*/ 76118 w 141885"/>
                <a:gd name="connsiteY10" fmla="*/ 16724 h 139162"/>
                <a:gd name="connsiteX11" fmla="*/ 98203 w 141885"/>
                <a:gd name="connsiteY11" fmla="*/ 46069 h 139162"/>
                <a:gd name="connsiteX12" fmla="*/ 98203 w 141885"/>
                <a:gd name="connsiteY12" fmla="*/ 109297 h 139162"/>
                <a:gd name="connsiteX13" fmla="*/ 79143 w 141885"/>
                <a:gd name="connsiteY13" fmla="*/ 134709 h 139162"/>
                <a:gd name="connsiteX14" fmla="*/ 79143 w 141885"/>
                <a:gd name="connsiteY14" fmla="*/ 139247 h 139162"/>
                <a:gd name="connsiteX15" fmla="*/ 142069 w 141885"/>
                <a:gd name="connsiteY15" fmla="*/ 139247 h 139162"/>
                <a:gd name="connsiteX16" fmla="*/ 142069 w 141885"/>
                <a:gd name="connsiteY16" fmla="*/ 134709 h 139162"/>
                <a:gd name="connsiteX17" fmla="*/ 123615 w 141885"/>
                <a:gd name="connsiteY17" fmla="*/ 114742 h 139162"/>
                <a:gd name="connsiteX18" fmla="*/ 123615 w 141885"/>
                <a:gd name="connsiteY18" fmla="*/ 45464 h 139162"/>
                <a:gd name="connsiteX19" fmla="*/ 87917 w 141885"/>
                <a:gd name="connsiteY19" fmla="*/ 85 h 139162"/>
                <a:gd name="connsiteX20" fmla="*/ 44050 w 141885"/>
                <a:gd name="connsiteY20" fmla="*/ 24589 h 139162"/>
                <a:gd name="connsiteX21" fmla="*/ 44050 w 141885"/>
                <a:gd name="connsiteY21" fmla="*/ 690 h 139162"/>
                <a:gd name="connsiteX22" fmla="*/ 41933 w 141885"/>
                <a:gd name="connsiteY22" fmla="*/ 85 h 139162"/>
                <a:gd name="connsiteX23" fmla="*/ 184 w 141885"/>
                <a:gd name="connsiteY23" fmla="*/ 13698 h 139162"/>
                <a:gd name="connsiteX24" fmla="*/ 184 w 141885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162">
                  <a:moveTo>
                    <a:pt x="184" y="18841"/>
                  </a:moveTo>
                  <a:cubicBezTo>
                    <a:pt x="1999" y="17934"/>
                    <a:pt x="5024" y="17631"/>
                    <a:pt x="8352" y="17631"/>
                  </a:cubicBezTo>
                  <a:cubicBezTo>
                    <a:pt x="16823" y="17631"/>
                    <a:pt x="19546" y="22169"/>
                    <a:pt x="19546" y="36993"/>
                  </a:cubicBezTo>
                  <a:lnTo>
                    <a:pt x="19546" y="112020"/>
                  </a:lnTo>
                  <a:cubicBezTo>
                    <a:pt x="19546" y="129264"/>
                    <a:pt x="16218" y="133499"/>
                    <a:pt x="789" y="134709"/>
                  </a:cubicBezTo>
                  <a:lnTo>
                    <a:pt x="789" y="139247"/>
                  </a:lnTo>
                  <a:lnTo>
                    <a:pt x="64925" y="139247"/>
                  </a:lnTo>
                  <a:lnTo>
                    <a:pt x="64925" y="134709"/>
                  </a:lnTo>
                  <a:cubicBezTo>
                    <a:pt x="49496" y="133499"/>
                    <a:pt x="44958" y="129869"/>
                    <a:pt x="44958" y="118978"/>
                  </a:cubicBezTo>
                  <a:lnTo>
                    <a:pt x="44958" y="33968"/>
                  </a:lnTo>
                  <a:cubicBezTo>
                    <a:pt x="59479" y="20354"/>
                    <a:pt x="66135" y="16724"/>
                    <a:pt x="76118" y="16724"/>
                  </a:cubicBezTo>
                  <a:cubicBezTo>
                    <a:pt x="90942" y="16724"/>
                    <a:pt x="98203" y="26102"/>
                    <a:pt x="98203" y="46069"/>
                  </a:cubicBezTo>
                  <a:lnTo>
                    <a:pt x="98203" y="109297"/>
                  </a:lnTo>
                  <a:cubicBezTo>
                    <a:pt x="98203" y="128356"/>
                    <a:pt x="94270" y="133499"/>
                    <a:pt x="79143" y="134709"/>
                  </a:cubicBezTo>
                  <a:lnTo>
                    <a:pt x="79143" y="139247"/>
                  </a:lnTo>
                  <a:lnTo>
                    <a:pt x="142069" y="139247"/>
                  </a:lnTo>
                  <a:lnTo>
                    <a:pt x="142069" y="134709"/>
                  </a:lnTo>
                  <a:cubicBezTo>
                    <a:pt x="127245" y="133196"/>
                    <a:pt x="123615" y="129566"/>
                    <a:pt x="123615" y="114742"/>
                  </a:cubicBezTo>
                  <a:lnTo>
                    <a:pt x="123615" y="45464"/>
                  </a:lnTo>
                  <a:cubicBezTo>
                    <a:pt x="123615" y="17026"/>
                    <a:pt x="110304" y="85"/>
                    <a:pt x="87917" y="85"/>
                  </a:cubicBezTo>
                  <a:cubicBezTo>
                    <a:pt x="74000" y="85"/>
                    <a:pt x="64622" y="5228"/>
                    <a:pt x="44050" y="24589"/>
                  </a:cubicBezTo>
                  <a:lnTo>
                    <a:pt x="44050" y="690"/>
                  </a:lnTo>
                  <a:lnTo>
                    <a:pt x="41933" y="85"/>
                  </a:lnTo>
                  <a:cubicBezTo>
                    <a:pt x="27109" y="5530"/>
                    <a:pt x="16823" y="8858"/>
                    <a:pt x="184" y="13698"/>
                  </a:cubicBezTo>
                  <a:lnTo>
                    <a:pt x="184" y="1884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B7950DCB-06E9-1956-7606-0F783D9EC3B7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8307567" y="4981958"/>
              <a:ext cx="133716" cy="205113"/>
            </a:xfrm>
            <a:custGeom>
              <a:avLst/>
              <a:gdLst>
                <a:gd name="connsiteX0" fmla="*/ 133906 w 133716"/>
                <a:gd name="connsiteY0" fmla="*/ 21867 h 205113"/>
                <a:gd name="connsiteX1" fmla="*/ 133906 w 133716"/>
                <a:gd name="connsiteY1" fmla="*/ 10068 h 205113"/>
                <a:gd name="connsiteX2" fmla="*/ 110611 w 133716"/>
                <a:gd name="connsiteY2" fmla="*/ 10068 h 205113"/>
                <a:gd name="connsiteX3" fmla="*/ 93972 w 133716"/>
                <a:gd name="connsiteY3" fmla="*/ 7043 h 205113"/>
                <a:gd name="connsiteX4" fmla="*/ 87317 w 133716"/>
                <a:gd name="connsiteY4" fmla="*/ 4623 h 205113"/>
                <a:gd name="connsiteX5" fmla="*/ 63115 w 133716"/>
                <a:gd name="connsiteY5" fmla="*/ 85 h 205113"/>
                <a:gd name="connsiteX6" fmla="*/ 12593 w 133716"/>
                <a:gd name="connsiteY6" fmla="*/ 49397 h 205113"/>
                <a:gd name="connsiteX7" fmla="*/ 40728 w 133716"/>
                <a:gd name="connsiteY7" fmla="*/ 89935 h 205113"/>
                <a:gd name="connsiteX8" fmla="*/ 27719 w 133716"/>
                <a:gd name="connsiteY8" fmla="*/ 102036 h 205113"/>
                <a:gd name="connsiteX9" fmla="*/ 13803 w 133716"/>
                <a:gd name="connsiteY9" fmla="*/ 122911 h 205113"/>
                <a:gd name="connsiteX10" fmla="*/ 29837 w 133716"/>
                <a:gd name="connsiteY10" fmla="*/ 138944 h 205113"/>
                <a:gd name="connsiteX11" fmla="*/ 189 w 133716"/>
                <a:gd name="connsiteY11" fmla="*/ 175853 h 205113"/>
                <a:gd name="connsiteX12" fmla="*/ 52526 w 133716"/>
                <a:gd name="connsiteY12" fmla="*/ 205198 h 205113"/>
                <a:gd name="connsiteX13" fmla="*/ 114544 w 133716"/>
                <a:gd name="connsiteY13" fmla="*/ 184626 h 205113"/>
                <a:gd name="connsiteX14" fmla="*/ 131183 w 133716"/>
                <a:gd name="connsiteY14" fmla="*/ 154071 h 205113"/>
                <a:gd name="connsiteX15" fmla="*/ 94577 w 133716"/>
                <a:gd name="connsiteY15" fmla="*/ 121700 h 205113"/>
                <a:gd name="connsiteX16" fmla="*/ 55551 w 133716"/>
                <a:gd name="connsiteY16" fmla="*/ 119885 h 205113"/>
                <a:gd name="connsiteX17" fmla="*/ 31954 w 133716"/>
                <a:gd name="connsiteY17" fmla="*/ 111717 h 205113"/>
                <a:gd name="connsiteX18" fmla="*/ 50106 w 133716"/>
                <a:gd name="connsiteY18" fmla="*/ 92658 h 205113"/>
                <a:gd name="connsiteX19" fmla="*/ 55854 w 133716"/>
                <a:gd name="connsiteY19" fmla="*/ 93263 h 205113"/>
                <a:gd name="connsiteX20" fmla="*/ 67350 w 133716"/>
                <a:gd name="connsiteY20" fmla="*/ 94170 h 205113"/>
                <a:gd name="connsiteX21" fmla="*/ 100023 w 133716"/>
                <a:gd name="connsiteY21" fmla="*/ 81464 h 205113"/>
                <a:gd name="connsiteX22" fmla="*/ 114544 w 133716"/>
                <a:gd name="connsiteY22" fmla="*/ 47279 h 205113"/>
                <a:gd name="connsiteX23" fmla="*/ 108796 w 133716"/>
                <a:gd name="connsiteY23" fmla="*/ 21867 h 205113"/>
                <a:gd name="connsiteX24" fmla="*/ 133906 w 133716"/>
                <a:gd name="connsiteY24" fmla="*/ 21867 h 205113"/>
                <a:gd name="connsiteX25" fmla="*/ 36190 w 133716"/>
                <a:gd name="connsiteY25" fmla="*/ 139852 h 205113"/>
                <a:gd name="connsiteX26" fmla="*/ 85199 w 133716"/>
                <a:gd name="connsiteY26" fmla="*/ 143785 h 205113"/>
                <a:gd name="connsiteX27" fmla="*/ 122712 w 133716"/>
                <a:gd name="connsiteY27" fmla="*/ 158609 h 205113"/>
                <a:gd name="connsiteX28" fmla="*/ 65535 w 133716"/>
                <a:gd name="connsiteY28" fmla="*/ 187954 h 205113"/>
                <a:gd name="connsiteX29" fmla="*/ 21366 w 133716"/>
                <a:gd name="connsiteY29" fmla="*/ 165869 h 205113"/>
                <a:gd name="connsiteX30" fmla="*/ 36190 w 133716"/>
                <a:gd name="connsiteY30" fmla="*/ 139852 h 205113"/>
                <a:gd name="connsiteX31" fmla="*/ 37702 w 133716"/>
                <a:gd name="connsiteY31" fmla="*/ 36993 h 205113"/>
                <a:gd name="connsiteX32" fmla="*/ 60089 w 133716"/>
                <a:gd name="connsiteY32" fmla="*/ 8555 h 205113"/>
                <a:gd name="connsiteX33" fmla="*/ 82174 w 133716"/>
                <a:gd name="connsiteY33" fmla="*/ 22774 h 205113"/>
                <a:gd name="connsiteX34" fmla="*/ 91250 w 133716"/>
                <a:gd name="connsiteY34" fmla="*/ 59077 h 205113"/>
                <a:gd name="connsiteX35" fmla="*/ 68560 w 133716"/>
                <a:gd name="connsiteY35" fmla="*/ 86607 h 205113"/>
                <a:gd name="connsiteX36" fmla="*/ 37702 w 133716"/>
                <a:gd name="connsiteY36" fmla="*/ 37901 h 205113"/>
                <a:gd name="connsiteX37" fmla="*/ 37702 w 133716"/>
                <a:gd name="connsiteY37" fmla="*/ 36993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716" h="205113">
                  <a:moveTo>
                    <a:pt x="133906" y="21867"/>
                  </a:moveTo>
                  <a:lnTo>
                    <a:pt x="133906" y="10068"/>
                  </a:lnTo>
                  <a:lnTo>
                    <a:pt x="110611" y="10068"/>
                  </a:lnTo>
                  <a:cubicBezTo>
                    <a:pt x="104561" y="10068"/>
                    <a:pt x="100023" y="9160"/>
                    <a:pt x="93972" y="7043"/>
                  </a:cubicBezTo>
                  <a:lnTo>
                    <a:pt x="87317" y="4623"/>
                  </a:lnTo>
                  <a:cubicBezTo>
                    <a:pt x="79148" y="1597"/>
                    <a:pt x="70980" y="85"/>
                    <a:pt x="63115" y="85"/>
                  </a:cubicBezTo>
                  <a:cubicBezTo>
                    <a:pt x="34980" y="85"/>
                    <a:pt x="12593" y="21867"/>
                    <a:pt x="12593" y="49397"/>
                  </a:cubicBezTo>
                  <a:cubicBezTo>
                    <a:pt x="12593" y="68456"/>
                    <a:pt x="20761" y="79952"/>
                    <a:pt x="40728" y="89935"/>
                  </a:cubicBezTo>
                  <a:cubicBezTo>
                    <a:pt x="34980" y="95381"/>
                    <a:pt x="29534" y="100524"/>
                    <a:pt x="27719" y="102036"/>
                  </a:cubicBezTo>
                  <a:cubicBezTo>
                    <a:pt x="17735" y="110810"/>
                    <a:pt x="13803" y="116860"/>
                    <a:pt x="13803" y="122911"/>
                  </a:cubicBezTo>
                  <a:cubicBezTo>
                    <a:pt x="13803" y="129264"/>
                    <a:pt x="17433" y="132894"/>
                    <a:pt x="29837" y="138944"/>
                  </a:cubicBezTo>
                  <a:cubicBezTo>
                    <a:pt x="8357" y="154676"/>
                    <a:pt x="189" y="164659"/>
                    <a:pt x="189" y="175853"/>
                  </a:cubicBezTo>
                  <a:cubicBezTo>
                    <a:pt x="189" y="191887"/>
                    <a:pt x="23786" y="205198"/>
                    <a:pt x="52526" y="205198"/>
                  </a:cubicBezTo>
                  <a:cubicBezTo>
                    <a:pt x="75216" y="205198"/>
                    <a:pt x="98813" y="197332"/>
                    <a:pt x="114544" y="184626"/>
                  </a:cubicBezTo>
                  <a:cubicBezTo>
                    <a:pt x="126040" y="175248"/>
                    <a:pt x="131183" y="165567"/>
                    <a:pt x="131183" y="154071"/>
                  </a:cubicBezTo>
                  <a:cubicBezTo>
                    <a:pt x="131183" y="135314"/>
                    <a:pt x="116964" y="122608"/>
                    <a:pt x="94577" y="121700"/>
                  </a:cubicBezTo>
                  <a:lnTo>
                    <a:pt x="55551" y="119885"/>
                  </a:lnTo>
                  <a:cubicBezTo>
                    <a:pt x="39517" y="119280"/>
                    <a:pt x="31954" y="116558"/>
                    <a:pt x="31954" y="111717"/>
                  </a:cubicBezTo>
                  <a:cubicBezTo>
                    <a:pt x="31954" y="105667"/>
                    <a:pt x="41938" y="95078"/>
                    <a:pt x="50106" y="92658"/>
                  </a:cubicBezTo>
                  <a:cubicBezTo>
                    <a:pt x="52829" y="92960"/>
                    <a:pt x="54946" y="93263"/>
                    <a:pt x="55854" y="93263"/>
                  </a:cubicBezTo>
                  <a:cubicBezTo>
                    <a:pt x="61602" y="93868"/>
                    <a:pt x="65535" y="94170"/>
                    <a:pt x="67350" y="94170"/>
                  </a:cubicBezTo>
                  <a:cubicBezTo>
                    <a:pt x="78543" y="94170"/>
                    <a:pt x="90644" y="89633"/>
                    <a:pt x="100023" y="81464"/>
                  </a:cubicBezTo>
                  <a:cubicBezTo>
                    <a:pt x="110006" y="72994"/>
                    <a:pt x="114544" y="62405"/>
                    <a:pt x="114544" y="47279"/>
                  </a:cubicBezTo>
                  <a:cubicBezTo>
                    <a:pt x="114544" y="38506"/>
                    <a:pt x="113031" y="31547"/>
                    <a:pt x="108796" y="21867"/>
                  </a:cubicBezTo>
                  <a:lnTo>
                    <a:pt x="133906" y="21867"/>
                  </a:lnTo>
                  <a:close/>
                  <a:moveTo>
                    <a:pt x="36190" y="139852"/>
                  </a:moveTo>
                  <a:cubicBezTo>
                    <a:pt x="46173" y="141970"/>
                    <a:pt x="70375" y="143785"/>
                    <a:pt x="85199" y="143785"/>
                  </a:cubicBezTo>
                  <a:cubicBezTo>
                    <a:pt x="112729" y="143785"/>
                    <a:pt x="122712" y="147718"/>
                    <a:pt x="122712" y="158609"/>
                  </a:cubicBezTo>
                  <a:cubicBezTo>
                    <a:pt x="122712" y="176155"/>
                    <a:pt x="99720" y="187954"/>
                    <a:pt x="65535" y="187954"/>
                  </a:cubicBezTo>
                  <a:cubicBezTo>
                    <a:pt x="38912" y="187954"/>
                    <a:pt x="21366" y="179181"/>
                    <a:pt x="21366" y="165869"/>
                  </a:cubicBezTo>
                  <a:cubicBezTo>
                    <a:pt x="21366" y="158911"/>
                    <a:pt x="23484" y="154978"/>
                    <a:pt x="36190" y="139852"/>
                  </a:cubicBezTo>
                  <a:close/>
                  <a:moveTo>
                    <a:pt x="37702" y="36993"/>
                  </a:moveTo>
                  <a:cubicBezTo>
                    <a:pt x="37702" y="19144"/>
                    <a:pt x="46173" y="8555"/>
                    <a:pt x="60089" y="8555"/>
                  </a:cubicBezTo>
                  <a:cubicBezTo>
                    <a:pt x="69468" y="8555"/>
                    <a:pt x="77333" y="13698"/>
                    <a:pt x="82174" y="22774"/>
                  </a:cubicBezTo>
                  <a:cubicBezTo>
                    <a:pt x="87619" y="33363"/>
                    <a:pt x="91250" y="47279"/>
                    <a:pt x="91250" y="59077"/>
                  </a:cubicBezTo>
                  <a:cubicBezTo>
                    <a:pt x="91250" y="76019"/>
                    <a:pt x="82476" y="86607"/>
                    <a:pt x="68560" y="86607"/>
                  </a:cubicBezTo>
                  <a:cubicBezTo>
                    <a:pt x="50408" y="86607"/>
                    <a:pt x="37702" y="66943"/>
                    <a:pt x="37702" y="37901"/>
                  </a:cubicBezTo>
                  <a:lnTo>
                    <a:pt x="37702" y="36993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9501081D-C653-373F-50E0-29C03043D679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8530473" y="4920848"/>
              <a:ext cx="176978" cy="200272"/>
            </a:xfrm>
            <a:custGeom>
              <a:avLst/>
              <a:gdLst>
                <a:gd name="connsiteX0" fmla="*/ 177175 w 176978"/>
                <a:gd name="connsiteY0" fmla="*/ 149230 h 200272"/>
                <a:gd name="connsiteX1" fmla="*/ 168704 w 176978"/>
                <a:gd name="connsiteY1" fmla="*/ 149230 h 200272"/>
                <a:gd name="connsiteX2" fmla="*/ 97308 w 176978"/>
                <a:gd name="connsiteY2" fmla="*/ 189164 h 200272"/>
                <a:gd name="connsiteX3" fmla="*/ 89139 w 176978"/>
                <a:gd name="connsiteY3" fmla="*/ 189164 h 200272"/>
                <a:gd name="connsiteX4" fmla="*/ 59492 w 176978"/>
                <a:gd name="connsiteY4" fmla="*/ 185534 h 200272"/>
                <a:gd name="connsiteX5" fmla="*/ 57374 w 176978"/>
                <a:gd name="connsiteY5" fmla="*/ 176155 h 200272"/>
                <a:gd name="connsiteX6" fmla="*/ 57374 w 176978"/>
                <a:gd name="connsiteY6" fmla="*/ 101431 h 200272"/>
                <a:gd name="connsiteX7" fmla="*/ 103963 w 176978"/>
                <a:gd name="connsiteY7" fmla="*/ 101431 h 200272"/>
                <a:gd name="connsiteX8" fmla="*/ 137241 w 176978"/>
                <a:gd name="connsiteY8" fmla="*/ 130474 h 200272"/>
                <a:gd name="connsiteX9" fmla="*/ 144199 w 176978"/>
                <a:gd name="connsiteY9" fmla="*/ 130474 h 200272"/>
                <a:gd name="connsiteX10" fmla="*/ 144199 w 176978"/>
                <a:gd name="connsiteY10" fmla="*/ 60288 h 200272"/>
                <a:gd name="connsiteX11" fmla="*/ 137241 w 176978"/>
                <a:gd name="connsiteY11" fmla="*/ 60288 h 200272"/>
                <a:gd name="connsiteX12" fmla="*/ 130585 w 176978"/>
                <a:gd name="connsiteY12" fmla="*/ 81464 h 200272"/>
                <a:gd name="connsiteX13" fmla="*/ 103963 w 176978"/>
                <a:gd name="connsiteY13" fmla="*/ 89028 h 200272"/>
                <a:gd name="connsiteX14" fmla="*/ 57374 w 176978"/>
                <a:gd name="connsiteY14" fmla="*/ 89028 h 200272"/>
                <a:gd name="connsiteX15" fmla="*/ 57374 w 176978"/>
                <a:gd name="connsiteY15" fmla="*/ 21867 h 200272"/>
                <a:gd name="connsiteX16" fmla="*/ 67357 w 176978"/>
                <a:gd name="connsiteY16" fmla="*/ 11581 h 200272"/>
                <a:gd name="connsiteX17" fmla="*/ 108198 w 176978"/>
                <a:gd name="connsiteY17" fmla="*/ 11581 h 200272"/>
                <a:gd name="connsiteX18" fmla="*/ 154183 w 176978"/>
                <a:gd name="connsiteY18" fmla="*/ 43346 h 200272"/>
                <a:gd name="connsiteX19" fmla="*/ 161746 w 176978"/>
                <a:gd name="connsiteY19" fmla="*/ 43346 h 200272"/>
                <a:gd name="connsiteX20" fmla="*/ 160838 w 176978"/>
                <a:gd name="connsiteY20" fmla="*/ 85 h 200272"/>
                <a:gd name="connsiteX21" fmla="*/ 196 w 176978"/>
                <a:gd name="connsiteY21" fmla="*/ 85 h 200272"/>
                <a:gd name="connsiteX22" fmla="*/ 196 w 176978"/>
                <a:gd name="connsiteY22" fmla="*/ 5833 h 200272"/>
                <a:gd name="connsiteX23" fmla="*/ 26516 w 176978"/>
                <a:gd name="connsiteY23" fmla="*/ 33060 h 200272"/>
                <a:gd name="connsiteX24" fmla="*/ 26516 w 176978"/>
                <a:gd name="connsiteY24" fmla="*/ 167382 h 200272"/>
                <a:gd name="connsiteX25" fmla="*/ 196 w 176978"/>
                <a:gd name="connsiteY25" fmla="*/ 194609 h 200272"/>
                <a:gd name="connsiteX26" fmla="*/ 196 w 176978"/>
                <a:gd name="connsiteY26" fmla="*/ 200357 h 200272"/>
                <a:gd name="connsiteX27" fmla="*/ 163561 w 176978"/>
                <a:gd name="connsiteY27" fmla="*/ 200357 h 200272"/>
                <a:gd name="connsiteX28" fmla="*/ 177175 w 176978"/>
                <a:gd name="connsiteY28" fmla="*/ 149230 h 20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978" h="200272">
                  <a:moveTo>
                    <a:pt x="177175" y="149230"/>
                  </a:moveTo>
                  <a:lnTo>
                    <a:pt x="168704" y="149230"/>
                  </a:lnTo>
                  <a:cubicBezTo>
                    <a:pt x="153578" y="181903"/>
                    <a:pt x="140569" y="189164"/>
                    <a:pt x="97308" y="189164"/>
                  </a:cubicBezTo>
                  <a:lnTo>
                    <a:pt x="89139" y="189164"/>
                  </a:lnTo>
                  <a:cubicBezTo>
                    <a:pt x="74315" y="189164"/>
                    <a:pt x="61609" y="187651"/>
                    <a:pt x="59492" y="185534"/>
                  </a:cubicBezTo>
                  <a:cubicBezTo>
                    <a:pt x="57979" y="184626"/>
                    <a:pt x="57374" y="181298"/>
                    <a:pt x="57374" y="176155"/>
                  </a:cubicBezTo>
                  <a:lnTo>
                    <a:pt x="57374" y="101431"/>
                  </a:lnTo>
                  <a:lnTo>
                    <a:pt x="103963" y="101431"/>
                  </a:lnTo>
                  <a:cubicBezTo>
                    <a:pt x="128770" y="101431"/>
                    <a:pt x="133308" y="105364"/>
                    <a:pt x="137241" y="130474"/>
                  </a:cubicBezTo>
                  <a:lnTo>
                    <a:pt x="144199" y="130474"/>
                  </a:lnTo>
                  <a:lnTo>
                    <a:pt x="144199" y="60288"/>
                  </a:lnTo>
                  <a:lnTo>
                    <a:pt x="137241" y="60288"/>
                  </a:lnTo>
                  <a:cubicBezTo>
                    <a:pt x="135123" y="72691"/>
                    <a:pt x="133913" y="77229"/>
                    <a:pt x="130585" y="81464"/>
                  </a:cubicBezTo>
                  <a:cubicBezTo>
                    <a:pt x="126653" y="86607"/>
                    <a:pt x="118182" y="89028"/>
                    <a:pt x="103963" y="89028"/>
                  </a:cubicBezTo>
                  <a:lnTo>
                    <a:pt x="57374" y="89028"/>
                  </a:lnTo>
                  <a:lnTo>
                    <a:pt x="57374" y="21867"/>
                  </a:lnTo>
                  <a:cubicBezTo>
                    <a:pt x="57374" y="13396"/>
                    <a:pt x="59189" y="11581"/>
                    <a:pt x="67357" y="11581"/>
                  </a:cubicBezTo>
                  <a:lnTo>
                    <a:pt x="108198" y="11581"/>
                  </a:lnTo>
                  <a:cubicBezTo>
                    <a:pt x="142384" y="11581"/>
                    <a:pt x="149040" y="16119"/>
                    <a:pt x="154183" y="43346"/>
                  </a:cubicBezTo>
                  <a:lnTo>
                    <a:pt x="161746" y="43346"/>
                  </a:lnTo>
                  <a:lnTo>
                    <a:pt x="160838" y="85"/>
                  </a:lnTo>
                  <a:lnTo>
                    <a:pt x="196" y="85"/>
                  </a:lnTo>
                  <a:lnTo>
                    <a:pt x="196" y="5833"/>
                  </a:lnTo>
                  <a:cubicBezTo>
                    <a:pt x="22583" y="7648"/>
                    <a:pt x="26516" y="11883"/>
                    <a:pt x="26516" y="33060"/>
                  </a:cubicBezTo>
                  <a:lnTo>
                    <a:pt x="26516" y="167382"/>
                  </a:lnTo>
                  <a:cubicBezTo>
                    <a:pt x="26516" y="188559"/>
                    <a:pt x="22281" y="193097"/>
                    <a:pt x="196" y="194609"/>
                  </a:cubicBezTo>
                  <a:lnTo>
                    <a:pt x="196" y="200357"/>
                  </a:lnTo>
                  <a:lnTo>
                    <a:pt x="163561" y="200357"/>
                  </a:lnTo>
                  <a:lnTo>
                    <a:pt x="177175" y="149230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B96D203A-DB6B-A8DF-4B4D-F0D9E79B5FF8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8719640" y="4981655"/>
              <a:ext cx="140372" cy="205113"/>
            </a:xfrm>
            <a:custGeom>
              <a:avLst/>
              <a:gdLst>
                <a:gd name="connsiteX0" fmla="*/ 101852 w 140372"/>
                <a:gd name="connsiteY0" fmla="*/ 10976 h 205113"/>
                <a:gd name="connsiteX1" fmla="*/ 67061 w 140372"/>
                <a:gd name="connsiteY1" fmla="*/ 85 h 205113"/>
                <a:gd name="connsiteX2" fmla="*/ 203 w 140372"/>
                <a:gd name="connsiteY2" fmla="*/ 77532 h 205113"/>
                <a:gd name="connsiteX3" fmla="*/ 48607 w 140372"/>
                <a:gd name="connsiteY3" fmla="*/ 142575 h 205113"/>
                <a:gd name="connsiteX4" fmla="*/ 96104 w 140372"/>
                <a:gd name="connsiteY4" fmla="*/ 120188 h 205113"/>
                <a:gd name="connsiteX5" fmla="*/ 96104 w 140372"/>
                <a:gd name="connsiteY5" fmla="*/ 177063 h 205113"/>
                <a:gd name="connsiteX6" fmla="*/ 69179 w 140372"/>
                <a:gd name="connsiteY6" fmla="*/ 200055 h 205113"/>
                <a:gd name="connsiteX7" fmla="*/ 69179 w 140372"/>
                <a:gd name="connsiteY7" fmla="*/ 205198 h 205113"/>
                <a:gd name="connsiteX8" fmla="*/ 140575 w 140372"/>
                <a:gd name="connsiteY8" fmla="*/ 205198 h 205113"/>
                <a:gd name="connsiteX9" fmla="*/ 140575 w 140372"/>
                <a:gd name="connsiteY9" fmla="*/ 200962 h 205113"/>
                <a:gd name="connsiteX10" fmla="*/ 121516 w 140372"/>
                <a:gd name="connsiteY10" fmla="*/ 182206 h 205113"/>
                <a:gd name="connsiteX11" fmla="*/ 121516 w 140372"/>
                <a:gd name="connsiteY11" fmla="*/ 1295 h 205113"/>
                <a:gd name="connsiteX12" fmla="*/ 118188 w 140372"/>
                <a:gd name="connsiteY12" fmla="*/ 1295 h 205113"/>
                <a:gd name="connsiteX13" fmla="*/ 101852 w 140372"/>
                <a:gd name="connsiteY13" fmla="*/ 10976 h 205113"/>
                <a:gd name="connsiteX14" fmla="*/ 96104 w 140372"/>
                <a:gd name="connsiteY14" fmla="*/ 101129 h 205113"/>
                <a:gd name="connsiteX15" fmla="*/ 91868 w 140372"/>
                <a:gd name="connsiteY15" fmla="*/ 114742 h 205113"/>
                <a:gd name="connsiteX16" fmla="*/ 65851 w 140372"/>
                <a:gd name="connsiteY16" fmla="*/ 124121 h 205113"/>
                <a:gd name="connsiteX17" fmla="*/ 42254 w 140372"/>
                <a:gd name="connsiteY17" fmla="*/ 115045 h 205113"/>
                <a:gd name="connsiteX18" fmla="*/ 26220 w 140372"/>
                <a:gd name="connsiteY18" fmla="*/ 66641 h 205113"/>
                <a:gd name="connsiteX19" fmla="*/ 67969 w 140372"/>
                <a:gd name="connsiteY19" fmla="*/ 8555 h 205113"/>
                <a:gd name="connsiteX20" fmla="*/ 96104 w 140372"/>
                <a:gd name="connsiteY20" fmla="*/ 38808 h 205113"/>
                <a:gd name="connsiteX21" fmla="*/ 96104 w 140372"/>
                <a:gd name="connsiteY21" fmla="*/ 101129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0372" h="205113">
                  <a:moveTo>
                    <a:pt x="101852" y="10976"/>
                  </a:moveTo>
                  <a:cubicBezTo>
                    <a:pt x="87935" y="2807"/>
                    <a:pt x="78859" y="85"/>
                    <a:pt x="67061" y="85"/>
                  </a:cubicBezTo>
                  <a:cubicBezTo>
                    <a:pt x="29245" y="85"/>
                    <a:pt x="203" y="33968"/>
                    <a:pt x="203" y="77532"/>
                  </a:cubicBezTo>
                  <a:cubicBezTo>
                    <a:pt x="203" y="115650"/>
                    <a:pt x="20169" y="142575"/>
                    <a:pt x="48607" y="142575"/>
                  </a:cubicBezTo>
                  <a:cubicBezTo>
                    <a:pt x="66153" y="142575"/>
                    <a:pt x="82792" y="134709"/>
                    <a:pt x="96104" y="120188"/>
                  </a:cubicBezTo>
                  <a:lnTo>
                    <a:pt x="96104" y="177063"/>
                  </a:lnTo>
                  <a:cubicBezTo>
                    <a:pt x="96104" y="194004"/>
                    <a:pt x="90658" y="198542"/>
                    <a:pt x="69179" y="200055"/>
                  </a:cubicBezTo>
                  <a:lnTo>
                    <a:pt x="69179" y="205198"/>
                  </a:lnTo>
                  <a:lnTo>
                    <a:pt x="140575" y="205198"/>
                  </a:lnTo>
                  <a:lnTo>
                    <a:pt x="140575" y="200962"/>
                  </a:lnTo>
                  <a:cubicBezTo>
                    <a:pt x="123936" y="197332"/>
                    <a:pt x="121516" y="194912"/>
                    <a:pt x="121516" y="182206"/>
                  </a:cubicBezTo>
                  <a:lnTo>
                    <a:pt x="121516" y="1295"/>
                  </a:lnTo>
                  <a:lnTo>
                    <a:pt x="118188" y="1295"/>
                  </a:lnTo>
                  <a:lnTo>
                    <a:pt x="101852" y="10976"/>
                  </a:lnTo>
                  <a:close/>
                  <a:moveTo>
                    <a:pt x="96104" y="101129"/>
                  </a:moveTo>
                  <a:cubicBezTo>
                    <a:pt x="96104" y="108389"/>
                    <a:pt x="94893" y="112322"/>
                    <a:pt x="91868" y="114742"/>
                  </a:cubicBezTo>
                  <a:cubicBezTo>
                    <a:pt x="85213" y="120490"/>
                    <a:pt x="75229" y="124121"/>
                    <a:pt x="65851" y="124121"/>
                  </a:cubicBezTo>
                  <a:cubicBezTo>
                    <a:pt x="56472" y="124121"/>
                    <a:pt x="48304" y="121095"/>
                    <a:pt x="42254" y="115045"/>
                  </a:cubicBezTo>
                  <a:cubicBezTo>
                    <a:pt x="32573" y="106272"/>
                    <a:pt x="26220" y="86607"/>
                    <a:pt x="26220" y="66641"/>
                  </a:cubicBezTo>
                  <a:cubicBezTo>
                    <a:pt x="26220" y="30942"/>
                    <a:pt x="42254" y="8555"/>
                    <a:pt x="67969" y="8555"/>
                  </a:cubicBezTo>
                  <a:cubicBezTo>
                    <a:pt x="86725" y="8555"/>
                    <a:pt x="96104" y="18539"/>
                    <a:pt x="96104" y="38808"/>
                  </a:cubicBezTo>
                  <a:lnTo>
                    <a:pt x="96104" y="101129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43DF4885-EA68-5394-7420-BCF61FE4DB69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8885387" y="5090868"/>
              <a:ext cx="33580" cy="33580"/>
            </a:xfrm>
            <a:custGeom>
              <a:avLst/>
              <a:gdLst>
                <a:gd name="connsiteX0" fmla="*/ 16846 w 33580"/>
                <a:gd name="connsiteY0" fmla="*/ 85 h 33580"/>
                <a:gd name="connsiteX1" fmla="*/ 207 w 33580"/>
                <a:gd name="connsiteY1" fmla="*/ 17329 h 33580"/>
                <a:gd name="connsiteX2" fmla="*/ 16544 w 33580"/>
                <a:gd name="connsiteY2" fmla="*/ 33665 h 33580"/>
                <a:gd name="connsiteX3" fmla="*/ 33788 w 33580"/>
                <a:gd name="connsiteY3" fmla="*/ 17329 h 33580"/>
                <a:gd name="connsiteX4" fmla="*/ 16846 w 33580"/>
                <a:gd name="connsiteY4" fmla="*/ 85 h 3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580">
                  <a:moveTo>
                    <a:pt x="16846" y="85"/>
                  </a:moveTo>
                  <a:cubicBezTo>
                    <a:pt x="7771" y="85"/>
                    <a:pt x="207" y="7950"/>
                    <a:pt x="207" y="17329"/>
                  </a:cubicBezTo>
                  <a:cubicBezTo>
                    <a:pt x="207" y="26102"/>
                    <a:pt x="7771" y="33665"/>
                    <a:pt x="16544" y="33665"/>
                  </a:cubicBezTo>
                  <a:cubicBezTo>
                    <a:pt x="25922" y="33665"/>
                    <a:pt x="33788" y="26102"/>
                    <a:pt x="33788" y="17329"/>
                  </a:cubicBezTo>
                  <a:cubicBezTo>
                    <a:pt x="33788" y="7950"/>
                    <a:pt x="25922" y="85"/>
                    <a:pt x="16846" y="8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3BD78736-32DC-9C63-F64B-C2EC0FA95EB8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9048781" y="4916612"/>
              <a:ext cx="77446" cy="258055"/>
            </a:xfrm>
            <a:custGeom>
              <a:avLst/>
              <a:gdLst>
                <a:gd name="connsiteX0" fmla="*/ 74937 w 77446"/>
                <a:gd name="connsiteY0" fmla="*/ 85 h 258055"/>
                <a:gd name="connsiteX1" fmla="*/ 32281 w 77446"/>
                <a:gd name="connsiteY1" fmla="*/ 36388 h 258055"/>
                <a:gd name="connsiteX2" fmla="*/ 213 w 77446"/>
                <a:gd name="connsiteY2" fmla="*/ 128356 h 258055"/>
                <a:gd name="connsiteX3" fmla="*/ 38029 w 77446"/>
                <a:gd name="connsiteY3" fmla="*/ 227282 h 258055"/>
                <a:gd name="connsiteX4" fmla="*/ 74030 w 77446"/>
                <a:gd name="connsiteY4" fmla="*/ 258140 h 258055"/>
                <a:gd name="connsiteX5" fmla="*/ 77660 w 77446"/>
                <a:gd name="connsiteY5" fmla="*/ 253300 h 258055"/>
                <a:gd name="connsiteX6" fmla="*/ 36819 w 77446"/>
                <a:gd name="connsiteY6" fmla="*/ 200962 h 258055"/>
                <a:gd name="connsiteX7" fmla="*/ 26230 w 77446"/>
                <a:gd name="connsiteY7" fmla="*/ 127448 h 258055"/>
                <a:gd name="connsiteX8" fmla="*/ 38331 w 77446"/>
                <a:gd name="connsiteY8" fmla="*/ 52119 h 258055"/>
                <a:gd name="connsiteX9" fmla="*/ 77660 w 77446"/>
                <a:gd name="connsiteY9" fmla="*/ 4925 h 258055"/>
                <a:gd name="connsiteX10" fmla="*/ 74937 w 77446"/>
                <a:gd name="connsiteY10" fmla="*/ 85 h 2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446" h="258055">
                  <a:moveTo>
                    <a:pt x="74937" y="85"/>
                  </a:moveTo>
                  <a:cubicBezTo>
                    <a:pt x="52550" y="14606"/>
                    <a:pt x="43474" y="22472"/>
                    <a:pt x="32281" y="36388"/>
                  </a:cubicBezTo>
                  <a:cubicBezTo>
                    <a:pt x="10802" y="62708"/>
                    <a:pt x="213" y="92960"/>
                    <a:pt x="213" y="128356"/>
                  </a:cubicBezTo>
                  <a:cubicBezTo>
                    <a:pt x="213" y="166777"/>
                    <a:pt x="11407" y="196425"/>
                    <a:pt x="38029" y="227282"/>
                  </a:cubicBezTo>
                  <a:cubicBezTo>
                    <a:pt x="50433" y="241804"/>
                    <a:pt x="58298" y="248459"/>
                    <a:pt x="74030" y="258140"/>
                  </a:cubicBezTo>
                  <a:lnTo>
                    <a:pt x="77660" y="253300"/>
                  </a:lnTo>
                  <a:cubicBezTo>
                    <a:pt x="53458" y="234240"/>
                    <a:pt x="44987" y="223652"/>
                    <a:pt x="36819" y="200962"/>
                  </a:cubicBezTo>
                  <a:cubicBezTo>
                    <a:pt x="29558" y="180693"/>
                    <a:pt x="26230" y="157701"/>
                    <a:pt x="26230" y="127448"/>
                  </a:cubicBezTo>
                  <a:cubicBezTo>
                    <a:pt x="26230" y="95683"/>
                    <a:pt x="30163" y="70876"/>
                    <a:pt x="38331" y="52119"/>
                  </a:cubicBezTo>
                  <a:cubicBezTo>
                    <a:pt x="46802" y="33363"/>
                    <a:pt x="55878" y="22472"/>
                    <a:pt x="77660" y="4925"/>
                  </a:cubicBezTo>
                  <a:lnTo>
                    <a:pt x="74937" y="85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794A3B8E-5F2A-706F-F185-BE1F3D8C1142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9146571" y="4981958"/>
              <a:ext cx="122523" cy="142187"/>
            </a:xfrm>
            <a:custGeom>
              <a:avLst/>
              <a:gdLst>
                <a:gd name="connsiteX0" fmla="*/ 122740 w 122523"/>
                <a:gd name="connsiteY0" fmla="*/ 119280 h 142187"/>
                <a:gd name="connsiteX1" fmla="*/ 109429 w 122523"/>
                <a:gd name="connsiteY1" fmla="*/ 125028 h 142187"/>
                <a:gd name="connsiteX2" fmla="*/ 100353 w 122523"/>
                <a:gd name="connsiteY2" fmla="*/ 107482 h 142187"/>
                <a:gd name="connsiteX3" fmla="*/ 100353 w 122523"/>
                <a:gd name="connsiteY3" fmla="*/ 48489 h 142187"/>
                <a:gd name="connsiteX4" fmla="*/ 94302 w 122523"/>
                <a:gd name="connsiteY4" fmla="*/ 16724 h 142187"/>
                <a:gd name="connsiteX5" fmla="*/ 56789 w 122523"/>
                <a:gd name="connsiteY5" fmla="*/ 85 h 142187"/>
                <a:gd name="connsiteX6" fmla="*/ 5964 w 122523"/>
                <a:gd name="connsiteY6" fmla="*/ 33968 h 142187"/>
                <a:gd name="connsiteX7" fmla="*/ 18973 w 122523"/>
                <a:gd name="connsiteY7" fmla="*/ 46976 h 142187"/>
                <a:gd name="connsiteX8" fmla="*/ 32587 w 122523"/>
                <a:gd name="connsiteY8" fmla="*/ 34270 h 142187"/>
                <a:gd name="connsiteX9" fmla="*/ 31982 w 122523"/>
                <a:gd name="connsiteY9" fmla="*/ 29430 h 142187"/>
                <a:gd name="connsiteX10" fmla="*/ 31074 w 122523"/>
                <a:gd name="connsiteY10" fmla="*/ 22169 h 142187"/>
                <a:gd name="connsiteX11" fmla="*/ 52856 w 122523"/>
                <a:gd name="connsiteY11" fmla="*/ 7345 h 142187"/>
                <a:gd name="connsiteX12" fmla="*/ 75848 w 122523"/>
                <a:gd name="connsiteY12" fmla="*/ 32455 h 142187"/>
                <a:gd name="connsiteX13" fmla="*/ 75848 w 122523"/>
                <a:gd name="connsiteY13" fmla="*/ 50909 h 142187"/>
                <a:gd name="connsiteX14" fmla="*/ 11107 w 122523"/>
                <a:gd name="connsiteY14" fmla="*/ 83582 h 142187"/>
                <a:gd name="connsiteX15" fmla="*/ 216 w 122523"/>
                <a:gd name="connsiteY15" fmla="*/ 109902 h 142187"/>
                <a:gd name="connsiteX16" fmla="*/ 31982 w 122523"/>
                <a:gd name="connsiteY16" fmla="*/ 142272 h 142187"/>
                <a:gd name="connsiteX17" fmla="*/ 76151 w 122523"/>
                <a:gd name="connsiteY17" fmla="*/ 120188 h 142187"/>
                <a:gd name="connsiteX18" fmla="*/ 95512 w 122523"/>
                <a:gd name="connsiteY18" fmla="*/ 142272 h 142187"/>
                <a:gd name="connsiteX19" fmla="*/ 122740 w 122523"/>
                <a:gd name="connsiteY19" fmla="*/ 127146 h 142187"/>
                <a:gd name="connsiteX20" fmla="*/ 122740 w 122523"/>
                <a:gd name="connsiteY20" fmla="*/ 119280 h 142187"/>
                <a:gd name="connsiteX21" fmla="*/ 75848 w 122523"/>
                <a:gd name="connsiteY21" fmla="*/ 102036 h 142187"/>
                <a:gd name="connsiteX22" fmla="*/ 67982 w 122523"/>
                <a:gd name="connsiteY22" fmla="*/ 117768 h 142187"/>
                <a:gd name="connsiteX23" fmla="*/ 45898 w 122523"/>
                <a:gd name="connsiteY23" fmla="*/ 124726 h 142187"/>
                <a:gd name="connsiteX24" fmla="*/ 26839 w 122523"/>
                <a:gd name="connsiteY24" fmla="*/ 101431 h 142187"/>
                <a:gd name="connsiteX25" fmla="*/ 26839 w 122523"/>
                <a:gd name="connsiteY25" fmla="*/ 100221 h 142187"/>
                <a:gd name="connsiteX26" fmla="*/ 75848 w 122523"/>
                <a:gd name="connsiteY26" fmla="*/ 58170 h 142187"/>
                <a:gd name="connsiteX27" fmla="*/ 75848 w 122523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42187">
                  <a:moveTo>
                    <a:pt x="122740" y="119280"/>
                  </a:moveTo>
                  <a:cubicBezTo>
                    <a:pt x="117597" y="123516"/>
                    <a:pt x="113966" y="125028"/>
                    <a:pt x="109429" y="125028"/>
                  </a:cubicBezTo>
                  <a:cubicBezTo>
                    <a:pt x="102470" y="125028"/>
                    <a:pt x="100353" y="120793"/>
                    <a:pt x="100353" y="107482"/>
                  </a:cubicBezTo>
                  <a:lnTo>
                    <a:pt x="100353" y="48489"/>
                  </a:lnTo>
                  <a:cubicBezTo>
                    <a:pt x="100353" y="32758"/>
                    <a:pt x="98840" y="23984"/>
                    <a:pt x="94302" y="16724"/>
                  </a:cubicBezTo>
                  <a:cubicBezTo>
                    <a:pt x="87647" y="5833"/>
                    <a:pt x="74638" y="85"/>
                    <a:pt x="56789" y="85"/>
                  </a:cubicBezTo>
                  <a:cubicBezTo>
                    <a:pt x="28351" y="85"/>
                    <a:pt x="5964" y="14908"/>
                    <a:pt x="5964" y="33968"/>
                  </a:cubicBezTo>
                  <a:cubicBezTo>
                    <a:pt x="5964" y="40926"/>
                    <a:pt x="12015" y="46976"/>
                    <a:pt x="18973" y="46976"/>
                  </a:cubicBezTo>
                  <a:cubicBezTo>
                    <a:pt x="26234" y="46976"/>
                    <a:pt x="32587" y="40926"/>
                    <a:pt x="32587" y="34270"/>
                  </a:cubicBezTo>
                  <a:cubicBezTo>
                    <a:pt x="32587" y="33060"/>
                    <a:pt x="32284" y="31547"/>
                    <a:pt x="31982" y="29430"/>
                  </a:cubicBezTo>
                  <a:cubicBezTo>
                    <a:pt x="31377" y="26707"/>
                    <a:pt x="31074" y="24287"/>
                    <a:pt x="31074" y="22169"/>
                  </a:cubicBezTo>
                  <a:cubicBezTo>
                    <a:pt x="31074" y="14001"/>
                    <a:pt x="40755" y="7345"/>
                    <a:pt x="52856" y="7345"/>
                  </a:cubicBezTo>
                  <a:cubicBezTo>
                    <a:pt x="67680" y="7345"/>
                    <a:pt x="75848" y="16119"/>
                    <a:pt x="75848" y="32455"/>
                  </a:cubicBezTo>
                  <a:lnTo>
                    <a:pt x="75848" y="50909"/>
                  </a:lnTo>
                  <a:cubicBezTo>
                    <a:pt x="29259" y="69666"/>
                    <a:pt x="24116" y="72086"/>
                    <a:pt x="11107" y="83582"/>
                  </a:cubicBezTo>
                  <a:cubicBezTo>
                    <a:pt x="4452" y="89633"/>
                    <a:pt x="216" y="99919"/>
                    <a:pt x="216" y="109902"/>
                  </a:cubicBezTo>
                  <a:cubicBezTo>
                    <a:pt x="216" y="128961"/>
                    <a:pt x="13528" y="142272"/>
                    <a:pt x="31982" y="142272"/>
                  </a:cubicBezTo>
                  <a:cubicBezTo>
                    <a:pt x="45293" y="142272"/>
                    <a:pt x="57696" y="135919"/>
                    <a:pt x="76151" y="120188"/>
                  </a:cubicBezTo>
                  <a:cubicBezTo>
                    <a:pt x="77663" y="135919"/>
                    <a:pt x="83109" y="142272"/>
                    <a:pt x="95512" y="142272"/>
                  </a:cubicBezTo>
                  <a:cubicBezTo>
                    <a:pt x="105798" y="142272"/>
                    <a:pt x="112151" y="138642"/>
                    <a:pt x="122740" y="127146"/>
                  </a:cubicBezTo>
                  <a:lnTo>
                    <a:pt x="122740" y="119280"/>
                  </a:lnTo>
                  <a:close/>
                  <a:moveTo>
                    <a:pt x="75848" y="102036"/>
                  </a:moveTo>
                  <a:cubicBezTo>
                    <a:pt x="75848" y="111415"/>
                    <a:pt x="74335" y="114137"/>
                    <a:pt x="67982" y="117768"/>
                  </a:cubicBezTo>
                  <a:cubicBezTo>
                    <a:pt x="60722" y="122003"/>
                    <a:pt x="52251" y="124726"/>
                    <a:pt x="45898" y="124726"/>
                  </a:cubicBezTo>
                  <a:cubicBezTo>
                    <a:pt x="35309" y="124726"/>
                    <a:pt x="26839" y="114440"/>
                    <a:pt x="26839" y="101431"/>
                  </a:cubicBezTo>
                  <a:lnTo>
                    <a:pt x="26839" y="100221"/>
                  </a:lnTo>
                  <a:cubicBezTo>
                    <a:pt x="26839" y="82372"/>
                    <a:pt x="39242" y="71481"/>
                    <a:pt x="75848" y="58170"/>
                  </a:cubicBezTo>
                  <a:lnTo>
                    <a:pt x="75848" y="1020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7DC5604E-9DA8-5430-A74E-FB57BF0BEB1A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9271109" y="4914494"/>
              <a:ext cx="140674" cy="209651"/>
            </a:xfrm>
            <a:custGeom>
              <a:avLst/>
              <a:gdLst>
                <a:gd name="connsiteX0" fmla="*/ 45600 w 140674"/>
                <a:gd name="connsiteY0" fmla="*/ 690 h 209651"/>
                <a:gd name="connsiteX1" fmla="*/ 44087 w 140674"/>
                <a:gd name="connsiteY1" fmla="*/ 85 h 209651"/>
                <a:gd name="connsiteX2" fmla="*/ 8994 w 140674"/>
                <a:gd name="connsiteY2" fmla="*/ 10976 h 209651"/>
                <a:gd name="connsiteX3" fmla="*/ 221 w 140674"/>
                <a:gd name="connsiteY3" fmla="*/ 13396 h 209651"/>
                <a:gd name="connsiteX4" fmla="*/ 221 w 140674"/>
                <a:gd name="connsiteY4" fmla="*/ 18236 h 209651"/>
                <a:gd name="connsiteX5" fmla="*/ 5364 w 140674"/>
                <a:gd name="connsiteY5" fmla="*/ 17934 h 209651"/>
                <a:gd name="connsiteX6" fmla="*/ 20188 w 140674"/>
                <a:gd name="connsiteY6" fmla="*/ 33363 h 209651"/>
                <a:gd name="connsiteX7" fmla="*/ 20188 w 140674"/>
                <a:gd name="connsiteY7" fmla="*/ 190374 h 209651"/>
                <a:gd name="connsiteX8" fmla="*/ 70104 w 140674"/>
                <a:gd name="connsiteY8" fmla="*/ 209736 h 209651"/>
                <a:gd name="connsiteX9" fmla="*/ 140896 w 140674"/>
                <a:gd name="connsiteY9" fmla="*/ 133196 h 209651"/>
                <a:gd name="connsiteX10" fmla="*/ 87651 w 140674"/>
                <a:gd name="connsiteY10" fmla="*/ 67548 h 209651"/>
                <a:gd name="connsiteX11" fmla="*/ 45600 w 140674"/>
                <a:gd name="connsiteY11" fmla="*/ 93263 h 209651"/>
                <a:gd name="connsiteX12" fmla="*/ 45600 w 140674"/>
                <a:gd name="connsiteY12" fmla="*/ 690 h 209651"/>
                <a:gd name="connsiteX13" fmla="*/ 45600 w 140674"/>
                <a:gd name="connsiteY13" fmla="*/ 109297 h 209651"/>
                <a:gd name="connsiteX14" fmla="*/ 75550 w 140674"/>
                <a:gd name="connsiteY14" fmla="*/ 86607 h 209651"/>
                <a:gd name="connsiteX15" fmla="*/ 114273 w 140674"/>
                <a:gd name="connsiteY15" fmla="*/ 147113 h 209651"/>
                <a:gd name="connsiteX16" fmla="*/ 74945 w 140674"/>
                <a:gd name="connsiteY16" fmla="*/ 200055 h 209651"/>
                <a:gd name="connsiteX17" fmla="*/ 45600 w 140674"/>
                <a:gd name="connsiteY17" fmla="*/ 185534 h 209651"/>
                <a:gd name="connsiteX18" fmla="*/ 45600 w 140674"/>
                <a:gd name="connsiteY18" fmla="*/ 109297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674" h="209651">
                  <a:moveTo>
                    <a:pt x="45600" y="690"/>
                  </a:moveTo>
                  <a:lnTo>
                    <a:pt x="44087" y="85"/>
                  </a:lnTo>
                  <a:cubicBezTo>
                    <a:pt x="31381" y="4623"/>
                    <a:pt x="23213" y="7043"/>
                    <a:pt x="8994" y="10976"/>
                  </a:cubicBezTo>
                  <a:lnTo>
                    <a:pt x="221" y="13396"/>
                  </a:lnTo>
                  <a:lnTo>
                    <a:pt x="221" y="18236"/>
                  </a:lnTo>
                  <a:cubicBezTo>
                    <a:pt x="2036" y="17934"/>
                    <a:pt x="3246" y="17934"/>
                    <a:pt x="5364" y="17934"/>
                  </a:cubicBezTo>
                  <a:cubicBezTo>
                    <a:pt x="17465" y="17934"/>
                    <a:pt x="20188" y="20657"/>
                    <a:pt x="20188" y="33363"/>
                  </a:cubicBezTo>
                  <a:lnTo>
                    <a:pt x="20188" y="190374"/>
                  </a:lnTo>
                  <a:cubicBezTo>
                    <a:pt x="20188" y="199752"/>
                    <a:pt x="45902" y="209736"/>
                    <a:pt x="70104" y="209736"/>
                  </a:cubicBezTo>
                  <a:cubicBezTo>
                    <a:pt x="110038" y="209736"/>
                    <a:pt x="140896" y="176458"/>
                    <a:pt x="140896" y="133196"/>
                  </a:cubicBezTo>
                  <a:cubicBezTo>
                    <a:pt x="140896" y="95986"/>
                    <a:pt x="117904" y="67548"/>
                    <a:pt x="87651" y="67548"/>
                  </a:cubicBezTo>
                  <a:cubicBezTo>
                    <a:pt x="69197" y="67548"/>
                    <a:pt x="51650" y="78439"/>
                    <a:pt x="45600" y="93263"/>
                  </a:cubicBezTo>
                  <a:lnTo>
                    <a:pt x="45600" y="690"/>
                  </a:lnTo>
                  <a:close/>
                  <a:moveTo>
                    <a:pt x="45600" y="109297"/>
                  </a:moveTo>
                  <a:cubicBezTo>
                    <a:pt x="45600" y="97498"/>
                    <a:pt x="59819" y="86607"/>
                    <a:pt x="75550" y="86607"/>
                  </a:cubicBezTo>
                  <a:cubicBezTo>
                    <a:pt x="99147" y="86607"/>
                    <a:pt x="114273" y="110204"/>
                    <a:pt x="114273" y="147113"/>
                  </a:cubicBezTo>
                  <a:cubicBezTo>
                    <a:pt x="114273" y="180693"/>
                    <a:pt x="99752" y="200055"/>
                    <a:pt x="74945" y="200055"/>
                  </a:cubicBezTo>
                  <a:cubicBezTo>
                    <a:pt x="59214" y="200055"/>
                    <a:pt x="45600" y="193097"/>
                    <a:pt x="45600" y="185534"/>
                  </a:cubicBezTo>
                  <a:lnTo>
                    <a:pt x="45600" y="109297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8D7746C2-A329-A08E-BF4A-5EBCA57F1B03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9430805" y="4981958"/>
              <a:ext cx="133414" cy="142187"/>
            </a:xfrm>
            <a:custGeom>
              <a:avLst/>
              <a:gdLst>
                <a:gd name="connsiteX0" fmla="*/ 67084 w 133414"/>
                <a:gd name="connsiteY0" fmla="*/ 85 h 142187"/>
                <a:gd name="connsiteX1" fmla="*/ 226 w 133414"/>
                <a:gd name="connsiteY1" fmla="*/ 70876 h 142187"/>
                <a:gd name="connsiteX2" fmla="*/ 66479 w 133414"/>
                <a:gd name="connsiteY2" fmla="*/ 142272 h 142187"/>
                <a:gd name="connsiteX3" fmla="*/ 133640 w 133414"/>
                <a:gd name="connsiteY3" fmla="*/ 68456 h 142187"/>
                <a:gd name="connsiteX4" fmla="*/ 67084 w 133414"/>
                <a:gd name="connsiteY4" fmla="*/ 85 h 142187"/>
                <a:gd name="connsiteX5" fmla="*/ 63151 w 133414"/>
                <a:gd name="connsiteY5" fmla="*/ 8555 h 142187"/>
                <a:gd name="connsiteX6" fmla="*/ 106413 w 133414"/>
                <a:gd name="connsiteY6" fmla="*/ 79044 h 142187"/>
                <a:gd name="connsiteX7" fmla="*/ 70109 w 133414"/>
                <a:gd name="connsiteY7" fmla="*/ 133802 h 142187"/>
                <a:gd name="connsiteX8" fmla="*/ 40764 w 133414"/>
                <a:gd name="connsiteY8" fmla="*/ 114440 h 142187"/>
                <a:gd name="connsiteX9" fmla="*/ 27453 w 133414"/>
                <a:gd name="connsiteY9" fmla="*/ 56052 h 142187"/>
                <a:gd name="connsiteX10" fmla="*/ 63151 w 13341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42187">
                  <a:moveTo>
                    <a:pt x="67084" y="85"/>
                  </a:moveTo>
                  <a:cubicBezTo>
                    <a:pt x="27756" y="85"/>
                    <a:pt x="226" y="29127"/>
                    <a:pt x="226" y="70876"/>
                  </a:cubicBezTo>
                  <a:cubicBezTo>
                    <a:pt x="226" y="111717"/>
                    <a:pt x="28361" y="142272"/>
                    <a:pt x="66479" y="142272"/>
                  </a:cubicBezTo>
                  <a:cubicBezTo>
                    <a:pt x="104598" y="142272"/>
                    <a:pt x="133640" y="110204"/>
                    <a:pt x="133640" y="68456"/>
                  </a:cubicBezTo>
                  <a:cubicBezTo>
                    <a:pt x="133640" y="28825"/>
                    <a:pt x="105808" y="85"/>
                    <a:pt x="67084" y="85"/>
                  </a:cubicBezTo>
                  <a:close/>
                  <a:moveTo>
                    <a:pt x="63151" y="8555"/>
                  </a:moveTo>
                  <a:cubicBezTo>
                    <a:pt x="88564" y="8555"/>
                    <a:pt x="106413" y="37598"/>
                    <a:pt x="106413" y="79044"/>
                  </a:cubicBezTo>
                  <a:cubicBezTo>
                    <a:pt x="106413" y="113230"/>
                    <a:pt x="92799" y="133802"/>
                    <a:pt x="70109" y="133802"/>
                  </a:cubicBezTo>
                  <a:cubicBezTo>
                    <a:pt x="58311" y="133802"/>
                    <a:pt x="47117" y="126541"/>
                    <a:pt x="40764" y="114440"/>
                  </a:cubicBezTo>
                  <a:cubicBezTo>
                    <a:pt x="32294" y="98708"/>
                    <a:pt x="27453" y="77532"/>
                    <a:pt x="27453" y="56052"/>
                  </a:cubicBezTo>
                  <a:cubicBezTo>
                    <a:pt x="27453" y="27312"/>
                    <a:pt x="41672" y="8555"/>
                    <a:pt x="63151" y="855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1EE78925-88D3-C6B9-F24C-002C22956AC6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9575059" y="4984983"/>
              <a:ext cx="138557" cy="140372"/>
            </a:xfrm>
            <a:custGeom>
              <a:avLst/>
              <a:gdLst>
                <a:gd name="connsiteX0" fmla="*/ 138788 w 138557"/>
                <a:gd name="connsiteY0" fmla="*/ 85 h 140372"/>
                <a:gd name="connsiteX1" fmla="*/ 96737 w 138557"/>
                <a:gd name="connsiteY1" fmla="*/ 85 h 140372"/>
                <a:gd name="connsiteX2" fmla="*/ 96737 w 138557"/>
                <a:gd name="connsiteY2" fmla="*/ 4623 h 140372"/>
                <a:gd name="connsiteX3" fmla="*/ 110955 w 138557"/>
                <a:gd name="connsiteY3" fmla="*/ 14303 h 140372"/>
                <a:gd name="connsiteX4" fmla="*/ 109140 w 138557"/>
                <a:gd name="connsiteY4" fmla="*/ 23379 h 140372"/>
                <a:gd name="connsiteX5" fmla="*/ 79190 w 138557"/>
                <a:gd name="connsiteY5" fmla="*/ 101734 h 140372"/>
                <a:gd name="connsiteX6" fmla="*/ 48332 w 138557"/>
                <a:gd name="connsiteY6" fmla="*/ 24287 h 140372"/>
                <a:gd name="connsiteX7" fmla="*/ 45610 w 138557"/>
                <a:gd name="connsiteY7" fmla="*/ 13093 h 140372"/>
                <a:gd name="connsiteX8" fmla="*/ 59526 w 138557"/>
                <a:gd name="connsiteY8" fmla="*/ 4623 h 140372"/>
                <a:gd name="connsiteX9" fmla="*/ 59526 w 138557"/>
                <a:gd name="connsiteY9" fmla="*/ 85 h 140372"/>
                <a:gd name="connsiteX10" fmla="*/ 231 w 138557"/>
                <a:gd name="connsiteY10" fmla="*/ 85 h 140372"/>
                <a:gd name="connsiteX11" fmla="*/ 231 w 138557"/>
                <a:gd name="connsiteY11" fmla="*/ 4623 h 140372"/>
                <a:gd name="connsiteX12" fmla="*/ 27761 w 138557"/>
                <a:gd name="connsiteY12" fmla="*/ 39413 h 140372"/>
                <a:gd name="connsiteX13" fmla="*/ 64064 w 138557"/>
                <a:gd name="connsiteY13" fmla="*/ 126238 h 140372"/>
                <a:gd name="connsiteX14" fmla="*/ 66484 w 138557"/>
                <a:gd name="connsiteY14" fmla="*/ 132591 h 140372"/>
                <a:gd name="connsiteX15" fmla="*/ 71929 w 138557"/>
                <a:gd name="connsiteY15" fmla="*/ 140457 h 140372"/>
                <a:gd name="connsiteX16" fmla="*/ 80400 w 138557"/>
                <a:gd name="connsiteY16" fmla="*/ 125331 h 140372"/>
                <a:gd name="connsiteX17" fmla="*/ 119124 w 138557"/>
                <a:gd name="connsiteY17" fmla="*/ 28220 h 140372"/>
                <a:gd name="connsiteX18" fmla="*/ 138788 w 138557"/>
                <a:gd name="connsiteY18" fmla="*/ 4623 h 140372"/>
                <a:gd name="connsiteX19" fmla="*/ 138788 w 138557"/>
                <a:gd name="connsiteY19" fmla="*/ 85 h 14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557" h="140372">
                  <a:moveTo>
                    <a:pt x="138788" y="85"/>
                  </a:moveTo>
                  <a:lnTo>
                    <a:pt x="96737" y="85"/>
                  </a:lnTo>
                  <a:lnTo>
                    <a:pt x="96737" y="4623"/>
                  </a:lnTo>
                  <a:cubicBezTo>
                    <a:pt x="106418" y="5530"/>
                    <a:pt x="110955" y="8555"/>
                    <a:pt x="110955" y="14303"/>
                  </a:cubicBezTo>
                  <a:cubicBezTo>
                    <a:pt x="110955" y="17329"/>
                    <a:pt x="110350" y="20354"/>
                    <a:pt x="109140" y="23379"/>
                  </a:cubicBezTo>
                  <a:lnTo>
                    <a:pt x="79190" y="101734"/>
                  </a:lnTo>
                  <a:lnTo>
                    <a:pt x="48332" y="24287"/>
                  </a:lnTo>
                  <a:cubicBezTo>
                    <a:pt x="46517" y="20051"/>
                    <a:pt x="45610" y="15816"/>
                    <a:pt x="45610" y="13093"/>
                  </a:cubicBezTo>
                  <a:cubicBezTo>
                    <a:pt x="45610" y="7648"/>
                    <a:pt x="48937" y="5530"/>
                    <a:pt x="59526" y="4623"/>
                  </a:cubicBezTo>
                  <a:lnTo>
                    <a:pt x="59526" y="85"/>
                  </a:lnTo>
                  <a:lnTo>
                    <a:pt x="231" y="85"/>
                  </a:lnTo>
                  <a:lnTo>
                    <a:pt x="231" y="4623"/>
                  </a:lnTo>
                  <a:cubicBezTo>
                    <a:pt x="11727" y="5228"/>
                    <a:pt x="13844" y="8253"/>
                    <a:pt x="27761" y="39413"/>
                  </a:cubicBezTo>
                  <a:lnTo>
                    <a:pt x="64064" y="126238"/>
                  </a:lnTo>
                  <a:cubicBezTo>
                    <a:pt x="64669" y="128054"/>
                    <a:pt x="65576" y="130171"/>
                    <a:pt x="66484" y="132591"/>
                  </a:cubicBezTo>
                  <a:cubicBezTo>
                    <a:pt x="68299" y="138037"/>
                    <a:pt x="70114" y="140457"/>
                    <a:pt x="71929" y="140457"/>
                  </a:cubicBezTo>
                  <a:cubicBezTo>
                    <a:pt x="73745" y="140457"/>
                    <a:pt x="75862" y="136524"/>
                    <a:pt x="80400" y="125331"/>
                  </a:cubicBezTo>
                  <a:lnTo>
                    <a:pt x="119124" y="28220"/>
                  </a:lnTo>
                  <a:cubicBezTo>
                    <a:pt x="127897" y="7648"/>
                    <a:pt x="129712" y="5530"/>
                    <a:pt x="138788" y="4623"/>
                  </a:cubicBezTo>
                  <a:lnTo>
                    <a:pt x="138788" y="85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062B5449-305E-9E00-E348-1A7C254A20BE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9724153" y="4981958"/>
              <a:ext cx="120708" cy="142187"/>
            </a:xfrm>
            <a:custGeom>
              <a:avLst/>
              <a:gdLst>
                <a:gd name="connsiteX0" fmla="*/ 116103 w 120708"/>
                <a:gd name="connsiteY0" fmla="*/ 89633 h 142187"/>
                <a:gd name="connsiteX1" fmla="*/ 69212 w 120708"/>
                <a:gd name="connsiteY1" fmla="*/ 121398 h 142187"/>
                <a:gd name="connsiteX2" fmla="*/ 30186 w 120708"/>
                <a:gd name="connsiteY2" fmla="*/ 95381 h 142187"/>
                <a:gd name="connsiteX3" fmla="*/ 22017 w 120708"/>
                <a:gd name="connsiteY3" fmla="*/ 55447 h 142187"/>
                <a:gd name="connsiteX4" fmla="*/ 115196 w 120708"/>
                <a:gd name="connsiteY4" fmla="*/ 55447 h 142187"/>
                <a:gd name="connsiteX5" fmla="*/ 102187 w 120708"/>
                <a:gd name="connsiteY5" fmla="*/ 17329 h 142187"/>
                <a:gd name="connsiteX6" fmla="*/ 63464 w 120708"/>
                <a:gd name="connsiteY6" fmla="*/ 85 h 142187"/>
                <a:gd name="connsiteX7" fmla="*/ 22622 w 120708"/>
                <a:gd name="connsiteY7" fmla="*/ 15816 h 142187"/>
                <a:gd name="connsiteX8" fmla="*/ 235 w 120708"/>
                <a:gd name="connsiteY8" fmla="*/ 74506 h 142187"/>
                <a:gd name="connsiteX9" fmla="*/ 56808 w 120708"/>
                <a:gd name="connsiteY9" fmla="*/ 142272 h 142187"/>
                <a:gd name="connsiteX10" fmla="*/ 120944 w 120708"/>
                <a:gd name="connsiteY10" fmla="*/ 91750 h 142187"/>
                <a:gd name="connsiteX11" fmla="*/ 116103 w 120708"/>
                <a:gd name="connsiteY11" fmla="*/ 89633 h 142187"/>
                <a:gd name="connsiteX12" fmla="*/ 22622 w 120708"/>
                <a:gd name="connsiteY12" fmla="*/ 45766 h 142187"/>
                <a:gd name="connsiteX13" fmla="*/ 54690 w 120708"/>
                <a:gd name="connsiteY13" fmla="*/ 10976 h 142187"/>
                <a:gd name="connsiteX14" fmla="*/ 84338 w 120708"/>
                <a:gd name="connsiteY14" fmla="*/ 45766 h 142187"/>
                <a:gd name="connsiteX15" fmla="*/ 22622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03" y="89633"/>
                  </a:moveTo>
                  <a:cubicBezTo>
                    <a:pt x="101582" y="112625"/>
                    <a:pt x="88573" y="121398"/>
                    <a:pt x="69212" y="121398"/>
                  </a:cubicBezTo>
                  <a:cubicBezTo>
                    <a:pt x="51968" y="121398"/>
                    <a:pt x="38959" y="112625"/>
                    <a:pt x="30186" y="95381"/>
                  </a:cubicBezTo>
                  <a:cubicBezTo>
                    <a:pt x="24740" y="83885"/>
                    <a:pt x="22622" y="73901"/>
                    <a:pt x="22017" y="55447"/>
                  </a:cubicBezTo>
                  <a:lnTo>
                    <a:pt x="115196" y="55447"/>
                  </a:lnTo>
                  <a:cubicBezTo>
                    <a:pt x="112775" y="35783"/>
                    <a:pt x="109750" y="27010"/>
                    <a:pt x="102187" y="17329"/>
                  </a:cubicBezTo>
                  <a:cubicBezTo>
                    <a:pt x="93111" y="6438"/>
                    <a:pt x="79195" y="85"/>
                    <a:pt x="63464" y="85"/>
                  </a:cubicBezTo>
                  <a:cubicBezTo>
                    <a:pt x="48337" y="85"/>
                    <a:pt x="34118" y="5530"/>
                    <a:pt x="22622" y="15816"/>
                  </a:cubicBezTo>
                  <a:cubicBezTo>
                    <a:pt x="8404" y="28220"/>
                    <a:pt x="235" y="49699"/>
                    <a:pt x="235" y="74506"/>
                  </a:cubicBezTo>
                  <a:cubicBezTo>
                    <a:pt x="235" y="116255"/>
                    <a:pt x="22017" y="142272"/>
                    <a:pt x="56808" y="142272"/>
                  </a:cubicBezTo>
                  <a:cubicBezTo>
                    <a:pt x="85548" y="142272"/>
                    <a:pt x="108238" y="124423"/>
                    <a:pt x="120944" y="91750"/>
                  </a:cubicBezTo>
                  <a:lnTo>
                    <a:pt x="116103" y="89633"/>
                  </a:lnTo>
                  <a:close/>
                  <a:moveTo>
                    <a:pt x="22622" y="45766"/>
                  </a:moveTo>
                  <a:cubicBezTo>
                    <a:pt x="25950" y="22169"/>
                    <a:pt x="36236" y="10976"/>
                    <a:pt x="54690" y="10976"/>
                  </a:cubicBezTo>
                  <a:cubicBezTo>
                    <a:pt x="73144" y="10976"/>
                    <a:pt x="80405" y="19446"/>
                    <a:pt x="84338" y="45766"/>
                  </a:cubicBezTo>
                  <a:lnTo>
                    <a:pt x="22622" y="4576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ADA7983-1F03-85D6-0E7B-F290101205EB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9860187" y="4916612"/>
              <a:ext cx="77446" cy="258055"/>
            </a:xfrm>
            <a:custGeom>
              <a:avLst/>
              <a:gdLst>
                <a:gd name="connsiteX0" fmla="*/ 2963 w 77446"/>
                <a:gd name="connsiteY0" fmla="*/ 258140 h 258055"/>
                <a:gd name="connsiteX1" fmla="*/ 45619 w 77446"/>
                <a:gd name="connsiteY1" fmla="*/ 221837 h 258055"/>
                <a:gd name="connsiteX2" fmla="*/ 77687 w 77446"/>
                <a:gd name="connsiteY2" fmla="*/ 129869 h 258055"/>
                <a:gd name="connsiteX3" fmla="*/ 39871 w 77446"/>
                <a:gd name="connsiteY3" fmla="*/ 30942 h 258055"/>
                <a:gd name="connsiteX4" fmla="*/ 3870 w 77446"/>
                <a:gd name="connsiteY4" fmla="*/ 85 h 258055"/>
                <a:gd name="connsiteX5" fmla="*/ 240 w 77446"/>
                <a:gd name="connsiteY5" fmla="*/ 4925 h 258055"/>
                <a:gd name="connsiteX6" fmla="*/ 41081 w 77446"/>
                <a:gd name="connsiteY6" fmla="*/ 57262 h 258055"/>
                <a:gd name="connsiteX7" fmla="*/ 51669 w 77446"/>
                <a:gd name="connsiteY7" fmla="*/ 130776 h 258055"/>
                <a:gd name="connsiteX8" fmla="*/ 39568 w 77446"/>
                <a:gd name="connsiteY8" fmla="*/ 205803 h 258055"/>
                <a:gd name="connsiteX9" fmla="*/ 240 w 77446"/>
                <a:gd name="connsiteY9" fmla="*/ 253300 h 258055"/>
                <a:gd name="connsiteX10" fmla="*/ 2963 w 77446"/>
                <a:gd name="connsiteY10" fmla="*/ 258140 h 25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446" h="258055">
                  <a:moveTo>
                    <a:pt x="2963" y="258140"/>
                  </a:moveTo>
                  <a:cubicBezTo>
                    <a:pt x="25350" y="243619"/>
                    <a:pt x="34425" y="235753"/>
                    <a:pt x="45619" y="221837"/>
                  </a:cubicBezTo>
                  <a:cubicBezTo>
                    <a:pt x="67098" y="195517"/>
                    <a:pt x="77687" y="165264"/>
                    <a:pt x="77687" y="129869"/>
                  </a:cubicBezTo>
                  <a:cubicBezTo>
                    <a:pt x="77687" y="91145"/>
                    <a:pt x="66493" y="61800"/>
                    <a:pt x="39871" y="30942"/>
                  </a:cubicBezTo>
                  <a:cubicBezTo>
                    <a:pt x="27467" y="16421"/>
                    <a:pt x="19602" y="9766"/>
                    <a:pt x="3870" y="85"/>
                  </a:cubicBezTo>
                  <a:lnTo>
                    <a:pt x="240" y="4925"/>
                  </a:lnTo>
                  <a:cubicBezTo>
                    <a:pt x="24442" y="23984"/>
                    <a:pt x="32610" y="34573"/>
                    <a:pt x="41081" y="57262"/>
                  </a:cubicBezTo>
                  <a:cubicBezTo>
                    <a:pt x="48342" y="77532"/>
                    <a:pt x="51669" y="100524"/>
                    <a:pt x="51669" y="130776"/>
                  </a:cubicBezTo>
                  <a:cubicBezTo>
                    <a:pt x="51669" y="162239"/>
                    <a:pt x="47737" y="187349"/>
                    <a:pt x="39568" y="205803"/>
                  </a:cubicBezTo>
                  <a:cubicBezTo>
                    <a:pt x="31098" y="224862"/>
                    <a:pt x="22022" y="235753"/>
                    <a:pt x="240" y="253300"/>
                  </a:cubicBezTo>
                  <a:lnTo>
                    <a:pt x="2963" y="258140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6E28889-341C-F17C-9E45-7085834D9B73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10032380" y="4945957"/>
              <a:ext cx="80472" cy="178188"/>
            </a:xfrm>
            <a:custGeom>
              <a:avLst/>
              <a:gdLst>
                <a:gd name="connsiteX0" fmla="*/ 73457 w 80472"/>
                <a:gd name="connsiteY0" fmla="*/ 39111 h 178188"/>
                <a:gd name="connsiteX1" fmla="*/ 42902 w 80472"/>
                <a:gd name="connsiteY1" fmla="*/ 39111 h 178188"/>
                <a:gd name="connsiteX2" fmla="*/ 42902 w 80472"/>
                <a:gd name="connsiteY2" fmla="*/ 4018 h 178188"/>
                <a:gd name="connsiteX3" fmla="*/ 40784 w 80472"/>
                <a:gd name="connsiteY3" fmla="*/ 85 h 178188"/>
                <a:gd name="connsiteX4" fmla="*/ 34734 w 80472"/>
                <a:gd name="connsiteY4" fmla="*/ 8555 h 178188"/>
                <a:gd name="connsiteX5" fmla="*/ 5389 w 80472"/>
                <a:gd name="connsiteY5" fmla="*/ 40926 h 178188"/>
                <a:gd name="connsiteX6" fmla="*/ 246 w 80472"/>
                <a:gd name="connsiteY6" fmla="*/ 46674 h 178188"/>
                <a:gd name="connsiteX7" fmla="*/ 1456 w 80472"/>
                <a:gd name="connsiteY7" fmla="*/ 48792 h 178188"/>
                <a:gd name="connsiteX8" fmla="*/ 17490 w 80472"/>
                <a:gd name="connsiteY8" fmla="*/ 48792 h 178188"/>
                <a:gd name="connsiteX9" fmla="*/ 17490 w 80472"/>
                <a:gd name="connsiteY9" fmla="*/ 139852 h 178188"/>
                <a:gd name="connsiteX10" fmla="*/ 44415 w 80472"/>
                <a:gd name="connsiteY10" fmla="*/ 178273 h 178188"/>
                <a:gd name="connsiteX11" fmla="*/ 80718 w 80472"/>
                <a:gd name="connsiteY11" fmla="*/ 155281 h 178188"/>
                <a:gd name="connsiteX12" fmla="*/ 76785 w 80472"/>
                <a:gd name="connsiteY12" fmla="*/ 151953 h 178188"/>
                <a:gd name="connsiteX13" fmla="*/ 58633 w 80472"/>
                <a:gd name="connsiteY13" fmla="*/ 162542 h 178188"/>
                <a:gd name="connsiteX14" fmla="*/ 42902 w 80472"/>
                <a:gd name="connsiteY14" fmla="*/ 135314 h 178188"/>
                <a:gd name="connsiteX15" fmla="*/ 42902 w 80472"/>
                <a:gd name="connsiteY15" fmla="*/ 48792 h 178188"/>
                <a:gd name="connsiteX16" fmla="*/ 73457 w 80472"/>
                <a:gd name="connsiteY16" fmla="*/ 48792 h 178188"/>
                <a:gd name="connsiteX17" fmla="*/ 73457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457" y="39111"/>
                  </a:moveTo>
                  <a:lnTo>
                    <a:pt x="42902" y="39111"/>
                  </a:lnTo>
                  <a:lnTo>
                    <a:pt x="42902" y="4018"/>
                  </a:lnTo>
                  <a:cubicBezTo>
                    <a:pt x="42902" y="992"/>
                    <a:pt x="42599" y="85"/>
                    <a:pt x="40784" y="85"/>
                  </a:cubicBezTo>
                  <a:cubicBezTo>
                    <a:pt x="38667" y="2807"/>
                    <a:pt x="36851" y="5530"/>
                    <a:pt x="34734" y="8555"/>
                  </a:cubicBezTo>
                  <a:cubicBezTo>
                    <a:pt x="23238" y="25194"/>
                    <a:pt x="10229" y="39716"/>
                    <a:pt x="5389" y="40926"/>
                  </a:cubicBezTo>
                  <a:cubicBezTo>
                    <a:pt x="2061" y="43044"/>
                    <a:pt x="246" y="45161"/>
                    <a:pt x="246" y="46674"/>
                  </a:cubicBezTo>
                  <a:cubicBezTo>
                    <a:pt x="246" y="47581"/>
                    <a:pt x="548" y="48186"/>
                    <a:pt x="1456" y="48792"/>
                  </a:cubicBezTo>
                  <a:lnTo>
                    <a:pt x="17490" y="48792"/>
                  </a:lnTo>
                  <a:lnTo>
                    <a:pt x="17490" y="139852"/>
                  </a:lnTo>
                  <a:cubicBezTo>
                    <a:pt x="17490" y="165264"/>
                    <a:pt x="26566" y="178273"/>
                    <a:pt x="44415" y="178273"/>
                  </a:cubicBezTo>
                  <a:cubicBezTo>
                    <a:pt x="59238" y="178273"/>
                    <a:pt x="70734" y="171012"/>
                    <a:pt x="80718" y="155281"/>
                  </a:cubicBezTo>
                  <a:lnTo>
                    <a:pt x="76785" y="151953"/>
                  </a:lnTo>
                  <a:cubicBezTo>
                    <a:pt x="70432" y="159516"/>
                    <a:pt x="65289" y="162542"/>
                    <a:pt x="58633" y="162542"/>
                  </a:cubicBezTo>
                  <a:cubicBezTo>
                    <a:pt x="47440" y="162542"/>
                    <a:pt x="42902" y="154373"/>
                    <a:pt x="42902" y="135314"/>
                  </a:cubicBezTo>
                  <a:lnTo>
                    <a:pt x="42902" y="48792"/>
                  </a:lnTo>
                  <a:lnTo>
                    <a:pt x="73457" y="48792"/>
                  </a:lnTo>
                  <a:lnTo>
                    <a:pt x="73457" y="3911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5DC2D25A-D151-F59F-28B6-B0840A1E8BE0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0121635" y="4981958"/>
              <a:ext cx="133414" cy="142187"/>
            </a:xfrm>
            <a:custGeom>
              <a:avLst/>
              <a:gdLst>
                <a:gd name="connsiteX0" fmla="*/ 67107 w 133414"/>
                <a:gd name="connsiteY0" fmla="*/ 85 h 142187"/>
                <a:gd name="connsiteX1" fmla="*/ 248 w 133414"/>
                <a:gd name="connsiteY1" fmla="*/ 70876 h 142187"/>
                <a:gd name="connsiteX2" fmla="*/ 66502 w 133414"/>
                <a:gd name="connsiteY2" fmla="*/ 142272 h 142187"/>
                <a:gd name="connsiteX3" fmla="*/ 133663 w 133414"/>
                <a:gd name="connsiteY3" fmla="*/ 68456 h 142187"/>
                <a:gd name="connsiteX4" fmla="*/ 67107 w 133414"/>
                <a:gd name="connsiteY4" fmla="*/ 85 h 142187"/>
                <a:gd name="connsiteX5" fmla="*/ 63174 w 133414"/>
                <a:gd name="connsiteY5" fmla="*/ 8555 h 142187"/>
                <a:gd name="connsiteX6" fmla="*/ 106435 w 133414"/>
                <a:gd name="connsiteY6" fmla="*/ 79044 h 142187"/>
                <a:gd name="connsiteX7" fmla="*/ 70132 w 133414"/>
                <a:gd name="connsiteY7" fmla="*/ 133802 h 142187"/>
                <a:gd name="connsiteX8" fmla="*/ 40787 w 133414"/>
                <a:gd name="connsiteY8" fmla="*/ 114440 h 142187"/>
                <a:gd name="connsiteX9" fmla="*/ 27476 w 133414"/>
                <a:gd name="connsiteY9" fmla="*/ 56052 h 142187"/>
                <a:gd name="connsiteX10" fmla="*/ 63174 w 13341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42187">
                  <a:moveTo>
                    <a:pt x="67107" y="85"/>
                  </a:moveTo>
                  <a:cubicBezTo>
                    <a:pt x="27778" y="85"/>
                    <a:pt x="248" y="29127"/>
                    <a:pt x="248" y="70876"/>
                  </a:cubicBezTo>
                  <a:cubicBezTo>
                    <a:pt x="248" y="111717"/>
                    <a:pt x="28383" y="142272"/>
                    <a:pt x="66502" y="142272"/>
                  </a:cubicBezTo>
                  <a:cubicBezTo>
                    <a:pt x="104620" y="142272"/>
                    <a:pt x="133663" y="110204"/>
                    <a:pt x="133663" y="68456"/>
                  </a:cubicBezTo>
                  <a:cubicBezTo>
                    <a:pt x="133663" y="28825"/>
                    <a:pt x="105830" y="85"/>
                    <a:pt x="67107" y="85"/>
                  </a:cubicBezTo>
                  <a:close/>
                  <a:moveTo>
                    <a:pt x="63174" y="8555"/>
                  </a:moveTo>
                  <a:cubicBezTo>
                    <a:pt x="88586" y="8555"/>
                    <a:pt x="106435" y="37598"/>
                    <a:pt x="106435" y="79044"/>
                  </a:cubicBezTo>
                  <a:cubicBezTo>
                    <a:pt x="106435" y="113230"/>
                    <a:pt x="92822" y="133802"/>
                    <a:pt x="70132" y="133802"/>
                  </a:cubicBezTo>
                  <a:cubicBezTo>
                    <a:pt x="58334" y="133802"/>
                    <a:pt x="47140" y="126541"/>
                    <a:pt x="40787" y="114440"/>
                  </a:cubicBezTo>
                  <a:cubicBezTo>
                    <a:pt x="32316" y="98708"/>
                    <a:pt x="27476" y="77532"/>
                    <a:pt x="27476" y="56052"/>
                  </a:cubicBezTo>
                  <a:cubicBezTo>
                    <a:pt x="27476" y="27312"/>
                    <a:pt x="41695" y="8555"/>
                    <a:pt x="63174" y="855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8B7A67CE-3A89-5EDD-066F-28306E160973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0344541" y="4945957"/>
              <a:ext cx="80472" cy="178188"/>
            </a:xfrm>
            <a:custGeom>
              <a:avLst/>
              <a:gdLst>
                <a:gd name="connsiteX0" fmla="*/ 73467 w 80472"/>
                <a:gd name="connsiteY0" fmla="*/ 39111 h 178188"/>
                <a:gd name="connsiteX1" fmla="*/ 42912 w 80472"/>
                <a:gd name="connsiteY1" fmla="*/ 39111 h 178188"/>
                <a:gd name="connsiteX2" fmla="*/ 42912 w 80472"/>
                <a:gd name="connsiteY2" fmla="*/ 4018 h 178188"/>
                <a:gd name="connsiteX3" fmla="*/ 40795 w 80472"/>
                <a:gd name="connsiteY3" fmla="*/ 85 h 178188"/>
                <a:gd name="connsiteX4" fmla="*/ 34744 w 80472"/>
                <a:gd name="connsiteY4" fmla="*/ 8555 h 178188"/>
                <a:gd name="connsiteX5" fmla="*/ 5399 w 80472"/>
                <a:gd name="connsiteY5" fmla="*/ 40926 h 178188"/>
                <a:gd name="connsiteX6" fmla="*/ 256 w 80472"/>
                <a:gd name="connsiteY6" fmla="*/ 46674 h 178188"/>
                <a:gd name="connsiteX7" fmla="*/ 1466 w 80472"/>
                <a:gd name="connsiteY7" fmla="*/ 48792 h 178188"/>
                <a:gd name="connsiteX8" fmla="*/ 17500 w 80472"/>
                <a:gd name="connsiteY8" fmla="*/ 48792 h 178188"/>
                <a:gd name="connsiteX9" fmla="*/ 17500 w 80472"/>
                <a:gd name="connsiteY9" fmla="*/ 139852 h 178188"/>
                <a:gd name="connsiteX10" fmla="*/ 44425 w 80472"/>
                <a:gd name="connsiteY10" fmla="*/ 178273 h 178188"/>
                <a:gd name="connsiteX11" fmla="*/ 80728 w 80472"/>
                <a:gd name="connsiteY11" fmla="*/ 155281 h 178188"/>
                <a:gd name="connsiteX12" fmla="*/ 76795 w 80472"/>
                <a:gd name="connsiteY12" fmla="*/ 151953 h 178188"/>
                <a:gd name="connsiteX13" fmla="*/ 58644 w 80472"/>
                <a:gd name="connsiteY13" fmla="*/ 162542 h 178188"/>
                <a:gd name="connsiteX14" fmla="*/ 42912 w 80472"/>
                <a:gd name="connsiteY14" fmla="*/ 135314 h 178188"/>
                <a:gd name="connsiteX15" fmla="*/ 42912 w 80472"/>
                <a:gd name="connsiteY15" fmla="*/ 48792 h 178188"/>
                <a:gd name="connsiteX16" fmla="*/ 73467 w 80472"/>
                <a:gd name="connsiteY16" fmla="*/ 48792 h 178188"/>
                <a:gd name="connsiteX17" fmla="*/ 73467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467" y="39111"/>
                  </a:moveTo>
                  <a:lnTo>
                    <a:pt x="42912" y="39111"/>
                  </a:lnTo>
                  <a:lnTo>
                    <a:pt x="42912" y="4018"/>
                  </a:lnTo>
                  <a:cubicBezTo>
                    <a:pt x="42912" y="992"/>
                    <a:pt x="42610" y="85"/>
                    <a:pt x="40795" y="85"/>
                  </a:cubicBezTo>
                  <a:cubicBezTo>
                    <a:pt x="38677" y="2807"/>
                    <a:pt x="36862" y="5530"/>
                    <a:pt x="34744" y="8555"/>
                  </a:cubicBezTo>
                  <a:cubicBezTo>
                    <a:pt x="23248" y="25194"/>
                    <a:pt x="10239" y="39716"/>
                    <a:pt x="5399" y="40926"/>
                  </a:cubicBezTo>
                  <a:cubicBezTo>
                    <a:pt x="2071" y="43044"/>
                    <a:pt x="256" y="45161"/>
                    <a:pt x="256" y="46674"/>
                  </a:cubicBezTo>
                  <a:cubicBezTo>
                    <a:pt x="256" y="47581"/>
                    <a:pt x="558" y="48186"/>
                    <a:pt x="1466" y="48792"/>
                  </a:cubicBezTo>
                  <a:lnTo>
                    <a:pt x="17500" y="48792"/>
                  </a:lnTo>
                  <a:lnTo>
                    <a:pt x="17500" y="139852"/>
                  </a:lnTo>
                  <a:cubicBezTo>
                    <a:pt x="17500" y="165264"/>
                    <a:pt x="26576" y="178273"/>
                    <a:pt x="44425" y="178273"/>
                  </a:cubicBezTo>
                  <a:cubicBezTo>
                    <a:pt x="59249" y="178273"/>
                    <a:pt x="70745" y="171012"/>
                    <a:pt x="80728" y="155281"/>
                  </a:cubicBezTo>
                  <a:lnTo>
                    <a:pt x="76795" y="151953"/>
                  </a:lnTo>
                  <a:cubicBezTo>
                    <a:pt x="70442" y="159516"/>
                    <a:pt x="65299" y="162542"/>
                    <a:pt x="58644" y="162542"/>
                  </a:cubicBezTo>
                  <a:cubicBezTo>
                    <a:pt x="47450" y="162542"/>
                    <a:pt x="42912" y="154373"/>
                    <a:pt x="42912" y="135314"/>
                  </a:cubicBezTo>
                  <a:lnTo>
                    <a:pt x="42912" y="48792"/>
                  </a:lnTo>
                  <a:lnTo>
                    <a:pt x="73467" y="48792"/>
                  </a:lnTo>
                  <a:lnTo>
                    <a:pt x="73467" y="3911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69ADE914-1DE5-D13A-F2BF-3651CBDAB223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0427745" y="4914494"/>
              <a:ext cx="144607" cy="206625"/>
            </a:xfrm>
            <a:custGeom>
              <a:avLst/>
              <a:gdLst>
                <a:gd name="connsiteX0" fmla="*/ 45033 w 144607"/>
                <a:gd name="connsiteY0" fmla="*/ 102944 h 206625"/>
                <a:gd name="connsiteX1" fmla="*/ 78613 w 144607"/>
                <a:gd name="connsiteY1" fmla="*/ 83885 h 206625"/>
                <a:gd name="connsiteX2" fmla="*/ 101303 w 144607"/>
                <a:gd name="connsiteY2" fmla="*/ 115952 h 206625"/>
                <a:gd name="connsiteX3" fmla="*/ 101303 w 144607"/>
                <a:gd name="connsiteY3" fmla="*/ 175853 h 206625"/>
                <a:gd name="connsiteX4" fmla="*/ 80731 w 144607"/>
                <a:gd name="connsiteY4" fmla="*/ 202173 h 206625"/>
                <a:gd name="connsiteX5" fmla="*/ 80731 w 144607"/>
                <a:gd name="connsiteY5" fmla="*/ 206710 h 206625"/>
                <a:gd name="connsiteX6" fmla="*/ 144866 w 144607"/>
                <a:gd name="connsiteY6" fmla="*/ 206710 h 206625"/>
                <a:gd name="connsiteX7" fmla="*/ 144866 w 144607"/>
                <a:gd name="connsiteY7" fmla="*/ 202173 h 206625"/>
                <a:gd name="connsiteX8" fmla="*/ 126715 w 144607"/>
                <a:gd name="connsiteY8" fmla="*/ 175853 h 206625"/>
                <a:gd name="connsiteX9" fmla="*/ 126715 w 144607"/>
                <a:gd name="connsiteY9" fmla="*/ 115650 h 206625"/>
                <a:gd name="connsiteX10" fmla="*/ 89504 w 144607"/>
                <a:gd name="connsiteY10" fmla="*/ 67548 h 206625"/>
                <a:gd name="connsiteX11" fmla="*/ 45033 w 144607"/>
                <a:gd name="connsiteY11" fmla="*/ 92960 h 206625"/>
                <a:gd name="connsiteX12" fmla="*/ 45033 w 144607"/>
                <a:gd name="connsiteY12" fmla="*/ 992 h 206625"/>
                <a:gd name="connsiteX13" fmla="*/ 43520 w 144607"/>
                <a:gd name="connsiteY13" fmla="*/ 85 h 206625"/>
                <a:gd name="connsiteX14" fmla="*/ 8729 w 144607"/>
                <a:gd name="connsiteY14" fmla="*/ 10976 h 206625"/>
                <a:gd name="connsiteX15" fmla="*/ 561 w 144607"/>
                <a:gd name="connsiteY15" fmla="*/ 13396 h 206625"/>
                <a:gd name="connsiteX16" fmla="*/ 561 w 144607"/>
                <a:gd name="connsiteY16" fmla="*/ 18236 h 206625"/>
                <a:gd name="connsiteX17" fmla="*/ 4192 w 144607"/>
                <a:gd name="connsiteY17" fmla="*/ 17934 h 206625"/>
                <a:gd name="connsiteX18" fmla="*/ 19620 w 144607"/>
                <a:gd name="connsiteY18" fmla="*/ 33363 h 206625"/>
                <a:gd name="connsiteX19" fmla="*/ 19620 w 144607"/>
                <a:gd name="connsiteY19" fmla="*/ 175853 h 206625"/>
                <a:gd name="connsiteX20" fmla="*/ 259 w 144607"/>
                <a:gd name="connsiteY20" fmla="*/ 202173 h 206625"/>
                <a:gd name="connsiteX21" fmla="*/ 259 w 144607"/>
                <a:gd name="connsiteY21" fmla="*/ 206710 h 206625"/>
                <a:gd name="connsiteX22" fmla="*/ 65604 w 144607"/>
                <a:gd name="connsiteY22" fmla="*/ 206710 h 206625"/>
                <a:gd name="connsiteX23" fmla="*/ 65604 w 144607"/>
                <a:gd name="connsiteY23" fmla="*/ 202173 h 206625"/>
                <a:gd name="connsiteX24" fmla="*/ 45033 w 144607"/>
                <a:gd name="connsiteY24" fmla="*/ 175853 h 206625"/>
                <a:gd name="connsiteX25" fmla="*/ 45033 w 144607"/>
                <a:gd name="connsiteY25" fmla="*/ 102944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607" h="206625">
                  <a:moveTo>
                    <a:pt x="45033" y="102944"/>
                  </a:moveTo>
                  <a:cubicBezTo>
                    <a:pt x="57739" y="89028"/>
                    <a:pt x="66815" y="83885"/>
                    <a:pt x="78613" y="83885"/>
                  </a:cubicBezTo>
                  <a:cubicBezTo>
                    <a:pt x="93739" y="83885"/>
                    <a:pt x="101303" y="94776"/>
                    <a:pt x="101303" y="115952"/>
                  </a:cubicBezTo>
                  <a:lnTo>
                    <a:pt x="101303" y="175853"/>
                  </a:lnTo>
                  <a:cubicBezTo>
                    <a:pt x="101303" y="196425"/>
                    <a:pt x="98277" y="200357"/>
                    <a:pt x="80731" y="202173"/>
                  </a:cubicBezTo>
                  <a:lnTo>
                    <a:pt x="80731" y="206710"/>
                  </a:lnTo>
                  <a:lnTo>
                    <a:pt x="144866" y="206710"/>
                  </a:lnTo>
                  <a:lnTo>
                    <a:pt x="144866" y="202173"/>
                  </a:lnTo>
                  <a:cubicBezTo>
                    <a:pt x="128530" y="199147"/>
                    <a:pt x="126715" y="196727"/>
                    <a:pt x="126715" y="175853"/>
                  </a:cubicBezTo>
                  <a:lnTo>
                    <a:pt x="126715" y="115650"/>
                  </a:lnTo>
                  <a:cubicBezTo>
                    <a:pt x="126715" y="83885"/>
                    <a:pt x="114009" y="67548"/>
                    <a:pt x="89504" y="67548"/>
                  </a:cubicBezTo>
                  <a:cubicBezTo>
                    <a:pt x="71655" y="67548"/>
                    <a:pt x="58949" y="74809"/>
                    <a:pt x="45033" y="92960"/>
                  </a:cubicBezTo>
                  <a:lnTo>
                    <a:pt x="45033" y="992"/>
                  </a:lnTo>
                  <a:lnTo>
                    <a:pt x="43520" y="85"/>
                  </a:lnTo>
                  <a:cubicBezTo>
                    <a:pt x="33234" y="3715"/>
                    <a:pt x="25671" y="6135"/>
                    <a:pt x="8729" y="10976"/>
                  </a:cubicBezTo>
                  <a:lnTo>
                    <a:pt x="561" y="13396"/>
                  </a:lnTo>
                  <a:lnTo>
                    <a:pt x="561" y="18236"/>
                  </a:lnTo>
                  <a:cubicBezTo>
                    <a:pt x="1771" y="17934"/>
                    <a:pt x="2679" y="17934"/>
                    <a:pt x="4192" y="17934"/>
                  </a:cubicBezTo>
                  <a:cubicBezTo>
                    <a:pt x="17200" y="17934"/>
                    <a:pt x="19620" y="20354"/>
                    <a:pt x="19620" y="33363"/>
                  </a:cubicBezTo>
                  <a:lnTo>
                    <a:pt x="19620" y="175853"/>
                  </a:lnTo>
                  <a:cubicBezTo>
                    <a:pt x="19620" y="197030"/>
                    <a:pt x="17805" y="199752"/>
                    <a:pt x="259" y="202173"/>
                  </a:cubicBezTo>
                  <a:lnTo>
                    <a:pt x="259" y="206710"/>
                  </a:lnTo>
                  <a:lnTo>
                    <a:pt x="65604" y="206710"/>
                  </a:lnTo>
                  <a:lnTo>
                    <a:pt x="65604" y="202173"/>
                  </a:lnTo>
                  <a:cubicBezTo>
                    <a:pt x="48058" y="200357"/>
                    <a:pt x="45033" y="196727"/>
                    <a:pt x="45033" y="175853"/>
                  </a:cubicBezTo>
                  <a:lnTo>
                    <a:pt x="45033" y="102944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C3B7F745-063C-B74E-F8D6-BE68F2D7F52A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0584416" y="4981958"/>
              <a:ext cx="120708" cy="142187"/>
            </a:xfrm>
            <a:custGeom>
              <a:avLst/>
              <a:gdLst>
                <a:gd name="connsiteX0" fmla="*/ 116131 w 120708"/>
                <a:gd name="connsiteY0" fmla="*/ 89633 h 142187"/>
                <a:gd name="connsiteX1" fmla="*/ 69240 w 120708"/>
                <a:gd name="connsiteY1" fmla="*/ 121398 h 142187"/>
                <a:gd name="connsiteX2" fmla="*/ 30214 w 120708"/>
                <a:gd name="connsiteY2" fmla="*/ 95381 h 142187"/>
                <a:gd name="connsiteX3" fmla="*/ 22046 w 120708"/>
                <a:gd name="connsiteY3" fmla="*/ 55447 h 142187"/>
                <a:gd name="connsiteX4" fmla="*/ 115224 w 120708"/>
                <a:gd name="connsiteY4" fmla="*/ 55447 h 142187"/>
                <a:gd name="connsiteX5" fmla="*/ 102215 w 120708"/>
                <a:gd name="connsiteY5" fmla="*/ 17329 h 142187"/>
                <a:gd name="connsiteX6" fmla="*/ 63492 w 120708"/>
                <a:gd name="connsiteY6" fmla="*/ 85 h 142187"/>
                <a:gd name="connsiteX7" fmla="*/ 22651 w 120708"/>
                <a:gd name="connsiteY7" fmla="*/ 15816 h 142187"/>
                <a:gd name="connsiteX8" fmla="*/ 264 w 120708"/>
                <a:gd name="connsiteY8" fmla="*/ 74506 h 142187"/>
                <a:gd name="connsiteX9" fmla="*/ 56836 w 120708"/>
                <a:gd name="connsiteY9" fmla="*/ 142272 h 142187"/>
                <a:gd name="connsiteX10" fmla="*/ 120972 w 120708"/>
                <a:gd name="connsiteY10" fmla="*/ 91750 h 142187"/>
                <a:gd name="connsiteX11" fmla="*/ 116131 w 120708"/>
                <a:gd name="connsiteY11" fmla="*/ 89633 h 142187"/>
                <a:gd name="connsiteX12" fmla="*/ 22651 w 120708"/>
                <a:gd name="connsiteY12" fmla="*/ 45766 h 142187"/>
                <a:gd name="connsiteX13" fmla="*/ 54719 w 120708"/>
                <a:gd name="connsiteY13" fmla="*/ 10976 h 142187"/>
                <a:gd name="connsiteX14" fmla="*/ 84366 w 120708"/>
                <a:gd name="connsiteY14" fmla="*/ 45766 h 142187"/>
                <a:gd name="connsiteX15" fmla="*/ 22651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31" y="89633"/>
                  </a:moveTo>
                  <a:cubicBezTo>
                    <a:pt x="101610" y="112625"/>
                    <a:pt x="88602" y="121398"/>
                    <a:pt x="69240" y="121398"/>
                  </a:cubicBezTo>
                  <a:cubicBezTo>
                    <a:pt x="51996" y="121398"/>
                    <a:pt x="38987" y="112625"/>
                    <a:pt x="30214" y="95381"/>
                  </a:cubicBezTo>
                  <a:cubicBezTo>
                    <a:pt x="24768" y="83885"/>
                    <a:pt x="22651" y="73901"/>
                    <a:pt x="22046" y="55447"/>
                  </a:cubicBezTo>
                  <a:lnTo>
                    <a:pt x="115224" y="55447"/>
                  </a:lnTo>
                  <a:cubicBezTo>
                    <a:pt x="112804" y="35783"/>
                    <a:pt x="109778" y="27010"/>
                    <a:pt x="102215" y="17329"/>
                  </a:cubicBezTo>
                  <a:cubicBezTo>
                    <a:pt x="93139" y="6438"/>
                    <a:pt x="79223" y="85"/>
                    <a:pt x="63492" y="85"/>
                  </a:cubicBezTo>
                  <a:cubicBezTo>
                    <a:pt x="48365" y="85"/>
                    <a:pt x="34147" y="5530"/>
                    <a:pt x="22651" y="15816"/>
                  </a:cubicBezTo>
                  <a:cubicBezTo>
                    <a:pt x="8432" y="28220"/>
                    <a:pt x="264" y="49699"/>
                    <a:pt x="264" y="74506"/>
                  </a:cubicBezTo>
                  <a:cubicBezTo>
                    <a:pt x="264" y="116255"/>
                    <a:pt x="22046" y="142272"/>
                    <a:pt x="56836" y="142272"/>
                  </a:cubicBezTo>
                  <a:cubicBezTo>
                    <a:pt x="85576" y="142272"/>
                    <a:pt x="108266" y="124423"/>
                    <a:pt x="120972" y="91750"/>
                  </a:cubicBezTo>
                  <a:lnTo>
                    <a:pt x="116131" y="89633"/>
                  </a:lnTo>
                  <a:close/>
                  <a:moveTo>
                    <a:pt x="22651" y="45766"/>
                  </a:moveTo>
                  <a:cubicBezTo>
                    <a:pt x="25978" y="22169"/>
                    <a:pt x="36264" y="10976"/>
                    <a:pt x="54719" y="10976"/>
                  </a:cubicBezTo>
                  <a:cubicBezTo>
                    <a:pt x="73173" y="10976"/>
                    <a:pt x="80433" y="19446"/>
                    <a:pt x="84366" y="45766"/>
                  </a:cubicBezTo>
                  <a:lnTo>
                    <a:pt x="22651" y="4576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41E36C66-523D-048E-730B-6C860DF6C011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0795761" y="4914494"/>
              <a:ext cx="140372" cy="209651"/>
            </a:xfrm>
            <a:custGeom>
              <a:avLst/>
              <a:gdLst>
                <a:gd name="connsiteX0" fmla="*/ 96172 w 140372"/>
                <a:gd name="connsiteY0" fmla="*/ 209736 h 209651"/>
                <a:gd name="connsiteX1" fmla="*/ 140643 w 140372"/>
                <a:gd name="connsiteY1" fmla="*/ 194004 h 209651"/>
                <a:gd name="connsiteX2" fmla="*/ 140643 w 140372"/>
                <a:gd name="connsiteY2" fmla="*/ 189164 h 209651"/>
                <a:gd name="connsiteX3" fmla="*/ 133685 w 140372"/>
                <a:gd name="connsiteY3" fmla="*/ 189466 h 209651"/>
                <a:gd name="connsiteX4" fmla="*/ 120374 w 140372"/>
                <a:gd name="connsiteY4" fmla="*/ 172222 h 209651"/>
                <a:gd name="connsiteX5" fmla="*/ 120374 w 140372"/>
                <a:gd name="connsiteY5" fmla="*/ 690 h 209651"/>
                <a:gd name="connsiteX6" fmla="*/ 118861 w 140372"/>
                <a:gd name="connsiteY6" fmla="*/ 85 h 209651"/>
                <a:gd name="connsiteX7" fmla="*/ 74390 w 140372"/>
                <a:gd name="connsiteY7" fmla="*/ 13396 h 209651"/>
                <a:gd name="connsiteX8" fmla="*/ 74390 w 140372"/>
                <a:gd name="connsiteY8" fmla="*/ 18236 h 209651"/>
                <a:gd name="connsiteX9" fmla="*/ 81045 w 140372"/>
                <a:gd name="connsiteY9" fmla="*/ 17934 h 209651"/>
                <a:gd name="connsiteX10" fmla="*/ 94962 w 140372"/>
                <a:gd name="connsiteY10" fmla="*/ 33363 h 209651"/>
                <a:gd name="connsiteX11" fmla="*/ 94962 w 140372"/>
                <a:gd name="connsiteY11" fmla="*/ 80557 h 209651"/>
                <a:gd name="connsiteX12" fmla="*/ 63196 w 140372"/>
                <a:gd name="connsiteY12" fmla="*/ 67548 h 209651"/>
                <a:gd name="connsiteX13" fmla="*/ 271 w 140372"/>
                <a:gd name="connsiteY13" fmla="*/ 144693 h 209651"/>
                <a:gd name="connsiteX14" fmla="*/ 56238 w 140372"/>
                <a:gd name="connsiteY14" fmla="*/ 209736 h 209651"/>
                <a:gd name="connsiteX15" fmla="*/ 94962 w 140372"/>
                <a:gd name="connsiteY15" fmla="*/ 189466 h 209651"/>
                <a:gd name="connsiteX16" fmla="*/ 94962 w 140372"/>
                <a:gd name="connsiteY16" fmla="*/ 208828 h 209651"/>
                <a:gd name="connsiteX17" fmla="*/ 96172 w 140372"/>
                <a:gd name="connsiteY17" fmla="*/ 209736 h 209651"/>
                <a:gd name="connsiteX18" fmla="*/ 94962 w 140372"/>
                <a:gd name="connsiteY18" fmla="*/ 175853 h 209651"/>
                <a:gd name="connsiteX19" fmla="*/ 89819 w 140372"/>
                <a:gd name="connsiteY19" fmla="*/ 184929 h 209651"/>
                <a:gd name="connsiteX20" fmla="*/ 68037 w 140372"/>
                <a:gd name="connsiteY20" fmla="*/ 194004 h 209651"/>
                <a:gd name="connsiteX21" fmla="*/ 26288 w 140372"/>
                <a:gd name="connsiteY21" fmla="*/ 132591 h 209651"/>
                <a:gd name="connsiteX22" fmla="*/ 64104 w 140372"/>
                <a:gd name="connsiteY22" fmla="*/ 76019 h 209651"/>
                <a:gd name="connsiteX23" fmla="*/ 94962 w 140372"/>
                <a:gd name="connsiteY23" fmla="*/ 106272 h 209651"/>
                <a:gd name="connsiteX24" fmla="*/ 94962 w 140372"/>
                <a:gd name="connsiteY24" fmla="*/ 175853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72" h="209651">
                  <a:moveTo>
                    <a:pt x="96172" y="209736"/>
                  </a:moveTo>
                  <a:lnTo>
                    <a:pt x="140643" y="194004"/>
                  </a:lnTo>
                  <a:lnTo>
                    <a:pt x="140643" y="189164"/>
                  </a:lnTo>
                  <a:cubicBezTo>
                    <a:pt x="135198" y="189466"/>
                    <a:pt x="134593" y="189466"/>
                    <a:pt x="133685" y="189466"/>
                  </a:cubicBezTo>
                  <a:cubicBezTo>
                    <a:pt x="122794" y="189466"/>
                    <a:pt x="120374" y="186139"/>
                    <a:pt x="120374" y="172222"/>
                  </a:cubicBezTo>
                  <a:lnTo>
                    <a:pt x="120374" y="690"/>
                  </a:lnTo>
                  <a:lnTo>
                    <a:pt x="118861" y="85"/>
                  </a:lnTo>
                  <a:cubicBezTo>
                    <a:pt x="104340" y="5228"/>
                    <a:pt x="93751" y="8253"/>
                    <a:pt x="74390" y="13396"/>
                  </a:cubicBezTo>
                  <a:lnTo>
                    <a:pt x="74390" y="18236"/>
                  </a:lnTo>
                  <a:cubicBezTo>
                    <a:pt x="76810" y="17934"/>
                    <a:pt x="78625" y="17934"/>
                    <a:pt x="81045" y="17934"/>
                  </a:cubicBezTo>
                  <a:cubicBezTo>
                    <a:pt x="92239" y="17934"/>
                    <a:pt x="94962" y="20959"/>
                    <a:pt x="94962" y="33363"/>
                  </a:cubicBezTo>
                  <a:lnTo>
                    <a:pt x="94962" y="80557"/>
                  </a:lnTo>
                  <a:cubicBezTo>
                    <a:pt x="83465" y="70876"/>
                    <a:pt x="75297" y="67548"/>
                    <a:pt x="63196" y="67548"/>
                  </a:cubicBezTo>
                  <a:cubicBezTo>
                    <a:pt x="28406" y="67548"/>
                    <a:pt x="271" y="101734"/>
                    <a:pt x="271" y="144693"/>
                  </a:cubicBezTo>
                  <a:cubicBezTo>
                    <a:pt x="271" y="183416"/>
                    <a:pt x="22960" y="209736"/>
                    <a:pt x="56238" y="209736"/>
                  </a:cubicBezTo>
                  <a:cubicBezTo>
                    <a:pt x="73180" y="209736"/>
                    <a:pt x="84676" y="203685"/>
                    <a:pt x="94962" y="189466"/>
                  </a:cubicBezTo>
                  <a:lnTo>
                    <a:pt x="94962" y="208828"/>
                  </a:lnTo>
                  <a:lnTo>
                    <a:pt x="96172" y="209736"/>
                  </a:lnTo>
                  <a:close/>
                  <a:moveTo>
                    <a:pt x="94962" y="175853"/>
                  </a:moveTo>
                  <a:cubicBezTo>
                    <a:pt x="94962" y="177970"/>
                    <a:pt x="92844" y="181601"/>
                    <a:pt x="89819" y="184929"/>
                  </a:cubicBezTo>
                  <a:cubicBezTo>
                    <a:pt x="84373" y="190979"/>
                    <a:pt x="76810" y="194004"/>
                    <a:pt x="68037" y="194004"/>
                  </a:cubicBezTo>
                  <a:cubicBezTo>
                    <a:pt x="42927" y="194004"/>
                    <a:pt x="26288" y="169802"/>
                    <a:pt x="26288" y="132591"/>
                  </a:cubicBezTo>
                  <a:cubicBezTo>
                    <a:pt x="26288" y="98406"/>
                    <a:pt x="41112" y="76019"/>
                    <a:pt x="64104" y="76019"/>
                  </a:cubicBezTo>
                  <a:cubicBezTo>
                    <a:pt x="80138" y="76019"/>
                    <a:pt x="94962" y="90238"/>
                    <a:pt x="94962" y="106272"/>
                  </a:cubicBezTo>
                  <a:lnTo>
                    <a:pt x="94962" y="175853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782E7255-8F70-25C6-FD60-A7C5BFFADD0D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0950617" y="4981958"/>
              <a:ext cx="122523" cy="142187"/>
            </a:xfrm>
            <a:custGeom>
              <a:avLst/>
              <a:gdLst>
                <a:gd name="connsiteX0" fmla="*/ 122799 w 122523"/>
                <a:gd name="connsiteY0" fmla="*/ 119280 h 142187"/>
                <a:gd name="connsiteX1" fmla="*/ 109488 w 122523"/>
                <a:gd name="connsiteY1" fmla="*/ 125028 h 142187"/>
                <a:gd name="connsiteX2" fmla="*/ 100412 w 122523"/>
                <a:gd name="connsiteY2" fmla="*/ 107482 h 142187"/>
                <a:gd name="connsiteX3" fmla="*/ 100412 w 122523"/>
                <a:gd name="connsiteY3" fmla="*/ 48489 h 142187"/>
                <a:gd name="connsiteX4" fmla="*/ 94361 w 122523"/>
                <a:gd name="connsiteY4" fmla="*/ 16724 h 142187"/>
                <a:gd name="connsiteX5" fmla="*/ 56848 w 122523"/>
                <a:gd name="connsiteY5" fmla="*/ 85 h 142187"/>
                <a:gd name="connsiteX6" fmla="*/ 6024 w 122523"/>
                <a:gd name="connsiteY6" fmla="*/ 33968 h 142187"/>
                <a:gd name="connsiteX7" fmla="*/ 19032 w 122523"/>
                <a:gd name="connsiteY7" fmla="*/ 46976 h 142187"/>
                <a:gd name="connsiteX8" fmla="*/ 32646 w 122523"/>
                <a:gd name="connsiteY8" fmla="*/ 34270 h 142187"/>
                <a:gd name="connsiteX9" fmla="*/ 32041 w 122523"/>
                <a:gd name="connsiteY9" fmla="*/ 29430 h 142187"/>
                <a:gd name="connsiteX10" fmla="*/ 31133 w 122523"/>
                <a:gd name="connsiteY10" fmla="*/ 22169 h 142187"/>
                <a:gd name="connsiteX11" fmla="*/ 52915 w 122523"/>
                <a:gd name="connsiteY11" fmla="*/ 7345 h 142187"/>
                <a:gd name="connsiteX12" fmla="*/ 75907 w 122523"/>
                <a:gd name="connsiteY12" fmla="*/ 32455 h 142187"/>
                <a:gd name="connsiteX13" fmla="*/ 75907 w 122523"/>
                <a:gd name="connsiteY13" fmla="*/ 50909 h 142187"/>
                <a:gd name="connsiteX14" fmla="*/ 11167 w 122523"/>
                <a:gd name="connsiteY14" fmla="*/ 83582 h 142187"/>
                <a:gd name="connsiteX15" fmla="*/ 276 w 122523"/>
                <a:gd name="connsiteY15" fmla="*/ 109902 h 142187"/>
                <a:gd name="connsiteX16" fmla="*/ 32041 w 122523"/>
                <a:gd name="connsiteY16" fmla="*/ 142272 h 142187"/>
                <a:gd name="connsiteX17" fmla="*/ 76210 w 122523"/>
                <a:gd name="connsiteY17" fmla="*/ 120188 h 142187"/>
                <a:gd name="connsiteX18" fmla="*/ 95572 w 122523"/>
                <a:gd name="connsiteY18" fmla="*/ 142272 h 142187"/>
                <a:gd name="connsiteX19" fmla="*/ 122799 w 122523"/>
                <a:gd name="connsiteY19" fmla="*/ 127146 h 142187"/>
                <a:gd name="connsiteX20" fmla="*/ 122799 w 122523"/>
                <a:gd name="connsiteY20" fmla="*/ 119280 h 142187"/>
                <a:gd name="connsiteX21" fmla="*/ 75907 w 122523"/>
                <a:gd name="connsiteY21" fmla="*/ 102036 h 142187"/>
                <a:gd name="connsiteX22" fmla="*/ 68042 w 122523"/>
                <a:gd name="connsiteY22" fmla="*/ 117768 h 142187"/>
                <a:gd name="connsiteX23" fmla="*/ 45957 w 122523"/>
                <a:gd name="connsiteY23" fmla="*/ 124726 h 142187"/>
                <a:gd name="connsiteX24" fmla="*/ 26898 w 122523"/>
                <a:gd name="connsiteY24" fmla="*/ 101431 h 142187"/>
                <a:gd name="connsiteX25" fmla="*/ 26898 w 122523"/>
                <a:gd name="connsiteY25" fmla="*/ 100221 h 142187"/>
                <a:gd name="connsiteX26" fmla="*/ 75907 w 122523"/>
                <a:gd name="connsiteY26" fmla="*/ 58170 h 142187"/>
                <a:gd name="connsiteX27" fmla="*/ 75907 w 122523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42187">
                  <a:moveTo>
                    <a:pt x="122799" y="119280"/>
                  </a:moveTo>
                  <a:cubicBezTo>
                    <a:pt x="117656" y="123516"/>
                    <a:pt x="114026" y="125028"/>
                    <a:pt x="109488" y="125028"/>
                  </a:cubicBezTo>
                  <a:cubicBezTo>
                    <a:pt x="102530" y="125028"/>
                    <a:pt x="100412" y="120793"/>
                    <a:pt x="100412" y="107482"/>
                  </a:cubicBezTo>
                  <a:lnTo>
                    <a:pt x="100412" y="48489"/>
                  </a:lnTo>
                  <a:cubicBezTo>
                    <a:pt x="100412" y="32758"/>
                    <a:pt x="98899" y="23984"/>
                    <a:pt x="94361" y="16724"/>
                  </a:cubicBezTo>
                  <a:cubicBezTo>
                    <a:pt x="87706" y="5833"/>
                    <a:pt x="74697" y="85"/>
                    <a:pt x="56848" y="85"/>
                  </a:cubicBezTo>
                  <a:cubicBezTo>
                    <a:pt x="28411" y="85"/>
                    <a:pt x="6024" y="14908"/>
                    <a:pt x="6024" y="33968"/>
                  </a:cubicBezTo>
                  <a:cubicBezTo>
                    <a:pt x="6024" y="40926"/>
                    <a:pt x="12074" y="46976"/>
                    <a:pt x="19032" y="46976"/>
                  </a:cubicBezTo>
                  <a:cubicBezTo>
                    <a:pt x="26293" y="46976"/>
                    <a:pt x="32646" y="40926"/>
                    <a:pt x="32646" y="34270"/>
                  </a:cubicBezTo>
                  <a:cubicBezTo>
                    <a:pt x="32646" y="33060"/>
                    <a:pt x="32343" y="31547"/>
                    <a:pt x="32041" y="29430"/>
                  </a:cubicBezTo>
                  <a:cubicBezTo>
                    <a:pt x="31436" y="26707"/>
                    <a:pt x="31133" y="24287"/>
                    <a:pt x="31133" y="22169"/>
                  </a:cubicBezTo>
                  <a:cubicBezTo>
                    <a:pt x="31133" y="14001"/>
                    <a:pt x="40814" y="7345"/>
                    <a:pt x="52915" y="7345"/>
                  </a:cubicBezTo>
                  <a:cubicBezTo>
                    <a:pt x="67739" y="7345"/>
                    <a:pt x="75907" y="16119"/>
                    <a:pt x="75907" y="32455"/>
                  </a:cubicBezTo>
                  <a:lnTo>
                    <a:pt x="75907" y="50909"/>
                  </a:lnTo>
                  <a:cubicBezTo>
                    <a:pt x="29318" y="69666"/>
                    <a:pt x="24175" y="72086"/>
                    <a:pt x="11167" y="83582"/>
                  </a:cubicBezTo>
                  <a:cubicBezTo>
                    <a:pt x="4511" y="89633"/>
                    <a:pt x="276" y="99919"/>
                    <a:pt x="276" y="109902"/>
                  </a:cubicBezTo>
                  <a:cubicBezTo>
                    <a:pt x="276" y="128961"/>
                    <a:pt x="13587" y="142272"/>
                    <a:pt x="32041" y="142272"/>
                  </a:cubicBezTo>
                  <a:cubicBezTo>
                    <a:pt x="45352" y="142272"/>
                    <a:pt x="57756" y="135919"/>
                    <a:pt x="76210" y="120188"/>
                  </a:cubicBezTo>
                  <a:cubicBezTo>
                    <a:pt x="77722" y="135919"/>
                    <a:pt x="83168" y="142272"/>
                    <a:pt x="95572" y="142272"/>
                  </a:cubicBezTo>
                  <a:cubicBezTo>
                    <a:pt x="105857" y="142272"/>
                    <a:pt x="112210" y="138642"/>
                    <a:pt x="122799" y="127146"/>
                  </a:cubicBezTo>
                  <a:lnTo>
                    <a:pt x="122799" y="119280"/>
                  </a:lnTo>
                  <a:close/>
                  <a:moveTo>
                    <a:pt x="75907" y="102036"/>
                  </a:moveTo>
                  <a:cubicBezTo>
                    <a:pt x="75907" y="111415"/>
                    <a:pt x="74395" y="114137"/>
                    <a:pt x="68042" y="117768"/>
                  </a:cubicBezTo>
                  <a:cubicBezTo>
                    <a:pt x="60781" y="122003"/>
                    <a:pt x="52310" y="124726"/>
                    <a:pt x="45957" y="124726"/>
                  </a:cubicBezTo>
                  <a:cubicBezTo>
                    <a:pt x="35369" y="124726"/>
                    <a:pt x="26898" y="114440"/>
                    <a:pt x="26898" y="101431"/>
                  </a:cubicBezTo>
                  <a:lnTo>
                    <a:pt x="26898" y="100221"/>
                  </a:lnTo>
                  <a:cubicBezTo>
                    <a:pt x="26898" y="82372"/>
                    <a:pt x="39302" y="71481"/>
                    <a:pt x="75907" y="58170"/>
                  </a:cubicBezTo>
                  <a:lnTo>
                    <a:pt x="75907" y="1020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E22C287-B91B-6AC0-4ED1-C0814A6EAEF9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1078180" y="4945957"/>
              <a:ext cx="80472" cy="178188"/>
            </a:xfrm>
            <a:custGeom>
              <a:avLst/>
              <a:gdLst>
                <a:gd name="connsiteX0" fmla="*/ 73491 w 80472"/>
                <a:gd name="connsiteY0" fmla="*/ 39111 h 178188"/>
                <a:gd name="connsiteX1" fmla="*/ 42936 w 80472"/>
                <a:gd name="connsiteY1" fmla="*/ 39111 h 178188"/>
                <a:gd name="connsiteX2" fmla="*/ 42936 w 80472"/>
                <a:gd name="connsiteY2" fmla="*/ 4018 h 178188"/>
                <a:gd name="connsiteX3" fmla="*/ 40819 w 80472"/>
                <a:gd name="connsiteY3" fmla="*/ 85 h 178188"/>
                <a:gd name="connsiteX4" fmla="*/ 34768 w 80472"/>
                <a:gd name="connsiteY4" fmla="*/ 8555 h 178188"/>
                <a:gd name="connsiteX5" fmla="*/ 5423 w 80472"/>
                <a:gd name="connsiteY5" fmla="*/ 40926 h 178188"/>
                <a:gd name="connsiteX6" fmla="*/ 280 w 80472"/>
                <a:gd name="connsiteY6" fmla="*/ 46674 h 178188"/>
                <a:gd name="connsiteX7" fmla="*/ 1490 w 80472"/>
                <a:gd name="connsiteY7" fmla="*/ 48792 h 178188"/>
                <a:gd name="connsiteX8" fmla="*/ 17524 w 80472"/>
                <a:gd name="connsiteY8" fmla="*/ 48792 h 178188"/>
                <a:gd name="connsiteX9" fmla="*/ 17524 w 80472"/>
                <a:gd name="connsiteY9" fmla="*/ 139852 h 178188"/>
                <a:gd name="connsiteX10" fmla="*/ 44449 w 80472"/>
                <a:gd name="connsiteY10" fmla="*/ 178273 h 178188"/>
                <a:gd name="connsiteX11" fmla="*/ 80752 w 80472"/>
                <a:gd name="connsiteY11" fmla="*/ 155281 h 178188"/>
                <a:gd name="connsiteX12" fmla="*/ 76819 w 80472"/>
                <a:gd name="connsiteY12" fmla="*/ 151953 h 178188"/>
                <a:gd name="connsiteX13" fmla="*/ 58668 w 80472"/>
                <a:gd name="connsiteY13" fmla="*/ 162542 h 178188"/>
                <a:gd name="connsiteX14" fmla="*/ 42936 w 80472"/>
                <a:gd name="connsiteY14" fmla="*/ 135314 h 178188"/>
                <a:gd name="connsiteX15" fmla="*/ 42936 w 80472"/>
                <a:gd name="connsiteY15" fmla="*/ 48792 h 178188"/>
                <a:gd name="connsiteX16" fmla="*/ 73491 w 80472"/>
                <a:gd name="connsiteY16" fmla="*/ 48792 h 178188"/>
                <a:gd name="connsiteX17" fmla="*/ 73491 w 80472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8188">
                  <a:moveTo>
                    <a:pt x="73491" y="39111"/>
                  </a:moveTo>
                  <a:lnTo>
                    <a:pt x="42936" y="39111"/>
                  </a:lnTo>
                  <a:lnTo>
                    <a:pt x="42936" y="4018"/>
                  </a:lnTo>
                  <a:cubicBezTo>
                    <a:pt x="42936" y="992"/>
                    <a:pt x="42634" y="85"/>
                    <a:pt x="40819" y="85"/>
                  </a:cubicBezTo>
                  <a:cubicBezTo>
                    <a:pt x="38701" y="2807"/>
                    <a:pt x="36886" y="5530"/>
                    <a:pt x="34768" y="8555"/>
                  </a:cubicBezTo>
                  <a:cubicBezTo>
                    <a:pt x="23272" y="25194"/>
                    <a:pt x="10263" y="39716"/>
                    <a:pt x="5423" y="40926"/>
                  </a:cubicBezTo>
                  <a:cubicBezTo>
                    <a:pt x="2095" y="43044"/>
                    <a:pt x="280" y="45161"/>
                    <a:pt x="280" y="46674"/>
                  </a:cubicBezTo>
                  <a:cubicBezTo>
                    <a:pt x="280" y="47581"/>
                    <a:pt x="583" y="48186"/>
                    <a:pt x="1490" y="48792"/>
                  </a:cubicBezTo>
                  <a:lnTo>
                    <a:pt x="17524" y="48792"/>
                  </a:lnTo>
                  <a:lnTo>
                    <a:pt x="17524" y="139852"/>
                  </a:lnTo>
                  <a:cubicBezTo>
                    <a:pt x="17524" y="165264"/>
                    <a:pt x="26600" y="178273"/>
                    <a:pt x="44449" y="178273"/>
                  </a:cubicBezTo>
                  <a:cubicBezTo>
                    <a:pt x="59273" y="178273"/>
                    <a:pt x="70769" y="171012"/>
                    <a:pt x="80752" y="155281"/>
                  </a:cubicBezTo>
                  <a:lnTo>
                    <a:pt x="76819" y="151953"/>
                  </a:lnTo>
                  <a:cubicBezTo>
                    <a:pt x="70466" y="159516"/>
                    <a:pt x="65323" y="162542"/>
                    <a:pt x="58668" y="162542"/>
                  </a:cubicBezTo>
                  <a:cubicBezTo>
                    <a:pt x="47474" y="162542"/>
                    <a:pt x="42936" y="154373"/>
                    <a:pt x="42936" y="135314"/>
                  </a:cubicBezTo>
                  <a:lnTo>
                    <a:pt x="42936" y="48792"/>
                  </a:lnTo>
                  <a:lnTo>
                    <a:pt x="73491" y="48792"/>
                  </a:lnTo>
                  <a:lnTo>
                    <a:pt x="73491" y="3911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C14A34B9-16BB-60F7-C319-4B834B59446D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1169855" y="4981958"/>
              <a:ext cx="122523" cy="142187"/>
            </a:xfrm>
            <a:custGeom>
              <a:avLst/>
              <a:gdLst>
                <a:gd name="connsiteX0" fmla="*/ 122806 w 122523"/>
                <a:gd name="connsiteY0" fmla="*/ 119280 h 142187"/>
                <a:gd name="connsiteX1" fmla="*/ 109495 w 122523"/>
                <a:gd name="connsiteY1" fmla="*/ 125028 h 142187"/>
                <a:gd name="connsiteX2" fmla="*/ 100419 w 122523"/>
                <a:gd name="connsiteY2" fmla="*/ 107482 h 142187"/>
                <a:gd name="connsiteX3" fmla="*/ 100419 w 122523"/>
                <a:gd name="connsiteY3" fmla="*/ 48489 h 142187"/>
                <a:gd name="connsiteX4" fmla="*/ 94369 w 122523"/>
                <a:gd name="connsiteY4" fmla="*/ 16724 h 142187"/>
                <a:gd name="connsiteX5" fmla="*/ 56855 w 122523"/>
                <a:gd name="connsiteY5" fmla="*/ 85 h 142187"/>
                <a:gd name="connsiteX6" fmla="*/ 6031 w 122523"/>
                <a:gd name="connsiteY6" fmla="*/ 33968 h 142187"/>
                <a:gd name="connsiteX7" fmla="*/ 19039 w 122523"/>
                <a:gd name="connsiteY7" fmla="*/ 46976 h 142187"/>
                <a:gd name="connsiteX8" fmla="*/ 32653 w 122523"/>
                <a:gd name="connsiteY8" fmla="*/ 34270 h 142187"/>
                <a:gd name="connsiteX9" fmla="*/ 32048 w 122523"/>
                <a:gd name="connsiteY9" fmla="*/ 29430 h 142187"/>
                <a:gd name="connsiteX10" fmla="*/ 31140 w 122523"/>
                <a:gd name="connsiteY10" fmla="*/ 22169 h 142187"/>
                <a:gd name="connsiteX11" fmla="*/ 52922 w 122523"/>
                <a:gd name="connsiteY11" fmla="*/ 7345 h 142187"/>
                <a:gd name="connsiteX12" fmla="*/ 75914 w 122523"/>
                <a:gd name="connsiteY12" fmla="*/ 32455 h 142187"/>
                <a:gd name="connsiteX13" fmla="*/ 75914 w 122523"/>
                <a:gd name="connsiteY13" fmla="*/ 50909 h 142187"/>
                <a:gd name="connsiteX14" fmla="*/ 11174 w 122523"/>
                <a:gd name="connsiteY14" fmla="*/ 83582 h 142187"/>
                <a:gd name="connsiteX15" fmla="*/ 283 w 122523"/>
                <a:gd name="connsiteY15" fmla="*/ 109902 h 142187"/>
                <a:gd name="connsiteX16" fmla="*/ 32048 w 122523"/>
                <a:gd name="connsiteY16" fmla="*/ 142272 h 142187"/>
                <a:gd name="connsiteX17" fmla="*/ 76217 w 122523"/>
                <a:gd name="connsiteY17" fmla="*/ 120188 h 142187"/>
                <a:gd name="connsiteX18" fmla="*/ 95579 w 122523"/>
                <a:gd name="connsiteY18" fmla="*/ 142272 h 142187"/>
                <a:gd name="connsiteX19" fmla="*/ 122806 w 122523"/>
                <a:gd name="connsiteY19" fmla="*/ 127146 h 142187"/>
                <a:gd name="connsiteX20" fmla="*/ 122806 w 122523"/>
                <a:gd name="connsiteY20" fmla="*/ 119280 h 142187"/>
                <a:gd name="connsiteX21" fmla="*/ 75914 w 122523"/>
                <a:gd name="connsiteY21" fmla="*/ 102036 h 142187"/>
                <a:gd name="connsiteX22" fmla="*/ 68049 w 122523"/>
                <a:gd name="connsiteY22" fmla="*/ 117768 h 142187"/>
                <a:gd name="connsiteX23" fmla="*/ 45964 w 122523"/>
                <a:gd name="connsiteY23" fmla="*/ 124726 h 142187"/>
                <a:gd name="connsiteX24" fmla="*/ 26905 w 122523"/>
                <a:gd name="connsiteY24" fmla="*/ 101431 h 142187"/>
                <a:gd name="connsiteX25" fmla="*/ 26905 w 122523"/>
                <a:gd name="connsiteY25" fmla="*/ 100221 h 142187"/>
                <a:gd name="connsiteX26" fmla="*/ 75914 w 122523"/>
                <a:gd name="connsiteY26" fmla="*/ 58170 h 142187"/>
                <a:gd name="connsiteX27" fmla="*/ 75914 w 122523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42187">
                  <a:moveTo>
                    <a:pt x="122806" y="119280"/>
                  </a:moveTo>
                  <a:cubicBezTo>
                    <a:pt x="117663" y="123516"/>
                    <a:pt x="114033" y="125028"/>
                    <a:pt x="109495" y="125028"/>
                  </a:cubicBezTo>
                  <a:cubicBezTo>
                    <a:pt x="102537" y="125028"/>
                    <a:pt x="100419" y="120793"/>
                    <a:pt x="100419" y="107482"/>
                  </a:cubicBezTo>
                  <a:lnTo>
                    <a:pt x="100419" y="48489"/>
                  </a:lnTo>
                  <a:cubicBezTo>
                    <a:pt x="100419" y="32758"/>
                    <a:pt x="98906" y="23984"/>
                    <a:pt x="94369" y="16724"/>
                  </a:cubicBezTo>
                  <a:cubicBezTo>
                    <a:pt x="87713" y="5833"/>
                    <a:pt x="74704" y="85"/>
                    <a:pt x="56855" y="85"/>
                  </a:cubicBezTo>
                  <a:cubicBezTo>
                    <a:pt x="28418" y="85"/>
                    <a:pt x="6031" y="14908"/>
                    <a:pt x="6031" y="33968"/>
                  </a:cubicBezTo>
                  <a:cubicBezTo>
                    <a:pt x="6031" y="40926"/>
                    <a:pt x="12081" y="46976"/>
                    <a:pt x="19039" y="46976"/>
                  </a:cubicBezTo>
                  <a:cubicBezTo>
                    <a:pt x="26300" y="46976"/>
                    <a:pt x="32653" y="40926"/>
                    <a:pt x="32653" y="34270"/>
                  </a:cubicBezTo>
                  <a:cubicBezTo>
                    <a:pt x="32653" y="33060"/>
                    <a:pt x="32351" y="31547"/>
                    <a:pt x="32048" y="29430"/>
                  </a:cubicBezTo>
                  <a:cubicBezTo>
                    <a:pt x="31443" y="26707"/>
                    <a:pt x="31140" y="24287"/>
                    <a:pt x="31140" y="22169"/>
                  </a:cubicBezTo>
                  <a:cubicBezTo>
                    <a:pt x="31140" y="14001"/>
                    <a:pt x="40821" y="7345"/>
                    <a:pt x="52922" y="7345"/>
                  </a:cubicBezTo>
                  <a:cubicBezTo>
                    <a:pt x="67746" y="7345"/>
                    <a:pt x="75914" y="16119"/>
                    <a:pt x="75914" y="32455"/>
                  </a:cubicBezTo>
                  <a:lnTo>
                    <a:pt x="75914" y="50909"/>
                  </a:lnTo>
                  <a:cubicBezTo>
                    <a:pt x="29325" y="69666"/>
                    <a:pt x="24182" y="72086"/>
                    <a:pt x="11174" y="83582"/>
                  </a:cubicBezTo>
                  <a:cubicBezTo>
                    <a:pt x="4518" y="89633"/>
                    <a:pt x="283" y="99919"/>
                    <a:pt x="283" y="109902"/>
                  </a:cubicBezTo>
                  <a:cubicBezTo>
                    <a:pt x="283" y="128961"/>
                    <a:pt x="13594" y="142272"/>
                    <a:pt x="32048" y="142272"/>
                  </a:cubicBezTo>
                  <a:cubicBezTo>
                    <a:pt x="45359" y="142272"/>
                    <a:pt x="57763" y="135919"/>
                    <a:pt x="76217" y="120188"/>
                  </a:cubicBezTo>
                  <a:cubicBezTo>
                    <a:pt x="77730" y="135919"/>
                    <a:pt x="83175" y="142272"/>
                    <a:pt x="95579" y="142272"/>
                  </a:cubicBezTo>
                  <a:cubicBezTo>
                    <a:pt x="105865" y="142272"/>
                    <a:pt x="112218" y="138642"/>
                    <a:pt x="122806" y="127146"/>
                  </a:cubicBezTo>
                  <a:lnTo>
                    <a:pt x="122806" y="119280"/>
                  </a:lnTo>
                  <a:close/>
                  <a:moveTo>
                    <a:pt x="75914" y="102036"/>
                  </a:moveTo>
                  <a:cubicBezTo>
                    <a:pt x="75914" y="111415"/>
                    <a:pt x="74402" y="114137"/>
                    <a:pt x="68049" y="117768"/>
                  </a:cubicBezTo>
                  <a:cubicBezTo>
                    <a:pt x="60788" y="122003"/>
                    <a:pt x="52317" y="124726"/>
                    <a:pt x="45964" y="124726"/>
                  </a:cubicBezTo>
                  <a:cubicBezTo>
                    <a:pt x="35376" y="124726"/>
                    <a:pt x="26905" y="114440"/>
                    <a:pt x="26905" y="101431"/>
                  </a:cubicBezTo>
                  <a:lnTo>
                    <a:pt x="26905" y="100221"/>
                  </a:lnTo>
                  <a:cubicBezTo>
                    <a:pt x="26905" y="82372"/>
                    <a:pt x="39309" y="71481"/>
                    <a:pt x="75914" y="58170"/>
                  </a:cubicBezTo>
                  <a:lnTo>
                    <a:pt x="75914" y="1020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8D91121A-5F32-C2B1-05E2-76D8E31B3320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1374242" y="4914494"/>
              <a:ext cx="71698" cy="206625"/>
            </a:xfrm>
            <a:custGeom>
              <a:avLst/>
              <a:gdLst>
                <a:gd name="connsiteX0" fmla="*/ 48391 w 71698"/>
                <a:gd name="connsiteY0" fmla="*/ 67548 h 206625"/>
                <a:gd name="connsiteX1" fmla="*/ 1500 w 71698"/>
                <a:gd name="connsiteY1" fmla="*/ 84187 h 206625"/>
                <a:gd name="connsiteX2" fmla="*/ 1500 w 71698"/>
                <a:gd name="connsiteY2" fmla="*/ 88725 h 206625"/>
                <a:gd name="connsiteX3" fmla="*/ 3920 w 71698"/>
                <a:gd name="connsiteY3" fmla="*/ 88423 h 206625"/>
                <a:gd name="connsiteX4" fmla="*/ 14206 w 71698"/>
                <a:gd name="connsiteY4" fmla="*/ 87515 h 206625"/>
                <a:gd name="connsiteX5" fmla="*/ 24189 w 71698"/>
                <a:gd name="connsiteY5" fmla="*/ 105667 h 206625"/>
                <a:gd name="connsiteX6" fmla="*/ 24189 w 71698"/>
                <a:gd name="connsiteY6" fmla="*/ 175853 h 206625"/>
                <a:gd name="connsiteX7" fmla="*/ 290 w 71698"/>
                <a:gd name="connsiteY7" fmla="*/ 202173 h 206625"/>
                <a:gd name="connsiteX8" fmla="*/ 290 w 71698"/>
                <a:gd name="connsiteY8" fmla="*/ 206710 h 206625"/>
                <a:gd name="connsiteX9" fmla="*/ 71989 w 71698"/>
                <a:gd name="connsiteY9" fmla="*/ 206710 h 206625"/>
                <a:gd name="connsiteX10" fmla="*/ 71989 w 71698"/>
                <a:gd name="connsiteY10" fmla="*/ 202173 h 206625"/>
                <a:gd name="connsiteX11" fmla="*/ 49602 w 71698"/>
                <a:gd name="connsiteY11" fmla="*/ 175853 h 206625"/>
                <a:gd name="connsiteX12" fmla="*/ 49602 w 71698"/>
                <a:gd name="connsiteY12" fmla="*/ 68456 h 206625"/>
                <a:gd name="connsiteX13" fmla="*/ 48391 w 71698"/>
                <a:gd name="connsiteY13" fmla="*/ 67548 h 206625"/>
                <a:gd name="connsiteX14" fmla="*/ 34173 w 71698"/>
                <a:gd name="connsiteY14" fmla="*/ 85 h 206625"/>
                <a:gd name="connsiteX15" fmla="*/ 19046 w 71698"/>
                <a:gd name="connsiteY15" fmla="*/ 15514 h 206625"/>
                <a:gd name="connsiteX16" fmla="*/ 34173 w 71698"/>
                <a:gd name="connsiteY16" fmla="*/ 30942 h 206625"/>
                <a:gd name="connsiteX17" fmla="*/ 49904 w 71698"/>
                <a:gd name="connsiteY17" fmla="*/ 15514 h 206625"/>
                <a:gd name="connsiteX18" fmla="*/ 34173 w 71698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6625">
                  <a:moveTo>
                    <a:pt x="48391" y="67548"/>
                  </a:moveTo>
                  <a:lnTo>
                    <a:pt x="1500" y="84187"/>
                  </a:lnTo>
                  <a:lnTo>
                    <a:pt x="1500" y="88725"/>
                  </a:lnTo>
                  <a:lnTo>
                    <a:pt x="3920" y="88423"/>
                  </a:lnTo>
                  <a:cubicBezTo>
                    <a:pt x="7550" y="87817"/>
                    <a:pt x="11483" y="87515"/>
                    <a:pt x="14206" y="87515"/>
                  </a:cubicBezTo>
                  <a:cubicBezTo>
                    <a:pt x="21467" y="87515"/>
                    <a:pt x="24189" y="92355"/>
                    <a:pt x="24189" y="105667"/>
                  </a:cubicBezTo>
                  <a:lnTo>
                    <a:pt x="24189" y="175853"/>
                  </a:lnTo>
                  <a:cubicBezTo>
                    <a:pt x="24189" y="197635"/>
                    <a:pt x="21164" y="200962"/>
                    <a:pt x="290" y="202173"/>
                  </a:cubicBezTo>
                  <a:lnTo>
                    <a:pt x="290" y="206710"/>
                  </a:lnTo>
                  <a:lnTo>
                    <a:pt x="71989" y="206710"/>
                  </a:lnTo>
                  <a:lnTo>
                    <a:pt x="71989" y="202173"/>
                  </a:lnTo>
                  <a:cubicBezTo>
                    <a:pt x="52022" y="200660"/>
                    <a:pt x="49602" y="197635"/>
                    <a:pt x="49602" y="175853"/>
                  </a:cubicBezTo>
                  <a:lnTo>
                    <a:pt x="49602" y="68456"/>
                  </a:lnTo>
                  <a:lnTo>
                    <a:pt x="48391" y="67548"/>
                  </a:lnTo>
                  <a:close/>
                  <a:moveTo>
                    <a:pt x="34173" y="85"/>
                  </a:moveTo>
                  <a:cubicBezTo>
                    <a:pt x="26004" y="85"/>
                    <a:pt x="19046" y="7043"/>
                    <a:pt x="19046" y="15514"/>
                  </a:cubicBezTo>
                  <a:cubicBezTo>
                    <a:pt x="19046" y="23984"/>
                    <a:pt x="25702" y="30942"/>
                    <a:pt x="34173" y="30942"/>
                  </a:cubicBezTo>
                  <a:cubicBezTo>
                    <a:pt x="42946" y="30942"/>
                    <a:pt x="49904" y="24287"/>
                    <a:pt x="49904" y="15514"/>
                  </a:cubicBezTo>
                  <a:cubicBezTo>
                    <a:pt x="49904" y="7043"/>
                    <a:pt x="42946" y="85"/>
                    <a:pt x="34173" y="8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5421DDC7-92CB-E264-2AE5-13A98E998566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1458657" y="4981958"/>
              <a:ext cx="141885" cy="139162"/>
            </a:xfrm>
            <a:custGeom>
              <a:avLst/>
              <a:gdLst>
                <a:gd name="connsiteX0" fmla="*/ 292 w 141885"/>
                <a:gd name="connsiteY0" fmla="*/ 18841 h 139162"/>
                <a:gd name="connsiteX1" fmla="*/ 8461 w 141885"/>
                <a:gd name="connsiteY1" fmla="*/ 17631 h 139162"/>
                <a:gd name="connsiteX2" fmla="*/ 19654 w 141885"/>
                <a:gd name="connsiteY2" fmla="*/ 36993 h 139162"/>
                <a:gd name="connsiteX3" fmla="*/ 19654 w 141885"/>
                <a:gd name="connsiteY3" fmla="*/ 112020 h 139162"/>
                <a:gd name="connsiteX4" fmla="*/ 898 w 141885"/>
                <a:gd name="connsiteY4" fmla="*/ 134709 h 139162"/>
                <a:gd name="connsiteX5" fmla="*/ 898 w 141885"/>
                <a:gd name="connsiteY5" fmla="*/ 139247 h 139162"/>
                <a:gd name="connsiteX6" fmla="*/ 65033 w 141885"/>
                <a:gd name="connsiteY6" fmla="*/ 139247 h 139162"/>
                <a:gd name="connsiteX7" fmla="*/ 65033 w 141885"/>
                <a:gd name="connsiteY7" fmla="*/ 134709 h 139162"/>
                <a:gd name="connsiteX8" fmla="*/ 45066 w 141885"/>
                <a:gd name="connsiteY8" fmla="*/ 118978 h 139162"/>
                <a:gd name="connsiteX9" fmla="*/ 45066 w 141885"/>
                <a:gd name="connsiteY9" fmla="*/ 33968 h 139162"/>
                <a:gd name="connsiteX10" fmla="*/ 76227 w 141885"/>
                <a:gd name="connsiteY10" fmla="*/ 16724 h 139162"/>
                <a:gd name="connsiteX11" fmla="*/ 98311 w 141885"/>
                <a:gd name="connsiteY11" fmla="*/ 46069 h 139162"/>
                <a:gd name="connsiteX12" fmla="*/ 98311 w 141885"/>
                <a:gd name="connsiteY12" fmla="*/ 109297 h 139162"/>
                <a:gd name="connsiteX13" fmla="*/ 79252 w 141885"/>
                <a:gd name="connsiteY13" fmla="*/ 134709 h 139162"/>
                <a:gd name="connsiteX14" fmla="*/ 79252 w 141885"/>
                <a:gd name="connsiteY14" fmla="*/ 139247 h 139162"/>
                <a:gd name="connsiteX15" fmla="*/ 142178 w 141885"/>
                <a:gd name="connsiteY15" fmla="*/ 139247 h 139162"/>
                <a:gd name="connsiteX16" fmla="*/ 142178 w 141885"/>
                <a:gd name="connsiteY16" fmla="*/ 134709 h 139162"/>
                <a:gd name="connsiteX17" fmla="*/ 123723 w 141885"/>
                <a:gd name="connsiteY17" fmla="*/ 114742 h 139162"/>
                <a:gd name="connsiteX18" fmla="*/ 123723 w 141885"/>
                <a:gd name="connsiteY18" fmla="*/ 45464 h 139162"/>
                <a:gd name="connsiteX19" fmla="*/ 88025 w 141885"/>
                <a:gd name="connsiteY19" fmla="*/ 85 h 139162"/>
                <a:gd name="connsiteX20" fmla="*/ 44159 w 141885"/>
                <a:gd name="connsiteY20" fmla="*/ 24589 h 139162"/>
                <a:gd name="connsiteX21" fmla="*/ 44159 w 141885"/>
                <a:gd name="connsiteY21" fmla="*/ 690 h 139162"/>
                <a:gd name="connsiteX22" fmla="*/ 42041 w 141885"/>
                <a:gd name="connsiteY22" fmla="*/ 85 h 139162"/>
                <a:gd name="connsiteX23" fmla="*/ 292 w 141885"/>
                <a:gd name="connsiteY23" fmla="*/ 13698 h 139162"/>
                <a:gd name="connsiteX24" fmla="*/ 292 w 141885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162">
                  <a:moveTo>
                    <a:pt x="292" y="18841"/>
                  </a:moveTo>
                  <a:cubicBezTo>
                    <a:pt x="2108" y="17934"/>
                    <a:pt x="5133" y="17631"/>
                    <a:pt x="8461" y="17631"/>
                  </a:cubicBezTo>
                  <a:cubicBezTo>
                    <a:pt x="16931" y="17631"/>
                    <a:pt x="19654" y="22169"/>
                    <a:pt x="19654" y="36993"/>
                  </a:cubicBezTo>
                  <a:lnTo>
                    <a:pt x="19654" y="112020"/>
                  </a:lnTo>
                  <a:cubicBezTo>
                    <a:pt x="19654" y="129264"/>
                    <a:pt x="16326" y="133499"/>
                    <a:pt x="898" y="134709"/>
                  </a:cubicBezTo>
                  <a:lnTo>
                    <a:pt x="898" y="139247"/>
                  </a:lnTo>
                  <a:lnTo>
                    <a:pt x="65033" y="139247"/>
                  </a:lnTo>
                  <a:lnTo>
                    <a:pt x="65033" y="134709"/>
                  </a:lnTo>
                  <a:cubicBezTo>
                    <a:pt x="49604" y="133499"/>
                    <a:pt x="45066" y="129869"/>
                    <a:pt x="45066" y="118978"/>
                  </a:cubicBezTo>
                  <a:lnTo>
                    <a:pt x="45066" y="33968"/>
                  </a:lnTo>
                  <a:cubicBezTo>
                    <a:pt x="59588" y="20354"/>
                    <a:pt x="66243" y="16724"/>
                    <a:pt x="76227" y="16724"/>
                  </a:cubicBezTo>
                  <a:cubicBezTo>
                    <a:pt x="91050" y="16724"/>
                    <a:pt x="98311" y="26102"/>
                    <a:pt x="98311" y="46069"/>
                  </a:cubicBezTo>
                  <a:lnTo>
                    <a:pt x="98311" y="109297"/>
                  </a:lnTo>
                  <a:cubicBezTo>
                    <a:pt x="98311" y="128356"/>
                    <a:pt x="94378" y="133499"/>
                    <a:pt x="79252" y="134709"/>
                  </a:cubicBezTo>
                  <a:lnTo>
                    <a:pt x="79252" y="139247"/>
                  </a:lnTo>
                  <a:lnTo>
                    <a:pt x="142178" y="139247"/>
                  </a:lnTo>
                  <a:lnTo>
                    <a:pt x="142178" y="134709"/>
                  </a:lnTo>
                  <a:cubicBezTo>
                    <a:pt x="127354" y="133196"/>
                    <a:pt x="123723" y="129566"/>
                    <a:pt x="123723" y="114742"/>
                  </a:cubicBezTo>
                  <a:lnTo>
                    <a:pt x="123723" y="45464"/>
                  </a:lnTo>
                  <a:cubicBezTo>
                    <a:pt x="123723" y="17026"/>
                    <a:pt x="110412" y="85"/>
                    <a:pt x="88025" y="85"/>
                  </a:cubicBezTo>
                  <a:cubicBezTo>
                    <a:pt x="74109" y="85"/>
                    <a:pt x="64731" y="5228"/>
                    <a:pt x="44159" y="24589"/>
                  </a:cubicBezTo>
                  <a:lnTo>
                    <a:pt x="44159" y="690"/>
                  </a:lnTo>
                  <a:lnTo>
                    <a:pt x="42041" y="85"/>
                  </a:lnTo>
                  <a:cubicBezTo>
                    <a:pt x="27217" y="5530"/>
                    <a:pt x="16931" y="8858"/>
                    <a:pt x="292" y="13698"/>
                  </a:cubicBezTo>
                  <a:lnTo>
                    <a:pt x="292" y="1884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340C96F8-109F-16A3-CA16-FDC08D0CE092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11686705" y="4920848"/>
              <a:ext cx="174255" cy="200272"/>
            </a:xfrm>
            <a:custGeom>
              <a:avLst/>
              <a:gdLst>
                <a:gd name="connsiteX0" fmla="*/ 71999 w 174255"/>
                <a:gd name="connsiteY0" fmla="*/ 12791 h 200272"/>
                <a:gd name="connsiteX1" fmla="*/ 71999 w 174255"/>
                <a:gd name="connsiteY1" fmla="*/ 164054 h 200272"/>
                <a:gd name="connsiteX2" fmla="*/ 43561 w 174255"/>
                <a:gd name="connsiteY2" fmla="*/ 194609 h 200272"/>
                <a:gd name="connsiteX3" fmla="*/ 43561 w 174255"/>
                <a:gd name="connsiteY3" fmla="*/ 200357 h 200272"/>
                <a:gd name="connsiteX4" fmla="*/ 131899 w 174255"/>
                <a:gd name="connsiteY4" fmla="*/ 200357 h 200272"/>
                <a:gd name="connsiteX5" fmla="*/ 131899 w 174255"/>
                <a:gd name="connsiteY5" fmla="*/ 194609 h 200272"/>
                <a:gd name="connsiteX6" fmla="*/ 102856 w 174255"/>
                <a:gd name="connsiteY6" fmla="*/ 167382 h 200272"/>
                <a:gd name="connsiteX7" fmla="*/ 102856 w 174255"/>
                <a:gd name="connsiteY7" fmla="*/ 12791 h 200272"/>
                <a:gd name="connsiteX8" fmla="*/ 119193 w 174255"/>
                <a:gd name="connsiteY8" fmla="*/ 12791 h 200272"/>
                <a:gd name="connsiteX9" fmla="*/ 167295 w 174255"/>
                <a:gd name="connsiteY9" fmla="*/ 51514 h 200272"/>
                <a:gd name="connsiteX10" fmla="*/ 174555 w 174255"/>
                <a:gd name="connsiteY10" fmla="*/ 51514 h 200272"/>
                <a:gd name="connsiteX11" fmla="*/ 172740 w 174255"/>
                <a:gd name="connsiteY11" fmla="*/ 85 h 200272"/>
                <a:gd name="connsiteX12" fmla="*/ 2115 w 174255"/>
                <a:gd name="connsiteY12" fmla="*/ 85 h 200272"/>
                <a:gd name="connsiteX13" fmla="*/ 300 w 174255"/>
                <a:gd name="connsiteY13" fmla="*/ 51514 h 200272"/>
                <a:gd name="connsiteX14" fmla="*/ 7561 w 174255"/>
                <a:gd name="connsiteY14" fmla="*/ 51514 h 200272"/>
                <a:gd name="connsiteX15" fmla="*/ 55662 w 174255"/>
                <a:gd name="connsiteY15" fmla="*/ 12791 h 200272"/>
                <a:gd name="connsiteX16" fmla="*/ 71999 w 174255"/>
                <a:gd name="connsiteY16" fmla="*/ 12791 h 20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255" h="200272">
                  <a:moveTo>
                    <a:pt x="71999" y="12791"/>
                  </a:moveTo>
                  <a:lnTo>
                    <a:pt x="71999" y="164054"/>
                  </a:lnTo>
                  <a:cubicBezTo>
                    <a:pt x="71999" y="189769"/>
                    <a:pt x="68671" y="193097"/>
                    <a:pt x="43561" y="194609"/>
                  </a:cubicBezTo>
                  <a:lnTo>
                    <a:pt x="43561" y="200357"/>
                  </a:lnTo>
                  <a:lnTo>
                    <a:pt x="131899" y="200357"/>
                  </a:lnTo>
                  <a:lnTo>
                    <a:pt x="131899" y="194609"/>
                  </a:lnTo>
                  <a:cubicBezTo>
                    <a:pt x="107092" y="193399"/>
                    <a:pt x="102856" y="189466"/>
                    <a:pt x="102856" y="167382"/>
                  </a:cubicBezTo>
                  <a:lnTo>
                    <a:pt x="102856" y="12791"/>
                  </a:lnTo>
                  <a:lnTo>
                    <a:pt x="119193" y="12791"/>
                  </a:lnTo>
                  <a:cubicBezTo>
                    <a:pt x="153681" y="12791"/>
                    <a:pt x="160337" y="18236"/>
                    <a:pt x="167295" y="51514"/>
                  </a:cubicBezTo>
                  <a:lnTo>
                    <a:pt x="174555" y="51514"/>
                  </a:lnTo>
                  <a:lnTo>
                    <a:pt x="172740" y="85"/>
                  </a:lnTo>
                  <a:lnTo>
                    <a:pt x="2115" y="85"/>
                  </a:lnTo>
                  <a:lnTo>
                    <a:pt x="300" y="51514"/>
                  </a:lnTo>
                  <a:lnTo>
                    <a:pt x="7561" y="51514"/>
                  </a:lnTo>
                  <a:cubicBezTo>
                    <a:pt x="14821" y="18539"/>
                    <a:pt x="21779" y="12791"/>
                    <a:pt x="55662" y="12791"/>
                  </a:cubicBezTo>
                  <a:lnTo>
                    <a:pt x="71999" y="1279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E19B20C8-0901-0704-5248-7D32BFC00F26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11854001" y="4981958"/>
              <a:ext cx="122523" cy="142187"/>
            </a:xfrm>
            <a:custGeom>
              <a:avLst/>
              <a:gdLst>
                <a:gd name="connsiteX0" fmla="*/ 122829 w 122523"/>
                <a:gd name="connsiteY0" fmla="*/ 119280 h 142187"/>
                <a:gd name="connsiteX1" fmla="*/ 109517 w 122523"/>
                <a:gd name="connsiteY1" fmla="*/ 125028 h 142187"/>
                <a:gd name="connsiteX2" fmla="*/ 100442 w 122523"/>
                <a:gd name="connsiteY2" fmla="*/ 107482 h 142187"/>
                <a:gd name="connsiteX3" fmla="*/ 100442 w 122523"/>
                <a:gd name="connsiteY3" fmla="*/ 48489 h 142187"/>
                <a:gd name="connsiteX4" fmla="*/ 94391 w 122523"/>
                <a:gd name="connsiteY4" fmla="*/ 16724 h 142187"/>
                <a:gd name="connsiteX5" fmla="*/ 56878 w 122523"/>
                <a:gd name="connsiteY5" fmla="*/ 85 h 142187"/>
                <a:gd name="connsiteX6" fmla="*/ 6053 w 122523"/>
                <a:gd name="connsiteY6" fmla="*/ 33968 h 142187"/>
                <a:gd name="connsiteX7" fmla="*/ 19062 w 122523"/>
                <a:gd name="connsiteY7" fmla="*/ 46976 h 142187"/>
                <a:gd name="connsiteX8" fmla="*/ 32676 w 122523"/>
                <a:gd name="connsiteY8" fmla="*/ 34270 h 142187"/>
                <a:gd name="connsiteX9" fmla="*/ 32071 w 122523"/>
                <a:gd name="connsiteY9" fmla="*/ 29430 h 142187"/>
                <a:gd name="connsiteX10" fmla="*/ 31163 w 122523"/>
                <a:gd name="connsiteY10" fmla="*/ 22169 h 142187"/>
                <a:gd name="connsiteX11" fmla="*/ 52945 w 122523"/>
                <a:gd name="connsiteY11" fmla="*/ 7345 h 142187"/>
                <a:gd name="connsiteX12" fmla="*/ 75937 w 122523"/>
                <a:gd name="connsiteY12" fmla="*/ 32455 h 142187"/>
                <a:gd name="connsiteX13" fmla="*/ 75937 w 122523"/>
                <a:gd name="connsiteY13" fmla="*/ 50909 h 142187"/>
                <a:gd name="connsiteX14" fmla="*/ 11196 w 122523"/>
                <a:gd name="connsiteY14" fmla="*/ 83582 h 142187"/>
                <a:gd name="connsiteX15" fmla="*/ 305 w 122523"/>
                <a:gd name="connsiteY15" fmla="*/ 109902 h 142187"/>
                <a:gd name="connsiteX16" fmla="*/ 32071 w 122523"/>
                <a:gd name="connsiteY16" fmla="*/ 142272 h 142187"/>
                <a:gd name="connsiteX17" fmla="*/ 76239 w 122523"/>
                <a:gd name="connsiteY17" fmla="*/ 120188 h 142187"/>
                <a:gd name="connsiteX18" fmla="*/ 95601 w 122523"/>
                <a:gd name="connsiteY18" fmla="*/ 142272 h 142187"/>
                <a:gd name="connsiteX19" fmla="*/ 122829 w 122523"/>
                <a:gd name="connsiteY19" fmla="*/ 127146 h 142187"/>
                <a:gd name="connsiteX20" fmla="*/ 122829 w 122523"/>
                <a:gd name="connsiteY20" fmla="*/ 119280 h 142187"/>
                <a:gd name="connsiteX21" fmla="*/ 75937 w 122523"/>
                <a:gd name="connsiteY21" fmla="*/ 102036 h 142187"/>
                <a:gd name="connsiteX22" fmla="*/ 68071 w 122523"/>
                <a:gd name="connsiteY22" fmla="*/ 117768 h 142187"/>
                <a:gd name="connsiteX23" fmla="*/ 45987 w 122523"/>
                <a:gd name="connsiteY23" fmla="*/ 124726 h 142187"/>
                <a:gd name="connsiteX24" fmla="*/ 26928 w 122523"/>
                <a:gd name="connsiteY24" fmla="*/ 101431 h 142187"/>
                <a:gd name="connsiteX25" fmla="*/ 26928 w 122523"/>
                <a:gd name="connsiteY25" fmla="*/ 100221 h 142187"/>
                <a:gd name="connsiteX26" fmla="*/ 75937 w 122523"/>
                <a:gd name="connsiteY26" fmla="*/ 58170 h 142187"/>
                <a:gd name="connsiteX27" fmla="*/ 75937 w 122523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42187">
                  <a:moveTo>
                    <a:pt x="122829" y="119280"/>
                  </a:moveTo>
                  <a:cubicBezTo>
                    <a:pt x="117686" y="123516"/>
                    <a:pt x="114055" y="125028"/>
                    <a:pt x="109517" y="125028"/>
                  </a:cubicBezTo>
                  <a:cubicBezTo>
                    <a:pt x="102559" y="125028"/>
                    <a:pt x="100442" y="120793"/>
                    <a:pt x="100442" y="107482"/>
                  </a:cubicBezTo>
                  <a:lnTo>
                    <a:pt x="100442" y="48489"/>
                  </a:lnTo>
                  <a:cubicBezTo>
                    <a:pt x="100442" y="32758"/>
                    <a:pt x="98929" y="23984"/>
                    <a:pt x="94391" y="16724"/>
                  </a:cubicBezTo>
                  <a:cubicBezTo>
                    <a:pt x="87735" y="5833"/>
                    <a:pt x="74727" y="85"/>
                    <a:pt x="56878" y="85"/>
                  </a:cubicBezTo>
                  <a:cubicBezTo>
                    <a:pt x="28440" y="85"/>
                    <a:pt x="6053" y="14908"/>
                    <a:pt x="6053" y="33968"/>
                  </a:cubicBezTo>
                  <a:cubicBezTo>
                    <a:pt x="6053" y="40926"/>
                    <a:pt x="12104" y="46976"/>
                    <a:pt x="19062" y="46976"/>
                  </a:cubicBezTo>
                  <a:cubicBezTo>
                    <a:pt x="26323" y="46976"/>
                    <a:pt x="32676" y="40926"/>
                    <a:pt x="32676" y="34270"/>
                  </a:cubicBezTo>
                  <a:cubicBezTo>
                    <a:pt x="32676" y="33060"/>
                    <a:pt x="32373" y="31547"/>
                    <a:pt x="32071" y="29430"/>
                  </a:cubicBezTo>
                  <a:cubicBezTo>
                    <a:pt x="31465" y="26707"/>
                    <a:pt x="31163" y="24287"/>
                    <a:pt x="31163" y="22169"/>
                  </a:cubicBezTo>
                  <a:cubicBezTo>
                    <a:pt x="31163" y="14001"/>
                    <a:pt x="40844" y="7345"/>
                    <a:pt x="52945" y="7345"/>
                  </a:cubicBezTo>
                  <a:cubicBezTo>
                    <a:pt x="67769" y="7345"/>
                    <a:pt x="75937" y="16119"/>
                    <a:pt x="75937" y="32455"/>
                  </a:cubicBezTo>
                  <a:lnTo>
                    <a:pt x="75937" y="50909"/>
                  </a:lnTo>
                  <a:cubicBezTo>
                    <a:pt x="29348" y="69666"/>
                    <a:pt x="24205" y="72086"/>
                    <a:pt x="11196" y="83582"/>
                  </a:cubicBezTo>
                  <a:cubicBezTo>
                    <a:pt x="4541" y="89633"/>
                    <a:pt x="305" y="99919"/>
                    <a:pt x="305" y="109902"/>
                  </a:cubicBezTo>
                  <a:cubicBezTo>
                    <a:pt x="305" y="128961"/>
                    <a:pt x="13616" y="142272"/>
                    <a:pt x="32071" y="142272"/>
                  </a:cubicBezTo>
                  <a:cubicBezTo>
                    <a:pt x="45382" y="142272"/>
                    <a:pt x="57785" y="135919"/>
                    <a:pt x="76239" y="120188"/>
                  </a:cubicBezTo>
                  <a:cubicBezTo>
                    <a:pt x="77752" y="135919"/>
                    <a:pt x="83198" y="142272"/>
                    <a:pt x="95601" y="142272"/>
                  </a:cubicBezTo>
                  <a:cubicBezTo>
                    <a:pt x="105887" y="142272"/>
                    <a:pt x="112240" y="138642"/>
                    <a:pt x="122829" y="127146"/>
                  </a:cubicBezTo>
                  <a:lnTo>
                    <a:pt x="122829" y="119280"/>
                  </a:lnTo>
                  <a:close/>
                  <a:moveTo>
                    <a:pt x="75937" y="102036"/>
                  </a:moveTo>
                  <a:cubicBezTo>
                    <a:pt x="75937" y="111415"/>
                    <a:pt x="74424" y="114137"/>
                    <a:pt x="68071" y="117768"/>
                  </a:cubicBezTo>
                  <a:cubicBezTo>
                    <a:pt x="60811" y="122003"/>
                    <a:pt x="52340" y="124726"/>
                    <a:pt x="45987" y="124726"/>
                  </a:cubicBezTo>
                  <a:cubicBezTo>
                    <a:pt x="35398" y="124726"/>
                    <a:pt x="26928" y="114440"/>
                    <a:pt x="26928" y="101431"/>
                  </a:cubicBezTo>
                  <a:lnTo>
                    <a:pt x="26928" y="100221"/>
                  </a:lnTo>
                  <a:cubicBezTo>
                    <a:pt x="26928" y="82372"/>
                    <a:pt x="39331" y="71481"/>
                    <a:pt x="75937" y="58170"/>
                  </a:cubicBezTo>
                  <a:lnTo>
                    <a:pt x="75937" y="1020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FC484DA5-4ED3-4ECB-99A8-F7EF9900AFEA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11978539" y="4914494"/>
              <a:ext cx="140674" cy="209651"/>
            </a:xfrm>
            <a:custGeom>
              <a:avLst/>
              <a:gdLst>
                <a:gd name="connsiteX0" fmla="*/ 45689 w 140674"/>
                <a:gd name="connsiteY0" fmla="*/ 690 h 209651"/>
                <a:gd name="connsiteX1" fmla="*/ 44176 w 140674"/>
                <a:gd name="connsiteY1" fmla="*/ 85 h 209651"/>
                <a:gd name="connsiteX2" fmla="*/ 9083 w 140674"/>
                <a:gd name="connsiteY2" fmla="*/ 10976 h 209651"/>
                <a:gd name="connsiteX3" fmla="*/ 310 w 140674"/>
                <a:gd name="connsiteY3" fmla="*/ 13396 h 209651"/>
                <a:gd name="connsiteX4" fmla="*/ 310 w 140674"/>
                <a:gd name="connsiteY4" fmla="*/ 18236 h 209651"/>
                <a:gd name="connsiteX5" fmla="*/ 5453 w 140674"/>
                <a:gd name="connsiteY5" fmla="*/ 17934 h 209651"/>
                <a:gd name="connsiteX6" fmla="*/ 20276 w 140674"/>
                <a:gd name="connsiteY6" fmla="*/ 33363 h 209651"/>
                <a:gd name="connsiteX7" fmla="*/ 20276 w 140674"/>
                <a:gd name="connsiteY7" fmla="*/ 190374 h 209651"/>
                <a:gd name="connsiteX8" fmla="*/ 70193 w 140674"/>
                <a:gd name="connsiteY8" fmla="*/ 209736 h 209651"/>
                <a:gd name="connsiteX9" fmla="*/ 140985 w 140674"/>
                <a:gd name="connsiteY9" fmla="*/ 133196 h 209651"/>
                <a:gd name="connsiteX10" fmla="*/ 87740 w 140674"/>
                <a:gd name="connsiteY10" fmla="*/ 67548 h 209651"/>
                <a:gd name="connsiteX11" fmla="*/ 45689 w 140674"/>
                <a:gd name="connsiteY11" fmla="*/ 93263 h 209651"/>
                <a:gd name="connsiteX12" fmla="*/ 45689 w 140674"/>
                <a:gd name="connsiteY12" fmla="*/ 690 h 209651"/>
                <a:gd name="connsiteX13" fmla="*/ 45689 w 140674"/>
                <a:gd name="connsiteY13" fmla="*/ 109297 h 209651"/>
                <a:gd name="connsiteX14" fmla="*/ 75639 w 140674"/>
                <a:gd name="connsiteY14" fmla="*/ 86607 h 209651"/>
                <a:gd name="connsiteX15" fmla="*/ 114362 w 140674"/>
                <a:gd name="connsiteY15" fmla="*/ 147113 h 209651"/>
                <a:gd name="connsiteX16" fmla="*/ 75034 w 140674"/>
                <a:gd name="connsiteY16" fmla="*/ 200055 h 209651"/>
                <a:gd name="connsiteX17" fmla="*/ 45689 w 140674"/>
                <a:gd name="connsiteY17" fmla="*/ 185534 h 209651"/>
                <a:gd name="connsiteX18" fmla="*/ 45689 w 140674"/>
                <a:gd name="connsiteY18" fmla="*/ 109297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674" h="209651">
                  <a:moveTo>
                    <a:pt x="45689" y="690"/>
                  </a:moveTo>
                  <a:lnTo>
                    <a:pt x="44176" y="85"/>
                  </a:lnTo>
                  <a:cubicBezTo>
                    <a:pt x="31470" y="4623"/>
                    <a:pt x="23302" y="7043"/>
                    <a:pt x="9083" y="10976"/>
                  </a:cubicBezTo>
                  <a:lnTo>
                    <a:pt x="310" y="13396"/>
                  </a:lnTo>
                  <a:lnTo>
                    <a:pt x="310" y="18236"/>
                  </a:lnTo>
                  <a:cubicBezTo>
                    <a:pt x="2125" y="17934"/>
                    <a:pt x="3335" y="17934"/>
                    <a:pt x="5453" y="17934"/>
                  </a:cubicBezTo>
                  <a:cubicBezTo>
                    <a:pt x="17554" y="17934"/>
                    <a:pt x="20276" y="20657"/>
                    <a:pt x="20276" y="33363"/>
                  </a:cubicBezTo>
                  <a:lnTo>
                    <a:pt x="20276" y="190374"/>
                  </a:lnTo>
                  <a:cubicBezTo>
                    <a:pt x="20276" y="199752"/>
                    <a:pt x="45991" y="209736"/>
                    <a:pt x="70193" y="209736"/>
                  </a:cubicBezTo>
                  <a:cubicBezTo>
                    <a:pt x="110127" y="209736"/>
                    <a:pt x="140985" y="176458"/>
                    <a:pt x="140985" y="133196"/>
                  </a:cubicBezTo>
                  <a:cubicBezTo>
                    <a:pt x="140985" y="95986"/>
                    <a:pt x="117993" y="67548"/>
                    <a:pt x="87740" y="67548"/>
                  </a:cubicBezTo>
                  <a:cubicBezTo>
                    <a:pt x="69286" y="67548"/>
                    <a:pt x="51739" y="78439"/>
                    <a:pt x="45689" y="93263"/>
                  </a:cubicBezTo>
                  <a:lnTo>
                    <a:pt x="45689" y="690"/>
                  </a:lnTo>
                  <a:close/>
                  <a:moveTo>
                    <a:pt x="45689" y="109297"/>
                  </a:moveTo>
                  <a:cubicBezTo>
                    <a:pt x="45689" y="97498"/>
                    <a:pt x="59907" y="86607"/>
                    <a:pt x="75639" y="86607"/>
                  </a:cubicBezTo>
                  <a:cubicBezTo>
                    <a:pt x="99236" y="86607"/>
                    <a:pt x="114362" y="110204"/>
                    <a:pt x="114362" y="147113"/>
                  </a:cubicBezTo>
                  <a:cubicBezTo>
                    <a:pt x="114362" y="180693"/>
                    <a:pt x="99841" y="200055"/>
                    <a:pt x="75034" y="200055"/>
                  </a:cubicBezTo>
                  <a:cubicBezTo>
                    <a:pt x="59302" y="200055"/>
                    <a:pt x="45689" y="193097"/>
                    <a:pt x="45689" y="185534"/>
                  </a:cubicBezTo>
                  <a:lnTo>
                    <a:pt x="45689" y="109297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3068D19-6EE5-B0C0-DF09-7FFB23DBCB41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12135210" y="4914494"/>
              <a:ext cx="72001" cy="206625"/>
            </a:xfrm>
            <a:custGeom>
              <a:avLst/>
              <a:gdLst>
                <a:gd name="connsiteX0" fmla="*/ 315 w 72001"/>
                <a:gd name="connsiteY0" fmla="*/ 18236 h 206625"/>
                <a:gd name="connsiteX1" fmla="*/ 2130 w 72001"/>
                <a:gd name="connsiteY1" fmla="*/ 18236 h 206625"/>
                <a:gd name="connsiteX2" fmla="*/ 11508 w 72001"/>
                <a:gd name="connsiteY2" fmla="*/ 17631 h 206625"/>
                <a:gd name="connsiteX3" fmla="*/ 24214 w 72001"/>
                <a:gd name="connsiteY3" fmla="*/ 36085 h 206625"/>
                <a:gd name="connsiteX4" fmla="*/ 24214 w 72001"/>
                <a:gd name="connsiteY4" fmla="*/ 180391 h 206625"/>
                <a:gd name="connsiteX5" fmla="*/ 920 w 72001"/>
                <a:gd name="connsiteY5" fmla="*/ 202173 h 206625"/>
                <a:gd name="connsiteX6" fmla="*/ 920 w 72001"/>
                <a:gd name="connsiteY6" fmla="*/ 206710 h 206625"/>
                <a:gd name="connsiteX7" fmla="*/ 72316 w 72001"/>
                <a:gd name="connsiteY7" fmla="*/ 206710 h 206625"/>
                <a:gd name="connsiteX8" fmla="*/ 72316 w 72001"/>
                <a:gd name="connsiteY8" fmla="*/ 202173 h 206625"/>
                <a:gd name="connsiteX9" fmla="*/ 49626 w 72001"/>
                <a:gd name="connsiteY9" fmla="*/ 181298 h 206625"/>
                <a:gd name="connsiteX10" fmla="*/ 49626 w 72001"/>
                <a:gd name="connsiteY10" fmla="*/ 690 h 206625"/>
                <a:gd name="connsiteX11" fmla="*/ 48416 w 72001"/>
                <a:gd name="connsiteY11" fmla="*/ 85 h 206625"/>
                <a:gd name="connsiteX12" fmla="*/ 315 w 72001"/>
                <a:gd name="connsiteY12" fmla="*/ 13396 h 206625"/>
                <a:gd name="connsiteX13" fmla="*/ 315 w 72001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6625">
                  <a:moveTo>
                    <a:pt x="315" y="18236"/>
                  </a:moveTo>
                  <a:lnTo>
                    <a:pt x="2130" y="18236"/>
                  </a:lnTo>
                  <a:cubicBezTo>
                    <a:pt x="5458" y="17934"/>
                    <a:pt x="9088" y="17631"/>
                    <a:pt x="11508" y="17631"/>
                  </a:cubicBezTo>
                  <a:cubicBezTo>
                    <a:pt x="21189" y="17631"/>
                    <a:pt x="24214" y="21867"/>
                    <a:pt x="24214" y="36085"/>
                  </a:cubicBezTo>
                  <a:lnTo>
                    <a:pt x="24214" y="180391"/>
                  </a:lnTo>
                  <a:cubicBezTo>
                    <a:pt x="24214" y="196727"/>
                    <a:pt x="19979" y="200660"/>
                    <a:pt x="920" y="202173"/>
                  </a:cubicBezTo>
                  <a:lnTo>
                    <a:pt x="920" y="206710"/>
                  </a:lnTo>
                  <a:lnTo>
                    <a:pt x="72316" y="206710"/>
                  </a:lnTo>
                  <a:lnTo>
                    <a:pt x="72316" y="202173"/>
                  </a:lnTo>
                  <a:cubicBezTo>
                    <a:pt x="53257" y="200962"/>
                    <a:pt x="49626" y="197937"/>
                    <a:pt x="49626" y="181298"/>
                  </a:cubicBezTo>
                  <a:lnTo>
                    <a:pt x="49626" y="690"/>
                  </a:lnTo>
                  <a:lnTo>
                    <a:pt x="48416" y="85"/>
                  </a:lnTo>
                  <a:cubicBezTo>
                    <a:pt x="32685" y="5228"/>
                    <a:pt x="21189" y="8253"/>
                    <a:pt x="315" y="13396"/>
                  </a:cubicBezTo>
                  <a:lnTo>
                    <a:pt x="315" y="182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42B90F01-69E1-C729-4961-B615F7A52FC7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12221440" y="4981958"/>
              <a:ext cx="120708" cy="142187"/>
            </a:xfrm>
            <a:custGeom>
              <a:avLst/>
              <a:gdLst>
                <a:gd name="connsiteX0" fmla="*/ 116185 w 120708"/>
                <a:gd name="connsiteY0" fmla="*/ 89633 h 142187"/>
                <a:gd name="connsiteX1" fmla="*/ 69294 w 120708"/>
                <a:gd name="connsiteY1" fmla="*/ 121398 h 142187"/>
                <a:gd name="connsiteX2" fmla="*/ 30268 w 120708"/>
                <a:gd name="connsiteY2" fmla="*/ 95381 h 142187"/>
                <a:gd name="connsiteX3" fmla="*/ 22099 w 120708"/>
                <a:gd name="connsiteY3" fmla="*/ 55447 h 142187"/>
                <a:gd name="connsiteX4" fmla="*/ 115278 w 120708"/>
                <a:gd name="connsiteY4" fmla="*/ 55447 h 142187"/>
                <a:gd name="connsiteX5" fmla="*/ 102269 w 120708"/>
                <a:gd name="connsiteY5" fmla="*/ 17329 h 142187"/>
                <a:gd name="connsiteX6" fmla="*/ 63545 w 120708"/>
                <a:gd name="connsiteY6" fmla="*/ 85 h 142187"/>
                <a:gd name="connsiteX7" fmla="*/ 22704 w 120708"/>
                <a:gd name="connsiteY7" fmla="*/ 15816 h 142187"/>
                <a:gd name="connsiteX8" fmla="*/ 317 w 120708"/>
                <a:gd name="connsiteY8" fmla="*/ 74506 h 142187"/>
                <a:gd name="connsiteX9" fmla="*/ 56890 w 120708"/>
                <a:gd name="connsiteY9" fmla="*/ 142272 h 142187"/>
                <a:gd name="connsiteX10" fmla="*/ 121026 w 120708"/>
                <a:gd name="connsiteY10" fmla="*/ 91750 h 142187"/>
                <a:gd name="connsiteX11" fmla="*/ 116185 w 120708"/>
                <a:gd name="connsiteY11" fmla="*/ 89633 h 142187"/>
                <a:gd name="connsiteX12" fmla="*/ 22704 w 120708"/>
                <a:gd name="connsiteY12" fmla="*/ 45766 h 142187"/>
                <a:gd name="connsiteX13" fmla="*/ 54772 w 120708"/>
                <a:gd name="connsiteY13" fmla="*/ 10976 h 142187"/>
                <a:gd name="connsiteX14" fmla="*/ 84420 w 120708"/>
                <a:gd name="connsiteY14" fmla="*/ 45766 h 142187"/>
                <a:gd name="connsiteX15" fmla="*/ 22704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185" y="89633"/>
                  </a:moveTo>
                  <a:cubicBezTo>
                    <a:pt x="101664" y="112625"/>
                    <a:pt x="88655" y="121398"/>
                    <a:pt x="69294" y="121398"/>
                  </a:cubicBezTo>
                  <a:cubicBezTo>
                    <a:pt x="52049" y="121398"/>
                    <a:pt x="39041" y="112625"/>
                    <a:pt x="30268" y="95381"/>
                  </a:cubicBezTo>
                  <a:cubicBezTo>
                    <a:pt x="24822" y="83885"/>
                    <a:pt x="22704" y="73901"/>
                    <a:pt x="22099" y="55447"/>
                  </a:cubicBezTo>
                  <a:lnTo>
                    <a:pt x="115278" y="55447"/>
                  </a:lnTo>
                  <a:cubicBezTo>
                    <a:pt x="112857" y="35783"/>
                    <a:pt x="109832" y="27010"/>
                    <a:pt x="102269" y="17329"/>
                  </a:cubicBezTo>
                  <a:cubicBezTo>
                    <a:pt x="93193" y="6438"/>
                    <a:pt x="79277" y="85"/>
                    <a:pt x="63545" y="85"/>
                  </a:cubicBezTo>
                  <a:cubicBezTo>
                    <a:pt x="48419" y="85"/>
                    <a:pt x="34200" y="5530"/>
                    <a:pt x="22704" y="15816"/>
                  </a:cubicBezTo>
                  <a:cubicBezTo>
                    <a:pt x="8486" y="28220"/>
                    <a:pt x="317" y="49699"/>
                    <a:pt x="317" y="74506"/>
                  </a:cubicBezTo>
                  <a:cubicBezTo>
                    <a:pt x="317" y="116255"/>
                    <a:pt x="22099" y="142272"/>
                    <a:pt x="56890" y="142272"/>
                  </a:cubicBezTo>
                  <a:cubicBezTo>
                    <a:pt x="85630" y="142272"/>
                    <a:pt x="108319" y="124423"/>
                    <a:pt x="121026" y="91750"/>
                  </a:cubicBezTo>
                  <a:lnTo>
                    <a:pt x="116185" y="89633"/>
                  </a:lnTo>
                  <a:close/>
                  <a:moveTo>
                    <a:pt x="22704" y="45766"/>
                  </a:moveTo>
                  <a:cubicBezTo>
                    <a:pt x="26032" y="22169"/>
                    <a:pt x="36318" y="10976"/>
                    <a:pt x="54772" y="10976"/>
                  </a:cubicBezTo>
                  <a:cubicBezTo>
                    <a:pt x="73226" y="10976"/>
                    <a:pt x="80487" y="19446"/>
                    <a:pt x="84420" y="45766"/>
                  </a:cubicBezTo>
                  <a:lnTo>
                    <a:pt x="22704" y="4576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48DF016-9C43-ECFF-73F6-9B8D737C5751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12365643" y="5090263"/>
              <a:ext cx="42051" cy="73514"/>
            </a:xfrm>
            <a:custGeom>
              <a:avLst/>
              <a:gdLst>
                <a:gd name="connsiteX0" fmla="*/ 8490 w 42051"/>
                <a:gd name="connsiteY0" fmla="*/ 73599 h 73514"/>
                <a:gd name="connsiteX1" fmla="*/ 42373 w 42051"/>
                <a:gd name="connsiteY1" fmla="*/ 27010 h 73514"/>
                <a:gd name="connsiteX2" fmla="*/ 18171 w 42051"/>
                <a:gd name="connsiteY2" fmla="*/ 85 h 73514"/>
                <a:gd name="connsiteX3" fmla="*/ 322 w 42051"/>
                <a:gd name="connsiteY3" fmla="*/ 17329 h 73514"/>
                <a:gd name="connsiteX4" fmla="*/ 18171 w 42051"/>
                <a:gd name="connsiteY4" fmla="*/ 32758 h 73514"/>
                <a:gd name="connsiteX5" fmla="*/ 23919 w 42051"/>
                <a:gd name="connsiteY5" fmla="*/ 32153 h 73514"/>
                <a:gd name="connsiteX6" fmla="*/ 26339 w 42051"/>
                <a:gd name="connsiteY6" fmla="*/ 31547 h 73514"/>
                <a:gd name="connsiteX7" fmla="*/ 30574 w 42051"/>
                <a:gd name="connsiteY7" fmla="*/ 35783 h 73514"/>
                <a:gd name="connsiteX8" fmla="*/ 5767 w 42051"/>
                <a:gd name="connsiteY8" fmla="*/ 67851 h 73514"/>
                <a:gd name="connsiteX9" fmla="*/ 8490 w 42051"/>
                <a:gd name="connsiteY9" fmla="*/ 73599 h 73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51" h="73514">
                  <a:moveTo>
                    <a:pt x="8490" y="73599"/>
                  </a:moveTo>
                  <a:cubicBezTo>
                    <a:pt x="28759" y="63615"/>
                    <a:pt x="42373" y="45161"/>
                    <a:pt x="42373" y="27010"/>
                  </a:cubicBezTo>
                  <a:cubicBezTo>
                    <a:pt x="42373" y="11883"/>
                    <a:pt x="31785" y="85"/>
                    <a:pt x="18171" y="85"/>
                  </a:cubicBezTo>
                  <a:cubicBezTo>
                    <a:pt x="7582" y="85"/>
                    <a:pt x="322" y="7043"/>
                    <a:pt x="322" y="17329"/>
                  </a:cubicBezTo>
                  <a:cubicBezTo>
                    <a:pt x="322" y="27010"/>
                    <a:pt x="7280" y="32758"/>
                    <a:pt x="18171" y="32758"/>
                  </a:cubicBezTo>
                  <a:cubicBezTo>
                    <a:pt x="19986" y="32758"/>
                    <a:pt x="22104" y="32455"/>
                    <a:pt x="23919" y="32153"/>
                  </a:cubicBezTo>
                  <a:cubicBezTo>
                    <a:pt x="26037" y="31547"/>
                    <a:pt x="26037" y="31547"/>
                    <a:pt x="26339" y="31547"/>
                  </a:cubicBezTo>
                  <a:cubicBezTo>
                    <a:pt x="28759" y="31547"/>
                    <a:pt x="30574" y="33363"/>
                    <a:pt x="30574" y="35783"/>
                  </a:cubicBezTo>
                  <a:cubicBezTo>
                    <a:pt x="30574" y="45464"/>
                    <a:pt x="22104" y="56657"/>
                    <a:pt x="5767" y="67851"/>
                  </a:cubicBezTo>
                  <a:lnTo>
                    <a:pt x="8490" y="73599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0F6CB6D0-9995-499B-3AF9-7FD68E1383CD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12504767" y="4984983"/>
              <a:ext cx="139464" cy="202087"/>
            </a:xfrm>
            <a:custGeom>
              <a:avLst/>
              <a:gdLst>
                <a:gd name="connsiteX0" fmla="*/ 139792 w 139464"/>
                <a:gd name="connsiteY0" fmla="*/ 85 h 202087"/>
                <a:gd name="connsiteX1" fmla="*/ 98951 w 139464"/>
                <a:gd name="connsiteY1" fmla="*/ 85 h 202087"/>
                <a:gd name="connsiteX2" fmla="*/ 98951 w 139464"/>
                <a:gd name="connsiteY2" fmla="*/ 4623 h 202087"/>
                <a:gd name="connsiteX3" fmla="*/ 113472 w 139464"/>
                <a:gd name="connsiteY3" fmla="*/ 12186 h 202087"/>
                <a:gd name="connsiteX4" fmla="*/ 112262 w 139464"/>
                <a:gd name="connsiteY4" fmla="*/ 17329 h 202087"/>
                <a:gd name="connsiteX5" fmla="*/ 82917 w 139464"/>
                <a:gd name="connsiteY5" fmla="*/ 100826 h 202087"/>
                <a:gd name="connsiteX6" fmla="*/ 48126 w 139464"/>
                <a:gd name="connsiteY6" fmla="*/ 24287 h 202087"/>
                <a:gd name="connsiteX7" fmla="*/ 45101 w 139464"/>
                <a:gd name="connsiteY7" fmla="*/ 12791 h 202087"/>
                <a:gd name="connsiteX8" fmla="*/ 62647 w 139464"/>
                <a:gd name="connsiteY8" fmla="*/ 4623 h 202087"/>
                <a:gd name="connsiteX9" fmla="*/ 62647 w 139464"/>
                <a:gd name="connsiteY9" fmla="*/ 85 h 202087"/>
                <a:gd name="connsiteX10" fmla="*/ 327 w 139464"/>
                <a:gd name="connsiteY10" fmla="*/ 85 h 202087"/>
                <a:gd name="connsiteX11" fmla="*/ 327 w 139464"/>
                <a:gd name="connsiteY11" fmla="*/ 4320 h 202087"/>
                <a:gd name="connsiteX12" fmla="*/ 15756 w 139464"/>
                <a:gd name="connsiteY12" fmla="*/ 14001 h 202087"/>
                <a:gd name="connsiteX13" fmla="*/ 50244 w 139464"/>
                <a:gd name="connsiteY13" fmla="*/ 88423 h 202087"/>
                <a:gd name="connsiteX14" fmla="*/ 51151 w 139464"/>
                <a:gd name="connsiteY14" fmla="*/ 90843 h 202087"/>
                <a:gd name="connsiteX15" fmla="*/ 55689 w 139464"/>
                <a:gd name="connsiteY15" fmla="*/ 99919 h 202087"/>
                <a:gd name="connsiteX16" fmla="*/ 69000 w 139464"/>
                <a:gd name="connsiteY16" fmla="*/ 130474 h 202087"/>
                <a:gd name="connsiteX17" fmla="*/ 56899 w 139464"/>
                <a:gd name="connsiteY17" fmla="*/ 163147 h 202087"/>
                <a:gd name="connsiteX18" fmla="*/ 41773 w 139464"/>
                <a:gd name="connsiteY18" fmla="*/ 176760 h 202087"/>
                <a:gd name="connsiteX19" fmla="*/ 34210 w 139464"/>
                <a:gd name="connsiteY19" fmla="*/ 174643 h 202087"/>
                <a:gd name="connsiteX20" fmla="*/ 18176 w 139464"/>
                <a:gd name="connsiteY20" fmla="*/ 171315 h 202087"/>
                <a:gd name="connsiteX21" fmla="*/ 5167 w 139464"/>
                <a:gd name="connsiteY21" fmla="*/ 184626 h 202087"/>
                <a:gd name="connsiteX22" fmla="*/ 27554 w 139464"/>
                <a:gd name="connsiteY22" fmla="*/ 202173 h 202087"/>
                <a:gd name="connsiteX23" fmla="*/ 78681 w 139464"/>
                <a:gd name="connsiteY23" fmla="*/ 141667 h 202087"/>
                <a:gd name="connsiteX24" fmla="*/ 125270 w 139464"/>
                <a:gd name="connsiteY24" fmla="*/ 18236 h 202087"/>
                <a:gd name="connsiteX25" fmla="*/ 139792 w 139464"/>
                <a:gd name="connsiteY25" fmla="*/ 4623 h 202087"/>
                <a:gd name="connsiteX26" fmla="*/ 139792 w 139464"/>
                <a:gd name="connsiteY26" fmla="*/ 85 h 202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464" h="202087">
                  <a:moveTo>
                    <a:pt x="139792" y="85"/>
                  </a:moveTo>
                  <a:lnTo>
                    <a:pt x="98951" y="85"/>
                  </a:lnTo>
                  <a:lnTo>
                    <a:pt x="98951" y="4623"/>
                  </a:lnTo>
                  <a:cubicBezTo>
                    <a:pt x="108631" y="4623"/>
                    <a:pt x="113472" y="7345"/>
                    <a:pt x="113472" y="12186"/>
                  </a:cubicBezTo>
                  <a:cubicBezTo>
                    <a:pt x="113472" y="13396"/>
                    <a:pt x="113169" y="15211"/>
                    <a:pt x="112262" y="17329"/>
                  </a:cubicBezTo>
                  <a:lnTo>
                    <a:pt x="82917" y="100826"/>
                  </a:lnTo>
                  <a:lnTo>
                    <a:pt x="48126" y="24287"/>
                  </a:lnTo>
                  <a:cubicBezTo>
                    <a:pt x="46311" y="20051"/>
                    <a:pt x="45101" y="16119"/>
                    <a:pt x="45101" y="12791"/>
                  </a:cubicBezTo>
                  <a:cubicBezTo>
                    <a:pt x="45101" y="7345"/>
                    <a:pt x="49639" y="5228"/>
                    <a:pt x="62647" y="4623"/>
                  </a:cubicBezTo>
                  <a:lnTo>
                    <a:pt x="62647" y="85"/>
                  </a:lnTo>
                  <a:lnTo>
                    <a:pt x="327" y="85"/>
                  </a:lnTo>
                  <a:lnTo>
                    <a:pt x="327" y="4320"/>
                  </a:lnTo>
                  <a:cubicBezTo>
                    <a:pt x="8192" y="5530"/>
                    <a:pt x="13335" y="8858"/>
                    <a:pt x="15756" y="14001"/>
                  </a:cubicBezTo>
                  <a:lnTo>
                    <a:pt x="50244" y="88423"/>
                  </a:lnTo>
                  <a:lnTo>
                    <a:pt x="51151" y="90843"/>
                  </a:lnTo>
                  <a:lnTo>
                    <a:pt x="55689" y="99919"/>
                  </a:lnTo>
                  <a:cubicBezTo>
                    <a:pt x="64160" y="115045"/>
                    <a:pt x="69000" y="125936"/>
                    <a:pt x="69000" y="130474"/>
                  </a:cubicBezTo>
                  <a:cubicBezTo>
                    <a:pt x="69000" y="135012"/>
                    <a:pt x="62042" y="154071"/>
                    <a:pt x="56899" y="163147"/>
                  </a:cubicBezTo>
                  <a:cubicBezTo>
                    <a:pt x="52664" y="171012"/>
                    <a:pt x="46008" y="176760"/>
                    <a:pt x="41773" y="176760"/>
                  </a:cubicBezTo>
                  <a:cubicBezTo>
                    <a:pt x="39958" y="176760"/>
                    <a:pt x="37235" y="176155"/>
                    <a:pt x="34210" y="174643"/>
                  </a:cubicBezTo>
                  <a:cubicBezTo>
                    <a:pt x="28462" y="172525"/>
                    <a:pt x="23319" y="171315"/>
                    <a:pt x="18176" y="171315"/>
                  </a:cubicBezTo>
                  <a:cubicBezTo>
                    <a:pt x="11218" y="171315"/>
                    <a:pt x="5167" y="177365"/>
                    <a:pt x="5167" y="184626"/>
                  </a:cubicBezTo>
                  <a:cubicBezTo>
                    <a:pt x="5167" y="194609"/>
                    <a:pt x="14848" y="202173"/>
                    <a:pt x="27554" y="202173"/>
                  </a:cubicBezTo>
                  <a:cubicBezTo>
                    <a:pt x="47824" y="202173"/>
                    <a:pt x="62345" y="185231"/>
                    <a:pt x="78681" y="141667"/>
                  </a:cubicBezTo>
                  <a:lnTo>
                    <a:pt x="125270" y="18236"/>
                  </a:lnTo>
                  <a:cubicBezTo>
                    <a:pt x="129203" y="8555"/>
                    <a:pt x="132531" y="5530"/>
                    <a:pt x="139792" y="4623"/>
                  </a:cubicBezTo>
                  <a:lnTo>
                    <a:pt x="139792" y="85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92B36F83-6BB6-1D8C-9E9F-5B668E450392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12657203" y="4914494"/>
              <a:ext cx="71698" cy="206625"/>
            </a:xfrm>
            <a:custGeom>
              <a:avLst/>
              <a:gdLst>
                <a:gd name="connsiteX0" fmla="*/ 48434 w 71698"/>
                <a:gd name="connsiteY0" fmla="*/ 67548 h 206625"/>
                <a:gd name="connsiteX1" fmla="*/ 1542 w 71698"/>
                <a:gd name="connsiteY1" fmla="*/ 84187 h 206625"/>
                <a:gd name="connsiteX2" fmla="*/ 1542 w 71698"/>
                <a:gd name="connsiteY2" fmla="*/ 88725 h 206625"/>
                <a:gd name="connsiteX3" fmla="*/ 3962 w 71698"/>
                <a:gd name="connsiteY3" fmla="*/ 88423 h 206625"/>
                <a:gd name="connsiteX4" fmla="*/ 14248 w 71698"/>
                <a:gd name="connsiteY4" fmla="*/ 87515 h 206625"/>
                <a:gd name="connsiteX5" fmla="*/ 24231 w 71698"/>
                <a:gd name="connsiteY5" fmla="*/ 105667 h 206625"/>
                <a:gd name="connsiteX6" fmla="*/ 24231 w 71698"/>
                <a:gd name="connsiteY6" fmla="*/ 175853 h 206625"/>
                <a:gd name="connsiteX7" fmla="*/ 332 w 71698"/>
                <a:gd name="connsiteY7" fmla="*/ 202173 h 206625"/>
                <a:gd name="connsiteX8" fmla="*/ 332 w 71698"/>
                <a:gd name="connsiteY8" fmla="*/ 206710 h 206625"/>
                <a:gd name="connsiteX9" fmla="*/ 72031 w 71698"/>
                <a:gd name="connsiteY9" fmla="*/ 206710 h 206625"/>
                <a:gd name="connsiteX10" fmla="*/ 72031 w 71698"/>
                <a:gd name="connsiteY10" fmla="*/ 202173 h 206625"/>
                <a:gd name="connsiteX11" fmla="*/ 49644 w 71698"/>
                <a:gd name="connsiteY11" fmla="*/ 175853 h 206625"/>
                <a:gd name="connsiteX12" fmla="*/ 49644 w 71698"/>
                <a:gd name="connsiteY12" fmla="*/ 68456 h 206625"/>
                <a:gd name="connsiteX13" fmla="*/ 48434 w 71698"/>
                <a:gd name="connsiteY13" fmla="*/ 67548 h 206625"/>
                <a:gd name="connsiteX14" fmla="*/ 34215 w 71698"/>
                <a:gd name="connsiteY14" fmla="*/ 85 h 206625"/>
                <a:gd name="connsiteX15" fmla="*/ 19088 w 71698"/>
                <a:gd name="connsiteY15" fmla="*/ 15514 h 206625"/>
                <a:gd name="connsiteX16" fmla="*/ 34215 w 71698"/>
                <a:gd name="connsiteY16" fmla="*/ 30942 h 206625"/>
                <a:gd name="connsiteX17" fmla="*/ 49946 w 71698"/>
                <a:gd name="connsiteY17" fmla="*/ 15514 h 206625"/>
                <a:gd name="connsiteX18" fmla="*/ 34215 w 71698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6625">
                  <a:moveTo>
                    <a:pt x="48434" y="67548"/>
                  </a:moveTo>
                  <a:lnTo>
                    <a:pt x="1542" y="84187"/>
                  </a:lnTo>
                  <a:lnTo>
                    <a:pt x="1542" y="88725"/>
                  </a:lnTo>
                  <a:lnTo>
                    <a:pt x="3962" y="88423"/>
                  </a:lnTo>
                  <a:cubicBezTo>
                    <a:pt x="7592" y="87817"/>
                    <a:pt x="11525" y="87515"/>
                    <a:pt x="14248" y="87515"/>
                  </a:cubicBezTo>
                  <a:cubicBezTo>
                    <a:pt x="21509" y="87515"/>
                    <a:pt x="24231" y="92355"/>
                    <a:pt x="24231" y="105667"/>
                  </a:cubicBezTo>
                  <a:lnTo>
                    <a:pt x="24231" y="175853"/>
                  </a:lnTo>
                  <a:cubicBezTo>
                    <a:pt x="24231" y="197635"/>
                    <a:pt x="21206" y="200962"/>
                    <a:pt x="332" y="202173"/>
                  </a:cubicBezTo>
                  <a:lnTo>
                    <a:pt x="332" y="206710"/>
                  </a:lnTo>
                  <a:lnTo>
                    <a:pt x="72031" y="206710"/>
                  </a:lnTo>
                  <a:lnTo>
                    <a:pt x="72031" y="202173"/>
                  </a:lnTo>
                  <a:cubicBezTo>
                    <a:pt x="52064" y="200660"/>
                    <a:pt x="49644" y="197635"/>
                    <a:pt x="49644" y="175853"/>
                  </a:cubicBezTo>
                  <a:lnTo>
                    <a:pt x="49644" y="68456"/>
                  </a:lnTo>
                  <a:lnTo>
                    <a:pt x="48434" y="67548"/>
                  </a:lnTo>
                  <a:close/>
                  <a:moveTo>
                    <a:pt x="34215" y="85"/>
                  </a:moveTo>
                  <a:cubicBezTo>
                    <a:pt x="26047" y="85"/>
                    <a:pt x="19088" y="7043"/>
                    <a:pt x="19088" y="15514"/>
                  </a:cubicBezTo>
                  <a:cubicBezTo>
                    <a:pt x="19088" y="23984"/>
                    <a:pt x="25744" y="30942"/>
                    <a:pt x="34215" y="30942"/>
                  </a:cubicBezTo>
                  <a:cubicBezTo>
                    <a:pt x="42988" y="30942"/>
                    <a:pt x="49946" y="24287"/>
                    <a:pt x="49946" y="15514"/>
                  </a:cubicBezTo>
                  <a:cubicBezTo>
                    <a:pt x="49946" y="7043"/>
                    <a:pt x="42988" y="85"/>
                    <a:pt x="34215" y="85"/>
                  </a:cubicBez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CA298870-12F8-064C-47B0-7890FAAC2F2B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12744340" y="4981958"/>
              <a:ext cx="120708" cy="142187"/>
            </a:xfrm>
            <a:custGeom>
              <a:avLst/>
              <a:gdLst>
                <a:gd name="connsiteX0" fmla="*/ 116202 w 120708"/>
                <a:gd name="connsiteY0" fmla="*/ 89633 h 142187"/>
                <a:gd name="connsiteX1" fmla="*/ 69311 w 120708"/>
                <a:gd name="connsiteY1" fmla="*/ 121398 h 142187"/>
                <a:gd name="connsiteX2" fmla="*/ 30285 w 120708"/>
                <a:gd name="connsiteY2" fmla="*/ 95381 h 142187"/>
                <a:gd name="connsiteX3" fmla="*/ 22116 w 120708"/>
                <a:gd name="connsiteY3" fmla="*/ 55447 h 142187"/>
                <a:gd name="connsiteX4" fmla="*/ 115295 w 120708"/>
                <a:gd name="connsiteY4" fmla="*/ 55447 h 142187"/>
                <a:gd name="connsiteX5" fmla="*/ 102286 w 120708"/>
                <a:gd name="connsiteY5" fmla="*/ 17329 h 142187"/>
                <a:gd name="connsiteX6" fmla="*/ 63563 w 120708"/>
                <a:gd name="connsiteY6" fmla="*/ 85 h 142187"/>
                <a:gd name="connsiteX7" fmla="*/ 22722 w 120708"/>
                <a:gd name="connsiteY7" fmla="*/ 15816 h 142187"/>
                <a:gd name="connsiteX8" fmla="*/ 335 w 120708"/>
                <a:gd name="connsiteY8" fmla="*/ 74506 h 142187"/>
                <a:gd name="connsiteX9" fmla="*/ 56907 w 120708"/>
                <a:gd name="connsiteY9" fmla="*/ 142272 h 142187"/>
                <a:gd name="connsiteX10" fmla="*/ 121043 w 120708"/>
                <a:gd name="connsiteY10" fmla="*/ 91750 h 142187"/>
                <a:gd name="connsiteX11" fmla="*/ 116202 w 120708"/>
                <a:gd name="connsiteY11" fmla="*/ 89633 h 142187"/>
                <a:gd name="connsiteX12" fmla="*/ 22722 w 120708"/>
                <a:gd name="connsiteY12" fmla="*/ 45766 h 142187"/>
                <a:gd name="connsiteX13" fmla="*/ 54789 w 120708"/>
                <a:gd name="connsiteY13" fmla="*/ 10976 h 142187"/>
                <a:gd name="connsiteX14" fmla="*/ 84437 w 120708"/>
                <a:gd name="connsiteY14" fmla="*/ 45766 h 142187"/>
                <a:gd name="connsiteX15" fmla="*/ 22722 w 12070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42187">
                  <a:moveTo>
                    <a:pt x="116202" y="89633"/>
                  </a:moveTo>
                  <a:cubicBezTo>
                    <a:pt x="101681" y="112625"/>
                    <a:pt x="88672" y="121398"/>
                    <a:pt x="69311" y="121398"/>
                  </a:cubicBezTo>
                  <a:cubicBezTo>
                    <a:pt x="52067" y="121398"/>
                    <a:pt x="39058" y="112625"/>
                    <a:pt x="30285" y="95381"/>
                  </a:cubicBezTo>
                  <a:cubicBezTo>
                    <a:pt x="24839" y="83885"/>
                    <a:pt x="22722" y="73901"/>
                    <a:pt x="22116" y="55447"/>
                  </a:cubicBezTo>
                  <a:lnTo>
                    <a:pt x="115295" y="55447"/>
                  </a:lnTo>
                  <a:cubicBezTo>
                    <a:pt x="112875" y="35783"/>
                    <a:pt x="109849" y="27010"/>
                    <a:pt x="102286" y="17329"/>
                  </a:cubicBezTo>
                  <a:cubicBezTo>
                    <a:pt x="93210" y="6438"/>
                    <a:pt x="79294" y="85"/>
                    <a:pt x="63563" y="85"/>
                  </a:cubicBezTo>
                  <a:cubicBezTo>
                    <a:pt x="48436" y="85"/>
                    <a:pt x="34218" y="5530"/>
                    <a:pt x="22722" y="15816"/>
                  </a:cubicBezTo>
                  <a:cubicBezTo>
                    <a:pt x="8503" y="28220"/>
                    <a:pt x="335" y="49699"/>
                    <a:pt x="335" y="74506"/>
                  </a:cubicBezTo>
                  <a:cubicBezTo>
                    <a:pt x="335" y="116255"/>
                    <a:pt x="22116" y="142272"/>
                    <a:pt x="56907" y="142272"/>
                  </a:cubicBezTo>
                  <a:cubicBezTo>
                    <a:pt x="85647" y="142272"/>
                    <a:pt x="108337" y="124423"/>
                    <a:pt x="121043" y="91750"/>
                  </a:cubicBezTo>
                  <a:lnTo>
                    <a:pt x="116202" y="89633"/>
                  </a:lnTo>
                  <a:close/>
                  <a:moveTo>
                    <a:pt x="22722" y="45766"/>
                  </a:moveTo>
                  <a:cubicBezTo>
                    <a:pt x="26049" y="22169"/>
                    <a:pt x="36335" y="10976"/>
                    <a:pt x="54789" y="10976"/>
                  </a:cubicBezTo>
                  <a:cubicBezTo>
                    <a:pt x="73244" y="10976"/>
                    <a:pt x="80504" y="19446"/>
                    <a:pt x="84437" y="45766"/>
                  </a:cubicBezTo>
                  <a:lnTo>
                    <a:pt x="22722" y="4576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55D6FE35-C6A3-2181-794C-29A843A9781E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12877349" y="4914494"/>
              <a:ext cx="72001" cy="206625"/>
            </a:xfrm>
            <a:custGeom>
              <a:avLst/>
              <a:gdLst>
                <a:gd name="connsiteX0" fmla="*/ 339 w 72001"/>
                <a:gd name="connsiteY0" fmla="*/ 18236 h 206625"/>
                <a:gd name="connsiteX1" fmla="*/ 2154 w 72001"/>
                <a:gd name="connsiteY1" fmla="*/ 18236 h 206625"/>
                <a:gd name="connsiteX2" fmla="*/ 11532 w 72001"/>
                <a:gd name="connsiteY2" fmla="*/ 17631 h 206625"/>
                <a:gd name="connsiteX3" fmla="*/ 24239 w 72001"/>
                <a:gd name="connsiteY3" fmla="*/ 36085 h 206625"/>
                <a:gd name="connsiteX4" fmla="*/ 24239 w 72001"/>
                <a:gd name="connsiteY4" fmla="*/ 180391 h 206625"/>
                <a:gd name="connsiteX5" fmla="*/ 944 w 72001"/>
                <a:gd name="connsiteY5" fmla="*/ 202173 h 206625"/>
                <a:gd name="connsiteX6" fmla="*/ 944 w 72001"/>
                <a:gd name="connsiteY6" fmla="*/ 206710 h 206625"/>
                <a:gd name="connsiteX7" fmla="*/ 72340 w 72001"/>
                <a:gd name="connsiteY7" fmla="*/ 206710 h 206625"/>
                <a:gd name="connsiteX8" fmla="*/ 72340 w 72001"/>
                <a:gd name="connsiteY8" fmla="*/ 202173 h 206625"/>
                <a:gd name="connsiteX9" fmla="*/ 49651 w 72001"/>
                <a:gd name="connsiteY9" fmla="*/ 181298 h 206625"/>
                <a:gd name="connsiteX10" fmla="*/ 49651 w 72001"/>
                <a:gd name="connsiteY10" fmla="*/ 690 h 206625"/>
                <a:gd name="connsiteX11" fmla="*/ 48441 w 72001"/>
                <a:gd name="connsiteY11" fmla="*/ 85 h 206625"/>
                <a:gd name="connsiteX12" fmla="*/ 339 w 72001"/>
                <a:gd name="connsiteY12" fmla="*/ 13396 h 206625"/>
                <a:gd name="connsiteX13" fmla="*/ 339 w 72001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6625">
                  <a:moveTo>
                    <a:pt x="339" y="18236"/>
                  </a:moveTo>
                  <a:lnTo>
                    <a:pt x="2154" y="18236"/>
                  </a:lnTo>
                  <a:cubicBezTo>
                    <a:pt x="5482" y="17934"/>
                    <a:pt x="9112" y="17631"/>
                    <a:pt x="11532" y="17631"/>
                  </a:cubicBezTo>
                  <a:cubicBezTo>
                    <a:pt x="21213" y="17631"/>
                    <a:pt x="24239" y="21867"/>
                    <a:pt x="24239" y="36085"/>
                  </a:cubicBezTo>
                  <a:lnTo>
                    <a:pt x="24239" y="180391"/>
                  </a:lnTo>
                  <a:cubicBezTo>
                    <a:pt x="24239" y="196727"/>
                    <a:pt x="20003" y="200660"/>
                    <a:pt x="944" y="202173"/>
                  </a:cubicBezTo>
                  <a:lnTo>
                    <a:pt x="944" y="206710"/>
                  </a:lnTo>
                  <a:lnTo>
                    <a:pt x="72340" y="206710"/>
                  </a:lnTo>
                  <a:lnTo>
                    <a:pt x="72340" y="202173"/>
                  </a:lnTo>
                  <a:cubicBezTo>
                    <a:pt x="53281" y="200962"/>
                    <a:pt x="49651" y="197937"/>
                    <a:pt x="49651" y="181298"/>
                  </a:cubicBezTo>
                  <a:lnTo>
                    <a:pt x="49651" y="690"/>
                  </a:lnTo>
                  <a:lnTo>
                    <a:pt x="48441" y="85"/>
                  </a:lnTo>
                  <a:cubicBezTo>
                    <a:pt x="32709" y="5228"/>
                    <a:pt x="21213" y="8253"/>
                    <a:pt x="339" y="13396"/>
                  </a:cubicBezTo>
                  <a:lnTo>
                    <a:pt x="339" y="18236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2DC9F459-9923-6BE7-1133-BF8C141238B7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12964184" y="4914494"/>
              <a:ext cx="140372" cy="209651"/>
            </a:xfrm>
            <a:custGeom>
              <a:avLst/>
              <a:gdLst>
                <a:gd name="connsiteX0" fmla="*/ 96243 w 140372"/>
                <a:gd name="connsiteY0" fmla="*/ 209736 h 209651"/>
                <a:gd name="connsiteX1" fmla="*/ 140714 w 140372"/>
                <a:gd name="connsiteY1" fmla="*/ 194004 h 209651"/>
                <a:gd name="connsiteX2" fmla="*/ 140714 w 140372"/>
                <a:gd name="connsiteY2" fmla="*/ 189164 h 209651"/>
                <a:gd name="connsiteX3" fmla="*/ 133756 w 140372"/>
                <a:gd name="connsiteY3" fmla="*/ 189466 h 209651"/>
                <a:gd name="connsiteX4" fmla="*/ 120445 w 140372"/>
                <a:gd name="connsiteY4" fmla="*/ 172222 h 209651"/>
                <a:gd name="connsiteX5" fmla="*/ 120445 w 140372"/>
                <a:gd name="connsiteY5" fmla="*/ 690 h 209651"/>
                <a:gd name="connsiteX6" fmla="*/ 118932 w 140372"/>
                <a:gd name="connsiteY6" fmla="*/ 85 h 209651"/>
                <a:gd name="connsiteX7" fmla="*/ 74461 w 140372"/>
                <a:gd name="connsiteY7" fmla="*/ 13396 h 209651"/>
                <a:gd name="connsiteX8" fmla="*/ 74461 w 140372"/>
                <a:gd name="connsiteY8" fmla="*/ 18236 h 209651"/>
                <a:gd name="connsiteX9" fmla="*/ 81116 w 140372"/>
                <a:gd name="connsiteY9" fmla="*/ 17934 h 209651"/>
                <a:gd name="connsiteX10" fmla="*/ 95033 w 140372"/>
                <a:gd name="connsiteY10" fmla="*/ 33363 h 209651"/>
                <a:gd name="connsiteX11" fmla="*/ 95033 w 140372"/>
                <a:gd name="connsiteY11" fmla="*/ 80557 h 209651"/>
                <a:gd name="connsiteX12" fmla="*/ 63267 w 140372"/>
                <a:gd name="connsiteY12" fmla="*/ 67548 h 209651"/>
                <a:gd name="connsiteX13" fmla="*/ 342 w 140372"/>
                <a:gd name="connsiteY13" fmla="*/ 144693 h 209651"/>
                <a:gd name="connsiteX14" fmla="*/ 56309 w 140372"/>
                <a:gd name="connsiteY14" fmla="*/ 209736 h 209651"/>
                <a:gd name="connsiteX15" fmla="*/ 95033 w 140372"/>
                <a:gd name="connsiteY15" fmla="*/ 189466 h 209651"/>
                <a:gd name="connsiteX16" fmla="*/ 95033 w 140372"/>
                <a:gd name="connsiteY16" fmla="*/ 208828 h 209651"/>
                <a:gd name="connsiteX17" fmla="*/ 96243 w 140372"/>
                <a:gd name="connsiteY17" fmla="*/ 209736 h 209651"/>
                <a:gd name="connsiteX18" fmla="*/ 95033 w 140372"/>
                <a:gd name="connsiteY18" fmla="*/ 175853 h 209651"/>
                <a:gd name="connsiteX19" fmla="*/ 89890 w 140372"/>
                <a:gd name="connsiteY19" fmla="*/ 184929 h 209651"/>
                <a:gd name="connsiteX20" fmla="*/ 68108 w 140372"/>
                <a:gd name="connsiteY20" fmla="*/ 194004 h 209651"/>
                <a:gd name="connsiteX21" fmla="*/ 26359 w 140372"/>
                <a:gd name="connsiteY21" fmla="*/ 132591 h 209651"/>
                <a:gd name="connsiteX22" fmla="*/ 64175 w 140372"/>
                <a:gd name="connsiteY22" fmla="*/ 76019 h 209651"/>
                <a:gd name="connsiteX23" fmla="*/ 95033 w 140372"/>
                <a:gd name="connsiteY23" fmla="*/ 106272 h 209651"/>
                <a:gd name="connsiteX24" fmla="*/ 95033 w 140372"/>
                <a:gd name="connsiteY24" fmla="*/ 175853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72" h="209651">
                  <a:moveTo>
                    <a:pt x="96243" y="209736"/>
                  </a:moveTo>
                  <a:lnTo>
                    <a:pt x="140714" y="194004"/>
                  </a:lnTo>
                  <a:lnTo>
                    <a:pt x="140714" y="189164"/>
                  </a:lnTo>
                  <a:cubicBezTo>
                    <a:pt x="135269" y="189466"/>
                    <a:pt x="134664" y="189466"/>
                    <a:pt x="133756" y="189466"/>
                  </a:cubicBezTo>
                  <a:cubicBezTo>
                    <a:pt x="122865" y="189466"/>
                    <a:pt x="120445" y="186139"/>
                    <a:pt x="120445" y="172222"/>
                  </a:cubicBezTo>
                  <a:lnTo>
                    <a:pt x="120445" y="690"/>
                  </a:lnTo>
                  <a:lnTo>
                    <a:pt x="118932" y="85"/>
                  </a:lnTo>
                  <a:cubicBezTo>
                    <a:pt x="104411" y="5228"/>
                    <a:pt x="93823" y="8253"/>
                    <a:pt x="74461" y="13396"/>
                  </a:cubicBezTo>
                  <a:lnTo>
                    <a:pt x="74461" y="18236"/>
                  </a:lnTo>
                  <a:cubicBezTo>
                    <a:pt x="76881" y="17934"/>
                    <a:pt x="78696" y="17934"/>
                    <a:pt x="81116" y="17934"/>
                  </a:cubicBezTo>
                  <a:cubicBezTo>
                    <a:pt x="92310" y="17934"/>
                    <a:pt x="95033" y="20959"/>
                    <a:pt x="95033" y="33363"/>
                  </a:cubicBezTo>
                  <a:lnTo>
                    <a:pt x="95033" y="80557"/>
                  </a:lnTo>
                  <a:cubicBezTo>
                    <a:pt x="83537" y="70876"/>
                    <a:pt x="75368" y="67548"/>
                    <a:pt x="63267" y="67548"/>
                  </a:cubicBezTo>
                  <a:cubicBezTo>
                    <a:pt x="28477" y="67548"/>
                    <a:pt x="342" y="101734"/>
                    <a:pt x="342" y="144693"/>
                  </a:cubicBezTo>
                  <a:cubicBezTo>
                    <a:pt x="342" y="183416"/>
                    <a:pt x="23031" y="209736"/>
                    <a:pt x="56309" y="209736"/>
                  </a:cubicBezTo>
                  <a:cubicBezTo>
                    <a:pt x="73251" y="209736"/>
                    <a:pt x="84747" y="203685"/>
                    <a:pt x="95033" y="189466"/>
                  </a:cubicBezTo>
                  <a:lnTo>
                    <a:pt x="95033" y="208828"/>
                  </a:lnTo>
                  <a:lnTo>
                    <a:pt x="96243" y="209736"/>
                  </a:lnTo>
                  <a:close/>
                  <a:moveTo>
                    <a:pt x="95033" y="175853"/>
                  </a:moveTo>
                  <a:cubicBezTo>
                    <a:pt x="95033" y="177970"/>
                    <a:pt x="92915" y="181601"/>
                    <a:pt x="89890" y="184929"/>
                  </a:cubicBezTo>
                  <a:cubicBezTo>
                    <a:pt x="84444" y="190979"/>
                    <a:pt x="76881" y="194004"/>
                    <a:pt x="68108" y="194004"/>
                  </a:cubicBezTo>
                  <a:cubicBezTo>
                    <a:pt x="42998" y="194004"/>
                    <a:pt x="26359" y="169802"/>
                    <a:pt x="26359" y="132591"/>
                  </a:cubicBezTo>
                  <a:cubicBezTo>
                    <a:pt x="26359" y="98406"/>
                    <a:pt x="41183" y="76019"/>
                    <a:pt x="64175" y="76019"/>
                  </a:cubicBezTo>
                  <a:cubicBezTo>
                    <a:pt x="80209" y="76019"/>
                    <a:pt x="95033" y="90238"/>
                    <a:pt x="95033" y="106272"/>
                  </a:cubicBezTo>
                  <a:lnTo>
                    <a:pt x="95033" y="175853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0F19C4F0-AC82-A77C-0219-2E376B03E8DF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13123276" y="4982260"/>
              <a:ext cx="89850" cy="141885"/>
            </a:xfrm>
            <a:custGeom>
              <a:avLst/>
              <a:gdLst>
                <a:gd name="connsiteX0" fmla="*/ 80214 w 89850"/>
                <a:gd name="connsiteY0" fmla="*/ 43951 h 141885"/>
                <a:gd name="connsiteX1" fmla="*/ 79004 w 89850"/>
                <a:gd name="connsiteY1" fmla="*/ 2807 h 141885"/>
                <a:gd name="connsiteX2" fmla="*/ 75676 w 89850"/>
                <a:gd name="connsiteY2" fmla="*/ 2807 h 141885"/>
                <a:gd name="connsiteX3" fmla="*/ 75071 w 89850"/>
                <a:gd name="connsiteY3" fmla="*/ 3412 h 141885"/>
                <a:gd name="connsiteX4" fmla="*/ 70835 w 89850"/>
                <a:gd name="connsiteY4" fmla="*/ 5833 h 141885"/>
                <a:gd name="connsiteX5" fmla="*/ 62667 w 89850"/>
                <a:gd name="connsiteY5" fmla="*/ 3715 h 141885"/>
                <a:gd name="connsiteX6" fmla="*/ 41490 w 89850"/>
                <a:gd name="connsiteY6" fmla="*/ 85 h 141885"/>
                <a:gd name="connsiteX7" fmla="*/ 347 w 89850"/>
                <a:gd name="connsiteY7" fmla="*/ 37295 h 141885"/>
                <a:gd name="connsiteX8" fmla="*/ 35742 w 89850"/>
                <a:gd name="connsiteY8" fmla="*/ 80859 h 141885"/>
                <a:gd name="connsiteX9" fmla="*/ 53289 w 89850"/>
                <a:gd name="connsiteY9" fmla="*/ 90843 h 141885"/>
                <a:gd name="connsiteX10" fmla="*/ 69020 w 89850"/>
                <a:gd name="connsiteY10" fmla="*/ 113532 h 141885"/>
                <a:gd name="connsiteX11" fmla="*/ 43911 w 89850"/>
                <a:gd name="connsiteY11" fmla="*/ 135314 h 141885"/>
                <a:gd name="connsiteX12" fmla="*/ 18498 w 89850"/>
                <a:gd name="connsiteY12" fmla="*/ 124726 h 141885"/>
                <a:gd name="connsiteX13" fmla="*/ 5490 w 89850"/>
                <a:gd name="connsiteY13" fmla="*/ 92960 h 141885"/>
                <a:gd name="connsiteX14" fmla="*/ 649 w 89850"/>
                <a:gd name="connsiteY14" fmla="*/ 92960 h 141885"/>
                <a:gd name="connsiteX15" fmla="*/ 649 w 89850"/>
                <a:gd name="connsiteY15" fmla="*/ 140155 h 141885"/>
                <a:gd name="connsiteX16" fmla="*/ 4582 w 89850"/>
                <a:gd name="connsiteY16" fmla="*/ 140155 h 141885"/>
                <a:gd name="connsiteX17" fmla="*/ 11540 w 89850"/>
                <a:gd name="connsiteY17" fmla="*/ 136524 h 141885"/>
                <a:gd name="connsiteX18" fmla="*/ 25456 w 89850"/>
                <a:gd name="connsiteY18" fmla="*/ 138944 h 141885"/>
                <a:gd name="connsiteX19" fmla="*/ 47541 w 89850"/>
                <a:gd name="connsiteY19" fmla="*/ 141970 h 141885"/>
                <a:gd name="connsiteX20" fmla="*/ 90197 w 89850"/>
                <a:gd name="connsiteY20" fmla="*/ 103246 h 141885"/>
                <a:gd name="connsiteX21" fmla="*/ 64785 w 89850"/>
                <a:gd name="connsiteY21" fmla="*/ 67246 h 141885"/>
                <a:gd name="connsiteX22" fmla="*/ 32112 w 89850"/>
                <a:gd name="connsiteY22" fmla="*/ 47884 h 141885"/>
                <a:gd name="connsiteX23" fmla="*/ 19103 w 89850"/>
                <a:gd name="connsiteY23" fmla="*/ 27312 h 141885"/>
                <a:gd name="connsiteX24" fmla="*/ 42398 w 89850"/>
                <a:gd name="connsiteY24" fmla="*/ 6740 h 141885"/>
                <a:gd name="connsiteX25" fmla="*/ 75676 w 89850"/>
                <a:gd name="connsiteY25" fmla="*/ 43951 h 141885"/>
                <a:gd name="connsiteX26" fmla="*/ 80214 w 89850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50" h="141885">
                  <a:moveTo>
                    <a:pt x="80214" y="43951"/>
                  </a:moveTo>
                  <a:lnTo>
                    <a:pt x="79004" y="2807"/>
                  </a:lnTo>
                  <a:lnTo>
                    <a:pt x="75676" y="2807"/>
                  </a:lnTo>
                  <a:lnTo>
                    <a:pt x="75071" y="3412"/>
                  </a:lnTo>
                  <a:cubicBezTo>
                    <a:pt x="72348" y="5530"/>
                    <a:pt x="72046" y="5833"/>
                    <a:pt x="70835" y="5833"/>
                  </a:cubicBezTo>
                  <a:cubicBezTo>
                    <a:pt x="69020" y="5833"/>
                    <a:pt x="65995" y="5228"/>
                    <a:pt x="62667" y="3715"/>
                  </a:cubicBezTo>
                  <a:cubicBezTo>
                    <a:pt x="56012" y="1295"/>
                    <a:pt x="49356" y="85"/>
                    <a:pt x="41490" y="85"/>
                  </a:cubicBezTo>
                  <a:cubicBezTo>
                    <a:pt x="17591" y="85"/>
                    <a:pt x="347" y="15514"/>
                    <a:pt x="347" y="37295"/>
                  </a:cubicBezTo>
                  <a:cubicBezTo>
                    <a:pt x="347" y="54237"/>
                    <a:pt x="10028" y="66338"/>
                    <a:pt x="35742" y="80859"/>
                  </a:cubicBezTo>
                  <a:lnTo>
                    <a:pt x="53289" y="90843"/>
                  </a:lnTo>
                  <a:cubicBezTo>
                    <a:pt x="63877" y="96893"/>
                    <a:pt x="69020" y="104154"/>
                    <a:pt x="69020" y="113532"/>
                  </a:cubicBezTo>
                  <a:cubicBezTo>
                    <a:pt x="69020" y="126843"/>
                    <a:pt x="59339" y="135314"/>
                    <a:pt x="43911" y="135314"/>
                  </a:cubicBezTo>
                  <a:cubicBezTo>
                    <a:pt x="33625" y="135314"/>
                    <a:pt x="24246" y="131381"/>
                    <a:pt x="18498" y="124726"/>
                  </a:cubicBezTo>
                  <a:cubicBezTo>
                    <a:pt x="12145" y="117163"/>
                    <a:pt x="9423" y="110204"/>
                    <a:pt x="5490" y="92960"/>
                  </a:cubicBezTo>
                  <a:lnTo>
                    <a:pt x="649" y="92960"/>
                  </a:lnTo>
                  <a:lnTo>
                    <a:pt x="649" y="140155"/>
                  </a:lnTo>
                  <a:lnTo>
                    <a:pt x="4582" y="140155"/>
                  </a:lnTo>
                  <a:cubicBezTo>
                    <a:pt x="6700" y="137129"/>
                    <a:pt x="7910" y="136524"/>
                    <a:pt x="11540" y="136524"/>
                  </a:cubicBezTo>
                  <a:cubicBezTo>
                    <a:pt x="14263" y="136524"/>
                    <a:pt x="18498" y="137129"/>
                    <a:pt x="25456" y="138944"/>
                  </a:cubicBezTo>
                  <a:cubicBezTo>
                    <a:pt x="33927" y="140760"/>
                    <a:pt x="42095" y="141970"/>
                    <a:pt x="47541" y="141970"/>
                  </a:cubicBezTo>
                  <a:cubicBezTo>
                    <a:pt x="70835" y="141970"/>
                    <a:pt x="90197" y="124423"/>
                    <a:pt x="90197" y="103246"/>
                  </a:cubicBezTo>
                  <a:cubicBezTo>
                    <a:pt x="90197" y="88120"/>
                    <a:pt x="82937" y="78137"/>
                    <a:pt x="64785" y="67246"/>
                  </a:cubicBezTo>
                  <a:lnTo>
                    <a:pt x="32112" y="47884"/>
                  </a:lnTo>
                  <a:cubicBezTo>
                    <a:pt x="23641" y="43044"/>
                    <a:pt x="19103" y="35480"/>
                    <a:pt x="19103" y="27312"/>
                  </a:cubicBezTo>
                  <a:cubicBezTo>
                    <a:pt x="19103" y="15211"/>
                    <a:pt x="28482" y="6740"/>
                    <a:pt x="42398" y="6740"/>
                  </a:cubicBezTo>
                  <a:cubicBezTo>
                    <a:pt x="59642" y="6740"/>
                    <a:pt x="68718" y="17026"/>
                    <a:pt x="75676" y="43951"/>
                  </a:cubicBezTo>
                  <a:lnTo>
                    <a:pt x="80214" y="43951"/>
                  </a:lnTo>
                  <a:close/>
                </a:path>
              </a:pathLst>
            </a:custGeom>
            <a:solidFill>
              <a:srgbClr val="FFFFFF"/>
            </a:solidFill>
            <a:ln w="304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72" name="Group 771">
            <a:extLst>
              <a:ext uri="{FF2B5EF4-FFF2-40B4-BE49-F238E27FC236}">
                <a16:creationId xmlns:a16="http://schemas.microsoft.com/office/drawing/2014/main" id="{A0A04386-C464-6AD8-9E41-A8520AA90DD7}"/>
              </a:ext>
            </a:extLst>
          </p:cNvPr>
          <p:cNvGrpSpPr/>
          <p:nvPr/>
        </p:nvGrpSpPr>
        <p:grpSpPr>
          <a:xfrm>
            <a:off x="3294037" y="3710629"/>
            <a:ext cx="6702137" cy="2742723"/>
            <a:chOff x="3283527" y="3616036"/>
            <a:chExt cx="6702137" cy="2742723"/>
          </a:xfrm>
        </p:grpSpPr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A974F655-194B-EE3D-9296-C1EAB09307A5}"/>
                </a:ext>
              </a:extLst>
            </p:cNvPr>
            <p:cNvSpPr/>
            <p:nvPr/>
          </p:nvSpPr>
          <p:spPr>
            <a:xfrm>
              <a:off x="3283527" y="3616036"/>
              <a:ext cx="6702137" cy="43641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04B04E81-39A8-E436-6246-C42FDDE988E0}"/>
                </a:ext>
              </a:extLst>
            </p:cNvPr>
            <p:cNvSpPr/>
            <p:nvPr/>
          </p:nvSpPr>
          <p:spPr>
            <a:xfrm>
              <a:off x="3283527" y="4052456"/>
              <a:ext cx="6702137" cy="230630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9" name="Group 768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tabular}{|&gt;{\centering\arraybackslash}m{1.5cm}|&gt;{\centering\arraybackslash}m{1.5cm}|&gt;{\centering\arraybackslash}m{1.5cm}|&gt;{\centering\arraybackslash}m{1.5cm}|}&#10;\hline&#10;$x$ &amp; $f(x)$ &amp; $x$ &amp; $f(x)$ \\&#10;\hline \hline&#10;0.00 &amp; 0.200000 &amp; 0.44 &amp; 2.842985 \\&#10;\hline&#10;0.12 &amp; 1.309729 &amp; 0.54 &amp; 3.507297  \\&#10;\hline&#10;0.22 &amp; 1.305241 &amp; 0.64 &amp; 3.181929 \\&#10;\hline&#10;0.32 &amp; 1.743393 &amp; 0.70 &amp;  2.363000\\&#10;\hline&#10;0.36 &amp; 2.074903 &amp; 0.80 &amp;  0.232000\\&#10;\hline&#10;0.40 &amp; 2.456000 &amp;  &amp;  \\&#10;\hline&#10;\end{tabular}&#10;}&#10;\end{document}" title="IguanaTex Shape Display">
              <a:extLst>
                <a:ext uri="{FF2B5EF4-FFF2-40B4-BE49-F238E27FC236}">
                  <a16:creationId xmlns:a16="http://schemas.microsoft.com/office/drawing/2014/main" id="{536048E2-E1D0-C9A2-91E4-0BD9B58346D7}"/>
                </a:ext>
              </a:extLst>
            </p:cNvPr>
            <p:cNvGrpSpPr>
              <a:grpSpLocks noChangeAspect="1"/>
            </p:cNvGrpSpPr>
            <p:nvPr>
              <p:custDataLst>
                <p:tags r:id="rId5"/>
              </p:custDataLst>
            </p:nvPr>
          </p:nvGrpSpPr>
          <p:grpSpPr>
            <a:xfrm>
              <a:off x="3288145" y="3620654"/>
              <a:ext cx="6694688" cy="2728446"/>
              <a:chOff x="4875533" y="4153924"/>
              <a:chExt cx="6694688" cy="2728446"/>
            </a:xfrm>
          </p:grpSpPr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53083B04-9D84-F44E-1AF0-D9D6B05878D2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4875533" y="4153924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0 h 12180"/>
                  <a:gd name="connsiteX3" fmla="*/ 0 w 6694687"/>
                  <a:gd name="connsiteY3" fmla="*/ 12180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0"/>
                    </a:lnTo>
                    <a:lnTo>
                      <a:pt x="0" y="1218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8F374E3C-0B8F-B5EC-F75E-A7B5F6761DC9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4875533" y="4166104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523E8C4A-4B3A-1C01-9E32-3475D7AA09FE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640971" y="4288106"/>
                <a:ext cx="143234" cy="137126"/>
              </a:xfrm>
              <a:custGeom>
                <a:avLst/>
                <a:gdLst>
                  <a:gd name="connsiteX0" fmla="*/ 129739 w 143234"/>
                  <a:gd name="connsiteY0" fmla="*/ 100176 h 137126"/>
                  <a:gd name="connsiteX1" fmla="*/ 123091 w 143234"/>
                  <a:gd name="connsiteY1" fmla="*/ 108367 h 137126"/>
                  <a:gd name="connsiteX2" fmla="*/ 109190 w 143234"/>
                  <a:gd name="connsiteY2" fmla="*/ 120502 h 137126"/>
                  <a:gd name="connsiteX3" fmla="*/ 99823 w 143234"/>
                  <a:gd name="connsiteY3" fmla="*/ 108064 h 137126"/>
                  <a:gd name="connsiteX4" fmla="*/ 98614 w 143234"/>
                  <a:gd name="connsiteY4" fmla="*/ 102906 h 137126"/>
                  <a:gd name="connsiteX5" fmla="*/ 87735 w 143234"/>
                  <a:gd name="connsiteY5" fmla="*/ 53759 h 137126"/>
                  <a:gd name="connsiteX6" fmla="*/ 117349 w 143234"/>
                  <a:gd name="connsiteY6" fmla="*/ 17051 h 137126"/>
                  <a:gd name="connsiteX7" fmla="*/ 124602 w 143234"/>
                  <a:gd name="connsiteY7" fmla="*/ 19478 h 137126"/>
                  <a:gd name="connsiteX8" fmla="*/ 132760 w 143234"/>
                  <a:gd name="connsiteY8" fmla="*/ 22208 h 137126"/>
                  <a:gd name="connsiteX9" fmla="*/ 143337 w 143234"/>
                  <a:gd name="connsiteY9" fmla="*/ 11286 h 137126"/>
                  <a:gd name="connsiteX10" fmla="*/ 130947 w 143234"/>
                  <a:gd name="connsiteY10" fmla="*/ 62 h 137126"/>
                  <a:gd name="connsiteX11" fmla="*/ 85318 w 143234"/>
                  <a:gd name="connsiteY11" fmla="*/ 43444 h 137126"/>
                  <a:gd name="connsiteX12" fmla="*/ 81994 w 143234"/>
                  <a:gd name="connsiteY12" fmla="*/ 26759 h 137126"/>
                  <a:gd name="connsiteX13" fmla="*/ 66280 w 143234"/>
                  <a:gd name="connsiteY13" fmla="*/ 62 h 137126"/>
                  <a:gd name="connsiteX14" fmla="*/ 30925 w 143234"/>
                  <a:gd name="connsiteY14" fmla="*/ 8859 h 137126"/>
                  <a:gd name="connsiteX15" fmla="*/ 27601 w 143234"/>
                  <a:gd name="connsiteY15" fmla="*/ 10073 h 137126"/>
                  <a:gd name="connsiteX16" fmla="*/ 28810 w 143234"/>
                  <a:gd name="connsiteY16" fmla="*/ 14624 h 137126"/>
                  <a:gd name="connsiteX17" fmla="*/ 45732 w 143234"/>
                  <a:gd name="connsiteY17" fmla="*/ 11286 h 137126"/>
                  <a:gd name="connsiteX18" fmla="*/ 59330 w 143234"/>
                  <a:gd name="connsiteY18" fmla="*/ 32219 h 137126"/>
                  <a:gd name="connsiteX19" fmla="*/ 68093 w 143234"/>
                  <a:gd name="connsiteY19" fmla="*/ 69535 h 137126"/>
                  <a:gd name="connsiteX20" fmla="*/ 43314 w 143234"/>
                  <a:gd name="connsiteY20" fmla="*/ 105030 h 137126"/>
                  <a:gd name="connsiteX21" fmla="*/ 27903 w 143234"/>
                  <a:gd name="connsiteY21" fmla="*/ 119592 h 137126"/>
                  <a:gd name="connsiteX22" fmla="*/ 20046 w 143234"/>
                  <a:gd name="connsiteY22" fmla="*/ 116862 h 137126"/>
                  <a:gd name="connsiteX23" fmla="*/ 10376 w 143234"/>
                  <a:gd name="connsiteY23" fmla="*/ 113828 h 137126"/>
                  <a:gd name="connsiteX24" fmla="*/ 102 w 143234"/>
                  <a:gd name="connsiteY24" fmla="*/ 124446 h 137126"/>
                  <a:gd name="connsiteX25" fmla="*/ 15211 w 143234"/>
                  <a:gd name="connsiteY25" fmla="*/ 137188 h 137126"/>
                  <a:gd name="connsiteX26" fmla="*/ 43314 w 143234"/>
                  <a:gd name="connsiteY26" fmla="*/ 115951 h 137126"/>
                  <a:gd name="connsiteX27" fmla="*/ 70511 w 143234"/>
                  <a:gd name="connsiteY27" fmla="*/ 80456 h 137126"/>
                  <a:gd name="connsiteX28" fmla="*/ 79576 w 143234"/>
                  <a:gd name="connsiteY28" fmla="*/ 116862 h 137126"/>
                  <a:gd name="connsiteX29" fmla="*/ 97103 w 143234"/>
                  <a:gd name="connsiteY29" fmla="*/ 137188 h 137126"/>
                  <a:gd name="connsiteX30" fmla="*/ 133969 w 143234"/>
                  <a:gd name="connsiteY30" fmla="*/ 102603 h 137126"/>
                  <a:gd name="connsiteX31" fmla="*/ 129739 w 143234"/>
                  <a:gd name="connsiteY31" fmla="*/ 100176 h 137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234" h="137126">
                    <a:moveTo>
                      <a:pt x="129739" y="100176"/>
                    </a:moveTo>
                    <a:cubicBezTo>
                      <a:pt x="127321" y="102906"/>
                      <a:pt x="125810" y="104727"/>
                      <a:pt x="123091" y="108367"/>
                    </a:cubicBezTo>
                    <a:cubicBezTo>
                      <a:pt x="116140" y="117468"/>
                      <a:pt x="112514" y="120502"/>
                      <a:pt x="109190" y="120502"/>
                    </a:cubicBezTo>
                    <a:cubicBezTo>
                      <a:pt x="104657" y="120502"/>
                      <a:pt x="101938" y="116558"/>
                      <a:pt x="99823" y="108064"/>
                    </a:cubicBezTo>
                    <a:cubicBezTo>
                      <a:pt x="99218" y="105637"/>
                      <a:pt x="98916" y="103816"/>
                      <a:pt x="98614" y="102906"/>
                    </a:cubicBezTo>
                    <a:cubicBezTo>
                      <a:pt x="91059" y="72265"/>
                      <a:pt x="87735" y="58310"/>
                      <a:pt x="87735" y="53759"/>
                    </a:cubicBezTo>
                    <a:cubicBezTo>
                      <a:pt x="101031" y="30399"/>
                      <a:pt x="111910" y="17051"/>
                      <a:pt x="117349" y="17051"/>
                    </a:cubicBezTo>
                    <a:cubicBezTo>
                      <a:pt x="119162" y="17051"/>
                      <a:pt x="121580" y="17961"/>
                      <a:pt x="124602" y="19478"/>
                    </a:cubicBezTo>
                    <a:cubicBezTo>
                      <a:pt x="128228" y="21601"/>
                      <a:pt x="130343" y="22208"/>
                      <a:pt x="132760" y="22208"/>
                    </a:cubicBezTo>
                    <a:cubicBezTo>
                      <a:pt x="139106" y="22208"/>
                      <a:pt x="143337" y="17657"/>
                      <a:pt x="143337" y="11286"/>
                    </a:cubicBezTo>
                    <a:cubicBezTo>
                      <a:pt x="143337" y="4916"/>
                      <a:pt x="138200" y="62"/>
                      <a:pt x="130947" y="62"/>
                    </a:cubicBezTo>
                    <a:cubicBezTo>
                      <a:pt x="117651" y="62"/>
                      <a:pt x="106168" y="10983"/>
                      <a:pt x="85318" y="43444"/>
                    </a:cubicBezTo>
                    <a:lnTo>
                      <a:pt x="81994" y="26759"/>
                    </a:lnTo>
                    <a:cubicBezTo>
                      <a:pt x="77763" y="6129"/>
                      <a:pt x="74439" y="62"/>
                      <a:pt x="66280" y="62"/>
                    </a:cubicBezTo>
                    <a:cubicBezTo>
                      <a:pt x="59632" y="62"/>
                      <a:pt x="49358" y="2792"/>
                      <a:pt x="30925" y="8859"/>
                    </a:cubicBezTo>
                    <a:lnTo>
                      <a:pt x="27601" y="10073"/>
                    </a:lnTo>
                    <a:lnTo>
                      <a:pt x="28810" y="14624"/>
                    </a:lnTo>
                    <a:cubicBezTo>
                      <a:pt x="40292" y="11893"/>
                      <a:pt x="43012" y="11286"/>
                      <a:pt x="45732" y="11286"/>
                    </a:cubicBezTo>
                    <a:cubicBezTo>
                      <a:pt x="53286" y="11286"/>
                      <a:pt x="55099" y="14017"/>
                      <a:pt x="59330" y="32219"/>
                    </a:cubicBezTo>
                    <a:lnTo>
                      <a:pt x="68093" y="69535"/>
                    </a:lnTo>
                    <a:lnTo>
                      <a:pt x="43314" y="105030"/>
                    </a:lnTo>
                    <a:cubicBezTo>
                      <a:pt x="37271" y="114131"/>
                      <a:pt x="31227" y="119592"/>
                      <a:pt x="27903" y="119592"/>
                    </a:cubicBezTo>
                    <a:cubicBezTo>
                      <a:pt x="26090" y="119592"/>
                      <a:pt x="23068" y="118682"/>
                      <a:pt x="20046" y="116862"/>
                    </a:cubicBezTo>
                    <a:cubicBezTo>
                      <a:pt x="16118" y="114738"/>
                      <a:pt x="12794" y="113828"/>
                      <a:pt x="10376" y="113828"/>
                    </a:cubicBezTo>
                    <a:cubicBezTo>
                      <a:pt x="4635" y="113828"/>
                      <a:pt x="102" y="118378"/>
                      <a:pt x="102" y="124446"/>
                    </a:cubicBezTo>
                    <a:cubicBezTo>
                      <a:pt x="102" y="132334"/>
                      <a:pt x="6146" y="137188"/>
                      <a:pt x="15211" y="137188"/>
                    </a:cubicBezTo>
                    <a:cubicBezTo>
                      <a:pt x="24579" y="137188"/>
                      <a:pt x="28205" y="134457"/>
                      <a:pt x="43314" y="115951"/>
                    </a:cubicBezTo>
                    <a:cubicBezTo>
                      <a:pt x="51473" y="106243"/>
                      <a:pt x="57819" y="98052"/>
                      <a:pt x="70511" y="80456"/>
                    </a:cubicBezTo>
                    <a:lnTo>
                      <a:pt x="79576" y="116862"/>
                    </a:lnTo>
                    <a:cubicBezTo>
                      <a:pt x="83505" y="132334"/>
                      <a:pt x="87433" y="137188"/>
                      <a:pt x="97103" y="137188"/>
                    </a:cubicBezTo>
                    <a:cubicBezTo>
                      <a:pt x="108586" y="137188"/>
                      <a:pt x="116443" y="129907"/>
                      <a:pt x="133969" y="102603"/>
                    </a:cubicBezTo>
                    <a:lnTo>
                      <a:pt x="129739" y="10017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5354521D-0B97-1A35-71FE-A9473A0140B0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6546172" y="4166104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6D4E9108-9B16-5647-6AFD-9C159D4DC6C2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7116114" y="4216206"/>
                <a:ext cx="172546" cy="268488"/>
              </a:xfrm>
              <a:custGeom>
                <a:avLst/>
                <a:gdLst>
                  <a:gd name="connsiteX0" fmla="*/ 55149 w 172546"/>
                  <a:gd name="connsiteY0" fmla="*/ 85614 h 268488"/>
                  <a:gd name="connsiteX1" fmla="*/ 82346 w 172546"/>
                  <a:gd name="connsiteY1" fmla="*/ 85614 h 268488"/>
                  <a:gd name="connsiteX2" fmla="*/ 55753 w 172546"/>
                  <a:gd name="connsiteY2" fmla="*/ 213032 h 268488"/>
                  <a:gd name="connsiteX3" fmla="*/ 26442 w 172546"/>
                  <a:gd name="connsiteY3" fmla="*/ 262179 h 268488"/>
                  <a:gd name="connsiteX4" fmla="*/ 20398 w 172546"/>
                  <a:gd name="connsiteY4" fmla="*/ 257325 h 268488"/>
                  <a:gd name="connsiteX5" fmla="*/ 21607 w 172546"/>
                  <a:gd name="connsiteY5" fmla="*/ 253988 h 268488"/>
                  <a:gd name="connsiteX6" fmla="*/ 23118 w 172546"/>
                  <a:gd name="connsiteY6" fmla="*/ 249134 h 268488"/>
                  <a:gd name="connsiteX7" fmla="*/ 11333 w 172546"/>
                  <a:gd name="connsiteY7" fmla="*/ 237605 h 268488"/>
                  <a:gd name="connsiteX8" fmla="*/ 152 w 172546"/>
                  <a:gd name="connsiteY8" fmla="*/ 250044 h 268488"/>
                  <a:gd name="connsiteX9" fmla="*/ 24024 w 172546"/>
                  <a:gd name="connsiteY9" fmla="*/ 268550 h 268488"/>
                  <a:gd name="connsiteX10" fmla="*/ 84461 w 172546"/>
                  <a:gd name="connsiteY10" fmla="*/ 182694 h 268488"/>
                  <a:gd name="connsiteX11" fmla="*/ 106218 w 172546"/>
                  <a:gd name="connsiteY11" fmla="*/ 85614 h 268488"/>
                  <a:gd name="connsiteX12" fmla="*/ 139156 w 172546"/>
                  <a:gd name="connsiteY12" fmla="*/ 85614 h 268488"/>
                  <a:gd name="connsiteX13" fmla="*/ 140969 w 172546"/>
                  <a:gd name="connsiteY13" fmla="*/ 75906 h 268488"/>
                  <a:gd name="connsiteX14" fmla="*/ 108333 w 172546"/>
                  <a:gd name="connsiteY14" fmla="*/ 75906 h 268488"/>
                  <a:gd name="connsiteX15" fmla="*/ 145200 w 172546"/>
                  <a:gd name="connsiteY15" fmla="*/ 6736 h 268488"/>
                  <a:gd name="connsiteX16" fmla="*/ 151848 w 172546"/>
                  <a:gd name="connsiteY16" fmla="*/ 10376 h 268488"/>
                  <a:gd name="connsiteX17" fmla="*/ 150639 w 172546"/>
                  <a:gd name="connsiteY17" fmla="*/ 13410 h 268488"/>
                  <a:gd name="connsiteX18" fmla="*/ 148826 w 172546"/>
                  <a:gd name="connsiteY18" fmla="*/ 19781 h 268488"/>
                  <a:gd name="connsiteX19" fmla="*/ 160007 w 172546"/>
                  <a:gd name="connsiteY19" fmla="*/ 31916 h 268488"/>
                  <a:gd name="connsiteX20" fmla="*/ 172698 w 172546"/>
                  <a:gd name="connsiteY20" fmla="*/ 19781 h 268488"/>
                  <a:gd name="connsiteX21" fmla="*/ 146711 w 172546"/>
                  <a:gd name="connsiteY21" fmla="*/ 62 h 268488"/>
                  <a:gd name="connsiteX22" fmla="*/ 109240 w 172546"/>
                  <a:gd name="connsiteY22" fmla="*/ 20995 h 268488"/>
                  <a:gd name="connsiteX23" fmla="*/ 85065 w 172546"/>
                  <a:gd name="connsiteY23" fmla="*/ 75906 h 268488"/>
                  <a:gd name="connsiteX24" fmla="*/ 57264 w 172546"/>
                  <a:gd name="connsiteY24" fmla="*/ 75906 h 268488"/>
                  <a:gd name="connsiteX25" fmla="*/ 55149 w 172546"/>
                  <a:gd name="connsiteY25" fmla="*/ 85614 h 268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546" h="268488">
                    <a:moveTo>
                      <a:pt x="55149" y="85614"/>
                    </a:moveTo>
                    <a:lnTo>
                      <a:pt x="82346" y="85614"/>
                    </a:lnTo>
                    <a:lnTo>
                      <a:pt x="55753" y="213032"/>
                    </a:lnTo>
                    <a:cubicBezTo>
                      <a:pt x="49105" y="245493"/>
                      <a:pt x="39133" y="262179"/>
                      <a:pt x="26442" y="262179"/>
                    </a:cubicBezTo>
                    <a:cubicBezTo>
                      <a:pt x="22816" y="262179"/>
                      <a:pt x="20398" y="260055"/>
                      <a:pt x="20398" y="257325"/>
                    </a:cubicBezTo>
                    <a:cubicBezTo>
                      <a:pt x="20398" y="256415"/>
                      <a:pt x="20700" y="255505"/>
                      <a:pt x="21607" y="253988"/>
                    </a:cubicBezTo>
                    <a:cubicBezTo>
                      <a:pt x="22816" y="252168"/>
                      <a:pt x="23118" y="250954"/>
                      <a:pt x="23118" y="249134"/>
                    </a:cubicBezTo>
                    <a:cubicBezTo>
                      <a:pt x="23118" y="242763"/>
                      <a:pt x="17678" y="237605"/>
                      <a:pt x="11333" y="237605"/>
                    </a:cubicBezTo>
                    <a:cubicBezTo>
                      <a:pt x="4987" y="237605"/>
                      <a:pt x="152" y="243066"/>
                      <a:pt x="152" y="250044"/>
                    </a:cubicBezTo>
                    <a:cubicBezTo>
                      <a:pt x="152" y="260359"/>
                      <a:pt x="10728" y="268550"/>
                      <a:pt x="24024" y="268550"/>
                    </a:cubicBezTo>
                    <a:cubicBezTo>
                      <a:pt x="50919" y="268550"/>
                      <a:pt x="72071" y="238516"/>
                      <a:pt x="84461" y="182694"/>
                    </a:cubicBezTo>
                    <a:lnTo>
                      <a:pt x="106218" y="85614"/>
                    </a:lnTo>
                    <a:lnTo>
                      <a:pt x="139156" y="85614"/>
                    </a:lnTo>
                    <a:lnTo>
                      <a:pt x="140969" y="75906"/>
                    </a:lnTo>
                    <a:lnTo>
                      <a:pt x="108333" y="75906"/>
                    </a:lnTo>
                    <a:cubicBezTo>
                      <a:pt x="117097" y="28276"/>
                      <a:pt x="128277" y="6736"/>
                      <a:pt x="145200" y="6736"/>
                    </a:cubicBezTo>
                    <a:cubicBezTo>
                      <a:pt x="149128" y="6736"/>
                      <a:pt x="151848" y="8253"/>
                      <a:pt x="151848" y="10376"/>
                    </a:cubicBezTo>
                    <a:cubicBezTo>
                      <a:pt x="151848" y="11287"/>
                      <a:pt x="151545" y="11893"/>
                      <a:pt x="150639" y="13410"/>
                    </a:cubicBezTo>
                    <a:cubicBezTo>
                      <a:pt x="149430" y="16141"/>
                      <a:pt x="148826" y="17657"/>
                      <a:pt x="148826" y="19781"/>
                    </a:cubicBezTo>
                    <a:cubicBezTo>
                      <a:pt x="148826" y="27062"/>
                      <a:pt x="153359" y="31916"/>
                      <a:pt x="160007" y="31916"/>
                    </a:cubicBezTo>
                    <a:cubicBezTo>
                      <a:pt x="166957" y="31916"/>
                      <a:pt x="172698" y="26455"/>
                      <a:pt x="172698" y="19781"/>
                    </a:cubicBezTo>
                    <a:cubicBezTo>
                      <a:pt x="172698" y="8556"/>
                      <a:pt x="161517" y="62"/>
                      <a:pt x="146711" y="62"/>
                    </a:cubicBezTo>
                    <a:cubicBezTo>
                      <a:pt x="131904" y="62"/>
                      <a:pt x="120118" y="6736"/>
                      <a:pt x="109240" y="20995"/>
                    </a:cubicBezTo>
                    <a:cubicBezTo>
                      <a:pt x="100174" y="32826"/>
                      <a:pt x="94131" y="46782"/>
                      <a:pt x="85065" y="75906"/>
                    </a:cubicBezTo>
                    <a:lnTo>
                      <a:pt x="57264" y="75906"/>
                    </a:lnTo>
                    <a:lnTo>
                      <a:pt x="55149" y="85614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CE931754-D62E-742C-61D5-4C35EA0ACD0B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7319052" y="4194363"/>
                <a:ext cx="70106" cy="303376"/>
              </a:xfrm>
              <a:custGeom>
                <a:avLst/>
                <a:gdLst>
                  <a:gd name="connsiteX0" fmla="*/ 70262 w 70106"/>
                  <a:gd name="connsiteY0" fmla="*/ 300404 h 303376"/>
                  <a:gd name="connsiteX1" fmla="*/ 65125 w 70106"/>
                  <a:gd name="connsiteY1" fmla="*/ 293730 h 303376"/>
                  <a:gd name="connsiteX2" fmla="*/ 17683 w 70106"/>
                  <a:gd name="connsiteY2" fmla="*/ 151750 h 303376"/>
                  <a:gd name="connsiteX3" fmla="*/ 66334 w 70106"/>
                  <a:gd name="connsiteY3" fmla="*/ 8253 h 303376"/>
                  <a:gd name="connsiteX4" fmla="*/ 70262 w 70106"/>
                  <a:gd name="connsiteY4" fmla="*/ 3095 h 303376"/>
                  <a:gd name="connsiteX5" fmla="*/ 67241 w 70106"/>
                  <a:gd name="connsiteY5" fmla="*/ 62 h 303376"/>
                  <a:gd name="connsiteX6" fmla="*/ 19194 w 70106"/>
                  <a:gd name="connsiteY6" fmla="*/ 59220 h 303376"/>
                  <a:gd name="connsiteX7" fmla="*/ 156 w 70106"/>
                  <a:gd name="connsiteY7" fmla="*/ 151750 h 303376"/>
                  <a:gd name="connsiteX8" fmla="*/ 20100 w 70106"/>
                  <a:gd name="connsiteY8" fmla="*/ 246403 h 303376"/>
                  <a:gd name="connsiteX9" fmla="*/ 67241 w 70106"/>
                  <a:gd name="connsiteY9" fmla="*/ 303438 h 303376"/>
                  <a:gd name="connsiteX10" fmla="*/ 70262 w 70106"/>
                  <a:gd name="connsiteY10" fmla="*/ 300404 h 30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06" h="303376">
                    <a:moveTo>
                      <a:pt x="70262" y="300404"/>
                    </a:moveTo>
                    <a:cubicBezTo>
                      <a:pt x="70262" y="299494"/>
                      <a:pt x="70262" y="298888"/>
                      <a:pt x="65125" y="293730"/>
                    </a:cubicBezTo>
                    <a:cubicBezTo>
                      <a:pt x="27352" y="255505"/>
                      <a:pt x="17683" y="198166"/>
                      <a:pt x="17683" y="151750"/>
                    </a:cubicBezTo>
                    <a:cubicBezTo>
                      <a:pt x="17683" y="98962"/>
                      <a:pt x="29166" y="46175"/>
                      <a:pt x="66334" y="8253"/>
                    </a:cubicBezTo>
                    <a:cubicBezTo>
                      <a:pt x="70262" y="4612"/>
                      <a:pt x="70262" y="4005"/>
                      <a:pt x="70262" y="3095"/>
                    </a:cubicBezTo>
                    <a:cubicBezTo>
                      <a:pt x="70262" y="972"/>
                      <a:pt x="69054" y="62"/>
                      <a:pt x="67241" y="62"/>
                    </a:cubicBezTo>
                    <a:cubicBezTo>
                      <a:pt x="64219" y="62"/>
                      <a:pt x="37022" y="20691"/>
                      <a:pt x="19194" y="59220"/>
                    </a:cubicBezTo>
                    <a:cubicBezTo>
                      <a:pt x="3782" y="92591"/>
                      <a:pt x="156" y="126266"/>
                      <a:pt x="156" y="151750"/>
                    </a:cubicBezTo>
                    <a:cubicBezTo>
                      <a:pt x="156" y="175413"/>
                      <a:pt x="3480" y="212122"/>
                      <a:pt x="20100" y="246403"/>
                    </a:cubicBezTo>
                    <a:cubicBezTo>
                      <a:pt x="38231" y="283719"/>
                      <a:pt x="64219" y="303438"/>
                      <a:pt x="67241" y="303438"/>
                    </a:cubicBezTo>
                    <a:cubicBezTo>
                      <a:pt x="69054" y="303438"/>
                      <a:pt x="70262" y="302528"/>
                      <a:pt x="70262" y="3004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F6160ABF-FB45-49ED-4FF7-42D88B9AD89C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7398660" y="4288106"/>
                <a:ext cx="143234" cy="137126"/>
              </a:xfrm>
              <a:custGeom>
                <a:avLst/>
                <a:gdLst>
                  <a:gd name="connsiteX0" fmla="*/ 129796 w 143234"/>
                  <a:gd name="connsiteY0" fmla="*/ 100176 h 137126"/>
                  <a:gd name="connsiteX1" fmla="*/ 123148 w 143234"/>
                  <a:gd name="connsiteY1" fmla="*/ 108367 h 137126"/>
                  <a:gd name="connsiteX2" fmla="*/ 109248 w 143234"/>
                  <a:gd name="connsiteY2" fmla="*/ 120502 h 137126"/>
                  <a:gd name="connsiteX3" fmla="*/ 99880 w 143234"/>
                  <a:gd name="connsiteY3" fmla="*/ 108064 h 137126"/>
                  <a:gd name="connsiteX4" fmla="*/ 98672 w 143234"/>
                  <a:gd name="connsiteY4" fmla="*/ 102906 h 137126"/>
                  <a:gd name="connsiteX5" fmla="*/ 87793 w 143234"/>
                  <a:gd name="connsiteY5" fmla="*/ 53759 h 137126"/>
                  <a:gd name="connsiteX6" fmla="*/ 117407 w 143234"/>
                  <a:gd name="connsiteY6" fmla="*/ 17051 h 137126"/>
                  <a:gd name="connsiteX7" fmla="*/ 124659 w 143234"/>
                  <a:gd name="connsiteY7" fmla="*/ 19478 h 137126"/>
                  <a:gd name="connsiteX8" fmla="*/ 132818 w 143234"/>
                  <a:gd name="connsiteY8" fmla="*/ 22208 h 137126"/>
                  <a:gd name="connsiteX9" fmla="*/ 143395 w 143234"/>
                  <a:gd name="connsiteY9" fmla="*/ 11286 h 137126"/>
                  <a:gd name="connsiteX10" fmla="*/ 131005 w 143234"/>
                  <a:gd name="connsiteY10" fmla="*/ 62 h 137126"/>
                  <a:gd name="connsiteX11" fmla="*/ 85375 w 143234"/>
                  <a:gd name="connsiteY11" fmla="*/ 43444 h 137126"/>
                  <a:gd name="connsiteX12" fmla="*/ 82051 w 143234"/>
                  <a:gd name="connsiteY12" fmla="*/ 26759 h 137126"/>
                  <a:gd name="connsiteX13" fmla="*/ 66338 w 143234"/>
                  <a:gd name="connsiteY13" fmla="*/ 62 h 137126"/>
                  <a:gd name="connsiteX14" fmla="*/ 30982 w 143234"/>
                  <a:gd name="connsiteY14" fmla="*/ 8859 h 137126"/>
                  <a:gd name="connsiteX15" fmla="*/ 27659 w 143234"/>
                  <a:gd name="connsiteY15" fmla="*/ 10073 h 137126"/>
                  <a:gd name="connsiteX16" fmla="*/ 28867 w 143234"/>
                  <a:gd name="connsiteY16" fmla="*/ 14624 h 137126"/>
                  <a:gd name="connsiteX17" fmla="*/ 45789 w 143234"/>
                  <a:gd name="connsiteY17" fmla="*/ 11286 h 137126"/>
                  <a:gd name="connsiteX18" fmla="*/ 59388 w 143234"/>
                  <a:gd name="connsiteY18" fmla="*/ 32219 h 137126"/>
                  <a:gd name="connsiteX19" fmla="*/ 68151 w 143234"/>
                  <a:gd name="connsiteY19" fmla="*/ 69535 h 137126"/>
                  <a:gd name="connsiteX20" fmla="*/ 43372 w 143234"/>
                  <a:gd name="connsiteY20" fmla="*/ 105030 h 137126"/>
                  <a:gd name="connsiteX21" fmla="*/ 27961 w 143234"/>
                  <a:gd name="connsiteY21" fmla="*/ 119592 h 137126"/>
                  <a:gd name="connsiteX22" fmla="*/ 20104 w 143234"/>
                  <a:gd name="connsiteY22" fmla="*/ 116862 h 137126"/>
                  <a:gd name="connsiteX23" fmla="*/ 10434 w 143234"/>
                  <a:gd name="connsiteY23" fmla="*/ 113828 h 137126"/>
                  <a:gd name="connsiteX24" fmla="*/ 160 w 143234"/>
                  <a:gd name="connsiteY24" fmla="*/ 124446 h 137126"/>
                  <a:gd name="connsiteX25" fmla="*/ 15269 w 143234"/>
                  <a:gd name="connsiteY25" fmla="*/ 137188 h 137126"/>
                  <a:gd name="connsiteX26" fmla="*/ 43372 w 143234"/>
                  <a:gd name="connsiteY26" fmla="*/ 115951 h 137126"/>
                  <a:gd name="connsiteX27" fmla="*/ 70568 w 143234"/>
                  <a:gd name="connsiteY27" fmla="*/ 80456 h 137126"/>
                  <a:gd name="connsiteX28" fmla="*/ 79634 w 143234"/>
                  <a:gd name="connsiteY28" fmla="*/ 116862 h 137126"/>
                  <a:gd name="connsiteX29" fmla="*/ 97161 w 143234"/>
                  <a:gd name="connsiteY29" fmla="*/ 137188 h 137126"/>
                  <a:gd name="connsiteX30" fmla="*/ 134027 w 143234"/>
                  <a:gd name="connsiteY30" fmla="*/ 102603 h 137126"/>
                  <a:gd name="connsiteX31" fmla="*/ 129796 w 143234"/>
                  <a:gd name="connsiteY31" fmla="*/ 100176 h 137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234" h="137126">
                    <a:moveTo>
                      <a:pt x="129796" y="100176"/>
                    </a:moveTo>
                    <a:cubicBezTo>
                      <a:pt x="127379" y="102906"/>
                      <a:pt x="125868" y="104727"/>
                      <a:pt x="123148" y="108367"/>
                    </a:cubicBezTo>
                    <a:cubicBezTo>
                      <a:pt x="116198" y="117468"/>
                      <a:pt x="112572" y="120502"/>
                      <a:pt x="109248" y="120502"/>
                    </a:cubicBezTo>
                    <a:cubicBezTo>
                      <a:pt x="104715" y="120502"/>
                      <a:pt x="101996" y="116558"/>
                      <a:pt x="99880" y="108064"/>
                    </a:cubicBezTo>
                    <a:cubicBezTo>
                      <a:pt x="99276" y="105637"/>
                      <a:pt x="98974" y="103816"/>
                      <a:pt x="98672" y="102906"/>
                    </a:cubicBezTo>
                    <a:cubicBezTo>
                      <a:pt x="91117" y="72265"/>
                      <a:pt x="87793" y="58310"/>
                      <a:pt x="87793" y="53759"/>
                    </a:cubicBezTo>
                    <a:cubicBezTo>
                      <a:pt x="101089" y="30399"/>
                      <a:pt x="111968" y="17051"/>
                      <a:pt x="117407" y="17051"/>
                    </a:cubicBezTo>
                    <a:cubicBezTo>
                      <a:pt x="119220" y="17051"/>
                      <a:pt x="121637" y="17961"/>
                      <a:pt x="124659" y="19478"/>
                    </a:cubicBezTo>
                    <a:cubicBezTo>
                      <a:pt x="128285" y="21601"/>
                      <a:pt x="130401" y="22208"/>
                      <a:pt x="132818" y="22208"/>
                    </a:cubicBezTo>
                    <a:cubicBezTo>
                      <a:pt x="139164" y="22208"/>
                      <a:pt x="143395" y="17657"/>
                      <a:pt x="143395" y="11286"/>
                    </a:cubicBezTo>
                    <a:cubicBezTo>
                      <a:pt x="143395" y="4916"/>
                      <a:pt x="138258" y="62"/>
                      <a:pt x="131005" y="62"/>
                    </a:cubicBezTo>
                    <a:cubicBezTo>
                      <a:pt x="117709" y="62"/>
                      <a:pt x="106226" y="10983"/>
                      <a:pt x="85375" y="43444"/>
                    </a:cubicBezTo>
                    <a:lnTo>
                      <a:pt x="82051" y="26759"/>
                    </a:lnTo>
                    <a:cubicBezTo>
                      <a:pt x="77821" y="6129"/>
                      <a:pt x="74497" y="62"/>
                      <a:pt x="66338" y="62"/>
                    </a:cubicBezTo>
                    <a:cubicBezTo>
                      <a:pt x="59690" y="62"/>
                      <a:pt x="49416" y="2792"/>
                      <a:pt x="30982" y="8859"/>
                    </a:cubicBezTo>
                    <a:lnTo>
                      <a:pt x="27659" y="10073"/>
                    </a:lnTo>
                    <a:lnTo>
                      <a:pt x="28867" y="14624"/>
                    </a:lnTo>
                    <a:cubicBezTo>
                      <a:pt x="40350" y="11893"/>
                      <a:pt x="43070" y="11286"/>
                      <a:pt x="45789" y="11286"/>
                    </a:cubicBezTo>
                    <a:cubicBezTo>
                      <a:pt x="53344" y="11286"/>
                      <a:pt x="55157" y="14017"/>
                      <a:pt x="59388" y="32219"/>
                    </a:cubicBezTo>
                    <a:lnTo>
                      <a:pt x="68151" y="69535"/>
                    </a:lnTo>
                    <a:lnTo>
                      <a:pt x="43372" y="105030"/>
                    </a:lnTo>
                    <a:cubicBezTo>
                      <a:pt x="37328" y="114131"/>
                      <a:pt x="31285" y="119592"/>
                      <a:pt x="27961" y="119592"/>
                    </a:cubicBezTo>
                    <a:cubicBezTo>
                      <a:pt x="26148" y="119592"/>
                      <a:pt x="23126" y="118682"/>
                      <a:pt x="20104" y="116862"/>
                    </a:cubicBezTo>
                    <a:cubicBezTo>
                      <a:pt x="16176" y="114738"/>
                      <a:pt x="12852" y="113828"/>
                      <a:pt x="10434" y="113828"/>
                    </a:cubicBezTo>
                    <a:cubicBezTo>
                      <a:pt x="4693" y="113828"/>
                      <a:pt x="160" y="118378"/>
                      <a:pt x="160" y="124446"/>
                    </a:cubicBezTo>
                    <a:cubicBezTo>
                      <a:pt x="160" y="132334"/>
                      <a:pt x="6204" y="137188"/>
                      <a:pt x="15269" y="137188"/>
                    </a:cubicBezTo>
                    <a:cubicBezTo>
                      <a:pt x="24637" y="137188"/>
                      <a:pt x="28263" y="134457"/>
                      <a:pt x="43372" y="115951"/>
                    </a:cubicBezTo>
                    <a:cubicBezTo>
                      <a:pt x="51531" y="106243"/>
                      <a:pt x="57877" y="98052"/>
                      <a:pt x="70568" y="80456"/>
                    </a:cubicBezTo>
                    <a:lnTo>
                      <a:pt x="79634" y="116862"/>
                    </a:lnTo>
                    <a:cubicBezTo>
                      <a:pt x="83562" y="132334"/>
                      <a:pt x="87491" y="137188"/>
                      <a:pt x="97161" y="137188"/>
                    </a:cubicBezTo>
                    <a:cubicBezTo>
                      <a:pt x="108644" y="137188"/>
                      <a:pt x="116500" y="129907"/>
                      <a:pt x="134027" y="102603"/>
                    </a:cubicBezTo>
                    <a:lnTo>
                      <a:pt x="129796" y="10017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6304E527-857A-E4FC-3C52-38836CE77484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7559621" y="4194363"/>
                <a:ext cx="70106" cy="303376"/>
              </a:xfrm>
              <a:custGeom>
                <a:avLst/>
                <a:gdLst>
                  <a:gd name="connsiteX0" fmla="*/ 70271 w 70106"/>
                  <a:gd name="connsiteY0" fmla="*/ 151750 h 303376"/>
                  <a:gd name="connsiteX1" fmla="*/ 50327 w 70106"/>
                  <a:gd name="connsiteY1" fmla="*/ 57096 h 303376"/>
                  <a:gd name="connsiteX2" fmla="*/ 3186 w 70106"/>
                  <a:gd name="connsiteY2" fmla="*/ 62 h 303376"/>
                  <a:gd name="connsiteX3" fmla="*/ 164 w 70106"/>
                  <a:gd name="connsiteY3" fmla="*/ 3095 h 303376"/>
                  <a:gd name="connsiteX4" fmla="*/ 5906 w 70106"/>
                  <a:gd name="connsiteY4" fmla="*/ 10073 h 303376"/>
                  <a:gd name="connsiteX5" fmla="*/ 52744 w 70106"/>
                  <a:gd name="connsiteY5" fmla="*/ 151750 h 303376"/>
                  <a:gd name="connsiteX6" fmla="*/ 4093 w 70106"/>
                  <a:gd name="connsiteY6" fmla="*/ 295247 h 303376"/>
                  <a:gd name="connsiteX7" fmla="*/ 164 w 70106"/>
                  <a:gd name="connsiteY7" fmla="*/ 300404 h 303376"/>
                  <a:gd name="connsiteX8" fmla="*/ 3186 w 70106"/>
                  <a:gd name="connsiteY8" fmla="*/ 303438 h 303376"/>
                  <a:gd name="connsiteX9" fmla="*/ 51233 w 70106"/>
                  <a:gd name="connsiteY9" fmla="*/ 244280 h 303376"/>
                  <a:gd name="connsiteX10" fmla="*/ 70271 w 70106"/>
                  <a:gd name="connsiteY10" fmla="*/ 151750 h 30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06" h="303376">
                    <a:moveTo>
                      <a:pt x="70271" y="151750"/>
                    </a:moveTo>
                    <a:cubicBezTo>
                      <a:pt x="70271" y="128086"/>
                      <a:pt x="66947" y="91378"/>
                      <a:pt x="50327" y="57096"/>
                    </a:cubicBezTo>
                    <a:cubicBezTo>
                      <a:pt x="32196" y="19781"/>
                      <a:pt x="6208" y="62"/>
                      <a:pt x="3186" y="62"/>
                    </a:cubicBezTo>
                    <a:cubicBezTo>
                      <a:pt x="1373" y="62"/>
                      <a:pt x="164" y="1275"/>
                      <a:pt x="164" y="3095"/>
                    </a:cubicBezTo>
                    <a:cubicBezTo>
                      <a:pt x="164" y="4005"/>
                      <a:pt x="164" y="4612"/>
                      <a:pt x="5906" y="10073"/>
                    </a:cubicBezTo>
                    <a:cubicBezTo>
                      <a:pt x="35520" y="40107"/>
                      <a:pt x="52744" y="88344"/>
                      <a:pt x="52744" y="151750"/>
                    </a:cubicBezTo>
                    <a:cubicBezTo>
                      <a:pt x="52744" y="203627"/>
                      <a:pt x="41563" y="257022"/>
                      <a:pt x="4093" y="295247"/>
                    </a:cubicBezTo>
                    <a:cubicBezTo>
                      <a:pt x="164" y="298888"/>
                      <a:pt x="164" y="299494"/>
                      <a:pt x="164" y="300404"/>
                    </a:cubicBezTo>
                    <a:cubicBezTo>
                      <a:pt x="164" y="302225"/>
                      <a:pt x="1373" y="303438"/>
                      <a:pt x="3186" y="303438"/>
                    </a:cubicBezTo>
                    <a:cubicBezTo>
                      <a:pt x="6208" y="303438"/>
                      <a:pt x="33404" y="282809"/>
                      <a:pt x="51233" y="244280"/>
                    </a:cubicBezTo>
                    <a:cubicBezTo>
                      <a:pt x="66645" y="210908"/>
                      <a:pt x="70271" y="177234"/>
                      <a:pt x="70271" y="1517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1DCA190-7778-67F1-BACD-3C28447D9F0C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8216811" y="4166104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2252D674-B474-04DF-327A-8EDDE272E136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8982249" y="4288106"/>
                <a:ext cx="143234" cy="137126"/>
              </a:xfrm>
              <a:custGeom>
                <a:avLst/>
                <a:gdLst>
                  <a:gd name="connsiteX0" fmla="*/ 129848 w 143234"/>
                  <a:gd name="connsiteY0" fmla="*/ 100176 h 137126"/>
                  <a:gd name="connsiteX1" fmla="*/ 123200 w 143234"/>
                  <a:gd name="connsiteY1" fmla="*/ 108367 h 137126"/>
                  <a:gd name="connsiteX2" fmla="*/ 109300 w 143234"/>
                  <a:gd name="connsiteY2" fmla="*/ 120502 h 137126"/>
                  <a:gd name="connsiteX3" fmla="*/ 99932 w 143234"/>
                  <a:gd name="connsiteY3" fmla="*/ 108064 h 137126"/>
                  <a:gd name="connsiteX4" fmla="*/ 98724 w 143234"/>
                  <a:gd name="connsiteY4" fmla="*/ 102906 h 137126"/>
                  <a:gd name="connsiteX5" fmla="*/ 87845 w 143234"/>
                  <a:gd name="connsiteY5" fmla="*/ 53759 h 137126"/>
                  <a:gd name="connsiteX6" fmla="*/ 117459 w 143234"/>
                  <a:gd name="connsiteY6" fmla="*/ 17051 h 137126"/>
                  <a:gd name="connsiteX7" fmla="*/ 124711 w 143234"/>
                  <a:gd name="connsiteY7" fmla="*/ 19478 h 137126"/>
                  <a:gd name="connsiteX8" fmla="*/ 132870 w 143234"/>
                  <a:gd name="connsiteY8" fmla="*/ 22208 h 137126"/>
                  <a:gd name="connsiteX9" fmla="*/ 143447 w 143234"/>
                  <a:gd name="connsiteY9" fmla="*/ 11286 h 137126"/>
                  <a:gd name="connsiteX10" fmla="*/ 131057 w 143234"/>
                  <a:gd name="connsiteY10" fmla="*/ 62 h 137126"/>
                  <a:gd name="connsiteX11" fmla="*/ 85427 w 143234"/>
                  <a:gd name="connsiteY11" fmla="*/ 43444 h 137126"/>
                  <a:gd name="connsiteX12" fmla="*/ 82103 w 143234"/>
                  <a:gd name="connsiteY12" fmla="*/ 26759 h 137126"/>
                  <a:gd name="connsiteX13" fmla="*/ 66390 w 143234"/>
                  <a:gd name="connsiteY13" fmla="*/ 62 h 137126"/>
                  <a:gd name="connsiteX14" fmla="*/ 31035 w 143234"/>
                  <a:gd name="connsiteY14" fmla="*/ 8859 h 137126"/>
                  <a:gd name="connsiteX15" fmla="*/ 27711 w 143234"/>
                  <a:gd name="connsiteY15" fmla="*/ 10073 h 137126"/>
                  <a:gd name="connsiteX16" fmla="*/ 28919 w 143234"/>
                  <a:gd name="connsiteY16" fmla="*/ 14624 h 137126"/>
                  <a:gd name="connsiteX17" fmla="*/ 45841 w 143234"/>
                  <a:gd name="connsiteY17" fmla="*/ 11286 h 137126"/>
                  <a:gd name="connsiteX18" fmla="*/ 59440 w 143234"/>
                  <a:gd name="connsiteY18" fmla="*/ 32219 h 137126"/>
                  <a:gd name="connsiteX19" fmla="*/ 68203 w 143234"/>
                  <a:gd name="connsiteY19" fmla="*/ 69535 h 137126"/>
                  <a:gd name="connsiteX20" fmla="*/ 43424 w 143234"/>
                  <a:gd name="connsiteY20" fmla="*/ 105030 h 137126"/>
                  <a:gd name="connsiteX21" fmla="*/ 28013 w 143234"/>
                  <a:gd name="connsiteY21" fmla="*/ 119592 h 137126"/>
                  <a:gd name="connsiteX22" fmla="*/ 20156 w 143234"/>
                  <a:gd name="connsiteY22" fmla="*/ 116862 h 137126"/>
                  <a:gd name="connsiteX23" fmla="*/ 10486 w 143234"/>
                  <a:gd name="connsiteY23" fmla="*/ 113828 h 137126"/>
                  <a:gd name="connsiteX24" fmla="*/ 212 w 143234"/>
                  <a:gd name="connsiteY24" fmla="*/ 124446 h 137126"/>
                  <a:gd name="connsiteX25" fmla="*/ 15321 w 143234"/>
                  <a:gd name="connsiteY25" fmla="*/ 137188 h 137126"/>
                  <a:gd name="connsiteX26" fmla="*/ 43424 w 143234"/>
                  <a:gd name="connsiteY26" fmla="*/ 115951 h 137126"/>
                  <a:gd name="connsiteX27" fmla="*/ 70620 w 143234"/>
                  <a:gd name="connsiteY27" fmla="*/ 80456 h 137126"/>
                  <a:gd name="connsiteX28" fmla="*/ 79686 w 143234"/>
                  <a:gd name="connsiteY28" fmla="*/ 116862 h 137126"/>
                  <a:gd name="connsiteX29" fmla="*/ 97213 w 143234"/>
                  <a:gd name="connsiteY29" fmla="*/ 137188 h 137126"/>
                  <a:gd name="connsiteX30" fmla="*/ 134079 w 143234"/>
                  <a:gd name="connsiteY30" fmla="*/ 102603 h 137126"/>
                  <a:gd name="connsiteX31" fmla="*/ 129848 w 143234"/>
                  <a:gd name="connsiteY31" fmla="*/ 100176 h 137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234" h="137126">
                    <a:moveTo>
                      <a:pt x="129848" y="100176"/>
                    </a:moveTo>
                    <a:cubicBezTo>
                      <a:pt x="127431" y="102906"/>
                      <a:pt x="125920" y="104727"/>
                      <a:pt x="123200" y="108367"/>
                    </a:cubicBezTo>
                    <a:cubicBezTo>
                      <a:pt x="116250" y="117468"/>
                      <a:pt x="112624" y="120502"/>
                      <a:pt x="109300" y="120502"/>
                    </a:cubicBezTo>
                    <a:cubicBezTo>
                      <a:pt x="104767" y="120502"/>
                      <a:pt x="102048" y="116558"/>
                      <a:pt x="99932" y="108064"/>
                    </a:cubicBezTo>
                    <a:cubicBezTo>
                      <a:pt x="99328" y="105637"/>
                      <a:pt x="99026" y="103816"/>
                      <a:pt x="98724" y="102906"/>
                    </a:cubicBezTo>
                    <a:cubicBezTo>
                      <a:pt x="91169" y="72265"/>
                      <a:pt x="87845" y="58310"/>
                      <a:pt x="87845" y="53759"/>
                    </a:cubicBezTo>
                    <a:cubicBezTo>
                      <a:pt x="101141" y="30399"/>
                      <a:pt x="112020" y="17051"/>
                      <a:pt x="117459" y="17051"/>
                    </a:cubicBezTo>
                    <a:cubicBezTo>
                      <a:pt x="119272" y="17051"/>
                      <a:pt x="121689" y="17961"/>
                      <a:pt x="124711" y="19478"/>
                    </a:cubicBezTo>
                    <a:cubicBezTo>
                      <a:pt x="128337" y="21601"/>
                      <a:pt x="130453" y="22208"/>
                      <a:pt x="132870" y="22208"/>
                    </a:cubicBezTo>
                    <a:cubicBezTo>
                      <a:pt x="139216" y="22208"/>
                      <a:pt x="143447" y="17657"/>
                      <a:pt x="143447" y="11286"/>
                    </a:cubicBezTo>
                    <a:cubicBezTo>
                      <a:pt x="143447" y="4916"/>
                      <a:pt x="138310" y="62"/>
                      <a:pt x="131057" y="62"/>
                    </a:cubicBezTo>
                    <a:cubicBezTo>
                      <a:pt x="117761" y="62"/>
                      <a:pt x="106278" y="10983"/>
                      <a:pt x="85427" y="43444"/>
                    </a:cubicBezTo>
                    <a:lnTo>
                      <a:pt x="82103" y="26759"/>
                    </a:lnTo>
                    <a:cubicBezTo>
                      <a:pt x="77873" y="6129"/>
                      <a:pt x="74549" y="62"/>
                      <a:pt x="66390" y="62"/>
                    </a:cubicBezTo>
                    <a:cubicBezTo>
                      <a:pt x="59742" y="62"/>
                      <a:pt x="49468" y="2792"/>
                      <a:pt x="31035" y="8859"/>
                    </a:cubicBezTo>
                    <a:lnTo>
                      <a:pt x="27711" y="10073"/>
                    </a:lnTo>
                    <a:lnTo>
                      <a:pt x="28919" y="14624"/>
                    </a:lnTo>
                    <a:cubicBezTo>
                      <a:pt x="40402" y="11893"/>
                      <a:pt x="43122" y="11286"/>
                      <a:pt x="45841" y="11286"/>
                    </a:cubicBezTo>
                    <a:cubicBezTo>
                      <a:pt x="53396" y="11286"/>
                      <a:pt x="55209" y="14017"/>
                      <a:pt x="59440" y="32219"/>
                    </a:cubicBezTo>
                    <a:lnTo>
                      <a:pt x="68203" y="69535"/>
                    </a:lnTo>
                    <a:lnTo>
                      <a:pt x="43424" y="105030"/>
                    </a:lnTo>
                    <a:cubicBezTo>
                      <a:pt x="37380" y="114131"/>
                      <a:pt x="31337" y="119592"/>
                      <a:pt x="28013" y="119592"/>
                    </a:cubicBezTo>
                    <a:cubicBezTo>
                      <a:pt x="26200" y="119592"/>
                      <a:pt x="23178" y="118682"/>
                      <a:pt x="20156" y="116862"/>
                    </a:cubicBezTo>
                    <a:cubicBezTo>
                      <a:pt x="16228" y="114738"/>
                      <a:pt x="12904" y="113828"/>
                      <a:pt x="10486" y="113828"/>
                    </a:cubicBezTo>
                    <a:cubicBezTo>
                      <a:pt x="4745" y="113828"/>
                      <a:pt x="212" y="118378"/>
                      <a:pt x="212" y="124446"/>
                    </a:cubicBezTo>
                    <a:cubicBezTo>
                      <a:pt x="212" y="132334"/>
                      <a:pt x="6256" y="137188"/>
                      <a:pt x="15321" y="137188"/>
                    </a:cubicBezTo>
                    <a:cubicBezTo>
                      <a:pt x="24689" y="137188"/>
                      <a:pt x="28315" y="134457"/>
                      <a:pt x="43424" y="115951"/>
                    </a:cubicBezTo>
                    <a:cubicBezTo>
                      <a:pt x="51583" y="106243"/>
                      <a:pt x="57929" y="98052"/>
                      <a:pt x="70620" y="80456"/>
                    </a:cubicBezTo>
                    <a:lnTo>
                      <a:pt x="79686" y="116862"/>
                    </a:lnTo>
                    <a:cubicBezTo>
                      <a:pt x="83614" y="132334"/>
                      <a:pt x="87543" y="137188"/>
                      <a:pt x="97213" y="137188"/>
                    </a:cubicBezTo>
                    <a:cubicBezTo>
                      <a:pt x="108696" y="137188"/>
                      <a:pt x="116552" y="129907"/>
                      <a:pt x="134079" y="102603"/>
                    </a:cubicBezTo>
                    <a:lnTo>
                      <a:pt x="129848" y="10017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EF195E55-7894-49F4-73B2-8D7225FAC2D4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9887450" y="4166104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26558147-DAB0-860B-9D3C-F8DC4111D1D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0457391" y="4216206"/>
                <a:ext cx="172546" cy="268488"/>
              </a:xfrm>
              <a:custGeom>
                <a:avLst/>
                <a:gdLst>
                  <a:gd name="connsiteX0" fmla="*/ 55259 w 172546"/>
                  <a:gd name="connsiteY0" fmla="*/ 85614 h 268488"/>
                  <a:gd name="connsiteX1" fmla="*/ 82455 w 172546"/>
                  <a:gd name="connsiteY1" fmla="*/ 85614 h 268488"/>
                  <a:gd name="connsiteX2" fmla="*/ 55863 w 172546"/>
                  <a:gd name="connsiteY2" fmla="*/ 213032 h 268488"/>
                  <a:gd name="connsiteX3" fmla="*/ 26551 w 172546"/>
                  <a:gd name="connsiteY3" fmla="*/ 262179 h 268488"/>
                  <a:gd name="connsiteX4" fmla="*/ 20508 w 172546"/>
                  <a:gd name="connsiteY4" fmla="*/ 257325 h 268488"/>
                  <a:gd name="connsiteX5" fmla="*/ 21717 w 172546"/>
                  <a:gd name="connsiteY5" fmla="*/ 253988 h 268488"/>
                  <a:gd name="connsiteX6" fmla="*/ 23227 w 172546"/>
                  <a:gd name="connsiteY6" fmla="*/ 249134 h 268488"/>
                  <a:gd name="connsiteX7" fmla="*/ 11442 w 172546"/>
                  <a:gd name="connsiteY7" fmla="*/ 237605 h 268488"/>
                  <a:gd name="connsiteX8" fmla="*/ 262 w 172546"/>
                  <a:gd name="connsiteY8" fmla="*/ 250044 h 268488"/>
                  <a:gd name="connsiteX9" fmla="*/ 24134 w 172546"/>
                  <a:gd name="connsiteY9" fmla="*/ 268550 h 268488"/>
                  <a:gd name="connsiteX10" fmla="*/ 84571 w 172546"/>
                  <a:gd name="connsiteY10" fmla="*/ 182694 h 268488"/>
                  <a:gd name="connsiteX11" fmla="*/ 106328 w 172546"/>
                  <a:gd name="connsiteY11" fmla="*/ 85614 h 268488"/>
                  <a:gd name="connsiteX12" fmla="*/ 139266 w 172546"/>
                  <a:gd name="connsiteY12" fmla="*/ 85614 h 268488"/>
                  <a:gd name="connsiteX13" fmla="*/ 141079 w 172546"/>
                  <a:gd name="connsiteY13" fmla="*/ 75906 h 268488"/>
                  <a:gd name="connsiteX14" fmla="*/ 108443 w 172546"/>
                  <a:gd name="connsiteY14" fmla="*/ 75906 h 268488"/>
                  <a:gd name="connsiteX15" fmla="*/ 145309 w 172546"/>
                  <a:gd name="connsiteY15" fmla="*/ 6736 h 268488"/>
                  <a:gd name="connsiteX16" fmla="*/ 151957 w 172546"/>
                  <a:gd name="connsiteY16" fmla="*/ 10376 h 268488"/>
                  <a:gd name="connsiteX17" fmla="*/ 150749 w 172546"/>
                  <a:gd name="connsiteY17" fmla="*/ 13410 h 268488"/>
                  <a:gd name="connsiteX18" fmla="*/ 148936 w 172546"/>
                  <a:gd name="connsiteY18" fmla="*/ 19781 h 268488"/>
                  <a:gd name="connsiteX19" fmla="*/ 160116 w 172546"/>
                  <a:gd name="connsiteY19" fmla="*/ 31916 h 268488"/>
                  <a:gd name="connsiteX20" fmla="*/ 172808 w 172546"/>
                  <a:gd name="connsiteY20" fmla="*/ 19781 h 268488"/>
                  <a:gd name="connsiteX21" fmla="*/ 146820 w 172546"/>
                  <a:gd name="connsiteY21" fmla="*/ 62 h 268488"/>
                  <a:gd name="connsiteX22" fmla="*/ 109350 w 172546"/>
                  <a:gd name="connsiteY22" fmla="*/ 20995 h 268488"/>
                  <a:gd name="connsiteX23" fmla="*/ 85175 w 172546"/>
                  <a:gd name="connsiteY23" fmla="*/ 75906 h 268488"/>
                  <a:gd name="connsiteX24" fmla="*/ 57374 w 172546"/>
                  <a:gd name="connsiteY24" fmla="*/ 75906 h 268488"/>
                  <a:gd name="connsiteX25" fmla="*/ 55259 w 172546"/>
                  <a:gd name="connsiteY25" fmla="*/ 85614 h 268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546" h="268488">
                    <a:moveTo>
                      <a:pt x="55259" y="85614"/>
                    </a:moveTo>
                    <a:lnTo>
                      <a:pt x="82455" y="85614"/>
                    </a:lnTo>
                    <a:lnTo>
                      <a:pt x="55863" y="213032"/>
                    </a:lnTo>
                    <a:cubicBezTo>
                      <a:pt x="49215" y="245493"/>
                      <a:pt x="39243" y="262179"/>
                      <a:pt x="26551" y="262179"/>
                    </a:cubicBezTo>
                    <a:cubicBezTo>
                      <a:pt x="22925" y="262179"/>
                      <a:pt x="20508" y="260055"/>
                      <a:pt x="20508" y="257325"/>
                    </a:cubicBezTo>
                    <a:cubicBezTo>
                      <a:pt x="20508" y="256415"/>
                      <a:pt x="20810" y="255505"/>
                      <a:pt x="21717" y="253988"/>
                    </a:cubicBezTo>
                    <a:cubicBezTo>
                      <a:pt x="22925" y="252168"/>
                      <a:pt x="23227" y="250954"/>
                      <a:pt x="23227" y="249134"/>
                    </a:cubicBezTo>
                    <a:cubicBezTo>
                      <a:pt x="23227" y="242763"/>
                      <a:pt x="17788" y="237605"/>
                      <a:pt x="11442" y="237605"/>
                    </a:cubicBezTo>
                    <a:cubicBezTo>
                      <a:pt x="5096" y="237605"/>
                      <a:pt x="262" y="243066"/>
                      <a:pt x="262" y="250044"/>
                    </a:cubicBezTo>
                    <a:cubicBezTo>
                      <a:pt x="262" y="260359"/>
                      <a:pt x="10838" y="268550"/>
                      <a:pt x="24134" y="268550"/>
                    </a:cubicBezTo>
                    <a:cubicBezTo>
                      <a:pt x="51028" y="268550"/>
                      <a:pt x="72181" y="238516"/>
                      <a:pt x="84571" y="182694"/>
                    </a:cubicBezTo>
                    <a:lnTo>
                      <a:pt x="106328" y="85614"/>
                    </a:lnTo>
                    <a:lnTo>
                      <a:pt x="139266" y="85614"/>
                    </a:lnTo>
                    <a:lnTo>
                      <a:pt x="141079" y="75906"/>
                    </a:lnTo>
                    <a:lnTo>
                      <a:pt x="108443" y="75906"/>
                    </a:lnTo>
                    <a:cubicBezTo>
                      <a:pt x="117206" y="28276"/>
                      <a:pt x="128387" y="6736"/>
                      <a:pt x="145309" y="6736"/>
                    </a:cubicBezTo>
                    <a:cubicBezTo>
                      <a:pt x="149238" y="6736"/>
                      <a:pt x="151957" y="8253"/>
                      <a:pt x="151957" y="10376"/>
                    </a:cubicBezTo>
                    <a:cubicBezTo>
                      <a:pt x="151957" y="11287"/>
                      <a:pt x="151655" y="11893"/>
                      <a:pt x="150749" y="13410"/>
                    </a:cubicBezTo>
                    <a:cubicBezTo>
                      <a:pt x="149540" y="16141"/>
                      <a:pt x="148936" y="17657"/>
                      <a:pt x="148936" y="19781"/>
                    </a:cubicBezTo>
                    <a:cubicBezTo>
                      <a:pt x="148936" y="27062"/>
                      <a:pt x="153468" y="31916"/>
                      <a:pt x="160116" y="31916"/>
                    </a:cubicBezTo>
                    <a:cubicBezTo>
                      <a:pt x="167067" y="31916"/>
                      <a:pt x="172808" y="26455"/>
                      <a:pt x="172808" y="19781"/>
                    </a:cubicBezTo>
                    <a:cubicBezTo>
                      <a:pt x="172808" y="8556"/>
                      <a:pt x="161627" y="62"/>
                      <a:pt x="146820" y="62"/>
                    </a:cubicBezTo>
                    <a:cubicBezTo>
                      <a:pt x="132013" y="62"/>
                      <a:pt x="120228" y="6736"/>
                      <a:pt x="109350" y="20995"/>
                    </a:cubicBezTo>
                    <a:cubicBezTo>
                      <a:pt x="100284" y="32826"/>
                      <a:pt x="94240" y="46782"/>
                      <a:pt x="85175" y="75906"/>
                    </a:cubicBezTo>
                    <a:lnTo>
                      <a:pt x="57374" y="75906"/>
                    </a:lnTo>
                    <a:lnTo>
                      <a:pt x="55259" y="85614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31A295F-5911-A3EC-9CFF-AB3AB3592041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0660330" y="4194363"/>
                <a:ext cx="70106" cy="303376"/>
              </a:xfrm>
              <a:custGeom>
                <a:avLst/>
                <a:gdLst>
                  <a:gd name="connsiteX0" fmla="*/ 70372 w 70106"/>
                  <a:gd name="connsiteY0" fmla="*/ 300404 h 303376"/>
                  <a:gd name="connsiteX1" fmla="*/ 65235 w 70106"/>
                  <a:gd name="connsiteY1" fmla="*/ 293730 h 303376"/>
                  <a:gd name="connsiteX2" fmla="*/ 17792 w 70106"/>
                  <a:gd name="connsiteY2" fmla="*/ 151750 h 303376"/>
                  <a:gd name="connsiteX3" fmla="*/ 66444 w 70106"/>
                  <a:gd name="connsiteY3" fmla="*/ 8253 h 303376"/>
                  <a:gd name="connsiteX4" fmla="*/ 70372 w 70106"/>
                  <a:gd name="connsiteY4" fmla="*/ 3095 h 303376"/>
                  <a:gd name="connsiteX5" fmla="*/ 67350 w 70106"/>
                  <a:gd name="connsiteY5" fmla="*/ 62 h 303376"/>
                  <a:gd name="connsiteX6" fmla="*/ 19303 w 70106"/>
                  <a:gd name="connsiteY6" fmla="*/ 59220 h 303376"/>
                  <a:gd name="connsiteX7" fmla="*/ 266 w 70106"/>
                  <a:gd name="connsiteY7" fmla="*/ 151750 h 303376"/>
                  <a:gd name="connsiteX8" fmla="*/ 20210 w 70106"/>
                  <a:gd name="connsiteY8" fmla="*/ 246403 h 303376"/>
                  <a:gd name="connsiteX9" fmla="*/ 67350 w 70106"/>
                  <a:gd name="connsiteY9" fmla="*/ 303438 h 303376"/>
                  <a:gd name="connsiteX10" fmla="*/ 70372 w 70106"/>
                  <a:gd name="connsiteY10" fmla="*/ 300404 h 30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06" h="303376">
                    <a:moveTo>
                      <a:pt x="70372" y="300404"/>
                    </a:moveTo>
                    <a:cubicBezTo>
                      <a:pt x="70372" y="299494"/>
                      <a:pt x="70372" y="298888"/>
                      <a:pt x="65235" y="293730"/>
                    </a:cubicBezTo>
                    <a:cubicBezTo>
                      <a:pt x="27462" y="255505"/>
                      <a:pt x="17792" y="198166"/>
                      <a:pt x="17792" y="151750"/>
                    </a:cubicBezTo>
                    <a:cubicBezTo>
                      <a:pt x="17792" y="98962"/>
                      <a:pt x="29275" y="46175"/>
                      <a:pt x="66444" y="8253"/>
                    </a:cubicBezTo>
                    <a:cubicBezTo>
                      <a:pt x="70372" y="4612"/>
                      <a:pt x="70372" y="4005"/>
                      <a:pt x="70372" y="3095"/>
                    </a:cubicBezTo>
                    <a:cubicBezTo>
                      <a:pt x="70372" y="972"/>
                      <a:pt x="69163" y="62"/>
                      <a:pt x="67350" y="62"/>
                    </a:cubicBezTo>
                    <a:cubicBezTo>
                      <a:pt x="64329" y="62"/>
                      <a:pt x="37132" y="20691"/>
                      <a:pt x="19303" y="59220"/>
                    </a:cubicBezTo>
                    <a:cubicBezTo>
                      <a:pt x="3892" y="92591"/>
                      <a:pt x="266" y="126266"/>
                      <a:pt x="266" y="151750"/>
                    </a:cubicBezTo>
                    <a:cubicBezTo>
                      <a:pt x="266" y="175413"/>
                      <a:pt x="3590" y="212122"/>
                      <a:pt x="20210" y="246403"/>
                    </a:cubicBezTo>
                    <a:cubicBezTo>
                      <a:pt x="38341" y="283719"/>
                      <a:pt x="64329" y="303438"/>
                      <a:pt x="67350" y="303438"/>
                    </a:cubicBezTo>
                    <a:cubicBezTo>
                      <a:pt x="69163" y="303438"/>
                      <a:pt x="70372" y="302528"/>
                      <a:pt x="70372" y="3004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16A89B34-A3B7-DBCB-CAA1-BFA3C56CA100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0739938" y="4288106"/>
                <a:ext cx="143234" cy="137126"/>
              </a:xfrm>
              <a:custGeom>
                <a:avLst/>
                <a:gdLst>
                  <a:gd name="connsiteX0" fmla="*/ 129906 w 143234"/>
                  <a:gd name="connsiteY0" fmla="*/ 100176 h 137126"/>
                  <a:gd name="connsiteX1" fmla="*/ 123258 w 143234"/>
                  <a:gd name="connsiteY1" fmla="*/ 108367 h 137126"/>
                  <a:gd name="connsiteX2" fmla="*/ 109358 w 143234"/>
                  <a:gd name="connsiteY2" fmla="*/ 120502 h 137126"/>
                  <a:gd name="connsiteX3" fmla="*/ 99990 w 143234"/>
                  <a:gd name="connsiteY3" fmla="*/ 108064 h 137126"/>
                  <a:gd name="connsiteX4" fmla="*/ 98781 w 143234"/>
                  <a:gd name="connsiteY4" fmla="*/ 102906 h 137126"/>
                  <a:gd name="connsiteX5" fmla="*/ 87903 w 143234"/>
                  <a:gd name="connsiteY5" fmla="*/ 53759 h 137126"/>
                  <a:gd name="connsiteX6" fmla="*/ 117517 w 143234"/>
                  <a:gd name="connsiteY6" fmla="*/ 17051 h 137126"/>
                  <a:gd name="connsiteX7" fmla="*/ 124769 w 143234"/>
                  <a:gd name="connsiteY7" fmla="*/ 19478 h 137126"/>
                  <a:gd name="connsiteX8" fmla="*/ 132928 w 143234"/>
                  <a:gd name="connsiteY8" fmla="*/ 22208 h 137126"/>
                  <a:gd name="connsiteX9" fmla="*/ 143504 w 143234"/>
                  <a:gd name="connsiteY9" fmla="*/ 11286 h 137126"/>
                  <a:gd name="connsiteX10" fmla="*/ 131115 w 143234"/>
                  <a:gd name="connsiteY10" fmla="*/ 62 h 137126"/>
                  <a:gd name="connsiteX11" fmla="*/ 85485 w 143234"/>
                  <a:gd name="connsiteY11" fmla="*/ 43444 h 137126"/>
                  <a:gd name="connsiteX12" fmla="*/ 82161 w 143234"/>
                  <a:gd name="connsiteY12" fmla="*/ 26759 h 137126"/>
                  <a:gd name="connsiteX13" fmla="*/ 66448 w 143234"/>
                  <a:gd name="connsiteY13" fmla="*/ 62 h 137126"/>
                  <a:gd name="connsiteX14" fmla="*/ 31092 w 143234"/>
                  <a:gd name="connsiteY14" fmla="*/ 8859 h 137126"/>
                  <a:gd name="connsiteX15" fmla="*/ 27768 w 143234"/>
                  <a:gd name="connsiteY15" fmla="*/ 10073 h 137126"/>
                  <a:gd name="connsiteX16" fmla="*/ 28977 w 143234"/>
                  <a:gd name="connsiteY16" fmla="*/ 14624 h 137126"/>
                  <a:gd name="connsiteX17" fmla="*/ 45899 w 143234"/>
                  <a:gd name="connsiteY17" fmla="*/ 11286 h 137126"/>
                  <a:gd name="connsiteX18" fmla="*/ 59497 w 143234"/>
                  <a:gd name="connsiteY18" fmla="*/ 32219 h 137126"/>
                  <a:gd name="connsiteX19" fmla="*/ 68261 w 143234"/>
                  <a:gd name="connsiteY19" fmla="*/ 69535 h 137126"/>
                  <a:gd name="connsiteX20" fmla="*/ 43482 w 143234"/>
                  <a:gd name="connsiteY20" fmla="*/ 105030 h 137126"/>
                  <a:gd name="connsiteX21" fmla="*/ 28070 w 143234"/>
                  <a:gd name="connsiteY21" fmla="*/ 119592 h 137126"/>
                  <a:gd name="connsiteX22" fmla="*/ 20214 w 143234"/>
                  <a:gd name="connsiteY22" fmla="*/ 116862 h 137126"/>
                  <a:gd name="connsiteX23" fmla="*/ 10544 w 143234"/>
                  <a:gd name="connsiteY23" fmla="*/ 113828 h 137126"/>
                  <a:gd name="connsiteX24" fmla="*/ 270 w 143234"/>
                  <a:gd name="connsiteY24" fmla="*/ 124446 h 137126"/>
                  <a:gd name="connsiteX25" fmla="*/ 15379 w 143234"/>
                  <a:gd name="connsiteY25" fmla="*/ 137188 h 137126"/>
                  <a:gd name="connsiteX26" fmla="*/ 43482 w 143234"/>
                  <a:gd name="connsiteY26" fmla="*/ 115951 h 137126"/>
                  <a:gd name="connsiteX27" fmla="*/ 70678 w 143234"/>
                  <a:gd name="connsiteY27" fmla="*/ 80456 h 137126"/>
                  <a:gd name="connsiteX28" fmla="*/ 79744 w 143234"/>
                  <a:gd name="connsiteY28" fmla="*/ 116862 h 137126"/>
                  <a:gd name="connsiteX29" fmla="*/ 97270 w 143234"/>
                  <a:gd name="connsiteY29" fmla="*/ 137188 h 137126"/>
                  <a:gd name="connsiteX30" fmla="*/ 134137 w 143234"/>
                  <a:gd name="connsiteY30" fmla="*/ 102603 h 137126"/>
                  <a:gd name="connsiteX31" fmla="*/ 129906 w 143234"/>
                  <a:gd name="connsiteY31" fmla="*/ 100176 h 137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234" h="137126">
                    <a:moveTo>
                      <a:pt x="129906" y="100176"/>
                    </a:moveTo>
                    <a:cubicBezTo>
                      <a:pt x="127489" y="102906"/>
                      <a:pt x="125978" y="104727"/>
                      <a:pt x="123258" y="108367"/>
                    </a:cubicBezTo>
                    <a:cubicBezTo>
                      <a:pt x="116308" y="117468"/>
                      <a:pt x="112682" y="120502"/>
                      <a:pt x="109358" y="120502"/>
                    </a:cubicBezTo>
                    <a:cubicBezTo>
                      <a:pt x="104825" y="120502"/>
                      <a:pt x="102105" y="116558"/>
                      <a:pt x="99990" y="108064"/>
                    </a:cubicBezTo>
                    <a:cubicBezTo>
                      <a:pt x="99386" y="105637"/>
                      <a:pt x="99083" y="103816"/>
                      <a:pt x="98781" y="102906"/>
                    </a:cubicBezTo>
                    <a:cubicBezTo>
                      <a:pt x="91227" y="72265"/>
                      <a:pt x="87903" y="58310"/>
                      <a:pt x="87903" y="53759"/>
                    </a:cubicBezTo>
                    <a:cubicBezTo>
                      <a:pt x="101199" y="30399"/>
                      <a:pt x="112077" y="17051"/>
                      <a:pt x="117517" y="17051"/>
                    </a:cubicBezTo>
                    <a:cubicBezTo>
                      <a:pt x="119330" y="17051"/>
                      <a:pt x="121747" y="17961"/>
                      <a:pt x="124769" y="19478"/>
                    </a:cubicBezTo>
                    <a:cubicBezTo>
                      <a:pt x="128395" y="21601"/>
                      <a:pt x="130510" y="22208"/>
                      <a:pt x="132928" y="22208"/>
                    </a:cubicBezTo>
                    <a:cubicBezTo>
                      <a:pt x="139274" y="22208"/>
                      <a:pt x="143504" y="17657"/>
                      <a:pt x="143504" y="11286"/>
                    </a:cubicBezTo>
                    <a:cubicBezTo>
                      <a:pt x="143504" y="4916"/>
                      <a:pt x="138367" y="62"/>
                      <a:pt x="131115" y="62"/>
                    </a:cubicBezTo>
                    <a:cubicBezTo>
                      <a:pt x="117819" y="62"/>
                      <a:pt x="106336" y="10983"/>
                      <a:pt x="85485" y="43444"/>
                    </a:cubicBezTo>
                    <a:lnTo>
                      <a:pt x="82161" y="26759"/>
                    </a:lnTo>
                    <a:cubicBezTo>
                      <a:pt x="77931" y="6129"/>
                      <a:pt x="74607" y="62"/>
                      <a:pt x="66448" y="62"/>
                    </a:cubicBezTo>
                    <a:cubicBezTo>
                      <a:pt x="59800" y="62"/>
                      <a:pt x="49525" y="2792"/>
                      <a:pt x="31092" y="8859"/>
                    </a:cubicBezTo>
                    <a:lnTo>
                      <a:pt x="27768" y="10073"/>
                    </a:lnTo>
                    <a:lnTo>
                      <a:pt x="28977" y="14624"/>
                    </a:lnTo>
                    <a:cubicBezTo>
                      <a:pt x="40460" y="11893"/>
                      <a:pt x="43180" y="11286"/>
                      <a:pt x="45899" y="11286"/>
                    </a:cubicBezTo>
                    <a:cubicBezTo>
                      <a:pt x="53454" y="11286"/>
                      <a:pt x="55267" y="14017"/>
                      <a:pt x="59497" y="32219"/>
                    </a:cubicBezTo>
                    <a:lnTo>
                      <a:pt x="68261" y="69535"/>
                    </a:lnTo>
                    <a:lnTo>
                      <a:pt x="43482" y="105030"/>
                    </a:lnTo>
                    <a:cubicBezTo>
                      <a:pt x="37438" y="114131"/>
                      <a:pt x="31394" y="119592"/>
                      <a:pt x="28070" y="119592"/>
                    </a:cubicBezTo>
                    <a:cubicBezTo>
                      <a:pt x="26257" y="119592"/>
                      <a:pt x="23236" y="118682"/>
                      <a:pt x="20214" y="116862"/>
                    </a:cubicBezTo>
                    <a:cubicBezTo>
                      <a:pt x="16285" y="114738"/>
                      <a:pt x="12961" y="113828"/>
                      <a:pt x="10544" y="113828"/>
                    </a:cubicBezTo>
                    <a:cubicBezTo>
                      <a:pt x="4802" y="113828"/>
                      <a:pt x="270" y="118378"/>
                      <a:pt x="270" y="124446"/>
                    </a:cubicBezTo>
                    <a:cubicBezTo>
                      <a:pt x="270" y="132334"/>
                      <a:pt x="6313" y="137188"/>
                      <a:pt x="15379" y="137188"/>
                    </a:cubicBezTo>
                    <a:cubicBezTo>
                      <a:pt x="24746" y="137188"/>
                      <a:pt x="28373" y="134457"/>
                      <a:pt x="43482" y="115951"/>
                    </a:cubicBezTo>
                    <a:cubicBezTo>
                      <a:pt x="51641" y="106243"/>
                      <a:pt x="57987" y="98052"/>
                      <a:pt x="70678" y="80456"/>
                    </a:cubicBezTo>
                    <a:lnTo>
                      <a:pt x="79744" y="116862"/>
                    </a:lnTo>
                    <a:cubicBezTo>
                      <a:pt x="83672" y="132334"/>
                      <a:pt x="87600" y="137188"/>
                      <a:pt x="97270" y="137188"/>
                    </a:cubicBezTo>
                    <a:cubicBezTo>
                      <a:pt x="108753" y="137188"/>
                      <a:pt x="116610" y="129907"/>
                      <a:pt x="134137" y="102603"/>
                    </a:cubicBezTo>
                    <a:lnTo>
                      <a:pt x="129906" y="10017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6B3191CD-A463-440C-1DBE-1089399B5AF3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10900899" y="4194363"/>
                <a:ext cx="70106" cy="303376"/>
              </a:xfrm>
              <a:custGeom>
                <a:avLst/>
                <a:gdLst>
                  <a:gd name="connsiteX0" fmla="*/ 70381 w 70106"/>
                  <a:gd name="connsiteY0" fmla="*/ 151750 h 303376"/>
                  <a:gd name="connsiteX1" fmla="*/ 50436 w 70106"/>
                  <a:gd name="connsiteY1" fmla="*/ 57096 h 303376"/>
                  <a:gd name="connsiteX2" fmla="*/ 3296 w 70106"/>
                  <a:gd name="connsiteY2" fmla="*/ 62 h 303376"/>
                  <a:gd name="connsiteX3" fmla="*/ 274 w 70106"/>
                  <a:gd name="connsiteY3" fmla="*/ 3095 h 303376"/>
                  <a:gd name="connsiteX4" fmla="*/ 6016 w 70106"/>
                  <a:gd name="connsiteY4" fmla="*/ 10073 h 303376"/>
                  <a:gd name="connsiteX5" fmla="*/ 52854 w 70106"/>
                  <a:gd name="connsiteY5" fmla="*/ 151750 h 303376"/>
                  <a:gd name="connsiteX6" fmla="*/ 4202 w 70106"/>
                  <a:gd name="connsiteY6" fmla="*/ 295247 h 303376"/>
                  <a:gd name="connsiteX7" fmla="*/ 274 w 70106"/>
                  <a:gd name="connsiteY7" fmla="*/ 300404 h 303376"/>
                  <a:gd name="connsiteX8" fmla="*/ 3296 w 70106"/>
                  <a:gd name="connsiteY8" fmla="*/ 303438 h 303376"/>
                  <a:gd name="connsiteX9" fmla="*/ 51343 w 70106"/>
                  <a:gd name="connsiteY9" fmla="*/ 244280 h 303376"/>
                  <a:gd name="connsiteX10" fmla="*/ 70381 w 70106"/>
                  <a:gd name="connsiteY10" fmla="*/ 151750 h 30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06" h="303376">
                    <a:moveTo>
                      <a:pt x="70381" y="151750"/>
                    </a:moveTo>
                    <a:cubicBezTo>
                      <a:pt x="70381" y="128086"/>
                      <a:pt x="67057" y="91378"/>
                      <a:pt x="50436" y="57096"/>
                    </a:cubicBezTo>
                    <a:cubicBezTo>
                      <a:pt x="32305" y="19781"/>
                      <a:pt x="6318" y="62"/>
                      <a:pt x="3296" y="62"/>
                    </a:cubicBezTo>
                    <a:cubicBezTo>
                      <a:pt x="1483" y="62"/>
                      <a:pt x="274" y="1275"/>
                      <a:pt x="274" y="3095"/>
                    </a:cubicBezTo>
                    <a:cubicBezTo>
                      <a:pt x="274" y="4005"/>
                      <a:pt x="274" y="4612"/>
                      <a:pt x="6016" y="10073"/>
                    </a:cubicBezTo>
                    <a:cubicBezTo>
                      <a:pt x="35629" y="40107"/>
                      <a:pt x="52854" y="88344"/>
                      <a:pt x="52854" y="151750"/>
                    </a:cubicBezTo>
                    <a:cubicBezTo>
                      <a:pt x="52854" y="203627"/>
                      <a:pt x="41673" y="257022"/>
                      <a:pt x="4202" y="295247"/>
                    </a:cubicBezTo>
                    <a:cubicBezTo>
                      <a:pt x="274" y="298888"/>
                      <a:pt x="274" y="299494"/>
                      <a:pt x="274" y="300404"/>
                    </a:cubicBezTo>
                    <a:cubicBezTo>
                      <a:pt x="274" y="302225"/>
                      <a:pt x="1483" y="303438"/>
                      <a:pt x="3296" y="303438"/>
                    </a:cubicBezTo>
                    <a:cubicBezTo>
                      <a:pt x="6318" y="303438"/>
                      <a:pt x="33514" y="282809"/>
                      <a:pt x="51343" y="244280"/>
                    </a:cubicBezTo>
                    <a:cubicBezTo>
                      <a:pt x="66754" y="210908"/>
                      <a:pt x="70381" y="177234"/>
                      <a:pt x="70381" y="1517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E8224E20-509A-A969-BD75-9F4A214F6E38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11558089" y="4166104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1BEA462F-4F7D-2BE5-2E70-22EACDC44207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4875533" y="4531522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0 h 12180"/>
                  <a:gd name="connsiteX3" fmla="*/ 0 w 6694687"/>
                  <a:gd name="connsiteY3" fmla="*/ 12180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0"/>
                    </a:lnTo>
                    <a:lnTo>
                      <a:pt x="0" y="1218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F955CAF5-BDD8-25DB-2CE3-B7AC8CE3043A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4875533" y="4604605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0 h 12180"/>
                  <a:gd name="connsiteX3" fmla="*/ 0 w 6694687"/>
                  <a:gd name="connsiteY3" fmla="*/ 12180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0"/>
                    </a:lnTo>
                    <a:lnTo>
                      <a:pt x="0" y="1218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34473DA-D86C-80A9-BC1B-2D7AF4FA89E1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4875533" y="461678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5CC93F2-F7B4-D93F-12CC-670F46BDD36A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5458770" y="4667493"/>
                <a:ext cx="136586" cy="209329"/>
              </a:xfrm>
              <a:custGeom>
                <a:avLst/>
                <a:gdLst>
                  <a:gd name="connsiteX0" fmla="*/ 69598 w 136586"/>
                  <a:gd name="connsiteY0" fmla="*/ 76 h 209329"/>
                  <a:gd name="connsiteX1" fmla="*/ 29105 w 136586"/>
                  <a:gd name="connsiteY1" fmla="*/ 15852 h 209329"/>
                  <a:gd name="connsiteX2" fmla="*/ 96 w 136586"/>
                  <a:gd name="connsiteY2" fmla="*/ 103224 h 209329"/>
                  <a:gd name="connsiteX3" fmla="*/ 24270 w 136586"/>
                  <a:gd name="connsiteY3" fmla="*/ 188777 h 209329"/>
                  <a:gd name="connsiteX4" fmla="*/ 68389 w 136586"/>
                  <a:gd name="connsiteY4" fmla="*/ 209406 h 209329"/>
                  <a:gd name="connsiteX5" fmla="*/ 107673 w 136586"/>
                  <a:gd name="connsiteY5" fmla="*/ 193631 h 209329"/>
                  <a:gd name="connsiteX6" fmla="*/ 136682 w 136586"/>
                  <a:gd name="connsiteY6" fmla="*/ 105045 h 209329"/>
                  <a:gd name="connsiteX7" fmla="*/ 69598 w 136586"/>
                  <a:gd name="connsiteY7" fmla="*/ 76 h 209329"/>
                  <a:gd name="connsiteX8" fmla="*/ 68691 w 136586"/>
                  <a:gd name="connsiteY8" fmla="*/ 7964 h 209329"/>
                  <a:gd name="connsiteX9" fmla="*/ 107673 w 136586"/>
                  <a:gd name="connsiteY9" fmla="*/ 105651 h 209329"/>
                  <a:gd name="connsiteX10" fmla="*/ 68389 w 136586"/>
                  <a:gd name="connsiteY10" fmla="*/ 201518 h 209329"/>
                  <a:gd name="connsiteX11" fmla="*/ 29105 w 136586"/>
                  <a:gd name="connsiteY11" fmla="*/ 105955 h 209329"/>
                  <a:gd name="connsiteX12" fmla="*/ 68691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598" y="76"/>
                    </a:moveTo>
                    <a:cubicBezTo>
                      <a:pt x="52978" y="76"/>
                      <a:pt x="40286" y="5234"/>
                      <a:pt x="29105" y="15852"/>
                    </a:cubicBezTo>
                    <a:cubicBezTo>
                      <a:pt x="11579" y="32841"/>
                      <a:pt x="96" y="67729"/>
                      <a:pt x="96" y="103224"/>
                    </a:cubicBezTo>
                    <a:cubicBezTo>
                      <a:pt x="96" y="136292"/>
                      <a:pt x="10068" y="171787"/>
                      <a:pt x="24270" y="188777"/>
                    </a:cubicBezTo>
                    <a:cubicBezTo>
                      <a:pt x="35451" y="202125"/>
                      <a:pt x="50862" y="209406"/>
                      <a:pt x="68389" y="209406"/>
                    </a:cubicBezTo>
                    <a:cubicBezTo>
                      <a:pt x="83800" y="209406"/>
                      <a:pt x="96794" y="204249"/>
                      <a:pt x="107673" y="193631"/>
                    </a:cubicBezTo>
                    <a:cubicBezTo>
                      <a:pt x="125199" y="176945"/>
                      <a:pt x="136682" y="141753"/>
                      <a:pt x="136682" y="105045"/>
                    </a:cubicBezTo>
                    <a:cubicBezTo>
                      <a:pt x="136682" y="42852"/>
                      <a:pt x="109184" y="76"/>
                      <a:pt x="69598" y="76"/>
                    </a:cubicBezTo>
                    <a:close/>
                    <a:moveTo>
                      <a:pt x="68691" y="7964"/>
                    </a:moveTo>
                    <a:cubicBezTo>
                      <a:pt x="94075" y="7964"/>
                      <a:pt x="107673" y="42246"/>
                      <a:pt x="107673" y="105651"/>
                    </a:cubicBezTo>
                    <a:cubicBezTo>
                      <a:pt x="107673" y="169057"/>
                      <a:pt x="94377" y="201518"/>
                      <a:pt x="68389" y="201518"/>
                    </a:cubicBezTo>
                    <a:cubicBezTo>
                      <a:pt x="42401" y="201518"/>
                      <a:pt x="29105" y="169057"/>
                      <a:pt x="29105" y="105955"/>
                    </a:cubicBezTo>
                    <a:cubicBezTo>
                      <a:pt x="29105" y="41639"/>
                      <a:pt x="42703" y="7964"/>
                      <a:pt x="68691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6E1CF1A5-0627-1772-7420-C0FF0B84C91A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5624328" y="4842238"/>
                <a:ext cx="33542" cy="33674"/>
              </a:xfrm>
              <a:custGeom>
                <a:avLst/>
                <a:gdLst>
                  <a:gd name="connsiteX0" fmla="*/ 16721 w 33542"/>
                  <a:gd name="connsiteY0" fmla="*/ 76 h 33674"/>
                  <a:gd name="connsiteX1" fmla="*/ 101 w 33542"/>
                  <a:gd name="connsiteY1" fmla="*/ 17369 h 33674"/>
                  <a:gd name="connsiteX2" fmla="*/ 16419 w 33542"/>
                  <a:gd name="connsiteY2" fmla="*/ 33751 h 33674"/>
                  <a:gd name="connsiteX3" fmla="*/ 33643 w 33542"/>
                  <a:gd name="connsiteY3" fmla="*/ 17369 h 33674"/>
                  <a:gd name="connsiteX4" fmla="*/ 16721 w 33542"/>
                  <a:gd name="connsiteY4" fmla="*/ 7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21" y="76"/>
                    </a:moveTo>
                    <a:cubicBezTo>
                      <a:pt x="7655" y="76"/>
                      <a:pt x="101" y="7964"/>
                      <a:pt x="101" y="17369"/>
                    </a:cubicBezTo>
                    <a:cubicBezTo>
                      <a:pt x="101" y="26167"/>
                      <a:pt x="7655" y="33751"/>
                      <a:pt x="16419" y="33751"/>
                    </a:cubicBezTo>
                    <a:cubicBezTo>
                      <a:pt x="25786" y="33751"/>
                      <a:pt x="33643" y="26167"/>
                      <a:pt x="33643" y="17369"/>
                    </a:cubicBezTo>
                    <a:cubicBezTo>
                      <a:pt x="33643" y="7964"/>
                      <a:pt x="25786" y="76"/>
                      <a:pt x="16721" y="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B0FA1AC7-0311-23E8-92D1-BF639F1CA854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5686257" y="4667493"/>
                <a:ext cx="136586" cy="209329"/>
              </a:xfrm>
              <a:custGeom>
                <a:avLst/>
                <a:gdLst>
                  <a:gd name="connsiteX0" fmla="*/ 69605 w 136586"/>
                  <a:gd name="connsiteY0" fmla="*/ 76 h 209329"/>
                  <a:gd name="connsiteX1" fmla="*/ 29113 w 136586"/>
                  <a:gd name="connsiteY1" fmla="*/ 15852 h 209329"/>
                  <a:gd name="connsiteX2" fmla="*/ 103 w 136586"/>
                  <a:gd name="connsiteY2" fmla="*/ 103224 h 209329"/>
                  <a:gd name="connsiteX3" fmla="*/ 24278 w 136586"/>
                  <a:gd name="connsiteY3" fmla="*/ 188777 h 209329"/>
                  <a:gd name="connsiteX4" fmla="*/ 68396 w 136586"/>
                  <a:gd name="connsiteY4" fmla="*/ 209406 h 209329"/>
                  <a:gd name="connsiteX5" fmla="*/ 107680 w 136586"/>
                  <a:gd name="connsiteY5" fmla="*/ 193631 h 209329"/>
                  <a:gd name="connsiteX6" fmla="*/ 136690 w 136586"/>
                  <a:gd name="connsiteY6" fmla="*/ 105045 h 209329"/>
                  <a:gd name="connsiteX7" fmla="*/ 69605 w 136586"/>
                  <a:gd name="connsiteY7" fmla="*/ 76 h 209329"/>
                  <a:gd name="connsiteX8" fmla="*/ 68699 w 136586"/>
                  <a:gd name="connsiteY8" fmla="*/ 7964 h 209329"/>
                  <a:gd name="connsiteX9" fmla="*/ 107680 w 136586"/>
                  <a:gd name="connsiteY9" fmla="*/ 105651 h 209329"/>
                  <a:gd name="connsiteX10" fmla="*/ 68396 w 136586"/>
                  <a:gd name="connsiteY10" fmla="*/ 201518 h 209329"/>
                  <a:gd name="connsiteX11" fmla="*/ 29113 w 136586"/>
                  <a:gd name="connsiteY11" fmla="*/ 105955 h 209329"/>
                  <a:gd name="connsiteX12" fmla="*/ 68699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05" y="76"/>
                    </a:moveTo>
                    <a:cubicBezTo>
                      <a:pt x="52985" y="76"/>
                      <a:pt x="40293" y="5234"/>
                      <a:pt x="29113" y="15852"/>
                    </a:cubicBezTo>
                    <a:cubicBezTo>
                      <a:pt x="11586" y="32841"/>
                      <a:pt x="103" y="67729"/>
                      <a:pt x="103" y="103224"/>
                    </a:cubicBezTo>
                    <a:cubicBezTo>
                      <a:pt x="103" y="136292"/>
                      <a:pt x="10075" y="171787"/>
                      <a:pt x="24278" y="188777"/>
                    </a:cubicBezTo>
                    <a:cubicBezTo>
                      <a:pt x="35459" y="202125"/>
                      <a:pt x="50870" y="209406"/>
                      <a:pt x="68396" y="209406"/>
                    </a:cubicBezTo>
                    <a:cubicBezTo>
                      <a:pt x="83808" y="209406"/>
                      <a:pt x="96802" y="204249"/>
                      <a:pt x="107680" y="193631"/>
                    </a:cubicBezTo>
                    <a:cubicBezTo>
                      <a:pt x="125207" y="176945"/>
                      <a:pt x="136690" y="141753"/>
                      <a:pt x="136690" y="105045"/>
                    </a:cubicBezTo>
                    <a:cubicBezTo>
                      <a:pt x="136690" y="42852"/>
                      <a:pt x="109191" y="76"/>
                      <a:pt x="69605" y="76"/>
                    </a:cubicBezTo>
                    <a:close/>
                    <a:moveTo>
                      <a:pt x="68699" y="7964"/>
                    </a:moveTo>
                    <a:cubicBezTo>
                      <a:pt x="94082" y="7964"/>
                      <a:pt x="107680" y="42246"/>
                      <a:pt x="107680" y="105651"/>
                    </a:cubicBezTo>
                    <a:cubicBezTo>
                      <a:pt x="107680" y="169057"/>
                      <a:pt x="94384" y="201518"/>
                      <a:pt x="68396" y="201518"/>
                    </a:cubicBezTo>
                    <a:cubicBezTo>
                      <a:pt x="42409" y="201518"/>
                      <a:pt x="29113" y="169057"/>
                      <a:pt x="29113" y="105955"/>
                    </a:cubicBezTo>
                    <a:cubicBezTo>
                      <a:pt x="29113" y="41639"/>
                      <a:pt x="42711" y="7964"/>
                      <a:pt x="68699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B804F9DD-C699-89AC-7C16-3BE4D02C3E8F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5837915" y="4667493"/>
                <a:ext cx="136586" cy="209329"/>
              </a:xfrm>
              <a:custGeom>
                <a:avLst/>
                <a:gdLst>
                  <a:gd name="connsiteX0" fmla="*/ 69610 w 136586"/>
                  <a:gd name="connsiteY0" fmla="*/ 76 h 209329"/>
                  <a:gd name="connsiteX1" fmla="*/ 29118 w 136586"/>
                  <a:gd name="connsiteY1" fmla="*/ 15852 h 209329"/>
                  <a:gd name="connsiteX2" fmla="*/ 108 w 136586"/>
                  <a:gd name="connsiteY2" fmla="*/ 103224 h 209329"/>
                  <a:gd name="connsiteX3" fmla="*/ 24283 w 136586"/>
                  <a:gd name="connsiteY3" fmla="*/ 188777 h 209329"/>
                  <a:gd name="connsiteX4" fmla="*/ 68401 w 136586"/>
                  <a:gd name="connsiteY4" fmla="*/ 209406 h 209329"/>
                  <a:gd name="connsiteX5" fmla="*/ 107685 w 136586"/>
                  <a:gd name="connsiteY5" fmla="*/ 193631 h 209329"/>
                  <a:gd name="connsiteX6" fmla="*/ 136695 w 136586"/>
                  <a:gd name="connsiteY6" fmla="*/ 105045 h 209329"/>
                  <a:gd name="connsiteX7" fmla="*/ 69610 w 136586"/>
                  <a:gd name="connsiteY7" fmla="*/ 76 h 209329"/>
                  <a:gd name="connsiteX8" fmla="*/ 68704 w 136586"/>
                  <a:gd name="connsiteY8" fmla="*/ 7964 h 209329"/>
                  <a:gd name="connsiteX9" fmla="*/ 107685 w 136586"/>
                  <a:gd name="connsiteY9" fmla="*/ 105651 h 209329"/>
                  <a:gd name="connsiteX10" fmla="*/ 68401 w 136586"/>
                  <a:gd name="connsiteY10" fmla="*/ 201518 h 209329"/>
                  <a:gd name="connsiteX11" fmla="*/ 29118 w 136586"/>
                  <a:gd name="connsiteY11" fmla="*/ 105955 h 209329"/>
                  <a:gd name="connsiteX12" fmla="*/ 68704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10" y="76"/>
                    </a:moveTo>
                    <a:cubicBezTo>
                      <a:pt x="52990" y="76"/>
                      <a:pt x="40298" y="5234"/>
                      <a:pt x="29118" y="15852"/>
                    </a:cubicBezTo>
                    <a:cubicBezTo>
                      <a:pt x="11591" y="32841"/>
                      <a:pt x="108" y="67729"/>
                      <a:pt x="108" y="103224"/>
                    </a:cubicBezTo>
                    <a:cubicBezTo>
                      <a:pt x="108" y="136292"/>
                      <a:pt x="10080" y="171787"/>
                      <a:pt x="24283" y="188777"/>
                    </a:cubicBezTo>
                    <a:cubicBezTo>
                      <a:pt x="35463" y="202125"/>
                      <a:pt x="50875" y="209406"/>
                      <a:pt x="68401" y="209406"/>
                    </a:cubicBezTo>
                    <a:cubicBezTo>
                      <a:pt x="83813" y="209406"/>
                      <a:pt x="96807" y="204249"/>
                      <a:pt x="107685" y="193631"/>
                    </a:cubicBezTo>
                    <a:cubicBezTo>
                      <a:pt x="125212" y="176945"/>
                      <a:pt x="136695" y="141753"/>
                      <a:pt x="136695" y="105045"/>
                    </a:cubicBezTo>
                    <a:cubicBezTo>
                      <a:pt x="136695" y="42852"/>
                      <a:pt x="109196" y="76"/>
                      <a:pt x="69610" y="76"/>
                    </a:cubicBezTo>
                    <a:close/>
                    <a:moveTo>
                      <a:pt x="68704" y="7964"/>
                    </a:moveTo>
                    <a:cubicBezTo>
                      <a:pt x="94087" y="7964"/>
                      <a:pt x="107685" y="42246"/>
                      <a:pt x="107685" y="105651"/>
                    </a:cubicBezTo>
                    <a:cubicBezTo>
                      <a:pt x="107685" y="169057"/>
                      <a:pt x="94389" y="201518"/>
                      <a:pt x="68401" y="201518"/>
                    </a:cubicBezTo>
                    <a:cubicBezTo>
                      <a:pt x="42414" y="201518"/>
                      <a:pt x="29118" y="169057"/>
                      <a:pt x="29118" y="105955"/>
                    </a:cubicBezTo>
                    <a:cubicBezTo>
                      <a:pt x="29118" y="41639"/>
                      <a:pt x="42716" y="7964"/>
                      <a:pt x="68704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152AF045-2833-E779-8FF4-4EE7C568EC0F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6546172" y="461678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4D51D488-0226-E6D6-0F5F-45AACCBD3A82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6826092" y="4667493"/>
                <a:ext cx="136586" cy="209329"/>
              </a:xfrm>
              <a:custGeom>
                <a:avLst/>
                <a:gdLst>
                  <a:gd name="connsiteX0" fmla="*/ 69643 w 136586"/>
                  <a:gd name="connsiteY0" fmla="*/ 76 h 209329"/>
                  <a:gd name="connsiteX1" fmla="*/ 29150 w 136586"/>
                  <a:gd name="connsiteY1" fmla="*/ 15852 h 209329"/>
                  <a:gd name="connsiteX2" fmla="*/ 141 w 136586"/>
                  <a:gd name="connsiteY2" fmla="*/ 103224 h 209329"/>
                  <a:gd name="connsiteX3" fmla="*/ 24315 w 136586"/>
                  <a:gd name="connsiteY3" fmla="*/ 188777 h 209329"/>
                  <a:gd name="connsiteX4" fmla="*/ 68434 w 136586"/>
                  <a:gd name="connsiteY4" fmla="*/ 209406 h 209329"/>
                  <a:gd name="connsiteX5" fmla="*/ 107718 w 136586"/>
                  <a:gd name="connsiteY5" fmla="*/ 193631 h 209329"/>
                  <a:gd name="connsiteX6" fmla="*/ 136727 w 136586"/>
                  <a:gd name="connsiteY6" fmla="*/ 105045 h 209329"/>
                  <a:gd name="connsiteX7" fmla="*/ 69643 w 136586"/>
                  <a:gd name="connsiteY7" fmla="*/ 76 h 209329"/>
                  <a:gd name="connsiteX8" fmla="*/ 68736 w 136586"/>
                  <a:gd name="connsiteY8" fmla="*/ 7964 h 209329"/>
                  <a:gd name="connsiteX9" fmla="*/ 107718 w 136586"/>
                  <a:gd name="connsiteY9" fmla="*/ 105651 h 209329"/>
                  <a:gd name="connsiteX10" fmla="*/ 68434 w 136586"/>
                  <a:gd name="connsiteY10" fmla="*/ 201518 h 209329"/>
                  <a:gd name="connsiteX11" fmla="*/ 29150 w 136586"/>
                  <a:gd name="connsiteY11" fmla="*/ 105955 h 209329"/>
                  <a:gd name="connsiteX12" fmla="*/ 68736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43" y="76"/>
                    </a:moveTo>
                    <a:cubicBezTo>
                      <a:pt x="53023" y="76"/>
                      <a:pt x="40331" y="5234"/>
                      <a:pt x="29150" y="15852"/>
                    </a:cubicBezTo>
                    <a:cubicBezTo>
                      <a:pt x="11623" y="32841"/>
                      <a:pt x="141" y="67729"/>
                      <a:pt x="141" y="103224"/>
                    </a:cubicBezTo>
                    <a:cubicBezTo>
                      <a:pt x="141" y="136292"/>
                      <a:pt x="10113" y="171787"/>
                      <a:pt x="24315" y="188777"/>
                    </a:cubicBezTo>
                    <a:cubicBezTo>
                      <a:pt x="35496" y="202125"/>
                      <a:pt x="50907" y="209406"/>
                      <a:pt x="68434" y="209406"/>
                    </a:cubicBezTo>
                    <a:cubicBezTo>
                      <a:pt x="83845" y="209406"/>
                      <a:pt x="96839" y="204249"/>
                      <a:pt x="107718" y="193631"/>
                    </a:cubicBezTo>
                    <a:cubicBezTo>
                      <a:pt x="125244" y="176945"/>
                      <a:pt x="136727" y="141753"/>
                      <a:pt x="136727" y="105045"/>
                    </a:cubicBezTo>
                    <a:cubicBezTo>
                      <a:pt x="136727" y="42852"/>
                      <a:pt x="109229" y="76"/>
                      <a:pt x="69643" y="76"/>
                    </a:cubicBezTo>
                    <a:close/>
                    <a:moveTo>
                      <a:pt x="68736" y="7964"/>
                    </a:moveTo>
                    <a:cubicBezTo>
                      <a:pt x="94119" y="7964"/>
                      <a:pt x="107718" y="42246"/>
                      <a:pt x="107718" y="105651"/>
                    </a:cubicBezTo>
                    <a:cubicBezTo>
                      <a:pt x="107718" y="169057"/>
                      <a:pt x="94422" y="201518"/>
                      <a:pt x="68434" y="201518"/>
                    </a:cubicBezTo>
                    <a:cubicBezTo>
                      <a:pt x="42446" y="201518"/>
                      <a:pt x="29150" y="169057"/>
                      <a:pt x="29150" y="105955"/>
                    </a:cubicBezTo>
                    <a:cubicBezTo>
                      <a:pt x="29150" y="41639"/>
                      <a:pt x="42748" y="7964"/>
                      <a:pt x="68736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A3C25D26-C1B4-FAA0-96D0-5C4E16610F41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6991651" y="4842238"/>
                <a:ext cx="33542" cy="33674"/>
              </a:xfrm>
              <a:custGeom>
                <a:avLst/>
                <a:gdLst>
                  <a:gd name="connsiteX0" fmla="*/ 16766 w 33542"/>
                  <a:gd name="connsiteY0" fmla="*/ 76 h 33674"/>
                  <a:gd name="connsiteX1" fmla="*/ 146 w 33542"/>
                  <a:gd name="connsiteY1" fmla="*/ 17369 h 33674"/>
                  <a:gd name="connsiteX2" fmla="*/ 16463 w 33542"/>
                  <a:gd name="connsiteY2" fmla="*/ 33751 h 33674"/>
                  <a:gd name="connsiteX3" fmla="*/ 33688 w 33542"/>
                  <a:gd name="connsiteY3" fmla="*/ 17369 h 33674"/>
                  <a:gd name="connsiteX4" fmla="*/ 16766 w 33542"/>
                  <a:gd name="connsiteY4" fmla="*/ 7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66" y="76"/>
                    </a:moveTo>
                    <a:cubicBezTo>
                      <a:pt x="7700" y="76"/>
                      <a:pt x="146" y="7964"/>
                      <a:pt x="146" y="17369"/>
                    </a:cubicBezTo>
                    <a:cubicBezTo>
                      <a:pt x="146" y="26167"/>
                      <a:pt x="7700" y="33751"/>
                      <a:pt x="16463" y="33751"/>
                    </a:cubicBezTo>
                    <a:cubicBezTo>
                      <a:pt x="25831" y="33751"/>
                      <a:pt x="33688" y="26167"/>
                      <a:pt x="33688" y="17369"/>
                    </a:cubicBezTo>
                    <a:cubicBezTo>
                      <a:pt x="33688" y="7964"/>
                      <a:pt x="25831" y="76"/>
                      <a:pt x="16766" y="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537E3D36-C484-CE28-B92B-670C5E9FE6EF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055393" y="4667493"/>
                <a:ext cx="134471" cy="205082"/>
              </a:xfrm>
              <a:custGeom>
                <a:avLst/>
                <a:gdLst>
                  <a:gd name="connsiteX0" fmla="*/ 134619 w 134471"/>
                  <a:gd name="connsiteY0" fmla="*/ 163596 h 205082"/>
                  <a:gd name="connsiteX1" fmla="*/ 130691 w 134471"/>
                  <a:gd name="connsiteY1" fmla="*/ 162079 h 205082"/>
                  <a:gd name="connsiteX2" fmla="*/ 101984 w 134471"/>
                  <a:gd name="connsiteY2" fmla="*/ 182102 h 205082"/>
                  <a:gd name="connsiteX3" fmla="*/ 29762 w 134471"/>
                  <a:gd name="connsiteY3" fmla="*/ 182102 h 205082"/>
                  <a:gd name="connsiteX4" fmla="*/ 80529 w 134471"/>
                  <a:gd name="connsiteY4" fmla="*/ 128708 h 205082"/>
                  <a:gd name="connsiteX5" fmla="*/ 119208 w 134471"/>
                  <a:gd name="connsiteY5" fmla="*/ 53774 h 205082"/>
                  <a:gd name="connsiteX6" fmla="*/ 63304 w 134471"/>
                  <a:gd name="connsiteY6" fmla="*/ 76 h 205082"/>
                  <a:gd name="connsiteX7" fmla="*/ 19790 w 134471"/>
                  <a:gd name="connsiteY7" fmla="*/ 18886 h 205082"/>
                  <a:gd name="connsiteX8" fmla="*/ 450 w 134471"/>
                  <a:gd name="connsiteY8" fmla="*/ 60448 h 205082"/>
                  <a:gd name="connsiteX9" fmla="*/ 6796 w 134471"/>
                  <a:gd name="connsiteY9" fmla="*/ 61965 h 205082"/>
                  <a:gd name="connsiteX10" fmla="*/ 50613 w 134471"/>
                  <a:gd name="connsiteY10" fmla="*/ 22526 h 205082"/>
                  <a:gd name="connsiteX11" fmla="*/ 93220 w 134471"/>
                  <a:gd name="connsiteY11" fmla="*/ 65302 h 205082"/>
                  <a:gd name="connsiteX12" fmla="*/ 53937 w 134471"/>
                  <a:gd name="connsiteY12" fmla="*/ 144180 h 205082"/>
                  <a:gd name="connsiteX13" fmla="*/ 148 w 134471"/>
                  <a:gd name="connsiteY13" fmla="*/ 201518 h 205082"/>
                  <a:gd name="connsiteX14" fmla="*/ 148 w 134471"/>
                  <a:gd name="connsiteY14" fmla="*/ 205159 h 205082"/>
                  <a:gd name="connsiteX15" fmla="*/ 117999 w 134471"/>
                  <a:gd name="connsiteY15" fmla="*/ 205159 h 205082"/>
                  <a:gd name="connsiteX16" fmla="*/ 134619 w 134471"/>
                  <a:gd name="connsiteY16" fmla="*/ 163596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619" y="163596"/>
                    </a:moveTo>
                    <a:lnTo>
                      <a:pt x="130691" y="162079"/>
                    </a:lnTo>
                    <a:cubicBezTo>
                      <a:pt x="119510" y="179372"/>
                      <a:pt x="115582" y="182102"/>
                      <a:pt x="101984" y="182102"/>
                    </a:cubicBezTo>
                    <a:lnTo>
                      <a:pt x="29762" y="182102"/>
                    </a:lnTo>
                    <a:lnTo>
                      <a:pt x="80529" y="128708"/>
                    </a:lnTo>
                    <a:cubicBezTo>
                      <a:pt x="107423" y="100494"/>
                      <a:pt x="119208" y="77437"/>
                      <a:pt x="119208" y="53774"/>
                    </a:cubicBezTo>
                    <a:cubicBezTo>
                      <a:pt x="119208" y="23436"/>
                      <a:pt x="94731" y="76"/>
                      <a:pt x="63304" y="76"/>
                    </a:cubicBezTo>
                    <a:cubicBezTo>
                      <a:pt x="46684" y="76"/>
                      <a:pt x="30971" y="6751"/>
                      <a:pt x="19790" y="18886"/>
                    </a:cubicBezTo>
                    <a:cubicBezTo>
                      <a:pt x="10120" y="29200"/>
                      <a:pt x="5587" y="38909"/>
                      <a:pt x="450" y="60448"/>
                    </a:cubicBezTo>
                    <a:lnTo>
                      <a:pt x="6796" y="61965"/>
                    </a:lnTo>
                    <a:cubicBezTo>
                      <a:pt x="18883" y="32234"/>
                      <a:pt x="29762" y="22526"/>
                      <a:pt x="50613" y="22526"/>
                    </a:cubicBezTo>
                    <a:cubicBezTo>
                      <a:pt x="75996" y="22526"/>
                      <a:pt x="93220" y="39819"/>
                      <a:pt x="93220" y="65302"/>
                    </a:cubicBezTo>
                    <a:cubicBezTo>
                      <a:pt x="93220" y="88966"/>
                      <a:pt x="79320" y="117180"/>
                      <a:pt x="53937" y="144180"/>
                    </a:cubicBezTo>
                    <a:lnTo>
                      <a:pt x="148" y="201518"/>
                    </a:lnTo>
                    <a:lnTo>
                      <a:pt x="148" y="205159"/>
                    </a:lnTo>
                    <a:lnTo>
                      <a:pt x="117999" y="205159"/>
                    </a:lnTo>
                    <a:lnTo>
                      <a:pt x="134619" y="16359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2733731-BCC9-41DA-E248-8B2BF7AE4D4B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205238" y="4667493"/>
                <a:ext cx="136586" cy="209329"/>
              </a:xfrm>
              <a:custGeom>
                <a:avLst/>
                <a:gdLst>
                  <a:gd name="connsiteX0" fmla="*/ 69655 w 136586"/>
                  <a:gd name="connsiteY0" fmla="*/ 76 h 209329"/>
                  <a:gd name="connsiteX1" fmla="*/ 29163 w 136586"/>
                  <a:gd name="connsiteY1" fmla="*/ 15852 h 209329"/>
                  <a:gd name="connsiteX2" fmla="*/ 153 w 136586"/>
                  <a:gd name="connsiteY2" fmla="*/ 103224 h 209329"/>
                  <a:gd name="connsiteX3" fmla="*/ 24328 w 136586"/>
                  <a:gd name="connsiteY3" fmla="*/ 188777 h 209329"/>
                  <a:gd name="connsiteX4" fmla="*/ 68446 w 136586"/>
                  <a:gd name="connsiteY4" fmla="*/ 209406 h 209329"/>
                  <a:gd name="connsiteX5" fmla="*/ 107730 w 136586"/>
                  <a:gd name="connsiteY5" fmla="*/ 193631 h 209329"/>
                  <a:gd name="connsiteX6" fmla="*/ 136740 w 136586"/>
                  <a:gd name="connsiteY6" fmla="*/ 105045 h 209329"/>
                  <a:gd name="connsiteX7" fmla="*/ 69655 w 136586"/>
                  <a:gd name="connsiteY7" fmla="*/ 76 h 209329"/>
                  <a:gd name="connsiteX8" fmla="*/ 68749 w 136586"/>
                  <a:gd name="connsiteY8" fmla="*/ 7964 h 209329"/>
                  <a:gd name="connsiteX9" fmla="*/ 107730 w 136586"/>
                  <a:gd name="connsiteY9" fmla="*/ 105651 h 209329"/>
                  <a:gd name="connsiteX10" fmla="*/ 68446 w 136586"/>
                  <a:gd name="connsiteY10" fmla="*/ 201518 h 209329"/>
                  <a:gd name="connsiteX11" fmla="*/ 29163 w 136586"/>
                  <a:gd name="connsiteY11" fmla="*/ 105955 h 209329"/>
                  <a:gd name="connsiteX12" fmla="*/ 68749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55" y="76"/>
                    </a:moveTo>
                    <a:cubicBezTo>
                      <a:pt x="53035" y="76"/>
                      <a:pt x="40343" y="5234"/>
                      <a:pt x="29163" y="15852"/>
                    </a:cubicBezTo>
                    <a:cubicBezTo>
                      <a:pt x="11636" y="32841"/>
                      <a:pt x="153" y="67729"/>
                      <a:pt x="153" y="103224"/>
                    </a:cubicBezTo>
                    <a:cubicBezTo>
                      <a:pt x="153" y="136292"/>
                      <a:pt x="10125" y="171787"/>
                      <a:pt x="24328" y="188777"/>
                    </a:cubicBezTo>
                    <a:cubicBezTo>
                      <a:pt x="35508" y="202125"/>
                      <a:pt x="50920" y="209406"/>
                      <a:pt x="68446" y="209406"/>
                    </a:cubicBezTo>
                    <a:cubicBezTo>
                      <a:pt x="83858" y="209406"/>
                      <a:pt x="96852" y="204249"/>
                      <a:pt x="107730" y="193631"/>
                    </a:cubicBezTo>
                    <a:cubicBezTo>
                      <a:pt x="125257" y="176945"/>
                      <a:pt x="136740" y="141753"/>
                      <a:pt x="136740" y="105045"/>
                    </a:cubicBezTo>
                    <a:cubicBezTo>
                      <a:pt x="136740" y="42852"/>
                      <a:pt x="109241" y="76"/>
                      <a:pt x="69655" y="76"/>
                    </a:cubicBezTo>
                    <a:close/>
                    <a:moveTo>
                      <a:pt x="68749" y="7964"/>
                    </a:moveTo>
                    <a:cubicBezTo>
                      <a:pt x="94132" y="7964"/>
                      <a:pt x="107730" y="42246"/>
                      <a:pt x="107730" y="105651"/>
                    </a:cubicBezTo>
                    <a:cubicBezTo>
                      <a:pt x="107730" y="169057"/>
                      <a:pt x="94434" y="201518"/>
                      <a:pt x="68446" y="201518"/>
                    </a:cubicBezTo>
                    <a:cubicBezTo>
                      <a:pt x="42459" y="201518"/>
                      <a:pt x="29163" y="169057"/>
                      <a:pt x="29163" y="105955"/>
                    </a:cubicBezTo>
                    <a:cubicBezTo>
                      <a:pt x="29163" y="41639"/>
                      <a:pt x="42761" y="7964"/>
                      <a:pt x="68749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61D554DB-6CE5-2132-A101-D6BB9F95EB60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356896" y="4667493"/>
                <a:ext cx="136586" cy="209329"/>
              </a:xfrm>
              <a:custGeom>
                <a:avLst/>
                <a:gdLst>
                  <a:gd name="connsiteX0" fmla="*/ 69660 w 136586"/>
                  <a:gd name="connsiteY0" fmla="*/ 76 h 209329"/>
                  <a:gd name="connsiteX1" fmla="*/ 29168 w 136586"/>
                  <a:gd name="connsiteY1" fmla="*/ 15852 h 209329"/>
                  <a:gd name="connsiteX2" fmla="*/ 158 w 136586"/>
                  <a:gd name="connsiteY2" fmla="*/ 103224 h 209329"/>
                  <a:gd name="connsiteX3" fmla="*/ 24333 w 136586"/>
                  <a:gd name="connsiteY3" fmla="*/ 188777 h 209329"/>
                  <a:gd name="connsiteX4" fmla="*/ 68451 w 136586"/>
                  <a:gd name="connsiteY4" fmla="*/ 209406 h 209329"/>
                  <a:gd name="connsiteX5" fmla="*/ 107735 w 136586"/>
                  <a:gd name="connsiteY5" fmla="*/ 193631 h 209329"/>
                  <a:gd name="connsiteX6" fmla="*/ 136745 w 136586"/>
                  <a:gd name="connsiteY6" fmla="*/ 105045 h 209329"/>
                  <a:gd name="connsiteX7" fmla="*/ 69660 w 136586"/>
                  <a:gd name="connsiteY7" fmla="*/ 76 h 209329"/>
                  <a:gd name="connsiteX8" fmla="*/ 68754 w 136586"/>
                  <a:gd name="connsiteY8" fmla="*/ 7964 h 209329"/>
                  <a:gd name="connsiteX9" fmla="*/ 107735 w 136586"/>
                  <a:gd name="connsiteY9" fmla="*/ 105651 h 209329"/>
                  <a:gd name="connsiteX10" fmla="*/ 68451 w 136586"/>
                  <a:gd name="connsiteY10" fmla="*/ 201518 h 209329"/>
                  <a:gd name="connsiteX11" fmla="*/ 29168 w 136586"/>
                  <a:gd name="connsiteY11" fmla="*/ 105955 h 209329"/>
                  <a:gd name="connsiteX12" fmla="*/ 68754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60" y="76"/>
                    </a:moveTo>
                    <a:cubicBezTo>
                      <a:pt x="53040" y="76"/>
                      <a:pt x="40348" y="5234"/>
                      <a:pt x="29168" y="15852"/>
                    </a:cubicBezTo>
                    <a:cubicBezTo>
                      <a:pt x="11641" y="32841"/>
                      <a:pt x="158" y="67729"/>
                      <a:pt x="158" y="103224"/>
                    </a:cubicBezTo>
                    <a:cubicBezTo>
                      <a:pt x="158" y="136292"/>
                      <a:pt x="10130" y="171787"/>
                      <a:pt x="24333" y="188777"/>
                    </a:cubicBezTo>
                    <a:cubicBezTo>
                      <a:pt x="35513" y="202125"/>
                      <a:pt x="50925" y="209406"/>
                      <a:pt x="68451" y="209406"/>
                    </a:cubicBezTo>
                    <a:cubicBezTo>
                      <a:pt x="83863" y="209406"/>
                      <a:pt x="96857" y="204249"/>
                      <a:pt x="107735" y="193631"/>
                    </a:cubicBezTo>
                    <a:cubicBezTo>
                      <a:pt x="125262" y="176945"/>
                      <a:pt x="136745" y="141753"/>
                      <a:pt x="136745" y="105045"/>
                    </a:cubicBezTo>
                    <a:cubicBezTo>
                      <a:pt x="136745" y="42852"/>
                      <a:pt x="109246" y="76"/>
                      <a:pt x="69660" y="76"/>
                    </a:cubicBezTo>
                    <a:close/>
                    <a:moveTo>
                      <a:pt x="68754" y="7964"/>
                    </a:moveTo>
                    <a:cubicBezTo>
                      <a:pt x="94137" y="7964"/>
                      <a:pt x="107735" y="42246"/>
                      <a:pt x="107735" y="105651"/>
                    </a:cubicBezTo>
                    <a:cubicBezTo>
                      <a:pt x="107735" y="169057"/>
                      <a:pt x="94439" y="201518"/>
                      <a:pt x="68451" y="201518"/>
                    </a:cubicBezTo>
                    <a:cubicBezTo>
                      <a:pt x="42464" y="201518"/>
                      <a:pt x="29168" y="169057"/>
                      <a:pt x="29168" y="105955"/>
                    </a:cubicBezTo>
                    <a:cubicBezTo>
                      <a:pt x="29168" y="41639"/>
                      <a:pt x="42766" y="7964"/>
                      <a:pt x="68754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04BB5A9F-A7EC-76AD-B84A-B1C0D3838AEB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508554" y="4667493"/>
                <a:ext cx="136586" cy="209329"/>
              </a:xfrm>
              <a:custGeom>
                <a:avLst/>
                <a:gdLst>
                  <a:gd name="connsiteX0" fmla="*/ 69665 w 136586"/>
                  <a:gd name="connsiteY0" fmla="*/ 76 h 209329"/>
                  <a:gd name="connsiteX1" fmla="*/ 29173 w 136586"/>
                  <a:gd name="connsiteY1" fmla="*/ 15852 h 209329"/>
                  <a:gd name="connsiteX2" fmla="*/ 163 w 136586"/>
                  <a:gd name="connsiteY2" fmla="*/ 103224 h 209329"/>
                  <a:gd name="connsiteX3" fmla="*/ 24338 w 136586"/>
                  <a:gd name="connsiteY3" fmla="*/ 188777 h 209329"/>
                  <a:gd name="connsiteX4" fmla="*/ 68456 w 136586"/>
                  <a:gd name="connsiteY4" fmla="*/ 209406 h 209329"/>
                  <a:gd name="connsiteX5" fmla="*/ 107740 w 136586"/>
                  <a:gd name="connsiteY5" fmla="*/ 193631 h 209329"/>
                  <a:gd name="connsiteX6" fmla="*/ 136750 w 136586"/>
                  <a:gd name="connsiteY6" fmla="*/ 105045 h 209329"/>
                  <a:gd name="connsiteX7" fmla="*/ 69665 w 136586"/>
                  <a:gd name="connsiteY7" fmla="*/ 76 h 209329"/>
                  <a:gd name="connsiteX8" fmla="*/ 68758 w 136586"/>
                  <a:gd name="connsiteY8" fmla="*/ 7964 h 209329"/>
                  <a:gd name="connsiteX9" fmla="*/ 107740 w 136586"/>
                  <a:gd name="connsiteY9" fmla="*/ 105651 h 209329"/>
                  <a:gd name="connsiteX10" fmla="*/ 68456 w 136586"/>
                  <a:gd name="connsiteY10" fmla="*/ 201518 h 209329"/>
                  <a:gd name="connsiteX11" fmla="*/ 29173 w 136586"/>
                  <a:gd name="connsiteY11" fmla="*/ 105955 h 209329"/>
                  <a:gd name="connsiteX12" fmla="*/ 68758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65" y="76"/>
                    </a:moveTo>
                    <a:cubicBezTo>
                      <a:pt x="53045" y="76"/>
                      <a:pt x="40353" y="5234"/>
                      <a:pt x="29173" y="15852"/>
                    </a:cubicBezTo>
                    <a:cubicBezTo>
                      <a:pt x="11646" y="32841"/>
                      <a:pt x="163" y="67729"/>
                      <a:pt x="163" y="103224"/>
                    </a:cubicBezTo>
                    <a:cubicBezTo>
                      <a:pt x="163" y="136292"/>
                      <a:pt x="10135" y="171787"/>
                      <a:pt x="24338" y="188777"/>
                    </a:cubicBezTo>
                    <a:cubicBezTo>
                      <a:pt x="35518" y="202125"/>
                      <a:pt x="50930" y="209406"/>
                      <a:pt x="68456" y="209406"/>
                    </a:cubicBezTo>
                    <a:cubicBezTo>
                      <a:pt x="83868" y="209406"/>
                      <a:pt x="96862" y="204249"/>
                      <a:pt x="107740" y="193631"/>
                    </a:cubicBezTo>
                    <a:cubicBezTo>
                      <a:pt x="125267" y="176945"/>
                      <a:pt x="136750" y="141753"/>
                      <a:pt x="136750" y="105045"/>
                    </a:cubicBezTo>
                    <a:cubicBezTo>
                      <a:pt x="136750" y="42852"/>
                      <a:pt x="109251" y="76"/>
                      <a:pt x="69665" y="76"/>
                    </a:cubicBezTo>
                    <a:close/>
                    <a:moveTo>
                      <a:pt x="68758" y="7964"/>
                    </a:moveTo>
                    <a:cubicBezTo>
                      <a:pt x="94142" y="7964"/>
                      <a:pt x="107740" y="42246"/>
                      <a:pt x="107740" y="105651"/>
                    </a:cubicBezTo>
                    <a:cubicBezTo>
                      <a:pt x="107740" y="169057"/>
                      <a:pt x="94444" y="201518"/>
                      <a:pt x="68456" y="201518"/>
                    </a:cubicBezTo>
                    <a:cubicBezTo>
                      <a:pt x="42469" y="201518"/>
                      <a:pt x="29173" y="169057"/>
                      <a:pt x="29173" y="105955"/>
                    </a:cubicBezTo>
                    <a:cubicBezTo>
                      <a:pt x="29173" y="41639"/>
                      <a:pt x="42771" y="7964"/>
                      <a:pt x="68758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CF16F9B2-75D1-F60B-8131-BDC50354B06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60212" y="4667493"/>
                <a:ext cx="136586" cy="209329"/>
              </a:xfrm>
              <a:custGeom>
                <a:avLst/>
                <a:gdLst>
                  <a:gd name="connsiteX0" fmla="*/ 69670 w 136586"/>
                  <a:gd name="connsiteY0" fmla="*/ 76 h 209329"/>
                  <a:gd name="connsiteX1" fmla="*/ 29178 w 136586"/>
                  <a:gd name="connsiteY1" fmla="*/ 15852 h 209329"/>
                  <a:gd name="connsiteX2" fmla="*/ 168 w 136586"/>
                  <a:gd name="connsiteY2" fmla="*/ 103224 h 209329"/>
                  <a:gd name="connsiteX3" fmla="*/ 24343 w 136586"/>
                  <a:gd name="connsiteY3" fmla="*/ 188777 h 209329"/>
                  <a:gd name="connsiteX4" fmla="*/ 68461 w 136586"/>
                  <a:gd name="connsiteY4" fmla="*/ 209406 h 209329"/>
                  <a:gd name="connsiteX5" fmla="*/ 107745 w 136586"/>
                  <a:gd name="connsiteY5" fmla="*/ 193631 h 209329"/>
                  <a:gd name="connsiteX6" fmla="*/ 136755 w 136586"/>
                  <a:gd name="connsiteY6" fmla="*/ 105045 h 209329"/>
                  <a:gd name="connsiteX7" fmla="*/ 69670 w 136586"/>
                  <a:gd name="connsiteY7" fmla="*/ 76 h 209329"/>
                  <a:gd name="connsiteX8" fmla="*/ 68763 w 136586"/>
                  <a:gd name="connsiteY8" fmla="*/ 7964 h 209329"/>
                  <a:gd name="connsiteX9" fmla="*/ 107745 w 136586"/>
                  <a:gd name="connsiteY9" fmla="*/ 105651 h 209329"/>
                  <a:gd name="connsiteX10" fmla="*/ 68461 w 136586"/>
                  <a:gd name="connsiteY10" fmla="*/ 201518 h 209329"/>
                  <a:gd name="connsiteX11" fmla="*/ 29178 w 136586"/>
                  <a:gd name="connsiteY11" fmla="*/ 105955 h 209329"/>
                  <a:gd name="connsiteX12" fmla="*/ 68763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70" y="76"/>
                    </a:moveTo>
                    <a:cubicBezTo>
                      <a:pt x="53050" y="76"/>
                      <a:pt x="40358" y="5234"/>
                      <a:pt x="29178" y="15852"/>
                    </a:cubicBezTo>
                    <a:cubicBezTo>
                      <a:pt x="11651" y="32841"/>
                      <a:pt x="168" y="67729"/>
                      <a:pt x="168" y="103224"/>
                    </a:cubicBezTo>
                    <a:cubicBezTo>
                      <a:pt x="168" y="136292"/>
                      <a:pt x="10140" y="171787"/>
                      <a:pt x="24343" y="188777"/>
                    </a:cubicBezTo>
                    <a:cubicBezTo>
                      <a:pt x="35523" y="202125"/>
                      <a:pt x="50935" y="209406"/>
                      <a:pt x="68461" y="209406"/>
                    </a:cubicBezTo>
                    <a:cubicBezTo>
                      <a:pt x="83873" y="209406"/>
                      <a:pt x="96866" y="204249"/>
                      <a:pt x="107745" y="193631"/>
                    </a:cubicBezTo>
                    <a:cubicBezTo>
                      <a:pt x="125272" y="176945"/>
                      <a:pt x="136755" y="141753"/>
                      <a:pt x="136755" y="105045"/>
                    </a:cubicBezTo>
                    <a:cubicBezTo>
                      <a:pt x="136755" y="42852"/>
                      <a:pt x="109256" y="76"/>
                      <a:pt x="69670" y="76"/>
                    </a:cubicBezTo>
                    <a:close/>
                    <a:moveTo>
                      <a:pt x="68763" y="7964"/>
                    </a:moveTo>
                    <a:cubicBezTo>
                      <a:pt x="94147" y="7964"/>
                      <a:pt x="107745" y="42246"/>
                      <a:pt x="107745" y="105651"/>
                    </a:cubicBezTo>
                    <a:cubicBezTo>
                      <a:pt x="107745" y="169057"/>
                      <a:pt x="94449" y="201518"/>
                      <a:pt x="68461" y="201518"/>
                    </a:cubicBezTo>
                    <a:cubicBezTo>
                      <a:pt x="42474" y="201518"/>
                      <a:pt x="29178" y="169057"/>
                      <a:pt x="29178" y="105955"/>
                    </a:cubicBezTo>
                    <a:cubicBezTo>
                      <a:pt x="29178" y="41639"/>
                      <a:pt x="42776" y="7964"/>
                      <a:pt x="68763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9A306B25-81BB-4047-FC60-89C9B4EDC7B2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811870" y="4667493"/>
                <a:ext cx="136586" cy="209329"/>
              </a:xfrm>
              <a:custGeom>
                <a:avLst/>
                <a:gdLst>
                  <a:gd name="connsiteX0" fmla="*/ 69675 w 136586"/>
                  <a:gd name="connsiteY0" fmla="*/ 76 h 209329"/>
                  <a:gd name="connsiteX1" fmla="*/ 29182 w 136586"/>
                  <a:gd name="connsiteY1" fmla="*/ 15852 h 209329"/>
                  <a:gd name="connsiteX2" fmla="*/ 173 w 136586"/>
                  <a:gd name="connsiteY2" fmla="*/ 103224 h 209329"/>
                  <a:gd name="connsiteX3" fmla="*/ 24348 w 136586"/>
                  <a:gd name="connsiteY3" fmla="*/ 188777 h 209329"/>
                  <a:gd name="connsiteX4" fmla="*/ 68466 w 136586"/>
                  <a:gd name="connsiteY4" fmla="*/ 209406 h 209329"/>
                  <a:gd name="connsiteX5" fmla="*/ 107750 w 136586"/>
                  <a:gd name="connsiteY5" fmla="*/ 193631 h 209329"/>
                  <a:gd name="connsiteX6" fmla="*/ 136760 w 136586"/>
                  <a:gd name="connsiteY6" fmla="*/ 105045 h 209329"/>
                  <a:gd name="connsiteX7" fmla="*/ 69675 w 136586"/>
                  <a:gd name="connsiteY7" fmla="*/ 76 h 209329"/>
                  <a:gd name="connsiteX8" fmla="*/ 68768 w 136586"/>
                  <a:gd name="connsiteY8" fmla="*/ 7964 h 209329"/>
                  <a:gd name="connsiteX9" fmla="*/ 107750 w 136586"/>
                  <a:gd name="connsiteY9" fmla="*/ 105651 h 209329"/>
                  <a:gd name="connsiteX10" fmla="*/ 68466 w 136586"/>
                  <a:gd name="connsiteY10" fmla="*/ 201518 h 209329"/>
                  <a:gd name="connsiteX11" fmla="*/ 29182 w 136586"/>
                  <a:gd name="connsiteY11" fmla="*/ 105955 h 209329"/>
                  <a:gd name="connsiteX12" fmla="*/ 68768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75" y="76"/>
                    </a:moveTo>
                    <a:cubicBezTo>
                      <a:pt x="53055" y="76"/>
                      <a:pt x="40363" y="5234"/>
                      <a:pt x="29182" y="15852"/>
                    </a:cubicBezTo>
                    <a:cubicBezTo>
                      <a:pt x="11656" y="32841"/>
                      <a:pt x="173" y="67729"/>
                      <a:pt x="173" y="103224"/>
                    </a:cubicBezTo>
                    <a:cubicBezTo>
                      <a:pt x="173" y="136292"/>
                      <a:pt x="10145" y="171787"/>
                      <a:pt x="24348" y="188777"/>
                    </a:cubicBezTo>
                    <a:cubicBezTo>
                      <a:pt x="35528" y="202125"/>
                      <a:pt x="50940" y="209406"/>
                      <a:pt x="68466" y="209406"/>
                    </a:cubicBezTo>
                    <a:cubicBezTo>
                      <a:pt x="83878" y="209406"/>
                      <a:pt x="96871" y="204249"/>
                      <a:pt x="107750" y="193631"/>
                    </a:cubicBezTo>
                    <a:cubicBezTo>
                      <a:pt x="125277" y="176945"/>
                      <a:pt x="136760" y="141753"/>
                      <a:pt x="136760" y="105045"/>
                    </a:cubicBezTo>
                    <a:cubicBezTo>
                      <a:pt x="136760" y="42852"/>
                      <a:pt x="109261" y="76"/>
                      <a:pt x="69675" y="76"/>
                    </a:cubicBezTo>
                    <a:close/>
                    <a:moveTo>
                      <a:pt x="68768" y="7964"/>
                    </a:moveTo>
                    <a:cubicBezTo>
                      <a:pt x="94152" y="7964"/>
                      <a:pt x="107750" y="42246"/>
                      <a:pt x="107750" y="105651"/>
                    </a:cubicBezTo>
                    <a:cubicBezTo>
                      <a:pt x="107750" y="169057"/>
                      <a:pt x="94454" y="201518"/>
                      <a:pt x="68466" y="201518"/>
                    </a:cubicBezTo>
                    <a:cubicBezTo>
                      <a:pt x="42479" y="201518"/>
                      <a:pt x="29182" y="169057"/>
                      <a:pt x="29182" y="105955"/>
                    </a:cubicBezTo>
                    <a:cubicBezTo>
                      <a:pt x="29182" y="41639"/>
                      <a:pt x="42781" y="7964"/>
                      <a:pt x="68768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2A0A1C78-64C0-2A9A-79A8-464716544A62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8216811" y="461678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51838D58-A02E-34B1-4A83-AE98C38F4ACC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8800048" y="4667493"/>
                <a:ext cx="136586" cy="209329"/>
              </a:xfrm>
              <a:custGeom>
                <a:avLst/>
                <a:gdLst>
                  <a:gd name="connsiteX0" fmla="*/ 69707 w 136586"/>
                  <a:gd name="connsiteY0" fmla="*/ 76 h 209329"/>
                  <a:gd name="connsiteX1" fmla="*/ 29215 w 136586"/>
                  <a:gd name="connsiteY1" fmla="*/ 15852 h 209329"/>
                  <a:gd name="connsiteX2" fmla="*/ 205 w 136586"/>
                  <a:gd name="connsiteY2" fmla="*/ 103224 h 209329"/>
                  <a:gd name="connsiteX3" fmla="*/ 24380 w 136586"/>
                  <a:gd name="connsiteY3" fmla="*/ 188777 h 209329"/>
                  <a:gd name="connsiteX4" fmla="*/ 68499 w 136586"/>
                  <a:gd name="connsiteY4" fmla="*/ 209406 h 209329"/>
                  <a:gd name="connsiteX5" fmla="*/ 107783 w 136586"/>
                  <a:gd name="connsiteY5" fmla="*/ 193631 h 209329"/>
                  <a:gd name="connsiteX6" fmla="*/ 136792 w 136586"/>
                  <a:gd name="connsiteY6" fmla="*/ 105045 h 209329"/>
                  <a:gd name="connsiteX7" fmla="*/ 69707 w 136586"/>
                  <a:gd name="connsiteY7" fmla="*/ 76 h 209329"/>
                  <a:gd name="connsiteX8" fmla="*/ 68801 w 136586"/>
                  <a:gd name="connsiteY8" fmla="*/ 7964 h 209329"/>
                  <a:gd name="connsiteX9" fmla="*/ 107783 w 136586"/>
                  <a:gd name="connsiteY9" fmla="*/ 105651 h 209329"/>
                  <a:gd name="connsiteX10" fmla="*/ 68499 w 136586"/>
                  <a:gd name="connsiteY10" fmla="*/ 201518 h 209329"/>
                  <a:gd name="connsiteX11" fmla="*/ 29215 w 136586"/>
                  <a:gd name="connsiteY11" fmla="*/ 105955 h 209329"/>
                  <a:gd name="connsiteX12" fmla="*/ 68801 w 136586"/>
                  <a:gd name="connsiteY12" fmla="*/ 796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07" y="76"/>
                    </a:moveTo>
                    <a:cubicBezTo>
                      <a:pt x="53087" y="76"/>
                      <a:pt x="40396" y="5234"/>
                      <a:pt x="29215" y="15852"/>
                    </a:cubicBezTo>
                    <a:cubicBezTo>
                      <a:pt x="11688" y="32841"/>
                      <a:pt x="205" y="67729"/>
                      <a:pt x="205" y="103224"/>
                    </a:cubicBezTo>
                    <a:cubicBezTo>
                      <a:pt x="205" y="136292"/>
                      <a:pt x="10177" y="171787"/>
                      <a:pt x="24380" y="188777"/>
                    </a:cubicBezTo>
                    <a:cubicBezTo>
                      <a:pt x="35561" y="202125"/>
                      <a:pt x="50972" y="209406"/>
                      <a:pt x="68499" y="209406"/>
                    </a:cubicBezTo>
                    <a:cubicBezTo>
                      <a:pt x="83910" y="209406"/>
                      <a:pt x="96904" y="204249"/>
                      <a:pt x="107783" y="193631"/>
                    </a:cubicBezTo>
                    <a:cubicBezTo>
                      <a:pt x="125309" y="176945"/>
                      <a:pt x="136792" y="141753"/>
                      <a:pt x="136792" y="105045"/>
                    </a:cubicBezTo>
                    <a:cubicBezTo>
                      <a:pt x="136792" y="42852"/>
                      <a:pt x="109293" y="76"/>
                      <a:pt x="69707" y="76"/>
                    </a:cubicBezTo>
                    <a:close/>
                    <a:moveTo>
                      <a:pt x="68801" y="7964"/>
                    </a:moveTo>
                    <a:cubicBezTo>
                      <a:pt x="94184" y="7964"/>
                      <a:pt x="107783" y="42246"/>
                      <a:pt x="107783" y="105651"/>
                    </a:cubicBezTo>
                    <a:cubicBezTo>
                      <a:pt x="107783" y="169057"/>
                      <a:pt x="94486" y="201518"/>
                      <a:pt x="68499" y="201518"/>
                    </a:cubicBezTo>
                    <a:cubicBezTo>
                      <a:pt x="42511" y="201518"/>
                      <a:pt x="29215" y="169057"/>
                      <a:pt x="29215" y="105955"/>
                    </a:cubicBezTo>
                    <a:cubicBezTo>
                      <a:pt x="29215" y="41639"/>
                      <a:pt x="42813" y="7964"/>
                      <a:pt x="68801" y="7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6FE2E3E0-5B2C-D5E2-5A8F-75EF845361C2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8965606" y="4842238"/>
                <a:ext cx="33542" cy="33674"/>
              </a:xfrm>
              <a:custGeom>
                <a:avLst/>
                <a:gdLst>
                  <a:gd name="connsiteX0" fmla="*/ 16830 w 33542"/>
                  <a:gd name="connsiteY0" fmla="*/ 76 h 33674"/>
                  <a:gd name="connsiteX1" fmla="*/ 210 w 33542"/>
                  <a:gd name="connsiteY1" fmla="*/ 17369 h 33674"/>
                  <a:gd name="connsiteX2" fmla="*/ 16528 w 33542"/>
                  <a:gd name="connsiteY2" fmla="*/ 33751 h 33674"/>
                  <a:gd name="connsiteX3" fmla="*/ 33753 w 33542"/>
                  <a:gd name="connsiteY3" fmla="*/ 17369 h 33674"/>
                  <a:gd name="connsiteX4" fmla="*/ 16830 w 33542"/>
                  <a:gd name="connsiteY4" fmla="*/ 7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30" y="76"/>
                    </a:moveTo>
                    <a:cubicBezTo>
                      <a:pt x="7765" y="76"/>
                      <a:pt x="210" y="7964"/>
                      <a:pt x="210" y="17369"/>
                    </a:cubicBezTo>
                    <a:cubicBezTo>
                      <a:pt x="210" y="26167"/>
                      <a:pt x="7765" y="33751"/>
                      <a:pt x="16528" y="33751"/>
                    </a:cubicBezTo>
                    <a:cubicBezTo>
                      <a:pt x="25896" y="33751"/>
                      <a:pt x="33753" y="26167"/>
                      <a:pt x="33753" y="17369"/>
                    </a:cubicBezTo>
                    <a:cubicBezTo>
                      <a:pt x="33753" y="7964"/>
                      <a:pt x="25896" y="76"/>
                      <a:pt x="16830" y="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ABAC3150-2177-94E5-BDF4-5FAF46513B0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9023909" y="4667493"/>
                <a:ext cx="139004" cy="205082"/>
              </a:xfrm>
              <a:custGeom>
                <a:avLst/>
                <a:gdLst>
                  <a:gd name="connsiteX0" fmla="*/ 139217 w 139004"/>
                  <a:gd name="connsiteY0" fmla="*/ 135079 h 205082"/>
                  <a:gd name="connsiteX1" fmla="*/ 108394 w 139004"/>
                  <a:gd name="connsiteY1" fmla="*/ 135079 h 205082"/>
                  <a:gd name="connsiteX2" fmla="*/ 108394 w 139004"/>
                  <a:gd name="connsiteY2" fmla="*/ 76 h 205082"/>
                  <a:gd name="connsiteX3" fmla="*/ 95098 w 139004"/>
                  <a:gd name="connsiteY3" fmla="*/ 76 h 205082"/>
                  <a:gd name="connsiteX4" fmla="*/ 213 w 139004"/>
                  <a:gd name="connsiteY4" fmla="*/ 135079 h 205082"/>
                  <a:gd name="connsiteX5" fmla="*/ 213 w 139004"/>
                  <a:gd name="connsiteY5" fmla="*/ 154495 h 205082"/>
                  <a:gd name="connsiteX6" fmla="*/ 85126 w 139004"/>
                  <a:gd name="connsiteY6" fmla="*/ 154495 h 205082"/>
                  <a:gd name="connsiteX7" fmla="*/ 85126 w 139004"/>
                  <a:gd name="connsiteY7" fmla="*/ 205159 h 205082"/>
                  <a:gd name="connsiteX8" fmla="*/ 108394 w 139004"/>
                  <a:gd name="connsiteY8" fmla="*/ 205159 h 205082"/>
                  <a:gd name="connsiteX9" fmla="*/ 108394 w 139004"/>
                  <a:gd name="connsiteY9" fmla="*/ 154495 h 205082"/>
                  <a:gd name="connsiteX10" fmla="*/ 139217 w 139004"/>
                  <a:gd name="connsiteY10" fmla="*/ 154495 h 205082"/>
                  <a:gd name="connsiteX11" fmla="*/ 139217 w 139004"/>
                  <a:gd name="connsiteY11" fmla="*/ 135079 h 205082"/>
                  <a:gd name="connsiteX12" fmla="*/ 84824 w 139004"/>
                  <a:gd name="connsiteY12" fmla="*/ 135079 h 205082"/>
                  <a:gd name="connsiteX13" fmla="*/ 12300 w 139004"/>
                  <a:gd name="connsiteY13" fmla="*/ 135079 h 205082"/>
                  <a:gd name="connsiteX14" fmla="*/ 84824 w 139004"/>
                  <a:gd name="connsiteY14" fmla="*/ 31021 h 205082"/>
                  <a:gd name="connsiteX15" fmla="*/ 84824 w 139004"/>
                  <a:gd name="connsiteY15" fmla="*/ 13507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217" y="135079"/>
                    </a:moveTo>
                    <a:lnTo>
                      <a:pt x="108394" y="135079"/>
                    </a:lnTo>
                    <a:lnTo>
                      <a:pt x="108394" y="76"/>
                    </a:lnTo>
                    <a:lnTo>
                      <a:pt x="95098" y="76"/>
                    </a:lnTo>
                    <a:lnTo>
                      <a:pt x="213" y="135079"/>
                    </a:lnTo>
                    <a:lnTo>
                      <a:pt x="213" y="154495"/>
                    </a:lnTo>
                    <a:lnTo>
                      <a:pt x="85126" y="154495"/>
                    </a:lnTo>
                    <a:lnTo>
                      <a:pt x="85126" y="205159"/>
                    </a:lnTo>
                    <a:lnTo>
                      <a:pt x="108394" y="205159"/>
                    </a:lnTo>
                    <a:lnTo>
                      <a:pt x="108394" y="154495"/>
                    </a:lnTo>
                    <a:lnTo>
                      <a:pt x="139217" y="154495"/>
                    </a:lnTo>
                    <a:lnTo>
                      <a:pt x="139217" y="135079"/>
                    </a:lnTo>
                    <a:close/>
                    <a:moveTo>
                      <a:pt x="84824" y="135079"/>
                    </a:moveTo>
                    <a:lnTo>
                      <a:pt x="12300" y="135079"/>
                    </a:lnTo>
                    <a:lnTo>
                      <a:pt x="84824" y="31021"/>
                    </a:lnTo>
                    <a:lnTo>
                      <a:pt x="84824" y="13507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59B81EBF-5E3E-BCCA-D1F3-6949690A0145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9175567" y="4667493"/>
                <a:ext cx="139004" cy="205082"/>
              </a:xfrm>
              <a:custGeom>
                <a:avLst/>
                <a:gdLst>
                  <a:gd name="connsiteX0" fmla="*/ 139222 w 139004"/>
                  <a:gd name="connsiteY0" fmla="*/ 135079 h 205082"/>
                  <a:gd name="connsiteX1" fmla="*/ 108399 w 139004"/>
                  <a:gd name="connsiteY1" fmla="*/ 135079 h 205082"/>
                  <a:gd name="connsiteX2" fmla="*/ 108399 w 139004"/>
                  <a:gd name="connsiteY2" fmla="*/ 76 h 205082"/>
                  <a:gd name="connsiteX3" fmla="*/ 95103 w 139004"/>
                  <a:gd name="connsiteY3" fmla="*/ 76 h 205082"/>
                  <a:gd name="connsiteX4" fmla="*/ 218 w 139004"/>
                  <a:gd name="connsiteY4" fmla="*/ 135079 h 205082"/>
                  <a:gd name="connsiteX5" fmla="*/ 218 w 139004"/>
                  <a:gd name="connsiteY5" fmla="*/ 154495 h 205082"/>
                  <a:gd name="connsiteX6" fmla="*/ 85131 w 139004"/>
                  <a:gd name="connsiteY6" fmla="*/ 154495 h 205082"/>
                  <a:gd name="connsiteX7" fmla="*/ 85131 w 139004"/>
                  <a:gd name="connsiteY7" fmla="*/ 205159 h 205082"/>
                  <a:gd name="connsiteX8" fmla="*/ 108399 w 139004"/>
                  <a:gd name="connsiteY8" fmla="*/ 205159 h 205082"/>
                  <a:gd name="connsiteX9" fmla="*/ 108399 w 139004"/>
                  <a:gd name="connsiteY9" fmla="*/ 154495 h 205082"/>
                  <a:gd name="connsiteX10" fmla="*/ 139222 w 139004"/>
                  <a:gd name="connsiteY10" fmla="*/ 154495 h 205082"/>
                  <a:gd name="connsiteX11" fmla="*/ 139222 w 139004"/>
                  <a:gd name="connsiteY11" fmla="*/ 135079 h 205082"/>
                  <a:gd name="connsiteX12" fmla="*/ 84829 w 139004"/>
                  <a:gd name="connsiteY12" fmla="*/ 135079 h 205082"/>
                  <a:gd name="connsiteX13" fmla="*/ 12305 w 139004"/>
                  <a:gd name="connsiteY13" fmla="*/ 135079 h 205082"/>
                  <a:gd name="connsiteX14" fmla="*/ 84829 w 139004"/>
                  <a:gd name="connsiteY14" fmla="*/ 31021 h 205082"/>
                  <a:gd name="connsiteX15" fmla="*/ 84829 w 139004"/>
                  <a:gd name="connsiteY15" fmla="*/ 13507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222" y="135079"/>
                    </a:moveTo>
                    <a:lnTo>
                      <a:pt x="108399" y="135079"/>
                    </a:lnTo>
                    <a:lnTo>
                      <a:pt x="108399" y="76"/>
                    </a:lnTo>
                    <a:lnTo>
                      <a:pt x="95103" y="76"/>
                    </a:lnTo>
                    <a:lnTo>
                      <a:pt x="218" y="135079"/>
                    </a:lnTo>
                    <a:lnTo>
                      <a:pt x="218" y="154495"/>
                    </a:lnTo>
                    <a:lnTo>
                      <a:pt x="85131" y="154495"/>
                    </a:lnTo>
                    <a:lnTo>
                      <a:pt x="85131" y="205159"/>
                    </a:lnTo>
                    <a:lnTo>
                      <a:pt x="108399" y="205159"/>
                    </a:lnTo>
                    <a:lnTo>
                      <a:pt x="108399" y="154495"/>
                    </a:lnTo>
                    <a:lnTo>
                      <a:pt x="139222" y="154495"/>
                    </a:lnTo>
                    <a:lnTo>
                      <a:pt x="139222" y="135079"/>
                    </a:lnTo>
                    <a:close/>
                    <a:moveTo>
                      <a:pt x="84829" y="135079"/>
                    </a:moveTo>
                    <a:lnTo>
                      <a:pt x="12305" y="135079"/>
                    </a:lnTo>
                    <a:lnTo>
                      <a:pt x="84829" y="31021"/>
                    </a:lnTo>
                    <a:lnTo>
                      <a:pt x="84829" y="13507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9C405286-2090-6F3D-60CB-CF0E240BF8FA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9887450" y="461678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6F648EA3-C57E-BB7D-14D0-C9904CE66CDA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10169183" y="4667493"/>
                <a:ext cx="134471" cy="205082"/>
              </a:xfrm>
              <a:custGeom>
                <a:avLst/>
                <a:gdLst>
                  <a:gd name="connsiteX0" fmla="*/ 134722 w 134471"/>
                  <a:gd name="connsiteY0" fmla="*/ 163596 h 205082"/>
                  <a:gd name="connsiteX1" fmla="*/ 130793 w 134471"/>
                  <a:gd name="connsiteY1" fmla="*/ 162079 h 205082"/>
                  <a:gd name="connsiteX2" fmla="*/ 102086 w 134471"/>
                  <a:gd name="connsiteY2" fmla="*/ 182102 h 205082"/>
                  <a:gd name="connsiteX3" fmla="*/ 29864 w 134471"/>
                  <a:gd name="connsiteY3" fmla="*/ 182102 h 205082"/>
                  <a:gd name="connsiteX4" fmla="*/ 80631 w 134471"/>
                  <a:gd name="connsiteY4" fmla="*/ 128708 h 205082"/>
                  <a:gd name="connsiteX5" fmla="*/ 119310 w 134471"/>
                  <a:gd name="connsiteY5" fmla="*/ 53774 h 205082"/>
                  <a:gd name="connsiteX6" fmla="*/ 63407 w 134471"/>
                  <a:gd name="connsiteY6" fmla="*/ 76 h 205082"/>
                  <a:gd name="connsiteX7" fmla="*/ 19892 w 134471"/>
                  <a:gd name="connsiteY7" fmla="*/ 18886 h 205082"/>
                  <a:gd name="connsiteX8" fmla="*/ 552 w 134471"/>
                  <a:gd name="connsiteY8" fmla="*/ 60448 h 205082"/>
                  <a:gd name="connsiteX9" fmla="*/ 6898 w 134471"/>
                  <a:gd name="connsiteY9" fmla="*/ 61965 h 205082"/>
                  <a:gd name="connsiteX10" fmla="*/ 50715 w 134471"/>
                  <a:gd name="connsiteY10" fmla="*/ 22526 h 205082"/>
                  <a:gd name="connsiteX11" fmla="*/ 93323 w 134471"/>
                  <a:gd name="connsiteY11" fmla="*/ 65302 h 205082"/>
                  <a:gd name="connsiteX12" fmla="*/ 54039 w 134471"/>
                  <a:gd name="connsiteY12" fmla="*/ 144180 h 205082"/>
                  <a:gd name="connsiteX13" fmla="*/ 250 w 134471"/>
                  <a:gd name="connsiteY13" fmla="*/ 201518 h 205082"/>
                  <a:gd name="connsiteX14" fmla="*/ 250 w 134471"/>
                  <a:gd name="connsiteY14" fmla="*/ 205159 h 205082"/>
                  <a:gd name="connsiteX15" fmla="*/ 118102 w 134471"/>
                  <a:gd name="connsiteY15" fmla="*/ 205159 h 205082"/>
                  <a:gd name="connsiteX16" fmla="*/ 134722 w 134471"/>
                  <a:gd name="connsiteY16" fmla="*/ 163596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722" y="163596"/>
                    </a:moveTo>
                    <a:lnTo>
                      <a:pt x="130793" y="162079"/>
                    </a:lnTo>
                    <a:cubicBezTo>
                      <a:pt x="119613" y="179372"/>
                      <a:pt x="115684" y="182102"/>
                      <a:pt x="102086" y="182102"/>
                    </a:cubicBezTo>
                    <a:lnTo>
                      <a:pt x="29864" y="182102"/>
                    </a:lnTo>
                    <a:lnTo>
                      <a:pt x="80631" y="128708"/>
                    </a:lnTo>
                    <a:cubicBezTo>
                      <a:pt x="107525" y="100494"/>
                      <a:pt x="119310" y="77437"/>
                      <a:pt x="119310" y="53774"/>
                    </a:cubicBezTo>
                    <a:cubicBezTo>
                      <a:pt x="119310" y="23436"/>
                      <a:pt x="94834" y="76"/>
                      <a:pt x="63407" y="76"/>
                    </a:cubicBezTo>
                    <a:cubicBezTo>
                      <a:pt x="46786" y="76"/>
                      <a:pt x="31073" y="6751"/>
                      <a:pt x="19892" y="18886"/>
                    </a:cubicBezTo>
                    <a:cubicBezTo>
                      <a:pt x="10222" y="29200"/>
                      <a:pt x="5690" y="38909"/>
                      <a:pt x="552" y="60448"/>
                    </a:cubicBezTo>
                    <a:lnTo>
                      <a:pt x="6898" y="61965"/>
                    </a:lnTo>
                    <a:cubicBezTo>
                      <a:pt x="18986" y="32234"/>
                      <a:pt x="29864" y="22526"/>
                      <a:pt x="50715" y="22526"/>
                    </a:cubicBezTo>
                    <a:cubicBezTo>
                      <a:pt x="76098" y="22526"/>
                      <a:pt x="93323" y="39819"/>
                      <a:pt x="93323" y="65302"/>
                    </a:cubicBezTo>
                    <a:cubicBezTo>
                      <a:pt x="93323" y="88966"/>
                      <a:pt x="79422" y="117180"/>
                      <a:pt x="54039" y="144180"/>
                    </a:cubicBezTo>
                    <a:lnTo>
                      <a:pt x="250" y="201518"/>
                    </a:lnTo>
                    <a:lnTo>
                      <a:pt x="250" y="205159"/>
                    </a:lnTo>
                    <a:lnTo>
                      <a:pt x="118102" y="205159"/>
                    </a:lnTo>
                    <a:lnTo>
                      <a:pt x="134722" y="16359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B1DFE729-93D2-4DF9-4F28-54320A81DF0B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10332929" y="4842238"/>
                <a:ext cx="33542" cy="33674"/>
              </a:xfrm>
              <a:custGeom>
                <a:avLst/>
                <a:gdLst>
                  <a:gd name="connsiteX0" fmla="*/ 16875 w 33542"/>
                  <a:gd name="connsiteY0" fmla="*/ 76 h 33674"/>
                  <a:gd name="connsiteX1" fmla="*/ 255 w 33542"/>
                  <a:gd name="connsiteY1" fmla="*/ 17369 h 33674"/>
                  <a:gd name="connsiteX2" fmla="*/ 16573 w 33542"/>
                  <a:gd name="connsiteY2" fmla="*/ 33751 h 33674"/>
                  <a:gd name="connsiteX3" fmla="*/ 33798 w 33542"/>
                  <a:gd name="connsiteY3" fmla="*/ 17369 h 33674"/>
                  <a:gd name="connsiteX4" fmla="*/ 16875 w 33542"/>
                  <a:gd name="connsiteY4" fmla="*/ 7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75" y="76"/>
                    </a:moveTo>
                    <a:cubicBezTo>
                      <a:pt x="7810" y="76"/>
                      <a:pt x="255" y="7964"/>
                      <a:pt x="255" y="17369"/>
                    </a:cubicBezTo>
                    <a:cubicBezTo>
                      <a:pt x="255" y="26167"/>
                      <a:pt x="7810" y="33751"/>
                      <a:pt x="16573" y="33751"/>
                    </a:cubicBezTo>
                    <a:cubicBezTo>
                      <a:pt x="25941" y="33751"/>
                      <a:pt x="33798" y="26167"/>
                      <a:pt x="33798" y="17369"/>
                    </a:cubicBezTo>
                    <a:cubicBezTo>
                      <a:pt x="33798" y="7964"/>
                      <a:pt x="25941" y="76"/>
                      <a:pt x="16875" y="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3301ABE2-F518-9D8C-01C7-31032F561F93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10404527" y="4667493"/>
                <a:ext cx="117549" cy="209329"/>
              </a:xfrm>
              <a:custGeom>
                <a:avLst/>
                <a:gdLst>
                  <a:gd name="connsiteX0" fmla="*/ 70969 w 117549"/>
                  <a:gd name="connsiteY0" fmla="*/ 92606 h 209329"/>
                  <a:gd name="connsiteX1" fmla="*/ 111461 w 117549"/>
                  <a:gd name="connsiteY1" fmla="*/ 43156 h 209329"/>
                  <a:gd name="connsiteX2" fmla="*/ 59486 w 117549"/>
                  <a:gd name="connsiteY2" fmla="*/ 76 h 209329"/>
                  <a:gd name="connsiteX3" fmla="*/ 2071 w 117549"/>
                  <a:gd name="connsiteY3" fmla="*/ 48010 h 209329"/>
                  <a:gd name="connsiteX4" fmla="*/ 39542 w 117549"/>
                  <a:gd name="connsiteY4" fmla="*/ 104438 h 209329"/>
                  <a:gd name="connsiteX5" fmla="*/ 258 w 117549"/>
                  <a:gd name="connsiteY5" fmla="*/ 159349 h 209329"/>
                  <a:gd name="connsiteX6" fmla="*/ 58277 w 117549"/>
                  <a:gd name="connsiteY6" fmla="*/ 209406 h 209329"/>
                  <a:gd name="connsiteX7" fmla="*/ 117807 w 117549"/>
                  <a:gd name="connsiteY7" fmla="*/ 158136 h 209329"/>
                  <a:gd name="connsiteX8" fmla="*/ 70969 w 117549"/>
                  <a:gd name="connsiteY8" fmla="*/ 92606 h 209329"/>
                  <a:gd name="connsiteX9" fmla="*/ 65529 w 117549"/>
                  <a:gd name="connsiteY9" fmla="*/ 123854 h 209329"/>
                  <a:gd name="connsiteX10" fmla="*/ 94841 w 117549"/>
                  <a:gd name="connsiteY10" fmla="*/ 167540 h 209329"/>
                  <a:gd name="connsiteX11" fmla="*/ 61601 w 117549"/>
                  <a:gd name="connsiteY11" fmla="*/ 200912 h 209329"/>
                  <a:gd name="connsiteX12" fmla="*/ 23224 w 117549"/>
                  <a:gd name="connsiteY12" fmla="*/ 156922 h 209329"/>
                  <a:gd name="connsiteX13" fmla="*/ 47398 w 117549"/>
                  <a:gd name="connsiteY13" fmla="*/ 110505 h 209329"/>
                  <a:gd name="connsiteX14" fmla="*/ 65529 w 117549"/>
                  <a:gd name="connsiteY14" fmla="*/ 123854 h 209329"/>
                  <a:gd name="connsiteX15" fmla="*/ 62205 w 117549"/>
                  <a:gd name="connsiteY15" fmla="*/ 87145 h 209329"/>
                  <a:gd name="connsiteX16" fmla="*/ 24432 w 117549"/>
                  <a:gd name="connsiteY16" fmla="*/ 38605 h 209329"/>
                  <a:gd name="connsiteX17" fmla="*/ 57068 w 117549"/>
                  <a:gd name="connsiteY17" fmla="*/ 8571 h 209329"/>
                  <a:gd name="connsiteX18" fmla="*/ 90610 w 117549"/>
                  <a:gd name="connsiteY18" fmla="*/ 42852 h 209329"/>
                  <a:gd name="connsiteX19" fmla="*/ 64925 w 117549"/>
                  <a:gd name="connsiteY19" fmla="*/ 85325 h 209329"/>
                  <a:gd name="connsiteX20" fmla="*/ 62205 w 117549"/>
                  <a:gd name="connsiteY20" fmla="*/ 87145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7549" h="209329">
                    <a:moveTo>
                      <a:pt x="70969" y="92606"/>
                    </a:moveTo>
                    <a:cubicBezTo>
                      <a:pt x="100885" y="76527"/>
                      <a:pt x="111461" y="63785"/>
                      <a:pt x="111461" y="43156"/>
                    </a:cubicBezTo>
                    <a:cubicBezTo>
                      <a:pt x="111461" y="18279"/>
                      <a:pt x="89704" y="76"/>
                      <a:pt x="59486" y="76"/>
                    </a:cubicBezTo>
                    <a:cubicBezTo>
                      <a:pt x="26548" y="76"/>
                      <a:pt x="2071" y="20403"/>
                      <a:pt x="2071" y="48010"/>
                    </a:cubicBezTo>
                    <a:cubicBezTo>
                      <a:pt x="2071" y="67729"/>
                      <a:pt x="7812" y="76527"/>
                      <a:pt x="39542" y="104438"/>
                    </a:cubicBezTo>
                    <a:cubicBezTo>
                      <a:pt x="6906" y="129315"/>
                      <a:pt x="258" y="138719"/>
                      <a:pt x="258" y="159349"/>
                    </a:cubicBezTo>
                    <a:cubicBezTo>
                      <a:pt x="258" y="188777"/>
                      <a:pt x="24130" y="209406"/>
                      <a:pt x="58277" y="209406"/>
                    </a:cubicBezTo>
                    <a:cubicBezTo>
                      <a:pt x="94539" y="209406"/>
                      <a:pt x="117807" y="189383"/>
                      <a:pt x="117807" y="158136"/>
                    </a:cubicBezTo>
                    <a:cubicBezTo>
                      <a:pt x="117807" y="134776"/>
                      <a:pt x="107533" y="119910"/>
                      <a:pt x="70969" y="92606"/>
                    </a:cubicBezTo>
                    <a:close/>
                    <a:moveTo>
                      <a:pt x="65529" y="123854"/>
                    </a:moveTo>
                    <a:cubicBezTo>
                      <a:pt x="87589" y="139630"/>
                      <a:pt x="94841" y="150551"/>
                      <a:pt x="94841" y="167540"/>
                    </a:cubicBezTo>
                    <a:cubicBezTo>
                      <a:pt x="94841" y="187260"/>
                      <a:pt x="81243" y="200912"/>
                      <a:pt x="61601" y="200912"/>
                    </a:cubicBezTo>
                    <a:cubicBezTo>
                      <a:pt x="38635" y="200912"/>
                      <a:pt x="23224" y="183316"/>
                      <a:pt x="23224" y="156922"/>
                    </a:cubicBezTo>
                    <a:cubicBezTo>
                      <a:pt x="23224" y="137506"/>
                      <a:pt x="29872" y="124764"/>
                      <a:pt x="47398" y="110505"/>
                    </a:cubicBezTo>
                    <a:lnTo>
                      <a:pt x="65529" y="123854"/>
                    </a:lnTo>
                    <a:close/>
                    <a:moveTo>
                      <a:pt x="62205" y="87145"/>
                    </a:moveTo>
                    <a:cubicBezTo>
                      <a:pt x="35311" y="69550"/>
                      <a:pt x="24432" y="55594"/>
                      <a:pt x="24432" y="38605"/>
                    </a:cubicBezTo>
                    <a:cubicBezTo>
                      <a:pt x="24432" y="21009"/>
                      <a:pt x="38031" y="8571"/>
                      <a:pt x="57068" y="8571"/>
                    </a:cubicBezTo>
                    <a:cubicBezTo>
                      <a:pt x="77617" y="8571"/>
                      <a:pt x="90610" y="21919"/>
                      <a:pt x="90610" y="42852"/>
                    </a:cubicBezTo>
                    <a:cubicBezTo>
                      <a:pt x="90610" y="60145"/>
                      <a:pt x="82149" y="73797"/>
                      <a:pt x="64925" y="85325"/>
                    </a:cubicBezTo>
                    <a:cubicBezTo>
                      <a:pt x="63414" y="86235"/>
                      <a:pt x="63414" y="86235"/>
                      <a:pt x="62205" y="871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BF70FCAC-52E9-BF03-97A0-D03765E345E2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10542889" y="4667493"/>
                <a:ext cx="139004" cy="205082"/>
              </a:xfrm>
              <a:custGeom>
                <a:avLst/>
                <a:gdLst>
                  <a:gd name="connsiteX0" fmla="*/ 139267 w 139004"/>
                  <a:gd name="connsiteY0" fmla="*/ 135079 h 205082"/>
                  <a:gd name="connsiteX1" fmla="*/ 108444 w 139004"/>
                  <a:gd name="connsiteY1" fmla="*/ 135079 h 205082"/>
                  <a:gd name="connsiteX2" fmla="*/ 108444 w 139004"/>
                  <a:gd name="connsiteY2" fmla="*/ 76 h 205082"/>
                  <a:gd name="connsiteX3" fmla="*/ 95148 w 139004"/>
                  <a:gd name="connsiteY3" fmla="*/ 76 h 205082"/>
                  <a:gd name="connsiteX4" fmla="*/ 263 w 139004"/>
                  <a:gd name="connsiteY4" fmla="*/ 135079 h 205082"/>
                  <a:gd name="connsiteX5" fmla="*/ 263 w 139004"/>
                  <a:gd name="connsiteY5" fmla="*/ 154495 h 205082"/>
                  <a:gd name="connsiteX6" fmla="*/ 85176 w 139004"/>
                  <a:gd name="connsiteY6" fmla="*/ 154495 h 205082"/>
                  <a:gd name="connsiteX7" fmla="*/ 85176 w 139004"/>
                  <a:gd name="connsiteY7" fmla="*/ 205159 h 205082"/>
                  <a:gd name="connsiteX8" fmla="*/ 108444 w 139004"/>
                  <a:gd name="connsiteY8" fmla="*/ 205159 h 205082"/>
                  <a:gd name="connsiteX9" fmla="*/ 108444 w 139004"/>
                  <a:gd name="connsiteY9" fmla="*/ 154495 h 205082"/>
                  <a:gd name="connsiteX10" fmla="*/ 139267 w 139004"/>
                  <a:gd name="connsiteY10" fmla="*/ 154495 h 205082"/>
                  <a:gd name="connsiteX11" fmla="*/ 139267 w 139004"/>
                  <a:gd name="connsiteY11" fmla="*/ 135079 h 205082"/>
                  <a:gd name="connsiteX12" fmla="*/ 84874 w 139004"/>
                  <a:gd name="connsiteY12" fmla="*/ 135079 h 205082"/>
                  <a:gd name="connsiteX13" fmla="*/ 12350 w 139004"/>
                  <a:gd name="connsiteY13" fmla="*/ 135079 h 205082"/>
                  <a:gd name="connsiteX14" fmla="*/ 84874 w 139004"/>
                  <a:gd name="connsiteY14" fmla="*/ 31021 h 205082"/>
                  <a:gd name="connsiteX15" fmla="*/ 84874 w 139004"/>
                  <a:gd name="connsiteY15" fmla="*/ 13507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267" y="135079"/>
                    </a:moveTo>
                    <a:lnTo>
                      <a:pt x="108444" y="135079"/>
                    </a:lnTo>
                    <a:lnTo>
                      <a:pt x="108444" y="76"/>
                    </a:lnTo>
                    <a:lnTo>
                      <a:pt x="95148" y="76"/>
                    </a:lnTo>
                    <a:lnTo>
                      <a:pt x="263" y="135079"/>
                    </a:lnTo>
                    <a:lnTo>
                      <a:pt x="263" y="154495"/>
                    </a:lnTo>
                    <a:lnTo>
                      <a:pt x="85176" y="154495"/>
                    </a:lnTo>
                    <a:lnTo>
                      <a:pt x="85176" y="205159"/>
                    </a:lnTo>
                    <a:lnTo>
                      <a:pt x="108444" y="205159"/>
                    </a:lnTo>
                    <a:lnTo>
                      <a:pt x="108444" y="154495"/>
                    </a:lnTo>
                    <a:lnTo>
                      <a:pt x="139267" y="154495"/>
                    </a:lnTo>
                    <a:lnTo>
                      <a:pt x="139267" y="135079"/>
                    </a:lnTo>
                    <a:close/>
                    <a:moveTo>
                      <a:pt x="84874" y="135079"/>
                    </a:moveTo>
                    <a:lnTo>
                      <a:pt x="12350" y="135079"/>
                    </a:lnTo>
                    <a:lnTo>
                      <a:pt x="84874" y="31021"/>
                    </a:lnTo>
                    <a:lnTo>
                      <a:pt x="84874" y="13507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D23A2556-6D41-C819-3070-40E2C5F05D59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10699987" y="4667493"/>
                <a:ext cx="134471" cy="205082"/>
              </a:xfrm>
              <a:custGeom>
                <a:avLst/>
                <a:gdLst>
                  <a:gd name="connsiteX0" fmla="*/ 134739 w 134471"/>
                  <a:gd name="connsiteY0" fmla="*/ 163596 h 205082"/>
                  <a:gd name="connsiteX1" fmla="*/ 130811 w 134471"/>
                  <a:gd name="connsiteY1" fmla="*/ 162079 h 205082"/>
                  <a:gd name="connsiteX2" fmla="*/ 102103 w 134471"/>
                  <a:gd name="connsiteY2" fmla="*/ 182102 h 205082"/>
                  <a:gd name="connsiteX3" fmla="*/ 29882 w 134471"/>
                  <a:gd name="connsiteY3" fmla="*/ 182102 h 205082"/>
                  <a:gd name="connsiteX4" fmla="*/ 80648 w 134471"/>
                  <a:gd name="connsiteY4" fmla="*/ 128708 h 205082"/>
                  <a:gd name="connsiteX5" fmla="*/ 119328 w 134471"/>
                  <a:gd name="connsiteY5" fmla="*/ 53774 h 205082"/>
                  <a:gd name="connsiteX6" fmla="*/ 63424 w 134471"/>
                  <a:gd name="connsiteY6" fmla="*/ 76 h 205082"/>
                  <a:gd name="connsiteX7" fmla="*/ 19910 w 134471"/>
                  <a:gd name="connsiteY7" fmla="*/ 18886 h 205082"/>
                  <a:gd name="connsiteX8" fmla="*/ 570 w 134471"/>
                  <a:gd name="connsiteY8" fmla="*/ 60448 h 205082"/>
                  <a:gd name="connsiteX9" fmla="*/ 6916 w 134471"/>
                  <a:gd name="connsiteY9" fmla="*/ 61965 h 205082"/>
                  <a:gd name="connsiteX10" fmla="*/ 50732 w 134471"/>
                  <a:gd name="connsiteY10" fmla="*/ 22526 h 205082"/>
                  <a:gd name="connsiteX11" fmla="*/ 93340 w 134471"/>
                  <a:gd name="connsiteY11" fmla="*/ 65302 h 205082"/>
                  <a:gd name="connsiteX12" fmla="*/ 54056 w 134471"/>
                  <a:gd name="connsiteY12" fmla="*/ 144180 h 205082"/>
                  <a:gd name="connsiteX13" fmla="*/ 268 w 134471"/>
                  <a:gd name="connsiteY13" fmla="*/ 201518 h 205082"/>
                  <a:gd name="connsiteX14" fmla="*/ 268 w 134471"/>
                  <a:gd name="connsiteY14" fmla="*/ 205159 h 205082"/>
                  <a:gd name="connsiteX15" fmla="*/ 118119 w 134471"/>
                  <a:gd name="connsiteY15" fmla="*/ 205159 h 205082"/>
                  <a:gd name="connsiteX16" fmla="*/ 134739 w 134471"/>
                  <a:gd name="connsiteY16" fmla="*/ 163596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739" y="163596"/>
                    </a:moveTo>
                    <a:lnTo>
                      <a:pt x="130811" y="162079"/>
                    </a:lnTo>
                    <a:cubicBezTo>
                      <a:pt x="119630" y="179372"/>
                      <a:pt x="115702" y="182102"/>
                      <a:pt x="102103" y="182102"/>
                    </a:cubicBezTo>
                    <a:lnTo>
                      <a:pt x="29882" y="182102"/>
                    </a:lnTo>
                    <a:lnTo>
                      <a:pt x="80648" y="128708"/>
                    </a:lnTo>
                    <a:cubicBezTo>
                      <a:pt x="107543" y="100494"/>
                      <a:pt x="119328" y="77437"/>
                      <a:pt x="119328" y="53774"/>
                    </a:cubicBezTo>
                    <a:cubicBezTo>
                      <a:pt x="119328" y="23436"/>
                      <a:pt x="94851" y="76"/>
                      <a:pt x="63424" y="76"/>
                    </a:cubicBezTo>
                    <a:cubicBezTo>
                      <a:pt x="46804" y="76"/>
                      <a:pt x="31090" y="6751"/>
                      <a:pt x="19910" y="18886"/>
                    </a:cubicBezTo>
                    <a:cubicBezTo>
                      <a:pt x="10240" y="29200"/>
                      <a:pt x="5707" y="38909"/>
                      <a:pt x="570" y="60448"/>
                    </a:cubicBezTo>
                    <a:lnTo>
                      <a:pt x="6916" y="61965"/>
                    </a:lnTo>
                    <a:cubicBezTo>
                      <a:pt x="19003" y="32234"/>
                      <a:pt x="29882" y="22526"/>
                      <a:pt x="50732" y="22526"/>
                    </a:cubicBezTo>
                    <a:cubicBezTo>
                      <a:pt x="76116" y="22526"/>
                      <a:pt x="93340" y="39819"/>
                      <a:pt x="93340" y="65302"/>
                    </a:cubicBezTo>
                    <a:cubicBezTo>
                      <a:pt x="93340" y="88966"/>
                      <a:pt x="79440" y="117180"/>
                      <a:pt x="54056" y="144180"/>
                    </a:cubicBezTo>
                    <a:lnTo>
                      <a:pt x="268" y="201518"/>
                    </a:lnTo>
                    <a:lnTo>
                      <a:pt x="268" y="205159"/>
                    </a:lnTo>
                    <a:lnTo>
                      <a:pt x="118119" y="205159"/>
                    </a:lnTo>
                    <a:lnTo>
                      <a:pt x="134739" y="16359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532CA2C6-133C-6F16-9B5C-B23BB44A4F30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10851645" y="4667493"/>
                <a:ext cx="129636" cy="211756"/>
              </a:xfrm>
              <a:custGeom>
                <a:avLst/>
                <a:gdLst>
                  <a:gd name="connsiteX0" fmla="*/ 9036 w 129636"/>
                  <a:gd name="connsiteY0" fmla="*/ 211833 h 211756"/>
                  <a:gd name="connsiteX1" fmla="*/ 80049 w 129636"/>
                  <a:gd name="connsiteY1" fmla="*/ 187260 h 211756"/>
                  <a:gd name="connsiteX2" fmla="*/ 129909 w 129636"/>
                  <a:gd name="connsiteY2" fmla="*/ 85629 h 211756"/>
                  <a:gd name="connsiteX3" fmla="*/ 63127 w 129636"/>
                  <a:gd name="connsiteY3" fmla="*/ 76 h 211756"/>
                  <a:gd name="connsiteX4" fmla="*/ 273 w 129636"/>
                  <a:gd name="connsiteY4" fmla="*/ 71673 h 211756"/>
                  <a:gd name="connsiteX5" fmla="*/ 54666 w 129636"/>
                  <a:gd name="connsiteY5" fmla="*/ 133259 h 211756"/>
                  <a:gd name="connsiteX6" fmla="*/ 99993 w 129636"/>
                  <a:gd name="connsiteY6" fmla="*/ 115966 h 211756"/>
                  <a:gd name="connsiteX7" fmla="*/ 8129 w 129636"/>
                  <a:gd name="connsiteY7" fmla="*/ 205766 h 211756"/>
                  <a:gd name="connsiteX8" fmla="*/ 9036 w 129636"/>
                  <a:gd name="connsiteY8" fmla="*/ 211833 h 211756"/>
                  <a:gd name="connsiteX9" fmla="*/ 100597 w 129636"/>
                  <a:gd name="connsiteY9" fmla="*/ 97460 h 211756"/>
                  <a:gd name="connsiteX10" fmla="*/ 96065 w 129636"/>
                  <a:gd name="connsiteY10" fmla="*/ 108989 h 211756"/>
                  <a:gd name="connsiteX11" fmla="*/ 65544 w 129636"/>
                  <a:gd name="connsiteY11" fmla="*/ 120213 h 211756"/>
                  <a:gd name="connsiteX12" fmla="*/ 28074 w 129636"/>
                  <a:gd name="connsiteY12" fmla="*/ 61358 h 211756"/>
                  <a:gd name="connsiteX13" fmla="*/ 39254 w 129636"/>
                  <a:gd name="connsiteY13" fmla="*/ 17976 h 211756"/>
                  <a:gd name="connsiteX14" fmla="*/ 60709 w 129636"/>
                  <a:gd name="connsiteY14" fmla="*/ 8571 h 211756"/>
                  <a:gd name="connsiteX15" fmla="*/ 100597 w 129636"/>
                  <a:gd name="connsiteY15" fmla="*/ 85629 h 211756"/>
                  <a:gd name="connsiteX16" fmla="*/ 100597 w 129636"/>
                  <a:gd name="connsiteY16" fmla="*/ 97460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9036" y="211833"/>
                    </a:moveTo>
                    <a:cubicBezTo>
                      <a:pt x="42881" y="207889"/>
                      <a:pt x="59501" y="202125"/>
                      <a:pt x="80049" y="187260"/>
                    </a:cubicBezTo>
                    <a:cubicBezTo>
                      <a:pt x="111476" y="164203"/>
                      <a:pt x="129909" y="126584"/>
                      <a:pt x="129909" y="85629"/>
                    </a:cubicBezTo>
                    <a:cubicBezTo>
                      <a:pt x="129909" y="35571"/>
                      <a:pt x="102108" y="76"/>
                      <a:pt x="63127" y="76"/>
                    </a:cubicBezTo>
                    <a:cubicBezTo>
                      <a:pt x="27167" y="76"/>
                      <a:pt x="273" y="30717"/>
                      <a:pt x="273" y="71673"/>
                    </a:cubicBezTo>
                    <a:cubicBezTo>
                      <a:pt x="273" y="108685"/>
                      <a:pt x="22030" y="133259"/>
                      <a:pt x="54666" y="133259"/>
                    </a:cubicBezTo>
                    <a:cubicBezTo>
                      <a:pt x="71286" y="133259"/>
                      <a:pt x="83977" y="128405"/>
                      <a:pt x="99993" y="115966"/>
                    </a:cubicBezTo>
                    <a:cubicBezTo>
                      <a:pt x="87604" y="165417"/>
                      <a:pt x="54061" y="197878"/>
                      <a:pt x="8129" y="205766"/>
                    </a:cubicBezTo>
                    <a:lnTo>
                      <a:pt x="9036" y="211833"/>
                    </a:lnTo>
                    <a:close/>
                    <a:moveTo>
                      <a:pt x="100597" y="97460"/>
                    </a:moveTo>
                    <a:cubicBezTo>
                      <a:pt x="100597" y="103528"/>
                      <a:pt x="99389" y="106258"/>
                      <a:pt x="96065" y="108989"/>
                    </a:cubicBezTo>
                    <a:cubicBezTo>
                      <a:pt x="87604" y="116270"/>
                      <a:pt x="76423" y="120213"/>
                      <a:pt x="65544" y="120213"/>
                    </a:cubicBezTo>
                    <a:cubicBezTo>
                      <a:pt x="42578" y="120213"/>
                      <a:pt x="28074" y="97460"/>
                      <a:pt x="28074" y="61358"/>
                    </a:cubicBezTo>
                    <a:cubicBezTo>
                      <a:pt x="28074" y="44066"/>
                      <a:pt x="32908" y="25863"/>
                      <a:pt x="39254" y="17976"/>
                    </a:cubicBezTo>
                    <a:cubicBezTo>
                      <a:pt x="44391" y="11908"/>
                      <a:pt x="51946" y="8571"/>
                      <a:pt x="60709" y="8571"/>
                    </a:cubicBezTo>
                    <a:cubicBezTo>
                      <a:pt x="86999" y="8571"/>
                      <a:pt x="100597" y="34661"/>
                      <a:pt x="100597" y="85629"/>
                    </a:cubicBezTo>
                    <a:lnTo>
                      <a:pt x="100597" y="9746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20A4FBD-9137-E56C-3235-7297886A38AC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11011160" y="4667493"/>
                <a:ext cx="117549" cy="209329"/>
              </a:xfrm>
              <a:custGeom>
                <a:avLst/>
                <a:gdLst>
                  <a:gd name="connsiteX0" fmla="*/ 70989 w 117549"/>
                  <a:gd name="connsiteY0" fmla="*/ 92606 h 209329"/>
                  <a:gd name="connsiteX1" fmla="*/ 111481 w 117549"/>
                  <a:gd name="connsiteY1" fmla="*/ 43156 h 209329"/>
                  <a:gd name="connsiteX2" fmla="*/ 59506 w 117549"/>
                  <a:gd name="connsiteY2" fmla="*/ 76 h 209329"/>
                  <a:gd name="connsiteX3" fmla="*/ 2091 w 117549"/>
                  <a:gd name="connsiteY3" fmla="*/ 48010 h 209329"/>
                  <a:gd name="connsiteX4" fmla="*/ 39561 w 117549"/>
                  <a:gd name="connsiteY4" fmla="*/ 104438 h 209329"/>
                  <a:gd name="connsiteX5" fmla="*/ 278 w 117549"/>
                  <a:gd name="connsiteY5" fmla="*/ 159349 h 209329"/>
                  <a:gd name="connsiteX6" fmla="*/ 58297 w 117549"/>
                  <a:gd name="connsiteY6" fmla="*/ 209406 h 209329"/>
                  <a:gd name="connsiteX7" fmla="*/ 117827 w 117549"/>
                  <a:gd name="connsiteY7" fmla="*/ 158136 h 209329"/>
                  <a:gd name="connsiteX8" fmla="*/ 70989 w 117549"/>
                  <a:gd name="connsiteY8" fmla="*/ 92606 h 209329"/>
                  <a:gd name="connsiteX9" fmla="*/ 65549 w 117549"/>
                  <a:gd name="connsiteY9" fmla="*/ 123854 h 209329"/>
                  <a:gd name="connsiteX10" fmla="*/ 94861 w 117549"/>
                  <a:gd name="connsiteY10" fmla="*/ 167540 h 209329"/>
                  <a:gd name="connsiteX11" fmla="*/ 61621 w 117549"/>
                  <a:gd name="connsiteY11" fmla="*/ 200912 h 209329"/>
                  <a:gd name="connsiteX12" fmla="*/ 23244 w 117549"/>
                  <a:gd name="connsiteY12" fmla="*/ 156922 h 209329"/>
                  <a:gd name="connsiteX13" fmla="*/ 47418 w 117549"/>
                  <a:gd name="connsiteY13" fmla="*/ 110505 h 209329"/>
                  <a:gd name="connsiteX14" fmla="*/ 65549 w 117549"/>
                  <a:gd name="connsiteY14" fmla="*/ 123854 h 209329"/>
                  <a:gd name="connsiteX15" fmla="*/ 62225 w 117549"/>
                  <a:gd name="connsiteY15" fmla="*/ 87145 h 209329"/>
                  <a:gd name="connsiteX16" fmla="*/ 24452 w 117549"/>
                  <a:gd name="connsiteY16" fmla="*/ 38605 h 209329"/>
                  <a:gd name="connsiteX17" fmla="*/ 57088 w 117549"/>
                  <a:gd name="connsiteY17" fmla="*/ 8571 h 209329"/>
                  <a:gd name="connsiteX18" fmla="*/ 90630 w 117549"/>
                  <a:gd name="connsiteY18" fmla="*/ 42852 h 209329"/>
                  <a:gd name="connsiteX19" fmla="*/ 64945 w 117549"/>
                  <a:gd name="connsiteY19" fmla="*/ 85325 h 209329"/>
                  <a:gd name="connsiteX20" fmla="*/ 62225 w 117549"/>
                  <a:gd name="connsiteY20" fmla="*/ 87145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7549" h="209329">
                    <a:moveTo>
                      <a:pt x="70989" y="92606"/>
                    </a:moveTo>
                    <a:cubicBezTo>
                      <a:pt x="100905" y="76527"/>
                      <a:pt x="111481" y="63785"/>
                      <a:pt x="111481" y="43156"/>
                    </a:cubicBezTo>
                    <a:cubicBezTo>
                      <a:pt x="111481" y="18279"/>
                      <a:pt x="89724" y="76"/>
                      <a:pt x="59506" y="76"/>
                    </a:cubicBezTo>
                    <a:cubicBezTo>
                      <a:pt x="26568" y="76"/>
                      <a:pt x="2091" y="20403"/>
                      <a:pt x="2091" y="48010"/>
                    </a:cubicBezTo>
                    <a:cubicBezTo>
                      <a:pt x="2091" y="67729"/>
                      <a:pt x="7832" y="76527"/>
                      <a:pt x="39561" y="104438"/>
                    </a:cubicBezTo>
                    <a:cubicBezTo>
                      <a:pt x="6926" y="129315"/>
                      <a:pt x="278" y="138719"/>
                      <a:pt x="278" y="159349"/>
                    </a:cubicBezTo>
                    <a:cubicBezTo>
                      <a:pt x="278" y="188777"/>
                      <a:pt x="24150" y="209406"/>
                      <a:pt x="58297" y="209406"/>
                    </a:cubicBezTo>
                    <a:cubicBezTo>
                      <a:pt x="94559" y="209406"/>
                      <a:pt x="117827" y="189383"/>
                      <a:pt x="117827" y="158136"/>
                    </a:cubicBezTo>
                    <a:cubicBezTo>
                      <a:pt x="117827" y="134776"/>
                      <a:pt x="107553" y="119910"/>
                      <a:pt x="70989" y="92606"/>
                    </a:cubicBezTo>
                    <a:close/>
                    <a:moveTo>
                      <a:pt x="65549" y="123854"/>
                    </a:moveTo>
                    <a:cubicBezTo>
                      <a:pt x="87609" y="139630"/>
                      <a:pt x="94861" y="150551"/>
                      <a:pt x="94861" y="167540"/>
                    </a:cubicBezTo>
                    <a:cubicBezTo>
                      <a:pt x="94861" y="187260"/>
                      <a:pt x="81263" y="200912"/>
                      <a:pt x="61621" y="200912"/>
                    </a:cubicBezTo>
                    <a:cubicBezTo>
                      <a:pt x="38655" y="200912"/>
                      <a:pt x="23244" y="183316"/>
                      <a:pt x="23244" y="156922"/>
                    </a:cubicBezTo>
                    <a:cubicBezTo>
                      <a:pt x="23244" y="137506"/>
                      <a:pt x="29892" y="124764"/>
                      <a:pt x="47418" y="110505"/>
                    </a:cubicBezTo>
                    <a:lnTo>
                      <a:pt x="65549" y="123854"/>
                    </a:lnTo>
                    <a:close/>
                    <a:moveTo>
                      <a:pt x="62225" y="87145"/>
                    </a:moveTo>
                    <a:cubicBezTo>
                      <a:pt x="35331" y="69550"/>
                      <a:pt x="24452" y="55594"/>
                      <a:pt x="24452" y="38605"/>
                    </a:cubicBezTo>
                    <a:cubicBezTo>
                      <a:pt x="24452" y="21009"/>
                      <a:pt x="38051" y="8571"/>
                      <a:pt x="57088" y="8571"/>
                    </a:cubicBezTo>
                    <a:cubicBezTo>
                      <a:pt x="77637" y="8571"/>
                      <a:pt x="90630" y="21919"/>
                      <a:pt x="90630" y="42852"/>
                    </a:cubicBezTo>
                    <a:cubicBezTo>
                      <a:pt x="90630" y="60145"/>
                      <a:pt x="82169" y="73797"/>
                      <a:pt x="64945" y="85325"/>
                    </a:cubicBezTo>
                    <a:cubicBezTo>
                      <a:pt x="63434" y="86235"/>
                      <a:pt x="63434" y="86235"/>
                      <a:pt x="62225" y="871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E257B33-FBA8-C5A7-6812-7AA9BD48AB6B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11155565" y="4663853"/>
                <a:ext cx="122686" cy="212970"/>
              </a:xfrm>
              <a:custGeom>
                <a:avLst/>
                <a:gdLst>
                  <a:gd name="connsiteX0" fmla="*/ 45308 w 122686"/>
                  <a:gd name="connsiteY0" fmla="*/ 31931 h 212970"/>
                  <a:gd name="connsiteX1" fmla="*/ 104536 w 122686"/>
                  <a:gd name="connsiteY1" fmla="*/ 31931 h 212970"/>
                  <a:gd name="connsiteX2" fmla="*/ 111486 w 122686"/>
                  <a:gd name="connsiteY2" fmla="*/ 29200 h 212970"/>
                  <a:gd name="connsiteX3" fmla="*/ 122969 w 122686"/>
                  <a:gd name="connsiteY3" fmla="*/ 2200 h 212970"/>
                  <a:gd name="connsiteX4" fmla="*/ 120249 w 122686"/>
                  <a:gd name="connsiteY4" fmla="*/ 76 h 212970"/>
                  <a:gd name="connsiteX5" fmla="*/ 106349 w 122686"/>
                  <a:gd name="connsiteY5" fmla="*/ 7964 h 212970"/>
                  <a:gd name="connsiteX6" fmla="*/ 43193 w 122686"/>
                  <a:gd name="connsiteY6" fmla="*/ 7964 h 212970"/>
                  <a:gd name="connsiteX7" fmla="*/ 10255 w 122686"/>
                  <a:gd name="connsiteY7" fmla="*/ 79864 h 212970"/>
                  <a:gd name="connsiteX8" fmla="*/ 9953 w 122686"/>
                  <a:gd name="connsiteY8" fmla="*/ 81381 h 212970"/>
                  <a:gd name="connsiteX9" fmla="*/ 13579 w 122686"/>
                  <a:gd name="connsiteY9" fmla="*/ 83808 h 212970"/>
                  <a:gd name="connsiteX10" fmla="*/ 47725 w 122686"/>
                  <a:gd name="connsiteY10" fmla="*/ 89876 h 212970"/>
                  <a:gd name="connsiteX11" fmla="*/ 98492 w 122686"/>
                  <a:gd name="connsiteY11" fmla="*/ 149944 h 212970"/>
                  <a:gd name="connsiteX12" fmla="*/ 56489 w 122686"/>
                  <a:gd name="connsiteY12" fmla="*/ 201822 h 212970"/>
                  <a:gd name="connsiteX13" fmla="*/ 36242 w 122686"/>
                  <a:gd name="connsiteY13" fmla="*/ 193024 h 212970"/>
                  <a:gd name="connsiteX14" fmla="*/ 13277 w 122686"/>
                  <a:gd name="connsiteY14" fmla="*/ 183012 h 212970"/>
                  <a:gd name="connsiteX15" fmla="*/ 283 w 122686"/>
                  <a:gd name="connsiteY15" fmla="*/ 194237 h 212970"/>
                  <a:gd name="connsiteX16" fmla="*/ 37149 w 122686"/>
                  <a:gd name="connsiteY16" fmla="*/ 213047 h 212970"/>
                  <a:gd name="connsiteX17" fmla="*/ 99399 w 122686"/>
                  <a:gd name="connsiteY17" fmla="*/ 189383 h 212970"/>
                  <a:gd name="connsiteX18" fmla="*/ 119645 w 122686"/>
                  <a:gd name="connsiteY18" fmla="*/ 135382 h 212970"/>
                  <a:gd name="connsiteX19" fmla="*/ 98794 w 122686"/>
                  <a:gd name="connsiteY19" fmla="*/ 84415 h 212970"/>
                  <a:gd name="connsiteX20" fmla="*/ 32616 w 122686"/>
                  <a:gd name="connsiteY20" fmla="*/ 57718 h 212970"/>
                  <a:gd name="connsiteX21" fmla="*/ 45308 w 122686"/>
                  <a:gd name="connsiteY21" fmla="*/ 31931 h 212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2686" h="212970">
                    <a:moveTo>
                      <a:pt x="45308" y="31931"/>
                    </a:moveTo>
                    <a:lnTo>
                      <a:pt x="104536" y="31931"/>
                    </a:lnTo>
                    <a:cubicBezTo>
                      <a:pt x="109371" y="31931"/>
                      <a:pt x="110579" y="31324"/>
                      <a:pt x="111486" y="29200"/>
                    </a:cubicBezTo>
                    <a:lnTo>
                      <a:pt x="122969" y="2200"/>
                    </a:lnTo>
                    <a:lnTo>
                      <a:pt x="120249" y="76"/>
                    </a:lnTo>
                    <a:cubicBezTo>
                      <a:pt x="115717" y="6447"/>
                      <a:pt x="112695" y="7964"/>
                      <a:pt x="106349" y="7964"/>
                    </a:cubicBezTo>
                    <a:lnTo>
                      <a:pt x="43193" y="7964"/>
                    </a:lnTo>
                    <a:lnTo>
                      <a:pt x="10255" y="79864"/>
                    </a:lnTo>
                    <a:cubicBezTo>
                      <a:pt x="9953" y="80471"/>
                      <a:pt x="9953" y="80775"/>
                      <a:pt x="9953" y="81381"/>
                    </a:cubicBezTo>
                    <a:cubicBezTo>
                      <a:pt x="9953" y="82898"/>
                      <a:pt x="11161" y="83808"/>
                      <a:pt x="13579" y="83808"/>
                    </a:cubicBezTo>
                    <a:cubicBezTo>
                      <a:pt x="23249" y="83808"/>
                      <a:pt x="35336" y="85932"/>
                      <a:pt x="47725" y="89876"/>
                    </a:cubicBezTo>
                    <a:cubicBezTo>
                      <a:pt x="82476" y="101101"/>
                      <a:pt x="98492" y="119910"/>
                      <a:pt x="98492" y="149944"/>
                    </a:cubicBezTo>
                    <a:cubicBezTo>
                      <a:pt x="98492" y="179069"/>
                      <a:pt x="80059" y="201822"/>
                      <a:pt x="56489" y="201822"/>
                    </a:cubicBezTo>
                    <a:cubicBezTo>
                      <a:pt x="50445" y="201822"/>
                      <a:pt x="45308" y="199698"/>
                      <a:pt x="36242" y="193024"/>
                    </a:cubicBezTo>
                    <a:cubicBezTo>
                      <a:pt x="26573" y="186046"/>
                      <a:pt x="19622" y="183012"/>
                      <a:pt x="13277" y="183012"/>
                    </a:cubicBezTo>
                    <a:cubicBezTo>
                      <a:pt x="4513" y="183012"/>
                      <a:pt x="283" y="186653"/>
                      <a:pt x="283" y="194237"/>
                    </a:cubicBezTo>
                    <a:cubicBezTo>
                      <a:pt x="283" y="205766"/>
                      <a:pt x="14485" y="213047"/>
                      <a:pt x="37149" y="213047"/>
                    </a:cubicBezTo>
                    <a:cubicBezTo>
                      <a:pt x="62532" y="213047"/>
                      <a:pt x="84290" y="204856"/>
                      <a:pt x="99399" y="189383"/>
                    </a:cubicBezTo>
                    <a:cubicBezTo>
                      <a:pt x="113299" y="175731"/>
                      <a:pt x="119645" y="158439"/>
                      <a:pt x="119645" y="135382"/>
                    </a:cubicBezTo>
                    <a:cubicBezTo>
                      <a:pt x="119645" y="113539"/>
                      <a:pt x="113903" y="99584"/>
                      <a:pt x="98794" y="84415"/>
                    </a:cubicBezTo>
                    <a:cubicBezTo>
                      <a:pt x="85498" y="71066"/>
                      <a:pt x="68274" y="64089"/>
                      <a:pt x="32616" y="57718"/>
                    </a:cubicBezTo>
                    <a:lnTo>
                      <a:pt x="45308" y="3193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5FAF16D8-31AD-019E-A302-F1E4113E3B91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11558089" y="461678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003B2015-06F7-8653-B444-B025CA0CA4F3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4875533" y="4982202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0 h 12180"/>
                  <a:gd name="connsiteX3" fmla="*/ 0 w 6694687"/>
                  <a:gd name="connsiteY3" fmla="*/ 12180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0"/>
                    </a:lnTo>
                    <a:lnTo>
                      <a:pt x="0" y="1218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925447FA-55EA-9016-388F-540240529CD4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4875533" y="499438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C3625735-45A8-AF3D-AED5-BD04FBA15E0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5458770" y="5045091"/>
                <a:ext cx="136586" cy="209329"/>
              </a:xfrm>
              <a:custGeom>
                <a:avLst/>
                <a:gdLst>
                  <a:gd name="connsiteX0" fmla="*/ 69598 w 136586"/>
                  <a:gd name="connsiteY0" fmla="*/ 89 h 209329"/>
                  <a:gd name="connsiteX1" fmla="*/ 29105 w 136586"/>
                  <a:gd name="connsiteY1" fmla="*/ 15864 h 209329"/>
                  <a:gd name="connsiteX2" fmla="*/ 96 w 136586"/>
                  <a:gd name="connsiteY2" fmla="*/ 103237 h 209329"/>
                  <a:gd name="connsiteX3" fmla="*/ 24270 w 136586"/>
                  <a:gd name="connsiteY3" fmla="*/ 188789 h 209329"/>
                  <a:gd name="connsiteX4" fmla="*/ 68389 w 136586"/>
                  <a:gd name="connsiteY4" fmla="*/ 209419 h 209329"/>
                  <a:gd name="connsiteX5" fmla="*/ 107673 w 136586"/>
                  <a:gd name="connsiteY5" fmla="*/ 193643 h 209329"/>
                  <a:gd name="connsiteX6" fmla="*/ 136682 w 136586"/>
                  <a:gd name="connsiteY6" fmla="*/ 105057 h 209329"/>
                  <a:gd name="connsiteX7" fmla="*/ 69598 w 136586"/>
                  <a:gd name="connsiteY7" fmla="*/ 89 h 209329"/>
                  <a:gd name="connsiteX8" fmla="*/ 68691 w 136586"/>
                  <a:gd name="connsiteY8" fmla="*/ 7976 h 209329"/>
                  <a:gd name="connsiteX9" fmla="*/ 107673 w 136586"/>
                  <a:gd name="connsiteY9" fmla="*/ 105664 h 209329"/>
                  <a:gd name="connsiteX10" fmla="*/ 68389 w 136586"/>
                  <a:gd name="connsiteY10" fmla="*/ 201531 h 209329"/>
                  <a:gd name="connsiteX11" fmla="*/ 29105 w 136586"/>
                  <a:gd name="connsiteY11" fmla="*/ 105967 h 209329"/>
                  <a:gd name="connsiteX12" fmla="*/ 68691 w 136586"/>
                  <a:gd name="connsiteY12" fmla="*/ 797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598" y="89"/>
                    </a:moveTo>
                    <a:cubicBezTo>
                      <a:pt x="52978" y="89"/>
                      <a:pt x="40286" y="5246"/>
                      <a:pt x="29105" y="15864"/>
                    </a:cubicBezTo>
                    <a:cubicBezTo>
                      <a:pt x="11579" y="32853"/>
                      <a:pt x="96" y="67742"/>
                      <a:pt x="96" y="103237"/>
                    </a:cubicBezTo>
                    <a:cubicBezTo>
                      <a:pt x="96" y="136305"/>
                      <a:pt x="10068" y="171800"/>
                      <a:pt x="24270" y="188789"/>
                    </a:cubicBezTo>
                    <a:cubicBezTo>
                      <a:pt x="35451" y="202138"/>
                      <a:pt x="50862" y="209419"/>
                      <a:pt x="68389" y="209419"/>
                    </a:cubicBezTo>
                    <a:cubicBezTo>
                      <a:pt x="83800" y="209419"/>
                      <a:pt x="96794" y="204261"/>
                      <a:pt x="107673" y="193643"/>
                    </a:cubicBezTo>
                    <a:cubicBezTo>
                      <a:pt x="125199" y="176957"/>
                      <a:pt x="136682" y="141766"/>
                      <a:pt x="136682" y="105057"/>
                    </a:cubicBezTo>
                    <a:cubicBezTo>
                      <a:pt x="136682" y="42865"/>
                      <a:pt x="109184" y="89"/>
                      <a:pt x="69598" y="89"/>
                    </a:cubicBezTo>
                    <a:close/>
                    <a:moveTo>
                      <a:pt x="68691" y="7976"/>
                    </a:moveTo>
                    <a:cubicBezTo>
                      <a:pt x="94075" y="7976"/>
                      <a:pt x="107673" y="42258"/>
                      <a:pt x="107673" y="105664"/>
                    </a:cubicBezTo>
                    <a:cubicBezTo>
                      <a:pt x="107673" y="169069"/>
                      <a:pt x="94377" y="201531"/>
                      <a:pt x="68389" y="201531"/>
                    </a:cubicBezTo>
                    <a:cubicBezTo>
                      <a:pt x="42401" y="201531"/>
                      <a:pt x="29105" y="169069"/>
                      <a:pt x="29105" y="105967"/>
                    </a:cubicBezTo>
                    <a:cubicBezTo>
                      <a:pt x="29105" y="41651"/>
                      <a:pt x="42703" y="7976"/>
                      <a:pt x="68691" y="79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AAEC5569-E04C-65FB-2A52-C44F928F6E37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5624328" y="5219836"/>
                <a:ext cx="33542" cy="33674"/>
              </a:xfrm>
              <a:custGeom>
                <a:avLst/>
                <a:gdLst>
                  <a:gd name="connsiteX0" fmla="*/ 16721 w 33542"/>
                  <a:gd name="connsiteY0" fmla="*/ 89 h 33674"/>
                  <a:gd name="connsiteX1" fmla="*/ 101 w 33542"/>
                  <a:gd name="connsiteY1" fmla="*/ 17381 h 33674"/>
                  <a:gd name="connsiteX2" fmla="*/ 16419 w 33542"/>
                  <a:gd name="connsiteY2" fmla="*/ 33763 h 33674"/>
                  <a:gd name="connsiteX3" fmla="*/ 33643 w 33542"/>
                  <a:gd name="connsiteY3" fmla="*/ 17381 h 33674"/>
                  <a:gd name="connsiteX4" fmla="*/ 16721 w 33542"/>
                  <a:gd name="connsiteY4" fmla="*/ 89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21" y="89"/>
                    </a:moveTo>
                    <a:cubicBezTo>
                      <a:pt x="7655" y="89"/>
                      <a:pt x="101" y="7976"/>
                      <a:pt x="101" y="17381"/>
                    </a:cubicBezTo>
                    <a:cubicBezTo>
                      <a:pt x="101" y="26179"/>
                      <a:pt x="7655" y="33763"/>
                      <a:pt x="16419" y="33763"/>
                    </a:cubicBezTo>
                    <a:cubicBezTo>
                      <a:pt x="25786" y="33763"/>
                      <a:pt x="33643" y="26179"/>
                      <a:pt x="33643" y="17381"/>
                    </a:cubicBezTo>
                    <a:cubicBezTo>
                      <a:pt x="33643" y="7976"/>
                      <a:pt x="25786" y="89"/>
                      <a:pt x="16721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5C32C958-F6B4-3A46-D449-A5E94B2B5919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5712547" y="5045091"/>
                <a:ext cx="85517" cy="205082"/>
              </a:xfrm>
              <a:custGeom>
                <a:avLst/>
                <a:gdLst>
                  <a:gd name="connsiteX0" fmla="*/ 54496 w 85517"/>
                  <a:gd name="connsiteY0" fmla="*/ 89 h 205082"/>
                  <a:gd name="connsiteX1" fmla="*/ 103 w 85517"/>
                  <a:gd name="connsiteY1" fmla="*/ 27696 h 205082"/>
                  <a:gd name="connsiteX2" fmla="*/ 103 w 85517"/>
                  <a:gd name="connsiteY2" fmla="*/ 31943 h 205082"/>
                  <a:gd name="connsiteX3" fmla="*/ 8262 w 85517"/>
                  <a:gd name="connsiteY3" fmla="*/ 28606 h 205082"/>
                  <a:gd name="connsiteX4" fmla="*/ 21860 w 85517"/>
                  <a:gd name="connsiteY4" fmla="*/ 25269 h 205082"/>
                  <a:gd name="connsiteX5" fmla="*/ 30926 w 85517"/>
                  <a:gd name="connsiteY5" fmla="*/ 39528 h 205082"/>
                  <a:gd name="connsiteX6" fmla="*/ 30926 w 85517"/>
                  <a:gd name="connsiteY6" fmla="*/ 176957 h 205082"/>
                  <a:gd name="connsiteX7" fmla="*/ 23673 w 85517"/>
                  <a:gd name="connsiteY7" fmla="*/ 196677 h 205082"/>
                  <a:gd name="connsiteX8" fmla="*/ 2218 w 85517"/>
                  <a:gd name="connsiteY8" fmla="*/ 200621 h 205082"/>
                  <a:gd name="connsiteX9" fmla="*/ 2218 w 85517"/>
                  <a:gd name="connsiteY9" fmla="*/ 205171 h 205082"/>
                  <a:gd name="connsiteX10" fmla="*/ 85621 w 85517"/>
                  <a:gd name="connsiteY10" fmla="*/ 205171 h 205082"/>
                  <a:gd name="connsiteX11" fmla="*/ 85621 w 85517"/>
                  <a:gd name="connsiteY11" fmla="*/ 200621 h 205082"/>
                  <a:gd name="connsiteX12" fmla="*/ 56914 w 85517"/>
                  <a:gd name="connsiteY12" fmla="*/ 182721 h 205082"/>
                  <a:gd name="connsiteX13" fmla="*/ 56914 w 85517"/>
                  <a:gd name="connsiteY13" fmla="*/ 695 h 205082"/>
                  <a:gd name="connsiteX14" fmla="*/ 54496 w 85517"/>
                  <a:gd name="connsiteY14" fmla="*/ 8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517" h="205082">
                    <a:moveTo>
                      <a:pt x="54496" y="89"/>
                    </a:moveTo>
                    <a:lnTo>
                      <a:pt x="103" y="27696"/>
                    </a:lnTo>
                    <a:lnTo>
                      <a:pt x="103" y="31943"/>
                    </a:lnTo>
                    <a:cubicBezTo>
                      <a:pt x="3729" y="30426"/>
                      <a:pt x="7053" y="29213"/>
                      <a:pt x="8262" y="28606"/>
                    </a:cubicBezTo>
                    <a:cubicBezTo>
                      <a:pt x="13701" y="26482"/>
                      <a:pt x="18838" y="25269"/>
                      <a:pt x="21860" y="25269"/>
                    </a:cubicBezTo>
                    <a:cubicBezTo>
                      <a:pt x="28206" y="25269"/>
                      <a:pt x="30926" y="29820"/>
                      <a:pt x="30926" y="39528"/>
                    </a:cubicBezTo>
                    <a:lnTo>
                      <a:pt x="30926" y="176957"/>
                    </a:lnTo>
                    <a:cubicBezTo>
                      <a:pt x="30926" y="186969"/>
                      <a:pt x="28508" y="193946"/>
                      <a:pt x="23673" y="196677"/>
                    </a:cubicBezTo>
                    <a:cubicBezTo>
                      <a:pt x="19141" y="199407"/>
                      <a:pt x="14910" y="200317"/>
                      <a:pt x="2218" y="200621"/>
                    </a:cubicBezTo>
                    <a:lnTo>
                      <a:pt x="2218" y="205171"/>
                    </a:lnTo>
                    <a:lnTo>
                      <a:pt x="85621" y="205171"/>
                    </a:lnTo>
                    <a:lnTo>
                      <a:pt x="85621" y="200621"/>
                    </a:lnTo>
                    <a:cubicBezTo>
                      <a:pt x="61748" y="200317"/>
                      <a:pt x="56914" y="197283"/>
                      <a:pt x="56914" y="182721"/>
                    </a:cubicBezTo>
                    <a:lnTo>
                      <a:pt x="56914" y="695"/>
                    </a:lnTo>
                    <a:lnTo>
                      <a:pt x="54496" y="8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98BB4C8D-EA1D-78C4-E5EF-1DE19DE374EE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5839728" y="5045091"/>
                <a:ext cx="134471" cy="205082"/>
              </a:xfrm>
              <a:custGeom>
                <a:avLst/>
                <a:gdLst>
                  <a:gd name="connsiteX0" fmla="*/ 134580 w 134471"/>
                  <a:gd name="connsiteY0" fmla="*/ 163609 h 205082"/>
                  <a:gd name="connsiteX1" fmla="*/ 130651 w 134471"/>
                  <a:gd name="connsiteY1" fmla="*/ 162092 h 205082"/>
                  <a:gd name="connsiteX2" fmla="*/ 101944 w 134471"/>
                  <a:gd name="connsiteY2" fmla="*/ 182115 h 205082"/>
                  <a:gd name="connsiteX3" fmla="*/ 29722 w 134471"/>
                  <a:gd name="connsiteY3" fmla="*/ 182115 h 205082"/>
                  <a:gd name="connsiteX4" fmla="*/ 80489 w 134471"/>
                  <a:gd name="connsiteY4" fmla="*/ 128720 h 205082"/>
                  <a:gd name="connsiteX5" fmla="*/ 119168 w 134471"/>
                  <a:gd name="connsiteY5" fmla="*/ 53786 h 205082"/>
                  <a:gd name="connsiteX6" fmla="*/ 63264 w 134471"/>
                  <a:gd name="connsiteY6" fmla="*/ 89 h 205082"/>
                  <a:gd name="connsiteX7" fmla="*/ 19750 w 134471"/>
                  <a:gd name="connsiteY7" fmla="*/ 18898 h 205082"/>
                  <a:gd name="connsiteX8" fmla="*/ 410 w 134471"/>
                  <a:gd name="connsiteY8" fmla="*/ 60461 h 205082"/>
                  <a:gd name="connsiteX9" fmla="*/ 6756 w 134471"/>
                  <a:gd name="connsiteY9" fmla="*/ 61978 h 205082"/>
                  <a:gd name="connsiteX10" fmla="*/ 50573 w 134471"/>
                  <a:gd name="connsiteY10" fmla="*/ 22539 h 205082"/>
                  <a:gd name="connsiteX11" fmla="*/ 93180 w 134471"/>
                  <a:gd name="connsiteY11" fmla="*/ 65315 h 205082"/>
                  <a:gd name="connsiteX12" fmla="*/ 53897 w 134471"/>
                  <a:gd name="connsiteY12" fmla="*/ 144193 h 205082"/>
                  <a:gd name="connsiteX13" fmla="*/ 108 w 134471"/>
                  <a:gd name="connsiteY13" fmla="*/ 201531 h 205082"/>
                  <a:gd name="connsiteX14" fmla="*/ 108 w 134471"/>
                  <a:gd name="connsiteY14" fmla="*/ 205171 h 205082"/>
                  <a:gd name="connsiteX15" fmla="*/ 117959 w 134471"/>
                  <a:gd name="connsiteY15" fmla="*/ 205171 h 205082"/>
                  <a:gd name="connsiteX16" fmla="*/ 134580 w 134471"/>
                  <a:gd name="connsiteY16" fmla="*/ 16360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580" y="163609"/>
                    </a:moveTo>
                    <a:lnTo>
                      <a:pt x="130651" y="162092"/>
                    </a:lnTo>
                    <a:cubicBezTo>
                      <a:pt x="119470" y="179384"/>
                      <a:pt x="115542" y="182115"/>
                      <a:pt x="101944" y="182115"/>
                    </a:cubicBezTo>
                    <a:lnTo>
                      <a:pt x="29722" y="182115"/>
                    </a:lnTo>
                    <a:lnTo>
                      <a:pt x="80489" y="128720"/>
                    </a:lnTo>
                    <a:cubicBezTo>
                      <a:pt x="107383" y="100506"/>
                      <a:pt x="119168" y="77450"/>
                      <a:pt x="119168" y="53786"/>
                    </a:cubicBezTo>
                    <a:cubicBezTo>
                      <a:pt x="119168" y="23449"/>
                      <a:pt x="94691" y="89"/>
                      <a:pt x="63264" y="89"/>
                    </a:cubicBezTo>
                    <a:cubicBezTo>
                      <a:pt x="46644" y="89"/>
                      <a:pt x="30931" y="6763"/>
                      <a:pt x="19750" y="18898"/>
                    </a:cubicBezTo>
                    <a:cubicBezTo>
                      <a:pt x="10080" y="29213"/>
                      <a:pt x="5547" y="38921"/>
                      <a:pt x="410" y="60461"/>
                    </a:cubicBezTo>
                    <a:lnTo>
                      <a:pt x="6756" y="61978"/>
                    </a:lnTo>
                    <a:cubicBezTo>
                      <a:pt x="18843" y="32247"/>
                      <a:pt x="29722" y="22539"/>
                      <a:pt x="50573" y="22539"/>
                    </a:cubicBezTo>
                    <a:cubicBezTo>
                      <a:pt x="75956" y="22539"/>
                      <a:pt x="93180" y="39831"/>
                      <a:pt x="93180" y="65315"/>
                    </a:cubicBezTo>
                    <a:cubicBezTo>
                      <a:pt x="93180" y="88978"/>
                      <a:pt x="79280" y="117192"/>
                      <a:pt x="53897" y="144193"/>
                    </a:cubicBezTo>
                    <a:lnTo>
                      <a:pt x="108" y="201531"/>
                    </a:lnTo>
                    <a:lnTo>
                      <a:pt x="108" y="205171"/>
                    </a:lnTo>
                    <a:lnTo>
                      <a:pt x="117959" y="205171"/>
                    </a:lnTo>
                    <a:lnTo>
                      <a:pt x="134580" y="16360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CBF7D64E-3C9C-7263-218E-3CA638E2378A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6546172" y="499438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11B74DF4-E9DA-C32D-A8CF-D58B58B80DDA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6852382" y="5045091"/>
                <a:ext cx="85517" cy="205082"/>
              </a:xfrm>
              <a:custGeom>
                <a:avLst/>
                <a:gdLst>
                  <a:gd name="connsiteX0" fmla="*/ 54533 w 85517"/>
                  <a:gd name="connsiteY0" fmla="*/ 89 h 205082"/>
                  <a:gd name="connsiteX1" fmla="*/ 141 w 85517"/>
                  <a:gd name="connsiteY1" fmla="*/ 27696 h 205082"/>
                  <a:gd name="connsiteX2" fmla="*/ 141 w 85517"/>
                  <a:gd name="connsiteY2" fmla="*/ 31943 h 205082"/>
                  <a:gd name="connsiteX3" fmla="*/ 8299 w 85517"/>
                  <a:gd name="connsiteY3" fmla="*/ 28606 h 205082"/>
                  <a:gd name="connsiteX4" fmla="*/ 21898 w 85517"/>
                  <a:gd name="connsiteY4" fmla="*/ 25269 h 205082"/>
                  <a:gd name="connsiteX5" fmla="*/ 30963 w 85517"/>
                  <a:gd name="connsiteY5" fmla="*/ 39528 h 205082"/>
                  <a:gd name="connsiteX6" fmla="*/ 30963 w 85517"/>
                  <a:gd name="connsiteY6" fmla="*/ 176957 h 205082"/>
                  <a:gd name="connsiteX7" fmla="*/ 23711 w 85517"/>
                  <a:gd name="connsiteY7" fmla="*/ 196677 h 205082"/>
                  <a:gd name="connsiteX8" fmla="*/ 2256 w 85517"/>
                  <a:gd name="connsiteY8" fmla="*/ 200621 h 205082"/>
                  <a:gd name="connsiteX9" fmla="*/ 2256 w 85517"/>
                  <a:gd name="connsiteY9" fmla="*/ 205171 h 205082"/>
                  <a:gd name="connsiteX10" fmla="*/ 85658 w 85517"/>
                  <a:gd name="connsiteY10" fmla="*/ 205171 h 205082"/>
                  <a:gd name="connsiteX11" fmla="*/ 85658 w 85517"/>
                  <a:gd name="connsiteY11" fmla="*/ 200621 h 205082"/>
                  <a:gd name="connsiteX12" fmla="*/ 56951 w 85517"/>
                  <a:gd name="connsiteY12" fmla="*/ 182721 h 205082"/>
                  <a:gd name="connsiteX13" fmla="*/ 56951 w 85517"/>
                  <a:gd name="connsiteY13" fmla="*/ 695 h 205082"/>
                  <a:gd name="connsiteX14" fmla="*/ 54533 w 85517"/>
                  <a:gd name="connsiteY14" fmla="*/ 8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517" h="205082">
                    <a:moveTo>
                      <a:pt x="54533" y="89"/>
                    </a:moveTo>
                    <a:lnTo>
                      <a:pt x="141" y="27696"/>
                    </a:lnTo>
                    <a:lnTo>
                      <a:pt x="141" y="31943"/>
                    </a:lnTo>
                    <a:cubicBezTo>
                      <a:pt x="3767" y="30426"/>
                      <a:pt x="7091" y="29213"/>
                      <a:pt x="8299" y="28606"/>
                    </a:cubicBezTo>
                    <a:cubicBezTo>
                      <a:pt x="13739" y="26482"/>
                      <a:pt x="18876" y="25269"/>
                      <a:pt x="21898" y="25269"/>
                    </a:cubicBezTo>
                    <a:cubicBezTo>
                      <a:pt x="28244" y="25269"/>
                      <a:pt x="30963" y="29820"/>
                      <a:pt x="30963" y="39528"/>
                    </a:cubicBezTo>
                    <a:lnTo>
                      <a:pt x="30963" y="176957"/>
                    </a:lnTo>
                    <a:cubicBezTo>
                      <a:pt x="30963" y="186969"/>
                      <a:pt x="28546" y="193946"/>
                      <a:pt x="23711" y="196677"/>
                    </a:cubicBezTo>
                    <a:cubicBezTo>
                      <a:pt x="19178" y="199407"/>
                      <a:pt x="14947" y="200317"/>
                      <a:pt x="2256" y="200621"/>
                    </a:cubicBezTo>
                    <a:lnTo>
                      <a:pt x="2256" y="205171"/>
                    </a:lnTo>
                    <a:lnTo>
                      <a:pt x="85658" y="205171"/>
                    </a:lnTo>
                    <a:lnTo>
                      <a:pt x="85658" y="200621"/>
                    </a:lnTo>
                    <a:cubicBezTo>
                      <a:pt x="61786" y="200317"/>
                      <a:pt x="56951" y="197283"/>
                      <a:pt x="56951" y="182721"/>
                    </a:cubicBezTo>
                    <a:lnTo>
                      <a:pt x="56951" y="695"/>
                    </a:lnTo>
                    <a:lnTo>
                      <a:pt x="54533" y="8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F6A6F18E-31F5-9DE0-F84A-079C0B872734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6991651" y="5219836"/>
                <a:ext cx="33542" cy="33674"/>
              </a:xfrm>
              <a:custGeom>
                <a:avLst/>
                <a:gdLst>
                  <a:gd name="connsiteX0" fmla="*/ 16766 w 33542"/>
                  <a:gd name="connsiteY0" fmla="*/ 89 h 33674"/>
                  <a:gd name="connsiteX1" fmla="*/ 146 w 33542"/>
                  <a:gd name="connsiteY1" fmla="*/ 17381 h 33674"/>
                  <a:gd name="connsiteX2" fmla="*/ 16463 w 33542"/>
                  <a:gd name="connsiteY2" fmla="*/ 33763 h 33674"/>
                  <a:gd name="connsiteX3" fmla="*/ 33688 w 33542"/>
                  <a:gd name="connsiteY3" fmla="*/ 17381 h 33674"/>
                  <a:gd name="connsiteX4" fmla="*/ 16766 w 33542"/>
                  <a:gd name="connsiteY4" fmla="*/ 89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66" y="89"/>
                    </a:moveTo>
                    <a:cubicBezTo>
                      <a:pt x="7700" y="89"/>
                      <a:pt x="146" y="7976"/>
                      <a:pt x="146" y="17381"/>
                    </a:cubicBezTo>
                    <a:cubicBezTo>
                      <a:pt x="146" y="26179"/>
                      <a:pt x="7700" y="33763"/>
                      <a:pt x="16463" y="33763"/>
                    </a:cubicBezTo>
                    <a:cubicBezTo>
                      <a:pt x="25831" y="33763"/>
                      <a:pt x="33688" y="26179"/>
                      <a:pt x="33688" y="17381"/>
                    </a:cubicBezTo>
                    <a:cubicBezTo>
                      <a:pt x="33688" y="7976"/>
                      <a:pt x="25831" y="89"/>
                      <a:pt x="16766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09FA0F2D-7242-A094-432F-1C60AD15EE58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059321" y="5045091"/>
                <a:ext cx="117549" cy="209329"/>
              </a:xfrm>
              <a:custGeom>
                <a:avLst/>
                <a:gdLst>
                  <a:gd name="connsiteX0" fmla="*/ 33388 w 117549"/>
                  <a:gd name="connsiteY0" fmla="*/ 105057 h 209329"/>
                  <a:gd name="connsiteX1" fmla="*/ 65420 w 117549"/>
                  <a:gd name="connsiteY1" fmla="*/ 108394 h 209329"/>
                  <a:gd name="connsiteX2" fmla="*/ 95940 w 117549"/>
                  <a:gd name="connsiteY2" fmla="*/ 153294 h 209329"/>
                  <a:gd name="connsiteX3" fmla="*/ 56354 w 117549"/>
                  <a:gd name="connsiteY3" fmla="*/ 198497 h 209329"/>
                  <a:gd name="connsiteX4" fmla="*/ 30971 w 117549"/>
                  <a:gd name="connsiteY4" fmla="*/ 189092 h 209329"/>
                  <a:gd name="connsiteX5" fmla="*/ 11631 w 117549"/>
                  <a:gd name="connsiteY5" fmla="*/ 181508 h 209329"/>
                  <a:gd name="connsiteX6" fmla="*/ 148 w 117549"/>
                  <a:gd name="connsiteY6" fmla="*/ 192126 h 209329"/>
                  <a:gd name="connsiteX7" fmla="*/ 34295 w 117549"/>
                  <a:gd name="connsiteY7" fmla="*/ 209419 h 209329"/>
                  <a:gd name="connsiteX8" fmla="*/ 95638 w 117549"/>
                  <a:gd name="connsiteY8" fmla="*/ 189092 h 209329"/>
                  <a:gd name="connsiteX9" fmla="*/ 117697 w 117549"/>
                  <a:gd name="connsiteY9" fmla="*/ 138732 h 209329"/>
                  <a:gd name="connsiteX10" fmla="*/ 104099 w 117549"/>
                  <a:gd name="connsiteY10" fmla="*/ 99596 h 209329"/>
                  <a:gd name="connsiteX11" fmla="*/ 79018 w 117549"/>
                  <a:gd name="connsiteY11" fmla="*/ 83517 h 209329"/>
                  <a:gd name="connsiteX12" fmla="*/ 107423 w 117549"/>
                  <a:gd name="connsiteY12" fmla="*/ 41651 h 209329"/>
                  <a:gd name="connsiteX13" fmla="*/ 60282 w 117549"/>
                  <a:gd name="connsiteY13" fmla="*/ 89 h 209329"/>
                  <a:gd name="connsiteX14" fmla="*/ 20999 w 117549"/>
                  <a:gd name="connsiteY14" fmla="*/ 14954 h 209329"/>
                  <a:gd name="connsiteX15" fmla="*/ 752 w 117549"/>
                  <a:gd name="connsiteY15" fmla="*/ 49236 h 209329"/>
                  <a:gd name="connsiteX16" fmla="*/ 5285 w 117549"/>
                  <a:gd name="connsiteY16" fmla="*/ 50449 h 209329"/>
                  <a:gd name="connsiteX17" fmla="*/ 50310 w 117549"/>
                  <a:gd name="connsiteY17" fmla="*/ 18291 h 209329"/>
                  <a:gd name="connsiteX18" fmla="*/ 83551 w 117549"/>
                  <a:gd name="connsiteY18" fmla="*/ 50753 h 209329"/>
                  <a:gd name="connsiteX19" fmla="*/ 71463 w 117549"/>
                  <a:gd name="connsiteY19" fmla="*/ 80180 h 209329"/>
                  <a:gd name="connsiteX20" fmla="*/ 33388 w 117549"/>
                  <a:gd name="connsiteY20" fmla="*/ 101113 h 209329"/>
                  <a:gd name="connsiteX21" fmla="*/ 33388 w 117549"/>
                  <a:gd name="connsiteY21" fmla="*/ 105057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388" y="105057"/>
                    </a:moveTo>
                    <a:cubicBezTo>
                      <a:pt x="51217" y="105057"/>
                      <a:pt x="58167" y="105664"/>
                      <a:pt x="65420" y="108394"/>
                    </a:cubicBezTo>
                    <a:cubicBezTo>
                      <a:pt x="84155" y="115068"/>
                      <a:pt x="95940" y="132361"/>
                      <a:pt x="95940" y="153294"/>
                    </a:cubicBezTo>
                    <a:cubicBezTo>
                      <a:pt x="95940" y="178777"/>
                      <a:pt x="78716" y="198497"/>
                      <a:pt x="56354" y="198497"/>
                    </a:cubicBezTo>
                    <a:cubicBezTo>
                      <a:pt x="48195" y="198497"/>
                      <a:pt x="42151" y="196373"/>
                      <a:pt x="30971" y="189092"/>
                    </a:cubicBezTo>
                    <a:cubicBezTo>
                      <a:pt x="21905" y="183632"/>
                      <a:pt x="16768" y="181508"/>
                      <a:pt x="11631" y="181508"/>
                    </a:cubicBezTo>
                    <a:cubicBezTo>
                      <a:pt x="4681" y="181508"/>
                      <a:pt x="148" y="185755"/>
                      <a:pt x="148" y="192126"/>
                    </a:cubicBezTo>
                    <a:cubicBezTo>
                      <a:pt x="148" y="202744"/>
                      <a:pt x="13142" y="209419"/>
                      <a:pt x="34295" y="209419"/>
                    </a:cubicBezTo>
                    <a:cubicBezTo>
                      <a:pt x="57563" y="209419"/>
                      <a:pt x="81435" y="201531"/>
                      <a:pt x="95638" y="189092"/>
                    </a:cubicBezTo>
                    <a:cubicBezTo>
                      <a:pt x="109840" y="176654"/>
                      <a:pt x="117697" y="159058"/>
                      <a:pt x="117697" y="138732"/>
                    </a:cubicBezTo>
                    <a:cubicBezTo>
                      <a:pt x="117697" y="123260"/>
                      <a:pt x="112862" y="109001"/>
                      <a:pt x="104099" y="99596"/>
                    </a:cubicBezTo>
                    <a:cubicBezTo>
                      <a:pt x="98055" y="92922"/>
                      <a:pt x="92314" y="89281"/>
                      <a:pt x="79018" y="83517"/>
                    </a:cubicBezTo>
                    <a:cubicBezTo>
                      <a:pt x="99868" y="69259"/>
                      <a:pt x="107423" y="58034"/>
                      <a:pt x="107423" y="41651"/>
                    </a:cubicBezTo>
                    <a:cubicBezTo>
                      <a:pt x="107423" y="17078"/>
                      <a:pt x="88083" y="89"/>
                      <a:pt x="60282" y="89"/>
                    </a:cubicBezTo>
                    <a:cubicBezTo>
                      <a:pt x="45173" y="89"/>
                      <a:pt x="31877" y="5246"/>
                      <a:pt x="20999" y="14954"/>
                    </a:cubicBezTo>
                    <a:cubicBezTo>
                      <a:pt x="11933" y="23145"/>
                      <a:pt x="7400" y="31033"/>
                      <a:pt x="752" y="49236"/>
                    </a:cubicBezTo>
                    <a:lnTo>
                      <a:pt x="5285" y="50449"/>
                    </a:lnTo>
                    <a:cubicBezTo>
                      <a:pt x="17675" y="28303"/>
                      <a:pt x="31273" y="18291"/>
                      <a:pt x="50310" y="18291"/>
                    </a:cubicBezTo>
                    <a:cubicBezTo>
                      <a:pt x="69952" y="18291"/>
                      <a:pt x="83551" y="31640"/>
                      <a:pt x="83551" y="50753"/>
                    </a:cubicBezTo>
                    <a:cubicBezTo>
                      <a:pt x="83551" y="61674"/>
                      <a:pt x="79018" y="72596"/>
                      <a:pt x="71463" y="80180"/>
                    </a:cubicBezTo>
                    <a:cubicBezTo>
                      <a:pt x="62398" y="89281"/>
                      <a:pt x="53937" y="93832"/>
                      <a:pt x="33388" y="101113"/>
                    </a:cubicBezTo>
                    <a:lnTo>
                      <a:pt x="33388" y="10505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E51C4DA1-FADA-EF57-F511-796ACD9ABF28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205238" y="5045091"/>
                <a:ext cx="136586" cy="209329"/>
              </a:xfrm>
              <a:custGeom>
                <a:avLst/>
                <a:gdLst>
                  <a:gd name="connsiteX0" fmla="*/ 69655 w 136586"/>
                  <a:gd name="connsiteY0" fmla="*/ 89 h 209329"/>
                  <a:gd name="connsiteX1" fmla="*/ 29163 w 136586"/>
                  <a:gd name="connsiteY1" fmla="*/ 15864 h 209329"/>
                  <a:gd name="connsiteX2" fmla="*/ 153 w 136586"/>
                  <a:gd name="connsiteY2" fmla="*/ 103237 h 209329"/>
                  <a:gd name="connsiteX3" fmla="*/ 24328 w 136586"/>
                  <a:gd name="connsiteY3" fmla="*/ 188789 h 209329"/>
                  <a:gd name="connsiteX4" fmla="*/ 68446 w 136586"/>
                  <a:gd name="connsiteY4" fmla="*/ 209419 h 209329"/>
                  <a:gd name="connsiteX5" fmla="*/ 107730 w 136586"/>
                  <a:gd name="connsiteY5" fmla="*/ 193643 h 209329"/>
                  <a:gd name="connsiteX6" fmla="*/ 136740 w 136586"/>
                  <a:gd name="connsiteY6" fmla="*/ 105057 h 209329"/>
                  <a:gd name="connsiteX7" fmla="*/ 69655 w 136586"/>
                  <a:gd name="connsiteY7" fmla="*/ 89 h 209329"/>
                  <a:gd name="connsiteX8" fmla="*/ 68749 w 136586"/>
                  <a:gd name="connsiteY8" fmla="*/ 7976 h 209329"/>
                  <a:gd name="connsiteX9" fmla="*/ 107730 w 136586"/>
                  <a:gd name="connsiteY9" fmla="*/ 105664 h 209329"/>
                  <a:gd name="connsiteX10" fmla="*/ 68446 w 136586"/>
                  <a:gd name="connsiteY10" fmla="*/ 201531 h 209329"/>
                  <a:gd name="connsiteX11" fmla="*/ 29163 w 136586"/>
                  <a:gd name="connsiteY11" fmla="*/ 105967 h 209329"/>
                  <a:gd name="connsiteX12" fmla="*/ 68749 w 136586"/>
                  <a:gd name="connsiteY12" fmla="*/ 797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55" y="89"/>
                    </a:moveTo>
                    <a:cubicBezTo>
                      <a:pt x="53035" y="89"/>
                      <a:pt x="40343" y="5246"/>
                      <a:pt x="29163" y="15864"/>
                    </a:cubicBezTo>
                    <a:cubicBezTo>
                      <a:pt x="11636" y="32853"/>
                      <a:pt x="153" y="67742"/>
                      <a:pt x="153" y="103237"/>
                    </a:cubicBezTo>
                    <a:cubicBezTo>
                      <a:pt x="153" y="136305"/>
                      <a:pt x="10125" y="171800"/>
                      <a:pt x="24328" y="188789"/>
                    </a:cubicBezTo>
                    <a:cubicBezTo>
                      <a:pt x="35508" y="202138"/>
                      <a:pt x="50920" y="209419"/>
                      <a:pt x="68446" y="209419"/>
                    </a:cubicBezTo>
                    <a:cubicBezTo>
                      <a:pt x="83858" y="209419"/>
                      <a:pt x="96852" y="204261"/>
                      <a:pt x="107730" y="193643"/>
                    </a:cubicBezTo>
                    <a:cubicBezTo>
                      <a:pt x="125257" y="176957"/>
                      <a:pt x="136740" y="141766"/>
                      <a:pt x="136740" y="105057"/>
                    </a:cubicBezTo>
                    <a:cubicBezTo>
                      <a:pt x="136740" y="42865"/>
                      <a:pt x="109241" y="89"/>
                      <a:pt x="69655" y="89"/>
                    </a:cubicBezTo>
                    <a:close/>
                    <a:moveTo>
                      <a:pt x="68749" y="7976"/>
                    </a:moveTo>
                    <a:cubicBezTo>
                      <a:pt x="94132" y="7976"/>
                      <a:pt x="107730" y="42258"/>
                      <a:pt x="107730" y="105664"/>
                    </a:cubicBezTo>
                    <a:cubicBezTo>
                      <a:pt x="107730" y="169069"/>
                      <a:pt x="94434" y="201531"/>
                      <a:pt x="68446" y="201531"/>
                    </a:cubicBezTo>
                    <a:cubicBezTo>
                      <a:pt x="42459" y="201531"/>
                      <a:pt x="29163" y="169069"/>
                      <a:pt x="29163" y="105967"/>
                    </a:cubicBezTo>
                    <a:cubicBezTo>
                      <a:pt x="29163" y="41651"/>
                      <a:pt x="42761" y="7976"/>
                      <a:pt x="68749" y="79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7C214F-41BF-D700-E947-9884EEB3F963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358709" y="5045091"/>
                <a:ext cx="129636" cy="211756"/>
              </a:xfrm>
              <a:custGeom>
                <a:avLst/>
                <a:gdLst>
                  <a:gd name="connsiteX0" fmla="*/ 8921 w 129636"/>
                  <a:gd name="connsiteY0" fmla="*/ 211846 h 211756"/>
                  <a:gd name="connsiteX1" fmla="*/ 79934 w 129636"/>
                  <a:gd name="connsiteY1" fmla="*/ 187272 h 211756"/>
                  <a:gd name="connsiteX2" fmla="*/ 129794 w 129636"/>
                  <a:gd name="connsiteY2" fmla="*/ 85641 h 211756"/>
                  <a:gd name="connsiteX3" fmla="*/ 63012 w 129636"/>
                  <a:gd name="connsiteY3" fmla="*/ 89 h 211756"/>
                  <a:gd name="connsiteX4" fmla="*/ 158 w 129636"/>
                  <a:gd name="connsiteY4" fmla="*/ 71686 h 211756"/>
                  <a:gd name="connsiteX5" fmla="*/ 54551 w 129636"/>
                  <a:gd name="connsiteY5" fmla="*/ 133271 h 211756"/>
                  <a:gd name="connsiteX6" fmla="*/ 99878 w 129636"/>
                  <a:gd name="connsiteY6" fmla="*/ 115979 h 211756"/>
                  <a:gd name="connsiteX7" fmla="*/ 8015 w 129636"/>
                  <a:gd name="connsiteY7" fmla="*/ 205778 h 211756"/>
                  <a:gd name="connsiteX8" fmla="*/ 8921 w 129636"/>
                  <a:gd name="connsiteY8" fmla="*/ 211846 h 211756"/>
                  <a:gd name="connsiteX9" fmla="*/ 100483 w 129636"/>
                  <a:gd name="connsiteY9" fmla="*/ 97473 h 211756"/>
                  <a:gd name="connsiteX10" fmla="*/ 95950 w 129636"/>
                  <a:gd name="connsiteY10" fmla="*/ 109001 h 211756"/>
                  <a:gd name="connsiteX11" fmla="*/ 65429 w 129636"/>
                  <a:gd name="connsiteY11" fmla="*/ 120226 h 211756"/>
                  <a:gd name="connsiteX12" fmla="*/ 27959 w 129636"/>
                  <a:gd name="connsiteY12" fmla="*/ 61371 h 211756"/>
                  <a:gd name="connsiteX13" fmla="*/ 39140 w 129636"/>
                  <a:gd name="connsiteY13" fmla="*/ 17988 h 211756"/>
                  <a:gd name="connsiteX14" fmla="*/ 60595 w 129636"/>
                  <a:gd name="connsiteY14" fmla="*/ 8583 h 211756"/>
                  <a:gd name="connsiteX15" fmla="*/ 100483 w 129636"/>
                  <a:gd name="connsiteY15" fmla="*/ 85641 h 211756"/>
                  <a:gd name="connsiteX16" fmla="*/ 100483 w 129636"/>
                  <a:gd name="connsiteY16" fmla="*/ 97473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8921" y="211846"/>
                    </a:moveTo>
                    <a:cubicBezTo>
                      <a:pt x="42766" y="207902"/>
                      <a:pt x="59386" y="202138"/>
                      <a:pt x="79934" y="187272"/>
                    </a:cubicBezTo>
                    <a:cubicBezTo>
                      <a:pt x="111361" y="164215"/>
                      <a:pt x="129794" y="126597"/>
                      <a:pt x="129794" y="85641"/>
                    </a:cubicBezTo>
                    <a:cubicBezTo>
                      <a:pt x="129794" y="35584"/>
                      <a:pt x="101994" y="89"/>
                      <a:pt x="63012" y="89"/>
                    </a:cubicBezTo>
                    <a:cubicBezTo>
                      <a:pt x="27052" y="89"/>
                      <a:pt x="158" y="30730"/>
                      <a:pt x="158" y="71686"/>
                    </a:cubicBezTo>
                    <a:cubicBezTo>
                      <a:pt x="158" y="108698"/>
                      <a:pt x="21915" y="133271"/>
                      <a:pt x="54551" y="133271"/>
                    </a:cubicBezTo>
                    <a:cubicBezTo>
                      <a:pt x="71171" y="133271"/>
                      <a:pt x="83863" y="128417"/>
                      <a:pt x="99878" y="115979"/>
                    </a:cubicBezTo>
                    <a:cubicBezTo>
                      <a:pt x="87489" y="165429"/>
                      <a:pt x="53947" y="197890"/>
                      <a:pt x="8015" y="205778"/>
                    </a:cubicBezTo>
                    <a:lnTo>
                      <a:pt x="8921" y="211846"/>
                    </a:lnTo>
                    <a:close/>
                    <a:moveTo>
                      <a:pt x="100483" y="97473"/>
                    </a:moveTo>
                    <a:cubicBezTo>
                      <a:pt x="100483" y="103540"/>
                      <a:pt x="99274" y="106270"/>
                      <a:pt x="95950" y="109001"/>
                    </a:cubicBezTo>
                    <a:cubicBezTo>
                      <a:pt x="87489" y="116282"/>
                      <a:pt x="76308" y="120226"/>
                      <a:pt x="65429" y="120226"/>
                    </a:cubicBezTo>
                    <a:cubicBezTo>
                      <a:pt x="42464" y="120226"/>
                      <a:pt x="27959" y="97473"/>
                      <a:pt x="27959" y="61371"/>
                    </a:cubicBezTo>
                    <a:cubicBezTo>
                      <a:pt x="27959" y="44078"/>
                      <a:pt x="32794" y="25876"/>
                      <a:pt x="39140" y="17988"/>
                    </a:cubicBezTo>
                    <a:cubicBezTo>
                      <a:pt x="44277" y="11920"/>
                      <a:pt x="51831" y="8583"/>
                      <a:pt x="60595" y="8583"/>
                    </a:cubicBezTo>
                    <a:cubicBezTo>
                      <a:pt x="86884" y="8583"/>
                      <a:pt x="100483" y="34674"/>
                      <a:pt x="100483" y="85641"/>
                    </a:cubicBezTo>
                    <a:lnTo>
                      <a:pt x="100483" y="9747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062B031-C9C2-4FAB-E2A2-31DABCD77D72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507345" y="5049338"/>
                <a:ext cx="129636" cy="203262"/>
              </a:xfrm>
              <a:custGeom>
                <a:avLst/>
                <a:gdLst>
                  <a:gd name="connsiteX0" fmla="*/ 129799 w 129636"/>
                  <a:gd name="connsiteY0" fmla="*/ 89 h 203262"/>
                  <a:gd name="connsiteX1" fmla="*/ 17992 w 129636"/>
                  <a:gd name="connsiteY1" fmla="*/ 89 h 203262"/>
                  <a:gd name="connsiteX2" fmla="*/ 163 w 129636"/>
                  <a:gd name="connsiteY2" fmla="*/ 44685 h 203262"/>
                  <a:gd name="connsiteX3" fmla="*/ 5300 w 129636"/>
                  <a:gd name="connsiteY3" fmla="*/ 47112 h 203262"/>
                  <a:gd name="connsiteX4" fmla="*/ 40353 w 129636"/>
                  <a:gd name="connsiteY4" fmla="*/ 22539 h 203262"/>
                  <a:gd name="connsiteX5" fmla="*/ 105927 w 129636"/>
                  <a:gd name="connsiteY5" fmla="*/ 22539 h 203262"/>
                  <a:gd name="connsiteX6" fmla="*/ 46095 w 129636"/>
                  <a:gd name="connsiteY6" fmla="*/ 203351 h 203262"/>
                  <a:gd name="connsiteX7" fmla="*/ 65737 w 129636"/>
                  <a:gd name="connsiteY7" fmla="*/ 203351 h 203262"/>
                  <a:gd name="connsiteX8" fmla="*/ 129799 w 129636"/>
                  <a:gd name="connsiteY8" fmla="*/ 4943 h 203262"/>
                  <a:gd name="connsiteX9" fmla="*/ 129799 w 129636"/>
                  <a:gd name="connsiteY9" fmla="*/ 89 h 20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636" h="203262">
                    <a:moveTo>
                      <a:pt x="129799" y="89"/>
                    </a:moveTo>
                    <a:lnTo>
                      <a:pt x="17992" y="89"/>
                    </a:lnTo>
                    <a:lnTo>
                      <a:pt x="163" y="44685"/>
                    </a:lnTo>
                    <a:lnTo>
                      <a:pt x="5300" y="47112"/>
                    </a:lnTo>
                    <a:cubicBezTo>
                      <a:pt x="18294" y="26482"/>
                      <a:pt x="23733" y="22539"/>
                      <a:pt x="40353" y="22539"/>
                    </a:cubicBezTo>
                    <a:lnTo>
                      <a:pt x="105927" y="22539"/>
                    </a:lnTo>
                    <a:lnTo>
                      <a:pt x="46095" y="203351"/>
                    </a:lnTo>
                    <a:lnTo>
                      <a:pt x="65737" y="203351"/>
                    </a:lnTo>
                    <a:lnTo>
                      <a:pt x="129799" y="4943"/>
                    </a:lnTo>
                    <a:lnTo>
                      <a:pt x="129799" y="8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671B6C09-EFC2-D7D6-1AE9-6CC426FBB1F5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62025" y="5045091"/>
                <a:ext cx="134471" cy="205082"/>
              </a:xfrm>
              <a:custGeom>
                <a:avLst/>
                <a:gdLst>
                  <a:gd name="connsiteX0" fmla="*/ 134639 w 134471"/>
                  <a:gd name="connsiteY0" fmla="*/ 163609 h 205082"/>
                  <a:gd name="connsiteX1" fmla="*/ 130711 w 134471"/>
                  <a:gd name="connsiteY1" fmla="*/ 162092 h 205082"/>
                  <a:gd name="connsiteX2" fmla="*/ 102004 w 134471"/>
                  <a:gd name="connsiteY2" fmla="*/ 182115 h 205082"/>
                  <a:gd name="connsiteX3" fmla="*/ 29782 w 134471"/>
                  <a:gd name="connsiteY3" fmla="*/ 182115 h 205082"/>
                  <a:gd name="connsiteX4" fmla="*/ 80549 w 134471"/>
                  <a:gd name="connsiteY4" fmla="*/ 128720 h 205082"/>
                  <a:gd name="connsiteX5" fmla="*/ 119228 w 134471"/>
                  <a:gd name="connsiteY5" fmla="*/ 53786 h 205082"/>
                  <a:gd name="connsiteX6" fmla="*/ 63324 w 134471"/>
                  <a:gd name="connsiteY6" fmla="*/ 89 h 205082"/>
                  <a:gd name="connsiteX7" fmla="*/ 19810 w 134471"/>
                  <a:gd name="connsiteY7" fmla="*/ 18898 h 205082"/>
                  <a:gd name="connsiteX8" fmla="*/ 470 w 134471"/>
                  <a:gd name="connsiteY8" fmla="*/ 60461 h 205082"/>
                  <a:gd name="connsiteX9" fmla="*/ 6816 w 134471"/>
                  <a:gd name="connsiteY9" fmla="*/ 61978 h 205082"/>
                  <a:gd name="connsiteX10" fmla="*/ 50633 w 134471"/>
                  <a:gd name="connsiteY10" fmla="*/ 22539 h 205082"/>
                  <a:gd name="connsiteX11" fmla="*/ 93240 w 134471"/>
                  <a:gd name="connsiteY11" fmla="*/ 65315 h 205082"/>
                  <a:gd name="connsiteX12" fmla="*/ 53956 w 134471"/>
                  <a:gd name="connsiteY12" fmla="*/ 144193 h 205082"/>
                  <a:gd name="connsiteX13" fmla="*/ 168 w 134471"/>
                  <a:gd name="connsiteY13" fmla="*/ 201531 h 205082"/>
                  <a:gd name="connsiteX14" fmla="*/ 168 w 134471"/>
                  <a:gd name="connsiteY14" fmla="*/ 205171 h 205082"/>
                  <a:gd name="connsiteX15" fmla="*/ 118019 w 134471"/>
                  <a:gd name="connsiteY15" fmla="*/ 205171 h 205082"/>
                  <a:gd name="connsiteX16" fmla="*/ 134639 w 134471"/>
                  <a:gd name="connsiteY16" fmla="*/ 16360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639" y="163609"/>
                    </a:moveTo>
                    <a:lnTo>
                      <a:pt x="130711" y="162092"/>
                    </a:lnTo>
                    <a:cubicBezTo>
                      <a:pt x="119530" y="179384"/>
                      <a:pt x="115602" y="182115"/>
                      <a:pt x="102004" y="182115"/>
                    </a:cubicBezTo>
                    <a:lnTo>
                      <a:pt x="29782" y="182115"/>
                    </a:lnTo>
                    <a:lnTo>
                      <a:pt x="80549" y="128720"/>
                    </a:lnTo>
                    <a:cubicBezTo>
                      <a:pt x="107443" y="100506"/>
                      <a:pt x="119228" y="77450"/>
                      <a:pt x="119228" y="53786"/>
                    </a:cubicBezTo>
                    <a:cubicBezTo>
                      <a:pt x="119228" y="23449"/>
                      <a:pt x="94751" y="89"/>
                      <a:pt x="63324" y="89"/>
                    </a:cubicBezTo>
                    <a:cubicBezTo>
                      <a:pt x="46704" y="89"/>
                      <a:pt x="30991" y="6763"/>
                      <a:pt x="19810" y="18898"/>
                    </a:cubicBezTo>
                    <a:cubicBezTo>
                      <a:pt x="10140" y="29213"/>
                      <a:pt x="5607" y="38921"/>
                      <a:pt x="470" y="60461"/>
                    </a:cubicBezTo>
                    <a:lnTo>
                      <a:pt x="6816" y="61978"/>
                    </a:lnTo>
                    <a:cubicBezTo>
                      <a:pt x="18903" y="32247"/>
                      <a:pt x="29782" y="22539"/>
                      <a:pt x="50633" y="22539"/>
                    </a:cubicBezTo>
                    <a:cubicBezTo>
                      <a:pt x="76016" y="22539"/>
                      <a:pt x="93240" y="39831"/>
                      <a:pt x="93240" y="65315"/>
                    </a:cubicBezTo>
                    <a:cubicBezTo>
                      <a:pt x="93240" y="88978"/>
                      <a:pt x="79340" y="117192"/>
                      <a:pt x="53956" y="144193"/>
                    </a:cubicBezTo>
                    <a:lnTo>
                      <a:pt x="168" y="201531"/>
                    </a:lnTo>
                    <a:lnTo>
                      <a:pt x="168" y="205171"/>
                    </a:lnTo>
                    <a:lnTo>
                      <a:pt x="118019" y="205171"/>
                    </a:lnTo>
                    <a:lnTo>
                      <a:pt x="134639" y="16360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091639DA-A9F7-4479-89ED-BE24AFDC84FB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813683" y="5045091"/>
                <a:ext cx="129636" cy="211756"/>
              </a:xfrm>
              <a:custGeom>
                <a:avLst/>
                <a:gdLst>
                  <a:gd name="connsiteX0" fmla="*/ 8936 w 129636"/>
                  <a:gd name="connsiteY0" fmla="*/ 211846 h 211756"/>
                  <a:gd name="connsiteX1" fmla="*/ 79949 w 129636"/>
                  <a:gd name="connsiteY1" fmla="*/ 187272 h 211756"/>
                  <a:gd name="connsiteX2" fmla="*/ 129809 w 129636"/>
                  <a:gd name="connsiteY2" fmla="*/ 85641 h 211756"/>
                  <a:gd name="connsiteX3" fmla="*/ 63027 w 129636"/>
                  <a:gd name="connsiteY3" fmla="*/ 89 h 211756"/>
                  <a:gd name="connsiteX4" fmla="*/ 173 w 129636"/>
                  <a:gd name="connsiteY4" fmla="*/ 71686 h 211756"/>
                  <a:gd name="connsiteX5" fmla="*/ 54566 w 129636"/>
                  <a:gd name="connsiteY5" fmla="*/ 133271 h 211756"/>
                  <a:gd name="connsiteX6" fmla="*/ 99893 w 129636"/>
                  <a:gd name="connsiteY6" fmla="*/ 115979 h 211756"/>
                  <a:gd name="connsiteX7" fmla="*/ 8030 w 129636"/>
                  <a:gd name="connsiteY7" fmla="*/ 205778 h 211756"/>
                  <a:gd name="connsiteX8" fmla="*/ 8936 w 129636"/>
                  <a:gd name="connsiteY8" fmla="*/ 211846 h 211756"/>
                  <a:gd name="connsiteX9" fmla="*/ 100498 w 129636"/>
                  <a:gd name="connsiteY9" fmla="*/ 97473 h 211756"/>
                  <a:gd name="connsiteX10" fmla="*/ 95965 w 129636"/>
                  <a:gd name="connsiteY10" fmla="*/ 109001 h 211756"/>
                  <a:gd name="connsiteX11" fmla="*/ 65444 w 129636"/>
                  <a:gd name="connsiteY11" fmla="*/ 120226 h 211756"/>
                  <a:gd name="connsiteX12" fmla="*/ 27974 w 129636"/>
                  <a:gd name="connsiteY12" fmla="*/ 61371 h 211756"/>
                  <a:gd name="connsiteX13" fmla="*/ 39155 w 129636"/>
                  <a:gd name="connsiteY13" fmla="*/ 17988 h 211756"/>
                  <a:gd name="connsiteX14" fmla="*/ 60610 w 129636"/>
                  <a:gd name="connsiteY14" fmla="*/ 8583 h 211756"/>
                  <a:gd name="connsiteX15" fmla="*/ 100498 w 129636"/>
                  <a:gd name="connsiteY15" fmla="*/ 85641 h 211756"/>
                  <a:gd name="connsiteX16" fmla="*/ 100498 w 129636"/>
                  <a:gd name="connsiteY16" fmla="*/ 97473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8936" y="211846"/>
                    </a:moveTo>
                    <a:cubicBezTo>
                      <a:pt x="42781" y="207902"/>
                      <a:pt x="59401" y="202138"/>
                      <a:pt x="79949" y="187272"/>
                    </a:cubicBezTo>
                    <a:cubicBezTo>
                      <a:pt x="111376" y="164215"/>
                      <a:pt x="129809" y="126597"/>
                      <a:pt x="129809" y="85641"/>
                    </a:cubicBezTo>
                    <a:cubicBezTo>
                      <a:pt x="129809" y="35584"/>
                      <a:pt x="102009" y="89"/>
                      <a:pt x="63027" y="89"/>
                    </a:cubicBezTo>
                    <a:cubicBezTo>
                      <a:pt x="27067" y="89"/>
                      <a:pt x="173" y="30730"/>
                      <a:pt x="173" y="71686"/>
                    </a:cubicBezTo>
                    <a:cubicBezTo>
                      <a:pt x="173" y="108698"/>
                      <a:pt x="21930" y="133271"/>
                      <a:pt x="54566" y="133271"/>
                    </a:cubicBezTo>
                    <a:cubicBezTo>
                      <a:pt x="71186" y="133271"/>
                      <a:pt x="83878" y="128417"/>
                      <a:pt x="99893" y="115979"/>
                    </a:cubicBezTo>
                    <a:cubicBezTo>
                      <a:pt x="87504" y="165429"/>
                      <a:pt x="53961" y="197890"/>
                      <a:pt x="8030" y="205778"/>
                    </a:cubicBezTo>
                    <a:lnTo>
                      <a:pt x="8936" y="211846"/>
                    </a:lnTo>
                    <a:close/>
                    <a:moveTo>
                      <a:pt x="100498" y="97473"/>
                    </a:moveTo>
                    <a:cubicBezTo>
                      <a:pt x="100498" y="103540"/>
                      <a:pt x="99289" y="106270"/>
                      <a:pt x="95965" y="109001"/>
                    </a:cubicBezTo>
                    <a:cubicBezTo>
                      <a:pt x="87504" y="116282"/>
                      <a:pt x="76323" y="120226"/>
                      <a:pt x="65444" y="120226"/>
                    </a:cubicBezTo>
                    <a:cubicBezTo>
                      <a:pt x="42479" y="120226"/>
                      <a:pt x="27974" y="97473"/>
                      <a:pt x="27974" y="61371"/>
                    </a:cubicBezTo>
                    <a:cubicBezTo>
                      <a:pt x="27974" y="44078"/>
                      <a:pt x="32809" y="25876"/>
                      <a:pt x="39155" y="17988"/>
                    </a:cubicBezTo>
                    <a:cubicBezTo>
                      <a:pt x="44292" y="11920"/>
                      <a:pt x="51846" y="8583"/>
                      <a:pt x="60610" y="8583"/>
                    </a:cubicBezTo>
                    <a:cubicBezTo>
                      <a:pt x="86899" y="8583"/>
                      <a:pt x="100498" y="34674"/>
                      <a:pt x="100498" y="85641"/>
                    </a:cubicBezTo>
                    <a:lnTo>
                      <a:pt x="100498" y="9747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0CEF6C72-0135-7831-E08C-70BE5935E3E7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8216811" y="499438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F31713C-5F75-28E2-F184-1E6944907711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8800048" y="5045091"/>
                <a:ext cx="136586" cy="209329"/>
              </a:xfrm>
              <a:custGeom>
                <a:avLst/>
                <a:gdLst>
                  <a:gd name="connsiteX0" fmla="*/ 69707 w 136586"/>
                  <a:gd name="connsiteY0" fmla="*/ 89 h 209329"/>
                  <a:gd name="connsiteX1" fmla="*/ 29215 w 136586"/>
                  <a:gd name="connsiteY1" fmla="*/ 15864 h 209329"/>
                  <a:gd name="connsiteX2" fmla="*/ 205 w 136586"/>
                  <a:gd name="connsiteY2" fmla="*/ 103237 h 209329"/>
                  <a:gd name="connsiteX3" fmla="*/ 24380 w 136586"/>
                  <a:gd name="connsiteY3" fmla="*/ 188789 h 209329"/>
                  <a:gd name="connsiteX4" fmla="*/ 68499 w 136586"/>
                  <a:gd name="connsiteY4" fmla="*/ 209419 h 209329"/>
                  <a:gd name="connsiteX5" fmla="*/ 107783 w 136586"/>
                  <a:gd name="connsiteY5" fmla="*/ 193643 h 209329"/>
                  <a:gd name="connsiteX6" fmla="*/ 136792 w 136586"/>
                  <a:gd name="connsiteY6" fmla="*/ 105057 h 209329"/>
                  <a:gd name="connsiteX7" fmla="*/ 69707 w 136586"/>
                  <a:gd name="connsiteY7" fmla="*/ 89 h 209329"/>
                  <a:gd name="connsiteX8" fmla="*/ 68801 w 136586"/>
                  <a:gd name="connsiteY8" fmla="*/ 7976 h 209329"/>
                  <a:gd name="connsiteX9" fmla="*/ 107783 w 136586"/>
                  <a:gd name="connsiteY9" fmla="*/ 105664 h 209329"/>
                  <a:gd name="connsiteX10" fmla="*/ 68499 w 136586"/>
                  <a:gd name="connsiteY10" fmla="*/ 201531 h 209329"/>
                  <a:gd name="connsiteX11" fmla="*/ 29215 w 136586"/>
                  <a:gd name="connsiteY11" fmla="*/ 105967 h 209329"/>
                  <a:gd name="connsiteX12" fmla="*/ 68801 w 136586"/>
                  <a:gd name="connsiteY12" fmla="*/ 797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07" y="89"/>
                    </a:moveTo>
                    <a:cubicBezTo>
                      <a:pt x="53087" y="89"/>
                      <a:pt x="40396" y="5246"/>
                      <a:pt x="29215" y="15864"/>
                    </a:cubicBezTo>
                    <a:cubicBezTo>
                      <a:pt x="11688" y="32853"/>
                      <a:pt x="205" y="67742"/>
                      <a:pt x="205" y="103237"/>
                    </a:cubicBezTo>
                    <a:cubicBezTo>
                      <a:pt x="205" y="136305"/>
                      <a:pt x="10177" y="171800"/>
                      <a:pt x="24380" y="188789"/>
                    </a:cubicBezTo>
                    <a:cubicBezTo>
                      <a:pt x="35561" y="202138"/>
                      <a:pt x="50972" y="209419"/>
                      <a:pt x="68499" y="209419"/>
                    </a:cubicBezTo>
                    <a:cubicBezTo>
                      <a:pt x="83910" y="209419"/>
                      <a:pt x="96904" y="204261"/>
                      <a:pt x="107783" y="193643"/>
                    </a:cubicBezTo>
                    <a:cubicBezTo>
                      <a:pt x="125309" y="176957"/>
                      <a:pt x="136792" y="141766"/>
                      <a:pt x="136792" y="105057"/>
                    </a:cubicBezTo>
                    <a:cubicBezTo>
                      <a:pt x="136792" y="42865"/>
                      <a:pt x="109293" y="89"/>
                      <a:pt x="69707" y="89"/>
                    </a:cubicBezTo>
                    <a:close/>
                    <a:moveTo>
                      <a:pt x="68801" y="7976"/>
                    </a:moveTo>
                    <a:cubicBezTo>
                      <a:pt x="94184" y="7976"/>
                      <a:pt x="107783" y="42258"/>
                      <a:pt x="107783" y="105664"/>
                    </a:cubicBezTo>
                    <a:cubicBezTo>
                      <a:pt x="107783" y="169069"/>
                      <a:pt x="94486" y="201531"/>
                      <a:pt x="68499" y="201531"/>
                    </a:cubicBezTo>
                    <a:cubicBezTo>
                      <a:pt x="42511" y="201531"/>
                      <a:pt x="29215" y="169069"/>
                      <a:pt x="29215" y="105967"/>
                    </a:cubicBezTo>
                    <a:cubicBezTo>
                      <a:pt x="29215" y="41651"/>
                      <a:pt x="42813" y="7976"/>
                      <a:pt x="68801" y="79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AB50515A-676C-0279-B7C4-732F7C37D16C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8965606" y="5219836"/>
                <a:ext cx="33542" cy="33674"/>
              </a:xfrm>
              <a:custGeom>
                <a:avLst/>
                <a:gdLst>
                  <a:gd name="connsiteX0" fmla="*/ 16830 w 33542"/>
                  <a:gd name="connsiteY0" fmla="*/ 89 h 33674"/>
                  <a:gd name="connsiteX1" fmla="*/ 210 w 33542"/>
                  <a:gd name="connsiteY1" fmla="*/ 17381 h 33674"/>
                  <a:gd name="connsiteX2" fmla="*/ 16528 w 33542"/>
                  <a:gd name="connsiteY2" fmla="*/ 33763 h 33674"/>
                  <a:gd name="connsiteX3" fmla="*/ 33753 w 33542"/>
                  <a:gd name="connsiteY3" fmla="*/ 17381 h 33674"/>
                  <a:gd name="connsiteX4" fmla="*/ 16830 w 33542"/>
                  <a:gd name="connsiteY4" fmla="*/ 89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30" y="89"/>
                    </a:moveTo>
                    <a:cubicBezTo>
                      <a:pt x="7765" y="89"/>
                      <a:pt x="210" y="7976"/>
                      <a:pt x="210" y="17381"/>
                    </a:cubicBezTo>
                    <a:cubicBezTo>
                      <a:pt x="210" y="26179"/>
                      <a:pt x="7765" y="33763"/>
                      <a:pt x="16528" y="33763"/>
                    </a:cubicBezTo>
                    <a:cubicBezTo>
                      <a:pt x="25896" y="33763"/>
                      <a:pt x="33753" y="26179"/>
                      <a:pt x="33753" y="17381"/>
                    </a:cubicBezTo>
                    <a:cubicBezTo>
                      <a:pt x="33753" y="7976"/>
                      <a:pt x="25896" y="89"/>
                      <a:pt x="16830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740DE171-C543-7952-FCC0-3DF73A0C10A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9029952" y="5041450"/>
                <a:ext cx="122686" cy="212970"/>
              </a:xfrm>
              <a:custGeom>
                <a:avLst/>
                <a:gdLst>
                  <a:gd name="connsiteX0" fmla="*/ 45238 w 122686"/>
                  <a:gd name="connsiteY0" fmla="*/ 31943 h 212970"/>
                  <a:gd name="connsiteX1" fmla="*/ 104466 w 122686"/>
                  <a:gd name="connsiteY1" fmla="*/ 31943 h 212970"/>
                  <a:gd name="connsiteX2" fmla="*/ 111416 w 122686"/>
                  <a:gd name="connsiteY2" fmla="*/ 29213 h 212970"/>
                  <a:gd name="connsiteX3" fmla="*/ 122899 w 122686"/>
                  <a:gd name="connsiteY3" fmla="*/ 2212 h 212970"/>
                  <a:gd name="connsiteX4" fmla="*/ 120180 w 122686"/>
                  <a:gd name="connsiteY4" fmla="*/ 89 h 212970"/>
                  <a:gd name="connsiteX5" fmla="*/ 106279 w 122686"/>
                  <a:gd name="connsiteY5" fmla="*/ 7976 h 212970"/>
                  <a:gd name="connsiteX6" fmla="*/ 43123 w 122686"/>
                  <a:gd name="connsiteY6" fmla="*/ 7976 h 212970"/>
                  <a:gd name="connsiteX7" fmla="*/ 10185 w 122686"/>
                  <a:gd name="connsiteY7" fmla="*/ 79877 h 212970"/>
                  <a:gd name="connsiteX8" fmla="*/ 9883 w 122686"/>
                  <a:gd name="connsiteY8" fmla="*/ 81394 h 212970"/>
                  <a:gd name="connsiteX9" fmla="*/ 13509 w 122686"/>
                  <a:gd name="connsiteY9" fmla="*/ 83821 h 212970"/>
                  <a:gd name="connsiteX10" fmla="*/ 47656 w 122686"/>
                  <a:gd name="connsiteY10" fmla="*/ 89888 h 212970"/>
                  <a:gd name="connsiteX11" fmla="*/ 98422 w 122686"/>
                  <a:gd name="connsiteY11" fmla="*/ 149957 h 212970"/>
                  <a:gd name="connsiteX12" fmla="*/ 56419 w 122686"/>
                  <a:gd name="connsiteY12" fmla="*/ 201834 h 212970"/>
                  <a:gd name="connsiteX13" fmla="*/ 36173 w 122686"/>
                  <a:gd name="connsiteY13" fmla="*/ 193036 h 212970"/>
                  <a:gd name="connsiteX14" fmla="*/ 13207 w 122686"/>
                  <a:gd name="connsiteY14" fmla="*/ 183025 h 212970"/>
                  <a:gd name="connsiteX15" fmla="*/ 213 w 122686"/>
                  <a:gd name="connsiteY15" fmla="*/ 194250 h 212970"/>
                  <a:gd name="connsiteX16" fmla="*/ 37079 w 122686"/>
                  <a:gd name="connsiteY16" fmla="*/ 213059 h 212970"/>
                  <a:gd name="connsiteX17" fmla="*/ 99329 w 122686"/>
                  <a:gd name="connsiteY17" fmla="*/ 189396 h 212970"/>
                  <a:gd name="connsiteX18" fmla="*/ 119575 w 122686"/>
                  <a:gd name="connsiteY18" fmla="*/ 135395 h 212970"/>
                  <a:gd name="connsiteX19" fmla="*/ 98725 w 122686"/>
                  <a:gd name="connsiteY19" fmla="*/ 84427 h 212970"/>
                  <a:gd name="connsiteX20" fmla="*/ 32546 w 122686"/>
                  <a:gd name="connsiteY20" fmla="*/ 57730 h 212970"/>
                  <a:gd name="connsiteX21" fmla="*/ 45238 w 122686"/>
                  <a:gd name="connsiteY21" fmla="*/ 31943 h 212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2686" h="212970">
                    <a:moveTo>
                      <a:pt x="45238" y="31943"/>
                    </a:moveTo>
                    <a:lnTo>
                      <a:pt x="104466" y="31943"/>
                    </a:lnTo>
                    <a:cubicBezTo>
                      <a:pt x="109301" y="31943"/>
                      <a:pt x="110510" y="31336"/>
                      <a:pt x="111416" y="29213"/>
                    </a:cubicBezTo>
                    <a:lnTo>
                      <a:pt x="122899" y="2212"/>
                    </a:lnTo>
                    <a:lnTo>
                      <a:pt x="120180" y="89"/>
                    </a:lnTo>
                    <a:cubicBezTo>
                      <a:pt x="115647" y="6460"/>
                      <a:pt x="112625" y="7976"/>
                      <a:pt x="106279" y="7976"/>
                    </a:cubicBezTo>
                    <a:lnTo>
                      <a:pt x="43123" y="7976"/>
                    </a:lnTo>
                    <a:lnTo>
                      <a:pt x="10185" y="79877"/>
                    </a:lnTo>
                    <a:cubicBezTo>
                      <a:pt x="9883" y="80483"/>
                      <a:pt x="9883" y="80787"/>
                      <a:pt x="9883" y="81394"/>
                    </a:cubicBezTo>
                    <a:cubicBezTo>
                      <a:pt x="9883" y="82910"/>
                      <a:pt x="11091" y="83821"/>
                      <a:pt x="13509" y="83821"/>
                    </a:cubicBezTo>
                    <a:cubicBezTo>
                      <a:pt x="23179" y="83821"/>
                      <a:pt x="35266" y="85944"/>
                      <a:pt x="47656" y="89888"/>
                    </a:cubicBezTo>
                    <a:cubicBezTo>
                      <a:pt x="82407" y="101113"/>
                      <a:pt x="98422" y="119922"/>
                      <a:pt x="98422" y="149957"/>
                    </a:cubicBezTo>
                    <a:cubicBezTo>
                      <a:pt x="98422" y="179081"/>
                      <a:pt x="79989" y="201834"/>
                      <a:pt x="56419" y="201834"/>
                    </a:cubicBezTo>
                    <a:cubicBezTo>
                      <a:pt x="50375" y="201834"/>
                      <a:pt x="45238" y="199710"/>
                      <a:pt x="36173" y="193036"/>
                    </a:cubicBezTo>
                    <a:cubicBezTo>
                      <a:pt x="26503" y="186059"/>
                      <a:pt x="19553" y="183025"/>
                      <a:pt x="13207" y="183025"/>
                    </a:cubicBezTo>
                    <a:cubicBezTo>
                      <a:pt x="4443" y="183025"/>
                      <a:pt x="213" y="186665"/>
                      <a:pt x="213" y="194250"/>
                    </a:cubicBezTo>
                    <a:cubicBezTo>
                      <a:pt x="213" y="205778"/>
                      <a:pt x="14415" y="213059"/>
                      <a:pt x="37079" y="213059"/>
                    </a:cubicBezTo>
                    <a:cubicBezTo>
                      <a:pt x="62463" y="213059"/>
                      <a:pt x="84220" y="204868"/>
                      <a:pt x="99329" y="189396"/>
                    </a:cubicBezTo>
                    <a:cubicBezTo>
                      <a:pt x="113229" y="175744"/>
                      <a:pt x="119575" y="158451"/>
                      <a:pt x="119575" y="135395"/>
                    </a:cubicBezTo>
                    <a:cubicBezTo>
                      <a:pt x="119575" y="113552"/>
                      <a:pt x="113834" y="99596"/>
                      <a:pt x="98725" y="84427"/>
                    </a:cubicBezTo>
                    <a:cubicBezTo>
                      <a:pt x="85428" y="71079"/>
                      <a:pt x="68204" y="64101"/>
                      <a:pt x="32546" y="57730"/>
                    </a:cubicBezTo>
                    <a:lnTo>
                      <a:pt x="45238" y="3194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0986B8EE-516C-2FC1-D4DC-5F815546D922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9175567" y="5045091"/>
                <a:ext cx="139004" cy="205082"/>
              </a:xfrm>
              <a:custGeom>
                <a:avLst/>
                <a:gdLst>
                  <a:gd name="connsiteX0" fmla="*/ 139222 w 139004"/>
                  <a:gd name="connsiteY0" fmla="*/ 135091 h 205082"/>
                  <a:gd name="connsiteX1" fmla="*/ 108399 w 139004"/>
                  <a:gd name="connsiteY1" fmla="*/ 135091 h 205082"/>
                  <a:gd name="connsiteX2" fmla="*/ 108399 w 139004"/>
                  <a:gd name="connsiteY2" fmla="*/ 89 h 205082"/>
                  <a:gd name="connsiteX3" fmla="*/ 95103 w 139004"/>
                  <a:gd name="connsiteY3" fmla="*/ 89 h 205082"/>
                  <a:gd name="connsiteX4" fmla="*/ 218 w 139004"/>
                  <a:gd name="connsiteY4" fmla="*/ 135091 h 205082"/>
                  <a:gd name="connsiteX5" fmla="*/ 218 w 139004"/>
                  <a:gd name="connsiteY5" fmla="*/ 154507 h 205082"/>
                  <a:gd name="connsiteX6" fmla="*/ 85131 w 139004"/>
                  <a:gd name="connsiteY6" fmla="*/ 154507 h 205082"/>
                  <a:gd name="connsiteX7" fmla="*/ 85131 w 139004"/>
                  <a:gd name="connsiteY7" fmla="*/ 205171 h 205082"/>
                  <a:gd name="connsiteX8" fmla="*/ 108399 w 139004"/>
                  <a:gd name="connsiteY8" fmla="*/ 205171 h 205082"/>
                  <a:gd name="connsiteX9" fmla="*/ 108399 w 139004"/>
                  <a:gd name="connsiteY9" fmla="*/ 154507 h 205082"/>
                  <a:gd name="connsiteX10" fmla="*/ 139222 w 139004"/>
                  <a:gd name="connsiteY10" fmla="*/ 154507 h 205082"/>
                  <a:gd name="connsiteX11" fmla="*/ 139222 w 139004"/>
                  <a:gd name="connsiteY11" fmla="*/ 135091 h 205082"/>
                  <a:gd name="connsiteX12" fmla="*/ 84829 w 139004"/>
                  <a:gd name="connsiteY12" fmla="*/ 135091 h 205082"/>
                  <a:gd name="connsiteX13" fmla="*/ 12305 w 139004"/>
                  <a:gd name="connsiteY13" fmla="*/ 135091 h 205082"/>
                  <a:gd name="connsiteX14" fmla="*/ 84829 w 139004"/>
                  <a:gd name="connsiteY14" fmla="*/ 31033 h 205082"/>
                  <a:gd name="connsiteX15" fmla="*/ 84829 w 139004"/>
                  <a:gd name="connsiteY15" fmla="*/ 13509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222" y="135091"/>
                    </a:moveTo>
                    <a:lnTo>
                      <a:pt x="108399" y="135091"/>
                    </a:lnTo>
                    <a:lnTo>
                      <a:pt x="108399" y="89"/>
                    </a:lnTo>
                    <a:lnTo>
                      <a:pt x="95103" y="89"/>
                    </a:lnTo>
                    <a:lnTo>
                      <a:pt x="218" y="135091"/>
                    </a:lnTo>
                    <a:lnTo>
                      <a:pt x="218" y="154507"/>
                    </a:lnTo>
                    <a:lnTo>
                      <a:pt x="85131" y="154507"/>
                    </a:lnTo>
                    <a:lnTo>
                      <a:pt x="85131" y="205171"/>
                    </a:lnTo>
                    <a:lnTo>
                      <a:pt x="108399" y="205171"/>
                    </a:lnTo>
                    <a:lnTo>
                      <a:pt x="108399" y="154507"/>
                    </a:lnTo>
                    <a:lnTo>
                      <a:pt x="139222" y="154507"/>
                    </a:lnTo>
                    <a:lnTo>
                      <a:pt x="139222" y="135091"/>
                    </a:lnTo>
                    <a:close/>
                    <a:moveTo>
                      <a:pt x="84829" y="135091"/>
                    </a:moveTo>
                    <a:lnTo>
                      <a:pt x="12305" y="135091"/>
                    </a:lnTo>
                    <a:lnTo>
                      <a:pt x="84829" y="31033"/>
                    </a:lnTo>
                    <a:lnTo>
                      <a:pt x="84829" y="13509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A6176868-BA67-8342-6CEB-4A53B8F3F411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9887450" y="499438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35E91985-A19D-2DCC-F065-E2DC4635834B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10173112" y="5045091"/>
                <a:ext cx="117549" cy="209329"/>
              </a:xfrm>
              <a:custGeom>
                <a:avLst/>
                <a:gdLst>
                  <a:gd name="connsiteX0" fmla="*/ 33490 w 117549"/>
                  <a:gd name="connsiteY0" fmla="*/ 105057 h 209329"/>
                  <a:gd name="connsiteX1" fmla="*/ 65522 w 117549"/>
                  <a:gd name="connsiteY1" fmla="*/ 108394 h 209329"/>
                  <a:gd name="connsiteX2" fmla="*/ 96042 w 117549"/>
                  <a:gd name="connsiteY2" fmla="*/ 153294 h 209329"/>
                  <a:gd name="connsiteX3" fmla="*/ 56456 w 117549"/>
                  <a:gd name="connsiteY3" fmla="*/ 198497 h 209329"/>
                  <a:gd name="connsiteX4" fmla="*/ 31073 w 117549"/>
                  <a:gd name="connsiteY4" fmla="*/ 189092 h 209329"/>
                  <a:gd name="connsiteX5" fmla="*/ 11733 w 117549"/>
                  <a:gd name="connsiteY5" fmla="*/ 181508 h 209329"/>
                  <a:gd name="connsiteX6" fmla="*/ 250 w 117549"/>
                  <a:gd name="connsiteY6" fmla="*/ 192126 h 209329"/>
                  <a:gd name="connsiteX7" fmla="*/ 34397 w 117549"/>
                  <a:gd name="connsiteY7" fmla="*/ 209419 h 209329"/>
                  <a:gd name="connsiteX8" fmla="*/ 95740 w 117549"/>
                  <a:gd name="connsiteY8" fmla="*/ 189092 h 209329"/>
                  <a:gd name="connsiteX9" fmla="*/ 117799 w 117549"/>
                  <a:gd name="connsiteY9" fmla="*/ 138732 h 209329"/>
                  <a:gd name="connsiteX10" fmla="*/ 104201 w 117549"/>
                  <a:gd name="connsiteY10" fmla="*/ 99596 h 209329"/>
                  <a:gd name="connsiteX11" fmla="*/ 79120 w 117549"/>
                  <a:gd name="connsiteY11" fmla="*/ 83517 h 209329"/>
                  <a:gd name="connsiteX12" fmla="*/ 107525 w 117549"/>
                  <a:gd name="connsiteY12" fmla="*/ 41651 h 209329"/>
                  <a:gd name="connsiteX13" fmla="*/ 60385 w 117549"/>
                  <a:gd name="connsiteY13" fmla="*/ 89 h 209329"/>
                  <a:gd name="connsiteX14" fmla="*/ 21101 w 117549"/>
                  <a:gd name="connsiteY14" fmla="*/ 14954 h 209329"/>
                  <a:gd name="connsiteX15" fmla="*/ 855 w 117549"/>
                  <a:gd name="connsiteY15" fmla="*/ 49236 h 209329"/>
                  <a:gd name="connsiteX16" fmla="*/ 5387 w 117549"/>
                  <a:gd name="connsiteY16" fmla="*/ 50449 h 209329"/>
                  <a:gd name="connsiteX17" fmla="*/ 50413 w 117549"/>
                  <a:gd name="connsiteY17" fmla="*/ 18291 h 209329"/>
                  <a:gd name="connsiteX18" fmla="*/ 83653 w 117549"/>
                  <a:gd name="connsiteY18" fmla="*/ 50753 h 209329"/>
                  <a:gd name="connsiteX19" fmla="*/ 71565 w 117549"/>
                  <a:gd name="connsiteY19" fmla="*/ 80180 h 209329"/>
                  <a:gd name="connsiteX20" fmla="*/ 33490 w 117549"/>
                  <a:gd name="connsiteY20" fmla="*/ 101113 h 209329"/>
                  <a:gd name="connsiteX21" fmla="*/ 33490 w 117549"/>
                  <a:gd name="connsiteY21" fmla="*/ 105057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490" y="105057"/>
                    </a:moveTo>
                    <a:cubicBezTo>
                      <a:pt x="51319" y="105057"/>
                      <a:pt x="58269" y="105664"/>
                      <a:pt x="65522" y="108394"/>
                    </a:cubicBezTo>
                    <a:cubicBezTo>
                      <a:pt x="84257" y="115068"/>
                      <a:pt x="96042" y="132361"/>
                      <a:pt x="96042" y="153294"/>
                    </a:cubicBezTo>
                    <a:cubicBezTo>
                      <a:pt x="96042" y="178777"/>
                      <a:pt x="78818" y="198497"/>
                      <a:pt x="56456" y="198497"/>
                    </a:cubicBezTo>
                    <a:cubicBezTo>
                      <a:pt x="48297" y="198497"/>
                      <a:pt x="42254" y="196373"/>
                      <a:pt x="31073" y="189092"/>
                    </a:cubicBezTo>
                    <a:cubicBezTo>
                      <a:pt x="22007" y="183632"/>
                      <a:pt x="16870" y="181508"/>
                      <a:pt x="11733" y="181508"/>
                    </a:cubicBezTo>
                    <a:cubicBezTo>
                      <a:pt x="4783" y="181508"/>
                      <a:pt x="250" y="185755"/>
                      <a:pt x="250" y="192126"/>
                    </a:cubicBezTo>
                    <a:cubicBezTo>
                      <a:pt x="250" y="202744"/>
                      <a:pt x="13244" y="209419"/>
                      <a:pt x="34397" y="209419"/>
                    </a:cubicBezTo>
                    <a:cubicBezTo>
                      <a:pt x="57665" y="209419"/>
                      <a:pt x="81538" y="201531"/>
                      <a:pt x="95740" y="189092"/>
                    </a:cubicBezTo>
                    <a:cubicBezTo>
                      <a:pt x="109943" y="176654"/>
                      <a:pt x="117799" y="159058"/>
                      <a:pt x="117799" y="138732"/>
                    </a:cubicBezTo>
                    <a:cubicBezTo>
                      <a:pt x="117799" y="123260"/>
                      <a:pt x="112965" y="109001"/>
                      <a:pt x="104201" y="99596"/>
                    </a:cubicBezTo>
                    <a:cubicBezTo>
                      <a:pt x="98158" y="92922"/>
                      <a:pt x="92416" y="89281"/>
                      <a:pt x="79120" y="83517"/>
                    </a:cubicBezTo>
                    <a:cubicBezTo>
                      <a:pt x="99971" y="69259"/>
                      <a:pt x="107525" y="58034"/>
                      <a:pt x="107525" y="41651"/>
                    </a:cubicBezTo>
                    <a:cubicBezTo>
                      <a:pt x="107525" y="17078"/>
                      <a:pt x="88186" y="89"/>
                      <a:pt x="60385" y="89"/>
                    </a:cubicBezTo>
                    <a:cubicBezTo>
                      <a:pt x="45276" y="89"/>
                      <a:pt x="31980" y="5246"/>
                      <a:pt x="21101" y="14954"/>
                    </a:cubicBezTo>
                    <a:cubicBezTo>
                      <a:pt x="12035" y="23145"/>
                      <a:pt x="7503" y="31033"/>
                      <a:pt x="855" y="49236"/>
                    </a:cubicBezTo>
                    <a:lnTo>
                      <a:pt x="5387" y="50449"/>
                    </a:lnTo>
                    <a:cubicBezTo>
                      <a:pt x="17777" y="28303"/>
                      <a:pt x="31375" y="18291"/>
                      <a:pt x="50413" y="18291"/>
                    </a:cubicBezTo>
                    <a:cubicBezTo>
                      <a:pt x="70055" y="18291"/>
                      <a:pt x="83653" y="31640"/>
                      <a:pt x="83653" y="50753"/>
                    </a:cubicBezTo>
                    <a:cubicBezTo>
                      <a:pt x="83653" y="61674"/>
                      <a:pt x="79120" y="72596"/>
                      <a:pt x="71565" y="80180"/>
                    </a:cubicBezTo>
                    <a:cubicBezTo>
                      <a:pt x="62500" y="89281"/>
                      <a:pt x="54039" y="93832"/>
                      <a:pt x="33490" y="101113"/>
                    </a:cubicBezTo>
                    <a:lnTo>
                      <a:pt x="33490" y="10505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F017C932-DA67-2CF3-7123-3323EA68BA9C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10332929" y="5219836"/>
                <a:ext cx="33542" cy="33674"/>
              </a:xfrm>
              <a:custGeom>
                <a:avLst/>
                <a:gdLst>
                  <a:gd name="connsiteX0" fmla="*/ 16875 w 33542"/>
                  <a:gd name="connsiteY0" fmla="*/ 89 h 33674"/>
                  <a:gd name="connsiteX1" fmla="*/ 255 w 33542"/>
                  <a:gd name="connsiteY1" fmla="*/ 17381 h 33674"/>
                  <a:gd name="connsiteX2" fmla="*/ 16573 w 33542"/>
                  <a:gd name="connsiteY2" fmla="*/ 33763 h 33674"/>
                  <a:gd name="connsiteX3" fmla="*/ 33798 w 33542"/>
                  <a:gd name="connsiteY3" fmla="*/ 17381 h 33674"/>
                  <a:gd name="connsiteX4" fmla="*/ 16875 w 33542"/>
                  <a:gd name="connsiteY4" fmla="*/ 89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75" y="89"/>
                    </a:moveTo>
                    <a:cubicBezTo>
                      <a:pt x="7810" y="89"/>
                      <a:pt x="255" y="7976"/>
                      <a:pt x="255" y="17381"/>
                    </a:cubicBezTo>
                    <a:cubicBezTo>
                      <a:pt x="255" y="26179"/>
                      <a:pt x="7810" y="33763"/>
                      <a:pt x="16573" y="33763"/>
                    </a:cubicBezTo>
                    <a:cubicBezTo>
                      <a:pt x="25941" y="33763"/>
                      <a:pt x="33798" y="26179"/>
                      <a:pt x="33798" y="17381"/>
                    </a:cubicBezTo>
                    <a:cubicBezTo>
                      <a:pt x="33798" y="7976"/>
                      <a:pt x="25941" y="89"/>
                      <a:pt x="16875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2D83495F-99E7-965A-AF7A-58AB533723F6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10397275" y="5041450"/>
                <a:ext cx="122686" cy="212970"/>
              </a:xfrm>
              <a:custGeom>
                <a:avLst/>
                <a:gdLst>
                  <a:gd name="connsiteX0" fmla="*/ 45283 w 122686"/>
                  <a:gd name="connsiteY0" fmla="*/ 31943 h 212970"/>
                  <a:gd name="connsiteX1" fmla="*/ 104511 w 122686"/>
                  <a:gd name="connsiteY1" fmla="*/ 31943 h 212970"/>
                  <a:gd name="connsiteX2" fmla="*/ 111461 w 122686"/>
                  <a:gd name="connsiteY2" fmla="*/ 29213 h 212970"/>
                  <a:gd name="connsiteX3" fmla="*/ 122944 w 122686"/>
                  <a:gd name="connsiteY3" fmla="*/ 2212 h 212970"/>
                  <a:gd name="connsiteX4" fmla="*/ 120224 w 122686"/>
                  <a:gd name="connsiteY4" fmla="*/ 89 h 212970"/>
                  <a:gd name="connsiteX5" fmla="*/ 106324 w 122686"/>
                  <a:gd name="connsiteY5" fmla="*/ 7976 h 212970"/>
                  <a:gd name="connsiteX6" fmla="*/ 43168 w 122686"/>
                  <a:gd name="connsiteY6" fmla="*/ 7976 h 212970"/>
                  <a:gd name="connsiteX7" fmla="*/ 10230 w 122686"/>
                  <a:gd name="connsiteY7" fmla="*/ 79877 h 212970"/>
                  <a:gd name="connsiteX8" fmla="*/ 9928 w 122686"/>
                  <a:gd name="connsiteY8" fmla="*/ 81394 h 212970"/>
                  <a:gd name="connsiteX9" fmla="*/ 13554 w 122686"/>
                  <a:gd name="connsiteY9" fmla="*/ 83821 h 212970"/>
                  <a:gd name="connsiteX10" fmla="*/ 47700 w 122686"/>
                  <a:gd name="connsiteY10" fmla="*/ 89888 h 212970"/>
                  <a:gd name="connsiteX11" fmla="*/ 98467 w 122686"/>
                  <a:gd name="connsiteY11" fmla="*/ 149957 h 212970"/>
                  <a:gd name="connsiteX12" fmla="*/ 56464 w 122686"/>
                  <a:gd name="connsiteY12" fmla="*/ 201834 h 212970"/>
                  <a:gd name="connsiteX13" fmla="*/ 36218 w 122686"/>
                  <a:gd name="connsiteY13" fmla="*/ 193036 h 212970"/>
                  <a:gd name="connsiteX14" fmla="*/ 13252 w 122686"/>
                  <a:gd name="connsiteY14" fmla="*/ 183025 h 212970"/>
                  <a:gd name="connsiteX15" fmla="*/ 258 w 122686"/>
                  <a:gd name="connsiteY15" fmla="*/ 194250 h 212970"/>
                  <a:gd name="connsiteX16" fmla="*/ 37124 w 122686"/>
                  <a:gd name="connsiteY16" fmla="*/ 213059 h 212970"/>
                  <a:gd name="connsiteX17" fmla="*/ 99374 w 122686"/>
                  <a:gd name="connsiteY17" fmla="*/ 189396 h 212970"/>
                  <a:gd name="connsiteX18" fmla="*/ 119620 w 122686"/>
                  <a:gd name="connsiteY18" fmla="*/ 135395 h 212970"/>
                  <a:gd name="connsiteX19" fmla="*/ 98769 w 122686"/>
                  <a:gd name="connsiteY19" fmla="*/ 84427 h 212970"/>
                  <a:gd name="connsiteX20" fmla="*/ 32591 w 122686"/>
                  <a:gd name="connsiteY20" fmla="*/ 57730 h 212970"/>
                  <a:gd name="connsiteX21" fmla="*/ 45283 w 122686"/>
                  <a:gd name="connsiteY21" fmla="*/ 31943 h 212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2686" h="212970">
                    <a:moveTo>
                      <a:pt x="45283" y="31943"/>
                    </a:moveTo>
                    <a:lnTo>
                      <a:pt x="104511" y="31943"/>
                    </a:lnTo>
                    <a:cubicBezTo>
                      <a:pt x="109346" y="31943"/>
                      <a:pt x="110555" y="31336"/>
                      <a:pt x="111461" y="29213"/>
                    </a:cubicBezTo>
                    <a:lnTo>
                      <a:pt x="122944" y="2212"/>
                    </a:lnTo>
                    <a:lnTo>
                      <a:pt x="120224" y="89"/>
                    </a:lnTo>
                    <a:cubicBezTo>
                      <a:pt x="115692" y="6460"/>
                      <a:pt x="112670" y="7976"/>
                      <a:pt x="106324" y="7976"/>
                    </a:cubicBezTo>
                    <a:lnTo>
                      <a:pt x="43168" y="7976"/>
                    </a:lnTo>
                    <a:lnTo>
                      <a:pt x="10230" y="79877"/>
                    </a:lnTo>
                    <a:cubicBezTo>
                      <a:pt x="9928" y="80483"/>
                      <a:pt x="9928" y="80787"/>
                      <a:pt x="9928" y="81394"/>
                    </a:cubicBezTo>
                    <a:cubicBezTo>
                      <a:pt x="9928" y="82910"/>
                      <a:pt x="11136" y="83821"/>
                      <a:pt x="13554" y="83821"/>
                    </a:cubicBezTo>
                    <a:cubicBezTo>
                      <a:pt x="23224" y="83821"/>
                      <a:pt x="35311" y="85944"/>
                      <a:pt x="47700" y="89888"/>
                    </a:cubicBezTo>
                    <a:cubicBezTo>
                      <a:pt x="82452" y="101113"/>
                      <a:pt x="98467" y="119922"/>
                      <a:pt x="98467" y="149957"/>
                    </a:cubicBezTo>
                    <a:cubicBezTo>
                      <a:pt x="98467" y="179081"/>
                      <a:pt x="80034" y="201834"/>
                      <a:pt x="56464" y="201834"/>
                    </a:cubicBezTo>
                    <a:cubicBezTo>
                      <a:pt x="50420" y="201834"/>
                      <a:pt x="45283" y="199710"/>
                      <a:pt x="36218" y="193036"/>
                    </a:cubicBezTo>
                    <a:cubicBezTo>
                      <a:pt x="26548" y="186059"/>
                      <a:pt x="19597" y="183025"/>
                      <a:pt x="13252" y="183025"/>
                    </a:cubicBezTo>
                    <a:cubicBezTo>
                      <a:pt x="4488" y="183025"/>
                      <a:pt x="258" y="186665"/>
                      <a:pt x="258" y="194250"/>
                    </a:cubicBezTo>
                    <a:cubicBezTo>
                      <a:pt x="258" y="205778"/>
                      <a:pt x="14460" y="213059"/>
                      <a:pt x="37124" y="213059"/>
                    </a:cubicBezTo>
                    <a:cubicBezTo>
                      <a:pt x="62507" y="213059"/>
                      <a:pt x="84265" y="204868"/>
                      <a:pt x="99374" y="189396"/>
                    </a:cubicBezTo>
                    <a:cubicBezTo>
                      <a:pt x="113274" y="175744"/>
                      <a:pt x="119620" y="158451"/>
                      <a:pt x="119620" y="135395"/>
                    </a:cubicBezTo>
                    <a:cubicBezTo>
                      <a:pt x="119620" y="113552"/>
                      <a:pt x="113879" y="99596"/>
                      <a:pt x="98769" y="84427"/>
                    </a:cubicBezTo>
                    <a:cubicBezTo>
                      <a:pt x="85473" y="71079"/>
                      <a:pt x="68249" y="64101"/>
                      <a:pt x="32591" y="57730"/>
                    </a:cubicBezTo>
                    <a:lnTo>
                      <a:pt x="45283" y="3194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26E9A9D-6B96-84B2-C5CF-837D33337ECD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10546515" y="5045091"/>
                <a:ext cx="136586" cy="209329"/>
              </a:xfrm>
              <a:custGeom>
                <a:avLst/>
                <a:gdLst>
                  <a:gd name="connsiteX0" fmla="*/ 69765 w 136586"/>
                  <a:gd name="connsiteY0" fmla="*/ 89 h 209329"/>
                  <a:gd name="connsiteX1" fmla="*/ 29272 w 136586"/>
                  <a:gd name="connsiteY1" fmla="*/ 15864 h 209329"/>
                  <a:gd name="connsiteX2" fmla="*/ 263 w 136586"/>
                  <a:gd name="connsiteY2" fmla="*/ 103237 h 209329"/>
                  <a:gd name="connsiteX3" fmla="*/ 24437 w 136586"/>
                  <a:gd name="connsiteY3" fmla="*/ 188789 h 209329"/>
                  <a:gd name="connsiteX4" fmla="*/ 68556 w 136586"/>
                  <a:gd name="connsiteY4" fmla="*/ 209419 h 209329"/>
                  <a:gd name="connsiteX5" fmla="*/ 107840 w 136586"/>
                  <a:gd name="connsiteY5" fmla="*/ 193643 h 209329"/>
                  <a:gd name="connsiteX6" fmla="*/ 136849 w 136586"/>
                  <a:gd name="connsiteY6" fmla="*/ 105057 h 209329"/>
                  <a:gd name="connsiteX7" fmla="*/ 69765 w 136586"/>
                  <a:gd name="connsiteY7" fmla="*/ 89 h 209329"/>
                  <a:gd name="connsiteX8" fmla="*/ 68858 w 136586"/>
                  <a:gd name="connsiteY8" fmla="*/ 7976 h 209329"/>
                  <a:gd name="connsiteX9" fmla="*/ 107840 w 136586"/>
                  <a:gd name="connsiteY9" fmla="*/ 105664 h 209329"/>
                  <a:gd name="connsiteX10" fmla="*/ 68556 w 136586"/>
                  <a:gd name="connsiteY10" fmla="*/ 201531 h 209329"/>
                  <a:gd name="connsiteX11" fmla="*/ 29272 w 136586"/>
                  <a:gd name="connsiteY11" fmla="*/ 105967 h 209329"/>
                  <a:gd name="connsiteX12" fmla="*/ 68858 w 136586"/>
                  <a:gd name="connsiteY12" fmla="*/ 797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65" y="89"/>
                    </a:moveTo>
                    <a:cubicBezTo>
                      <a:pt x="53145" y="89"/>
                      <a:pt x="40453" y="5246"/>
                      <a:pt x="29272" y="15864"/>
                    </a:cubicBezTo>
                    <a:cubicBezTo>
                      <a:pt x="11746" y="32853"/>
                      <a:pt x="263" y="67742"/>
                      <a:pt x="263" y="103237"/>
                    </a:cubicBezTo>
                    <a:cubicBezTo>
                      <a:pt x="263" y="136305"/>
                      <a:pt x="10235" y="171800"/>
                      <a:pt x="24437" y="188789"/>
                    </a:cubicBezTo>
                    <a:cubicBezTo>
                      <a:pt x="35618" y="202138"/>
                      <a:pt x="51030" y="209419"/>
                      <a:pt x="68556" y="209419"/>
                    </a:cubicBezTo>
                    <a:cubicBezTo>
                      <a:pt x="83967" y="209419"/>
                      <a:pt x="96961" y="204261"/>
                      <a:pt x="107840" y="193643"/>
                    </a:cubicBezTo>
                    <a:cubicBezTo>
                      <a:pt x="125367" y="176957"/>
                      <a:pt x="136849" y="141766"/>
                      <a:pt x="136849" y="105057"/>
                    </a:cubicBezTo>
                    <a:cubicBezTo>
                      <a:pt x="136849" y="42865"/>
                      <a:pt x="109351" y="89"/>
                      <a:pt x="69765" y="89"/>
                    </a:cubicBezTo>
                    <a:close/>
                    <a:moveTo>
                      <a:pt x="68858" y="7976"/>
                    </a:moveTo>
                    <a:cubicBezTo>
                      <a:pt x="94242" y="7976"/>
                      <a:pt x="107840" y="42258"/>
                      <a:pt x="107840" y="105664"/>
                    </a:cubicBezTo>
                    <a:cubicBezTo>
                      <a:pt x="107840" y="169069"/>
                      <a:pt x="94544" y="201531"/>
                      <a:pt x="68556" y="201531"/>
                    </a:cubicBezTo>
                    <a:cubicBezTo>
                      <a:pt x="42568" y="201531"/>
                      <a:pt x="29272" y="169069"/>
                      <a:pt x="29272" y="105967"/>
                    </a:cubicBezTo>
                    <a:cubicBezTo>
                      <a:pt x="29272" y="41651"/>
                      <a:pt x="42871" y="7976"/>
                      <a:pt x="68858" y="79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E81933F2-342E-0562-AEFB-749A88164BB4}"/>
                  </a:ext>
                </a:extLst>
              </p:cNvPr>
              <p:cNvSpPr/>
              <p:nvPr>
                <p:custDataLst>
                  <p:tags r:id="rId78"/>
                </p:custDataLst>
              </p:nvPr>
            </p:nvSpPr>
            <p:spPr>
              <a:xfrm>
                <a:off x="10696965" y="5049338"/>
                <a:ext cx="129636" cy="203262"/>
              </a:xfrm>
              <a:custGeom>
                <a:avLst/>
                <a:gdLst>
                  <a:gd name="connsiteX0" fmla="*/ 129904 w 129636"/>
                  <a:gd name="connsiteY0" fmla="*/ 89 h 203262"/>
                  <a:gd name="connsiteX1" fmla="*/ 18097 w 129636"/>
                  <a:gd name="connsiteY1" fmla="*/ 89 h 203262"/>
                  <a:gd name="connsiteX2" fmla="*/ 268 w 129636"/>
                  <a:gd name="connsiteY2" fmla="*/ 44685 h 203262"/>
                  <a:gd name="connsiteX3" fmla="*/ 5405 w 129636"/>
                  <a:gd name="connsiteY3" fmla="*/ 47112 h 203262"/>
                  <a:gd name="connsiteX4" fmla="*/ 40458 w 129636"/>
                  <a:gd name="connsiteY4" fmla="*/ 22539 h 203262"/>
                  <a:gd name="connsiteX5" fmla="*/ 106032 w 129636"/>
                  <a:gd name="connsiteY5" fmla="*/ 22539 h 203262"/>
                  <a:gd name="connsiteX6" fmla="*/ 46200 w 129636"/>
                  <a:gd name="connsiteY6" fmla="*/ 203351 h 203262"/>
                  <a:gd name="connsiteX7" fmla="*/ 65841 w 129636"/>
                  <a:gd name="connsiteY7" fmla="*/ 203351 h 203262"/>
                  <a:gd name="connsiteX8" fmla="*/ 129904 w 129636"/>
                  <a:gd name="connsiteY8" fmla="*/ 4943 h 203262"/>
                  <a:gd name="connsiteX9" fmla="*/ 129904 w 129636"/>
                  <a:gd name="connsiteY9" fmla="*/ 89 h 20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636" h="203262">
                    <a:moveTo>
                      <a:pt x="129904" y="89"/>
                    </a:moveTo>
                    <a:lnTo>
                      <a:pt x="18097" y="89"/>
                    </a:lnTo>
                    <a:lnTo>
                      <a:pt x="268" y="44685"/>
                    </a:lnTo>
                    <a:lnTo>
                      <a:pt x="5405" y="47112"/>
                    </a:lnTo>
                    <a:cubicBezTo>
                      <a:pt x="18399" y="26482"/>
                      <a:pt x="23838" y="22539"/>
                      <a:pt x="40458" y="22539"/>
                    </a:cubicBezTo>
                    <a:lnTo>
                      <a:pt x="106032" y="22539"/>
                    </a:lnTo>
                    <a:lnTo>
                      <a:pt x="46200" y="203351"/>
                    </a:lnTo>
                    <a:lnTo>
                      <a:pt x="65841" y="203351"/>
                    </a:lnTo>
                    <a:lnTo>
                      <a:pt x="129904" y="4943"/>
                    </a:lnTo>
                    <a:lnTo>
                      <a:pt x="129904" y="8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50CBBB4D-9179-9019-36CD-9EE3D90AAF0C}"/>
                  </a:ext>
                </a:extLst>
              </p:cNvPr>
              <p:cNvSpPr/>
              <p:nvPr>
                <p:custDataLst>
                  <p:tags r:id="rId79"/>
                </p:custDataLst>
              </p:nvPr>
            </p:nvSpPr>
            <p:spPr>
              <a:xfrm>
                <a:off x="10851645" y="5045091"/>
                <a:ext cx="134471" cy="205082"/>
              </a:xfrm>
              <a:custGeom>
                <a:avLst/>
                <a:gdLst>
                  <a:gd name="connsiteX0" fmla="*/ 134744 w 134471"/>
                  <a:gd name="connsiteY0" fmla="*/ 163609 h 205082"/>
                  <a:gd name="connsiteX1" fmla="*/ 130816 w 134471"/>
                  <a:gd name="connsiteY1" fmla="*/ 162092 h 205082"/>
                  <a:gd name="connsiteX2" fmla="*/ 102108 w 134471"/>
                  <a:gd name="connsiteY2" fmla="*/ 182115 h 205082"/>
                  <a:gd name="connsiteX3" fmla="*/ 29887 w 134471"/>
                  <a:gd name="connsiteY3" fmla="*/ 182115 h 205082"/>
                  <a:gd name="connsiteX4" fmla="*/ 80653 w 134471"/>
                  <a:gd name="connsiteY4" fmla="*/ 128720 h 205082"/>
                  <a:gd name="connsiteX5" fmla="*/ 119333 w 134471"/>
                  <a:gd name="connsiteY5" fmla="*/ 53786 h 205082"/>
                  <a:gd name="connsiteX6" fmla="*/ 63429 w 134471"/>
                  <a:gd name="connsiteY6" fmla="*/ 89 h 205082"/>
                  <a:gd name="connsiteX7" fmla="*/ 19915 w 134471"/>
                  <a:gd name="connsiteY7" fmla="*/ 18898 h 205082"/>
                  <a:gd name="connsiteX8" fmla="*/ 575 w 134471"/>
                  <a:gd name="connsiteY8" fmla="*/ 60461 h 205082"/>
                  <a:gd name="connsiteX9" fmla="*/ 6921 w 134471"/>
                  <a:gd name="connsiteY9" fmla="*/ 61978 h 205082"/>
                  <a:gd name="connsiteX10" fmla="*/ 50737 w 134471"/>
                  <a:gd name="connsiteY10" fmla="*/ 22539 h 205082"/>
                  <a:gd name="connsiteX11" fmla="*/ 93345 w 134471"/>
                  <a:gd name="connsiteY11" fmla="*/ 65315 h 205082"/>
                  <a:gd name="connsiteX12" fmla="*/ 54061 w 134471"/>
                  <a:gd name="connsiteY12" fmla="*/ 144193 h 205082"/>
                  <a:gd name="connsiteX13" fmla="*/ 273 w 134471"/>
                  <a:gd name="connsiteY13" fmla="*/ 201531 h 205082"/>
                  <a:gd name="connsiteX14" fmla="*/ 273 w 134471"/>
                  <a:gd name="connsiteY14" fmla="*/ 205171 h 205082"/>
                  <a:gd name="connsiteX15" fmla="*/ 118124 w 134471"/>
                  <a:gd name="connsiteY15" fmla="*/ 205171 h 205082"/>
                  <a:gd name="connsiteX16" fmla="*/ 134744 w 134471"/>
                  <a:gd name="connsiteY16" fmla="*/ 163609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744" y="163609"/>
                    </a:moveTo>
                    <a:lnTo>
                      <a:pt x="130816" y="162092"/>
                    </a:lnTo>
                    <a:cubicBezTo>
                      <a:pt x="119635" y="179384"/>
                      <a:pt x="115707" y="182115"/>
                      <a:pt x="102108" y="182115"/>
                    </a:cubicBezTo>
                    <a:lnTo>
                      <a:pt x="29887" y="182115"/>
                    </a:lnTo>
                    <a:lnTo>
                      <a:pt x="80653" y="128720"/>
                    </a:lnTo>
                    <a:cubicBezTo>
                      <a:pt x="107548" y="100506"/>
                      <a:pt x="119333" y="77450"/>
                      <a:pt x="119333" y="53786"/>
                    </a:cubicBezTo>
                    <a:cubicBezTo>
                      <a:pt x="119333" y="23449"/>
                      <a:pt x="94856" y="89"/>
                      <a:pt x="63429" y="89"/>
                    </a:cubicBezTo>
                    <a:cubicBezTo>
                      <a:pt x="46809" y="89"/>
                      <a:pt x="31095" y="6763"/>
                      <a:pt x="19915" y="18898"/>
                    </a:cubicBezTo>
                    <a:cubicBezTo>
                      <a:pt x="10245" y="29213"/>
                      <a:pt x="5712" y="38921"/>
                      <a:pt x="575" y="60461"/>
                    </a:cubicBezTo>
                    <a:lnTo>
                      <a:pt x="6921" y="61978"/>
                    </a:lnTo>
                    <a:cubicBezTo>
                      <a:pt x="19008" y="32247"/>
                      <a:pt x="29887" y="22539"/>
                      <a:pt x="50737" y="22539"/>
                    </a:cubicBezTo>
                    <a:cubicBezTo>
                      <a:pt x="76121" y="22539"/>
                      <a:pt x="93345" y="39831"/>
                      <a:pt x="93345" y="65315"/>
                    </a:cubicBezTo>
                    <a:cubicBezTo>
                      <a:pt x="93345" y="88978"/>
                      <a:pt x="79445" y="117192"/>
                      <a:pt x="54061" y="144193"/>
                    </a:cubicBezTo>
                    <a:lnTo>
                      <a:pt x="273" y="201531"/>
                    </a:lnTo>
                    <a:lnTo>
                      <a:pt x="273" y="205171"/>
                    </a:lnTo>
                    <a:lnTo>
                      <a:pt x="118124" y="205171"/>
                    </a:lnTo>
                    <a:lnTo>
                      <a:pt x="134744" y="16360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BDEAC73E-5C6A-285E-C322-1D6E6CF32E0F}"/>
                  </a:ext>
                </a:extLst>
              </p:cNvPr>
              <p:cNvSpPr/>
              <p:nvPr>
                <p:custDataLst>
                  <p:tags r:id="rId80"/>
                </p:custDataLst>
              </p:nvPr>
            </p:nvSpPr>
            <p:spPr>
              <a:xfrm>
                <a:off x="11003303" y="5045091"/>
                <a:ext cx="129636" cy="211756"/>
              </a:xfrm>
              <a:custGeom>
                <a:avLst/>
                <a:gdLst>
                  <a:gd name="connsiteX0" fmla="*/ 9041 w 129636"/>
                  <a:gd name="connsiteY0" fmla="*/ 211846 h 211756"/>
                  <a:gd name="connsiteX1" fmla="*/ 80054 w 129636"/>
                  <a:gd name="connsiteY1" fmla="*/ 187272 h 211756"/>
                  <a:gd name="connsiteX2" fmla="*/ 129914 w 129636"/>
                  <a:gd name="connsiteY2" fmla="*/ 85641 h 211756"/>
                  <a:gd name="connsiteX3" fmla="*/ 63132 w 129636"/>
                  <a:gd name="connsiteY3" fmla="*/ 89 h 211756"/>
                  <a:gd name="connsiteX4" fmla="*/ 278 w 129636"/>
                  <a:gd name="connsiteY4" fmla="*/ 71686 h 211756"/>
                  <a:gd name="connsiteX5" fmla="*/ 54671 w 129636"/>
                  <a:gd name="connsiteY5" fmla="*/ 133271 h 211756"/>
                  <a:gd name="connsiteX6" fmla="*/ 99998 w 129636"/>
                  <a:gd name="connsiteY6" fmla="*/ 115979 h 211756"/>
                  <a:gd name="connsiteX7" fmla="*/ 8134 w 129636"/>
                  <a:gd name="connsiteY7" fmla="*/ 205778 h 211756"/>
                  <a:gd name="connsiteX8" fmla="*/ 9041 w 129636"/>
                  <a:gd name="connsiteY8" fmla="*/ 211846 h 211756"/>
                  <a:gd name="connsiteX9" fmla="*/ 100602 w 129636"/>
                  <a:gd name="connsiteY9" fmla="*/ 97473 h 211756"/>
                  <a:gd name="connsiteX10" fmla="*/ 96070 w 129636"/>
                  <a:gd name="connsiteY10" fmla="*/ 109001 h 211756"/>
                  <a:gd name="connsiteX11" fmla="*/ 65549 w 129636"/>
                  <a:gd name="connsiteY11" fmla="*/ 120226 h 211756"/>
                  <a:gd name="connsiteX12" fmla="*/ 28079 w 129636"/>
                  <a:gd name="connsiteY12" fmla="*/ 61371 h 211756"/>
                  <a:gd name="connsiteX13" fmla="*/ 39259 w 129636"/>
                  <a:gd name="connsiteY13" fmla="*/ 17988 h 211756"/>
                  <a:gd name="connsiteX14" fmla="*/ 60714 w 129636"/>
                  <a:gd name="connsiteY14" fmla="*/ 8583 h 211756"/>
                  <a:gd name="connsiteX15" fmla="*/ 100602 w 129636"/>
                  <a:gd name="connsiteY15" fmla="*/ 85641 h 211756"/>
                  <a:gd name="connsiteX16" fmla="*/ 100602 w 129636"/>
                  <a:gd name="connsiteY16" fmla="*/ 97473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9041" y="211846"/>
                    </a:moveTo>
                    <a:cubicBezTo>
                      <a:pt x="42885" y="207902"/>
                      <a:pt x="59506" y="202138"/>
                      <a:pt x="80054" y="187272"/>
                    </a:cubicBezTo>
                    <a:cubicBezTo>
                      <a:pt x="111481" y="164215"/>
                      <a:pt x="129914" y="126597"/>
                      <a:pt x="129914" y="85641"/>
                    </a:cubicBezTo>
                    <a:cubicBezTo>
                      <a:pt x="129914" y="35584"/>
                      <a:pt x="102113" y="89"/>
                      <a:pt x="63132" y="89"/>
                    </a:cubicBezTo>
                    <a:cubicBezTo>
                      <a:pt x="27172" y="89"/>
                      <a:pt x="278" y="30730"/>
                      <a:pt x="278" y="71686"/>
                    </a:cubicBezTo>
                    <a:cubicBezTo>
                      <a:pt x="278" y="108698"/>
                      <a:pt x="22035" y="133271"/>
                      <a:pt x="54671" y="133271"/>
                    </a:cubicBezTo>
                    <a:cubicBezTo>
                      <a:pt x="71291" y="133271"/>
                      <a:pt x="83982" y="128417"/>
                      <a:pt x="99998" y="115979"/>
                    </a:cubicBezTo>
                    <a:cubicBezTo>
                      <a:pt x="87609" y="165429"/>
                      <a:pt x="54066" y="197890"/>
                      <a:pt x="8134" y="205778"/>
                    </a:cubicBezTo>
                    <a:lnTo>
                      <a:pt x="9041" y="211846"/>
                    </a:lnTo>
                    <a:close/>
                    <a:moveTo>
                      <a:pt x="100602" y="97473"/>
                    </a:moveTo>
                    <a:cubicBezTo>
                      <a:pt x="100602" y="103540"/>
                      <a:pt x="99394" y="106270"/>
                      <a:pt x="96070" y="109001"/>
                    </a:cubicBezTo>
                    <a:cubicBezTo>
                      <a:pt x="87609" y="116282"/>
                      <a:pt x="76428" y="120226"/>
                      <a:pt x="65549" y="120226"/>
                    </a:cubicBezTo>
                    <a:cubicBezTo>
                      <a:pt x="42583" y="120226"/>
                      <a:pt x="28079" y="97473"/>
                      <a:pt x="28079" y="61371"/>
                    </a:cubicBezTo>
                    <a:cubicBezTo>
                      <a:pt x="28079" y="44078"/>
                      <a:pt x="32913" y="25876"/>
                      <a:pt x="39259" y="17988"/>
                    </a:cubicBezTo>
                    <a:cubicBezTo>
                      <a:pt x="44396" y="11920"/>
                      <a:pt x="51951" y="8583"/>
                      <a:pt x="60714" y="8583"/>
                    </a:cubicBezTo>
                    <a:cubicBezTo>
                      <a:pt x="87004" y="8583"/>
                      <a:pt x="100602" y="34674"/>
                      <a:pt x="100602" y="85641"/>
                    </a:cubicBezTo>
                    <a:lnTo>
                      <a:pt x="100602" y="9747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0209C79C-00AB-9A88-4DB6-230DFADB7203}"/>
                  </a:ext>
                </a:extLst>
              </p:cNvPr>
              <p:cNvSpPr/>
              <p:nvPr>
                <p:custDataLst>
                  <p:tags r:id="rId81"/>
                </p:custDataLst>
              </p:nvPr>
            </p:nvSpPr>
            <p:spPr>
              <a:xfrm>
                <a:off x="11151939" y="5049338"/>
                <a:ext cx="129636" cy="203262"/>
              </a:xfrm>
              <a:custGeom>
                <a:avLst/>
                <a:gdLst>
                  <a:gd name="connsiteX0" fmla="*/ 129919 w 129636"/>
                  <a:gd name="connsiteY0" fmla="*/ 89 h 203262"/>
                  <a:gd name="connsiteX1" fmla="*/ 18111 w 129636"/>
                  <a:gd name="connsiteY1" fmla="*/ 89 h 203262"/>
                  <a:gd name="connsiteX2" fmla="*/ 283 w 129636"/>
                  <a:gd name="connsiteY2" fmla="*/ 44685 h 203262"/>
                  <a:gd name="connsiteX3" fmla="*/ 5420 w 129636"/>
                  <a:gd name="connsiteY3" fmla="*/ 47112 h 203262"/>
                  <a:gd name="connsiteX4" fmla="*/ 40473 w 129636"/>
                  <a:gd name="connsiteY4" fmla="*/ 22539 h 203262"/>
                  <a:gd name="connsiteX5" fmla="*/ 106047 w 129636"/>
                  <a:gd name="connsiteY5" fmla="*/ 22539 h 203262"/>
                  <a:gd name="connsiteX6" fmla="*/ 46214 w 129636"/>
                  <a:gd name="connsiteY6" fmla="*/ 203351 h 203262"/>
                  <a:gd name="connsiteX7" fmla="*/ 65856 w 129636"/>
                  <a:gd name="connsiteY7" fmla="*/ 203351 h 203262"/>
                  <a:gd name="connsiteX8" fmla="*/ 129919 w 129636"/>
                  <a:gd name="connsiteY8" fmla="*/ 4943 h 203262"/>
                  <a:gd name="connsiteX9" fmla="*/ 129919 w 129636"/>
                  <a:gd name="connsiteY9" fmla="*/ 89 h 20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636" h="203262">
                    <a:moveTo>
                      <a:pt x="129919" y="89"/>
                    </a:moveTo>
                    <a:lnTo>
                      <a:pt x="18111" y="89"/>
                    </a:lnTo>
                    <a:lnTo>
                      <a:pt x="283" y="44685"/>
                    </a:lnTo>
                    <a:lnTo>
                      <a:pt x="5420" y="47112"/>
                    </a:lnTo>
                    <a:cubicBezTo>
                      <a:pt x="18414" y="26482"/>
                      <a:pt x="23853" y="22539"/>
                      <a:pt x="40473" y="22539"/>
                    </a:cubicBezTo>
                    <a:lnTo>
                      <a:pt x="106047" y="22539"/>
                    </a:lnTo>
                    <a:lnTo>
                      <a:pt x="46214" y="203351"/>
                    </a:lnTo>
                    <a:lnTo>
                      <a:pt x="65856" y="203351"/>
                    </a:lnTo>
                    <a:lnTo>
                      <a:pt x="129919" y="4943"/>
                    </a:lnTo>
                    <a:lnTo>
                      <a:pt x="129919" y="8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6F816B7A-E974-F157-3C9E-B51B16B2B642}"/>
                  </a:ext>
                </a:extLst>
              </p:cNvPr>
              <p:cNvSpPr/>
              <p:nvPr>
                <p:custDataLst>
                  <p:tags r:id="rId82"/>
                </p:custDataLst>
              </p:nvPr>
            </p:nvSpPr>
            <p:spPr>
              <a:xfrm>
                <a:off x="11558089" y="499438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03F0A491-03BE-4D78-5453-0A69F348FBBB}"/>
                  </a:ext>
                </a:extLst>
              </p:cNvPr>
              <p:cNvSpPr/>
              <p:nvPr>
                <p:custDataLst>
                  <p:tags r:id="rId83"/>
                </p:custDataLst>
              </p:nvPr>
            </p:nvSpPr>
            <p:spPr>
              <a:xfrm>
                <a:off x="4875533" y="5359800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0 h 12180"/>
                  <a:gd name="connsiteX3" fmla="*/ 0 w 6694687"/>
                  <a:gd name="connsiteY3" fmla="*/ 12180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0"/>
                    </a:lnTo>
                    <a:lnTo>
                      <a:pt x="0" y="1218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402CE43E-5249-844A-E93B-7F21422F234F}"/>
                  </a:ext>
                </a:extLst>
              </p:cNvPr>
              <p:cNvSpPr/>
              <p:nvPr>
                <p:custDataLst>
                  <p:tags r:id="rId84"/>
                </p:custDataLst>
              </p:nvPr>
            </p:nvSpPr>
            <p:spPr>
              <a:xfrm>
                <a:off x="4875533" y="5371980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33750C6B-9FD4-5F45-8CF8-EA2E0E0B4EF8}"/>
                  </a:ext>
                </a:extLst>
              </p:cNvPr>
              <p:cNvSpPr/>
              <p:nvPr>
                <p:custDataLst>
                  <p:tags r:id="rId85"/>
                </p:custDataLst>
              </p:nvPr>
            </p:nvSpPr>
            <p:spPr>
              <a:xfrm>
                <a:off x="5458770" y="5422688"/>
                <a:ext cx="136586" cy="209329"/>
              </a:xfrm>
              <a:custGeom>
                <a:avLst/>
                <a:gdLst>
                  <a:gd name="connsiteX0" fmla="*/ 69598 w 136586"/>
                  <a:gd name="connsiteY0" fmla="*/ 101 h 209329"/>
                  <a:gd name="connsiteX1" fmla="*/ 29105 w 136586"/>
                  <a:gd name="connsiteY1" fmla="*/ 15877 h 209329"/>
                  <a:gd name="connsiteX2" fmla="*/ 96 w 136586"/>
                  <a:gd name="connsiteY2" fmla="*/ 103249 h 209329"/>
                  <a:gd name="connsiteX3" fmla="*/ 24270 w 136586"/>
                  <a:gd name="connsiteY3" fmla="*/ 188801 h 209329"/>
                  <a:gd name="connsiteX4" fmla="*/ 68389 w 136586"/>
                  <a:gd name="connsiteY4" fmla="*/ 209431 h 209329"/>
                  <a:gd name="connsiteX5" fmla="*/ 107673 w 136586"/>
                  <a:gd name="connsiteY5" fmla="*/ 193655 h 209329"/>
                  <a:gd name="connsiteX6" fmla="*/ 136682 w 136586"/>
                  <a:gd name="connsiteY6" fmla="*/ 105069 h 209329"/>
                  <a:gd name="connsiteX7" fmla="*/ 69598 w 136586"/>
                  <a:gd name="connsiteY7" fmla="*/ 101 h 209329"/>
                  <a:gd name="connsiteX8" fmla="*/ 68691 w 136586"/>
                  <a:gd name="connsiteY8" fmla="*/ 7989 h 209329"/>
                  <a:gd name="connsiteX9" fmla="*/ 107673 w 136586"/>
                  <a:gd name="connsiteY9" fmla="*/ 105676 h 209329"/>
                  <a:gd name="connsiteX10" fmla="*/ 68389 w 136586"/>
                  <a:gd name="connsiteY10" fmla="*/ 201543 h 209329"/>
                  <a:gd name="connsiteX11" fmla="*/ 29105 w 136586"/>
                  <a:gd name="connsiteY11" fmla="*/ 105979 h 209329"/>
                  <a:gd name="connsiteX12" fmla="*/ 68691 w 136586"/>
                  <a:gd name="connsiteY12" fmla="*/ 7989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598" y="101"/>
                    </a:moveTo>
                    <a:cubicBezTo>
                      <a:pt x="52978" y="101"/>
                      <a:pt x="40286" y="5258"/>
                      <a:pt x="29105" y="15877"/>
                    </a:cubicBezTo>
                    <a:cubicBezTo>
                      <a:pt x="11579" y="32866"/>
                      <a:pt x="96" y="67754"/>
                      <a:pt x="96" y="103249"/>
                    </a:cubicBezTo>
                    <a:cubicBezTo>
                      <a:pt x="96" y="136317"/>
                      <a:pt x="10068" y="171812"/>
                      <a:pt x="24270" y="188801"/>
                    </a:cubicBezTo>
                    <a:cubicBezTo>
                      <a:pt x="35451" y="202150"/>
                      <a:pt x="50862" y="209431"/>
                      <a:pt x="68389" y="209431"/>
                    </a:cubicBezTo>
                    <a:cubicBezTo>
                      <a:pt x="83800" y="209431"/>
                      <a:pt x="96794" y="204273"/>
                      <a:pt x="107673" y="193655"/>
                    </a:cubicBezTo>
                    <a:cubicBezTo>
                      <a:pt x="125199" y="176970"/>
                      <a:pt x="136682" y="141778"/>
                      <a:pt x="136682" y="105069"/>
                    </a:cubicBezTo>
                    <a:cubicBezTo>
                      <a:pt x="136682" y="42877"/>
                      <a:pt x="109184" y="101"/>
                      <a:pt x="69598" y="101"/>
                    </a:cubicBezTo>
                    <a:close/>
                    <a:moveTo>
                      <a:pt x="68691" y="7989"/>
                    </a:moveTo>
                    <a:cubicBezTo>
                      <a:pt x="94075" y="7989"/>
                      <a:pt x="107673" y="42270"/>
                      <a:pt x="107673" y="105676"/>
                    </a:cubicBezTo>
                    <a:cubicBezTo>
                      <a:pt x="107673" y="169082"/>
                      <a:pt x="94377" y="201543"/>
                      <a:pt x="68389" y="201543"/>
                    </a:cubicBezTo>
                    <a:cubicBezTo>
                      <a:pt x="42401" y="201543"/>
                      <a:pt x="29105" y="169082"/>
                      <a:pt x="29105" y="105979"/>
                    </a:cubicBezTo>
                    <a:cubicBezTo>
                      <a:pt x="29105" y="41664"/>
                      <a:pt x="42703" y="7989"/>
                      <a:pt x="68691" y="79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09E0E99F-931C-163E-753A-68ACB2DCE022}"/>
                  </a:ext>
                </a:extLst>
              </p:cNvPr>
              <p:cNvSpPr/>
              <p:nvPr>
                <p:custDataLst>
                  <p:tags r:id="rId86"/>
                </p:custDataLst>
              </p:nvPr>
            </p:nvSpPr>
            <p:spPr>
              <a:xfrm>
                <a:off x="5624328" y="5597433"/>
                <a:ext cx="33542" cy="33674"/>
              </a:xfrm>
              <a:custGeom>
                <a:avLst/>
                <a:gdLst>
                  <a:gd name="connsiteX0" fmla="*/ 16721 w 33542"/>
                  <a:gd name="connsiteY0" fmla="*/ 101 h 33674"/>
                  <a:gd name="connsiteX1" fmla="*/ 101 w 33542"/>
                  <a:gd name="connsiteY1" fmla="*/ 17393 h 33674"/>
                  <a:gd name="connsiteX2" fmla="*/ 16419 w 33542"/>
                  <a:gd name="connsiteY2" fmla="*/ 33776 h 33674"/>
                  <a:gd name="connsiteX3" fmla="*/ 33643 w 33542"/>
                  <a:gd name="connsiteY3" fmla="*/ 17393 h 33674"/>
                  <a:gd name="connsiteX4" fmla="*/ 16721 w 33542"/>
                  <a:gd name="connsiteY4" fmla="*/ 101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21" y="101"/>
                    </a:moveTo>
                    <a:cubicBezTo>
                      <a:pt x="7655" y="101"/>
                      <a:pt x="101" y="7989"/>
                      <a:pt x="101" y="17393"/>
                    </a:cubicBezTo>
                    <a:cubicBezTo>
                      <a:pt x="101" y="26191"/>
                      <a:pt x="7655" y="33776"/>
                      <a:pt x="16419" y="33776"/>
                    </a:cubicBezTo>
                    <a:cubicBezTo>
                      <a:pt x="25786" y="33776"/>
                      <a:pt x="33643" y="26191"/>
                      <a:pt x="33643" y="17393"/>
                    </a:cubicBezTo>
                    <a:cubicBezTo>
                      <a:pt x="33643" y="7989"/>
                      <a:pt x="25786" y="101"/>
                      <a:pt x="16721" y="1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7C415D42-8A20-C78E-60D4-95BD9ACE7BE2}"/>
                  </a:ext>
                </a:extLst>
              </p:cNvPr>
              <p:cNvSpPr/>
              <p:nvPr>
                <p:custDataLst>
                  <p:tags r:id="rId87"/>
                </p:custDataLst>
              </p:nvPr>
            </p:nvSpPr>
            <p:spPr>
              <a:xfrm>
                <a:off x="5688070" y="5422688"/>
                <a:ext cx="134471" cy="205082"/>
              </a:xfrm>
              <a:custGeom>
                <a:avLst/>
                <a:gdLst>
                  <a:gd name="connsiteX0" fmla="*/ 134575 w 134471"/>
                  <a:gd name="connsiteY0" fmla="*/ 163621 h 205082"/>
                  <a:gd name="connsiteX1" fmla="*/ 130646 w 134471"/>
                  <a:gd name="connsiteY1" fmla="*/ 162104 h 205082"/>
                  <a:gd name="connsiteX2" fmla="*/ 101939 w 134471"/>
                  <a:gd name="connsiteY2" fmla="*/ 182127 h 205082"/>
                  <a:gd name="connsiteX3" fmla="*/ 29717 w 134471"/>
                  <a:gd name="connsiteY3" fmla="*/ 182127 h 205082"/>
                  <a:gd name="connsiteX4" fmla="*/ 80484 w 134471"/>
                  <a:gd name="connsiteY4" fmla="*/ 128733 h 205082"/>
                  <a:gd name="connsiteX5" fmla="*/ 119163 w 134471"/>
                  <a:gd name="connsiteY5" fmla="*/ 53799 h 205082"/>
                  <a:gd name="connsiteX6" fmla="*/ 63259 w 134471"/>
                  <a:gd name="connsiteY6" fmla="*/ 101 h 205082"/>
                  <a:gd name="connsiteX7" fmla="*/ 19745 w 134471"/>
                  <a:gd name="connsiteY7" fmla="*/ 18910 h 205082"/>
                  <a:gd name="connsiteX8" fmla="*/ 405 w 134471"/>
                  <a:gd name="connsiteY8" fmla="*/ 60473 h 205082"/>
                  <a:gd name="connsiteX9" fmla="*/ 6751 w 134471"/>
                  <a:gd name="connsiteY9" fmla="*/ 61990 h 205082"/>
                  <a:gd name="connsiteX10" fmla="*/ 50568 w 134471"/>
                  <a:gd name="connsiteY10" fmla="*/ 22551 h 205082"/>
                  <a:gd name="connsiteX11" fmla="*/ 93175 w 134471"/>
                  <a:gd name="connsiteY11" fmla="*/ 65327 h 205082"/>
                  <a:gd name="connsiteX12" fmla="*/ 53892 w 134471"/>
                  <a:gd name="connsiteY12" fmla="*/ 144205 h 205082"/>
                  <a:gd name="connsiteX13" fmla="*/ 103 w 134471"/>
                  <a:gd name="connsiteY13" fmla="*/ 201543 h 205082"/>
                  <a:gd name="connsiteX14" fmla="*/ 103 w 134471"/>
                  <a:gd name="connsiteY14" fmla="*/ 205184 h 205082"/>
                  <a:gd name="connsiteX15" fmla="*/ 117954 w 134471"/>
                  <a:gd name="connsiteY15" fmla="*/ 205184 h 205082"/>
                  <a:gd name="connsiteX16" fmla="*/ 134575 w 134471"/>
                  <a:gd name="connsiteY16" fmla="*/ 16362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575" y="163621"/>
                    </a:moveTo>
                    <a:lnTo>
                      <a:pt x="130646" y="162104"/>
                    </a:lnTo>
                    <a:cubicBezTo>
                      <a:pt x="119465" y="179397"/>
                      <a:pt x="115537" y="182127"/>
                      <a:pt x="101939" y="182127"/>
                    </a:cubicBezTo>
                    <a:lnTo>
                      <a:pt x="29717" y="182127"/>
                    </a:lnTo>
                    <a:lnTo>
                      <a:pt x="80484" y="128733"/>
                    </a:lnTo>
                    <a:cubicBezTo>
                      <a:pt x="107378" y="100519"/>
                      <a:pt x="119163" y="77462"/>
                      <a:pt x="119163" y="53799"/>
                    </a:cubicBezTo>
                    <a:cubicBezTo>
                      <a:pt x="119163" y="23461"/>
                      <a:pt x="94686" y="101"/>
                      <a:pt x="63259" y="101"/>
                    </a:cubicBezTo>
                    <a:cubicBezTo>
                      <a:pt x="46639" y="101"/>
                      <a:pt x="30926" y="6775"/>
                      <a:pt x="19745" y="18910"/>
                    </a:cubicBezTo>
                    <a:cubicBezTo>
                      <a:pt x="10075" y="29225"/>
                      <a:pt x="5542" y="38933"/>
                      <a:pt x="405" y="60473"/>
                    </a:cubicBezTo>
                    <a:lnTo>
                      <a:pt x="6751" y="61990"/>
                    </a:lnTo>
                    <a:cubicBezTo>
                      <a:pt x="18838" y="32259"/>
                      <a:pt x="29717" y="22551"/>
                      <a:pt x="50568" y="22551"/>
                    </a:cubicBezTo>
                    <a:cubicBezTo>
                      <a:pt x="75951" y="22551"/>
                      <a:pt x="93175" y="39843"/>
                      <a:pt x="93175" y="65327"/>
                    </a:cubicBezTo>
                    <a:cubicBezTo>
                      <a:pt x="93175" y="88990"/>
                      <a:pt x="79275" y="117204"/>
                      <a:pt x="53892" y="144205"/>
                    </a:cubicBezTo>
                    <a:lnTo>
                      <a:pt x="103" y="201543"/>
                    </a:lnTo>
                    <a:lnTo>
                      <a:pt x="103" y="205184"/>
                    </a:lnTo>
                    <a:lnTo>
                      <a:pt x="117954" y="205184"/>
                    </a:lnTo>
                    <a:lnTo>
                      <a:pt x="134575" y="16362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61D7CBEF-FBB2-D61E-603D-92B10D85931D}"/>
                  </a:ext>
                </a:extLst>
              </p:cNvPr>
              <p:cNvSpPr/>
              <p:nvPr>
                <p:custDataLst>
                  <p:tags r:id="rId88"/>
                </p:custDataLst>
              </p:nvPr>
            </p:nvSpPr>
            <p:spPr>
              <a:xfrm>
                <a:off x="5839728" y="5422688"/>
                <a:ext cx="134471" cy="205082"/>
              </a:xfrm>
              <a:custGeom>
                <a:avLst/>
                <a:gdLst>
                  <a:gd name="connsiteX0" fmla="*/ 134580 w 134471"/>
                  <a:gd name="connsiteY0" fmla="*/ 163621 h 205082"/>
                  <a:gd name="connsiteX1" fmla="*/ 130651 w 134471"/>
                  <a:gd name="connsiteY1" fmla="*/ 162104 h 205082"/>
                  <a:gd name="connsiteX2" fmla="*/ 101944 w 134471"/>
                  <a:gd name="connsiteY2" fmla="*/ 182127 h 205082"/>
                  <a:gd name="connsiteX3" fmla="*/ 29722 w 134471"/>
                  <a:gd name="connsiteY3" fmla="*/ 182127 h 205082"/>
                  <a:gd name="connsiteX4" fmla="*/ 80489 w 134471"/>
                  <a:gd name="connsiteY4" fmla="*/ 128733 h 205082"/>
                  <a:gd name="connsiteX5" fmla="*/ 119168 w 134471"/>
                  <a:gd name="connsiteY5" fmla="*/ 53799 h 205082"/>
                  <a:gd name="connsiteX6" fmla="*/ 63264 w 134471"/>
                  <a:gd name="connsiteY6" fmla="*/ 101 h 205082"/>
                  <a:gd name="connsiteX7" fmla="*/ 19750 w 134471"/>
                  <a:gd name="connsiteY7" fmla="*/ 18910 h 205082"/>
                  <a:gd name="connsiteX8" fmla="*/ 410 w 134471"/>
                  <a:gd name="connsiteY8" fmla="*/ 60473 h 205082"/>
                  <a:gd name="connsiteX9" fmla="*/ 6756 w 134471"/>
                  <a:gd name="connsiteY9" fmla="*/ 61990 h 205082"/>
                  <a:gd name="connsiteX10" fmla="*/ 50573 w 134471"/>
                  <a:gd name="connsiteY10" fmla="*/ 22551 h 205082"/>
                  <a:gd name="connsiteX11" fmla="*/ 93180 w 134471"/>
                  <a:gd name="connsiteY11" fmla="*/ 65327 h 205082"/>
                  <a:gd name="connsiteX12" fmla="*/ 53897 w 134471"/>
                  <a:gd name="connsiteY12" fmla="*/ 144205 h 205082"/>
                  <a:gd name="connsiteX13" fmla="*/ 108 w 134471"/>
                  <a:gd name="connsiteY13" fmla="*/ 201543 h 205082"/>
                  <a:gd name="connsiteX14" fmla="*/ 108 w 134471"/>
                  <a:gd name="connsiteY14" fmla="*/ 205184 h 205082"/>
                  <a:gd name="connsiteX15" fmla="*/ 117959 w 134471"/>
                  <a:gd name="connsiteY15" fmla="*/ 205184 h 205082"/>
                  <a:gd name="connsiteX16" fmla="*/ 134580 w 134471"/>
                  <a:gd name="connsiteY16" fmla="*/ 16362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580" y="163621"/>
                    </a:moveTo>
                    <a:lnTo>
                      <a:pt x="130651" y="162104"/>
                    </a:lnTo>
                    <a:cubicBezTo>
                      <a:pt x="119470" y="179397"/>
                      <a:pt x="115542" y="182127"/>
                      <a:pt x="101944" y="182127"/>
                    </a:cubicBezTo>
                    <a:lnTo>
                      <a:pt x="29722" y="182127"/>
                    </a:lnTo>
                    <a:lnTo>
                      <a:pt x="80489" y="128733"/>
                    </a:lnTo>
                    <a:cubicBezTo>
                      <a:pt x="107383" y="100519"/>
                      <a:pt x="119168" y="77462"/>
                      <a:pt x="119168" y="53799"/>
                    </a:cubicBezTo>
                    <a:cubicBezTo>
                      <a:pt x="119168" y="23461"/>
                      <a:pt x="94691" y="101"/>
                      <a:pt x="63264" y="101"/>
                    </a:cubicBezTo>
                    <a:cubicBezTo>
                      <a:pt x="46644" y="101"/>
                      <a:pt x="30931" y="6775"/>
                      <a:pt x="19750" y="18910"/>
                    </a:cubicBezTo>
                    <a:cubicBezTo>
                      <a:pt x="10080" y="29225"/>
                      <a:pt x="5547" y="38933"/>
                      <a:pt x="410" y="60473"/>
                    </a:cubicBezTo>
                    <a:lnTo>
                      <a:pt x="6756" y="61990"/>
                    </a:lnTo>
                    <a:cubicBezTo>
                      <a:pt x="18843" y="32259"/>
                      <a:pt x="29722" y="22551"/>
                      <a:pt x="50573" y="22551"/>
                    </a:cubicBezTo>
                    <a:cubicBezTo>
                      <a:pt x="75956" y="22551"/>
                      <a:pt x="93180" y="39843"/>
                      <a:pt x="93180" y="65327"/>
                    </a:cubicBezTo>
                    <a:cubicBezTo>
                      <a:pt x="93180" y="88990"/>
                      <a:pt x="79280" y="117204"/>
                      <a:pt x="53897" y="144205"/>
                    </a:cubicBezTo>
                    <a:lnTo>
                      <a:pt x="108" y="201543"/>
                    </a:lnTo>
                    <a:lnTo>
                      <a:pt x="108" y="205184"/>
                    </a:lnTo>
                    <a:lnTo>
                      <a:pt x="117959" y="205184"/>
                    </a:lnTo>
                    <a:lnTo>
                      <a:pt x="134580" y="16362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8D606227-3663-04A2-BF4B-378F663CDE03}"/>
                  </a:ext>
                </a:extLst>
              </p:cNvPr>
              <p:cNvSpPr/>
              <p:nvPr>
                <p:custDataLst>
                  <p:tags r:id="rId89"/>
                </p:custDataLst>
              </p:nvPr>
            </p:nvSpPr>
            <p:spPr>
              <a:xfrm>
                <a:off x="6546172" y="5371980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48C1294C-C74E-D62A-A404-17CCDF051C44}"/>
                  </a:ext>
                </a:extLst>
              </p:cNvPr>
              <p:cNvSpPr/>
              <p:nvPr>
                <p:custDataLst>
                  <p:tags r:id="rId90"/>
                </p:custDataLst>
              </p:nvPr>
            </p:nvSpPr>
            <p:spPr>
              <a:xfrm>
                <a:off x="6852382" y="5422688"/>
                <a:ext cx="85517" cy="205082"/>
              </a:xfrm>
              <a:custGeom>
                <a:avLst/>
                <a:gdLst>
                  <a:gd name="connsiteX0" fmla="*/ 54533 w 85517"/>
                  <a:gd name="connsiteY0" fmla="*/ 101 h 205082"/>
                  <a:gd name="connsiteX1" fmla="*/ 141 w 85517"/>
                  <a:gd name="connsiteY1" fmla="*/ 27708 h 205082"/>
                  <a:gd name="connsiteX2" fmla="*/ 141 w 85517"/>
                  <a:gd name="connsiteY2" fmla="*/ 31956 h 205082"/>
                  <a:gd name="connsiteX3" fmla="*/ 8299 w 85517"/>
                  <a:gd name="connsiteY3" fmla="*/ 28618 h 205082"/>
                  <a:gd name="connsiteX4" fmla="*/ 21898 w 85517"/>
                  <a:gd name="connsiteY4" fmla="*/ 25281 h 205082"/>
                  <a:gd name="connsiteX5" fmla="*/ 30963 w 85517"/>
                  <a:gd name="connsiteY5" fmla="*/ 39540 h 205082"/>
                  <a:gd name="connsiteX6" fmla="*/ 30963 w 85517"/>
                  <a:gd name="connsiteY6" fmla="*/ 176970 h 205082"/>
                  <a:gd name="connsiteX7" fmla="*/ 23711 w 85517"/>
                  <a:gd name="connsiteY7" fmla="*/ 196689 h 205082"/>
                  <a:gd name="connsiteX8" fmla="*/ 2256 w 85517"/>
                  <a:gd name="connsiteY8" fmla="*/ 200633 h 205082"/>
                  <a:gd name="connsiteX9" fmla="*/ 2256 w 85517"/>
                  <a:gd name="connsiteY9" fmla="*/ 205184 h 205082"/>
                  <a:gd name="connsiteX10" fmla="*/ 85658 w 85517"/>
                  <a:gd name="connsiteY10" fmla="*/ 205184 h 205082"/>
                  <a:gd name="connsiteX11" fmla="*/ 85658 w 85517"/>
                  <a:gd name="connsiteY11" fmla="*/ 200633 h 205082"/>
                  <a:gd name="connsiteX12" fmla="*/ 56951 w 85517"/>
                  <a:gd name="connsiteY12" fmla="*/ 182734 h 205082"/>
                  <a:gd name="connsiteX13" fmla="*/ 56951 w 85517"/>
                  <a:gd name="connsiteY13" fmla="*/ 708 h 205082"/>
                  <a:gd name="connsiteX14" fmla="*/ 54533 w 85517"/>
                  <a:gd name="connsiteY14" fmla="*/ 10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517" h="205082">
                    <a:moveTo>
                      <a:pt x="54533" y="101"/>
                    </a:moveTo>
                    <a:lnTo>
                      <a:pt x="141" y="27708"/>
                    </a:lnTo>
                    <a:lnTo>
                      <a:pt x="141" y="31956"/>
                    </a:lnTo>
                    <a:cubicBezTo>
                      <a:pt x="3767" y="30439"/>
                      <a:pt x="7091" y="29225"/>
                      <a:pt x="8299" y="28618"/>
                    </a:cubicBezTo>
                    <a:cubicBezTo>
                      <a:pt x="13739" y="26495"/>
                      <a:pt x="18876" y="25281"/>
                      <a:pt x="21898" y="25281"/>
                    </a:cubicBezTo>
                    <a:cubicBezTo>
                      <a:pt x="28244" y="25281"/>
                      <a:pt x="30963" y="29832"/>
                      <a:pt x="30963" y="39540"/>
                    </a:cubicBezTo>
                    <a:lnTo>
                      <a:pt x="30963" y="176970"/>
                    </a:lnTo>
                    <a:cubicBezTo>
                      <a:pt x="30963" y="186981"/>
                      <a:pt x="28546" y="193959"/>
                      <a:pt x="23711" y="196689"/>
                    </a:cubicBezTo>
                    <a:cubicBezTo>
                      <a:pt x="19178" y="199419"/>
                      <a:pt x="14947" y="200330"/>
                      <a:pt x="2256" y="200633"/>
                    </a:cubicBezTo>
                    <a:lnTo>
                      <a:pt x="2256" y="205184"/>
                    </a:lnTo>
                    <a:lnTo>
                      <a:pt x="85658" y="205184"/>
                    </a:lnTo>
                    <a:lnTo>
                      <a:pt x="85658" y="200633"/>
                    </a:lnTo>
                    <a:cubicBezTo>
                      <a:pt x="61786" y="200330"/>
                      <a:pt x="56951" y="197296"/>
                      <a:pt x="56951" y="182734"/>
                    </a:cubicBezTo>
                    <a:lnTo>
                      <a:pt x="56951" y="708"/>
                    </a:lnTo>
                    <a:lnTo>
                      <a:pt x="54533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8DC0A31D-0EA3-5987-391C-52EFA8CF86EC}"/>
                  </a:ext>
                </a:extLst>
              </p:cNvPr>
              <p:cNvSpPr/>
              <p:nvPr>
                <p:custDataLst>
                  <p:tags r:id="rId91"/>
                </p:custDataLst>
              </p:nvPr>
            </p:nvSpPr>
            <p:spPr>
              <a:xfrm>
                <a:off x="6991651" y="5597433"/>
                <a:ext cx="33542" cy="33674"/>
              </a:xfrm>
              <a:custGeom>
                <a:avLst/>
                <a:gdLst>
                  <a:gd name="connsiteX0" fmla="*/ 16766 w 33542"/>
                  <a:gd name="connsiteY0" fmla="*/ 101 h 33674"/>
                  <a:gd name="connsiteX1" fmla="*/ 146 w 33542"/>
                  <a:gd name="connsiteY1" fmla="*/ 17393 h 33674"/>
                  <a:gd name="connsiteX2" fmla="*/ 16463 w 33542"/>
                  <a:gd name="connsiteY2" fmla="*/ 33776 h 33674"/>
                  <a:gd name="connsiteX3" fmla="*/ 33688 w 33542"/>
                  <a:gd name="connsiteY3" fmla="*/ 17393 h 33674"/>
                  <a:gd name="connsiteX4" fmla="*/ 16766 w 33542"/>
                  <a:gd name="connsiteY4" fmla="*/ 101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66" y="101"/>
                    </a:moveTo>
                    <a:cubicBezTo>
                      <a:pt x="7700" y="101"/>
                      <a:pt x="146" y="7989"/>
                      <a:pt x="146" y="17393"/>
                    </a:cubicBezTo>
                    <a:cubicBezTo>
                      <a:pt x="146" y="26191"/>
                      <a:pt x="7700" y="33776"/>
                      <a:pt x="16463" y="33776"/>
                    </a:cubicBezTo>
                    <a:cubicBezTo>
                      <a:pt x="25831" y="33776"/>
                      <a:pt x="33688" y="26191"/>
                      <a:pt x="33688" y="17393"/>
                    </a:cubicBezTo>
                    <a:cubicBezTo>
                      <a:pt x="33688" y="7989"/>
                      <a:pt x="25831" y="101"/>
                      <a:pt x="16766" y="1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FA4B54F8-E0A5-74FA-95CD-E8ABF98DC3E2}"/>
                  </a:ext>
                </a:extLst>
              </p:cNvPr>
              <p:cNvSpPr/>
              <p:nvPr>
                <p:custDataLst>
                  <p:tags r:id="rId92"/>
                </p:custDataLst>
              </p:nvPr>
            </p:nvSpPr>
            <p:spPr>
              <a:xfrm>
                <a:off x="7059321" y="5422688"/>
                <a:ext cx="117549" cy="209329"/>
              </a:xfrm>
              <a:custGeom>
                <a:avLst/>
                <a:gdLst>
                  <a:gd name="connsiteX0" fmla="*/ 33388 w 117549"/>
                  <a:gd name="connsiteY0" fmla="*/ 105069 h 209329"/>
                  <a:gd name="connsiteX1" fmla="*/ 65420 w 117549"/>
                  <a:gd name="connsiteY1" fmla="*/ 108406 h 209329"/>
                  <a:gd name="connsiteX2" fmla="*/ 95940 w 117549"/>
                  <a:gd name="connsiteY2" fmla="*/ 153306 h 209329"/>
                  <a:gd name="connsiteX3" fmla="*/ 56354 w 117549"/>
                  <a:gd name="connsiteY3" fmla="*/ 198509 h 209329"/>
                  <a:gd name="connsiteX4" fmla="*/ 30971 w 117549"/>
                  <a:gd name="connsiteY4" fmla="*/ 189105 h 209329"/>
                  <a:gd name="connsiteX5" fmla="*/ 11631 w 117549"/>
                  <a:gd name="connsiteY5" fmla="*/ 181520 h 209329"/>
                  <a:gd name="connsiteX6" fmla="*/ 148 w 117549"/>
                  <a:gd name="connsiteY6" fmla="*/ 192138 h 209329"/>
                  <a:gd name="connsiteX7" fmla="*/ 34295 w 117549"/>
                  <a:gd name="connsiteY7" fmla="*/ 209431 h 209329"/>
                  <a:gd name="connsiteX8" fmla="*/ 95638 w 117549"/>
                  <a:gd name="connsiteY8" fmla="*/ 189105 h 209329"/>
                  <a:gd name="connsiteX9" fmla="*/ 117697 w 117549"/>
                  <a:gd name="connsiteY9" fmla="*/ 138744 h 209329"/>
                  <a:gd name="connsiteX10" fmla="*/ 104099 w 117549"/>
                  <a:gd name="connsiteY10" fmla="*/ 99609 h 209329"/>
                  <a:gd name="connsiteX11" fmla="*/ 79018 w 117549"/>
                  <a:gd name="connsiteY11" fmla="*/ 83530 h 209329"/>
                  <a:gd name="connsiteX12" fmla="*/ 107423 w 117549"/>
                  <a:gd name="connsiteY12" fmla="*/ 41664 h 209329"/>
                  <a:gd name="connsiteX13" fmla="*/ 60282 w 117549"/>
                  <a:gd name="connsiteY13" fmla="*/ 101 h 209329"/>
                  <a:gd name="connsiteX14" fmla="*/ 20999 w 117549"/>
                  <a:gd name="connsiteY14" fmla="*/ 14966 h 209329"/>
                  <a:gd name="connsiteX15" fmla="*/ 752 w 117549"/>
                  <a:gd name="connsiteY15" fmla="*/ 49248 h 209329"/>
                  <a:gd name="connsiteX16" fmla="*/ 5285 w 117549"/>
                  <a:gd name="connsiteY16" fmla="*/ 50462 h 209329"/>
                  <a:gd name="connsiteX17" fmla="*/ 50310 w 117549"/>
                  <a:gd name="connsiteY17" fmla="*/ 18304 h 209329"/>
                  <a:gd name="connsiteX18" fmla="*/ 83551 w 117549"/>
                  <a:gd name="connsiteY18" fmla="*/ 50765 h 209329"/>
                  <a:gd name="connsiteX19" fmla="*/ 71463 w 117549"/>
                  <a:gd name="connsiteY19" fmla="*/ 80192 h 209329"/>
                  <a:gd name="connsiteX20" fmla="*/ 33388 w 117549"/>
                  <a:gd name="connsiteY20" fmla="*/ 101125 h 209329"/>
                  <a:gd name="connsiteX21" fmla="*/ 33388 w 117549"/>
                  <a:gd name="connsiteY21" fmla="*/ 105069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388" y="105069"/>
                    </a:moveTo>
                    <a:cubicBezTo>
                      <a:pt x="51217" y="105069"/>
                      <a:pt x="58167" y="105676"/>
                      <a:pt x="65420" y="108406"/>
                    </a:cubicBezTo>
                    <a:cubicBezTo>
                      <a:pt x="84155" y="115081"/>
                      <a:pt x="95940" y="132373"/>
                      <a:pt x="95940" y="153306"/>
                    </a:cubicBezTo>
                    <a:cubicBezTo>
                      <a:pt x="95940" y="178790"/>
                      <a:pt x="78716" y="198509"/>
                      <a:pt x="56354" y="198509"/>
                    </a:cubicBezTo>
                    <a:cubicBezTo>
                      <a:pt x="48195" y="198509"/>
                      <a:pt x="42151" y="196386"/>
                      <a:pt x="30971" y="189105"/>
                    </a:cubicBezTo>
                    <a:cubicBezTo>
                      <a:pt x="21905" y="183644"/>
                      <a:pt x="16768" y="181520"/>
                      <a:pt x="11631" y="181520"/>
                    </a:cubicBezTo>
                    <a:cubicBezTo>
                      <a:pt x="4681" y="181520"/>
                      <a:pt x="148" y="185768"/>
                      <a:pt x="148" y="192138"/>
                    </a:cubicBezTo>
                    <a:cubicBezTo>
                      <a:pt x="148" y="202757"/>
                      <a:pt x="13142" y="209431"/>
                      <a:pt x="34295" y="209431"/>
                    </a:cubicBezTo>
                    <a:cubicBezTo>
                      <a:pt x="57563" y="209431"/>
                      <a:pt x="81435" y="201543"/>
                      <a:pt x="95638" y="189105"/>
                    </a:cubicBezTo>
                    <a:cubicBezTo>
                      <a:pt x="109840" y="176666"/>
                      <a:pt x="117697" y="159070"/>
                      <a:pt x="117697" y="138744"/>
                    </a:cubicBezTo>
                    <a:cubicBezTo>
                      <a:pt x="117697" y="123272"/>
                      <a:pt x="112862" y="109013"/>
                      <a:pt x="104099" y="99609"/>
                    </a:cubicBezTo>
                    <a:cubicBezTo>
                      <a:pt x="98055" y="92934"/>
                      <a:pt x="92314" y="89294"/>
                      <a:pt x="79018" y="83530"/>
                    </a:cubicBezTo>
                    <a:cubicBezTo>
                      <a:pt x="99868" y="69271"/>
                      <a:pt x="107423" y="58046"/>
                      <a:pt x="107423" y="41664"/>
                    </a:cubicBezTo>
                    <a:cubicBezTo>
                      <a:pt x="107423" y="17090"/>
                      <a:pt x="88083" y="101"/>
                      <a:pt x="60282" y="101"/>
                    </a:cubicBezTo>
                    <a:cubicBezTo>
                      <a:pt x="45173" y="101"/>
                      <a:pt x="31877" y="5258"/>
                      <a:pt x="20999" y="14966"/>
                    </a:cubicBezTo>
                    <a:cubicBezTo>
                      <a:pt x="11933" y="23158"/>
                      <a:pt x="7400" y="31045"/>
                      <a:pt x="752" y="49248"/>
                    </a:cubicBezTo>
                    <a:lnTo>
                      <a:pt x="5285" y="50462"/>
                    </a:lnTo>
                    <a:cubicBezTo>
                      <a:pt x="17675" y="28315"/>
                      <a:pt x="31273" y="18304"/>
                      <a:pt x="50310" y="18304"/>
                    </a:cubicBezTo>
                    <a:cubicBezTo>
                      <a:pt x="69952" y="18304"/>
                      <a:pt x="83551" y="31652"/>
                      <a:pt x="83551" y="50765"/>
                    </a:cubicBezTo>
                    <a:cubicBezTo>
                      <a:pt x="83551" y="61686"/>
                      <a:pt x="79018" y="72608"/>
                      <a:pt x="71463" y="80192"/>
                    </a:cubicBezTo>
                    <a:cubicBezTo>
                      <a:pt x="62398" y="89294"/>
                      <a:pt x="53937" y="93844"/>
                      <a:pt x="33388" y="101125"/>
                    </a:cubicBezTo>
                    <a:lnTo>
                      <a:pt x="33388" y="10506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032D9919-52DD-EF68-49FC-D96DE5144D27}"/>
                  </a:ext>
                </a:extLst>
              </p:cNvPr>
              <p:cNvSpPr/>
              <p:nvPr>
                <p:custDataLst>
                  <p:tags r:id="rId93"/>
                </p:custDataLst>
              </p:nvPr>
            </p:nvSpPr>
            <p:spPr>
              <a:xfrm>
                <a:off x="7205238" y="5422688"/>
                <a:ext cx="136586" cy="209329"/>
              </a:xfrm>
              <a:custGeom>
                <a:avLst/>
                <a:gdLst>
                  <a:gd name="connsiteX0" fmla="*/ 69655 w 136586"/>
                  <a:gd name="connsiteY0" fmla="*/ 101 h 209329"/>
                  <a:gd name="connsiteX1" fmla="*/ 29163 w 136586"/>
                  <a:gd name="connsiteY1" fmla="*/ 15877 h 209329"/>
                  <a:gd name="connsiteX2" fmla="*/ 153 w 136586"/>
                  <a:gd name="connsiteY2" fmla="*/ 103249 h 209329"/>
                  <a:gd name="connsiteX3" fmla="*/ 24328 w 136586"/>
                  <a:gd name="connsiteY3" fmla="*/ 188801 h 209329"/>
                  <a:gd name="connsiteX4" fmla="*/ 68446 w 136586"/>
                  <a:gd name="connsiteY4" fmla="*/ 209431 h 209329"/>
                  <a:gd name="connsiteX5" fmla="*/ 107730 w 136586"/>
                  <a:gd name="connsiteY5" fmla="*/ 193655 h 209329"/>
                  <a:gd name="connsiteX6" fmla="*/ 136740 w 136586"/>
                  <a:gd name="connsiteY6" fmla="*/ 105069 h 209329"/>
                  <a:gd name="connsiteX7" fmla="*/ 69655 w 136586"/>
                  <a:gd name="connsiteY7" fmla="*/ 101 h 209329"/>
                  <a:gd name="connsiteX8" fmla="*/ 68749 w 136586"/>
                  <a:gd name="connsiteY8" fmla="*/ 7989 h 209329"/>
                  <a:gd name="connsiteX9" fmla="*/ 107730 w 136586"/>
                  <a:gd name="connsiteY9" fmla="*/ 105676 h 209329"/>
                  <a:gd name="connsiteX10" fmla="*/ 68446 w 136586"/>
                  <a:gd name="connsiteY10" fmla="*/ 201543 h 209329"/>
                  <a:gd name="connsiteX11" fmla="*/ 29163 w 136586"/>
                  <a:gd name="connsiteY11" fmla="*/ 105979 h 209329"/>
                  <a:gd name="connsiteX12" fmla="*/ 68749 w 136586"/>
                  <a:gd name="connsiteY12" fmla="*/ 7989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55" y="101"/>
                    </a:moveTo>
                    <a:cubicBezTo>
                      <a:pt x="53035" y="101"/>
                      <a:pt x="40343" y="5258"/>
                      <a:pt x="29163" y="15877"/>
                    </a:cubicBezTo>
                    <a:cubicBezTo>
                      <a:pt x="11636" y="32866"/>
                      <a:pt x="153" y="67754"/>
                      <a:pt x="153" y="103249"/>
                    </a:cubicBezTo>
                    <a:cubicBezTo>
                      <a:pt x="153" y="136317"/>
                      <a:pt x="10125" y="171812"/>
                      <a:pt x="24328" y="188801"/>
                    </a:cubicBezTo>
                    <a:cubicBezTo>
                      <a:pt x="35508" y="202150"/>
                      <a:pt x="50920" y="209431"/>
                      <a:pt x="68446" y="209431"/>
                    </a:cubicBezTo>
                    <a:cubicBezTo>
                      <a:pt x="83858" y="209431"/>
                      <a:pt x="96852" y="204273"/>
                      <a:pt x="107730" y="193655"/>
                    </a:cubicBezTo>
                    <a:cubicBezTo>
                      <a:pt x="125257" y="176970"/>
                      <a:pt x="136740" y="141778"/>
                      <a:pt x="136740" y="105069"/>
                    </a:cubicBezTo>
                    <a:cubicBezTo>
                      <a:pt x="136740" y="42877"/>
                      <a:pt x="109241" y="101"/>
                      <a:pt x="69655" y="101"/>
                    </a:cubicBezTo>
                    <a:close/>
                    <a:moveTo>
                      <a:pt x="68749" y="7989"/>
                    </a:moveTo>
                    <a:cubicBezTo>
                      <a:pt x="94132" y="7989"/>
                      <a:pt x="107730" y="42270"/>
                      <a:pt x="107730" y="105676"/>
                    </a:cubicBezTo>
                    <a:cubicBezTo>
                      <a:pt x="107730" y="169082"/>
                      <a:pt x="94434" y="201543"/>
                      <a:pt x="68446" y="201543"/>
                    </a:cubicBezTo>
                    <a:cubicBezTo>
                      <a:pt x="42459" y="201543"/>
                      <a:pt x="29163" y="169082"/>
                      <a:pt x="29163" y="105979"/>
                    </a:cubicBezTo>
                    <a:cubicBezTo>
                      <a:pt x="29163" y="41664"/>
                      <a:pt x="42761" y="7989"/>
                      <a:pt x="68749" y="79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FC3DAAD7-CBC5-D4D9-A8B6-73BA552DFD40}"/>
                  </a:ext>
                </a:extLst>
              </p:cNvPr>
              <p:cNvSpPr/>
              <p:nvPr>
                <p:custDataLst>
                  <p:tags r:id="rId94"/>
                </p:custDataLst>
              </p:nvPr>
            </p:nvSpPr>
            <p:spPr>
              <a:xfrm>
                <a:off x="7359313" y="5419048"/>
                <a:ext cx="122686" cy="212970"/>
              </a:xfrm>
              <a:custGeom>
                <a:avLst/>
                <a:gdLst>
                  <a:gd name="connsiteX0" fmla="*/ 45183 w 122686"/>
                  <a:gd name="connsiteY0" fmla="*/ 31956 h 212970"/>
                  <a:gd name="connsiteX1" fmla="*/ 104411 w 122686"/>
                  <a:gd name="connsiteY1" fmla="*/ 31956 h 212970"/>
                  <a:gd name="connsiteX2" fmla="*/ 111361 w 122686"/>
                  <a:gd name="connsiteY2" fmla="*/ 29225 h 212970"/>
                  <a:gd name="connsiteX3" fmla="*/ 122844 w 122686"/>
                  <a:gd name="connsiteY3" fmla="*/ 2225 h 212970"/>
                  <a:gd name="connsiteX4" fmla="*/ 120125 w 122686"/>
                  <a:gd name="connsiteY4" fmla="*/ 101 h 212970"/>
                  <a:gd name="connsiteX5" fmla="*/ 106224 w 122686"/>
                  <a:gd name="connsiteY5" fmla="*/ 7989 h 212970"/>
                  <a:gd name="connsiteX6" fmla="*/ 43068 w 122686"/>
                  <a:gd name="connsiteY6" fmla="*/ 7989 h 212970"/>
                  <a:gd name="connsiteX7" fmla="*/ 10130 w 122686"/>
                  <a:gd name="connsiteY7" fmla="*/ 79889 h 212970"/>
                  <a:gd name="connsiteX8" fmla="*/ 9828 w 122686"/>
                  <a:gd name="connsiteY8" fmla="*/ 81406 h 212970"/>
                  <a:gd name="connsiteX9" fmla="*/ 13454 w 122686"/>
                  <a:gd name="connsiteY9" fmla="*/ 83833 h 212970"/>
                  <a:gd name="connsiteX10" fmla="*/ 47601 w 122686"/>
                  <a:gd name="connsiteY10" fmla="*/ 89900 h 212970"/>
                  <a:gd name="connsiteX11" fmla="*/ 98367 w 122686"/>
                  <a:gd name="connsiteY11" fmla="*/ 149969 h 212970"/>
                  <a:gd name="connsiteX12" fmla="*/ 56364 w 122686"/>
                  <a:gd name="connsiteY12" fmla="*/ 201846 h 212970"/>
                  <a:gd name="connsiteX13" fmla="*/ 36118 w 122686"/>
                  <a:gd name="connsiteY13" fmla="*/ 193049 h 212970"/>
                  <a:gd name="connsiteX14" fmla="*/ 13152 w 122686"/>
                  <a:gd name="connsiteY14" fmla="*/ 183037 h 212970"/>
                  <a:gd name="connsiteX15" fmla="*/ 158 w 122686"/>
                  <a:gd name="connsiteY15" fmla="*/ 194262 h 212970"/>
                  <a:gd name="connsiteX16" fmla="*/ 37024 w 122686"/>
                  <a:gd name="connsiteY16" fmla="*/ 213071 h 212970"/>
                  <a:gd name="connsiteX17" fmla="*/ 99274 w 122686"/>
                  <a:gd name="connsiteY17" fmla="*/ 189408 h 212970"/>
                  <a:gd name="connsiteX18" fmla="*/ 119520 w 122686"/>
                  <a:gd name="connsiteY18" fmla="*/ 135407 h 212970"/>
                  <a:gd name="connsiteX19" fmla="*/ 98670 w 122686"/>
                  <a:gd name="connsiteY19" fmla="*/ 84440 h 212970"/>
                  <a:gd name="connsiteX20" fmla="*/ 32492 w 122686"/>
                  <a:gd name="connsiteY20" fmla="*/ 57743 h 212970"/>
                  <a:gd name="connsiteX21" fmla="*/ 45183 w 122686"/>
                  <a:gd name="connsiteY21" fmla="*/ 31956 h 212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2686" h="212970">
                    <a:moveTo>
                      <a:pt x="45183" y="31956"/>
                    </a:moveTo>
                    <a:lnTo>
                      <a:pt x="104411" y="31956"/>
                    </a:lnTo>
                    <a:cubicBezTo>
                      <a:pt x="109246" y="31956"/>
                      <a:pt x="110455" y="31349"/>
                      <a:pt x="111361" y="29225"/>
                    </a:cubicBezTo>
                    <a:lnTo>
                      <a:pt x="122844" y="2225"/>
                    </a:lnTo>
                    <a:lnTo>
                      <a:pt x="120125" y="101"/>
                    </a:lnTo>
                    <a:cubicBezTo>
                      <a:pt x="115592" y="6472"/>
                      <a:pt x="112570" y="7989"/>
                      <a:pt x="106224" y="7989"/>
                    </a:cubicBezTo>
                    <a:lnTo>
                      <a:pt x="43068" y="7989"/>
                    </a:lnTo>
                    <a:lnTo>
                      <a:pt x="10130" y="79889"/>
                    </a:lnTo>
                    <a:cubicBezTo>
                      <a:pt x="9828" y="80496"/>
                      <a:pt x="9828" y="80799"/>
                      <a:pt x="9828" y="81406"/>
                    </a:cubicBezTo>
                    <a:cubicBezTo>
                      <a:pt x="9828" y="82923"/>
                      <a:pt x="11037" y="83833"/>
                      <a:pt x="13454" y="83833"/>
                    </a:cubicBezTo>
                    <a:cubicBezTo>
                      <a:pt x="23124" y="83833"/>
                      <a:pt x="35211" y="85957"/>
                      <a:pt x="47601" y="89900"/>
                    </a:cubicBezTo>
                    <a:cubicBezTo>
                      <a:pt x="82352" y="101125"/>
                      <a:pt x="98367" y="119935"/>
                      <a:pt x="98367" y="149969"/>
                    </a:cubicBezTo>
                    <a:cubicBezTo>
                      <a:pt x="98367" y="179093"/>
                      <a:pt x="79934" y="201846"/>
                      <a:pt x="56364" y="201846"/>
                    </a:cubicBezTo>
                    <a:cubicBezTo>
                      <a:pt x="50320" y="201846"/>
                      <a:pt x="45183" y="199723"/>
                      <a:pt x="36118" y="193049"/>
                    </a:cubicBezTo>
                    <a:cubicBezTo>
                      <a:pt x="26448" y="186071"/>
                      <a:pt x="19498" y="183037"/>
                      <a:pt x="13152" y="183037"/>
                    </a:cubicBezTo>
                    <a:cubicBezTo>
                      <a:pt x="4389" y="183037"/>
                      <a:pt x="158" y="186678"/>
                      <a:pt x="158" y="194262"/>
                    </a:cubicBezTo>
                    <a:cubicBezTo>
                      <a:pt x="158" y="205790"/>
                      <a:pt x="14361" y="213071"/>
                      <a:pt x="37024" y="213071"/>
                    </a:cubicBezTo>
                    <a:cubicBezTo>
                      <a:pt x="62408" y="213071"/>
                      <a:pt x="84165" y="204880"/>
                      <a:pt x="99274" y="189408"/>
                    </a:cubicBezTo>
                    <a:cubicBezTo>
                      <a:pt x="113174" y="175756"/>
                      <a:pt x="119520" y="158464"/>
                      <a:pt x="119520" y="135407"/>
                    </a:cubicBezTo>
                    <a:cubicBezTo>
                      <a:pt x="119520" y="113564"/>
                      <a:pt x="113779" y="99609"/>
                      <a:pt x="98670" y="84440"/>
                    </a:cubicBezTo>
                    <a:cubicBezTo>
                      <a:pt x="85374" y="71091"/>
                      <a:pt x="68149" y="64113"/>
                      <a:pt x="32492" y="57743"/>
                    </a:cubicBezTo>
                    <a:lnTo>
                      <a:pt x="45183" y="3195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1CC8D484-E515-AC74-8DB6-84EEC8F67DA5}"/>
                  </a:ext>
                </a:extLst>
              </p:cNvPr>
              <p:cNvSpPr/>
              <p:nvPr>
                <p:custDataLst>
                  <p:tags r:id="rId95"/>
                </p:custDataLst>
              </p:nvPr>
            </p:nvSpPr>
            <p:spPr>
              <a:xfrm>
                <a:off x="7510367" y="5422688"/>
                <a:ext cx="134471" cy="205082"/>
              </a:xfrm>
              <a:custGeom>
                <a:avLst/>
                <a:gdLst>
                  <a:gd name="connsiteX0" fmla="*/ 134634 w 134471"/>
                  <a:gd name="connsiteY0" fmla="*/ 163621 h 205082"/>
                  <a:gd name="connsiteX1" fmla="*/ 130706 w 134471"/>
                  <a:gd name="connsiteY1" fmla="*/ 162104 h 205082"/>
                  <a:gd name="connsiteX2" fmla="*/ 101999 w 134471"/>
                  <a:gd name="connsiteY2" fmla="*/ 182127 h 205082"/>
                  <a:gd name="connsiteX3" fmla="*/ 29777 w 134471"/>
                  <a:gd name="connsiteY3" fmla="*/ 182127 h 205082"/>
                  <a:gd name="connsiteX4" fmla="*/ 80544 w 134471"/>
                  <a:gd name="connsiteY4" fmla="*/ 128733 h 205082"/>
                  <a:gd name="connsiteX5" fmla="*/ 119223 w 134471"/>
                  <a:gd name="connsiteY5" fmla="*/ 53799 h 205082"/>
                  <a:gd name="connsiteX6" fmla="*/ 63319 w 134471"/>
                  <a:gd name="connsiteY6" fmla="*/ 101 h 205082"/>
                  <a:gd name="connsiteX7" fmla="*/ 19805 w 134471"/>
                  <a:gd name="connsiteY7" fmla="*/ 18910 h 205082"/>
                  <a:gd name="connsiteX8" fmla="*/ 465 w 134471"/>
                  <a:gd name="connsiteY8" fmla="*/ 60473 h 205082"/>
                  <a:gd name="connsiteX9" fmla="*/ 6811 w 134471"/>
                  <a:gd name="connsiteY9" fmla="*/ 61990 h 205082"/>
                  <a:gd name="connsiteX10" fmla="*/ 50628 w 134471"/>
                  <a:gd name="connsiteY10" fmla="*/ 22551 h 205082"/>
                  <a:gd name="connsiteX11" fmla="*/ 93235 w 134471"/>
                  <a:gd name="connsiteY11" fmla="*/ 65327 h 205082"/>
                  <a:gd name="connsiteX12" fmla="*/ 53952 w 134471"/>
                  <a:gd name="connsiteY12" fmla="*/ 144205 h 205082"/>
                  <a:gd name="connsiteX13" fmla="*/ 163 w 134471"/>
                  <a:gd name="connsiteY13" fmla="*/ 201543 h 205082"/>
                  <a:gd name="connsiteX14" fmla="*/ 163 w 134471"/>
                  <a:gd name="connsiteY14" fmla="*/ 205184 h 205082"/>
                  <a:gd name="connsiteX15" fmla="*/ 118014 w 134471"/>
                  <a:gd name="connsiteY15" fmla="*/ 205184 h 205082"/>
                  <a:gd name="connsiteX16" fmla="*/ 134634 w 134471"/>
                  <a:gd name="connsiteY16" fmla="*/ 16362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634" y="163621"/>
                    </a:moveTo>
                    <a:lnTo>
                      <a:pt x="130706" y="162104"/>
                    </a:lnTo>
                    <a:cubicBezTo>
                      <a:pt x="119525" y="179397"/>
                      <a:pt x="115597" y="182127"/>
                      <a:pt x="101999" y="182127"/>
                    </a:cubicBezTo>
                    <a:lnTo>
                      <a:pt x="29777" y="182127"/>
                    </a:lnTo>
                    <a:lnTo>
                      <a:pt x="80544" y="128733"/>
                    </a:lnTo>
                    <a:cubicBezTo>
                      <a:pt x="107438" y="100519"/>
                      <a:pt x="119223" y="77462"/>
                      <a:pt x="119223" y="53799"/>
                    </a:cubicBezTo>
                    <a:cubicBezTo>
                      <a:pt x="119223" y="23461"/>
                      <a:pt x="94746" y="101"/>
                      <a:pt x="63319" y="101"/>
                    </a:cubicBezTo>
                    <a:cubicBezTo>
                      <a:pt x="46699" y="101"/>
                      <a:pt x="30986" y="6775"/>
                      <a:pt x="19805" y="18910"/>
                    </a:cubicBezTo>
                    <a:cubicBezTo>
                      <a:pt x="10135" y="29225"/>
                      <a:pt x="5602" y="38933"/>
                      <a:pt x="465" y="60473"/>
                    </a:cubicBezTo>
                    <a:lnTo>
                      <a:pt x="6811" y="61990"/>
                    </a:lnTo>
                    <a:cubicBezTo>
                      <a:pt x="18898" y="32259"/>
                      <a:pt x="29777" y="22551"/>
                      <a:pt x="50628" y="22551"/>
                    </a:cubicBezTo>
                    <a:cubicBezTo>
                      <a:pt x="76011" y="22551"/>
                      <a:pt x="93235" y="39843"/>
                      <a:pt x="93235" y="65327"/>
                    </a:cubicBezTo>
                    <a:cubicBezTo>
                      <a:pt x="93235" y="88990"/>
                      <a:pt x="79335" y="117204"/>
                      <a:pt x="53952" y="144205"/>
                    </a:cubicBezTo>
                    <a:lnTo>
                      <a:pt x="163" y="201543"/>
                    </a:lnTo>
                    <a:lnTo>
                      <a:pt x="163" y="205184"/>
                    </a:lnTo>
                    <a:lnTo>
                      <a:pt x="118014" y="205184"/>
                    </a:lnTo>
                    <a:lnTo>
                      <a:pt x="134634" y="16362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1641D7C8-DC44-725D-3389-5D2D0DBAABBF}"/>
                  </a:ext>
                </a:extLst>
              </p:cNvPr>
              <p:cNvSpPr/>
              <p:nvPr>
                <p:custDataLst>
                  <p:tags r:id="rId96"/>
                </p:custDataLst>
              </p:nvPr>
            </p:nvSpPr>
            <p:spPr>
              <a:xfrm>
                <a:off x="7656586" y="5422688"/>
                <a:ext cx="139004" cy="205082"/>
              </a:xfrm>
              <a:custGeom>
                <a:avLst/>
                <a:gdLst>
                  <a:gd name="connsiteX0" fmla="*/ 139172 w 139004"/>
                  <a:gd name="connsiteY0" fmla="*/ 135104 h 205082"/>
                  <a:gd name="connsiteX1" fmla="*/ 108349 w 139004"/>
                  <a:gd name="connsiteY1" fmla="*/ 135104 h 205082"/>
                  <a:gd name="connsiteX2" fmla="*/ 108349 w 139004"/>
                  <a:gd name="connsiteY2" fmla="*/ 101 h 205082"/>
                  <a:gd name="connsiteX3" fmla="*/ 95053 w 139004"/>
                  <a:gd name="connsiteY3" fmla="*/ 101 h 205082"/>
                  <a:gd name="connsiteX4" fmla="*/ 168 w 139004"/>
                  <a:gd name="connsiteY4" fmla="*/ 135104 h 205082"/>
                  <a:gd name="connsiteX5" fmla="*/ 168 w 139004"/>
                  <a:gd name="connsiteY5" fmla="*/ 154520 h 205082"/>
                  <a:gd name="connsiteX6" fmla="*/ 85081 w 139004"/>
                  <a:gd name="connsiteY6" fmla="*/ 154520 h 205082"/>
                  <a:gd name="connsiteX7" fmla="*/ 85081 w 139004"/>
                  <a:gd name="connsiteY7" fmla="*/ 205184 h 205082"/>
                  <a:gd name="connsiteX8" fmla="*/ 108349 w 139004"/>
                  <a:gd name="connsiteY8" fmla="*/ 205184 h 205082"/>
                  <a:gd name="connsiteX9" fmla="*/ 108349 w 139004"/>
                  <a:gd name="connsiteY9" fmla="*/ 154520 h 205082"/>
                  <a:gd name="connsiteX10" fmla="*/ 139172 w 139004"/>
                  <a:gd name="connsiteY10" fmla="*/ 154520 h 205082"/>
                  <a:gd name="connsiteX11" fmla="*/ 139172 w 139004"/>
                  <a:gd name="connsiteY11" fmla="*/ 135104 h 205082"/>
                  <a:gd name="connsiteX12" fmla="*/ 84779 w 139004"/>
                  <a:gd name="connsiteY12" fmla="*/ 135104 h 205082"/>
                  <a:gd name="connsiteX13" fmla="*/ 12255 w 139004"/>
                  <a:gd name="connsiteY13" fmla="*/ 135104 h 205082"/>
                  <a:gd name="connsiteX14" fmla="*/ 84779 w 139004"/>
                  <a:gd name="connsiteY14" fmla="*/ 31045 h 205082"/>
                  <a:gd name="connsiteX15" fmla="*/ 84779 w 139004"/>
                  <a:gd name="connsiteY15" fmla="*/ 135104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172" y="135104"/>
                    </a:moveTo>
                    <a:lnTo>
                      <a:pt x="108349" y="135104"/>
                    </a:lnTo>
                    <a:lnTo>
                      <a:pt x="108349" y="101"/>
                    </a:lnTo>
                    <a:lnTo>
                      <a:pt x="95053" y="101"/>
                    </a:lnTo>
                    <a:lnTo>
                      <a:pt x="168" y="135104"/>
                    </a:lnTo>
                    <a:lnTo>
                      <a:pt x="168" y="154520"/>
                    </a:lnTo>
                    <a:lnTo>
                      <a:pt x="85081" y="154520"/>
                    </a:lnTo>
                    <a:lnTo>
                      <a:pt x="85081" y="205184"/>
                    </a:lnTo>
                    <a:lnTo>
                      <a:pt x="108349" y="205184"/>
                    </a:lnTo>
                    <a:lnTo>
                      <a:pt x="108349" y="154520"/>
                    </a:lnTo>
                    <a:lnTo>
                      <a:pt x="139172" y="154520"/>
                    </a:lnTo>
                    <a:lnTo>
                      <a:pt x="139172" y="135104"/>
                    </a:lnTo>
                    <a:close/>
                    <a:moveTo>
                      <a:pt x="84779" y="135104"/>
                    </a:moveTo>
                    <a:lnTo>
                      <a:pt x="12255" y="135104"/>
                    </a:lnTo>
                    <a:lnTo>
                      <a:pt x="84779" y="31045"/>
                    </a:lnTo>
                    <a:lnTo>
                      <a:pt x="84779" y="135104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2AA9777A-7E17-F092-BBD9-D2D4404FAF24}"/>
                  </a:ext>
                </a:extLst>
              </p:cNvPr>
              <p:cNvSpPr/>
              <p:nvPr>
                <p:custDataLst>
                  <p:tags r:id="rId97"/>
                </p:custDataLst>
              </p:nvPr>
            </p:nvSpPr>
            <p:spPr>
              <a:xfrm>
                <a:off x="7838160" y="5422688"/>
                <a:ext cx="85517" cy="205082"/>
              </a:xfrm>
              <a:custGeom>
                <a:avLst/>
                <a:gdLst>
                  <a:gd name="connsiteX0" fmla="*/ 54566 w 85517"/>
                  <a:gd name="connsiteY0" fmla="*/ 101 h 205082"/>
                  <a:gd name="connsiteX1" fmla="*/ 173 w 85517"/>
                  <a:gd name="connsiteY1" fmla="*/ 27708 h 205082"/>
                  <a:gd name="connsiteX2" fmla="*/ 173 w 85517"/>
                  <a:gd name="connsiteY2" fmla="*/ 31956 h 205082"/>
                  <a:gd name="connsiteX3" fmla="*/ 8332 w 85517"/>
                  <a:gd name="connsiteY3" fmla="*/ 28618 h 205082"/>
                  <a:gd name="connsiteX4" fmla="*/ 21930 w 85517"/>
                  <a:gd name="connsiteY4" fmla="*/ 25281 h 205082"/>
                  <a:gd name="connsiteX5" fmla="*/ 30996 w 85517"/>
                  <a:gd name="connsiteY5" fmla="*/ 39540 h 205082"/>
                  <a:gd name="connsiteX6" fmla="*/ 30996 w 85517"/>
                  <a:gd name="connsiteY6" fmla="*/ 176970 h 205082"/>
                  <a:gd name="connsiteX7" fmla="*/ 23743 w 85517"/>
                  <a:gd name="connsiteY7" fmla="*/ 196689 h 205082"/>
                  <a:gd name="connsiteX8" fmla="*/ 2288 w 85517"/>
                  <a:gd name="connsiteY8" fmla="*/ 200633 h 205082"/>
                  <a:gd name="connsiteX9" fmla="*/ 2288 w 85517"/>
                  <a:gd name="connsiteY9" fmla="*/ 205184 h 205082"/>
                  <a:gd name="connsiteX10" fmla="*/ 85691 w 85517"/>
                  <a:gd name="connsiteY10" fmla="*/ 205184 h 205082"/>
                  <a:gd name="connsiteX11" fmla="*/ 85691 w 85517"/>
                  <a:gd name="connsiteY11" fmla="*/ 200633 h 205082"/>
                  <a:gd name="connsiteX12" fmla="*/ 56983 w 85517"/>
                  <a:gd name="connsiteY12" fmla="*/ 182734 h 205082"/>
                  <a:gd name="connsiteX13" fmla="*/ 56983 w 85517"/>
                  <a:gd name="connsiteY13" fmla="*/ 708 h 205082"/>
                  <a:gd name="connsiteX14" fmla="*/ 54566 w 85517"/>
                  <a:gd name="connsiteY14" fmla="*/ 10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517" h="205082">
                    <a:moveTo>
                      <a:pt x="54566" y="101"/>
                    </a:moveTo>
                    <a:lnTo>
                      <a:pt x="173" y="27708"/>
                    </a:lnTo>
                    <a:lnTo>
                      <a:pt x="173" y="31956"/>
                    </a:lnTo>
                    <a:cubicBezTo>
                      <a:pt x="3799" y="30439"/>
                      <a:pt x="7123" y="29225"/>
                      <a:pt x="8332" y="28618"/>
                    </a:cubicBezTo>
                    <a:cubicBezTo>
                      <a:pt x="13771" y="26495"/>
                      <a:pt x="18908" y="25281"/>
                      <a:pt x="21930" y="25281"/>
                    </a:cubicBezTo>
                    <a:cubicBezTo>
                      <a:pt x="28276" y="25281"/>
                      <a:pt x="30996" y="29832"/>
                      <a:pt x="30996" y="39540"/>
                    </a:cubicBezTo>
                    <a:lnTo>
                      <a:pt x="30996" y="176970"/>
                    </a:lnTo>
                    <a:cubicBezTo>
                      <a:pt x="30996" y="186981"/>
                      <a:pt x="28578" y="193959"/>
                      <a:pt x="23743" y="196689"/>
                    </a:cubicBezTo>
                    <a:cubicBezTo>
                      <a:pt x="19210" y="199419"/>
                      <a:pt x="14980" y="200330"/>
                      <a:pt x="2288" y="200633"/>
                    </a:cubicBezTo>
                    <a:lnTo>
                      <a:pt x="2288" y="205184"/>
                    </a:lnTo>
                    <a:lnTo>
                      <a:pt x="85691" y="205184"/>
                    </a:lnTo>
                    <a:lnTo>
                      <a:pt x="85691" y="200633"/>
                    </a:lnTo>
                    <a:cubicBezTo>
                      <a:pt x="61818" y="200330"/>
                      <a:pt x="56983" y="197296"/>
                      <a:pt x="56983" y="182734"/>
                    </a:cubicBezTo>
                    <a:lnTo>
                      <a:pt x="56983" y="708"/>
                    </a:lnTo>
                    <a:lnTo>
                      <a:pt x="54566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56F1263E-313A-0572-815C-C9A7EC44040E}"/>
                  </a:ext>
                </a:extLst>
              </p:cNvPr>
              <p:cNvSpPr/>
              <p:nvPr>
                <p:custDataLst>
                  <p:tags r:id="rId98"/>
                </p:custDataLst>
              </p:nvPr>
            </p:nvSpPr>
            <p:spPr>
              <a:xfrm>
                <a:off x="8216811" y="5371980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72BB6548-E935-6307-6F76-06B308830E56}"/>
                  </a:ext>
                </a:extLst>
              </p:cNvPr>
              <p:cNvSpPr/>
              <p:nvPr>
                <p:custDataLst>
                  <p:tags r:id="rId99"/>
                </p:custDataLst>
              </p:nvPr>
            </p:nvSpPr>
            <p:spPr>
              <a:xfrm>
                <a:off x="8800048" y="5422688"/>
                <a:ext cx="136586" cy="209329"/>
              </a:xfrm>
              <a:custGeom>
                <a:avLst/>
                <a:gdLst>
                  <a:gd name="connsiteX0" fmla="*/ 69707 w 136586"/>
                  <a:gd name="connsiteY0" fmla="*/ 101 h 209329"/>
                  <a:gd name="connsiteX1" fmla="*/ 29215 w 136586"/>
                  <a:gd name="connsiteY1" fmla="*/ 15877 h 209329"/>
                  <a:gd name="connsiteX2" fmla="*/ 205 w 136586"/>
                  <a:gd name="connsiteY2" fmla="*/ 103249 h 209329"/>
                  <a:gd name="connsiteX3" fmla="*/ 24380 w 136586"/>
                  <a:gd name="connsiteY3" fmla="*/ 188801 h 209329"/>
                  <a:gd name="connsiteX4" fmla="*/ 68499 w 136586"/>
                  <a:gd name="connsiteY4" fmla="*/ 209431 h 209329"/>
                  <a:gd name="connsiteX5" fmla="*/ 107783 w 136586"/>
                  <a:gd name="connsiteY5" fmla="*/ 193655 h 209329"/>
                  <a:gd name="connsiteX6" fmla="*/ 136792 w 136586"/>
                  <a:gd name="connsiteY6" fmla="*/ 105069 h 209329"/>
                  <a:gd name="connsiteX7" fmla="*/ 69707 w 136586"/>
                  <a:gd name="connsiteY7" fmla="*/ 101 h 209329"/>
                  <a:gd name="connsiteX8" fmla="*/ 68801 w 136586"/>
                  <a:gd name="connsiteY8" fmla="*/ 7989 h 209329"/>
                  <a:gd name="connsiteX9" fmla="*/ 107783 w 136586"/>
                  <a:gd name="connsiteY9" fmla="*/ 105676 h 209329"/>
                  <a:gd name="connsiteX10" fmla="*/ 68499 w 136586"/>
                  <a:gd name="connsiteY10" fmla="*/ 201543 h 209329"/>
                  <a:gd name="connsiteX11" fmla="*/ 29215 w 136586"/>
                  <a:gd name="connsiteY11" fmla="*/ 105979 h 209329"/>
                  <a:gd name="connsiteX12" fmla="*/ 68801 w 136586"/>
                  <a:gd name="connsiteY12" fmla="*/ 7989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07" y="101"/>
                    </a:moveTo>
                    <a:cubicBezTo>
                      <a:pt x="53087" y="101"/>
                      <a:pt x="40396" y="5258"/>
                      <a:pt x="29215" y="15877"/>
                    </a:cubicBezTo>
                    <a:cubicBezTo>
                      <a:pt x="11688" y="32866"/>
                      <a:pt x="205" y="67754"/>
                      <a:pt x="205" y="103249"/>
                    </a:cubicBezTo>
                    <a:cubicBezTo>
                      <a:pt x="205" y="136317"/>
                      <a:pt x="10177" y="171812"/>
                      <a:pt x="24380" y="188801"/>
                    </a:cubicBezTo>
                    <a:cubicBezTo>
                      <a:pt x="35561" y="202150"/>
                      <a:pt x="50972" y="209431"/>
                      <a:pt x="68499" y="209431"/>
                    </a:cubicBezTo>
                    <a:cubicBezTo>
                      <a:pt x="83910" y="209431"/>
                      <a:pt x="96904" y="204273"/>
                      <a:pt x="107783" y="193655"/>
                    </a:cubicBezTo>
                    <a:cubicBezTo>
                      <a:pt x="125309" y="176970"/>
                      <a:pt x="136792" y="141778"/>
                      <a:pt x="136792" y="105069"/>
                    </a:cubicBezTo>
                    <a:cubicBezTo>
                      <a:pt x="136792" y="42877"/>
                      <a:pt x="109293" y="101"/>
                      <a:pt x="69707" y="101"/>
                    </a:cubicBezTo>
                    <a:close/>
                    <a:moveTo>
                      <a:pt x="68801" y="7989"/>
                    </a:moveTo>
                    <a:cubicBezTo>
                      <a:pt x="94184" y="7989"/>
                      <a:pt x="107783" y="42270"/>
                      <a:pt x="107783" y="105676"/>
                    </a:cubicBezTo>
                    <a:cubicBezTo>
                      <a:pt x="107783" y="169082"/>
                      <a:pt x="94486" y="201543"/>
                      <a:pt x="68499" y="201543"/>
                    </a:cubicBezTo>
                    <a:cubicBezTo>
                      <a:pt x="42511" y="201543"/>
                      <a:pt x="29215" y="169082"/>
                      <a:pt x="29215" y="105979"/>
                    </a:cubicBezTo>
                    <a:cubicBezTo>
                      <a:pt x="29215" y="41664"/>
                      <a:pt x="42813" y="7989"/>
                      <a:pt x="68801" y="79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3AC1381B-83F9-6817-E930-556C62DFB775}"/>
                  </a:ext>
                </a:extLst>
              </p:cNvPr>
              <p:cNvSpPr/>
              <p:nvPr>
                <p:custDataLst>
                  <p:tags r:id="rId100"/>
                </p:custDataLst>
              </p:nvPr>
            </p:nvSpPr>
            <p:spPr>
              <a:xfrm>
                <a:off x="8965606" y="5597433"/>
                <a:ext cx="33542" cy="33674"/>
              </a:xfrm>
              <a:custGeom>
                <a:avLst/>
                <a:gdLst>
                  <a:gd name="connsiteX0" fmla="*/ 16830 w 33542"/>
                  <a:gd name="connsiteY0" fmla="*/ 101 h 33674"/>
                  <a:gd name="connsiteX1" fmla="*/ 210 w 33542"/>
                  <a:gd name="connsiteY1" fmla="*/ 17393 h 33674"/>
                  <a:gd name="connsiteX2" fmla="*/ 16528 w 33542"/>
                  <a:gd name="connsiteY2" fmla="*/ 33776 h 33674"/>
                  <a:gd name="connsiteX3" fmla="*/ 33753 w 33542"/>
                  <a:gd name="connsiteY3" fmla="*/ 17393 h 33674"/>
                  <a:gd name="connsiteX4" fmla="*/ 16830 w 33542"/>
                  <a:gd name="connsiteY4" fmla="*/ 101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30" y="101"/>
                    </a:moveTo>
                    <a:cubicBezTo>
                      <a:pt x="7765" y="101"/>
                      <a:pt x="210" y="7989"/>
                      <a:pt x="210" y="17393"/>
                    </a:cubicBezTo>
                    <a:cubicBezTo>
                      <a:pt x="210" y="26191"/>
                      <a:pt x="7765" y="33776"/>
                      <a:pt x="16528" y="33776"/>
                    </a:cubicBezTo>
                    <a:cubicBezTo>
                      <a:pt x="25896" y="33776"/>
                      <a:pt x="33753" y="26191"/>
                      <a:pt x="33753" y="17393"/>
                    </a:cubicBezTo>
                    <a:cubicBezTo>
                      <a:pt x="33753" y="7989"/>
                      <a:pt x="25896" y="101"/>
                      <a:pt x="16830" y="1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3208E8C0-EDF5-DECE-0671-65DE81776B36}"/>
                  </a:ext>
                </a:extLst>
              </p:cNvPr>
              <p:cNvSpPr/>
              <p:nvPr>
                <p:custDataLst>
                  <p:tags r:id="rId101"/>
                </p:custDataLst>
              </p:nvPr>
            </p:nvSpPr>
            <p:spPr>
              <a:xfrm>
                <a:off x="9030557" y="5420261"/>
                <a:ext cx="131147" cy="211756"/>
              </a:xfrm>
              <a:custGeom>
                <a:avLst/>
                <a:gdLst>
                  <a:gd name="connsiteX0" fmla="*/ 124712 w 131147"/>
                  <a:gd name="connsiteY0" fmla="*/ 101 h 211756"/>
                  <a:gd name="connsiteX1" fmla="*/ 50677 w 131147"/>
                  <a:gd name="connsiteY1" fmla="*/ 24371 h 211756"/>
                  <a:gd name="connsiteX2" fmla="*/ 213 w 131147"/>
                  <a:gd name="connsiteY2" fmla="*/ 122969 h 211756"/>
                  <a:gd name="connsiteX3" fmla="*/ 21366 w 131147"/>
                  <a:gd name="connsiteY3" fmla="*/ 191228 h 211756"/>
                  <a:gd name="connsiteX4" fmla="*/ 67902 w 131147"/>
                  <a:gd name="connsiteY4" fmla="*/ 211858 h 211756"/>
                  <a:gd name="connsiteX5" fmla="*/ 131360 w 131147"/>
                  <a:gd name="connsiteY5" fmla="*/ 141171 h 211756"/>
                  <a:gd name="connsiteX6" fmla="*/ 74550 w 131147"/>
                  <a:gd name="connsiteY6" fmla="*/ 77765 h 211756"/>
                  <a:gd name="connsiteX7" fmla="*/ 35870 w 131147"/>
                  <a:gd name="connsiteY7" fmla="*/ 91417 h 211756"/>
                  <a:gd name="connsiteX8" fmla="*/ 125317 w 131147"/>
                  <a:gd name="connsiteY8" fmla="*/ 4955 h 211756"/>
                  <a:gd name="connsiteX9" fmla="*/ 124712 w 131147"/>
                  <a:gd name="connsiteY9" fmla="*/ 101 h 211756"/>
                  <a:gd name="connsiteX10" fmla="*/ 63067 w 131147"/>
                  <a:gd name="connsiteY10" fmla="*/ 91721 h 211756"/>
                  <a:gd name="connsiteX11" fmla="*/ 104164 w 131147"/>
                  <a:gd name="connsiteY11" fmla="*/ 151486 h 211756"/>
                  <a:gd name="connsiteX12" fmla="*/ 71226 w 131147"/>
                  <a:gd name="connsiteY12" fmla="*/ 203363 h 211756"/>
                  <a:gd name="connsiteX13" fmla="*/ 28316 w 131147"/>
                  <a:gd name="connsiteY13" fmla="*/ 127823 h 211756"/>
                  <a:gd name="connsiteX14" fmla="*/ 36777 w 131147"/>
                  <a:gd name="connsiteY14" fmla="*/ 99305 h 211756"/>
                  <a:gd name="connsiteX15" fmla="*/ 63067 w 131147"/>
                  <a:gd name="connsiteY15" fmla="*/ 91721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147" h="211756">
                    <a:moveTo>
                      <a:pt x="124712" y="101"/>
                    </a:moveTo>
                    <a:cubicBezTo>
                      <a:pt x="90263" y="3135"/>
                      <a:pt x="72737" y="8899"/>
                      <a:pt x="50677" y="24371"/>
                    </a:cubicBezTo>
                    <a:cubicBezTo>
                      <a:pt x="18042" y="47731"/>
                      <a:pt x="213" y="82316"/>
                      <a:pt x="213" y="122969"/>
                    </a:cubicBezTo>
                    <a:cubicBezTo>
                      <a:pt x="213" y="149362"/>
                      <a:pt x="8372" y="176059"/>
                      <a:pt x="21366" y="191228"/>
                    </a:cubicBezTo>
                    <a:cubicBezTo>
                      <a:pt x="32849" y="204577"/>
                      <a:pt x="49166" y="211858"/>
                      <a:pt x="67902" y="211858"/>
                    </a:cubicBezTo>
                    <a:cubicBezTo>
                      <a:pt x="105373" y="211858"/>
                      <a:pt x="131360" y="183037"/>
                      <a:pt x="131360" y="141171"/>
                    </a:cubicBezTo>
                    <a:cubicBezTo>
                      <a:pt x="131360" y="102339"/>
                      <a:pt x="109301" y="77765"/>
                      <a:pt x="74550" y="77765"/>
                    </a:cubicBezTo>
                    <a:cubicBezTo>
                      <a:pt x="61254" y="77765"/>
                      <a:pt x="54908" y="79889"/>
                      <a:pt x="35870" y="91417"/>
                    </a:cubicBezTo>
                    <a:cubicBezTo>
                      <a:pt x="44029" y="45608"/>
                      <a:pt x="77874" y="12843"/>
                      <a:pt x="125317" y="4955"/>
                    </a:cubicBezTo>
                    <a:lnTo>
                      <a:pt x="124712" y="101"/>
                    </a:lnTo>
                    <a:close/>
                    <a:moveTo>
                      <a:pt x="63067" y="91721"/>
                    </a:moveTo>
                    <a:cubicBezTo>
                      <a:pt x="89055" y="91721"/>
                      <a:pt x="104164" y="113564"/>
                      <a:pt x="104164" y="151486"/>
                    </a:cubicBezTo>
                    <a:cubicBezTo>
                      <a:pt x="104164" y="184857"/>
                      <a:pt x="92379" y="203363"/>
                      <a:pt x="71226" y="203363"/>
                    </a:cubicBezTo>
                    <a:cubicBezTo>
                      <a:pt x="44634" y="203363"/>
                      <a:pt x="28316" y="174846"/>
                      <a:pt x="28316" y="127823"/>
                    </a:cubicBezTo>
                    <a:cubicBezTo>
                      <a:pt x="28316" y="112350"/>
                      <a:pt x="30733" y="103856"/>
                      <a:pt x="36777" y="99305"/>
                    </a:cubicBezTo>
                    <a:cubicBezTo>
                      <a:pt x="43123" y="94451"/>
                      <a:pt x="52491" y="91721"/>
                      <a:pt x="63067" y="917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10C573CF-948B-9209-76DE-5B0A96EB1818}"/>
                  </a:ext>
                </a:extLst>
              </p:cNvPr>
              <p:cNvSpPr/>
              <p:nvPr>
                <p:custDataLst>
                  <p:tags r:id="rId102"/>
                </p:custDataLst>
              </p:nvPr>
            </p:nvSpPr>
            <p:spPr>
              <a:xfrm>
                <a:off x="9175567" y="5422688"/>
                <a:ext cx="139004" cy="205082"/>
              </a:xfrm>
              <a:custGeom>
                <a:avLst/>
                <a:gdLst>
                  <a:gd name="connsiteX0" fmla="*/ 139222 w 139004"/>
                  <a:gd name="connsiteY0" fmla="*/ 135104 h 205082"/>
                  <a:gd name="connsiteX1" fmla="*/ 108399 w 139004"/>
                  <a:gd name="connsiteY1" fmla="*/ 135104 h 205082"/>
                  <a:gd name="connsiteX2" fmla="*/ 108399 w 139004"/>
                  <a:gd name="connsiteY2" fmla="*/ 101 h 205082"/>
                  <a:gd name="connsiteX3" fmla="*/ 95103 w 139004"/>
                  <a:gd name="connsiteY3" fmla="*/ 101 h 205082"/>
                  <a:gd name="connsiteX4" fmla="*/ 218 w 139004"/>
                  <a:gd name="connsiteY4" fmla="*/ 135104 h 205082"/>
                  <a:gd name="connsiteX5" fmla="*/ 218 w 139004"/>
                  <a:gd name="connsiteY5" fmla="*/ 154520 h 205082"/>
                  <a:gd name="connsiteX6" fmla="*/ 85131 w 139004"/>
                  <a:gd name="connsiteY6" fmla="*/ 154520 h 205082"/>
                  <a:gd name="connsiteX7" fmla="*/ 85131 w 139004"/>
                  <a:gd name="connsiteY7" fmla="*/ 205184 h 205082"/>
                  <a:gd name="connsiteX8" fmla="*/ 108399 w 139004"/>
                  <a:gd name="connsiteY8" fmla="*/ 205184 h 205082"/>
                  <a:gd name="connsiteX9" fmla="*/ 108399 w 139004"/>
                  <a:gd name="connsiteY9" fmla="*/ 154520 h 205082"/>
                  <a:gd name="connsiteX10" fmla="*/ 139222 w 139004"/>
                  <a:gd name="connsiteY10" fmla="*/ 154520 h 205082"/>
                  <a:gd name="connsiteX11" fmla="*/ 139222 w 139004"/>
                  <a:gd name="connsiteY11" fmla="*/ 135104 h 205082"/>
                  <a:gd name="connsiteX12" fmla="*/ 84829 w 139004"/>
                  <a:gd name="connsiteY12" fmla="*/ 135104 h 205082"/>
                  <a:gd name="connsiteX13" fmla="*/ 12305 w 139004"/>
                  <a:gd name="connsiteY13" fmla="*/ 135104 h 205082"/>
                  <a:gd name="connsiteX14" fmla="*/ 84829 w 139004"/>
                  <a:gd name="connsiteY14" fmla="*/ 31045 h 205082"/>
                  <a:gd name="connsiteX15" fmla="*/ 84829 w 139004"/>
                  <a:gd name="connsiteY15" fmla="*/ 135104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222" y="135104"/>
                    </a:moveTo>
                    <a:lnTo>
                      <a:pt x="108399" y="135104"/>
                    </a:lnTo>
                    <a:lnTo>
                      <a:pt x="108399" y="101"/>
                    </a:lnTo>
                    <a:lnTo>
                      <a:pt x="95103" y="101"/>
                    </a:lnTo>
                    <a:lnTo>
                      <a:pt x="218" y="135104"/>
                    </a:lnTo>
                    <a:lnTo>
                      <a:pt x="218" y="154520"/>
                    </a:lnTo>
                    <a:lnTo>
                      <a:pt x="85131" y="154520"/>
                    </a:lnTo>
                    <a:lnTo>
                      <a:pt x="85131" y="205184"/>
                    </a:lnTo>
                    <a:lnTo>
                      <a:pt x="108399" y="205184"/>
                    </a:lnTo>
                    <a:lnTo>
                      <a:pt x="108399" y="154520"/>
                    </a:lnTo>
                    <a:lnTo>
                      <a:pt x="139222" y="154520"/>
                    </a:lnTo>
                    <a:lnTo>
                      <a:pt x="139222" y="135104"/>
                    </a:lnTo>
                    <a:close/>
                    <a:moveTo>
                      <a:pt x="84829" y="135104"/>
                    </a:moveTo>
                    <a:lnTo>
                      <a:pt x="12305" y="135104"/>
                    </a:lnTo>
                    <a:lnTo>
                      <a:pt x="84829" y="31045"/>
                    </a:lnTo>
                    <a:lnTo>
                      <a:pt x="84829" y="135104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E5725099-7D71-3DC4-CAE3-B003ED6050A2}"/>
                  </a:ext>
                </a:extLst>
              </p:cNvPr>
              <p:cNvSpPr/>
              <p:nvPr>
                <p:custDataLst>
                  <p:tags r:id="rId103"/>
                </p:custDataLst>
              </p:nvPr>
            </p:nvSpPr>
            <p:spPr>
              <a:xfrm>
                <a:off x="9887450" y="5371980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07DBFE45-01C2-D43C-DE59-0D4AE92483B3}"/>
                  </a:ext>
                </a:extLst>
              </p:cNvPr>
              <p:cNvSpPr/>
              <p:nvPr>
                <p:custDataLst>
                  <p:tags r:id="rId104"/>
                </p:custDataLst>
              </p:nvPr>
            </p:nvSpPr>
            <p:spPr>
              <a:xfrm>
                <a:off x="10173112" y="5422688"/>
                <a:ext cx="117549" cy="209329"/>
              </a:xfrm>
              <a:custGeom>
                <a:avLst/>
                <a:gdLst>
                  <a:gd name="connsiteX0" fmla="*/ 33490 w 117549"/>
                  <a:gd name="connsiteY0" fmla="*/ 105069 h 209329"/>
                  <a:gd name="connsiteX1" fmla="*/ 65522 w 117549"/>
                  <a:gd name="connsiteY1" fmla="*/ 108406 h 209329"/>
                  <a:gd name="connsiteX2" fmla="*/ 96042 w 117549"/>
                  <a:gd name="connsiteY2" fmla="*/ 153306 h 209329"/>
                  <a:gd name="connsiteX3" fmla="*/ 56456 w 117549"/>
                  <a:gd name="connsiteY3" fmla="*/ 198509 h 209329"/>
                  <a:gd name="connsiteX4" fmla="*/ 31073 w 117549"/>
                  <a:gd name="connsiteY4" fmla="*/ 189105 h 209329"/>
                  <a:gd name="connsiteX5" fmla="*/ 11733 w 117549"/>
                  <a:gd name="connsiteY5" fmla="*/ 181520 h 209329"/>
                  <a:gd name="connsiteX6" fmla="*/ 250 w 117549"/>
                  <a:gd name="connsiteY6" fmla="*/ 192138 h 209329"/>
                  <a:gd name="connsiteX7" fmla="*/ 34397 w 117549"/>
                  <a:gd name="connsiteY7" fmla="*/ 209431 h 209329"/>
                  <a:gd name="connsiteX8" fmla="*/ 95740 w 117549"/>
                  <a:gd name="connsiteY8" fmla="*/ 189105 h 209329"/>
                  <a:gd name="connsiteX9" fmla="*/ 117799 w 117549"/>
                  <a:gd name="connsiteY9" fmla="*/ 138744 h 209329"/>
                  <a:gd name="connsiteX10" fmla="*/ 104201 w 117549"/>
                  <a:gd name="connsiteY10" fmla="*/ 99609 h 209329"/>
                  <a:gd name="connsiteX11" fmla="*/ 79120 w 117549"/>
                  <a:gd name="connsiteY11" fmla="*/ 83530 h 209329"/>
                  <a:gd name="connsiteX12" fmla="*/ 107525 w 117549"/>
                  <a:gd name="connsiteY12" fmla="*/ 41664 h 209329"/>
                  <a:gd name="connsiteX13" fmla="*/ 60385 w 117549"/>
                  <a:gd name="connsiteY13" fmla="*/ 101 h 209329"/>
                  <a:gd name="connsiteX14" fmla="*/ 21101 w 117549"/>
                  <a:gd name="connsiteY14" fmla="*/ 14966 h 209329"/>
                  <a:gd name="connsiteX15" fmla="*/ 855 w 117549"/>
                  <a:gd name="connsiteY15" fmla="*/ 49248 h 209329"/>
                  <a:gd name="connsiteX16" fmla="*/ 5387 w 117549"/>
                  <a:gd name="connsiteY16" fmla="*/ 50462 h 209329"/>
                  <a:gd name="connsiteX17" fmla="*/ 50413 w 117549"/>
                  <a:gd name="connsiteY17" fmla="*/ 18304 h 209329"/>
                  <a:gd name="connsiteX18" fmla="*/ 83653 w 117549"/>
                  <a:gd name="connsiteY18" fmla="*/ 50765 h 209329"/>
                  <a:gd name="connsiteX19" fmla="*/ 71565 w 117549"/>
                  <a:gd name="connsiteY19" fmla="*/ 80192 h 209329"/>
                  <a:gd name="connsiteX20" fmla="*/ 33490 w 117549"/>
                  <a:gd name="connsiteY20" fmla="*/ 101125 h 209329"/>
                  <a:gd name="connsiteX21" fmla="*/ 33490 w 117549"/>
                  <a:gd name="connsiteY21" fmla="*/ 105069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490" y="105069"/>
                    </a:moveTo>
                    <a:cubicBezTo>
                      <a:pt x="51319" y="105069"/>
                      <a:pt x="58269" y="105676"/>
                      <a:pt x="65522" y="108406"/>
                    </a:cubicBezTo>
                    <a:cubicBezTo>
                      <a:pt x="84257" y="115081"/>
                      <a:pt x="96042" y="132373"/>
                      <a:pt x="96042" y="153306"/>
                    </a:cubicBezTo>
                    <a:cubicBezTo>
                      <a:pt x="96042" y="178790"/>
                      <a:pt x="78818" y="198509"/>
                      <a:pt x="56456" y="198509"/>
                    </a:cubicBezTo>
                    <a:cubicBezTo>
                      <a:pt x="48297" y="198509"/>
                      <a:pt x="42254" y="196386"/>
                      <a:pt x="31073" y="189105"/>
                    </a:cubicBezTo>
                    <a:cubicBezTo>
                      <a:pt x="22007" y="183644"/>
                      <a:pt x="16870" y="181520"/>
                      <a:pt x="11733" y="181520"/>
                    </a:cubicBezTo>
                    <a:cubicBezTo>
                      <a:pt x="4783" y="181520"/>
                      <a:pt x="250" y="185768"/>
                      <a:pt x="250" y="192138"/>
                    </a:cubicBezTo>
                    <a:cubicBezTo>
                      <a:pt x="250" y="202757"/>
                      <a:pt x="13244" y="209431"/>
                      <a:pt x="34397" y="209431"/>
                    </a:cubicBezTo>
                    <a:cubicBezTo>
                      <a:pt x="57665" y="209431"/>
                      <a:pt x="81538" y="201543"/>
                      <a:pt x="95740" y="189105"/>
                    </a:cubicBezTo>
                    <a:cubicBezTo>
                      <a:pt x="109943" y="176666"/>
                      <a:pt x="117799" y="159070"/>
                      <a:pt x="117799" y="138744"/>
                    </a:cubicBezTo>
                    <a:cubicBezTo>
                      <a:pt x="117799" y="123272"/>
                      <a:pt x="112965" y="109013"/>
                      <a:pt x="104201" y="99609"/>
                    </a:cubicBezTo>
                    <a:cubicBezTo>
                      <a:pt x="98158" y="92934"/>
                      <a:pt x="92416" y="89294"/>
                      <a:pt x="79120" y="83530"/>
                    </a:cubicBezTo>
                    <a:cubicBezTo>
                      <a:pt x="99971" y="69271"/>
                      <a:pt x="107525" y="58046"/>
                      <a:pt x="107525" y="41664"/>
                    </a:cubicBezTo>
                    <a:cubicBezTo>
                      <a:pt x="107525" y="17090"/>
                      <a:pt x="88186" y="101"/>
                      <a:pt x="60385" y="101"/>
                    </a:cubicBezTo>
                    <a:cubicBezTo>
                      <a:pt x="45276" y="101"/>
                      <a:pt x="31980" y="5258"/>
                      <a:pt x="21101" y="14966"/>
                    </a:cubicBezTo>
                    <a:cubicBezTo>
                      <a:pt x="12035" y="23158"/>
                      <a:pt x="7503" y="31045"/>
                      <a:pt x="855" y="49248"/>
                    </a:cubicBezTo>
                    <a:lnTo>
                      <a:pt x="5387" y="50462"/>
                    </a:lnTo>
                    <a:cubicBezTo>
                      <a:pt x="17777" y="28315"/>
                      <a:pt x="31375" y="18304"/>
                      <a:pt x="50413" y="18304"/>
                    </a:cubicBezTo>
                    <a:cubicBezTo>
                      <a:pt x="70055" y="18304"/>
                      <a:pt x="83653" y="31652"/>
                      <a:pt x="83653" y="50765"/>
                    </a:cubicBezTo>
                    <a:cubicBezTo>
                      <a:pt x="83653" y="61686"/>
                      <a:pt x="79120" y="72608"/>
                      <a:pt x="71565" y="80192"/>
                    </a:cubicBezTo>
                    <a:cubicBezTo>
                      <a:pt x="62500" y="89294"/>
                      <a:pt x="54039" y="93844"/>
                      <a:pt x="33490" y="101125"/>
                    </a:cubicBezTo>
                    <a:lnTo>
                      <a:pt x="33490" y="105069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21F9C0E1-53B8-DECB-A51B-993952F836CD}"/>
                  </a:ext>
                </a:extLst>
              </p:cNvPr>
              <p:cNvSpPr/>
              <p:nvPr>
                <p:custDataLst>
                  <p:tags r:id="rId105"/>
                </p:custDataLst>
              </p:nvPr>
            </p:nvSpPr>
            <p:spPr>
              <a:xfrm>
                <a:off x="10332929" y="5597433"/>
                <a:ext cx="33542" cy="33674"/>
              </a:xfrm>
              <a:custGeom>
                <a:avLst/>
                <a:gdLst>
                  <a:gd name="connsiteX0" fmla="*/ 16875 w 33542"/>
                  <a:gd name="connsiteY0" fmla="*/ 101 h 33674"/>
                  <a:gd name="connsiteX1" fmla="*/ 255 w 33542"/>
                  <a:gd name="connsiteY1" fmla="*/ 17393 h 33674"/>
                  <a:gd name="connsiteX2" fmla="*/ 16573 w 33542"/>
                  <a:gd name="connsiteY2" fmla="*/ 33776 h 33674"/>
                  <a:gd name="connsiteX3" fmla="*/ 33798 w 33542"/>
                  <a:gd name="connsiteY3" fmla="*/ 17393 h 33674"/>
                  <a:gd name="connsiteX4" fmla="*/ 16875 w 33542"/>
                  <a:gd name="connsiteY4" fmla="*/ 101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75" y="101"/>
                    </a:moveTo>
                    <a:cubicBezTo>
                      <a:pt x="7810" y="101"/>
                      <a:pt x="255" y="7989"/>
                      <a:pt x="255" y="17393"/>
                    </a:cubicBezTo>
                    <a:cubicBezTo>
                      <a:pt x="255" y="26191"/>
                      <a:pt x="7810" y="33776"/>
                      <a:pt x="16573" y="33776"/>
                    </a:cubicBezTo>
                    <a:cubicBezTo>
                      <a:pt x="25941" y="33776"/>
                      <a:pt x="33798" y="26191"/>
                      <a:pt x="33798" y="17393"/>
                    </a:cubicBezTo>
                    <a:cubicBezTo>
                      <a:pt x="33798" y="7989"/>
                      <a:pt x="25941" y="101"/>
                      <a:pt x="16875" y="1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FE0F81D1-951E-7D00-C55C-A434B6F92C46}"/>
                  </a:ext>
                </a:extLst>
              </p:cNvPr>
              <p:cNvSpPr/>
              <p:nvPr>
                <p:custDataLst>
                  <p:tags r:id="rId106"/>
                </p:custDataLst>
              </p:nvPr>
            </p:nvSpPr>
            <p:spPr>
              <a:xfrm>
                <a:off x="10421147" y="5422688"/>
                <a:ext cx="85517" cy="205082"/>
              </a:xfrm>
              <a:custGeom>
                <a:avLst/>
                <a:gdLst>
                  <a:gd name="connsiteX0" fmla="*/ 54651 w 85517"/>
                  <a:gd name="connsiteY0" fmla="*/ 101 h 205082"/>
                  <a:gd name="connsiteX1" fmla="*/ 258 w 85517"/>
                  <a:gd name="connsiteY1" fmla="*/ 27708 h 205082"/>
                  <a:gd name="connsiteX2" fmla="*/ 258 w 85517"/>
                  <a:gd name="connsiteY2" fmla="*/ 31956 h 205082"/>
                  <a:gd name="connsiteX3" fmla="*/ 8417 w 85517"/>
                  <a:gd name="connsiteY3" fmla="*/ 28618 h 205082"/>
                  <a:gd name="connsiteX4" fmla="*/ 22015 w 85517"/>
                  <a:gd name="connsiteY4" fmla="*/ 25281 h 205082"/>
                  <a:gd name="connsiteX5" fmla="*/ 31080 w 85517"/>
                  <a:gd name="connsiteY5" fmla="*/ 39540 h 205082"/>
                  <a:gd name="connsiteX6" fmla="*/ 31080 w 85517"/>
                  <a:gd name="connsiteY6" fmla="*/ 176970 h 205082"/>
                  <a:gd name="connsiteX7" fmla="*/ 23828 w 85517"/>
                  <a:gd name="connsiteY7" fmla="*/ 196689 h 205082"/>
                  <a:gd name="connsiteX8" fmla="*/ 2373 w 85517"/>
                  <a:gd name="connsiteY8" fmla="*/ 200633 h 205082"/>
                  <a:gd name="connsiteX9" fmla="*/ 2373 w 85517"/>
                  <a:gd name="connsiteY9" fmla="*/ 205184 h 205082"/>
                  <a:gd name="connsiteX10" fmla="*/ 85776 w 85517"/>
                  <a:gd name="connsiteY10" fmla="*/ 205184 h 205082"/>
                  <a:gd name="connsiteX11" fmla="*/ 85776 w 85517"/>
                  <a:gd name="connsiteY11" fmla="*/ 200633 h 205082"/>
                  <a:gd name="connsiteX12" fmla="*/ 57068 w 85517"/>
                  <a:gd name="connsiteY12" fmla="*/ 182734 h 205082"/>
                  <a:gd name="connsiteX13" fmla="*/ 57068 w 85517"/>
                  <a:gd name="connsiteY13" fmla="*/ 708 h 205082"/>
                  <a:gd name="connsiteX14" fmla="*/ 54651 w 85517"/>
                  <a:gd name="connsiteY14" fmla="*/ 10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517" h="205082">
                    <a:moveTo>
                      <a:pt x="54651" y="101"/>
                    </a:moveTo>
                    <a:lnTo>
                      <a:pt x="258" y="27708"/>
                    </a:lnTo>
                    <a:lnTo>
                      <a:pt x="258" y="31956"/>
                    </a:lnTo>
                    <a:cubicBezTo>
                      <a:pt x="3884" y="30439"/>
                      <a:pt x="7208" y="29225"/>
                      <a:pt x="8417" y="28618"/>
                    </a:cubicBezTo>
                    <a:cubicBezTo>
                      <a:pt x="13856" y="26495"/>
                      <a:pt x="18993" y="25281"/>
                      <a:pt x="22015" y="25281"/>
                    </a:cubicBezTo>
                    <a:cubicBezTo>
                      <a:pt x="28361" y="25281"/>
                      <a:pt x="31080" y="29832"/>
                      <a:pt x="31080" y="39540"/>
                    </a:cubicBezTo>
                    <a:lnTo>
                      <a:pt x="31080" y="176970"/>
                    </a:lnTo>
                    <a:cubicBezTo>
                      <a:pt x="31080" y="186981"/>
                      <a:pt x="28663" y="193959"/>
                      <a:pt x="23828" y="196689"/>
                    </a:cubicBezTo>
                    <a:cubicBezTo>
                      <a:pt x="19295" y="199419"/>
                      <a:pt x="15065" y="200330"/>
                      <a:pt x="2373" y="200633"/>
                    </a:cubicBezTo>
                    <a:lnTo>
                      <a:pt x="2373" y="205184"/>
                    </a:lnTo>
                    <a:lnTo>
                      <a:pt x="85776" y="205184"/>
                    </a:lnTo>
                    <a:lnTo>
                      <a:pt x="85776" y="200633"/>
                    </a:lnTo>
                    <a:cubicBezTo>
                      <a:pt x="61903" y="200330"/>
                      <a:pt x="57068" y="197296"/>
                      <a:pt x="57068" y="182734"/>
                    </a:cubicBezTo>
                    <a:lnTo>
                      <a:pt x="57068" y="708"/>
                    </a:lnTo>
                    <a:lnTo>
                      <a:pt x="54651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B084F3F1-0476-8303-3FF7-6C13A9B330CE}"/>
                  </a:ext>
                </a:extLst>
              </p:cNvPr>
              <p:cNvSpPr/>
              <p:nvPr>
                <p:custDataLst>
                  <p:tags r:id="rId107"/>
                </p:custDataLst>
              </p:nvPr>
            </p:nvSpPr>
            <p:spPr>
              <a:xfrm>
                <a:off x="10556185" y="5422688"/>
                <a:ext cx="117549" cy="209329"/>
              </a:xfrm>
              <a:custGeom>
                <a:avLst/>
                <a:gdLst>
                  <a:gd name="connsiteX0" fmla="*/ 70974 w 117549"/>
                  <a:gd name="connsiteY0" fmla="*/ 92631 h 209329"/>
                  <a:gd name="connsiteX1" fmla="*/ 111466 w 117549"/>
                  <a:gd name="connsiteY1" fmla="*/ 43181 h 209329"/>
                  <a:gd name="connsiteX2" fmla="*/ 59491 w 117549"/>
                  <a:gd name="connsiteY2" fmla="*/ 101 h 209329"/>
                  <a:gd name="connsiteX3" fmla="*/ 2076 w 117549"/>
                  <a:gd name="connsiteY3" fmla="*/ 48035 h 209329"/>
                  <a:gd name="connsiteX4" fmla="*/ 39547 w 117549"/>
                  <a:gd name="connsiteY4" fmla="*/ 104463 h 209329"/>
                  <a:gd name="connsiteX5" fmla="*/ 263 w 117549"/>
                  <a:gd name="connsiteY5" fmla="*/ 159374 h 209329"/>
                  <a:gd name="connsiteX6" fmla="*/ 58282 w 117549"/>
                  <a:gd name="connsiteY6" fmla="*/ 209431 h 209329"/>
                  <a:gd name="connsiteX7" fmla="*/ 117812 w 117549"/>
                  <a:gd name="connsiteY7" fmla="*/ 158160 h 209329"/>
                  <a:gd name="connsiteX8" fmla="*/ 70974 w 117549"/>
                  <a:gd name="connsiteY8" fmla="*/ 92631 h 209329"/>
                  <a:gd name="connsiteX9" fmla="*/ 65534 w 117549"/>
                  <a:gd name="connsiteY9" fmla="*/ 123879 h 209329"/>
                  <a:gd name="connsiteX10" fmla="*/ 94846 w 117549"/>
                  <a:gd name="connsiteY10" fmla="*/ 167565 h 209329"/>
                  <a:gd name="connsiteX11" fmla="*/ 61606 w 117549"/>
                  <a:gd name="connsiteY11" fmla="*/ 200936 h 209329"/>
                  <a:gd name="connsiteX12" fmla="*/ 23229 w 117549"/>
                  <a:gd name="connsiteY12" fmla="*/ 156947 h 209329"/>
                  <a:gd name="connsiteX13" fmla="*/ 47403 w 117549"/>
                  <a:gd name="connsiteY13" fmla="*/ 110530 h 209329"/>
                  <a:gd name="connsiteX14" fmla="*/ 65534 w 117549"/>
                  <a:gd name="connsiteY14" fmla="*/ 123879 h 209329"/>
                  <a:gd name="connsiteX15" fmla="*/ 62210 w 117549"/>
                  <a:gd name="connsiteY15" fmla="*/ 87170 h 209329"/>
                  <a:gd name="connsiteX16" fmla="*/ 24437 w 117549"/>
                  <a:gd name="connsiteY16" fmla="*/ 38630 h 209329"/>
                  <a:gd name="connsiteX17" fmla="*/ 57073 w 117549"/>
                  <a:gd name="connsiteY17" fmla="*/ 8596 h 209329"/>
                  <a:gd name="connsiteX18" fmla="*/ 90615 w 117549"/>
                  <a:gd name="connsiteY18" fmla="*/ 42877 h 209329"/>
                  <a:gd name="connsiteX19" fmla="*/ 64930 w 117549"/>
                  <a:gd name="connsiteY19" fmla="*/ 85350 h 209329"/>
                  <a:gd name="connsiteX20" fmla="*/ 62210 w 117549"/>
                  <a:gd name="connsiteY20" fmla="*/ 87170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7549" h="209329">
                    <a:moveTo>
                      <a:pt x="70974" y="92631"/>
                    </a:moveTo>
                    <a:cubicBezTo>
                      <a:pt x="100890" y="76552"/>
                      <a:pt x="111466" y="63810"/>
                      <a:pt x="111466" y="43181"/>
                    </a:cubicBezTo>
                    <a:cubicBezTo>
                      <a:pt x="111466" y="18304"/>
                      <a:pt x="89709" y="101"/>
                      <a:pt x="59491" y="101"/>
                    </a:cubicBezTo>
                    <a:cubicBezTo>
                      <a:pt x="26553" y="101"/>
                      <a:pt x="2076" y="20427"/>
                      <a:pt x="2076" y="48035"/>
                    </a:cubicBezTo>
                    <a:cubicBezTo>
                      <a:pt x="2076" y="67754"/>
                      <a:pt x="7817" y="76552"/>
                      <a:pt x="39547" y="104463"/>
                    </a:cubicBezTo>
                    <a:cubicBezTo>
                      <a:pt x="6911" y="129339"/>
                      <a:pt x="263" y="138744"/>
                      <a:pt x="263" y="159374"/>
                    </a:cubicBezTo>
                    <a:cubicBezTo>
                      <a:pt x="263" y="188801"/>
                      <a:pt x="24135" y="209431"/>
                      <a:pt x="58282" y="209431"/>
                    </a:cubicBezTo>
                    <a:cubicBezTo>
                      <a:pt x="94544" y="209431"/>
                      <a:pt x="117812" y="189408"/>
                      <a:pt x="117812" y="158160"/>
                    </a:cubicBezTo>
                    <a:cubicBezTo>
                      <a:pt x="117812" y="134800"/>
                      <a:pt x="107538" y="119935"/>
                      <a:pt x="70974" y="92631"/>
                    </a:cubicBezTo>
                    <a:close/>
                    <a:moveTo>
                      <a:pt x="65534" y="123879"/>
                    </a:moveTo>
                    <a:cubicBezTo>
                      <a:pt x="87594" y="139654"/>
                      <a:pt x="94846" y="150576"/>
                      <a:pt x="94846" y="167565"/>
                    </a:cubicBezTo>
                    <a:cubicBezTo>
                      <a:pt x="94846" y="187284"/>
                      <a:pt x="81248" y="200936"/>
                      <a:pt x="61606" y="200936"/>
                    </a:cubicBezTo>
                    <a:cubicBezTo>
                      <a:pt x="38640" y="200936"/>
                      <a:pt x="23229" y="183341"/>
                      <a:pt x="23229" y="156947"/>
                    </a:cubicBezTo>
                    <a:cubicBezTo>
                      <a:pt x="23229" y="137531"/>
                      <a:pt x="29877" y="124789"/>
                      <a:pt x="47403" y="110530"/>
                    </a:cubicBezTo>
                    <a:lnTo>
                      <a:pt x="65534" y="123879"/>
                    </a:lnTo>
                    <a:close/>
                    <a:moveTo>
                      <a:pt x="62210" y="87170"/>
                    </a:moveTo>
                    <a:cubicBezTo>
                      <a:pt x="35316" y="69574"/>
                      <a:pt x="24437" y="55619"/>
                      <a:pt x="24437" y="38630"/>
                    </a:cubicBezTo>
                    <a:cubicBezTo>
                      <a:pt x="24437" y="21034"/>
                      <a:pt x="38036" y="8596"/>
                      <a:pt x="57073" y="8596"/>
                    </a:cubicBezTo>
                    <a:cubicBezTo>
                      <a:pt x="77622" y="8596"/>
                      <a:pt x="90615" y="21944"/>
                      <a:pt x="90615" y="42877"/>
                    </a:cubicBezTo>
                    <a:cubicBezTo>
                      <a:pt x="90615" y="60170"/>
                      <a:pt x="82154" y="73822"/>
                      <a:pt x="64930" y="85350"/>
                    </a:cubicBezTo>
                    <a:cubicBezTo>
                      <a:pt x="63419" y="86260"/>
                      <a:pt x="63419" y="86260"/>
                      <a:pt x="62210" y="871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D052C41D-25C3-C193-0601-7D65DDEA903C}"/>
                  </a:ext>
                </a:extLst>
              </p:cNvPr>
              <p:cNvSpPr/>
              <p:nvPr>
                <p:custDataLst>
                  <p:tags r:id="rId108"/>
                </p:custDataLst>
              </p:nvPr>
            </p:nvSpPr>
            <p:spPr>
              <a:xfrm>
                <a:off x="10724463" y="5422688"/>
                <a:ext cx="85517" cy="205082"/>
              </a:xfrm>
              <a:custGeom>
                <a:avLst/>
                <a:gdLst>
                  <a:gd name="connsiteX0" fmla="*/ 54661 w 85517"/>
                  <a:gd name="connsiteY0" fmla="*/ 101 h 205082"/>
                  <a:gd name="connsiteX1" fmla="*/ 268 w 85517"/>
                  <a:gd name="connsiteY1" fmla="*/ 27708 h 205082"/>
                  <a:gd name="connsiteX2" fmla="*/ 268 w 85517"/>
                  <a:gd name="connsiteY2" fmla="*/ 31956 h 205082"/>
                  <a:gd name="connsiteX3" fmla="*/ 8427 w 85517"/>
                  <a:gd name="connsiteY3" fmla="*/ 28618 h 205082"/>
                  <a:gd name="connsiteX4" fmla="*/ 22025 w 85517"/>
                  <a:gd name="connsiteY4" fmla="*/ 25281 h 205082"/>
                  <a:gd name="connsiteX5" fmla="*/ 31090 w 85517"/>
                  <a:gd name="connsiteY5" fmla="*/ 39540 h 205082"/>
                  <a:gd name="connsiteX6" fmla="*/ 31090 w 85517"/>
                  <a:gd name="connsiteY6" fmla="*/ 176970 h 205082"/>
                  <a:gd name="connsiteX7" fmla="*/ 23838 w 85517"/>
                  <a:gd name="connsiteY7" fmla="*/ 196689 h 205082"/>
                  <a:gd name="connsiteX8" fmla="*/ 2383 w 85517"/>
                  <a:gd name="connsiteY8" fmla="*/ 200633 h 205082"/>
                  <a:gd name="connsiteX9" fmla="*/ 2383 w 85517"/>
                  <a:gd name="connsiteY9" fmla="*/ 205184 h 205082"/>
                  <a:gd name="connsiteX10" fmla="*/ 85785 w 85517"/>
                  <a:gd name="connsiteY10" fmla="*/ 205184 h 205082"/>
                  <a:gd name="connsiteX11" fmla="*/ 85785 w 85517"/>
                  <a:gd name="connsiteY11" fmla="*/ 200633 h 205082"/>
                  <a:gd name="connsiteX12" fmla="*/ 57078 w 85517"/>
                  <a:gd name="connsiteY12" fmla="*/ 182734 h 205082"/>
                  <a:gd name="connsiteX13" fmla="*/ 57078 w 85517"/>
                  <a:gd name="connsiteY13" fmla="*/ 708 h 205082"/>
                  <a:gd name="connsiteX14" fmla="*/ 54661 w 85517"/>
                  <a:gd name="connsiteY14" fmla="*/ 10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517" h="205082">
                    <a:moveTo>
                      <a:pt x="54661" y="101"/>
                    </a:moveTo>
                    <a:lnTo>
                      <a:pt x="268" y="27708"/>
                    </a:lnTo>
                    <a:lnTo>
                      <a:pt x="268" y="31956"/>
                    </a:lnTo>
                    <a:cubicBezTo>
                      <a:pt x="3894" y="30439"/>
                      <a:pt x="7218" y="29225"/>
                      <a:pt x="8427" y="28618"/>
                    </a:cubicBezTo>
                    <a:cubicBezTo>
                      <a:pt x="13866" y="26495"/>
                      <a:pt x="19003" y="25281"/>
                      <a:pt x="22025" y="25281"/>
                    </a:cubicBezTo>
                    <a:cubicBezTo>
                      <a:pt x="28371" y="25281"/>
                      <a:pt x="31090" y="29832"/>
                      <a:pt x="31090" y="39540"/>
                    </a:cubicBezTo>
                    <a:lnTo>
                      <a:pt x="31090" y="176970"/>
                    </a:lnTo>
                    <a:cubicBezTo>
                      <a:pt x="31090" y="186981"/>
                      <a:pt x="28673" y="193959"/>
                      <a:pt x="23838" y="196689"/>
                    </a:cubicBezTo>
                    <a:cubicBezTo>
                      <a:pt x="19305" y="199419"/>
                      <a:pt x="15075" y="200330"/>
                      <a:pt x="2383" y="200633"/>
                    </a:cubicBezTo>
                    <a:lnTo>
                      <a:pt x="2383" y="205184"/>
                    </a:lnTo>
                    <a:lnTo>
                      <a:pt x="85785" y="205184"/>
                    </a:lnTo>
                    <a:lnTo>
                      <a:pt x="85785" y="200633"/>
                    </a:lnTo>
                    <a:cubicBezTo>
                      <a:pt x="61913" y="200330"/>
                      <a:pt x="57078" y="197296"/>
                      <a:pt x="57078" y="182734"/>
                    </a:cubicBezTo>
                    <a:lnTo>
                      <a:pt x="57078" y="708"/>
                    </a:lnTo>
                    <a:lnTo>
                      <a:pt x="54661" y="10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4D6687BC-DFEE-A6EE-7C21-C378E821B39D}"/>
                  </a:ext>
                </a:extLst>
              </p:cNvPr>
              <p:cNvSpPr/>
              <p:nvPr>
                <p:custDataLst>
                  <p:tags r:id="rId109"/>
                </p:custDataLst>
              </p:nvPr>
            </p:nvSpPr>
            <p:spPr>
              <a:xfrm>
                <a:off x="10851645" y="5422688"/>
                <a:ext cx="129636" cy="211756"/>
              </a:xfrm>
              <a:custGeom>
                <a:avLst/>
                <a:gdLst>
                  <a:gd name="connsiteX0" fmla="*/ 9036 w 129636"/>
                  <a:gd name="connsiteY0" fmla="*/ 211858 h 211756"/>
                  <a:gd name="connsiteX1" fmla="*/ 80049 w 129636"/>
                  <a:gd name="connsiteY1" fmla="*/ 187284 h 211756"/>
                  <a:gd name="connsiteX2" fmla="*/ 129909 w 129636"/>
                  <a:gd name="connsiteY2" fmla="*/ 85653 h 211756"/>
                  <a:gd name="connsiteX3" fmla="*/ 63127 w 129636"/>
                  <a:gd name="connsiteY3" fmla="*/ 101 h 211756"/>
                  <a:gd name="connsiteX4" fmla="*/ 273 w 129636"/>
                  <a:gd name="connsiteY4" fmla="*/ 71698 h 211756"/>
                  <a:gd name="connsiteX5" fmla="*/ 54666 w 129636"/>
                  <a:gd name="connsiteY5" fmla="*/ 133283 h 211756"/>
                  <a:gd name="connsiteX6" fmla="*/ 99993 w 129636"/>
                  <a:gd name="connsiteY6" fmla="*/ 115991 h 211756"/>
                  <a:gd name="connsiteX7" fmla="*/ 8129 w 129636"/>
                  <a:gd name="connsiteY7" fmla="*/ 205790 h 211756"/>
                  <a:gd name="connsiteX8" fmla="*/ 9036 w 129636"/>
                  <a:gd name="connsiteY8" fmla="*/ 211858 h 211756"/>
                  <a:gd name="connsiteX9" fmla="*/ 100597 w 129636"/>
                  <a:gd name="connsiteY9" fmla="*/ 97485 h 211756"/>
                  <a:gd name="connsiteX10" fmla="*/ 96065 w 129636"/>
                  <a:gd name="connsiteY10" fmla="*/ 109013 h 211756"/>
                  <a:gd name="connsiteX11" fmla="*/ 65544 w 129636"/>
                  <a:gd name="connsiteY11" fmla="*/ 120238 h 211756"/>
                  <a:gd name="connsiteX12" fmla="*/ 28074 w 129636"/>
                  <a:gd name="connsiteY12" fmla="*/ 61383 h 211756"/>
                  <a:gd name="connsiteX13" fmla="*/ 39254 w 129636"/>
                  <a:gd name="connsiteY13" fmla="*/ 18000 h 211756"/>
                  <a:gd name="connsiteX14" fmla="*/ 60709 w 129636"/>
                  <a:gd name="connsiteY14" fmla="*/ 8596 h 211756"/>
                  <a:gd name="connsiteX15" fmla="*/ 100597 w 129636"/>
                  <a:gd name="connsiteY15" fmla="*/ 85653 h 211756"/>
                  <a:gd name="connsiteX16" fmla="*/ 100597 w 129636"/>
                  <a:gd name="connsiteY16" fmla="*/ 97485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9036" y="211858"/>
                    </a:moveTo>
                    <a:cubicBezTo>
                      <a:pt x="42881" y="207914"/>
                      <a:pt x="59501" y="202150"/>
                      <a:pt x="80049" y="187284"/>
                    </a:cubicBezTo>
                    <a:cubicBezTo>
                      <a:pt x="111476" y="164228"/>
                      <a:pt x="129909" y="126609"/>
                      <a:pt x="129909" y="85653"/>
                    </a:cubicBezTo>
                    <a:cubicBezTo>
                      <a:pt x="129909" y="35596"/>
                      <a:pt x="102108" y="101"/>
                      <a:pt x="63127" y="101"/>
                    </a:cubicBezTo>
                    <a:cubicBezTo>
                      <a:pt x="27167" y="101"/>
                      <a:pt x="273" y="30742"/>
                      <a:pt x="273" y="71698"/>
                    </a:cubicBezTo>
                    <a:cubicBezTo>
                      <a:pt x="273" y="108710"/>
                      <a:pt x="22030" y="133283"/>
                      <a:pt x="54666" y="133283"/>
                    </a:cubicBezTo>
                    <a:cubicBezTo>
                      <a:pt x="71286" y="133283"/>
                      <a:pt x="83977" y="128429"/>
                      <a:pt x="99993" y="115991"/>
                    </a:cubicBezTo>
                    <a:cubicBezTo>
                      <a:pt x="87604" y="165441"/>
                      <a:pt x="54061" y="197903"/>
                      <a:pt x="8129" y="205790"/>
                    </a:cubicBezTo>
                    <a:lnTo>
                      <a:pt x="9036" y="211858"/>
                    </a:lnTo>
                    <a:close/>
                    <a:moveTo>
                      <a:pt x="100597" y="97485"/>
                    </a:moveTo>
                    <a:cubicBezTo>
                      <a:pt x="100597" y="103552"/>
                      <a:pt x="99389" y="106283"/>
                      <a:pt x="96065" y="109013"/>
                    </a:cubicBezTo>
                    <a:cubicBezTo>
                      <a:pt x="87604" y="116294"/>
                      <a:pt x="76423" y="120238"/>
                      <a:pt x="65544" y="120238"/>
                    </a:cubicBezTo>
                    <a:cubicBezTo>
                      <a:pt x="42578" y="120238"/>
                      <a:pt x="28074" y="97485"/>
                      <a:pt x="28074" y="61383"/>
                    </a:cubicBezTo>
                    <a:cubicBezTo>
                      <a:pt x="28074" y="44091"/>
                      <a:pt x="32908" y="25888"/>
                      <a:pt x="39254" y="18000"/>
                    </a:cubicBezTo>
                    <a:cubicBezTo>
                      <a:pt x="44391" y="11933"/>
                      <a:pt x="51946" y="8596"/>
                      <a:pt x="60709" y="8596"/>
                    </a:cubicBezTo>
                    <a:cubicBezTo>
                      <a:pt x="86999" y="8596"/>
                      <a:pt x="100597" y="34686"/>
                      <a:pt x="100597" y="85653"/>
                    </a:cubicBezTo>
                    <a:lnTo>
                      <a:pt x="100597" y="97485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759552FC-9C28-B03D-CA8E-CFAE7D5B5A02}"/>
                  </a:ext>
                </a:extLst>
              </p:cNvPr>
              <p:cNvSpPr/>
              <p:nvPr>
                <p:custDataLst>
                  <p:tags r:id="rId110"/>
                </p:custDataLst>
              </p:nvPr>
            </p:nvSpPr>
            <p:spPr>
              <a:xfrm>
                <a:off x="11003303" y="5422688"/>
                <a:ext cx="134471" cy="205082"/>
              </a:xfrm>
              <a:custGeom>
                <a:avLst/>
                <a:gdLst>
                  <a:gd name="connsiteX0" fmla="*/ 134749 w 134471"/>
                  <a:gd name="connsiteY0" fmla="*/ 163621 h 205082"/>
                  <a:gd name="connsiteX1" fmla="*/ 130821 w 134471"/>
                  <a:gd name="connsiteY1" fmla="*/ 162104 h 205082"/>
                  <a:gd name="connsiteX2" fmla="*/ 102113 w 134471"/>
                  <a:gd name="connsiteY2" fmla="*/ 182127 h 205082"/>
                  <a:gd name="connsiteX3" fmla="*/ 29892 w 134471"/>
                  <a:gd name="connsiteY3" fmla="*/ 182127 h 205082"/>
                  <a:gd name="connsiteX4" fmla="*/ 80658 w 134471"/>
                  <a:gd name="connsiteY4" fmla="*/ 128733 h 205082"/>
                  <a:gd name="connsiteX5" fmla="*/ 119338 w 134471"/>
                  <a:gd name="connsiteY5" fmla="*/ 53799 h 205082"/>
                  <a:gd name="connsiteX6" fmla="*/ 63434 w 134471"/>
                  <a:gd name="connsiteY6" fmla="*/ 101 h 205082"/>
                  <a:gd name="connsiteX7" fmla="*/ 19920 w 134471"/>
                  <a:gd name="connsiteY7" fmla="*/ 18910 h 205082"/>
                  <a:gd name="connsiteX8" fmla="*/ 580 w 134471"/>
                  <a:gd name="connsiteY8" fmla="*/ 60473 h 205082"/>
                  <a:gd name="connsiteX9" fmla="*/ 6926 w 134471"/>
                  <a:gd name="connsiteY9" fmla="*/ 61990 h 205082"/>
                  <a:gd name="connsiteX10" fmla="*/ 50742 w 134471"/>
                  <a:gd name="connsiteY10" fmla="*/ 22551 h 205082"/>
                  <a:gd name="connsiteX11" fmla="*/ 93350 w 134471"/>
                  <a:gd name="connsiteY11" fmla="*/ 65327 h 205082"/>
                  <a:gd name="connsiteX12" fmla="*/ 54066 w 134471"/>
                  <a:gd name="connsiteY12" fmla="*/ 144205 h 205082"/>
                  <a:gd name="connsiteX13" fmla="*/ 278 w 134471"/>
                  <a:gd name="connsiteY13" fmla="*/ 201543 h 205082"/>
                  <a:gd name="connsiteX14" fmla="*/ 278 w 134471"/>
                  <a:gd name="connsiteY14" fmla="*/ 205184 h 205082"/>
                  <a:gd name="connsiteX15" fmla="*/ 118129 w 134471"/>
                  <a:gd name="connsiteY15" fmla="*/ 205184 h 205082"/>
                  <a:gd name="connsiteX16" fmla="*/ 134749 w 134471"/>
                  <a:gd name="connsiteY16" fmla="*/ 16362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749" y="163621"/>
                    </a:moveTo>
                    <a:lnTo>
                      <a:pt x="130821" y="162104"/>
                    </a:lnTo>
                    <a:cubicBezTo>
                      <a:pt x="119640" y="179397"/>
                      <a:pt x="115712" y="182127"/>
                      <a:pt x="102113" y="182127"/>
                    </a:cubicBezTo>
                    <a:lnTo>
                      <a:pt x="29892" y="182127"/>
                    </a:lnTo>
                    <a:lnTo>
                      <a:pt x="80658" y="128733"/>
                    </a:lnTo>
                    <a:cubicBezTo>
                      <a:pt x="107553" y="100519"/>
                      <a:pt x="119338" y="77462"/>
                      <a:pt x="119338" y="53799"/>
                    </a:cubicBezTo>
                    <a:cubicBezTo>
                      <a:pt x="119338" y="23461"/>
                      <a:pt x="94861" y="101"/>
                      <a:pt x="63434" y="101"/>
                    </a:cubicBezTo>
                    <a:cubicBezTo>
                      <a:pt x="46814" y="101"/>
                      <a:pt x="31100" y="6775"/>
                      <a:pt x="19920" y="18910"/>
                    </a:cubicBezTo>
                    <a:cubicBezTo>
                      <a:pt x="10250" y="29225"/>
                      <a:pt x="5717" y="38933"/>
                      <a:pt x="580" y="60473"/>
                    </a:cubicBezTo>
                    <a:lnTo>
                      <a:pt x="6926" y="61990"/>
                    </a:lnTo>
                    <a:cubicBezTo>
                      <a:pt x="19013" y="32259"/>
                      <a:pt x="29892" y="22551"/>
                      <a:pt x="50742" y="22551"/>
                    </a:cubicBezTo>
                    <a:cubicBezTo>
                      <a:pt x="76126" y="22551"/>
                      <a:pt x="93350" y="39843"/>
                      <a:pt x="93350" y="65327"/>
                    </a:cubicBezTo>
                    <a:cubicBezTo>
                      <a:pt x="93350" y="88990"/>
                      <a:pt x="79450" y="117204"/>
                      <a:pt x="54066" y="144205"/>
                    </a:cubicBezTo>
                    <a:lnTo>
                      <a:pt x="278" y="201543"/>
                    </a:lnTo>
                    <a:lnTo>
                      <a:pt x="278" y="205184"/>
                    </a:lnTo>
                    <a:lnTo>
                      <a:pt x="118129" y="205184"/>
                    </a:lnTo>
                    <a:lnTo>
                      <a:pt x="134749" y="16362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C7236B82-048D-23DF-2B1C-01E01AB03CFA}"/>
                  </a:ext>
                </a:extLst>
              </p:cNvPr>
              <p:cNvSpPr/>
              <p:nvPr>
                <p:custDataLst>
                  <p:tags r:id="rId111"/>
                </p:custDataLst>
              </p:nvPr>
            </p:nvSpPr>
            <p:spPr>
              <a:xfrm>
                <a:off x="11154961" y="5422688"/>
                <a:ext cx="129636" cy="211756"/>
              </a:xfrm>
              <a:custGeom>
                <a:avLst/>
                <a:gdLst>
                  <a:gd name="connsiteX0" fmla="*/ 9046 w 129636"/>
                  <a:gd name="connsiteY0" fmla="*/ 211858 h 211756"/>
                  <a:gd name="connsiteX1" fmla="*/ 80059 w 129636"/>
                  <a:gd name="connsiteY1" fmla="*/ 187284 h 211756"/>
                  <a:gd name="connsiteX2" fmla="*/ 129919 w 129636"/>
                  <a:gd name="connsiteY2" fmla="*/ 85653 h 211756"/>
                  <a:gd name="connsiteX3" fmla="*/ 63137 w 129636"/>
                  <a:gd name="connsiteY3" fmla="*/ 101 h 211756"/>
                  <a:gd name="connsiteX4" fmla="*/ 283 w 129636"/>
                  <a:gd name="connsiteY4" fmla="*/ 71698 h 211756"/>
                  <a:gd name="connsiteX5" fmla="*/ 54676 w 129636"/>
                  <a:gd name="connsiteY5" fmla="*/ 133283 h 211756"/>
                  <a:gd name="connsiteX6" fmla="*/ 100003 w 129636"/>
                  <a:gd name="connsiteY6" fmla="*/ 115991 h 211756"/>
                  <a:gd name="connsiteX7" fmla="*/ 8139 w 129636"/>
                  <a:gd name="connsiteY7" fmla="*/ 205790 h 211756"/>
                  <a:gd name="connsiteX8" fmla="*/ 9046 w 129636"/>
                  <a:gd name="connsiteY8" fmla="*/ 211858 h 211756"/>
                  <a:gd name="connsiteX9" fmla="*/ 100607 w 129636"/>
                  <a:gd name="connsiteY9" fmla="*/ 97485 h 211756"/>
                  <a:gd name="connsiteX10" fmla="*/ 96075 w 129636"/>
                  <a:gd name="connsiteY10" fmla="*/ 109013 h 211756"/>
                  <a:gd name="connsiteX11" fmla="*/ 65554 w 129636"/>
                  <a:gd name="connsiteY11" fmla="*/ 120238 h 211756"/>
                  <a:gd name="connsiteX12" fmla="*/ 28083 w 129636"/>
                  <a:gd name="connsiteY12" fmla="*/ 61383 h 211756"/>
                  <a:gd name="connsiteX13" fmla="*/ 39264 w 129636"/>
                  <a:gd name="connsiteY13" fmla="*/ 18000 h 211756"/>
                  <a:gd name="connsiteX14" fmla="*/ 60719 w 129636"/>
                  <a:gd name="connsiteY14" fmla="*/ 8596 h 211756"/>
                  <a:gd name="connsiteX15" fmla="*/ 100607 w 129636"/>
                  <a:gd name="connsiteY15" fmla="*/ 85653 h 211756"/>
                  <a:gd name="connsiteX16" fmla="*/ 100607 w 129636"/>
                  <a:gd name="connsiteY16" fmla="*/ 97485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9046" y="211858"/>
                    </a:moveTo>
                    <a:cubicBezTo>
                      <a:pt x="42890" y="207914"/>
                      <a:pt x="59511" y="202150"/>
                      <a:pt x="80059" y="187284"/>
                    </a:cubicBezTo>
                    <a:cubicBezTo>
                      <a:pt x="111486" y="164228"/>
                      <a:pt x="129919" y="126609"/>
                      <a:pt x="129919" y="85653"/>
                    </a:cubicBezTo>
                    <a:cubicBezTo>
                      <a:pt x="129919" y="35596"/>
                      <a:pt x="102118" y="101"/>
                      <a:pt x="63137" y="101"/>
                    </a:cubicBezTo>
                    <a:cubicBezTo>
                      <a:pt x="27177" y="101"/>
                      <a:pt x="283" y="30742"/>
                      <a:pt x="283" y="71698"/>
                    </a:cubicBezTo>
                    <a:cubicBezTo>
                      <a:pt x="283" y="108710"/>
                      <a:pt x="22040" y="133283"/>
                      <a:pt x="54676" y="133283"/>
                    </a:cubicBezTo>
                    <a:cubicBezTo>
                      <a:pt x="71296" y="133283"/>
                      <a:pt x="83987" y="128429"/>
                      <a:pt x="100003" y="115991"/>
                    </a:cubicBezTo>
                    <a:cubicBezTo>
                      <a:pt x="87614" y="165441"/>
                      <a:pt x="54071" y="197903"/>
                      <a:pt x="8139" y="205790"/>
                    </a:cubicBezTo>
                    <a:lnTo>
                      <a:pt x="9046" y="211858"/>
                    </a:lnTo>
                    <a:close/>
                    <a:moveTo>
                      <a:pt x="100607" y="97485"/>
                    </a:moveTo>
                    <a:cubicBezTo>
                      <a:pt x="100607" y="103552"/>
                      <a:pt x="99399" y="106283"/>
                      <a:pt x="96075" y="109013"/>
                    </a:cubicBezTo>
                    <a:cubicBezTo>
                      <a:pt x="87614" y="116294"/>
                      <a:pt x="76433" y="120238"/>
                      <a:pt x="65554" y="120238"/>
                    </a:cubicBezTo>
                    <a:cubicBezTo>
                      <a:pt x="42588" y="120238"/>
                      <a:pt x="28083" y="97485"/>
                      <a:pt x="28083" y="61383"/>
                    </a:cubicBezTo>
                    <a:cubicBezTo>
                      <a:pt x="28083" y="44091"/>
                      <a:pt x="32918" y="25888"/>
                      <a:pt x="39264" y="18000"/>
                    </a:cubicBezTo>
                    <a:cubicBezTo>
                      <a:pt x="44401" y="11933"/>
                      <a:pt x="51956" y="8596"/>
                      <a:pt x="60719" y="8596"/>
                    </a:cubicBezTo>
                    <a:cubicBezTo>
                      <a:pt x="87009" y="8596"/>
                      <a:pt x="100607" y="34686"/>
                      <a:pt x="100607" y="85653"/>
                    </a:cubicBezTo>
                    <a:lnTo>
                      <a:pt x="100607" y="97485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C5C020B-C90B-E24A-5AD7-43215F51DD85}"/>
                  </a:ext>
                </a:extLst>
              </p:cNvPr>
              <p:cNvSpPr/>
              <p:nvPr>
                <p:custDataLst>
                  <p:tags r:id="rId112"/>
                </p:custDataLst>
              </p:nvPr>
            </p:nvSpPr>
            <p:spPr>
              <a:xfrm>
                <a:off x="11558089" y="5371980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7FD9F3C8-3D84-4030-6E25-781A34C73DE7}"/>
                  </a:ext>
                </a:extLst>
              </p:cNvPr>
              <p:cNvSpPr/>
              <p:nvPr>
                <p:custDataLst>
                  <p:tags r:id="rId113"/>
                </p:custDataLst>
              </p:nvPr>
            </p:nvSpPr>
            <p:spPr>
              <a:xfrm>
                <a:off x="4875533" y="5737397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0 h 12180"/>
                  <a:gd name="connsiteX3" fmla="*/ 0 w 6694687"/>
                  <a:gd name="connsiteY3" fmla="*/ 12180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0"/>
                    </a:lnTo>
                    <a:lnTo>
                      <a:pt x="0" y="1218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BD78623A-B59C-2C9E-311D-9A5C346A9781}"/>
                  </a:ext>
                </a:extLst>
              </p:cNvPr>
              <p:cNvSpPr/>
              <p:nvPr>
                <p:custDataLst>
                  <p:tags r:id="rId114"/>
                </p:custDataLst>
              </p:nvPr>
            </p:nvSpPr>
            <p:spPr>
              <a:xfrm>
                <a:off x="4875533" y="5749578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7DF62A26-A684-E482-41FF-E0E08A5CEEB8}"/>
                  </a:ext>
                </a:extLst>
              </p:cNvPr>
              <p:cNvSpPr/>
              <p:nvPr>
                <p:custDataLst>
                  <p:tags r:id="rId115"/>
                </p:custDataLst>
              </p:nvPr>
            </p:nvSpPr>
            <p:spPr>
              <a:xfrm>
                <a:off x="5458770" y="5800286"/>
                <a:ext cx="136586" cy="209329"/>
              </a:xfrm>
              <a:custGeom>
                <a:avLst/>
                <a:gdLst>
                  <a:gd name="connsiteX0" fmla="*/ 69598 w 136586"/>
                  <a:gd name="connsiteY0" fmla="*/ 113 h 209329"/>
                  <a:gd name="connsiteX1" fmla="*/ 29105 w 136586"/>
                  <a:gd name="connsiteY1" fmla="*/ 15889 h 209329"/>
                  <a:gd name="connsiteX2" fmla="*/ 96 w 136586"/>
                  <a:gd name="connsiteY2" fmla="*/ 103261 h 209329"/>
                  <a:gd name="connsiteX3" fmla="*/ 24270 w 136586"/>
                  <a:gd name="connsiteY3" fmla="*/ 188814 h 209329"/>
                  <a:gd name="connsiteX4" fmla="*/ 68389 w 136586"/>
                  <a:gd name="connsiteY4" fmla="*/ 209443 h 209329"/>
                  <a:gd name="connsiteX5" fmla="*/ 107673 w 136586"/>
                  <a:gd name="connsiteY5" fmla="*/ 193668 h 209329"/>
                  <a:gd name="connsiteX6" fmla="*/ 136682 w 136586"/>
                  <a:gd name="connsiteY6" fmla="*/ 105082 h 209329"/>
                  <a:gd name="connsiteX7" fmla="*/ 69598 w 136586"/>
                  <a:gd name="connsiteY7" fmla="*/ 113 h 209329"/>
                  <a:gd name="connsiteX8" fmla="*/ 68691 w 136586"/>
                  <a:gd name="connsiteY8" fmla="*/ 8001 h 209329"/>
                  <a:gd name="connsiteX9" fmla="*/ 107673 w 136586"/>
                  <a:gd name="connsiteY9" fmla="*/ 105688 h 209329"/>
                  <a:gd name="connsiteX10" fmla="*/ 68389 w 136586"/>
                  <a:gd name="connsiteY10" fmla="*/ 201555 h 209329"/>
                  <a:gd name="connsiteX11" fmla="*/ 29105 w 136586"/>
                  <a:gd name="connsiteY11" fmla="*/ 105992 h 209329"/>
                  <a:gd name="connsiteX12" fmla="*/ 68691 w 136586"/>
                  <a:gd name="connsiteY12" fmla="*/ 8001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598" y="113"/>
                    </a:moveTo>
                    <a:cubicBezTo>
                      <a:pt x="52978" y="113"/>
                      <a:pt x="40286" y="5271"/>
                      <a:pt x="29105" y="15889"/>
                    </a:cubicBezTo>
                    <a:cubicBezTo>
                      <a:pt x="11579" y="32878"/>
                      <a:pt x="96" y="67766"/>
                      <a:pt x="96" y="103261"/>
                    </a:cubicBezTo>
                    <a:cubicBezTo>
                      <a:pt x="96" y="136329"/>
                      <a:pt x="10068" y="171825"/>
                      <a:pt x="24270" y="188814"/>
                    </a:cubicBezTo>
                    <a:cubicBezTo>
                      <a:pt x="35451" y="202162"/>
                      <a:pt x="50862" y="209443"/>
                      <a:pt x="68389" y="209443"/>
                    </a:cubicBezTo>
                    <a:cubicBezTo>
                      <a:pt x="83800" y="209443"/>
                      <a:pt x="96794" y="204286"/>
                      <a:pt x="107673" y="193668"/>
                    </a:cubicBezTo>
                    <a:cubicBezTo>
                      <a:pt x="125199" y="176982"/>
                      <a:pt x="136682" y="141790"/>
                      <a:pt x="136682" y="105082"/>
                    </a:cubicBezTo>
                    <a:cubicBezTo>
                      <a:pt x="136682" y="42889"/>
                      <a:pt x="109184" y="113"/>
                      <a:pt x="69598" y="113"/>
                    </a:cubicBezTo>
                    <a:close/>
                    <a:moveTo>
                      <a:pt x="68691" y="8001"/>
                    </a:moveTo>
                    <a:cubicBezTo>
                      <a:pt x="94075" y="8001"/>
                      <a:pt x="107673" y="42283"/>
                      <a:pt x="107673" y="105688"/>
                    </a:cubicBezTo>
                    <a:cubicBezTo>
                      <a:pt x="107673" y="169094"/>
                      <a:pt x="94377" y="201555"/>
                      <a:pt x="68389" y="201555"/>
                    </a:cubicBezTo>
                    <a:cubicBezTo>
                      <a:pt x="42401" y="201555"/>
                      <a:pt x="29105" y="169094"/>
                      <a:pt x="29105" y="105992"/>
                    </a:cubicBezTo>
                    <a:cubicBezTo>
                      <a:pt x="29105" y="41676"/>
                      <a:pt x="42703" y="8001"/>
                      <a:pt x="68691" y="80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43E15210-256D-56FF-BA8A-C22B54B38D47}"/>
                  </a:ext>
                </a:extLst>
              </p:cNvPr>
              <p:cNvSpPr/>
              <p:nvPr>
                <p:custDataLst>
                  <p:tags r:id="rId116"/>
                </p:custDataLst>
              </p:nvPr>
            </p:nvSpPr>
            <p:spPr>
              <a:xfrm>
                <a:off x="5624328" y="5975031"/>
                <a:ext cx="33542" cy="33674"/>
              </a:xfrm>
              <a:custGeom>
                <a:avLst/>
                <a:gdLst>
                  <a:gd name="connsiteX0" fmla="*/ 16721 w 33542"/>
                  <a:gd name="connsiteY0" fmla="*/ 113 h 33674"/>
                  <a:gd name="connsiteX1" fmla="*/ 101 w 33542"/>
                  <a:gd name="connsiteY1" fmla="*/ 17406 h 33674"/>
                  <a:gd name="connsiteX2" fmla="*/ 16419 w 33542"/>
                  <a:gd name="connsiteY2" fmla="*/ 33788 h 33674"/>
                  <a:gd name="connsiteX3" fmla="*/ 33643 w 33542"/>
                  <a:gd name="connsiteY3" fmla="*/ 17406 h 33674"/>
                  <a:gd name="connsiteX4" fmla="*/ 16721 w 33542"/>
                  <a:gd name="connsiteY4" fmla="*/ 113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21" y="113"/>
                    </a:moveTo>
                    <a:cubicBezTo>
                      <a:pt x="7655" y="113"/>
                      <a:pt x="101" y="8001"/>
                      <a:pt x="101" y="17406"/>
                    </a:cubicBezTo>
                    <a:cubicBezTo>
                      <a:pt x="101" y="26204"/>
                      <a:pt x="7655" y="33788"/>
                      <a:pt x="16419" y="33788"/>
                    </a:cubicBezTo>
                    <a:cubicBezTo>
                      <a:pt x="25786" y="33788"/>
                      <a:pt x="33643" y="26204"/>
                      <a:pt x="33643" y="17406"/>
                    </a:cubicBezTo>
                    <a:cubicBezTo>
                      <a:pt x="33643" y="8001"/>
                      <a:pt x="25786" y="113"/>
                      <a:pt x="16721" y="1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60C9D570-15A3-2E91-5A60-A298FD395F0C}"/>
                  </a:ext>
                </a:extLst>
              </p:cNvPr>
              <p:cNvSpPr/>
              <p:nvPr>
                <p:custDataLst>
                  <p:tags r:id="rId117"/>
                </p:custDataLst>
              </p:nvPr>
            </p:nvSpPr>
            <p:spPr>
              <a:xfrm>
                <a:off x="5691998" y="5800286"/>
                <a:ext cx="117549" cy="209329"/>
              </a:xfrm>
              <a:custGeom>
                <a:avLst/>
                <a:gdLst>
                  <a:gd name="connsiteX0" fmla="*/ 33343 w 117549"/>
                  <a:gd name="connsiteY0" fmla="*/ 105082 h 209329"/>
                  <a:gd name="connsiteX1" fmla="*/ 65375 w 117549"/>
                  <a:gd name="connsiteY1" fmla="*/ 108419 h 209329"/>
                  <a:gd name="connsiteX2" fmla="*/ 95895 w 117549"/>
                  <a:gd name="connsiteY2" fmla="*/ 153319 h 209329"/>
                  <a:gd name="connsiteX3" fmla="*/ 56309 w 117549"/>
                  <a:gd name="connsiteY3" fmla="*/ 198522 h 209329"/>
                  <a:gd name="connsiteX4" fmla="*/ 30926 w 117549"/>
                  <a:gd name="connsiteY4" fmla="*/ 189117 h 209329"/>
                  <a:gd name="connsiteX5" fmla="*/ 11586 w 117549"/>
                  <a:gd name="connsiteY5" fmla="*/ 181533 h 209329"/>
                  <a:gd name="connsiteX6" fmla="*/ 103 w 117549"/>
                  <a:gd name="connsiteY6" fmla="*/ 192151 h 209329"/>
                  <a:gd name="connsiteX7" fmla="*/ 34250 w 117549"/>
                  <a:gd name="connsiteY7" fmla="*/ 209443 h 209329"/>
                  <a:gd name="connsiteX8" fmla="*/ 95593 w 117549"/>
                  <a:gd name="connsiteY8" fmla="*/ 189117 h 209329"/>
                  <a:gd name="connsiteX9" fmla="*/ 117652 w 117549"/>
                  <a:gd name="connsiteY9" fmla="*/ 138756 h 209329"/>
                  <a:gd name="connsiteX10" fmla="*/ 104054 w 117549"/>
                  <a:gd name="connsiteY10" fmla="*/ 99621 h 209329"/>
                  <a:gd name="connsiteX11" fmla="*/ 78973 w 117549"/>
                  <a:gd name="connsiteY11" fmla="*/ 83542 h 209329"/>
                  <a:gd name="connsiteX12" fmla="*/ 107378 w 117549"/>
                  <a:gd name="connsiteY12" fmla="*/ 41676 h 209329"/>
                  <a:gd name="connsiteX13" fmla="*/ 60238 w 117549"/>
                  <a:gd name="connsiteY13" fmla="*/ 113 h 209329"/>
                  <a:gd name="connsiteX14" fmla="*/ 20954 w 117549"/>
                  <a:gd name="connsiteY14" fmla="*/ 14979 h 209329"/>
                  <a:gd name="connsiteX15" fmla="*/ 707 w 117549"/>
                  <a:gd name="connsiteY15" fmla="*/ 49260 h 209329"/>
                  <a:gd name="connsiteX16" fmla="*/ 5240 w 117549"/>
                  <a:gd name="connsiteY16" fmla="*/ 50474 h 209329"/>
                  <a:gd name="connsiteX17" fmla="*/ 50265 w 117549"/>
                  <a:gd name="connsiteY17" fmla="*/ 18316 h 209329"/>
                  <a:gd name="connsiteX18" fmla="*/ 83506 w 117549"/>
                  <a:gd name="connsiteY18" fmla="*/ 50777 h 209329"/>
                  <a:gd name="connsiteX19" fmla="*/ 71418 w 117549"/>
                  <a:gd name="connsiteY19" fmla="*/ 80205 h 209329"/>
                  <a:gd name="connsiteX20" fmla="*/ 33343 w 117549"/>
                  <a:gd name="connsiteY20" fmla="*/ 101138 h 209329"/>
                  <a:gd name="connsiteX21" fmla="*/ 33343 w 117549"/>
                  <a:gd name="connsiteY21" fmla="*/ 105082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343" y="105082"/>
                    </a:moveTo>
                    <a:cubicBezTo>
                      <a:pt x="51172" y="105082"/>
                      <a:pt x="58122" y="105688"/>
                      <a:pt x="65375" y="108419"/>
                    </a:cubicBezTo>
                    <a:cubicBezTo>
                      <a:pt x="84110" y="115093"/>
                      <a:pt x="95895" y="132386"/>
                      <a:pt x="95895" y="153319"/>
                    </a:cubicBezTo>
                    <a:cubicBezTo>
                      <a:pt x="95895" y="178802"/>
                      <a:pt x="78671" y="198522"/>
                      <a:pt x="56309" y="198522"/>
                    </a:cubicBezTo>
                    <a:cubicBezTo>
                      <a:pt x="48150" y="198522"/>
                      <a:pt x="42107" y="196398"/>
                      <a:pt x="30926" y="189117"/>
                    </a:cubicBezTo>
                    <a:cubicBezTo>
                      <a:pt x="21860" y="183656"/>
                      <a:pt x="16723" y="181533"/>
                      <a:pt x="11586" y="181533"/>
                    </a:cubicBezTo>
                    <a:cubicBezTo>
                      <a:pt x="4636" y="181533"/>
                      <a:pt x="103" y="185780"/>
                      <a:pt x="103" y="192151"/>
                    </a:cubicBezTo>
                    <a:cubicBezTo>
                      <a:pt x="103" y="202769"/>
                      <a:pt x="13097" y="209443"/>
                      <a:pt x="34250" y="209443"/>
                    </a:cubicBezTo>
                    <a:cubicBezTo>
                      <a:pt x="57518" y="209443"/>
                      <a:pt x="81390" y="201555"/>
                      <a:pt x="95593" y="189117"/>
                    </a:cubicBezTo>
                    <a:cubicBezTo>
                      <a:pt x="109796" y="176679"/>
                      <a:pt x="117652" y="159083"/>
                      <a:pt x="117652" y="138756"/>
                    </a:cubicBezTo>
                    <a:cubicBezTo>
                      <a:pt x="117652" y="123284"/>
                      <a:pt x="112817" y="109026"/>
                      <a:pt x="104054" y="99621"/>
                    </a:cubicBezTo>
                    <a:cubicBezTo>
                      <a:pt x="98010" y="92947"/>
                      <a:pt x="92269" y="89306"/>
                      <a:pt x="78973" y="83542"/>
                    </a:cubicBezTo>
                    <a:cubicBezTo>
                      <a:pt x="99824" y="69283"/>
                      <a:pt x="107378" y="58058"/>
                      <a:pt x="107378" y="41676"/>
                    </a:cubicBezTo>
                    <a:cubicBezTo>
                      <a:pt x="107378" y="17102"/>
                      <a:pt x="88038" y="113"/>
                      <a:pt x="60238" y="113"/>
                    </a:cubicBezTo>
                    <a:cubicBezTo>
                      <a:pt x="45128" y="113"/>
                      <a:pt x="31832" y="5271"/>
                      <a:pt x="20954" y="14979"/>
                    </a:cubicBezTo>
                    <a:cubicBezTo>
                      <a:pt x="11888" y="23170"/>
                      <a:pt x="7355" y="31058"/>
                      <a:pt x="707" y="49260"/>
                    </a:cubicBezTo>
                    <a:lnTo>
                      <a:pt x="5240" y="50474"/>
                    </a:lnTo>
                    <a:cubicBezTo>
                      <a:pt x="17630" y="28327"/>
                      <a:pt x="31228" y="18316"/>
                      <a:pt x="50265" y="18316"/>
                    </a:cubicBezTo>
                    <a:cubicBezTo>
                      <a:pt x="69907" y="18316"/>
                      <a:pt x="83506" y="31665"/>
                      <a:pt x="83506" y="50777"/>
                    </a:cubicBezTo>
                    <a:cubicBezTo>
                      <a:pt x="83506" y="61699"/>
                      <a:pt x="78973" y="72620"/>
                      <a:pt x="71418" y="80205"/>
                    </a:cubicBezTo>
                    <a:cubicBezTo>
                      <a:pt x="62353" y="89306"/>
                      <a:pt x="53892" y="93857"/>
                      <a:pt x="33343" y="101138"/>
                    </a:cubicBezTo>
                    <a:lnTo>
                      <a:pt x="33343" y="105082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9182C0D1-B69F-1228-5CC1-D4FD0BDD7182}"/>
                  </a:ext>
                </a:extLst>
              </p:cNvPr>
              <p:cNvSpPr/>
              <p:nvPr>
                <p:custDataLst>
                  <p:tags r:id="rId118"/>
                </p:custDataLst>
              </p:nvPr>
            </p:nvSpPr>
            <p:spPr>
              <a:xfrm>
                <a:off x="5839728" y="5800286"/>
                <a:ext cx="134471" cy="205082"/>
              </a:xfrm>
              <a:custGeom>
                <a:avLst/>
                <a:gdLst>
                  <a:gd name="connsiteX0" fmla="*/ 134580 w 134471"/>
                  <a:gd name="connsiteY0" fmla="*/ 163633 h 205082"/>
                  <a:gd name="connsiteX1" fmla="*/ 130651 w 134471"/>
                  <a:gd name="connsiteY1" fmla="*/ 162116 h 205082"/>
                  <a:gd name="connsiteX2" fmla="*/ 101944 w 134471"/>
                  <a:gd name="connsiteY2" fmla="*/ 182139 h 205082"/>
                  <a:gd name="connsiteX3" fmla="*/ 29722 w 134471"/>
                  <a:gd name="connsiteY3" fmla="*/ 182139 h 205082"/>
                  <a:gd name="connsiteX4" fmla="*/ 80489 w 134471"/>
                  <a:gd name="connsiteY4" fmla="*/ 128745 h 205082"/>
                  <a:gd name="connsiteX5" fmla="*/ 119168 w 134471"/>
                  <a:gd name="connsiteY5" fmla="*/ 53811 h 205082"/>
                  <a:gd name="connsiteX6" fmla="*/ 63264 w 134471"/>
                  <a:gd name="connsiteY6" fmla="*/ 113 h 205082"/>
                  <a:gd name="connsiteX7" fmla="*/ 19750 w 134471"/>
                  <a:gd name="connsiteY7" fmla="*/ 18923 h 205082"/>
                  <a:gd name="connsiteX8" fmla="*/ 410 w 134471"/>
                  <a:gd name="connsiteY8" fmla="*/ 60485 h 205082"/>
                  <a:gd name="connsiteX9" fmla="*/ 6756 w 134471"/>
                  <a:gd name="connsiteY9" fmla="*/ 62002 h 205082"/>
                  <a:gd name="connsiteX10" fmla="*/ 50573 w 134471"/>
                  <a:gd name="connsiteY10" fmla="*/ 22563 h 205082"/>
                  <a:gd name="connsiteX11" fmla="*/ 93180 w 134471"/>
                  <a:gd name="connsiteY11" fmla="*/ 65339 h 205082"/>
                  <a:gd name="connsiteX12" fmla="*/ 53897 w 134471"/>
                  <a:gd name="connsiteY12" fmla="*/ 144217 h 205082"/>
                  <a:gd name="connsiteX13" fmla="*/ 108 w 134471"/>
                  <a:gd name="connsiteY13" fmla="*/ 201555 h 205082"/>
                  <a:gd name="connsiteX14" fmla="*/ 108 w 134471"/>
                  <a:gd name="connsiteY14" fmla="*/ 205196 h 205082"/>
                  <a:gd name="connsiteX15" fmla="*/ 117959 w 134471"/>
                  <a:gd name="connsiteY15" fmla="*/ 205196 h 205082"/>
                  <a:gd name="connsiteX16" fmla="*/ 134580 w 134471"/>
                  <a:gd name="connsiteY16" fmla="*/ 163633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580" y="163633"/>
                    </a:moveTo>
                    <a:lnTo>
                      <a:pt x="130651" y="162116"/>
                    </a:lnTo>
                    <a:cubicBezTo>
                      <a:pt x="119470" y="179409"/>
                      <a:pt x="115542" y="182139"/>
                      <a:pt x="101944" y="182139"/>
                    </a:cubicBezTo>
                    <a:lnTo>
                      <a:pt x="29722" y="182139"/>
                    </a:lnTo>
                    <a:lnTo>
                      <a:pt x="80489" y="128745"/>
                    </a:lnTo>
                    <a:cubicBezTo>
                      <a:pt x="107383" y="100531"/>
                      <a:pt x="119168" y="77474"/>
                      <a:pt x="119168" y="53811"/>
                    </a:cubicBezTo>
                    <a:cubicBezTo>
                      <a:pt x="119168" y="23473"/>
                      <a:pt x="94691" y="113"/>
                      <a:pt x="63264" y="113"/>
                    </a:cubicBezTo>
                    <a:cubicBezTo>
                      <a:pt x="46644" y="113"/>
                      <a:pt x="30931" y="6788"/>
                      <a:pt x="19750" y="18923"/>
                    </a:cubicBezTo>
                    <a:cubicBezTo>
                      <a:pt x="10080" y="29238"/>
                      <a:pt x="5547" y="38946"/>
                      <a:pt x="410" y="60485"/>
                    </a:cubicBezTo>
                    <a:lnTo>
                      <a:pt x="6756" y="62002"/>
                    </a:lnTo>
                    <a:cubicBezTo>
                      <a:pt x="18843" y="32271"/>
                      <a:pt x="29722" y="22563"/>
                      <a:pt x="50573" y="22563"/>
                    </a:cubicBezTo>
                    <a:cubicBezTo>
                      <a:pt x="75956" y="22563"/>
                      <a:pt x="93180" y="39856"/>
                      <a:pt x="93180" y="65339"/>
                    </a:cubicBezTo>
                    <a:cubicBezTo>
                      <a:pt x="93180" y="89003"/>
                      <a:pt x="79280" y="117217"/>
                      <a:pt x="53897" y="144217"/>
                    </a:cubicBezTo>
                    <a:lnTo>
                      <a:pt x="108" y="201555"/>
                    </a:lnTo>
                    <a:lnTo>
                      <a:pt x="108" y="205196"/>
                    </a:lnTo>
                    <a:lnTo>
                      <a:pt x="117959" y="205196"/>
                    </a:lnTo>
                    <a:lnTo>
                      <a:pt x="134580" y="16363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730F9315-26F0-0698-DFE9-18E8968150DB}"/>
                  </a:ext>
                </a:extLst>
              </p:cNvPr>
              <p:cNvSpPr/>
              <p:nvPr>
                <p:custDataLst>
                  <p:tags r:id="rId119"/>
                </p:custDataLst>
              </p:nvPr>
            </p:nvSpPr>
            <p:spPr>
              <a:xfrm>
                <a:off x="6546172" y="5749578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2B0257B0-70B4-BE83-BFCB-27CF0513A407}"/>
                  </a:ext>
                </a:extLst>
              </p:cNvPr>
              <p:cNvSpPr/>
              <p:nvPr>
                <p:custDataLst>
                  <p:tags r:id="rId120"/>
                </p:custDataLst>
              </p:nvPr>
            </p:nvSpPr>
            <p:spPr>
              <a:xfrm>
                <a:off x="6852382" y="5800286"/>
                <a:ext cx="85517" cy="205082"/>
              </a:xfrm>
              <a:custGeom>
                <a:avLst/>
                <a:gdLst>
                  <a:gd name="connsiteX0" fmla="*/ 54533 w 85517"/>
                  <a:gd name="connsiteY0" fmla="*/ 113 h 205082"/>
                  <a:gd name="connsiteX1" fmla="*/ 141 w 85517"/>
                  <a:gd name="connsiteY1" fmla="*/ 27721 h 205082"/>
                  <a:gd name="connsiteX2" fmla="*/ 141 w 85517"/>
                  <a:gd name="connsiteY2" fmla="*/ 31968 h 205082"/>
                  <a:gd name="connsiteX3" fmla="*/ 8299 w 85517"/>
                  <a:gd name="connsiteY3" fmla="*/ 28631 h 205082"/>
                  <a:gd name="connsiteX4" fmla="*/ 21898 w 85517"/>
                  <a:gd name="connsiteY4" fmla="*/ 25294 h 205082"/>
                  <a:gd name="connsiteX5" fmla="*/ 30963 w 85517"/>
                  <a:gd name="connsiteY5" fmla="*/ 39552 h 205082"/>
                  <a:gd name="connsiteX6" fmla="*/ 30963 w 85517"/>
                  <a:gd name="connsiteY6" fmla="*/ 176982 h 205082"/>
                  <a:gd name="connsiteX7" fmla="*/ 23711 w 85517"/>
                  <a:gd name="connsiteY7" fmla="*/ 196701 h 205082"/>
                  <a:gd name="connsiteX8" fmla="*/ 2256 w 85517"/>
                  <a:gd name="connsiteY8" fmla="*/ 200645 h 205082"/>
                  <a:gd name="connsiteX9" fmla="*/ 2256 w 85517"/>
                  <a:gd name="connsiteY9" fmla="*/ 205196 h 205082"/>
                  <a:gd name="connsiteX10" fmla="*/ 85658 w 85517"/>
                  <a:gd name="connsiteY10" fmla="*/ 205196 h 205082"/>
                  <a:gd name="connsiteX11" fmla="*/ 85658 w 85517"/>
                  <a:gd name="connsiteY11" fmla="*/ 200645 h 205082"/>
                  <a:gd name="connsiteX12" fmla="*/ 56951 w 85517"/>
                  <a:gd name="connsiteY12" fmla="*/ 182746 h 205082"/>
                  <a:gd name="connsiteX13" fmla="*/ 56951 w 85517"/>
                  <a:gd name="connsiteY13" fmla="*/ 720 h 205082"/>
                  <a:gd name="connsiteX14" fmla="*/ 54533 w 85517"/>
                  <a:gd name="connsiteY14" fmla="*/ 113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517" h="205082">
                    <a:moveTo>
                      <a:pt x="54533" y="113"/>
                    </a:moveTo>
                    <a:lnTo>
                      <a:pt x="141" y="27721"/>
                    </a:lnTo>
                    <a:lnTo>
                      <a:pt x="141" y="31968"/>
                    </a:lnTo>
                    <a:cubicBezTo>
                      <a:pt x="3767" y="30451"/>
                      <a:pt x="7091" y="29238"/>
                      <a:pt x="8299" y="28631"/>
                    </a:cubicBezTo>
                    <a:cubicBezTo>
                      <a:pt x="13739" y="26507"/>
                      <a:pt x="18876" y="25294"/>
                      <a:pt x="21898" y="25294"/>
                    </a:cubicBezTo>
                    <a:cubicBezTo>
                      <a:pt x="28244" y="25294"/>
                      <a:pt x="30963" y="29844"/>
                      <a:pt x="30963" y="39552"/>
                    </a:cubicBezTo>
                    <a:lnTo>
                      <a:pt x="30963" y="176982"/>
                    </a:lnTo>
                    <a:cubicBezTo>
                      <a:pt x="30963" y="186993"/>
                      <a:pt x="28546" y="193971"/>
                      <a:pt x="23711" y="196701"/>
                    </a:cubicBezTo>
                    <a:cubicBezTo>
                      <a:pt x="19178" y="199432"/>
                      <a:pt x="14947" y="200342"/>
                      <a:pt x="2256" y="200645"/>
                    </a:cubicBezTo>
                    <a:lnTo>
                      <a:pt x="2256" y="205196"/>
                    </a:lnTo>
                    <a:lnTo>
                      <a:pt x="85658" y="205196"/>
                    </a:lnTo>
                    <a:lnTo>
                      <a:pt x="85658" y="200645"/>
                    </a:lnTo>
                    <a:cubicBezTo>
                      <a:pt x="61786" y="200342"/>
                      <a:pt x="56951" y="197308"/>
                      <a:pt x="56951" y="182746"/>
                    </a:cubicBezTo>
                    <a:lnTo>
                      <a:pt x="56951" y="720"/>
                    </a:lnTo>
                    <a:lnTo>
                      <a:pt x="54533" y="11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E900B9D3-D31A-E44F-2206-1BBD6D7F2A72}"/>
                  </a:ext>
                </a:extLst>
              </p:cNvPr>
              <p:cNvSpPr/>
              <p:nvPr>
                <p:custDataLst>
                  <p:tags r:id="rId121"/>
                </p:custDataLst>
              </p:nvPr>
            </p:nvSpPr>
            <p:spPr>
              <a:xfrm>
                <a:off x="6991651" y="5975031"/>
                <a:ext cx="33542" cy="33674"/>
              </a:xfrm>
              <a:custGeom>
                <a:avLst/>
                <a:gdLst>
                  <a:gd name="connsiteX0" fmla="*/ 16766 w 33542"/>
                  <a:gd name="connsiteY0" fmla="*/ 113 h 33674"/>
                  <a:gd name="connsiteX1" fmla="*/ 146 w 33542"/>
                  <a:gd name="connsiteY1" fmla="*/ 17406 h 33674"/>
                  <a:gd name="connsiteX2" fmla="*/ 16463 w 33542"/>
                  <a:gd name="connsiteY2" fmla="*/ 33788 h 33674"/>
                  <a:gd name="connsiteX3" fmla="*/ 33688 w 33542"/>
                  <a:gd name="connsiteY3" fmla="*/ 17406 h 33674"/>
                  <a:gd name="connsiteX4" fmla="*/ 16766 w 33542"/>
                  <a:gd name="connsiteY4" fmla="*/ 113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66" y="113"/>
                    </a:moveTo>
                    <a:cubicBezTo>
                      <a:pt x="7700" y="113"/>
                      <a:pt x="146" y="8001"/>
                      <a:pt x="146" y="17406"/>
                    </a:cubicBezTo>
                    <a:cubicBezTo>
                      <a:pt x="146" y="26204"/>
                      <a:pt x="7700" y="33788"/>
                      <a:pt x="16463" y="33788"/>
                    </a:cubicBezTo>
                    <a:cubicBezTo>
                      <a:pt x="25831" y="33788"/>
                      <a:pt x="33688" y="26204"/>
                      <a:pt x="33688" y="17406"/>
                    </a:cubicBezTo>
                    <a:cubicBezTo>
                      <a:pt x="33688" y="8001"/>
                      <a:pt x="25831" y="113"/>
                      <a:pt x="16766" y="1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633F46DD-DC5E-C62B-1CBA-33E13A9A160D}"/>
                  </a:ext>
                </a:extLst>
              </p:cNvPr>
              <p:cNvSpPr/>
              <p:nvPr>
                <p:custDataLst>
                  <p:tags r:id="rId122"/>
                </p:custDataLst>
              </p:nvPr>
            </p:nvSpPr>
            <p:spPr>
              <a:xfrm>
                <a:off x="7052371" y="5804533"/>
                <a:ext cx="129636" cy="203262"/>
              </a:xfrm>
              <a:custGeom>
                <a:avLst/>
                <a:gdLst>
                  <a:gd name="connsiteX0" fmla="*/ 129785 w 129636"/>
                  <a:gd name="connsiteY0" fmla="*/ 113 h 203262"/>
                  <a:gd name="connsiteX1" fmla="*/ 17977 w 129636"/>
                  <a:gd name="connsiteY1" fmla="*/ 113 h 203262"/>
                  <a:gd name="connsiteX2" fmla="*/ 148 w 129636"/>
                  <a:gd name="connsiteY2" fmla="*/ 44710 h 203262"/>
                  <a:gd name="connsiteX3" fmla="*/ 5285 w 129636"/>
                  <a:gd name="connsiteY3" fmla="*/ 47137 h 203262"/>
                  <a:gd name="connsiteX4" fmla="*/ 40338 w 129636"/>
                  <a:gd name="connsiteY4" fmla="*/ 22563 h 203262"/>
                  <a:gd name="connsiteX5" fmla="*/ 105912 w 129636"/>
                  <a:gd name="connsiteY5" fmla="*/ 22563 h 203262"/>
                  <a:gd name="connsiteX6" fmla="*/ 46080 w 129636"/>
                  <a:gd name="connsiteY6" fmla="*/ 203376 h 203262"/>
                  <a:gd name="connsiteX7" fmla="*/ 65722 w 129636"/>
                  <a:gd name="connsiteY7" fmla="*/ 203376 h 203262"/>
                  <a:gd name="connsiteX8" fmla="*/ 129785 w 129636"/>
                  <a:gd name="connsiteY8" fmla="*/ 4967 h 203262"/>
                  <a:gd name="connsiteX9" fmla="*/ 129785 w 129636"/>
                  <a:gd name="connsiteY9" fmla="*/ 113 h 20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636" h="203262">
                    <a:moveTo>
                      <a:pt x="129785" y="113"/>
                    </a:moveTo>
                    <a:lnTo>
                      <a:pt x="17977" y="113"/>
                    </a:lnTo>
                    <a:lnTo>
                      <a:pt x="148" y="44710"/>
                    </a:lnTo>
                    <a:lnTo>
                      <a:pt x="5285" y="47137"/>
                    </a:lnTo>
                    <a:cubicBezTo>
                      <a:pt x="18279" y="26507"/>
                      <a:pt x="23718" y="22563"/>
                      <a:pt x="40338" y="22563"/>
                    </a:cubicBezTo>
                    <a:lnTo>
                      <a:pt x="105912" y="22563"/>
                    </a:lnTo>
                    <a:lnTo>
                      <a:pt x="46080" y="203376"/>
                    </a:lnTo>
                    <a:lnTo>
                      <a:pt x="65722" y="203376"/>
                    </a:lnTo>
                    <a:lnTo>
                      <a:pt x="129785" y="4967"/>
                    </a:lnTo>
                    <a:lnTo>
                      <a:pt x="129785" y="11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3C120680-6490-A4D9-EF4F-516841F2BBD2}"/>
                  </a:ext>
                </a:extLst>
              </p:cNvPr>
              <p:cNvSpPr/>
              <p:nvPr>
                <p:custDataLst>
                  <p:tags r:id="rId123"/>
                </p:custDataLst>
              </p:nvPr>
            </p:nvSpPr>
            <p:spPr>
              <a:xfrm>
                <a:off x="7201612" y="5800286"/>
                <a:ext cx="139004" cy="205082"/>
              </a:xfrm>
              <a:custGeom>
                <a:avLst/>
                <a:gdLst>
                  <a:gd name="connsiteX0" fmla="*/ 139157 w 139004"/>
                  <a:gd name="connsiteY0" fmla="*/ 135116 h 205082"/>
                  <a:gd name="connsiteX1" fmla="*/ 108335 w 139004"/>
                  <a:gd name="connsiteY1" fmla="*/ 135116 h 205082"/>
                  <a:gd name="connsiteX2" fmla="*/ 108335 w 139004"/>
                  <a:gd name="connsiteY2" fmla="*/ 113 h 205082"/>
                  <a:gd name="connsiteX3" fmla="*/ 95038 w 139004"/>
                  <a:gd name="connsiteY3" fmla="*/ 113 h 205082"/>
                  <a:gd name="connsiteX4" fmla="*/ 153 w 139004"/>
                  <a:gd name="connsiteY4" fmla="*/ 135116 h 205082"/>
                  <a:gd name="connsiteX5" fmla="*/ 153 w 139004"/>
                  <a:gd name="connsiteY5" fmla="*/ 154532 h 205082"/>
                  <a:gd name="connsiteX6" fmla="*/ 85066 w 139004"/>
                  <a:gd name="connsiteY6" fmla="*/ 154532 h 205082"/>
                  <a:gd name="connsiteX7" fmla="*/ 85066 w 139004"/>
                  <a:gd name="connsiteY7" fmla="*/ 205196 h 205082"/>
                  <a:gd name="connsiteX8" fmla="*/ 108335 w 139004"/>
                  <a:gd name="connsiteY8" fmla="*/ 205196 h 205082"/>
                  <a:gd name="connsiteX9" fmla="*/ 108335 w 139004"/>
                  <a:gd name="connsiteY9" fmla="*/ 154532 h 205082"/>
                  <a:gd name="connsiteX10" fmla="*/ 139157 w 139004"/>
                  <a:gd name="connsiteY10" fmla="*/ 154532 h 205082"/>
                  <a:gd name="connsiteX11" fmla="*/ 139157 w 139004"/>
                  <a:gd name="connsiteY11" fmla="*/ 135116 h 205082"/>
                  <a:gd name="connsiteX12" fmla="*/ 84764 w 139004"/>
                  <a:gd name="connsiteY12" fmla="*/ 135116 h 205082"/>
                  <a:gd name="connsiteX13" fmla="*/ 12240 w 139004"/>
                  <a:gd name="connsiteY13" fmla="*/ 135116 h 205082"/>
                  <a:gd name="connsiteX14" fmla="*/ 84764 w 139004"/>
                  <a:gd name="connsiteY14" fmla="*/ 31058 h 205082"/>
                  <a:gd name="connsiteX15" fmla="*/ 84764 w 139004"/>
                  <a:gd name="connsiteY15" fmla="*/ 135116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157" y="135116"/>
                    </a:moveTo>
                    <a:lnTo>
                      <a:pt x="108335" y="135116"/>
                    </a:lnTo>
                    <a:lnTo>
                      <a:pt x="108335" y="113"/>
                    </a:lnTo>
                    <a:lnTo>
                      <a:pt x="95038" y="113"/>
                    </a:lnTo>
                    <a:lnTo>
                      <a:pt x="153" y="135116"/>
                    </a:lnTo>
                    <a:lnTo>
                      <a:pt x="153" y="154532"/>
                    </a:lnTo>
                    <a:lnTo>
                      <a:pt x="85066" y="154532"/>
                    </a:lnTo>
                    <a:lnTo>
                      <a:pt x="85066" y="205196"/>
                    </a:lnTo>
                    <a:lnTo>
                      <a:pt x="108335" y="205196"/>
                    </a:lnTo>
                    <a:lnTo>
                      <a:pt x="108335" y="154532"/>
                    </a:lnTo>
                    <a:lnTo>
                      <a:pt x="139157" y="154532"/>
                    </a:lnTo>
                    <a:lnTo>
                      <a:pt x="139157" y="135116"/>
                    </a:lnTo>
                    <a:close/>
                    <a:moveTo>
                      <a:pt x="84764" y="135116"/>
                    </a:moveTo>
                    <a:lnTo>
                      <a:pt x="12240" y="135116"/>
                    </a:lnTo>
                    <a:lnTo>
                      <a:pt x="84764" y="31058"/>
                    </a:lnTo>
                    <a:lnTo>
                      <a:pt x="84764" y="13511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6A6B41E5-1C4F-8EAC-B4DE-C7057AE2DD4E}"/>
                  </a:ext>
                </a:extLst>
              </p:cNvPr>
              <p:cNvSpPr/>
              <p:nvPr>
                <p:custDataLst>
                  <p:tags r:id="rId124"/>
                </p:custDataLst>
              </p:nvPr>
            </p:nvSpPr>
            <p:spPr>
              <a:xfrm>
                <a:off x="7362637" y="5800286"/>
                <a:ext cx="117549" cy="209329"/>
              </a:xfrm>
              <a:custGeom>
                <a:avLst/>
                <a:gdLst>
                  <a:gd name="connsiteX0" fmla="*/ 33398 w 117549"/>
                  <a:gd name="connsiteY0" fmla="*/ 105082 h 209329"/>
                  <a:gd name="connsiteX1" fmla="*/ 65430 w 117549"/>
                  <a:gd name="connsiteY1" fmla="*/ 108419 h 209329"/>
                  <a:gd name="connsiteX2" fmla="*/ 95950 w 117549"/>
                  <a:gd name="connsiteY2" fmla="*/ 153319 h 209329"/>
                  <a:gd name="connsiteX3" fmla="*/ 56364 w 117549"/>
                  <a:gd name="connsiteY3" fmla="*/ 198522 h 209329"/>
                  <a:gd name="connsiteX4" fmla="*/ 30981 w 117549"/>
                  <a:gd name="connsiteY4" fmla="*/ 189117 h 209329"/>
                  <a:gd name="connsiteX5" fmla="*/ 11641 w 117549"/>
                  <a:gd name="connsiteY5" fmla="*/ 181533 h 209329"/>
                  <a:gd name="connsiteX6" fmla="*/ 158 w 117549"/>
                  <a:gd name="connsiteY6" fmla="*/ 192151 h 209329"/>
                  <a:gd name="connsiteX7" fmla="*/ 34305 w 117549"/>
                  <a:gd name="connsiteY7" fmla="*/ 209443 h 209329"/>
                  <a:gd name="connsiteX8" fmla="*/ 95648 w 117549"/>
                  <a:gd name="connsiteY8" fmla="*/ 189117 h 209329"/>
                  <a:gd name="connsiteX9" fmla="*/ 117707 w 117549"/>
                  <a:gd name="connsiteY9" fmla="*/ 138756 h 209329"/>
                  <a:gd name="connsiteX10" fmla="*/ 104109 w 117549"/>
                  <a:gd name="connsiteY10" fmla="*/ 99621 h 209329"/>
                  <a:gd name="connsiteX11" fmla="*/ 79028 w 117549"/>
                  <a:gd name="connsiteY11" fmla="*/ 83542 h 209329"/>
                  <a:gd name="connsiteX12" fmla="*/ 107433 w 117549"/>
                  <a:gd name="connsiteY12" fmla="*/ 41676 h 209329"/>
                  <a:gd name="connsiteX13" fmla="*/ 60292 w 117549"/>
                  <a:gd name="connsiteY13" fmla="*/ 113 h 209329"/>
                  <a:gd name="connsiteX14" fmla="*/ 21009 w 117549"/>
                  <a:gd name="connsiteY14" fmla="*/ 14979 h 209329"/>
                  <a:gd name="connsiteX15" fmla="*/ 762 w 117549"/>
                  <a:gd name="connsiteY15" fmla="*/ 49260 h 209329"/>
                  <a:gd name="connsiteX16" fmla="*/ 5295 w 117549"/>
                  <a:gd name="connsiteY16" fmla="*/ 50474 h 209329"/>
                  <a:gd name="connsiteX17" fmla="*/ 50320 w 117549"/>
                  <a:gd name="connsiteY17" fmla="*/ 18316 h 209329"/>
                  <a:gd name="connsiteX18" fmla="*/ 83560 w 117549"/>
                  <a:gd name="connsiteY18" fmla="*/ 50777 h 209329"/>
                  <a:gd name="connsiteX19" fmla="*/ 71473 w 117549"/>
                  <a:gd name="connsiteY19" fmla="*/ 80205 h 209329"/>
                  <a:gd name="connsiteX20" fmla="*/ 33398 w 117549"/>
                  <a:gd name="connsiteY20" fmla="*/ 101138 h 209329"/>
                  <a:gd name="connsiteX21" fmla="*/ 33398 w 117549"/>
                  <a:gd name="connsiteY21" fmla="*/ 105082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398" y="105082"/>
                    </a:moveTo>
                    <a:cubicBezTo>
                      <a:pt x="51227" y="105082"/>
                      <a:pt x="58177" y="105688"/>
                      <a:pt x="65430" y="108419"/>
                    </a:cubicBezTo>
                    <a:cubicBezTo>
                      <a:pt x="84165" y="115093"/>
                      <a:pt x="95950" y="132386"/>
                      <a:pt x="95950" y="153319"/>
                    </a:cubicBezTo>
                    <a:cubicBezTo>
                      <a:pt x="95950" y="178802"/>
                      <a:pt x="78726" y="198522"/>
                      <a:pt x="56364" y="198522"/>
                    </a:cubicBezTo>
                    <a:cubicBezTo>
                      <a:pt x="48205" y="198522"/>
                      <a:pt x="42161" y="196398"/>
                      <a:pt x="30981" y="189117"/>
                    </a:cubicBezTo>
                    <a:cubicBezTo>
                      <a:pt x="21915" y="183656"/>
                      <a:pt x="16778" y="181533"/>
                      <a:pt x="11641" y="181533"/>
                    </a:cubicBezTo>
                    <a:cubicBezTo>
                      <a:pt x="4691" y="181533"/>
                      <a:pt x="158" y="185780"/>
                      <a:pt x="158" y="192151"/>
                    </a:cubicBezTo>
                    <a:cubicBezTo>
                      <a:pt x="158" y="202769"/>
                      <a:pt x="13152" y="209443"/>
                      <a:pt x="34305" y="209443"/>
                    </a:cubicBezTo>
                    <a:cubicBezTo>
                      <a:pt x="57573" y="209443"/>
                      <a:pt x="81445" y="201555"/>
                      <a:pt x="95648" y="189117"/>
                    </a:cubicBezTo>
                    <a:cubicBezTo>
                      <a:pt x="109850" y="176679"/>
                      <a:pt x="117707" y="159083"/>
                      <a:pt x="117707" y="138756"/>
                    </a:cubicBezTo>
                    <a:cubicBezTo>
                      <a:pt x="117707" y="123284"/>
                      <a:pt x="112872" y="109026"/>
                      <a:pt x="104109" y="99621"/>
                    </a:cubicBezTo>
                    <a:cubicBezTo>
                      <a:pt x="98065" y="92947"/>
                      <a:pt x="92324" y="89306"/>
                      <a:pt x="79028" y="83542"/>
                    </a:cubicBezTo>
                    <a:cubicBezTo>
                      <a:pt x="99878" y="69283"/>
                      <a:pt x="107433" y="58058"/>
                      <a:pt x="107433" y="41676"/>
                    </a:cubicBezTo>
                    <a:cubicBezTo>
                      <a:pt x="107433" y="17102"/>
                      <a:pt x="88093" y="113"/>
                      <a:pt x="60292" y="113"/>
                    </a:cubicBezTo>
                    <a:cubicBezTo>
                      <a:pt x="45183" y="113"/>
                      <a:pt x="31887" y="5271"/>
                      <a:pt x="21009" y="14979"/>
                    </a:cubicBezTo>
                    <a:cubicBezTo>
                      <a:pt x="11943" y="23170"/>
                      <a:pt x="7410" y="31058"/>
                      <a:pt x="762" y="49260"/>
                    </a:cubicBezTo>
                    <a:lnTo>
                      <a:pt x="5295" y="50474"/>
                    </a:lnTo>
                    <a:cubicBezTo>
                      <a:pt x="17685" y="28327"/>
                      <a:pt x="31283" y="18316"/>
                      <a:pt x="50320" y="18316"/>
                    </a:cubicBezTo>
                    <a:cubicBezTo>
                      <a:pt x="69962" y="18316"/>
                      <a:pt x="83560" y="31665"/>
                      <a:pt x="83560" y="50777"/>
                    </a:cubicBezTo>
                    <a:cubicBezTo>
                      <a:pt x="83560" y="61699"/>
                      <a:pt x="79028" y="72620"/>
                      <a:pt x="71473" y="80205"/>
                    </a:cubicBezTo>
                    <a:cubicBezTo>
                      <a:pt x="62408" y="89306"/>
                      <a:pt x="53947" y="93857"/>
                      <a:pt x="33398" y="101138"/>
                    </a:cubicBezTo>
                    <a:lnTo>
                      <a:pt x="33398" y="105082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9D4D1274-5A6E-25C0-46D0-77C001F5BBEF}"/>
                  </a:ext>
                </a:extLst>
              </p:cNvPr>
              <p:cNvSpPr/>
              <p:nvPr>
                <p:custDataLst>
                  <p:tags r:id="rId125"/>
                </p:custDataLst>
              </p:nvPr>
            </p:nvSpPr>
            <p:spPr>
              <a:xfrm>
                <a:off x="7514295" y="5800286"/>
                <a:ext cx="117549" cy="209329"/>
              </a:xfrm>
              <a:custGeom>
                <a:avLst/>
                <a:gdLst>
                  <a:gd name="connsiteX0" fmla="*/ 33403 w 117549"/>
                  <a:gd name="connsiteY0" fmla="*/ 105082 h 209329"/>
                  <a:gd name="connsiteX1" fmla="*/ 65434 w 117549"/>
                  <a:gd name="connsiteY1" fmla="*/ 108419 h 209329"/>
                  <a:gd name="connsiteX2" fmla="*/ 95955 w 117549"/>
                  <a:gd name="connsiteY2" fmla="*/ 153319 h 209329"/>
                  <a:gd name="connsiteX3" fmla="*/ 56369 w 117549"/>
                  <a:gd name="connsiteY3" fmla="*/ 198522 h 209329"/>
                  <a:gd name="connsiteX4" fmla="*/ 30986 w 117549"/>
                  <a:gd name="connsiteY4" fmla="*/ 189117 h 209329"/>
                  <a:gd name="connsiteX5" fmla="*/ 11646 w 117549"/>
                  <a:gd name="connsiteY5" fmla="*/ 181533 h 209329"/>
                  <a:gd name="connsiteX6" fmla="*/ 163 w 117549"/>
                  <a:gd name="connsiteY6" fmla="*/ 192151 h 209329"/>
                  <a:gd name="connsiteX7" fmla="*/ 34310 w 117549"/>
                  <a:gd name="connsiteY7" fmla="*/ 209443 h 209329"/>
                  <a:gd name="connsiteX8" fmla="*/ 95653 w 117549"/>
                  <a:gd name="connsiteY8" fmla="*/ 189117 h 209329"/>
                  <a:gd name="connsiteX9" fmla="*/ 117712 w 117549"/>
                  <a:gd name="connsiteY9" fmla="*/ 138756 h 209329"/>
                  <a:gd name="connsiteX10" fmla="*/ 104114 w 117549"/>
                  <a:gd name="connsiteY10" fmla="*/ 99621 h 209329"/>
                  <a:gd name="connsiteX11" fmla="*/ 79033 w 117549"/>
                  <a:gd name="connsiteY11" fmla="*/ 83542 h 209329"/>
                  <a:gd name="connsiteX12" fmla="*/ 107438 w 117549"/>
                  <a:gd name="connsiteY12" fmla="*/ 41676 h 209329"/>
                  <a:gd name="connsiteX13" fmla="*/ 60297 w 117549"/>
                  <a:gd name="connsiteY13" fmla="*/ 113 h 209329"/>
                  <a:gd name="connsiteX14" fmla="*/ 21014 w 117549"/>
                  <a:gd name="connsiteY14" fmla="*/ 14979 h 209329"/>
                  <a:gd name="connsiteX15" fmla="*/ 767 w 117549"/>
                  <a:gd name="connsiteY15" fmla="*/ 49260 h 209329"/>
                  <a:gd name="connsiteX16" fmla="*/ 5300 w 117549"/>
                  <a:gd name="connsiteY16" fmla="*/ 50474 h 209329"/>
                  <a:gd name="connsiteX17" fmla="*/ 50325 w 117549"/>
                  <a:gd name="connsiteY17" fmla="*/ 18316 h 209329"/>
                  <a:gd name="connsiteX18" fmla="*/ 83565 w 117549"/>
                  <a:gd name="connsiteY18" fmla="*/ 50777 h 209329"/>
                  <a:gd name="connsiteX19" fmla="*/ 71478 w 117549"/>
                  <a:gd name="connsiteY19" fmla="*/ 80205 h 209329"/>
                  <a:gd name="connsiteX20" fmla="*/ 33403 w 117549"/>
                  <a:gd name="connsiteY20" fmla="*/ 101138 h 209329"/>
                  <a:gd name="connsiteX21" fmla="*/ 33403 w 117549"/>
                  <a:gd name="connsiteY21" fmla="*/ 105082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403" y="105082"/>
                    </a:moveTo>
                    <a:cubicBezTo>
                      <a:pt x="51232" y="105082"/>
                      <a:pt x="58182" y="105688"/>
                      <a:pt x="65434" y="108419"/>
                    </a:cubicBezTo>
                    <a:cubicBezTo>
                      <a:pt x="84170" y="115093"/>
                      <a:pt x="95955" y="132386"/>
                      <a:pt x="95955" y="153319"/>
                    </a:cubicBezTo>
                    <a:cubicBezTo>
                      <a:pt x="95955" y="178802"/>
                      <a:pt x="78731" y="198522"/>
                      <a:pt x="56369" y="198522"/>
                    </a:cubicBezTo>
                    <a:cubicBezTo>
                      <a:pt x="48210" y="198522"/>
                      <a:pt x="42166" y="196398"/>
                      <a:pt x="30986" y="189117"/>
                    </a:cubicBezTo>
                    <a:cubicBezTo>
                      <a:pt x="21920" y="183656"/>
                      <a:pt x="16783" y="181533"/>
                      <a:pt x="11646" y="181533"/>
                    </a:cubicBezTo>
                    <a:cubicBezTo>
                      <a:pt x="4696" y="181533"/>
                      <a:pt x="163" y="185780"/>
                      <a:pt x="163" y="192151"/>
                    </a:cubicBezTo>
                    <a:cubicBezTo>
                      <a:pt x="163" y="202769"/>
                      <a:pt x="13157" y="209443"/>
                      <a:pt x="34310" y="209443"/>
                    </a:cubicBezTo>
                    <a:cubicBezTo>
                      <a:pt x="57578" y="209443"/>
                      <a:pt x="81450" y="201555"/>
                      <a:pt x="95653" y="189117"/>
                    </a:cubicBezTo>
                    <a:cubicBezTo>
                      <a:pt x="109855" y="176679"/>
                      <a:pt x="117712" y="159083"/>
                      <a:pt x="117712" y="138756"/>
                    </a:cubicBezTo>
                    <a:cubicBezTo>
                      <a:pt x="117712" y="123284"/>
                      <a:pt x="112877" y="109026"/>
                      <a:pt x="104114" y="99621"/>
                    </a:cubicBezTo>
                    <a:cubicBezTo>
                      <a:pt x="98070" y="92947"/>
                      <a:pt x="92329" y="89306"/>
                      <a:pt x="79033" y="83542"/>
                    </a:cubicBezTo>
                    <a:cubicBezTo>
                      <a:pt x="99883" y="69283"/>
                      <a:pt x="107438" y="58058"/>
                      <a:pt x="107438" y="41676"/>
                    </a:cubicBezTo>
                    <a:cubicBezTo>
                      <a:pt x="107438" y="17102"/>
                      <a:pt x="88098" y="113"/>
                      <a:pt x="60297" y="113"/>
                    </a:cubicBezTo>
                    <a:cubicBezTo>
                      <a:pt x="45188" y="113"/>
                      <a:pt x="31892" y="5271"/>
                      <a:pt x="21014" y="14979"/>
                    </a:cubicBezTo>
                    <a:cubicBezTo>
                      <a:pt x="11948" y="23170"/>
                      <a:pt x="7415" y="31058"/>
                      <a:pt x="767" y="49260"/>
                    </a:cubicBezTo>
                    <a:lnTo>
                      <a:pt x="5300" y="50474"/>
                    </a:lnTo>
                    <a:cubicBezTo>
                      <a:pt x="17690" y="28327"/>
                      <a:pt x="31288" y="18316"/>
                      <a:pt x="50325" y="18316"/>
                    </a:cubicBezTo>
                    <a:cubicBezTo>
                      <a:pt x="69967" y="18316"/>
                      <a:pt x="83565" y="31665"/>
                      <a:pt x="83565" y="50777"/>
                    </a:cubicBezTo>
                    <a:cubicBezTo>
                      <a:pt x="83565" y="61699"/>
                      <a:pt x="79033" y="72620"/>
                      <a:pt x="71478" y="80205"/>
                    </a:cubicBezTo>
                    <a:cubicBezTo>
                      <a:pt x="62413" y="89306"/>
                      <a:pt x="53952" y="93857"/>
                      <a:pt x="33403" y="101138"/>
                    </a:cubicBezTo>
                    <a:lnTo>
                      <a:pt x="33403" y="105082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B365FB1B-5A99-0A77-2C5D-9677C43995C3}"/>
                  </a:ext>
                </a:extLst>
              </p:cNvPr>
              <p:cNvSpPr/>
              <p:nvPr>
                <p:custDataLst>
                  <p:tags r:id="rId126"/>
                </p:custDataLst>
              </p:nvPr>
            </p:nvSpPr>
            <p:spPr>
              <a:xfrm>
                <a:off x="7662025" y="5800286"/>
                <a:ext cx="129636" cy="211756"/>
              </a:xfrm>
              <a:custGeom>
                <a:avLst/>
                <a:gdLst>
                  <a:gd name="connsiteX0" fmla="*/ 8931 w 129636"/>
                  <a:gd name="connsiteY0" fmla="*/ 211870 h 211756"/>
                  <a:gd name="connsiteX1" fmla="*/ 79944 w 129636"/>
                  <a:gd name="connsiteY1" fmla="*/ 187297 h 211756"/>
                  <a:gd name="connsiteX2" fmla="*/ 129804 w 129636"/>
                  <a:gd name="connsiteY2" fmla="*/ 85666 h 211756"/>
                  <a:gd name="connsiteX3" fmla="*/ 63022 w 129636"/>
                  <a:gd name="connsiteY3" fmla="*/ 113 h 211756"/>
                  <a:gd name="connsiteX4" fmla="*/ 168 w 129636"/>
                  <a:gd name="connsiteY4" fmla="*/ 71710 h 211756"/>
                  <a:gd name="connsiteX5" fmla="*/ 54561 w 129636"/>
                  <a:gd name="connsiteY5" fmla="*/ 133296 h 211756"/>
                  <a:gd name="connsiteX6" fmla="*/ 99888 w 129636"/>
                  <a:gd name="connsiteY6" fmla="*/ 116003 h 211756"/>
                  <a:gd name="connsiteX7" fmla="*/ 8025 w 129636"/>
                  <a:gd name="connsiteY7" fmla="*/ 205803 h 211756"/>
                  <a:gd name="connsiteX8" fmla="*/ 8931 w 129636"/>
                  <a:gd name="connsiteY8" fmla="*/ 211870 h 211756"/>
                  <a:gd name="connsiteX9" fmla="*/ 100493 w 129636"/>
                  <a:gd name="connsiteY9" fmla="*/ 97497 h 211756"/>
                  <a:gd name="connsiteX10" fmla="*/ 95960 w 129636"/>
                  <a:gd name="connsiteY10" fmla="*/ 109026 h 211756"/>
                  <a:gd name="connsiteX11" fmla="*/ 65439 w 129636"/>
                  <a:gd name="connsiteY11" fmla="*/ 120251 h 211756"/>
                  <a:gd name="connsiteX12" fmla="*/ 27969 w 129636"/>
                  <a:gd name="connsiteY12" fmla="*/ 61395 h 211756"/>
                  <a:gd name="connsiteX13" fmla="*/ 39150 w 129636"/>
                  <a:gd name="connsiteY13" fmla="*/ 18013 h 211756"/>
                  <a:gd name="connsiteX14" fmla="*/ 60605 w 129636"/>
                  <a:gd name="connsiteY14" fmla="*/ 8608 h 211756"/>
                  <a:gd name="connsiteX15" fmla="*/ 100493 w 129636"/>
                  <a:gd name="connsiteY15" fmla="*/ 85666 h 211756"/>
                  <a:gd name="connsiteX16" fmla="*/ 100493 w 129636"/>
                  <a:gd name="connsiteY16" fmla="*/ 97497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8931" y="211870"/>
                    </a:moveTo>
                    <a:cubicBezTo>
                      <a:pt x="42776" y="207926"/>
                      <a:pt x="59396" y="202162"/>
                      <a:pt x="79944" y="187297"/>
                    </a:cubicBezTo>
                    <a:cubicBezTo>
                      <a:pt x="111371" y="164240"/>
                      <a:pt x="129804" y="126621"/>
                      <a:pt x="129804" y="85666"/>
                    </a:cubicBezTo>
                    <a:cubicBezTo>
                      <a:pt x="129804" y="35608"/>
                      <a:pt x="102004" y="113"/>
                      <a:pt x="63022" y="113"/>
                    </a:cubicBezTo>
                    <a:cubicBezTo>
                      <a:pt x="27062" y="113"/>
                      <a:pt x="168" y="30754"/>
                      <a:pt x="168" y="71710"/>
                    </a:cubicBezTo>
                    <a:cubicBezTo>
                      <a:pt x="168" y="108722"/>
                      <a:pt x="21925" y="133296"/>
                      <a:pt x="54561" y="133296"/>
                    </a:cubicBezTo>
                    <a:cubicBezTo>
                      <a:pt x="71181" y="133296"/>
                      <a:pt x="83873" y="128442"/>
                      <a:pt x="99888" y="116003"/>
                    </a:cubicBezTo>
                    <a:cubicBezTo>
                      <a:pt x="87499" y="165454"/>
                      <a:pt x="53956" y="197915"/>
                      <a:pt x="8025" y="205803"/>
                    </a:cubicBezTo>
                    <a:lnTo>
                      <a:pt x="8931" y="211870"/>
                    </a:lnTo>
                    <a:close/>
                    <a:moveTo>
                      <a:pt x="100493" y="97497"/>
                    </a:moveTo>
                    <a:cubicBezTo>
                      <a:pt x="100493" y="103565"/>
                      <a:pt x="99284" y="106295"/>
                      <a:pt x="95960" y="109026"/>
                    </a:cubicBezTo>
                    <a:cubicBezTo>
                      <a:pt x="87499" y="116307"/>
                      <a:pt x="76318" y="120251"/>
                      <a:pt x="65439" y="120251"/>
                    </a:cubicBezTo>
                    <a:cubicBezTo>
                      <a:pt x="42474" y="120251"/>
                      <a:pt x="27969" y="97497"/>
                      <a:pt x="27969" y="61395"/>
                    </a:cubicBezTo>
                    <a:cubicBezTo>
                      <a:pt x="27969" y="44103"/>
                      <a:pt x="32804" y="25900"/>
                      <a:pt x="39150" y="18013"/>
                    </a:cubicBezTo>
                    <a:cubicBezTo>
                      <a:pt x="44287" y="11945"/>
                      <a:pt x="51841" y="8608"/>
                      <a:pt x="60605" y="8608"/>
                    </a:cubicBezTo>
                    <a:cubicBezTo>
                      <a:pt x="86894" y="8608"/>
                      <a:pt x="100493" y="34698"/>
                      <a:pt x="100493" y="85666"/>
                    </a:cubicBezTo>
                    <a:lnTo>
                      <a:pt x="100493" y="9749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3A30BD2D-C690-56D6-1FF5-BE6DCAD9E708}"/>
                  </a:ext>
                </a:extLst>
              </p:cNvPr>
              <p:cNvSpPr/>
              <p:nvPr>
                <p:custDataLst>
                  <p:tags r:id="rId127"/>
                </p:custDataLst>
              </p:nvPr>
            </p:nvSpPr>
            <p:spPr>
              <a:xfrm>
                <a:off x="7817612" y="5800286"/>
                <a:ext cx="117549" cy="209329"/>
              </a:xfrm>
              <a:custGeom>
                <a:avLst/>
                <a:gdLst>
                  <a:gd name="connsiteX0" fmla="*/ 33413 w 117549"/>
                  <a:gd name="connsiteY0" fmla="*/ 105082 h 209329"/>
                  <a:gd name="connsiteX1" fmla="*/ 65444 w 117549"/>
                  <a:gd name="connsiteY1" fmla="*/ 108419 h 209329"/>
                  <a:gd name="connsiteX2" fmla="*/ 95965 w 117549"/>
                  <a:gd name="connsiteY2" fmla="*/ 153319 h 209329"/>
                  <a:gd name="connsiteX3" fmla="*/ 56379 w 117549"/>
                  <a:gd name="connsiteY3" fmla="*/ 198522 h 209329"/>
                  <a:gd name="connsiteX4" fmla="*/ 30996 w 117549"/>
                  <a:gd name="connsiteY4" fmla="*/ 189117 h 209329"/>
                  <a:gd name="connsiteX5" fmla="*/ 11656 w 117549"/>
                  <a:gd name="connsiteY5" fmla="*/ 181533 h 209329"/>
                  <a:gd name="connsiteX6" fmla="*/ 173 w 117549"/>
                  <a:gd name="connsiteY6" fmla="*/ 192151 h 209329"/>
                  <a:gd name="connsiteX7" fmla="*/ 34320 w 117549"/>
                  <a:gd name="connsiteY7" fmla="*/ 209443 h 209329"/>
                  <a:gd name="connsiteX8" fmla="*/ 95663 w 117549"/>
                  <a:gd name="connsiteY8" fmla="*/ 189117 h 209329"/>
                  <a:gd name="connsiteX9" fmla="*/ 117722 w 117549"/>
                  <a:gd name="connsiteY9" fmla="*/ 138756 h 209329"/>
                  <a:gd name="connsiteX10" fmla="*/ 104124 w 117549"/>
                  <a:gd name="connsiteY10" fmla="*/ 99621 h 209329"/>
                  <a:gd name="connsiteX11" fmla="*/ 79043 w 117549"/>
                  <a:gd name="connsiteY11" fmla="*/ 83542 h 209329"/>
                  <a:gd name="connsiteX12" fmla="*/ 107448 w 117549"/>
                  <a:gd name="connsiteY12" fmla="*/ 41676 h 209329"/>
                  <a:gd name="connsiteX13" fmla="*/ 60307 w 117549"/>
                  <a:gd name="connsiteY13" fmla="*/ 113 h 209329"/>
                  <a:gd name="connsiteX14" fmla="*/ 21024 w 117549"/>
                  <a:gd name="connsiteY14" fmla="*/ 14979 h 209329"/>
                  <a:gd name="connsiteX15" fmla="*/ 777 w 117549"/>
                  <a:gd name="connsiteY15" fmla="*/ 49260 h 209329"/>
                  <a:gd name="connsiteX16" fmla="*/ 5310 w 117549"/>
                  <a:gd name="connsiteY16" fmla="*/ 50474 h 209329"/>
                  <a:gd name="connsiteX17" fmla="*/ 50335 w 117549"/>
                  <a:gd name="connsiteY17" fmla="*/ 18316 h 209329"/>
                  <a:gd name="connsiteX18" fmla="*/ 83575 w 117549"/>
                  <a:gd name="connsiteY18" fmla="*/ 50777 h 209329"/>
                  <a:gd name="connsiteX19" fmla="*/ 71488 w 117549"/>
                  <a:gd name="connsiteY19" fmla="*/ 80205 h 209329"/>
                  <a:gd name="connsiteX20" fmla="*/ 33413 w 117549"/>
                  <a:gd name="connsiteY20" fmla="*/ 101138 h 209329"/>
                  <a:gd name="connsiteX21" fmla="*/ 33413 w 117549"/>
                  <a:gd name="connsiteY21" fmla="*/ 105082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413" y="105082"/>
                    </a:moveTo>
                    <a:cubicBezTo>
                      <a:pt x="51242" y="105082"/>
                      <a:pt x="58192" y="105688"/>
                      <a:pt x="65444" y="108419"/>
                    </a:cubicBezTo>
                    <a:cubicBezTo>
                      <a:pt x="84180" y="115093"/>
                      <a:pt x="95965" y="132386"/>
                      <a:pt x="95965" y="153319"/>
                    </a:cubicBezTo>
                    <a:cubicBezTo>
                      <a:pt x="95965" y="178802"/>
                      <a:pt x="78741" y="198522"/>
                      <a:pt x="56379" y="198522"/>
                    </a:cubicBezTo>
                    <a:cubicBezTo>
                      <a:pt x="48220" y="198522"/>
                      <a:pt x="42176" y="196398"/>
                      <a:pt x="30996" y="189117"/>
                    </a:cubicBezTo>
                    <a:cubicBezTo>
                      <a:pt x="21930" y="183656"/>
                      <a:pt x="16793" y="181533"/>
                      <a:pt x="11656" y="181533"/>
                    </a:cubicBezTo>
                    <a:cubicBezTo>
                      <a:pt x="4706" y="181533"/>
                      <a:pt x="173" y="185780"/>
                      <a:pt x="173" y="192151"/>
                    </a:cubicBezTo>
                    <a:cubicBezTo>
                      <a:pt x="173" y="202769"/>
                      <a:pt x="13167" y="209443"/>
                      <a:pt x="34320" y="209443"/>
                    </a:cubicBezTo>
                    <a:cubicBezTo>
                      <a:pt x="57588" y="209443"/>
                      <a:pt x="81460" y="201555"/>
                      <a:pt x="95663" y="189117"/>
                    </a:cubicBezTo>
                    <a:cubicBezTo>
                      <a:pt x="109865" y="176679"/>
                      <a:pt x="117722" y="159083"/>
                      <a:pt x="117722" y="138756"/>
                    </a:cubicBezTo>
                    <a:cubicBezTo>
                      <a:pt x="117722" y="123284"/>
                      <a:pt x="112887" y="109026"/>
                      <a:pt x="104124" y="99621"/>
                    </a:cubicBezTo>
                    <a:cubicBezTo>
                      <a:pt x="98080" y="92947"/>
                      <a:pt x="92339" y="89306"/>
                      <a:pt x="79043" y="83542"/>
                    </a:cubicBezTo>
                    <a:cubicBezTo>
                      <a:pt x="99893" y="69283"/>
                      <a:pt x="107448" y="58058"/>
                      <a:pt x="107448" y="41676"/>
                    </a:cubicBezTo>
                    <a:cubicBezTo>
                      <a:pt x="107448" y="17102"/>
                      <a:pt x="88108" y="113"/>
                      <a:pt x="60307" y="113"/>
                    </a:cubicBezTo>
                    <a:cubicBezTo>
                      <a:pt x="45198" y="113"/>
                      <a:pt x="31902" y="5271"/>
                      <a:pt x="21024" y="14979"/>
                    </a:cubicBezTo>
                    <a:cubicBezTo>
                      <a:pt x="11958" y="23170"/>
                      <a:pt x="7425" y="31058"/>
                      <a:pt x="777" y="49260"/>
                    </a:cubicBezTo>
                    <a:lnTo>
                      <a:pt x="5310" y="50474"/>
                    </a:lnTo>
                    <a:cubicBezTo>
                      <a:pt x="17700" y="28327"/>
                      <a:pt x="31298" y="18316"/>
                      <a:pt x="50335" y="18316"/>
                    </a:cubicBezTo>
                    <a:cubicBezTo>
                      <a:pt x="69977" y="18316"/>
                      <a:pt x="83575" y="31665"/>
                      <a:pt x="83575" y="50777"/>
                    </a:cubicBezTo>
                    <a:cubicBezTo>
                      <a:pt x="83575" y="61699"/>
                      <a:pt x="79043" y="72620"/>
                      <a:pt x="71488" y="80205"/>
                    </a:cubicBezTo>
                    <a:cubicBezTo>
                      <a:pt x="62423" y="89306"/>
                      <a:pt x="53962" y="93857"/>
                      <a:pt x="33413" y="101138"/>
                    </a:cubicBezTo>
                    <a:lnTo>
                      <a:pt x="33413" y="105082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6382ABC5-5496-A3E3-1EE0-72BA6FB2AA49}"/>
                  </a:ext>
                </a:extLst>
              </p:cNvPr>
              <p:cNvSpPr/>
              <p:nvPr>
                <p:custDataLst>
                  <p:tags r:id="rId128"/>
                </p:custDataLst>
              </p:nvPr>
            </p:nvSpPr>
            <p:spPr>
              <a:xfrm>
                <a:off x="8216811" y="5749578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5F7B0ACF-BE57-A359-4180-CFF22566C577}"/>
                  </a:ext>
                </a:extLst>
              </p:cNvPr>
              <p:cNvSpPr/>
              <p:nvPr>
                <p:custDataLst>
                  <p:tags r:id="rId129"/>
                </p:custDataLst>
              </p:nvPr>
            </p:nvSpPr>
            <p:spPr>
              <a:xfrm>
                <a:off x="8800048" y="5800286"/>
                <a:ext cx="136586" cy="209329"/>
              </a:xfrm>
              <a:custGeom>
                <a:avLst/>
                <a:gdLst>
                  <a:gd name="connsiteX0" fmla="*/ 69707 w 136586"/>
                  <a:gd name="connsiteY0" fmla="*/ 113 h 209329"/>
                  <a:gd name="connsiteX1" fmla="*/ 29215 w 136586"/>
                  <a:gd name="connsiteY1" fmla="*/ 15889 h 209329"/>
                  <a:gd name="connsiteX2" fmla="*/ 205 w 136586"/>
                  <a:gd name="connsiteY2" fmla="*/ 103261 h 209329"/>
                  <a:gd name="connsiteX3" fmla="*/ 24380 w 136586"/>
                  <a:gd name="connsiteY3" fmla="*/ 188814 h 209329"/>
                  <a:gd name="connsiteX4" fmla="*/ 68499 w 136586"/>
                  <a:gd name="connsiteY4" fmla="*/ 209443 h 209329"/>
                  <a:gd name="connsiteX5" fmla="*/ 107783 w 136586"/>
                  <a:gd name="connsiteY5" fmla="*/ 193668 h 209329"/>
                  <a:gd name="connsiteX6" fmla="*/ 136792 w 136586"/>
                  <a:gd name="connsiteY6" fmla="*/ 105082 h 209329"/>
                  <a:gd name="connsiteX7" fmla="*/ 69707 w 136586"/>
                  <a:gd name="connsiteY7" fmla="*/ 113 h 209329"/>
                  <a:gd name="connsiteX8" fmla="*/ 68801 w 136586"/>
                  <a:gd name="connsiteY8" fmla="*/ 8001 h 209329"/>
                  <a:gd name="connsiteX9" fmla="*/ 107783 w 136586"/>
                  <a:gd name="connsiteY9" fmla="*/ 105688 h 209329"/>
                  <a:gd name="connsiteX10" fmla="*/ 68499 w 136586"/>
                  <a:gd name="connsiteY10" fmla="*/ 201555 h 209329"/>
                  <a:gd name="connsiteX11" fmla="*/ 29215 w 136586"/>
                  <a:gd name="connsiteY11" fmla="*/ 105992 h 209329"/>
                  <a:gd name="connsiteX12" fmla="*/ 68801 w 136586"/>
                  <a:gd name="connsiteY12" fmla="*/ 8001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07" y="113"/>
                    </a:moveTo>
                    <a:cubicBezTo>
                      <a:pt x="53087" y="113"/>
                      <a:pt x="40396" y="5271"/>
                      <a:pt x="29215" y="15889"/>
                    </a:cubicBezTo>
                    <a:cubicBezTo>
                      <a:pt x="11688" y="32878"/>
                      <a:pt x="205" y="67766"/>
                      <a:pt x="205" y="103261"/>
                    </a:cubicBezTo>
                    <a:cubicBezTo>
                      <a:pt x="205" y="136329"/>
                      <a:pt x="10177" y="171825"/>
                      <a:pt x="24380" y="188814"/>
                    </a:cubicBezTo>
                    <a:cubicBezTo>
                      <a:pt x="35561" y="202162"/>
                      <a:pt x="50972" y="209443"/>
                      <a:pt x="68499" y="209443"/>
                    </a:cubicBezTo>
                    <a:cubicBezTo>
                      <a:pt x="83910" y="209443"/>
                      <a:pt x="96904" y="204286"/>
                      <a:pt x="107783" y="193668"/>
                    </a:cubicBezTo>
                    <a:cubicBezTo>
                      <a:pt x="125309" y="176982"/>
                      <a:pt x="136792" y="141790"/>
                      <a:pt x="136792" y="105082"/>
                    </a:cubicBezTo>
                    <a:cubicBezTo>
                      <a:pt x="136792" y="42889"/>
                      <a:pt x="109293" y="113"/>
                      <a:pt x="69707" y="113"/>
                    </a:cubicBezTo>
                    <a:close/>
                    <a:moveTo>
                      <a:pt x="68801" y="8001"/>
                    </a:moveTo>
                    <a:cubicBezTo>
                      <a:pt x="94184" y="8001"/>
                      <a:pt x="107783" y="42283"/>
                      <a:pt x="107783" y="105688"/>
                    </a:cubicBezTo>
                    <a:cubicBezTo>
                      <a:pt x="107783" y="169094"/>
                      <a:pt x="94486" y="201555"/>
                      <a:pt x="68499" y="201555"/>
                    </a:cubicBezTo>
                    <a:cubicBezTo>
                      <a:pt x="42511" y="201555"/>
                      <a:pt x="29215" y="169094"/>
                      <a:pt x="29215" y="105992"/>
                    </a:cubicBezTo>
                    <a:cubicBezTo>
                      <a:pt x="29215" y="41676"/>
                      <a:pt x="42813" y="8001"/>
                      <a:pt x="68801" y="80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4E979DAA-FF08-D42C-D158-52B4B17CE069}"/>
                  </a:ext>
                </a:extLst>
              </p:cNvPr>
              <p:cNvSpPr/>
              <p:nvPr>
                <p:custDataLst>
                  <p:tags r:id="rId130"/>
                </p:custDataLst>
              </p:nvPr>
            </p:nvSpPr>
            <p:spPr>
              <a:xfrm>
                <a:off x="8965606" y="5975031"/>
                <a:ext cx="33542" cy="33674"/>
              </a:xfrm>
              <a:custGeom>
                <a:avLst/>
                <a:gdLst>
                  <a:gd name="connsiteX0" fmla="*/ 16830 w 33542"/>
                  <a:gd name="connsiteY0" fmla="*/ 113 h 33674"/>
                  <a:gd name="connsiteX1" fmla="*/ 210 w 33542"/>
                  <a:gd name="connsiteY1" fmla="*/ 17406 h 33674"/>
                  <a:gd name="connsiteX2" fmla="*/ 16528 w 33542"/>
                  <a:gd name="connsiteY2" fmla="*/ 33788 h 33674"/>
                  <a:gd name="connsiteX3" fmla="*/ 33753 w 33542"/>
                  <a:gd name="connsiteY3" fmla="*/ 17406 h 33674"/>
                  <a:gd name="connsiteX4" fmla="*/ 16830 w 33542"/>
                  <a:gd name="connsiteY4" fmla="*/ 113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30" y="113"/>
                    </a:moveTo>
                    <a:cubicBezTo>
                      <a:pt x="7765" y="113"/>
                      <a:pt x="210" y="8001"/>
                      <a:pt x="210" y="17406"/>
                    </a:cubicBezTo>
                    <a:cubicBezTo>
                      <a:pt x="210" y="26204"/>
                      <a:pt x="7765" y="33788"/>
                      <a:pt x="16528" y="33788"/>
                    </a:cubicBezTo>
                    <a:cubicBezTo>
                      <a:pt x="25896" y="33788"/>
                      <a:pt x="33753" y="26204"/>
                      <a:pt x="33753" y="17406"/>
                    </a:cubicBezTo>
                    <a:cubicBezTo>
                      <a:pt x="33753" y="8001"/>
                      <a:pt x="25896" y="113"/>
                      <a:pt x="16830" y="1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B882C295-3AD8-23EB-9473-50A92639D5EE}"/>
                  </a:ext>
                </a:extLst>
              </p:cNvPr>
              <p:cNvSpPr/>
              <p:nvPr>
                <p:custDataLst>
                  <p:tags r:id="rId131"/>
                </p:custDataLst>
              </p:nvPr>
            </p:nvSpPr>
            <p:spPr>
              <a:xfrm>
                <a:off x="9026326" y="5804533"/>
                <a:ext cx="129636" cy="203262"/>
              </a:xfrm>
              <a:custGeom>
                <a:avLst/>
                <a:gdLst>
                  <a:gd name="connsiteX0" fmla="*/ 129849 w 129636"/>
                  <a:gd name="connsiteY0" fmla="*/ 113 h 203262"/>
                  <a:gd name="connsiteX1" fmla="*/ 18042 w 129636"/>
                  <a:gd name="connsiteY1" fmla="*/ 113 h 203262"/>
                  <a:gd name="connsiteX2" fmla="*/ 213 w 129636"/>
                  <a:gd name="connsiteY2" fmla="*/ 44710 h 203262"/>
                  <a:gd name="connsiteX3" fmla="*/ 5350 w 129636"/>
                  <a:gd name="connsiteY3" fmla="*/ 47137 h 203262"/>
                  <a:gd name="connsiteX4" fmla="*/ 40403 w 129636"/>
                  <a:gd name="connsiteY4" fmla="*/ 22563 h 203262"/>
                  <a:gd name="connsiteX5" fmla="*/ 105977 w 129636"/>
                  <a:gd name="connsiteY5" fmla="*/ 22563 h 203262"/>
                  <a:gd name="connsiteX6" fmla="*/ 46145 w 129636"/>
                  <a:gd name="connsiteY6" fmla="*/ 203376 h 203262"/>
                  <a:gd name="connsiteX7" fmla="*/ 65787 w 129636"/>
                  <a:gd name="connsiteY7" fmla="*/ 203376 h 203262"/>
                  <a:gd name="connsiteX8" fmla="*/ 129849 w 129636"/>
                  <a:gd name="connsiteY8" fmla="*/ 4967 h 203262"/>
                  <a:gd name="connsiteX9" fmla="*/ 129849 w 129636"/>
                  <a:gd name="connsiteY9" fmla="*/ 113 h 20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636" h="203262">
                    <a:moveTo>
                      <a:pt x="129849" y="113"/>
                    </a:moveTo>
                    <a:lnTo>
                      <a:pt x="18042" y="113"/>
                    </a:lnTo>
                    <a:lnTo>
                      <a:pt x="213" y="44710"/>
                    </a:lnTo>
                    <a:lnTo>
                      <a:pt x="5350" y="47137"/>
                    </a:lnTo>
                    <a:cubicBezTo>
                      <a:pt x="18344" y="26507"/>
                      <a:pt x="23783" y="22563"/>
                      <a:pt x="40403" y="22563"/>
                    </a:cubicBezTo>
                    <a:lnTo>
                      <a:pt x="105977" y="22563"/>
                    </a:lnTo>
                    <a:lnTo>
                      <a:pt x="46145" y="203376"/>
                    </a:lnTo>
                    <a:lnTo>
                      <a:pt x="65787" y="203376"/>
                    </a:lnTo>
                    <a:lnTo>
                      <a:pt x="129849" y="4967"/>
                    </a:lnTo>
                    <a:lnTo>
                      <a:pt x="129849" y="11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8D896DC3-2F5F-BCEC-A7AD-C8B8BC136FD4}"/>
                  </a:ext>
                </a:extLst>
              </p:cNvPr>
              <p:cNvSpPr/>
              <p:nvPr>
                <p:custDataLst>
                  <p:tags r:id="rId132"/>
                </p:custDataLst>
              </p:nvPr>
            </p:nvSpPr>
            <p:spPr>
              <a:xfrm>
                <a:off x="9179193" y="5800286"/>
                <a:ext cx="136586" cy="209329"/>
              </a:xfrm>
              <a:custGeom>
                <a:avLst/>
                <a:gdLst>
                  <a:gd name="connsiteX0" fmla="*/ 69720 w 136586"/>
                  <a:gd name="connsiteY0" fmla="*/ 113 h 209329"/>
                  <a:gd name="connsiteX1" fmla="*/ 29227 w 136586"/>
                  <a:gd name="connsiteY1" fmla="*/ 15889 h 209329"/>
                  <a:gd name="connsiteX2" fmla="*/ 218 w 136586"/>
                  <a:gd name="connsiteY2" fmla="*/ 103261 h 209329"/>
                  <a:gd name="connsiteX3" fmla="*/ 24392 w 136586"/>
                  <a:gd name="connsiteY3" fmla="*/ 188814 h 209329"/>
                  <a:gd name="connsiteX4" fmla="*/ 68511 w 136586"/>
                  <a:gd name="connsiteY4" fmla="*/ 209443 h 209329"/>
                  <a:gd name="connsiteX5" fmla="*/ 107795 w 136586"/>
                  <a:gd name="connsiteY5" fmla="*/ 193668 h 209329"/>
                  <a:gd name="connsiteX6" fmla="*/ 136805 w 136586"/>
                  <a:gd name="connsiteY6" fmla="*/ 105082 h 209329"/>
                  <a:gd name="connsiteX7" fmla="*/ 69720 w 136586"/>
                  <a:gd name="connsiteY7" fmla="*/ 113 h 209329"/>
                  <a:gd name="connsiteX8" fmla="*/ 68813 w 136586"/>
                  <a:gd name="connsiteY8" fmla="*/ 8001 h 209329"/>
                  <a:gd name="connsiteX9" fmla="*/ 107795 w 136586"/>
                  <a:gd name="connsiteY9" fmla="*/ 105688 h 209329"/>
                  <a:gd name="connsiteX10" fmla="*/ 68511 w 136586"/>
                  <a:gd name="connsiteY10" fmla="*/ 201555 h 209329"/>
                  <a:gd name="connsiteX11" fmla="*/ 29227 w 136586"/>
                  <a:gd name="connsiteY11" fmla="*/ 105992 h 209329"/>
                  <a:gd name="connsiteX12" fmla="*/ 68813 w 136586"/>
                  <a:gd name="connsiteY12" fmla="*/ 8001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20" y="113"/>
                    </a:moveTo>
                    <a:cubicBezTo>
                      <a:pt x="53100" y="113"/>
                      <a:pt x="40408" y="5271"/>
                      <a:pt x="29227" y="15889"/>
                    </a:cubicBezTo>
                    <a:cubicBezTo>
                      <a:pt x="11701" y="32878"/>
                      <a:pt x="218" y="67766"/>
                      <a:pt x="218" y="103261"/>
                    </a:cubicBezTo>
                    <a:cubicBezTo>
                      <a:pt x="218" y="136329"/>
                      <a:pt x="10190" y="171825"/>
                      <a:pt x="24392" y="188814"/>
                    </a:cubicBezTo>
                    <a:cubicBezTo>
                      <a:pt x="35573" y="202162"/>
                      <a:pt x="50985" y="209443"/>
                      <a:pt x="68511" y="209443"/>
                    </a:cubicBezTo>
                    <a:cubicBezTo>
                      <a:pt x="83923" y="209443"/>
                      <a:pt x="96916" y="204286"/>
                      <a:pt x="107795" y="193668"/>
                    </a:cubicBezTo>
                    <a:cubicBezTo>
                      <a:pt x="125322" y="176982"/>
                      <a:pt x="136805" y="141790"/>
                      <a:pt x="136805" y="105082"/>
                    </a:cubicBezTo>
                    <a:cubicBezTo>
                      <a:pt x="136805" y="42889"/>
                      <a:pt x="109306" y="113"/>
                      <a:pt x="69720" y="113"/>
                    </a:cubicBezTo>
                    <a:close/>
                    <a:moveTo>
                      <a:pt x="68813" y="8001"/>
                    </a:moveTo>
                    <a:cubicBezTo>
                      <a:pt x="94197" y="8001"/>
                      <a:pt x="107795" y="42283"/>
                      <a:pt x="107795" y="105688"/>
                    </a:cubicBezTo>
                    <a:cubicBezTo>
                      <a:pt x="107795" y="169094"/>
                      <a:pt x="94499" y="201555"/>
                      <a:pt x="68511" y="201555"/>
                    </a:cubicBezTo>
                    <a:cubicBezTo>
                      <a:pt x="42523" y="201555"/>
                      <a:pt x="29227" y="169094"/>
                      <a:pt x="29227" y="105992"/>
                    </a:cubicBezTo>
                    <a:cubicBezTo>
                      <a:pt x="29227" y="41676"/>
                      <a:pt x="42826" y="8001"/>
                      <a:pt x="68813" y="80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2D3F395-DC5D-5449-E2A8-48906893142D}"/>
                  </a:ext>
                </a:extLst>
              </p:cNvPr>
              <p:cNvSpPr/>
              <p:nvPr>
                <p:custDataLst>
                  <p:tags r:id="rId133"/>
                </p:custDataLst>
              </p:nvPr>
            </p:nvSpPr>
            <p:spPr>
              <a:xfrm>
                <a:off x="9887450" y="5749578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55B05F20-582A-E862-00F8-87674DCA042F}"/>
                  </a:ext>
                </a:extLst>
              </p:cNvPr>
              <p:cNvSpPr/>
              <p:nvPr>
                <p:custDataLst>
                  <p:tags r:id="rId134"/>
                </p:custDataLst>
              </p:nvPr>
            </p:nvSpPr>
            <p:spPr>
              <a:xfrm>
                <a:off x="10169183" y="5800286"/>
                <a:ext cx="134471" cy="205082"/>
              </a:xfrm>
              <a:custGeom>
                <a:avLst/>
                <a:gdLst>
                  <a:gd name="connsiteX0" fmla="*/ 134722 w 134471"/>
                  <a:gd name="connsiteY0" fmla="*/ 163633 h 205082"/>
                  <a:gd name="connsiteX1" fmla="*/ 130793 w 134471"/>
                  <a:gd name="connsiteY1" fmla="*/ 162116 h 205082"/>
                  <a:gd name="connsiteX2" fmla="*/ 102086 w 134471"/>
                  <a:gd name="connsiteY2" fmla="*/ 182139 h 205082"/>
                  <a:gd name="connsiteX3" fmla="*/ 29864 w 134471"/>
                  <a:gd name="connsiteY3" fmla="*/ 182139 h 205082"/>
                  <a:gd name="connsiteX4" fmla="*/ 80631 w 134471"/>
                  <a:gd name="connsiteY4" fmla="*/ 128745 h 205082"/>
                  <a:gd name="connsiteX5" fmla="*/ 119310 w 134471"/>
                  <a:gd name="connsiteY5" fmla="*/ 53811 h 205082"/>
                  <a:gd name="connsiteX6" fmla="*/ 63407 w 134471"/>
                  <a:gd name="connsiteY6" fmla="*/ 113 h 205082"/>
                  <a:gd name="connsiteX7" fmla="*/ 19892 w 134471"/>
                  <a:gd name="connsiteY7" fmla="*/ 18923 h 205082"/>
                  <a:gd name="connsiteX8" fmla="*/ 552 w 134471"/>
                  <a:gd name="connsiteY8" fmla="*/ 60485 h 205082"/>
                  <a:gd name="connsiteX9" fmla="*/ 6898 w 134471"/>
                  <a:gd name="connsiteY9" fmla="*/ 62002 h 205082"/>
                  <a:gd name="connsiteX10" fmla="*/ 50715 w 134471"/>
                  <a:gd name="connsiteY10" fmla="*/ 22563 h 205082"/>
                  <a:gd name="connsiteX11" fmla="*/ 93323 w 134471"/>
                  <a:gd name="connsiteY11" fmla="*/ 65339 h 205082"/>
                  <a:gd name="connsiteX12" fmla="*/ 54039 w 134471"/>
                  <a:gd name="connsiteY12" fmla="*/ 144217 h 205082"/>
                  <a:gd name="connsiteX13" fmla="*/ 250 w 134471"/>
                  <a:gd name="connsiteY13" fmla="*/ 201555 h 205082"/>
                  <a:gd name="connsiteX14" fmla="*/ 250 w 134471"/>
                  <a:gd name="connsiteY14" fmla="*/ 205196 h 205082"/>
                  <a:gd name="connsiteX15" fmla="*/ 118102 w 134471"/>
                  <a:gd name="connsiteY15" fmla="*/ 205196 h 205082"/>
                  <a:gd name="connsiteX16" fmla="*/ 134722 w 134471"/>
                  <a:gd name="connsiteY16" fmla="*/ 163633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722" y="163633"/>
                    </a:moveTo>
                    <a:lnTo>
                      <a:pt x="130793" y="162116"/>
                    </a:lnTo>
                    <a:cubicBezTo>
                      <a:pt x="119613" y="179409"/>
                      <a:pt x="115684" y="182139"/>
                      <a:pt x="102086" y="182139"/>
                    </a:cubicBezTo>
                    <a:lnTo>
                      <a:pt x="29864" y="182139"/>
                    </a:lnTo>
                    <a:lnTo>
                      <a:pt x="80631" y="128745"/>
                    </a:lnTo>
                    <a:cubicBezTo>
                      <a:pt x="107525" y="100531"/>
                      <a:pt x="119310" y="77474"/>
                      <a:pt x="119310" y="53811"/>
                    </a:cubicBezTo>
                    <a:cubicBezTo>
                      <a:pt x="119310" y="23473"/>
                      <a:pt x="94834" y="113"/>
                      <a:pt x="63407" y="113"/>
                    </a:cubicBezTo>
                    <a:cubicBezTo>
                      <a:pt x="46786" y="113"/>
                      <a:pt x="31073" y="6788"/>
                      <a:pt x="19892" y="18923"/>
                    </a:cubicBezTo>
                    <a:cubicBezTo>
                      <a:pt x="10222" y="29238"/>
                      <a:pt x="5690" y="38946"/>
                      <a:pt x="552" y="60485"/>
                    </a:cubicBezTo>
                    <a:lnTo>
                      <a:pt x="6898" y="62002"/>
                    </a:lnTo>
                    <a:cubicBezTo>
                      <a:pt x="18986" y="32271"/>
                      <a:pt x="29864" y="22563"/>
                      <a:pt x="50715" y="22563"/>
                    </a:cubicBezTo>
                    <a:cubicBezTo>
                      <a:pt x="76098" y="22563"/>
                      <a:pt x="93323" y="39856"/>
                      <a:pt x="93323" y="65339"/>
                    </a:cubicBezTo>
                    <a:cubicBezTo>
                      <a:pt x="93323" y="89003"/>
                      <a:pt x="79422" y="117217"/>
                      <a:pt x="54039" y="144217"/>
                    </a:cubicBezTo>
                    <a:lnTo>
                      <a:pt x="250" y="201555"/>
                    </a:lnTo>
                    <a:lnTo>
                      <a:pt x="250" y="205196"/>
                    </a:lnTo>
                    <a:lnTo>
                      <a:pt x="118102" y="205196"/>
                    </a:lnTo>
                    <a:lnTo>
                      <a:pt x="134722" y="16363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C37523C2-32EC-9E28-C10C-AD8F55582DE2}"/>
                  </a:ext>
                </a:extLst>
              </p:cNvPr>
              <p:cNvSpPr/>
              <p:nvPr>
                <p:custDataLst>
                  <p:tags r:id="rId135"/>
                </p:custDataLst>
              </p:nvPr>
            </p:nvSpPr>
            <p:spPr>
              <a:xfrm>
                <a:off x="10332929" y="5975031"/>
                <a:ext cx="33542" cy="33674"/>
              </a:xfrm>
              <a:custGeom>
                <a:avLst/>
                <a:gdLst>
                  <a:gd name="connsiteX0" fmla="*/ 16875 w 33542"/>
                  <a:gd name="connsiteY0" fmla="*/ 113 h 33674"/>
                  <a:gd name="connsiteX1" fmla="*/ 255 w 33542"/>
                  <a:gd name="connsiteY1" fmla="*/ 17406 h 33674"/>
                  <a:gd name="connsiteX2" fmla="*/ 16573 w 33542"/>
                  <a:gd name="connsiteY2" fmla="*/ 33788 h 33674"/>
                  <a:gd name="connsiteX3" fmla="*/ 33798 w 33542"/>
                  <a:gd name="connsiteY3" fmla="*/ 17406 h 33674"/>
                  <a:gd name="connsiteX4" fmla="*/ 16875 w 33542"/>
                  <a:gd name="connsiteY4" fmla="*/ 113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75" y="113"/>
                    </a:moveTo>
                    <a:cubicBezTo>
                      <a:pt x="7810" y="113"/>
                      <a:pt x="255" y="8001"/>
                      <a:pt x="255" y="17406"/>
                    </a:cubicBezTo>
                    <a:cubicBezTo>
                      <a:pt x="255" y="26204"/>
                      <a:pt x="7810" y="33788"/>
                      <a:pt x="16573" y="33788"/>
                    </a:cubicBezTo>
                    <a:cubicBezTo>
                      <a:pt x="25941" y="33788"/>
                      <a:pt x="33798" y="26204"/>
                      <a:pt x="33798" y="17406"/>
                    </a:cubicBezTo>
                    <a:cubicBezTo>
                      <a:pt x="33798" y="8001"/>
                      <a:pt x="25941" y="113"/>
                      <a:pt x="16875" y="1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B77C8FD0-D56C-5402-87D0-9CC5AE262697}"/>
                  </a:ext>
                </a:extLst>
              </p:cNvPr>
              <p:cNvSpPr/>
              <p:nvPr>
                <p:custDataLst>
                  <p:tags r:id="rId136"/>
                </p:custDataLst>
              </p:nvPr>
            </p:nvSpPr>
            <p:spPr>
              <a:xfrm>
                <a:off x="10400599" y="5800286"/>
                <a:ext cx="117549" cy="209329"/>
              </a:xfrm>
              <a:custGeom>
                <a:avLst/>
                <a:gdLst>
                  <a:gd name="connsiteX0" fmla="*/ 33498 w 117549"/>
                  <a:gd name="connsiteY0" fmla="*/ 105082 h 209329"/>
                  <a:gd name="connsiteX1" fmla="*/ 65529 w 117549"/>
                  <a:gd name="connsiteY1" fmla="*/ 108419 h 209329"/>
                  <a:gd name="connsiteX2" fmla="*/ 96050 w 117549"/>
                  <a:gd name="connsiteY2" fmla="*/ 153319 h 209329"/>
                  <a:gd name="connsiteX3" fmla="*/ 56464 w 117549"/>
                  <a:gd name="connsiteY3" fmla="*/ 198522 h 209329"/>
                  <a:gd name="connsiteX4" fmla="*/ 31080 w 117549"/>
                  <a:gd name="connsiteY4" fmla="*/ 189117 h 209329"/>
                  <a:gd name="connsiteX5" fmla="*/ 11741 w 117549"/>
                  <a:gd name="connsiteY5" fmla="*/ 181533 h 209329"/>
                  <a:gd name="connsiteX6" fmla="*/ 258 w 117549"/>
                  <a:gd name="connsiteY6" fmla="*/ 192151 h 209329"/>
                  <a:gd name="connsiteX7" fmla="*/ 34404 w 117549"/>
                  <a:gd name="connsiteY7" fmla="*/ 209443 h 209329"/>
                  <a:gd name="connsiteX8" fmla="*/ 95748 w 117549"/>
                  <a:gd name="connsiteY8" fmla="*/ 189117 h 209329"/>
                  <a:gd name="connsiteX9" fmla="*/ 117807 w 117549"/>
                  <a:gd name="connsiteY9" fmla="*/ 138756 h 209329"/>
                  <a:gd name="connsiteX10" fmla="*/ 104209 w 117549"/>
                  <a:gd name="connsiteY10" fmla="*/ 99621 h 209329"/>
                  <a:gd name="connsiteX11" fmla="*/ 79128 w 117549"/>
                  <a:gd name="connsiteY11" fmla="*/ 83542 h 209329"/>
                  <a:gd name="connsiteX12" fmla="*/ 107533 w 117549"/>
                  <a:gd name="connsiteY12" fmla="*/ 41676 h 209329"/>
                  <a:gd name="connsiteX13" fmla="*/ 60392 w 117549"/>
                  <a:gd name="connsiteY13" fmla="*/ 113 h 209329"/>
                  <a:gd name="connsiteX14" fmla="*/ 21108 w 117549"/>
                  <a:gd name="connsiteY14" fmla="*/ 14979 h 209329"/>
                  <a:gd name="connsiteX15" fmla="*/ 862 w 117549"/>
                  <a:gd name="connsiteY15" fmla="*/ 49260 h 209329"/>
                  <a:gd name="connsiteX16" fmla="*/ 5395 w 117549"/>
                  <a:gd name="connsiteY16" fmla="*/ 50474 h 209329"/>
                  <a:gd name="connsiteX17" fmla="*/ 50420 w 117549"/>
                  <a:gd name="connsiteY17" fmla="*/ 18316 h 209329"/>
                  <a:gd name="connsiteX18" fmla="*/ 83660 w 117549"/>
                  <a:gd name="connsiteY18" fmla="*/ 50777 h 209329"/>
                  <a:gd name="connsiteX19" fmla="*/ 71573 w 117549"/>
                  <a:gd name="connsiteY19" fmla="*/ 80205 h 209329"/>
                  <a:gd name="connsiteX20" fmla="*/ 33498 w 117549"/>
                  <a:gd name="connsiteY20" fmla="*/ 101138 h 209329"/>
                  <a:gd name="connsiteX21" fmla="*/ 33498 w 117549"/>
                  <a:gd name="connsiteY21" fmla="*/ 105082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498" y="105082"/>
                    </a:moveTo>
                    <a:cubicBezTo>
                      <a:pt x="51327" y="105082"/>
                      <a:pt x="58277" y="105688"/>
                      <a:pt x="65529" y="108419"/>
                    </a:cubicBezTo>
                    <a:cubicBezTo>
                      <a:pt x="84265" y="115093"/>
                      <a:pt x="96050" y="132386"/>
                      <a:pt x="96050" y="153319"/>
                    </a:cubicBezTo>
                    <a:cubicBezTo>
                      <a:pt x="96050" y="178802"/>
                      <a:pt x="78825" y="198522"/>
                      <a:pt x="56464" y="198522"/>
                    </a:cubicBezTo>
                    <a:cubicBezTo>
                      <a:pt x="48305" y="198522"/>
                      <a:pt x="42261" y="196398"/>
                      <a:pt x="31080" y="189117"/>
                    </a:cubicBezTo>
                    <a:cubicBezTo>
                      <a:pt x="22015" y="183656"/>
                      <a:pt x="16878" y="181533"/>
                      <a:pt x="11741" y="181533"/>
                    </a:cubicBezTo>
                    <a:cubicBezTo>
                      <a:pt x="4790" y="181533"/>
                      <a:pt x="258" y="185780"/>
                      <a:pt x="258" y="192151"/>
                    </a:cubicBezTo>
                    <a:cubicBezTo>
                      <a:pt x="258" y="202769"/>
                      <a:pt x="13252" y="209443"/>
                      <a:pt x="34404" y="209443"/>
                    </a:cubicBezTo>
                    <a:cubicBezTo>
                      <a:pt x="57673" y="209443"/>
                      <a:pt x="81545" y="201555"/>
                      <a:pt x="95748" y="189117"/>
                    </a:cubicBezTo>
                    <a:cubicBezTo>
                      <a:pt x="109950" y="176679"/>
                      <a:pt x="117807" y="159083"/>
                      <a:pt x="117807" y="138756"/>
                    </a:cubicBezTo>
                    <a:cubicBezTo>
                      <a:pt x="117807" y="123284"/>
                      <a:pt x="112972" y="109026"/>
                      <a:pt x="104209" y="99621"/>
                    </a:cubicBezTo>
                    <a:cubicBezTo>
                      <a:pt x="98165" y="92947"/>
                      <a:pt x="92424" y="89306"/>
                      <a:pt x="79128" y="83542"/>
                    </a:cubicBezTo>
                    <a:cubicBezTo>
                      <a:pt x="99978" y="69283"/>
                      <a:pt x="107533" y="58058"/>
                      <a:pt x="107533" y="41676"/>
                    </a:cubicBezTo>
                    <a:cubicBezTo>
                      <a:pt x="107533" y="17102"/>
                      <a:pt x="88193" y="113"/>
                      <a:pt x="60392" y="113"/>
                    </a:cubicBezTo>
                    <a:cubicBezTo>
                      <a:pt x="45283" y="113"/>
                      <a:pt x="31987" y="5271"/>
                      <a:pt x="21108" y="14979"/>
                    </a:cubicBezTo>
                    <a:cubicBezTo>
                      <a:pt x="12043" y="23170"/>
                      <a:pt x="7510" y="31058"/>
                      <a:pt x="862" y="49260"/>
                    </a:cubicBezTo>
                    <a:lnTo>
                      <a:pt x="5395" y="50474"/>
                    </a:lnTo>
                    <a:cubicBezTo>
                      <a:pt x="17784" y="28327"/>
                      <a:pt x="31383" y="18316"/>
                      <a:pt x="50420" y="18316"/>
                    </a:cubicBezTo>
                    <a:cubicBezTo>
                      <a:pt x="70062" y="18316"/>
                      <a:pt x="83660" y="31665"/>
                      <a:pt x="83660" y="50777"/>
                    </a:cubicBezTo>
                    <a:cubicBezTo>
                      <a:pt x="83660" y="61699"/>
                      <a:pt x="79128" y="72620"/>
                      <a:pt x="71573" y="80205"/>
                    </a:cubicBezTo>
                    <a:cubicBezTo>
                      <a:pt x="62507" y="89306"/>
                      <a:pt x="54046" y="93857"/>
                      <a:pt x="33498" y="101138"/>
                    </a:cubicBezTo>
                    <a:lnTo>
                      <a:pt x="33498" y="105082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32FD6EC7-23E1-C81A-9983-68E73A939BBB}"/>
                  </a:ext>
                </a:extLst>
              </p:cNvPr>
              <p:cNvSpPr/>
              <p:nvPr>
                <p:custDataLst>
                  <p:tags r:id="rId137"/>
                </p:custDataLst>
              </p:nvPr>
            </p:nvSpPr>
            <p:spPr>
              <a:xfrm>
                <a:off x="10549537" y="5797859"/>
                <a:ext cx="131147" cy="211756"/>
              </a:xfrm>
              <a:custGeom>
                <a:avLst/>
                <a:gdLst>
                  <a:gd name="connsiteX0" fmla="*/ 124762 w 131147"/>
                  <a:gd name="connsiteY0" fmla="*/ 113 h 211756"/>
                  <a:gd name="connsiteX1" fmla="*/ 50727 w 131147"/>
                  <a:gd name="connsiteY1" fmla="*/ 24383 h 211756"/>
                  <a:gd name="connsiteX2" fmla="*/ 263 w 131147"/>
                  <a:gd name="connsiteY2" fmla="*/ 122981 h 211756"/>
                  <a:gd name="connsiteX3" fmla="*/ 21416 w 131147"/>
                  <a:gd name="connsiteY3" fmla="*/ 191241 h 211756"/>
                  <a:gd name="connsiteX4" fmla="*/ 67952 w 131147"/>
                  <a:gd name="connsiteY4" fmla="*/ 211870 h 211756"/>
                  <a:gd name="connsiteX5" fmla="*/ 131410 w 131147"/>
                  <a:gd name="connsiteY5" fmla="*/ 141183 h 211756"/>
                  <a:gd name="connsiteX6" fmla="*/ 74600 w 131147"/>
                  <a:gd name="connsiteY6" fmla="*/ 77778 h 211756"/>
                  <a:gd name="connsiteX7" fmla="*/ 35920 w 131147"/>
                  <a:gd name="connsiteY7" fmla="*/ 91430 h 211756"/>
                  <a:gd name="connsiteX8" fmla="*/ 125367 w 131147"/>
                  <a:gd name="connsiteY8" fmla="*/ 4967 h 211756"/>
                  <a:gd name="connsiteX9" fmla="*/ 124762 w 131147"/>
                  <a:gd name="connsiteY9" fmla="*/ 113 h 211756"/>
                  <a:gd name="connsiteX10" fmla="*/ 63117 w 131147"/>
                  <a:gd name="connsiteY10" fmla="*/ 91733 h 211756"/>
                  <a:gd name="connsiteX11" fmla="*/ 104214 w 131147"/>
                  <a:gd name="connsiteY11" fmla="*/ 151498 h 211756"/>
                  <a:gd name="connsiteX12" fmla="*/ 71276 w 131147"/>
                  <a:gd name="connsiteY12" fmla="*/ 203376 h 211756"/>
                  <a:gd name="connsiteX13" fmla="*/ 28366 w 131147"/>
                  <a:gd name="connsiteY13" fmla="*/ 127835 h 211756"/>
                  <a:gd name="connsiteX14" fmla="*/ 36827 w 131147"/>
                  <a:gd name="connsiteY14" fmla="*/ 99318 h 211756"/>
                  <a:gd name="connsiteX15" fmla="*/ 63117 w 131147"/>
                  <a:gd name="connsiteY15" fmla="*/ 91733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147" h="211756">
                    <a:moveTo>
                      <a:pt x="124762" y="113"/>
                    </a:moveTo>
                    <a:cubicBezTo>
                      <a:pt x="90313" y="3147"/>
                      <a:pt x="72787" y="8911"/>
                      <a:pt x="50727" y="24383"/>
                    </a:cubicBezTo>
                    <a:cubicBezTo>
                      <a:pt x="18092" y="47744"/>
                      <a:pt x="263" y="82328"/>
                      <a:pt x="263" y="122981"/>
                    </a:cubicBezTo>
                    <a:cubicBezTo>
                      <a:pt x="263" y="149375"/>
                      <a:pt x="8422" y="176072"/>
                      <a:pt x="21416" y="191241"/>
                    </a:cubicBezTo>
                    <a:cubicBezTo>
                      <a:pt x="32899" y="204589"/>
                      <a:pt x="49216" y="211870"/>
                      <a:pt x="67952" y="211870"/>
                    </a:cubicBezTo>
                    <a:cubicBezTo>
                      <a:pt x="105422" y="211870"/>
                      <a:pt x="131410" y="183049"/>
                      <a:pt x="131410" y="141183"/>
                    </a:cubicBezTo>
                    <a:cubicBezTo>
                      <a:pt x="131410" y="102351"/>
                      <a:pt x="109351" y="77778"/>
                      <a:pt x="74600" y="77778"/>
                    </a:cubicBezTo>
                    <a:cubicBezTo>
                      <a:pt x="61304" y="77778"/>
                      <a:pt x="54958" y="79901"/>
                      <a:pt x="35920" y="91430"/>
                    </a:cubicBezTo>
                    <a:cubicBezTo>
                      <a:pt x="44079" y="45620"/>
                      <a:pt x="77924" y="12855"/>
                      <a:pt x="125367" y="4967"/>
                    </a:cubicBezTo>
                    <a:lnTo>
                      <a:pt x="124762" y="113"/>
                    </a:lnTo>
                    <a:close/>
                    <a:moveTo>
                      <a:pt x="63117" y="91733"/>
                    </a:moveTo>
                    <a:cubicBezTo>
                      <a:pt x="89105" y="91733"/>
                      <a:pt x="104214" y="113576"/>
                      <a:pt x="104214" y="151498"/>
                    </a:cubicBezTo>
                    <a:cubicBezTo>
                      <a:pt x="104214" y="184870"/>
                      <a:pt x="92429" y="203376"/>
                      <a:pt x="71276" y="203376"/>
                    </a:cubicBezTo>
                    <a:cubicBezTo>
                      <a:pt x="44684" y="203376"/>
                      <a:pt x="28366" y="174858"/>
                      <a:pt x="28366" y="127835"/>
                    </a:cubicBezTo>
                    <a:cubicBezTo>
                      <a:pt x="28366" y="112363"/>
                      <a:pt x="30783" y="103868"/>
                      <a:pt x="36827" y="99318"/>
                    </a:cubicBezTo>
                    <a:cubicBezTo>
                      <a:pt x="43173" y="94463"/>
                      <a:pt x="52540" y="91733"/>
                      <a:pt x="63117" y="917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AD5ABCD5-2FA5-5397-62B6-8E55C02887FB}"/>
                  </a:ext>
                </a:extLst>
              </p:cNvPr>
              <p:cNvSpPr/>
              <p:nvPr>
                <p:custDataLst>
                  <p:tags r:id="rId138"/>
                </p:custDataLst>
              </p:nvPr>
            </p:nvSpPr>
            <p:spPr>
              <a:xfrm>
                <a:off x="10703915" y="5800286"/>
                <a:ext cx="117549" cy="209329"/>
              </a:xfrm>
              <a:custGeom>
                <a:avLst/>
                <a:gdLst>
                  <a:gd name="connsiteX0" fmla="*/ 33508 w 117549"/>
                  <a:gd name="connsiteY0" fmla="*/ 105082 h 209329"/>
                  <a:gd name="connsiteX1" fmla="*/ 65539 w 117549"/>
                  <a:gd name="connsiteY1" fmla="*/ 108419 h 209329"/>
                  <a:gd name="connsiteX2" fmla="*/ 96060 w 117549"/>
                  <a:gd name="connsiteY2" fmla="*/ 153319 h 209329"/>
                  <a:gd name="connsiteX3" fmla="*/ 56474 w 117549"/>
                  <a:gd name="connsiteY3" fmla="*/ 198522 h 209329"/>
                  <a:gd name="connsiteX4" fmla="*/ 31090 w 117549"/>
                  <a:gd name="connsiteY4" fmla="*/ 189117 h 209329"/>
                  <a:gd name="connsiteX5" fmla="*/ 11751 w 117549"/>
                  <a:gd name="connsiteY5" fmla="*/ 181533 h 209329"/>
                  <a:gd name="connsiteX6" fmla="*/ 268 w 117549"/>
                  <a:gd name="connsiteY6" fmla="*/ 192151 h 209329"/>
                  <a:gd name="connsiteX7" fmla="*/ 34414 w 117549"/>
                  <a:gd name="connsiteY7" fmla="*/ 209443 h 209329"/>
                  <a:gd name="connsiteX8" fmla="*/ 95758 w 117549"/>
                  <a:gd name="connsiteY8" fmla="*/ 189117 h 209329"/>
                  <a:gd name="connsiteX9" fmla="*/ 117817 w 117549"/>
                  <a:gd name="connsiteY9" fmla="*/ 138756 h 209329"/>
                  <a:gd name="connsiteX10" fmla="*/ 104219 w 117549"/>
                  <a:gd name="connsiteY10" fmla="*/ 99621 h 209329"/>
                  <a:gd name="connsiteX11" fmla="*/ 79138 w 117549"/>
                  <a:gd name="connsiteY11" fmla="*/ 83542 h 209329"/>
                  <a:gd name="connsiteX12" fmla="*/ 107543 w 117549"/>
                  <a:gd name="connsiteY12" fmla="*/ 41676 h 209329"/>
                  <a:gd name="connsiteX13" fmla="*/ 60402 w 117549"/>
                  <a:gd name="connsiteY13" fmla="*/ 113 h 209329"/>
                  <a:gd name="connsiteX14" fmla="*/ 21118 w 117549"/>
                  <a:gd name="connsiteY14" fmla="*/ 14979 h 209329"/>
                  <a:gd name="connsiteX15" fmla="*/ 872 w 117549"/>
                  <a:gd name="connsiteY15" fmla="*/ 49260 h 209329"/>
                  <a:gd name="connsiteX16" fmla="*/ 5405 w 117549"/>
                  <a:gd name="connsiteY16" fmla="*/ 50474 h 209329"/>
                  <a:gd name="connsiteX17" fmla="*/ 50430 w 117549"/>
                  <a:gd name="connsiteY17" fmla="*/ 18316 h 209329"/>
                  <a:gd name="connsiteX18" fmla="*/ 83670 w 117549"/>
                  <a:gd name="connsiteY18" fmla="*/ 50777 h 209329"/>
                  <a:gd name="connsiteX19" fmla="*/ 71583 w 117549"/>
                  <a:gd name="connsiteY19" fmla="*/ 80205 h 209329"/>
                  <a:gd name="connsiteX20" fmla="*/ 33508 w 117549"/>
                  <a:gd name="connsiteY20" fmla="*/ 101138 h 209329"/>
                  <a:gd name="connsiteX21" fmla="*/ 33508 w 117549"/>
                  <a:gd name="connsiteY21" fmla="*/ 105082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508" y="105082"/>
                    </a:moveTo>
                    <a:cubicBezTo>
                      <a:pt x="51337" y="105082"/>
                      <a:pt x="58287" y="105688"/>
                      <a:pt x="65539" y="108419"/>
                    </a:cubicBezTo>
                    <a:cubicBezTo>
                      <a:pt x="84275" y="115093"/>
                      <a:pt x="96060" y="132386"/>
                      <a:pt x="96060" y="153319"/>
                    </a:cubicBezTo>
                    <a:cubicBezTo>
                      <a:pt x="96060" y="178802"/>
                      <a:pt x="78835" y="198522"/>
                      <a:pt x="56474" y="198522"/>
                    </a:cubicBezTo>
                    <a:cubicBezTo>
                      <a:pt x="48315" y="198522"/>
                      <a:pt x="42271" y="196398"/>
                      <a:pt x="31090" y="189117"/>
                    </a:cubicBezTo>
                    <a:cubicBezTo>
                      <a:pt x="22025" y="183656"/>
                      <a:pt x="16888" y="181533"/>
                      <a:pt x="11751" y="181533"/>
                    </a:cubicBezTo>
                    <a:cubicBezTo>
                      <a:pt x="4800" y="181533"/>
                      <a:pt x="268" y="185780"/>
                      <a:pt x="268" y="192151"/>
                    </a:cubicBezTo>
                    <a:cubicBezTo>
                      <a:pt x="268" y="202769"/>
                      <a:pt x="13262" y="209443"/>
                      <a:pt x="34414" y="209443"/>
                    </a:cubicBezTo>
                    <a:cubicBezTo>
                      <a:pt x="57683" y="209443"/>
                      <a:pt x="81555" y="201555"/>
                      <a:pt x="95758" y="189117"/>
                    </a:cubicBezTo>
                    <a:cubicBezTo>
                      <a:pt x="109960" y="176679"/>
                      <a:pt x="117817" y="159083"/>
                      <a:pt x="117817" y="138756"/>
                    </a:cubicBezTo>
                    <a:cubicBezTo>
                      <a:pt x="117817" y="123284"/>
                      <a:pt x="112982" y="109026"/>
                      <a:pt x="104219" y="99621"/>
                    </a:cubicBezTo>
                    <a:cubicBezTo>
                      <a:pt x="98175" y="92947"/>
                      <a:pt x="92434" y="89306"/>
                      <a:pt x="79138" y="83542"/>
                    </a:cubicBezTo>
                    <a:cubicBezTo>
                      <a:pt x="99988" y="69283"/>
                      <a:pt x="107543" y="58058"/>
                      <a:pt x="107543" y="41676"/>
                    </a:cubicBezTo>
                    <a:cubicBezTo>
                      <a:pt x="107543" y="17102"/>
                      <a:pt x="88203" y="113"/>
                      <a:pt x="60402" y="113"/>
                    </a:cubicBezTo>
                    <a:cubicBezTo>
                      <a:pt x="45293" y="113"/>
                      <a:pt x="31997" y="5271"/>
                      <a:pt x="21118" y="14979"/>
                    </a:cubicBezTo>
                    <a:cubicBezTo>
                      <a:pt x="12053" y="23170"/>
                      <a:pt x="7520" y="31058"/>
                      <a:pt x="872" y="49260"/>
                    </a:cubicBezTo>
                    <a:lnTo>
                      <a:pt x="5405" y="50474"/>
                    </a:lnTo>
                    <a:cubicBezTo>
                      <a:pt x="17794" y="28327"/>
                      <a:pt x="31393" y="18316"/>
                      <a:pt x="50430" y="18316"/>
                    </a:cubicBezTo>
                    <a:cubicBezTo>
                      <a:pt x="70072" y="18316"/>
                      <a:pt x="83670" y="31665"/>
                      <a:pt x="83670" y="50777"/>
                    </a:cubicBezTo>
                    <a:cubicBezTo>
                      <a:pt x="83670" y="61699"/>
                      <a:pt x="79138" y="72620"/>
                      <a:pt x="71583" y="80205"/>
                    </a:cubicBezTo>
                    <a:cubicBezTo>
                      <a:pt x="62517" y="89306"/>
                      <a:pt x="54056" y="93857"/>
                      <a:pt x="33508" y="101138"/>
                    </a:cubicBezTo>
                    <a:lnTo>
                      <a:pt x="33508" y="105082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7417DC50-9C8A-3988-0A3F-558FA182F18A}"/>
                  </a:ext>
                </a:extLst>
              </p:cNvPr>
              <p:cNvSpPr/>
              <p:nvPr>
                <p:custDataLst>
                  <p:tags r:id="rId139"/>
                </p:custDataLst>
              </p:nvPr>
            </p:nvSpPr>
            <p:spPr>
              <a:xfrm>
                <a:off x="10849832" y="5800286"/>
                <a:ext cx="136586" cy="209329"/>
              </a:xfrm>
              <a:custGeom>
                <a:avLst/>
                <a:gdLst>
                  <a:gd name="connsiteX0" fmla="*/ 69775 w 136586"/>
                  <a:gd name="connsiteY0" fmla="*/ 113 h 209329"/>
                  <a:gd name="connsiteX1" fmla="*/ 29282 w 136586"/>
                  <a:gd name="connsiteY1" fmla="*/ 15889 h 209329"/>
                  <a:gd name="connsiteX2" fmla="*/ 273 w 136586"/>
                  <a:gd name="connsiteY2" fmla="*/ 103261 h 209329"/>
                  <a:gd name="connsiteX3" fmla="*/ 24447 w 136586"/>
                  <a:gd name="connsiteY3" fmla="*/ 188814 h 209329"/>
                  <a:gd name="connsiteX4" fmla="*/ 68566 w 136586"/>
                  <a:gd name="connsiteY4" fmla="*/ 209443 h 209329"/>
                  <a:gd name="connsiteX5" fmla="*/ 107850 w 136586"/>
                  <a:gd name="connsiteY5" fmla="*/ 193668 h 209329"/>
                  <a:gd name="connsiteX6" fmla="*/ 136859 w 136586"/>
                  <a:gd name="connsiteY6" fmla="*/ 105082 h 209329"/>
                  <a:gd name="connsiteX7" fmla="*/ 69775 w 136586"/>
                  <a:gd name="connsiteY7" fmla="*/ 113 h 209329"/>
                  <a:gd name="connsiteX8" fmla="*/ 68868 w 136586"/>
                  <a:gd name="connsiteY8" fmla="*/ 8001 h 209329"/>
                  <a:gd name="connsiteX9" fmla="*/ 107850 w 136586"/>
                  <a:gd name="connsiteY9" fmla="*/ 105688 h 209329"/>
                  <a:gd name="connsiteX10" fmla="*/ 68566 w 136586"/>
                  <a:gd name="connsiteY10" fmla="*/ 201555 h 209329"/>
                  <a:gd name="connsiteX11" fmla="*/ 29282 w 136586"/>
                  <a:gd name="connsiteY11" fmla="*/ 105992 h 209329"/>
                  <a:gd name="connsiteX12" fmla="*/ 68868 w 136586"/>
                  <a:gd name="connsiteY12" fmla="*/ 8001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75" y="113"/>
                    </a:moveTo>
                    <a:cubicBezTo>
                      <a:pt x="53155" y="113"/>
                      <a:pt x="40463" y="5271"/>
                      <a:pt x="29282" y="15889"/>
                    </a:cubicBezTo>
                    <a:cubicBezTo>
                      <a:pt x="11756" y="32878"/>
                      <a:pt x="273" y="67766"/>
                      <a:pt x="273" y="103261"/>
                    </a:cubicBezTo>
                    <a:cubicBezTo>
                      <a:pt x="273" y="136329"/>
                      <a:pt x="10245" y="171825"/>
                      <a:pt x="24447" y="188814"/>
                    </a:cubicBezTo>
                    <a:cubicBezTo>
                      <a:pt x="35628" y="202162"/>
                      <a:pt x="51039" y="209443"/>
                      <a:pt x="68566" y="209443"/>
                    </a:cubicBezTo>
                    <a:cubicBezTo>
                      <a:pt x="83977" y="209443"/>
                      <a:pt x="96971" y="204286"/>
                      <a:pt x="107850" y="193668"/>
                    </a:cubicBezTo>
                    <a:cubicBezTo>
                      <a:pt x="125376" y="176982"/>
                      <a:pt x="136859" y="141790"/>
                      <a:pt x="136859" y="105082"/>
                    </a:cubicBezTo>
                    <a:cubicBezTo>
                      <a:pt x="136859" y="42889"/>
                      <a:pt x="109361" y="113"/>
                      <a:pt x="69775" y="113"/>
                    </a:cubicBezTo>
                    <a:close/>
                    <a:moveTo>
                      <a:pt x="68868" y="8001"/>
                    </a:moveTo>
                    <a:cubicBezTo>
                      <a:pt x="94252" y="8001"/>
                      <a:pt x="107850" y="42283"/>
                      <a:pt x="107850" y="105688"/>
                    </a:cubicBezTo>
                    <a:cubicBezTo>
                      <a:pt x="107850" y="169094"/>
                      <a:pt x="94554" y="201555"/>
                      <a:pt x="68566" y="201555"/>
                    </a:cubicBezTo>
                    <a:cubicBezTo>
                      <a:pt x="42578" y="201555"/>
                      <a:pt x="29282" y="169094"/>
                      <a:pt x="29282" y="105992"/>
                    </a:cubicBezTo>
                    <a:cubicBezTo>
                      <a:pt x="29282" y="41676"/>
                      <a:pt x="42881" y="8001"/>
                      <a:pt x="68868" y="80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BA512A9B-B6EF-3E12-B545-83D6CF54B66E}"/>
                  </a:ext>
                </a:extLst>
              </p:cNvPr>
              <p:cNvSpPr/>
              <p:nvPr>
                <p:custDataLst>
                  <p:tags r:id="rId140"/>
                </p:custDataLst>
              </p:nvPr>
            </p:nvSpPr>
            <p:spPr>
              <a:xfrm>
                <a:off x="11001490" y="5800286"/>
                <a:ext cx="136586" cy="209329"/>
              </a:xfrm>
              <a:custGeom>
                <a:avLst/>
                <a:gdLst>
                  <a:gd name="connsiteX0" fmla="*/ 69780 w 136586"/>
                  <a:gd name="connsiteY0" fmla="*/ 113 h 209329"/>
                  <a:gd name="connsiteX1" fmla="*/ 29287 w 136586"/>
                  <a:gd name="connsiteY1" fmla="*/ 15889 h 209329"/>
                  <a:gd name="connsiteX2" fmla="*/ 278 w 136586"/>
                  <a:gd name="connsiteY2" fmla="*/ 103261 h 209329"/>
                  <a:gd name="connsiteX3" fmla="*/ 24452 w 136586"/>
                  <a:gd name="connsiteY3" fmla="*/ 188814 h 209329"/>
                  <a:gd name="connsiteX4" fmla="*/ 68571 w 136586"/>
                  <a:gd name="connsiteY4" fmla="*/ 209443 h 209329"/>
                  <a:gd name="connsiteX5" fmla="*/ 107855 w 136586"/>
                  <a:gd name="connsiteY5" fmla="*/ 193668 h 209329"/>
                  <a:gd name="connsiteX6" fmla="*/ 136864 w 136586"/>
                  <a:gd name="connsiteY6" fmla="*/ 105082 h 209329"/>
                  <a:gd name="connsiteX7" fmla="*/ 69780 w 136586"/>
                  <a:gd name="connsiteY7" fmla="*/ 113 h 209329"/>
                  <a:gd name="connsiteX8" fmla="*/ 68873 w 136586"/>
                  <a:gd name="connsiteY8" fmla="*/ 8001 h 209329"/>
                  <a:gd name="connsiteX9" fmla="*/ 107855 w 136586"/>
                  <a:gd name="connsiteY9" fmla="*/ 105688 h 209329"/>
                  <a:gd name="connsiteX10" fmla="*/ 68571 w 136586"/>
                  <a:gd name="connsiteY10" fmla="*/ 201555 h 209329"/>
                  <a:gd name="connsiteX11" fmla="*/ 29287 w 136586"/>
                  <a:gd name="connsiteY11" fmla="*/ 105992 h 209329"/>
                  <a:gd name="connsiteX12" fmla="*/ 68873 w 136586"/>
                  <a:gd name="connsiteY12" fmla="*/ 8001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80" y="113"/>
                    </a:moveTo>
                    <a:cubicBezTo>
                      <a:pt x="53160" y="113"/>
                      <a:pt x="40468" y="5271"/>
                      <a:pt x="29287" y="15889"/>
                    </a:cubicBezTo>
                    <a:cubicBezTo>
                      <a:pt x="11761" y="32878"/>
                      <a:pt x="278" y="67766"/>
                      <a:pt x="278" y="103261"/>
                    </a:cubicBezTo>
                    <a:cubicBezTo>
                      <a:pt x="278" y="136329"/>
                      <a:pt x="10250" y="171825"/>
                      <a:pt x="24452" y="188814"/>
                    </a:cubicBezTo>
                    <a:cubicBezTo>
                      <a:pt x="35633" y="202162"/>
                      <a:pt x="51044" y="209443"/>
                      <a:pt x="68571" y="209443"/>
                    </a:cubicBezTo>
                    <a:cubicBezTo>
                      <a:pt x="83982" y="209443"/>
                      <a:pt x="96976" y="204286"/>
                      <a:pt x="107855" y="193668"/>
                    </a:cubicBezTo>
                    <a:cubicBezTo>
                      <a:pt x="125381" y="176982"/>
                      <a:pt x="136864" y="141790"/>
                      <a:pt x="136864" y="105082"/>
                    </a:cubicBezTo>
                    <a:cubicBezTo>
                      <a:pt x="136864" y="42889"/>
                      <a:pt x="109366" y="113"/>
                      <a:pt x="69780" y="113"/>
                    </a:cubicBezTo>
                    <a:close/>
                    <a:moveTo>
                      <a:pt x="68873" y="8001"/>
                    </a:moveTo>
                    <a:cubicBezTo>
                      <a:pt x="94257" y="8001"/>
                      <a:pt x="107855" y="42283"/>
                      <a:pt x="107855" y="105688"/>
                    </a:cubicBezTo>
                    <a:cubicBezTo>
                      <a:pt x="107855" y="169094"/>
                      <a:pt x="94559" y="201555"/>
                      <a:pt x="68571" y="201555"/>
                    </a:cubicBezTo>
                    <a:cubicBezTo>
                      <a:pt x="42583" y="201555"/>
                      <a:pt x="29287" y="169094"/>
                      <a:pt x="29287" y="105992"/>
                    </a:cubicBezTo>
                    <a:cubicBezTo>
                      <a:pt x="29287" y="41676"/>
                      <a:pt x="42885" y="8001"/>
                      <a:pt x="68873" y="80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807BDF6E-4752-9C93-5FB9-42AC9206E804}"/>
                  </a:ext>
                </a:extLst>
              </p:cNvPr>
              <p:cNvSpPr/>
              <p:nvPr>
                <p:custDataLst>
                  <p:tags r:id="rId141"/>
                </p:custDataLst>
              </p:nvPr>
            </p:nvSpPr>
            <p:spPr>
              <a:xfrm>
                <a:off x="11153148" y="5800286"/>
                <a:ext cx="136586" cy="209329"/>
              </a:xfrm>
              <a:custGeom>
                <a:avLst/>
                <a:gdLst>
                  <a:gd name="connsiteX0" fmla="*/ 69785 w 136586"/>
                  <a:gd name="connsiteY0" fmla="*/ 113 h 209329"/>
                  <a:gd name="connsiteX1" fmla="*/ 29292 w 136586"/>
                  <a:gd name="connsiteY1" fmla="*/ 15889 h 209329"/>
                  <a:gd name="connsiteX2" fmla="*/ 283 w 136586"/>
                  <a:gd name="connsiteY2" fmla="*/ 103261 h 209329"/>
                  <a:gd name="connsiteX3" fmla="*/ 24457 w 136586"/>
                  <a:gd name="connsiteY3" fmla="*/ 188814 h 209329"/>
                  <a:gd name="connsiteX4" fmla="*/ 68576 w 136586"/>
                  <a:gd name="connsiteY4" fmla="*/ 209443 h 209329"/>
                  <a:gd name="connsiteX5" fmla="*/ 107860 w 136586"/>
                  <a:gd name="connsiteY5" fmla="*/ 193668 h 209329"/>
                  <a:gd name="connsiteX6" fmla="*/ 136869 w 136586"/>
                  <a:gd name="connsiteY6" fmla="*/ 105082 h 209329"/>
                  <a:gd name="connsiteX7" fmla="*/ 69785 w 136586"/>
                  <a:gd name="connsiteY7" fmla="*/ 113 h 209329"/>
                  <a:gd name="connsiteX8" fmla="*/ 68878 w 136586"/>
                  <a:gd name="connsiteY8" fmla="*/ 8001 h 209329"/>
                  <a:gd name="connsiteX9" fmla="*/ 107860 w 136586"/>
                  <a:gd name="connsiteY9" fmla="*/ 105688 h 209329"/>
                  <a:gd name="connsiteX10" fmla="*/ 68576 w 136586"/>
                  <a:gd name="connsiteY10" fmla="*/ 201555 h 209329"/>
                  <a:gd name="connsiteX11" fmla="*/ 29292 w 136586"/>
                  <a:gd name="connsiteY11" fmla="*/ 105992 h 209329"/>
                  <a:gd name="connsiteX12" fmla="*/ 68878 w 136586"/>
                  <a:gd name="connsiteY12" fmla="*/ 8001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85" y="113"/>
                    </a:moveTo>
                    <a:cubicBezTo>
                      <a:pt x="53165" y="113"/>
                      <a:pt x="40473" y="5271"/>
                      <a:pt x="29292" y="15889"/>
                    </a:cubicBezTo>
                    <a:cubicBezTo>
                      <a:pt x="11766" y="32878"/>
                      <a:pt x="283" y="67766"/>
                      <a:pt x="283" y="103261"/>
                    </a:cubicBezTo>
                    <a:cubicBezTo>
                      <a:pt x="283" y="136329"/>
                      <a:pt x="10255" y="171825"/>
                      <a:pt x="24457" y="188814"/>
                    </a:cubicBezTo>
                    <a:cubicBezTo>
                      <a:pt x="35638" y="202162"/>
                      <a:pt x="51049" y="209443"/>
                      <a:pt x="68576" y="209443"/>
                    </a:cubicBezTo>
                    <a:cubicBezTo>
                      <a:pt x="83987" y="209443"/>
                      <a:pt x="96981" y="204286"/>
                      <a:pt x="107860" y="193668"/>
                    </a:cubicBezTo>
                    <a:cubicBezTo>
                      <a:pt x="125386" y="176982"/>
                      <a:pt x="136869" y="141790"/>
                      <a:pt x="136869" y="105082"/>
                    </a:cubicBezTo>
                    <a:cubicBezTo>
                      <a:pt x="136869" y="42889"/>
                      <a:pt x="109371" y="113"/>
                      <a:pt x="69785" y="113"/>
                    </a:cubicBezTo>
                    <a:close/>
                    <a:moveTo>
                      <a:pt x="68878" y="8001"/>
                    </a:moveTo>
                    <a:cubicBezTo>
                      <a:pt x="94262" y="8001"/>
                      <a:pt x="107860" y="42283"/>
                      <a:pt x="107860" y="105688"/>
                    </a:cubicBezTo>
                    <a:cubicBezTo>
                      <a:pt x="107860" y="169094"/>
                      <a:pt x="94564" y="201555"/>
                      <a:pt x="68576" y="201555"/>
                    </a:cubicBezTo>
                    <a:cubicBezTo>
                      <a:pt x="42588" y="201555"/>
                      <a:pt x="29292" y="169094"/>
                      <a:pt x="29292" y="105992"/>
                    </a:cubicBezTo>
                    <a:cubicBezTo>
                      <a:pt x="29292" y="41676"/>
                      <a:pt x="42890" y="8001"/>
                      <a:pt x="68878" y="80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47FD49EF-939D-9F3B-1CC5-E98D4B0CCEF8}"/>
                  </a:ext>
                </a:extLst>
              </p:cNvPr>
              <p:cNvSpPr/>
              <p:nvPr>
                <p:custDataLst>
                  <p:tags r:id="rId142"/>
                </p:custDataLst>
              </p:nvPr>
            </p:nvSpPr>
            <p:spPr>
              <a:xfrm>
                <a:off x="11558089" y="5749578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44E8E1EA-64CF-6442-44BD-B959D08642FC}"/>
                  </a:ext>
                </a:extLst>
              </p:cNvPr>
              <p:cNvSpPr/>
              <p:nvPr>
                <p:custDataLst>
                  <p:tags r:id="rId143"/>
                </p:custDataLst>
              </p:nvPr>
            </p:nvSpPr>
            <p:spPr>
              <a:xfrm>
                <a:off x="4875533" y="6114995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0 h 12180"/>
                  <a:gd name="connsiteX3" fmla="*/ 0 w 6694687"/>
                  <a:gd name="connsiteY3" fmla="*/ 12180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0"/>
                    </a:lnTo>
                    <a:lnTo>
                      <a:pt x="0" y="1218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27A50A97-7994-B8A8-4080-AF0BA7C94F90}"/>
                  </a:ext>
                </a:extLst>
              </p:cNvPr>
              <p:cNvSpPr/>
              <p:nvPr>
                <p:custDataLst>
                  <p:tags r:id="rId144"/>
                </p:custDataLst>
              </p:nvPr>
            </p:nvSpPr>
            <p:spPr>
              <a:xfrm>
                <a:off x="4875533" y="612717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32525852-5601-B2DE-1A70-E5E32D6649FA}"/>
                  </a:ext>
                </a:extLst>
              </p:cNvPr>
              <p:cNvSpPr/>
              <p:nvPr>
                <p:custDataLst>
                  <p:tags r:id="rId145"/>
                </p:custDataLst>
              </p:nvPr>
            </p:nvSpPr>
            <p:spPr>
              <a:xfrm>
                <a:off x="5458770" y="6177883"/>
                <a:ext cx="136586" cy="209329"/>
              </a:xfrm>
              <a:custGeom>
                <a:avLst/>
                <a:gdLst>
                  <a:gd name="connsiteX0" fmla="*/ 69598 w 136586"/>
                  <a:gd name="connsiteY0" fmla="*/ 126 h 209329"/>
                  <a:gd name="connsiteX1" fmla="*/ 29105 w 136586"/>
                  <a:gd name="connsiteY1" fmla="*/ 15901 h 209329"/>
                  <a:gd name="connsiteX2" fmla="*/ 96 w 136586"/>
                  <a:gd name="connsiteY2" fmla="*/ 103274 h 209329"/>
                  <a:gd name="connsiteX3" fmla="*/ 24270 w 136586"/>
                  <a:gd name="connsiteY3" fmla="*/ 188826 h 209329"/>
                  <a:gd name="connsiteX4" fmla="*/ 68389 w 136586"/>
                  <a:gd name="connsiteY4" fmla="*/ 209456 h 209329"/>
                  <a:gd name="connsiteX5" fmla="*/ 107673 w 136586"/>
                  <a:gd name="connsiteY5" fmla="*/ 193680 h 209329"/>
                  <a:gd name="connsiteX6" fmla="*/ 136682 w 136586"/>
                  <a:gd name="connsiteY6" fmla="*/ 105094 h 209329"/>
                  <a:gd name="connsiteX7" fmla="*/ 69598 w 136586"/>
                  <a:gd name="connsiteY7" fmla="*/ 126 h 209329"/>
                  <a:gd name="connsiteX8" fmla="*/ 68691 w 136586"/>
                  <a:gd name="connsiteY8" fmla="*/ 8014 h 209329"/>
                  <a:gd name="connsiteX9" fmla="*/ 107673 w 136586"/>
                  <a:gd name="connsiteY9" fmla="*/ 105701 h 209329"/>
                  <a:gd name="connsiteX10" fmla="*/ 68389 w 136586"/>
                  <a:gd name="connsiteY10" fmla="*/ 201568 h 209329"/>
                  <a:gd name="connsiteX11" fmla="*/ 29105 w 136586"/>
                  <a:gd name="connsiteY11" fmla="*/ 106004 h 209329"/>
                  <a:gd name="connsiteX12" fmla="*/ 68691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598" y="126"/>
                    </a:moveTo>
                    <a:cubicBezTo>
                      <a:pt x="52978" y="126"/>
                      <a:pt x="40286" y="5283"/>
                      <a:pt x="29105" y="15901"/>
                    </a:cubicBezTo>
                    <a:cubicBezTo>
                      <a:pt x="11579" y="32890"/>
                      <a:pt x="96" y="67779"/>
                      <a:pt x="96" y="103274"/>
                    </a:cubicBezTo>
                    <a:cubicBezTo>
                      <a:pt x="96" y="136342"/>
                      <a:pt x="10068" y="171837"/>
                      <a:pt x="24270" y="188826"/>
                    </a:cubicBezTo>
                    <a:cubicBezTo>
                      <a:pt x="35451" y="202175"/>
                      <a:pt x="50862" y="209456"/>
                      <a:pt x="68389" y="209456"/>
                    </a:cubicBezTo>
                    <a:cubicBezTo>
                      <a:pt x="83800" y="209456"/>
                      <a:pt x="96794" y="204298"/>
                      <a:pt x="107673" y="193680"/>
                    </a:cubicBezTo>
                    <a:cubicBezTo>
                      <a:pt x="125199" y="176994"/>
                      <a:pt x="136682" y="141803"/>
                      <a:pt x="136682" y="105094"/>
                    </a:cubicBezTo>
                    <a:cubicBezTo>
                      <a:pt x="136682" y="42902"/>
                      <a:pt x="109184" y="126"/>
                      <a:pt x="69598" y="126"/>
                    </a:cubicBezTo>
                    <a:close/>
                    <a:moveTo>
                      <a:pt x="68691" y="8014"/>
                    </a:moveTo>
                    <a:cubicBezTo>
                      <a:pt x="94075" y="8014"/>
                      <a:pt x="107673" y="42295"/>
                      <a:pt x="107673" y="105701"/>
                    </a:cubicBezTo>
                    <a:cubicBezTo>
                      <a:pt x="107673" y="169106"/>
                      <a:pt x="94377" y="201568"/>
                      <a:pt x="68389" y="201568"/>
                    </a:cubicBezTo>
                    <a:cubicBezTo>
                      <a:pt x="42401" y="201568"/>
                      <a:pt x="29105" y="169107"/>
                      <a:pt x="29105" y="106004"/>
                    </a:cubicBezTo>
                    <a:cubicBezTo>
                      <a:pt x="29105" y="41688"/>
                      <a:pt x="42703" y="8014"/>
                      <a:pt x="68691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7105A2CE-C92B-65CA-E59F-61E43AC06E3B}"/>
                  </a:ext>
                </a:extLst>
              </p:cNvPr>
              <p:cNvSpPr/>
              <p:nvPr>
                <p:custDataLst>
                  <p:tags r:id="rId146"/>
                </p:custDataLst>
              </p:nvPr>
            </p:nvSpPr>
            <p:spPr>
              <a:xfrm>
                <a:off x="5624328" y="6352628"/>
                <a:ext cx="33542" cy="33674"/>
              </a:xfrm>
              <a:custGeom>
                <a:avLst/>
                <a:gdLst>
                  <a:gd name="connsiteX0" fmla="*/ 16721 w 33542"/>
                  <a:gd name="connsiteY0" fmla="*/ 126 h 33674"/>
                  <a:gd name="connsiteX1" fmla="*/ 101 w 33542"/>
                  <a:gd name="connsiteY1" fmla="*/ 17418 h 33674"/>
                  <a:gd name="connsiteX2" fmla="*/ 16419 w 33542"/>
                  <a:gd name="connsiteY2" fmla="*/ 33801 h 33674"/>
                  <a:gd name="connsiteX3" fmla="*/ 33643 w 33542"/>
                  <a:gd name="connsiteY3" fmla="*/ 17418 h 33674"/>
                  <a:gd name="connsiteX4" fmla="*/ 16721 w 33542"/>
                  <a:gd name="connsiteY4" fmla="*/ 12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21" y="126"/>
                    </a:moveTo>
                    <a:cubicBezTo>
                      <a:pt x="7655" y="126"/>
                      <a:pt x="101" y="8014"/>
                      <a:pt x="101" y="17418"/>
                    </a:cubicBezTo>
                    <a:cubicBezTo>
                      <a:pt x="101" y="26216"/>
                      <a:pt x="7655" y="33801"/>
                      <a:pt x="16419" y="33801"/>
                    </a:cubicBezTo>
                    <a:cubicBezTo>
                      <a:pt x="25786" y="33801"/>
                      <a:pt x="33643" y="26216"/>
                      <a:pt x="33643" y="17418"/>
                    </a:cubicBezTo>
                    <a:cubicBezTo>
                      <a:pt x="33643" y="8014"/>
                      <a:pt x="25786" y="126"/>
                      <a:pt x="16721" y="1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53091DFE-A816-3BB2-6C56-B87EB88FA857}"/>
                  </a:ext>
                </a:extLst>
              </p:cNvPr>
              <p:cNvSpPr/>
              <p:nvPr>
                <p:custDataLst>
                  <p:tags r:id="rId147"/>
                </p:custDataLst>
              </p:nvPr>
            </p:nvSpPr>
            <p:spPr>
              <a:xfrm>
                <a:off x="5691998" y="6177883"/>
                <a:ext cx="117549" cy="209329"/>
              </a:xfrm>
              <a:custGeom>
                <a:avLst/>
                <a:gdLst>
                  <a:gd name="connsiteX0" fmla="*/ 33343 w 117549"/>
                  <a:gd name="connsiteY0" fmla="*/ 105094 h 209329"/>
                  <a:gd name="connsiteX1" fmla="*/ 65375 w 117549"/>
                  <a:gd name="connsiteY1" fmla="*/ 108431 h 209329"/>
                  <a:gd name="connsiteX2" fmla="*/ 95895 w 117549"/>
                  <a:gd name="connsiteY2" fmla="*/ 153331 h 209329"/>
                  <a:gd name="connsiteX3" fmla="*/ 56309 w 117549"/>
                  <a:gd name="connsiteY3" fmla="*/ 198534 h 209329"/>
                  <a:gd name="connsiteX4" fmla="*/ 30926 w 117549"/>
                  <a:gd name="connsiteY4" fmla="*/ 189129 h 209329"/>
                  <a:gd name="connsiteX5" fmla="*/ 11586 w 117549"/>
                  <a:gd name="connsiteY5" fmla="*/ 181545 h 209329"/>
                  <a:gd name="connsiteX6" fmla="*/ 103 w 117549"/>
                  <a:gd name="connsiteY6" fmla="*/ 192163 h 209329"/>
                  <a:gd name="connsiteX7" fmla="*/ 34250 w 117549"/>
                  <a:gd name="connsiteY7" fmla="*/ 209456 h 209329"/>
                  <a:gd name="connsiteX8" fmla="*/ 95593 w 117549"/>
                  <a:gd name="connsiteY8" fmla="*/ 189129 h 209329"/>
                  <a:gd name="connsiteX9" fmla="*/ 117652 w 117549"/>
                  <a:gd name="connsiteY9" fmla="*/ 138769 h 209329"/>
                  <a:gd name="connsiteX10" fmla="*/ 104054 w 117549"/>
                  <a:gd name="connsiteY10" fmla="*/ 99633 h 209329"/>
                  <a:gd name="connsiteX11" fmla="*/ 78973 w 117549"/>
                  <a:gd name="connsiteY11" fmla="*/ 83554 h 209329"/>
                  <a:gd name="connsiteX12" fmla="*/ 107378 w 117549"/>
                  <a:gd name="connsiteY12" fmla="*/ 41688 h 209329"/>
                  <a:gd name="connsiteX13" fmla="*/ 60238 w 117549"/>
                  <a:gd name="connsiteY13" fmla="*/ 126 h 209329"/>
                  <a:gd name="connsiteX14" fmla="*/ 20954 w 117549"/>
                  <a:gd name="connsiteY14" fmla="*/ 14991 h 209329"/>
                  <a:gd name="connsiteX15" fmla="*/ 707 w 117549"/>
                  <a:gd name="connsiteY15" fmla="*/ 49273 h 209329"/>
                  <a:gd name="connsiteX16" fmla="*/ 5240 w 117549"/>
                  <a:gd name="connsiteY16" fmla="*/ 50486 h 209329"/>
                  <a:gd name="connsiteX17" fmla="*/ 50265 w 117549"/>
                  <a:gd name="connsiteY17" fmla="*/ 18328 h 209329"/>
                  <a:gd name="connsiteX18" fmla="*/ 83506 w 117549"/>
                  <a:gd name="connsiteY18" fmla="*/ 50790 h 209329"/>
                  <a:gd name="connsiteX19" fmla="*/ 71418 w 117549"/>
                  <a:gd name="connsiteY19" fmla="*/ 80217 h 209329"/>
                  <a:gd name="connsiteX20" fmla="*/ 33343 w 117549"/>
                  <a:gd name="connsiteY20" fmla="*/ 101150 h 209329"/>
                  <a:gd name="connsiteX21" fmla="*/ 33343 w 117549"/>
                  <a:gd name="connsiteY21" fmla="*/ 10509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343" y="105094"/>
                    </a:moveTo>
                    <a:cubicBezTo>
                      <a:pt x="51172" y="105094"/>
                      <a:pt x="58122" y="105701"/>
                      <a:pt x="65375" y="108431"/>
                    </a:cubicBezTo>
                    <a:cubicBezTo>
                      <a:pt x="84110" y="115105"/>
                      <a:pt x="95895" y="132398"/>
                      <a:pt x="95895" y="153331"/>
                    </a:cubicBezTo>
                    <a:cubicBezTo>
                      <a:pt x="95895" y="178815"/>
                      <a:pt x="78671" y="198534"/>
                      <a:pt x="56309" y="198534"/>
                    </a:cubicBezTo>
                    <a:cubicBezTo>
                      <a:pt x="48150" y="198534"/>
                      <a:pt x="42107" y="196410"/>
                      <a:pt x="30926" y="189129"/>
                    </a:cubicBezTo>
                    <a:cubicBezTo>
                      <a:pt x="21860" y="183669"/>
                      <a:pt x="16723" y="181545"/>
                      <a:pt x="11586" y="181545"/>
                    </a:cubicBezTo>
                    <a:cubicBezTo>
                      <a:pt x="4636" y="181545"/>
                      <a:pt x="103" y="185792"/>
                      <a:pt x="103" y="192163"/>
                    </a:cubicBezTo>
                    <a:cubicBezTo>
                      <a:pt x="103" y="202781"/>
                      <a:pt x="13097" y="209456"/>
                      <a:pt x="34250" y="209456"/>
                    </a:cubicBezTo>
                    <a:cubicBezTo>
                      <a:pt x="57518" y="209456"/>
                      <a:pt x="81390" y="201568"/>
                      <a:pt x="95593" y="189129"/>
                    </a:cubicBezTo>
                    <a:cubicBezTo>
                      <a:pt x="109796" y="176691"/>
                      <a:pt x="117652" y="159095"/>
                      <a:pt x="117652" y="138769"/>
                    </a:cubicBezTo>
                    <a:cubicBezTo>
                      <a:pt x="117652" y="123297"/>
                      <a:pt x="112817" y="109038"/>
                      <a:pt x="104054" y="99633"/>
                    </a:cubicBezTo>
                    <a:cubicBezTo>
                      <a:pt x="98010" y="92959"/>
                      <a:pt x="92269" y="89318"/>
                      <a:pt x="78973" y="83554"/>
                    </a:cubicBezTo>
                    <a:cubicBezTo>
                      <a:pt x="99824" y="69296"/>
                      <a:pt x="107378" y="58071"/>
                      <a:pt x="107378" y="41688"/>
                    </a:cubicBezTo>
                    <a:cubicBezTo>
                      <a:pt x="107378" y="17115"/>
                      <a:pt x="88038" y="126"/>
                      <a:pt x="60238" y="126"/>
                    </a:cubicBezTo>
                    <a:cubicBezTo>
                      <a:pt x="45128" y="126"/>
                      <a:pt x="31832" y="5283"/>
                      <a:pt x="20954" y="14991"/>
                    </a:cubicBezTo>
                    <a:cubicBezTo>
                      <a:pt x="11888" y="23182"/>
                      <a:pt x="7355" y="31070"/>
                      <a:pt x="707" y="49273"/>
                    </a:cubicBezTo>
                    <a:lnTo>
                      <a:pt x="5240" y="50486"/>
                    </a:lnTo>
                    <a:cubicBezTo>
                      <a:pt x="17630" y="28340"/>
                      <a:pt x="31228" y="18328"/>
                      <a:pt x="50265" y="18328"/>
                    </a:cubicBezTo>
                    <a:cubicBezTo>
                      <a:pt x="69907" y="18328"/>
                      <a:pt x="83506" y="31677"/>
                      <a:pt x="83506" y="50790"/>
                    </a:cubicBezTo>
                    <a:cubicBezTo>
                      <a:pt x="83506" y="61711"/>
                      <a:pt x="78973" y="72633"/>
                      <a:pt x="71418" y="80217"/>
                    </a:cubicBezTo>
                    <a:cubicBezTo>
                      <a:pt x="62353" y="89318"/>
                      <a:pt x="53892" y="93869"/>
                      <a:pt x="33343" y="101150"/>
                    </a:cubicBezTo>
                    <a:lnTo>
                      <a:pt x="33343" y="105094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BB8F435D-2728-96DA-B310-368175BE88EB}"/>
                  </a:ext>
                </a:extLst>
              </p:cNvPr>
              <p:cNvSpPr/>
              <p:nvPr>
                <p:custDataLst>
                  <p:tags r:id="rId148"/>
                </p:custDataLst>
              </p:nvPr>
            </p:nvSpPr>
            <p:spPr>
              <a:xfrm>
                <a:off x="5840937" y="6175456"/>
                <a:ext cx="131147" cy="211756"/>
              </a:xfrm>
              <a:custGeom>
                <a:avLst/>
                <a:gdLst>
                  <a:gd name="connsiteX0" fmla="*/ 124607 w 131147"/>
                  <a:gd name="connsiteY0" fmla="*/ 126 h 211756"/>
                  <a:gd name="connsiteX1" fmla="*/ 50573 w 131147"/>
                  <a:gd name="connsiteY1" fmla="*/ 24396 h 211756"/>
                  <a:gd name="connsiteX2" fmla="*/ 108 w 131147"/>
                  <a:gd name="connsiteY2" fmla="*/ 122993 h 211756"/>
                  <a:gd name="connsiteX3" fmla="*/ 21261 w 131147"/>
                  <a:gd name="connsiteY3" fmla="*/ 191253 h 211756"/>
                  <a:gd name="connsiteX4" fmla="*/ 67797 w 131147"/>
                  <a:gd name="connsiteY4" fmla="*/ 211883 h 211756"/>
                  <a:gd name="connsiteX5" fmla="*/ 131256 w 131147"/>
                  <a:gd name="connsiteY5" fmla="*/ 141196 h 211756"/>
                  <a:gd name="connsiteX6" fmla="*/ 74445 w 131147"/>
                  <a:gd name="connsiteY6" fmla="*/ 77790 h 211756"/>
                  <a:gd name="connsiteX7" fmla="*/ 35766 w 131147"/>
                  <a:gd name="connsiteY7" fmla="*/ 91442 h 211756"/>
                  <a:gd name="connsiteX8" fmla="*/ 125212 w 131147"/>
                  <a:gd name="connsiteY8" fmla="*/ 4980 h 211756"/>
                  <a:gd name="connsiteX9" fmla="*/ 124607 w 131147"/>
                  <a:gd name="connsiteY9" fmla="*/ 126 h 211756"/>
                  <a:gd name="connsiteX10" fmla="*/ 62962 w 131147"/>
                  <a:gd name="connsiteY10" fmla="*/ 91745 h 211756"/>
                  <a:gd name="connsiteX11" fmla="*/ 104059 w 131147"/>
                  <a:gd name="connsiteY11" fmla="*/ 151511 h 211756"/>
                  <a:gd name="connsiteX12" fmla="*/ 71121 w 131147"/>
                  <a:gd name="connsiteY12" fmla="*/ 203388 h 211756"/>
                  <a:gd name="connsiteX13" fmla="*/ 28211 w 131147"/>
                  <a:gd name="connsiteY13" fmla="*/ 127847 h 211756"/>
                  <a:gd name="connsiteX14" fmla="*/ 36672 w 131147"/>
                  <a:gd name="connsiteY14" fmla="*/ 99330 h 211756"/>
                  <a:gd name="connsiteX15" fmla="*/ 62962 w 131147"/>
                  <a:gd name="connsiteY15" fmla="*/ 91745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147" h="211756">
                    <a:moveTo>
                      <a:pt x="124607" y="126"/>
                    </a:moveTo>
                    <a:cubicBezTo>
                      <a:pt x="90159" y="3159"/>
                      <a:pt x="72632" y="8924"/>
                      <a:pt x="50573" y="24396"/>
                    </a:cubicBezTo>
                    <a:cubicBezTo>
                      <a:pt x="17937" y="47756"/>
                      <a:pt x="108" y="82341"/>
                      <a:pt x="108" y="122993"/>
                    </a:cubicBezTo>
                    <a:cubicBezTo>
                      <a:pt x="108" y="149387"/>
                      <a:pt x="8267" y="176084"/>
                      <a:pt x="21261" y="191253"/>
                    </a:cubicBezTo>
                    <a:cubicBezTo>
                      <a:pt x="32744" y="204602"/>
                      <a:pt x="49062" y="211883"/>
                      <a:pt x="67797" y="211883"/>
                    </a:cubicBezTo>
                    <a:cubicBezTo>
                      <a:pt x="105268" y="211883"/>
                      <a:pt x="131256" y="183062"/>
                      <a:pt x="131256" y="141196"/>
                    </a:cubicBezTo>
                    <a:cubicBezTo>
                      <a:pt x="131256" y="102364"/>
                      <a:pt x="109196" y="77790"/>
                      <a:pt x="74445" y="77790"/>
                    </a:cubicBezTo>
                    <a:cubicBezTo>
                      <a:pt x="61149" y="77790"/>
                      <a:pt x="54803" y="79914"/>
                      <a:pt x="35766" y="91442"/>
                    </a:cubicBezTo>
                    <a:cubicBezTo>
                      <a:pt x="43925" y="45632"/>
                      <a:pt x="77769" y="12868"/>
                      <a:pt x="125212" y="4980"/>
                    </a:cubicBezTo>
                    <a:lnTo>
                      <a:pt x="124607" y="126"/>
                    </a:lnTo>
                    <a:close/>
                    <a:moveTo>
                      <a:pt x="62962" y="91745"/>
                    </a:moveTo>
                    <a:cubicBezTo>
                      <a:pt x="88950" y="91745"/>
                      <a:pt x="104059" y="113589"/>
                      <a:pt x="104059" y="151511"/>
                    </a:cubicBezTo>
                    <a:cubicBezTo>
                      <a:pt x="104059" y="184882"/>
                      <a:pt x="92274" y="203388"/>
                      <a:pt x="71121" y="203388"/>
                    </a:cubicBezTo>
                    <a:cubicBezTo>
                      <a:pt x="44529" y="203388"/>
                      <a:pt x="28211" y="174871"/>
                      <a:pt x="28211" y="127847"/>
                    </a:cubicBezTo>
                    <a:cubicBezTo>
                      <a:pt x="28211" y="112375"/>
                      <a:pt x="30629" y="103881"/>
                      <a:pt x="36672" y="99330"/>
                    </a:cubicBezTo>
                    <a:cubicBezTo>
                      <a:pt x="43018" y="94476"/>
                      <a:pt x="52386" y="91745"/>
                      <a:pt x="62962" y="917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09824E1F-EA72-F300-D827-504BD3F51792}"/>
                  </a:ext>
                </a:extLst>
              </p:cNvPr>
              <p:cNvSpPr/>
              <p:nvPr>
                <p:custDataLst>
                  <p:tags r:id="rId149"/>
                </p:custDataLst>
              </p:nvPr>
            </p:nvSpPr>
            <p:spPr>
              <a:xfrm>
                <a:off x="6546172" y="612717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FD57FFFB-1C97-B5D3-CEAE-EA71F02C209C}"/>
                  </a:ext>
                </a:extLst>
              </p:cNvPr>
              <p:cNvSpPr/>
              <p:nvPr>
                <p:custDataLst>
                  <p:tags r:id="rId150"/>
                </p:custDataLst>
              </p:nvPr>
            </p:nvSpPr>
            <p:spPr>
              <a:xfrm>
                <a:off x="6827906" y="6177883"/>
                <a:ext cx="134471" cy="205082"/>
              </a:xfrm>
              <a:custGeom>
                <a:avLst/>
                <a:gdLst>
                  <a:gd name="connsiteX0" fmla="*/ 134612 w 134471"/>
                  <a:gd name="connsiteY0" fmla="*/ 163646 h 205082"/>
                  <a:gd name="connsiteX1" fmla="*/ 130684 w 134471"/>
                  <a:gd name="connsiteY1" fmla="*/ 162129 h 205082"/>
                  <a:gd name="connsiteX2" fmla="*/ 101976 w 134471"/>
                  <a:gd name="connsiteY2" fmla="*/ 182152 h 205082"/>
                  <a:gd name="connsiteX3" fmla="*/ 29754 w 134471"/>
                  <a:gd name="connsiteY3" fmla="*/ 182152 h 205082"/>
                  <a:gd name="connsiteX4" fmla="*/ 80521 w 134471"/>
                  <a:gd name="connsiteY4" fmla="*/ 128757 h 205082"/>
                  <a:gd name="connsiteX5" fmla="*/ 119201 w 134471"/>
                  <a:gd name="connsiteY5" fmla="*/ 53823 h 205082"/>
                  <a:gd name="connsiteX6" fmla="*/ 63297 w 134471"/>
                  <a:gd name="connsiteY6" fmla="*/ 126 h 205082"/>
                  <a:gd name="connsiteX7" fmla="*/ 19782 w 134471"/>
                  <a:gd name="connsiteY7" fmla="*/ 18935 h 205082"/>
                  <a:gd name="connsiteX8" fmla="*/ 443 w 134471"/>
                  <a:gd name="connsiteY8" fmla="*/ 60498 h 205082"/>
                  <a:gd name="connsiteX9" fmla="*/ 6789 w 134471"/>
                  <a:gd name="connsiteY9" fmla="*/ 62015 h 205082"/>
                  <a:gd name="connsiteX10" fmla="*/ 50605 w 134471"/>
                  <a:gd name="connsiteY10" fmla="*/ 22576 h 205082"/>
                  <a:gd name="connsiteX11" fmla="*/ 93213 w 134471"/>
                  <a:gd name="connsiteY11" fmla="*/ 65352 h 205082"/>
                  <a:gd name="connsiteX12" fmla="*/ 53929 w 134471"/>
                  <a:gd name="connsiteY12" fmla="*/ 144230 h 205082"/>
                  <a:gd name="connsiteX13" fmla="*/ 141 w 134471"/>
                  <a:gd name="connsiteY13" fmla="*/ 201568 h 205082"/>
                  <a:gd name="connsiteX14" fmla="*/ 141 w 134471"/>
                  <a:gd name="connsiteY14" fmla="*/ 205208 h 205082"/>
                  <a:gd name="connsiteX15" fmla="*/ 117992 w 134471"/>
                  <a:gd name="connsiteY15" fmla="*/ 205208 h 205082"/>
                  <a:gd name="connsiteX16" fmla="*/ 134612 w 134471"/>
                  <a:gd name="connsiteY16" fmla="*/ 163646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612" y="163646"/>
                    </a:moveTo>
                    <a:lnTo>
                      <a:pt x="130684" y="162129"/>
                    </a:lnTo>
                    <a:cubicBezTo>
                      <a:pt x="119503" y="179421"/>
                      <a:pt x="115574" y="182152"/>
                      <a:pt x="101976" y="182152"/>
                    </a:cubicBezTo>
                    <a:lnTo>
                      <a:pt x="29754" y="182152"/>
                    </a:lnTo>
                    <a:lnTo>
                      <a:pt x="80521" y="128757"/>
                    </a:lnTo>
                    <a:cubicBezTo>
                      <a:pt x="107416" y="100543"/>
                      <a:pt x="119201" y="77487"/>
                      <a:pt x="119201" y="53823"/>
                    </a:cubicBezTo>
                    <a:cubicBezTo>
                      <a:pt x="119201" y="23486"/>
                      <a:pt x="94724" y="126"/>
                      <a:pt x="63297" y="126"/>
                    </a:cubicBezTo>
                    <a:cubicBezTo>
                      <a:pt x="46677" y="126"/>
                      <a:pt x="30963" y="6800"/>
                      <a:pt x="19782" y="18935"/>
                    </a:cubicBezTo>
                    <a:cubicBezTo>
                      <a:pt x="10113" y="29250"/>
                      <a:pt x="5580" y="38958"/>
                      <a:pt x="443" y="60498"/>
                    </a:cubicBezTo>
                    <a:lnTo>
                      <a:pt x="6789" y="62015"/>
                    </a:lnTo>
                    <a:cubicBezTo>
                      <a:pt x="18876" y="32284"/>
                      <a:pt x="29754" y="22576"/>
                      <a:pt x="50605" y="22576"/>
                    </a:cubicBezTo>
                    <a:cubicBezTo>
                      <a:pt x="75988" y="22576"/>
                      <a:pt x="93213" y="39868"/>
                      <a:pt x="93213" y="65352"/>
                    </a:cubicBezTo>
                    <a:cubicBezTo>
                      <a:pt x="93213" y="89015"/>
                      <a:pt x="79312" y="117229"/>
                      <a:pt x="53929" y="144230"/>
                    </a:cubicBezTo>
                    <a:lnTo>
                      <a:pt x="141" y="201568"/>
                    </a:lnTo>
                    <a:lnTo>
                      <a:pt x="141" y="205208"/>
                    </a:lnTo>
                    <a:lnTo>
                      <a:pt x="117992" y="205208"/>
                    </a:lnTo>
                    <a:lnTo>
                      <a:pt x="134612" y="16364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A1D94FA7-85FE-73B1-46C0-7EBAA921740B}"/>
                  </a:ext>
                </a:extLst>
              </p:cNvPr>
              <p:cNvSpPr/>
              <p:nvPr>
                <p:custDataLst>
                  <p:tags r:id="rId151"/>
                </p:custDataLst>
              </p:nvPr>
            </p:nvSpPr>
            <p:spPr>
              <a:xfrm>
                <a:off x="6991651" y="6352628"/>
                <a:ext cx="33542" cy="33674"/>
              </a:xfrm>
              <a:custGeom>
                <a:avLst/>
                <a:gdLst>
                  <a:gd name="connsiteX0" fmla="*/ 16766 w 33542"/>
                  <a:gd name="connsiteY0" fmla="*/ 126 h 33674"/>
                  <a:gd name="connsiteX1" fmla="*/ 146 w 33542"/>
                  <a:gd name="connsiteY1" fmla="*/ 17418 h 33674"/>
                  <a:gd name="connsiteX2" fmla="*/ 16463 w 33542"/>
                  <a:gd name="connsiteY2" fmla="*/ 33801 h 33674"/>
                  <a:gd name="connsiteX3" fmla="*/ 33688 w 33542"/>
                  <a:gd name="connsiteY3" fmla="*/ 17418 h 33674"/>
                  <a:gd name="connsiteX4" fmla="*/ 16766 w 33542"/>
                  <a:gd name="connsiteY4" fmla="*/ 12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66" y="126"/>
                    </a:moveTo>
                    <a:cubicBezTo>
                      <a:pt x="7700" y="126"/>
                      <a:pt x="146" y="8014"/>
                      <a:pt x="146" y="17418"/>
                    </a:cubicBezTo>
                    <a:cubicBezTo>
                      <a:pt x="146" y="26216"/>
                      <a:pt x="7700" y="33801"/>
                      <a:pt x="16463" y="33801"/>
                    </a:cubicBezTo>
                    <a:cubicBezTo>
                      <a:pt x="25831" y="33801"/>
                      <a:pt x="33688" y="26216"/>
                      <a:pt x="33688" y="17418"/>
                    </a:cubicBezTo>
                    <a:cubicBezTo>
                      <a:pt x="33688" y="8014"/>
                      <a:pt x="25831" y="126"/>
                      <a:pt x="16766" y="1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94C0BFC6-C899-2374-785A-517ED884F404}"/>
                  </a:ext>
                </a:extLst>
              </p:cNvPr>
              <p:cNvSpPr/>
              <p:nvPr>
                <p:custDataLst>
                  <p:tags r:id="rId152"/>
                </p:custDataLst>
              </p:nvPr>
            </p:nvSpPr>
            <p:spPr>
              <a:xfrm>
                <a:off x="7053580" y="6177883"/>
                <a:ext cx="136586" cy="209329"/>
              </a:xfrm>
              <a:custGeom>
                <a:avLst/>
                <a:gdLst>
                  <a:gd name="connsiteX0" fmla="*/ 69650 w 136586"/>
                  <a:gd name="connsiteY0" fmla="*/ 126 h 209329"/>
                  <a:gd name="connsiteX1" fmla="*/ 29158 w 136586"/>
                  <a:gd name="connsiteY1" fmla="*/ 15901 h 209329"/>
                  <a:gd name="connsiteX2" fmla="*/ 148 w 136586"/>
                  <a:gd name="connsiteY2" fmla="*/ 103274 h 209329"/>
                  <a:gd name="connsiteX3" fmla="*/ 24323 w 136586"/>
                  <a:gd name="connsiteY3" fmla="*/ 188826 h 209329"/>
                  <a:gd name="connsiteX4" fmla="*/ 68441 w 136586"/>
                  <a:gd name="connsiteY4" fmla="*/ 209456 h 209329"/>
                  <a:gd name="connsiteX5" fmla="*/ 107725 w 136586"/>
                  <a:gd name="connsiteY5" fmla="*/ 193680 h 209329"/>
                  <a:gd name="connsiteX6" fmla="*/ 136735 w 136586"/>
                  <a:gd name="connsiteY6" fmla="*/ 105094 h 209329"/>
                  <a:gd name="connsiteX7" fmla="*/ 69650 w 136586"/>
                  <a:gd name="connsiteY7" fmla="*/ 126 h 209329"/>
                  <a:gd name="connsiteX8" fmla="*/ 68744 w 136586"/>
                  <a:gd name="connsiteY8" fmla="*/ 8014 h 209329"/>
                  <a:gd name="connsiteX9" fmla="*/ 107725 w 136586"/>
                  <a:gd name="connsiteY9" fmla="*/ 105701 h 209329"/>
                  <a:gd name="connsiteX10" fmla="*/ 68441 w 136586"/>
                  <a:gd name="connsiteY10" fmla="*/ 201568 h 209329"/>
                  <a:gd name="connsiteX11" fmla="*/ 29158 w 136586"/>
                  <a:gd name="connsiteY11" fmla="*/ 106004 h 209329"/>
                  <a:gd name="connsiteX12" fmla="*/ 68744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50" y="126"/>
                    </a:moveTo>
                    <a:cubicBezTo>
                      <a:pt x="53030" y="126"/>
                      <a:pt x="40338" y="5283"/>
                      <a:pt x="29158" y="15901"/>
                    </a:cubicBezTo>
                    <a:cubicBezTo>
                      <a:pt x="11631" y="32890"/>
                      <a:pt x="148" y="67779"/>
                      <a:pt x="148" y="103274"/>
                    </a:cubicBezTo>
                    <a:cubicBezTo>
                      <a:pt x="148" y="136342"/>
                      <a:pt x="10120" y="171837"/>
                      <a:pt x="24323" y="188826"/>
                    </a:cubicBezTo>
                    <a:cubicBezTo>
                      <a:pt x="35503" y="202175"/>
                      <a:pt x="50915" y="209456"/>
                      <a:pt x="68441" y="209456"/>
                    </a:cubicBezTo>
                    <a:cubicBezTo>
                      <a:pt x="83853" y="209456"/>
                      <a:pt x="96847" y="204298"/>
                      <a:pt x="107725" y="193680"/>
                    </a:cubicBezTo>
                    <a:cubicBezTo>
                      <a:pt x="125252" y="176994"/>
                      <a:pt x="136735" y="141803"/>
                      <a:pt x="136735" y="105094"/>
                    </a:cubicBezTo>
                    <a:cubicBezTo>
                      <a:pt x="136735" y="42902"/>
                      <a:pt x="109236" y="126"/>
                      <a:pt x="69650" y="126"/>
                    </a:cubicBezTo>
                    <a:close/>
                    <a:moveTo>
                      <a:pt x="68744" y="8014"/>
                    </a:moveTo>
                    <a:cubicBezTo>
                      <a:pt x="94127" y="8014"/>
                      <a:pt x="107725" y="42295"/>
                      <a:pt x="107725" y="105701"/>
                    </a:cubicBezTo>
                    <a:cubicBezTo>
                      <a:pt x="107725" y="169106"/>
                      <a:pt x="94429" y="201568"/>
                      <a:pt x="68441" y="201568"/>
                    </a:cubicBezTo>
                    <a:cubicBezTo>
                      <a:pt x="42454" y="201568"/>
                      <a:pt x="29158" y="169107"/>
                      <a:pt x="29158" y="106004"/>
                    </a:cubicBezTo>
                    <a:cubicBezTo>
                      <a:pt x="29158" y="41688"/>
                      <a:pt x="42756" y="8014"/>
                      <a:pt x="68744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D07CB03C-0F75-B034-5E51-93386048AF4E}"/>
                  </a:ext>
                </a:extLst>
              </p:cNvPr>
              <p:cNvSpPr/>
              <p:nvPr>
                <p:custDataLst>
                  <p:tags r:id="rId153"/>
                </p:custDataLst>
              </p:nvPr>
            </p:nvSpPr>
            <p:spPr>
              <a:xfrm>
                <a:off x="7204029" y="6182131"/>
                <a:ext cx="129636" cy="203262"/>
              </a:xfrm>
              <a:custGeom>
                <a:avLst/>
                <a:gdLst>
                  <a:gd name="connsiteX0" fmla="*/ 129790 w 129636"/>
                  <a:gd name="connsiteY0" fmla="*/ 126 h 203262"/>
                  <a:gd name="connsiteX1" fmla="*/ 17982 w 129636"/>
                  <a:gd name="connsiteY1" fmla="*/ 126 h 203262"/>
                  <a:gd name="connsiteX2" fmla="*/ 153 w 129636"/>
                  <a:gd name="connsiteY2" fmla="*/ 44722 h 203262"/>
                  <a:gd name="connsiteX3" fmla="*/ 5290 w 129636"/>
                  <a:gd name="connsiteY3" fmla="*/ 47149 h 203262"/>
                  <a:gd name="connsiteX4" fmla="*/ 40343 w 129636"/>
                  <a:gd name="connsiteY4" fmla="*/ 22576 h 203262"/>
                  <a:gd name="connsiteX5" fmla="*/ 105917 w 129636"/>
                  <a:gd name="connsiteY5" fmla="*/ 22576 h 203262"/>
                  <a:gd name="connsiteX6" fmla="*/ 46085 w 129636"/>
                  <a:gd name="connsiteY6" fmla="*/ 203388 h 203262"/>
                  <a:gd name="connsiteX7" fmla="*/ 65727 w 129636"/>
                  <a:gd name="connsiteY7" fmla="*/ 203388 h 203262"/>
                  <a:gd name="connsiteX8" fmla="*/ 129790 w 129636"/>
                  <a:gd name="connsiteY8" fmla="*/ 4980 h 203262"/>
                  <a:gd name="connsiteX9" fmla="*/ 129790 w 129636"/>
                  <a:gd name="connsiteY9" fmla="*/ 126 h 20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636" h="203262">
                    <a:moveTo>
                      <a:pt x="129790" y="126"/>
                    </a:moveTo>
                    <a:lnTo>
                      <a:pt x="17982" y="126"/>
                    </a:lnTo>
                    <a:lnTo>
                      <a:pt x="153" y="44722"/>
                    </a:lnTo>
                    <a:lnTo>
                      <a:pt x="5290" y="47149"/>
                    </a:lnTo>
                    <a:cubicBezTo>
                      <a:pt x="18284" y="26520"/>
                      <a:pt x="23723" y="22576"/>
                      <a:pt x="40343" y="22576"/>
                    </a:cubicBezTo>
                    <a:lnTo>
                      <a:pt x="105917" y="22576"/>
                    </a:lnTo>
                    <a:lnTo>
                      <a:pt x="46085" y="203388"/>
                    </a:lnTo>
                    <a:lnTo>
                      <a:pt x="65727" y="203388"/>
                    </a:lnTo>
                    <a:lnTo>
                      <a:pt x="129790" y="4980"/>
                    </a:lnTo>
                    <a:lnTo>
                      <a:pt x="129790" y="12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6CEDB90A-6CC8-EB49-E042-87BDC0F8CF0B}"/>
                  </a:ext>
                </a:extLst>
              </p:cNvPr>
              <p:cNvSpPr/>
              <p:nvPr>
                <p:custDataLst>
                  <p:tags r:id="rId154"/>
                </p:custDataLst>
              </p:nvPr>
            </p:nvSpPr>
            <p:spPr>
              <a:xfrm>
                <a:off x="7353270" y="6177883"/>
                <a:ext cx="139004" cy="205082"/>
              </a:xfrm>
              <a:custGeom>
                <a:avLst/>
                <a:gdLst>
                  <a:gd name="connsiteX0" fmla="*/ 139162 w 139004"/>
                  <a:gd name="connsiteY0" fmla="*/ 135128 h 205082"/>
                  <a:gd name="connsiteX1" fmla="*/ 108339 w 139004"/>
                  <a:gd name="connsiteY1" fmla="*/ 135128 h 205082"/>
                  <a:gd name="connsiteX2" fmla="*/ 108339 w 139004"/>
                  <a:gd name="connsiteY2" fmla="*/ 126 h 205082"/>
                  <a:gd name="connsiteX3" fmla="*/ 95043 w 139004"/>
                  <a:gd name="connsiteY3" fmla="*/ 126 h 205082"/>
                  <a:gd name="connsiteX4" fmla="*/ 158 w 139004"/>
                  <a:gd name="connsiteY4" fmla="*/ 135128 h 205082"/>
                  <a:gd name="connsiteX5" fmla="*/ 158 w 139004"/>
                  <a:gd name="connsiteY5" fmla="*/ 154544 h 205082"/>
                  <a:gd name="connsiteX6" fmla="*/ 85071 w 139004"/>
                  <a:gd name="connsiteY6" fmla="*/ 154544 h 205082"/>
                  <a:gd name="connsiteX7" fmla="*/ 85071 w 139004"/>
                  <a:gd name="connsiteY7" fmla="*/ 205208 h 205082"/>
                  <a:gd name="connsiteX8" fmla="*/ 108339 w 139004"/>
                  <a:gd name="connsiteY8" fmla="*/ 205208 h 205082"/>
                  <a:gd name="connsiteX9" fmla="*/ 108339 w 139004"/>
                  <a:gd name="connsiteY9" fmla="*/ 154544 h 205082"/>
                  <a:gd name="connsiteX10" fmla="*/ 139162 w 139004"/>
                  <a:gd name="connsiteY10" fmla="*/ 154544 h 205082"/>
                  <a:gd name="connsiteX11" fmla="*/ 139162 w 139004"/>
                  <a:gd name="connsiteY11" fmla="*/ 135128 h 205082"/>
                  <a:gd name="connsiteX12" fmla="*/ 84769 w 139004"/>
                  <a:gd name="connsiteY12" fmla="*/ 135128 h 205082"/>
                  <a:gd name="connsiteX13" fmla="*/ 12245 w 139004"/>
                  <a:gd name="connsiteY13" fmla="*/ 135128 h 205082"/>
                  <a:gd name="connsiteX14" fmla="*/ 84769 w 139004"/>
                  <a:gd name="connsiteY14" fmla="*/ 31070 h 205082"/>
                  <a:gd name="connsiteX15" fmla="*/ 84769 w 139004"/>
                  <a:gd name="connsiteY15" fmla="*/ 135128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162" y="135128"/>
                    </a:moveTo>
                    <a:lnTo>
                      <a:pt x="108339" y="135128"/>
                    </a:lnTo>
                    <a:lnTo>
                      <a:pt x="108339" y="126"/>
                    </a:lnTo>
                    <a:lnTo>
                      <a:pt x="95043" y="126"/>
                    </a:lnTo>
                    <a:lnTo>
                      <a:pt x="158" y="135128"/>
                    </a:lnTo>
                    <a:lnTo>
                      <a:pt x="158" y="154544"/>
                    </a:lnTo>
                    <a:lnTo>
                      <a:pt x="85071" y="154544"/>
                    </a:lnTo>
                    <a:lnTo>
                      <a:pt x="85071" y="205208"/>
                    </a:lnTo>
                    <a:lnTo>
                      <a:pt x="108339" y="205208"/>
                    </a:lnTo>
                    <a:lnTo>
                      <a:pt x="108339" y="154544"/>
                    </a:lnTo>
                    <a:lnTo>
                      <a:pt x="139162" y="154544"/>
                    </a:lnTo>
                    <a:lnTo>
                      <a:pt x="139162" y="135128"/>
                    </a:lnTo>
                    <a:close/>
                    <a:moveTo>
                      <a:pt x="84769" y="135128"/>
                    </a:moveTo>
                    <a:lnTo>
                      <a:pt x="12245" y="135128"/>
                    </a:lnTo>
                    <a:lnTo>
                      <a:pt x="84769" y="31070"/>
                    </a:lnTo>
                    <a:lnTo>
                      <a:pt x="84769" y="135128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09BE5C87-2818-F68E-5242-4538D3B21C6D}"/>
                  </a:ext>
                </a:extLst>
              </p:cNvPr>
              <p:cNvSpPr/>
              <p:nvPr>
                <p:custDataLst>
                  <p:tags r:id="rId155"/>
                </p:custDataLst>
              </p:nvPr>
            </p:nvSpPr>
            <p:spPr>
              <a:xfrm>
                <a:off x="7510367" y="6177883"/>
                <a:ext cx="129636" cy="211756"/>
              </a:xfrm>
              <a:custGeom>
                <a:avLst/>
                <a:gdLst>
                  <a:gd name="connsiteX0" fmla="*/ 8926 w 129636"/>
                  <a:gd name="connsiteY0" fmla="*/ 211883 h 211756"/>
                  <a:gd name="connsiteX1" fmla="*/ 79939 w 129636"/>
                  <a:gd name="connsiteY1" fmla="*/ 187309 h 211756"/>
                  <a:gd name="connsiteX2" fmla="*/ 129799 w 129636"/>
                  <a:gd name="connsiteY2" fmla="*/ 85678 h 211756"/>
                  <a:gd name="connsiteX3" fmla="*/ 63017 w 129636"/>
                  <a:gd name="connsiteY3" fmla="*/ 126 h 211756"/>
                  <a:gd name="connsiteX4" fmla="*/ 163 w 129636"/>
                  <a:gd name="connsiteY4" fmla="*/ 71723 h 211756"/>
                  <a:gd name="connsiteX5" fmla="*/ 54556 w 129636"/>
                  <a:gd name="connsiteY5" fmla="*/ 133308 h 211756"/>
                  <a:gd name="connsiteX6" fmla="*/ 99883 w 129636"/>
                  <a:gd name="connsiteY6" fmla="*/ 116016 h 211756"/>
                  <a:gd name="connsiteX7" fmla="*/ 8020 w 129636"/>
                  <a:gd name="connsiteY7" fmla="*/ 205815 h 211756"/>
                  <a:gd name="connsiteX8" fmla="*/ 8926 w 129636"/>
                  <a:gd name="connsiteY8" fmla="*/ 211883 h 211756"/>
                  <a:gd name="connsiteX9" fmla="*/ 100488 w 129636"/>
                  <a:gd name="connsiteY9" fmla="*/ 97510 h 211756"/>
                  <a:gd name="connsiteX10" fmla="*/ 95955 w 129636"/>
                  <a:gd name="connsiteY10" fmla="*/ 109038 h 211756"/>
                  <a:gd name="connsiteX11" fmla="*/ 65434 w 129636"/>
                  <a:gd name="connsiteY11" fmla="*/ 120263 h 211756"/>
                  <a:gd name="connsiteX12" fmla="*/ 27964 w 129636"/>
                  <a:gd name="connsiteY12" fmla="*/ 61408 h 211756"/>
                  <a:gd name="connsiteX13" fmla="*/ 39145 w 129636"/>
                  <a:gd name="connsiteY13" fmla="*/ 18025 h 211756"/>
                  <a:gd name="connsiteX14" fmla="*/ 60600 w 129636"/>
                  <a:gd name="connsiteY14" fmla="*/ 8620 h 211756"/>
                  <a:gd name="connsiteX15" fmla="*/ 100488 w 129636"/>
                  <a:gd name="connsiteY15" fmla="*/ 85678 h 211756"/>
                  <a:gd name="connsiteX16" fmla="*/ 100488 w 129636"/>
                  <a:gd name="connsiteY16" fmla="*/ 97510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636" h="211756">
                    <a:moveTo>
                      <a:pt x="8926" y="211883"/>
                    </a:moveTo>
                    <a:cubicBezTo>
                      <a:pt x="42771" y="207939"/>
                      <a:pt x="59391" y="202175"/>
                      <a:pt x="79939" y="187309"/>
                    </a:cubicBezTo>
                    <a:cubicBezTo>
                      <a:pt x="111366" y="164252"/>
                      <a:pt x="129799" y="126634"/>
                      <a:pt x="129799" y="85678"/>
                    </a:cubicBezTo>
                    <a:cubicBezTo>
                      <a:pt x="129799" y="35621"/>
                      <a:pt x="101999" y="126"/>
                      <a:pt x="63017" y="126"/>
                    </a:cubicBezTo>
                    <a:cubicBezTo>
                      <a:pt x="27057" y="126"/>
                      <a:pt x="163" y="30767"/>
                      <a:pt x="163" y="71723"/>
                    </a:cubicBezTo>
                    <a:cubicBezTo>
                      <a:pt x="163" y="108735"/>
                      <a:pt x="21920" y="133308"/>
                      <a:pt x="54556" y="133308"/>
                    </a:cubicBezTo>
                    <a:cubicBezTo>
                      <a:pt x="71176" y="133308"/>
                      <a:pt x="83868" y="128454"/>
                      <a:pt x="99883" y="116016"/>
                    </a:cubicBezTo>
                    <a:cubicBezTo>
                      <a:pt x="87494" y="165466"/>
                      <a:pt x="53952" y="197927"/>
                      <a:pt x="8020" y="205815"/>
                    </a:cubicBezTo>
                    <a:lnTo>
                      <a:pt x="8926" y="211883"/>
                    </a:lnTo>
                    <a:close/>
                    <a:moveTo>
                      <a:pt x="100488" y="97510"/>
                    </a:moveTo>
                    <a:cubicBezTo>
                      <a:pt x="100488" y="103577"/>
                      <a:pt x="99279" y="106308"/>
                      <a:pt x="95955" y="109038"/>
                    </a:cubicBezTo>
                    <a:cubicBezTo>
                      <a:pt x="87494" y="116319"/>
                      <a:pt x="76313" y="120263"/>
                      <a:pt x="65434" y="120263"/>
                    </a:cubicBezTo>
                    <a:cubicBezTo>
                      <a:pt x="42469" y="120263"/>
                      <a:pt x="27964" y="97510"/>
                      <a:pt x="27964" y="61408"/>
                    </a:cubicBezTo>
                    <a:cubicBezTo>
                      <a:pt x="27964" y="44115"/>
                      <a:pt x="32799" y="25913"/>
                      <a:pt x="39145" y="18025"/>
                    </a:cubicBezTo>
                    <a:cubicBezTo>
                      <a:pt x="44282" y="11957"/>
                      <a:pt x="51836" y="8620"/>
                      <a:pt x="60600" y="8620"/>
                    </a:cubicBezTo>
                    <a:cubicBezTo>
                      <a:pt x="86889" y="8620"/>
                      <a:pt x="100488" y="34711"/>
                      <a:pt x="100488" y="85678"/>
                    </a:cubicBezTo>
                    <a:lnTo>
                      <a:pt x="100488" y="97510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90B28C54-184E-D731-3C28-8A744C3F5C58}"/>
                  </a:ext>
                </a:extLst>
              </p:cNvPr>
              <p:cNvSpPr/>
              <p:nvPr>
                <p:custDataLst>
                  <p:tags r:id="rId156"/>
                </p:custDataLst>
              </p:nvPr>
            </p:nvSpPr>
            <p:spPr>
              <a:xfrm>
                <a:off x="7660212" y="6177883"/>
                <a:ext cx="136586" cy="209329"/>
              </a:xfrm>
              <a:custGeom>
                <a:avLst/>
                <a:gdLst>
                  <a:gd name="connsiteX0" fmla="*/ 69670 w 136586"/>
                  <a:gd name="connsiteY0" fmla="*/ 126 h 209329"/>
                  <a:gd name="connsiteX1" fmla="*/ 29178 w 136586"/>
                  <a:gd name="connsiteY1" fmla="*/ 15901 h 209329"/>
                  <a:gd name="connsiteX2" fmla="*/ 168 w 136586"/>
                  <a:gd name="connsiteY2" fmla="*/ 103274 h 209329"/>
                  <a:gd name="connsiteX3" fmla="*/ 24343 w 136586"/>
                  <a:gd name="connsiteY3" fmla="*/ 188826 h 209329"/>
                  <a:gd name="connsiteX4" fmla="*/ 68461 w 136586"/>
                  <a:gd name="connsiteY4" fmla="*/ 209456 h 209329"/>
                  <a:gd name="connsiteX5" fmla="*/ 107745 w 136586"/>
                  <a:gd name="connsiteY5" fmla="*/ 193680 h 209329"/>
                  <a:gd name="connsiteX6" fmla="*/ 136755 w 136586"/>
                  <a:gd name="connsiteY6" fmla="*/ 105094 h 209329"/>
                  <a:gd name="connsiteX7" fmla="*/ 69670 w 136586"/>
                  <a:gd name="connsiteY7" fmla="*/ 126 h 209329"/>
                  <a:gd name="connsiteX8" fmla="*/ 68763 w 136586"/>
                  <a:gd name="connsiteY8" fmla="*/ 8014 h 209329"/>
                  <a:gd name="connsiteX9" fmla="*/ 107745 w 136586"/>
                  <a:gd name="connsiteY9" fmla="*/ 105701 h 209329"/>
                  <a:gd name="connsiteX10" fmla="*/ 68461 w 136586"/>
                  <a:gd name="connsiteY10" fmla="*/ 201568 h 209329"/>
                  <a:gd name="connsiteX11" fmla="*/ 29178 w 136586"/>
                  <a:gd name="connsiteY11" fmla="*/ 106004 h 209329"/>
                  <a:gd name="connsiteX12" fmla="*/ 68763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70" y="126"/>
                    </a:moveTo>
                    <a:cubicBezTo>
                      <a:pt x="53050" y="126"/>
                      <a:pt x="40358" y="5283"/>
                      <a:pt x="29178" y="15901"/>
                    </a:cubicBezTo>
                    <a:cubicBezTo>
                      <a:pt x="11651" y="32890"/>
                      <a:pt x="168" y="67779"/>
                      <a:pt x="168" y="103274"/>
                    </a:cubicBezTo>
                    <a:cubicBezTo>
                      <a:pt x="168" y="136342"/>
                      <a:pt x="10140" y="171837"/>
                      <a:pt x="24343" y="188826"/>
                    </a:cubicBezTo>
                    <a:cubicBezTo>
                      <a:pt x="35523" y="202175"/>
                      <a:pt x="50935" y="209456"/>
                      <a:pt x="68461" y="209456"/>
                    </a:cubicBezTo>
                    <a:cubicBezTo>
                      <a:pt x="83873" y="209456"/>
                      <a:pt x="96866" y="204298"/>
                      <a:pt x="107745" y="193680"/>
                    </a:cubicBezTo>
                    <a:cubicBezTo>
                      <a:pt x="125272" y="176994"/>
                      <a:pt x="136755" y="141803"/>
                      <a:pt x="136755" y="105094"/>
                    </a:cubicBezTo>
                    <a:cubicBezTo>
                      <a:pt x="136755" y="42902"/>
                      <a:pt x="109256" y="126"/>
                      <a:pt x="69670" y="126"/>
                    </a:cubicBezTo>
                    <a:close/>
                    <a:moveTo>
                      <a:pt x="68763" y="8014"/>
                    </a:moveTo>
                    <a:cubicBezTo>
                      <a:pt x="94147" y="8014"/>
                      <a:pt x="107745" y="42295"/>
                      <a:pt x="107745" y="105701"/>
                    </a:cubicBezTo>
                    <a:cubicBezTo>
                      <a:pt x="107745" y="169106"/>
                      <a:pt x="94449" y="201568"/>
                      <a:pt x="68461" y="201568"/>
                    </a:cubicBezTo>
                    <a:cubicBezTo>
                      <a:pt x="42474" y="201568"/>
                      <a:pt x="29178" y="169107"/>
                      <a:pt x="29178" y="106004"/>
                    </a:cubicBezTo>
                    <a:cubicBezTo>
                      <a:pt x="29178" y="41688"/>
                      <a:pt x="42776" y="8014"/>
                      <a:pt x="68763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627943E-687D-C3E8-5558-4F7C11222D47}"/>
                  </a:ext>
                </a:extLst>
              </p:cNvPr>
              <p:cNvSpPr/>
              <p:nvPr>
                <p:custDataLst>
                  <p:tags r:id="rId157"/>
                </p:custDataLst>
              </p:nvPr>
            </p:nvSpPr>
            <p:spPr>
              <a:xfrm>
                <a:off x="7817612" y="6177883"/>
                <a:ext cx="117549" cy="209329"/>
              </a:xfrm>
              <a:custGeom>
                <a:avLst/>
                <a:gdLst>
                  <a:gd name="connsiteX0" fmla="*/ 33413 w 117549"/>
                  <a:gd name="connsiteY0" fmla="*/ 105094 h 209329"/>
                  <a:gd name="connsiteX1" fmla="*/ 65444 w 117549"/>
                  <a:gd name="connsiteY1" fmla="*/ 108431 h 209329"/>
                  <a:gd name="connsiteX2" fmla="*/ 95965 w 117549"/>
                  <a:gd name="connsiteY2" fmla="*/ 153331 h 209329"/>
                  <a:gd name="connsiteX3" fmla="*/ 56379 w 117549"/>
                  <a:gd name="connsiteY3" fmla="*/ 198534 h 209329"/>
                  <a:gd name="connsiteX4" fmla="*/ 30996 w 117549"/>
                  <a:gd name="connsiteY4" fmla="*/ 189129 h 209329"/>
                  <a:gd name="connsiteX5" fmla="*/ 11656 w 117549"/>
                  <a:gd name="connsiteY5" fmla="*/ 181545 h 209329"/>
                  <a:gd name="connsiteX6" fmla="*/ 173 w 117549"/>
                  <a:gd name="connsiteY6" fmla="*/ 192163 h 209329"/>
                  <a:gd name="connsiteX7" fmla="*/ 34320 w 117549"/>
                  <a:gd name="connsiteY7" fmla="*/ 209456 h 209329"/>
                  <a:gd name="connsiteX8" fmla="*/ 95663 w 117549"/>
                  <a:gd name="connsiteY8" fmla="*/ 189129 h 209329"/>
                  <a:gd name="connsiteX9" fmla="*/ 117722 w 117549"/>
                  <a:gd name="connsiteY9" fmla="*/ 138769 h 209329"/>
                  <a:gd name="connsiteX10" fmla="*/ 104124 w 117549"/>
                  <a:gd name="connsiteY10" fmla="*/ 99633 h 209329"/>
                  <a:gd name="connsiteX11" fmla="*/ 79043 w 117549"/>
                  <a:gd name="connsiteY11" fmla="*/ 83554 h 209329"/>
                  <a:gd name="connsiteX12" fmla="*/ 107448 w 117549"/>
                  <a:gd name="connsiteY12" fmla="*/ 41688 h 209329"/>
                  <a:gd name="connsiteX13" fmla="*/ 60307 w 117549"/>
                  <a:gd name="connsiteY13" fmla="*/ 126 h 209329"/>
                  <a:gd name="connsiteX14" fmla="*/ 21024 w 117549"/>
                  <a:gd name="connsiteY14" fmla="*/ 14991 h 209329"/>
                  <a:gd name="connsiteX15" fmla="*/ 777 w 117549"/>
                  <a:gd name="connsiteY15" fmla="*/ 49273 h 209329"/>
                  <a:gd name="connsiteX16" fmla="*/ 5310 w 117549"/>
                  <a:gd name="connsiteY16" fmla="*/ 50486 h 209329"/>
                  <a:gd name="connsiteX17" fmla="*/ 50335 w 117549"/>
                  <a:gd name="connsiteY17" fmla="*/ 18328 h 209329"/>
                  <a:gd name="connsiteX18" fmla="*/ 83575 w 117549"/>
                  <a:gd name="connsiteY18" fmla="*/ 50790 h 209329"/>
                  <a:gd name="connsiteX19" fmla="*/ 71488 w 117549"/>
                  <a:gd name="connsiteY19" fmla="*/ 80217 h 209329"/>
                  <a:gd name="connsiteX20" fmla="*/ 33413 w 117549"/>
                  <a:gd name="connsiteY20" fmla="*/ 101150 h 209329"/>
                  <a:gd name="connsiteX21" fmla="*/ 33413 w 117549"/>
                  <a:gd name="connsiteY21" fmla="*/ 10509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413" y="105094"/>
                    </a:moveTo>
                    <a:cubicBezTo>
                      <a:pt x="51242" y="105094"/>
                      <a:pt x="58192" y="105701"/>
                      <a:pt x="65444" y="108431"/>
                    </a:cubicBezTo>
                    <a:cubicBezTo>
                      <a:pt x="84180" y="115105"/>
                      <a:pt x="95965" y="132398"/>
                      <a:pt x="95965" y="153331"/>
                    </a:cubicBezTo>
                    <a:cubicBezTo>
                      <a:pt x="95965" y="178815"/>
                      <a:pt x="78741" y="198534"/>
                      <a:pt x="56379" y="198534"/>
                    </a:cubicBezTo>
                    <a:cubicBezTo>
                      <a:pt x="48220" y="198534"/>
                      <a:pt x="42176" y="196410"/>
                      <a:pt x="30996" y="189129"/>
                    </a:cubicBezTo>
                    <a:cubicBezTo>
                      <a:pt x="21930" y="183669"/>
                      <a:pt x="16793" y="181545"/>
                      <a:pt x="11656" y="181545"/>
                    </a:cubicBezTo>
                    <a:cubicBezTo>
                      <a:pt x="4706" y="181545"/>
                      <a:pt x="173" y="185792"/>
                      <a:pt x="173" y="192163"/>
                    </a:cubicBezTo>
                    <a:cubicBezTo>
                      <a:pt x="173" y="202781"/>
                      <a:pt x="13167" y="209456"/>
                      <a:pt x="34320" y="209456"/>
                    </a:cubicBezTo>
                    <a:cubicBezTo>
                      <a:pt x="57588" y="209456"/>
                      <a:pt x="81460" y="201568"/>
                      <a:pt x="95663" y="189129"/>
                    </a:cubicBezTo>
                    <a:cubicBezTo>
                      <a:pt x="109865" y="176691"/>
                      <a:pt x="117722" y="159095"/>
                      <a:pt x="117722" y="138769"/>
                    </a:cubicBezTo>
                    <a:cubicBezTo>
                      <a:pt x="117722" y="123297"/>
                      <a:pt x="112887" y="109038"/>
                      <a:pt x="104124" y="99633"/>
                    </a:cubicBezTo>
                    <a:cubicBezTo>
                      <a:pt x="98080" y="92959"/>
                      <a:pt x="92339" y="89318"/>
                      <a:pt x="79043" y="83554"/>
                    </a:cubicBezTo>
                    <a:cubicBezTo>
                      <a:pt x="99893" y="69296"/>
                      <a:pt x="107448" y="58071"/>
                      <a:pt x="107448" y="41688"/>
                    </a:cubicBezTo>
                    <a:cubicBezTo>
                      <a:pt x="107448" y="17115"/>
                      <a:pt x="88108" y="126"/>
                      <a:pt x="60307" y="126"/>
                    </a:cubicBezTo>
                    <a:cubicBezTo>
                      <a:pt x="45198" y="126"/>
                      <a:pt x="31902" y="5283"/>
                      <a:pt x="21024" y="14991"/>
                    </a:cubicBezTo>
                    <a:cubicBezTo>
                      <a:pt x="11958" y="23182"/>
                      <a:pt x="7425" y="31070"/>
                      <a:pt x="777" y="49273"/>
                    </a:cubicBezTo>
                    <a:lnTo>
                      <a:pt x="5310" y="50486"/>
                    </a:lnTo>
                    <a:cubicBezTo>
                      <a:pt x="17700" y="28340"/>
                      <a:pt x="31298" y="18328"/>
                      <a:pt x="50335" y="18328"/>
                    </a:cubicBezTo>
                    <a:cubicBezTo>
                      <a:pt x="69977" y="18328"/>
                      <a:pt x="83575" y="31677"/>
                      <a:pt x="83575" y="50790"/>
                    </a:cubicBezTo>
                    <a:cubicBezTo>
                      <a:pt x="83575" y="61711"/>
                      <a:pt x="79043" y="72633"/>
                      <a:pt x="71488" y="80217"/>
                    </a:cubicBezTo>
                    <a:cubicBezTo>
                      <a:pt x="62423" y="89318"/>
                      <a:pt x="53962" y="93869"/>
                      <a:pt x="33413" y="101150"/>
                    </a:cubicBezTo>
                    <a:lnTo>
                      <a:pt x="33413" y="105094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B24E610C-F523-B161-6777-3359FF45718B}"/>
                  </a:ext>
                </a:extLst>
              </p:cNvPr>
              <p:cNvSpPr/>
              <p:nvPr>
                <p:custDataLst>
                  <p:tags r:id="rId158"/>
                </p:custDataLst>
              </p:nvPr>
            </p:nvSpPr>
            <p:spPr>
              <a:xfrm>
                <a:off x="8216811" y="612717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DB1579C5-6F5B-27A7-B79F-6530C9BC1595}"/>
                  </a:ext>
                </a:extLst>
              </p:cNvPr>
              <p:cNvSpPr/>
              <p:nvPr>
                <p:custDataLst>
                  <p:tags r:id="rId159"/>
                </p:custDataLst>
              </p:nvPr>
            </p:nvSpPr>
            <p:spPr>
              <a:xfrm>
                <a:off x="8800048" y="6177883"/>
                <a:ext cx="136586" cy="209329"/>
              </a:xfrm>
              <a:custGeom>
                <a:avLst/>
                <a:gdLst>
                  <a:gd name="connsiteX0" fmla="*/ 69707 w 136586"/>
                  <a:gd name="connsiteY0" fmla="*/ 126 h 209329"/>
                  <a:gd name="connsiteX1" fmla="*/ 29215 w 136586"/>
                  <a:gd name="connsiteY1" fmla="*/ 15901 h 209329"/>
                  <a:gd name="connsiteX2" fmla="*/ 205 w 136586"/>
                  <a:gd name="connsiteY2" fmla="*/ 103274 h 209329"/>
                  <a:gd name="connsiteX3" fmla="*/ 24380 w 136586"/>
                  <a:gd name="connsiteY3" fmla="*/ 188826 h 209329"/>
                  <a:gd name="connsiteX4" fmla="*/ 68499 w 136586"/>
                  <a:gd name="connsiteY4" fmla="*/ 209456 h 209329"/>
                  <a:gd name="connsiteX5" fmla="*/ 107783 w 136586"/>
                  <a:gd name="connsiteY5" fmla="*/ 193680 h 209329"/>
                  <a:gd name="connsiteX6" fmla="*/ 136792 w 136586"/>
                  <a:gd name="connsiteY6" fmla="*/ 105094 h 209329"/>
                  <a:gd name="connsiteX7" fmla="*/ 69707 w 136586"/>
                  <a:gd name="connsiteY7" fmla="*/ 126 h 209329"/>
                  <a:gd name="connsiteX8" fmla="*/ 68801 w 136586"/>
                  <a:gd name="connsiteY8" fmla="*/ 8014 h 209329"/>
                  <a:gd name="connsiteX9" fmla="*/ 107783 w 136586"/>
                  <a:gd name="connsiteY9" fmla="*/ 105701 h 209329"/>
                  <a:gd name="connsiteX10" fmla="*/ 68499 w 136586"/>
                  <a:gd name="connsiteY10" fmla="*/ 201568 h 209329"/>
                  <a:gd name="connsiteX11" fmla="*/ 29215 w 136586"/>
                  <a:gd name="connsiteY11" fmla="*/ 106004 h 209329"/>
                  <a:gd name="connsiteX12" fmla="*/ 68801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07" y="126"/>
                    </a:moveTo>
                    <a:cubicBezTo>
                      <a:pt x="53087" y="126"/>
                      <a:pt x="40396" y="5283"/>
                      <a:pt x="29215" y="15901"/>
                    </a:cubicBezTo>
                    <a:cubicBezTo>
                      <a:pt x="11688" y="32890"/>
                      <a:pt x="205" y="67779"/>
                      <a:pt x="205" y="103274"/>
                    </a:cubicBezTo>
                    <a:cubicBezTo>
                      <a:pt x="205" y="136342"/>
                      <a:pt x="10177" y="171837"/>
                      <a:pt x="24380" y="188826"/>
                    </a:cubicBezTo>
                    <a:cubicBezTo>
                      <a:pt x="35561" y="202175"/>
                      <a:pt x="50972" y="209456"/>
                      <a:pt x="68499" y="209456"/>
                    </a:cubicBezTo>
                    <a:cubicBezTo>
                      <a:pt x="83910" y="209456"/>
                      <a:pt x="96904" y="204298"/>
                      <a:pt x="107783" y="193680"/>
                    </a:cubicBezTo>
                    <a:cubicBezTo>
                      <a:pt x="125309" y="176994"/>
                      <a:pt x="136792" y="141803"/>
                      <a:pt x="136792" y="105094"/>
                    </a:cubicBezTo>
                    <a:cubicBezTo>
                      <a:pt x="136792" y="42902"/>
                      <a:pt x="109293" y="126"/>
                      <a:pt x="69707" y="126"/>
                    </a:cubicBezTo>
                    <a:close/>
                    <a:moveTo>
                      <a:pt x="68801" y="8014"/>
                    </a:moveTo>
                    <a:cubicBezTo>
                      <a:pt x="94184" y="8014"/>
                      <a:pt x="107783" y="42295"/>
                      <a:pt x="107783" y="105701"/>
                    </a:cubicBezTo>
                    <a:cubicBezTo>
                      <a:pt x="107783" y="169106"/>
                      <a:pt x="94486" y="201568"/>
                      <a:pt x="68499" y="201568"/>
                    </a:cubicBezTo>
                    <a:cubicBezTo>
                      <a:pt x="42511" y="201568"/>
                      <a:pt x="29215" y="169107"/>
                      <a:pt x="29215" y="106004"/>
                    </a:cubicBezTo>
                    <a:cubicBezTo>
                      <a:pt x="29215" y="41688"/>
                      <a:pt x="42813" y="8014"/>
                      <a:pt x="68801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3964D1CA-8610-4C2A-A598-48F3BA431F45}"/>
                  </a:ext>
                </a:extLst>
              </p:cNvPr>
              <p:cNvSpPr/>
              <p:nvPr>
                <p:custDataLst>
                  <p:tags r:id="rId160"/>
                </p:custDataLst>
              </p:nvPr>
            </p:nvSpPr>
            <p:spPr>
              <a:xfrm>
                <a:off x="8965606" y="6352628"/>
                <a:ext cx="33542" cy="33674"/>
              </a:xfrm>
              <a:custGeom>
                <a:avLst/>
                <a:gdLst>
                  <a:gd name="connsiteX0" fmla="*/ 16830 w 33542"/>
                  <a:gd name="connsiteY0" fmla="*/ 126 h 33674"/>
                  <a:gd name="connsiteX1" fmla="*/ 210 w 33542"/>
                  <a:gd name="connsiteY1" fmla="*/ 17418 h 33674"/>
                  <a:gd name="connsiteX2" fmla="*/ 16528 w 33542"/>
                  <a:gd name="connsiteY2" fmla="*/ 33801 h 33674"/>
                  <a:gd name="connsiteX3" fmla="*/ 33753 w 33542"/>
                  <a:gd name="connsiteY3" fmla="*/ 17418 h 33674"/>
                  <a:gd name="connsiteX4" fmla="*/ 16830 w 33542"/>
                  <a:gd name="connsiteY4" fmla="*/ 12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30" y="126"/>
                    </a:moveTo>
                    <a:cubicBezTo>
                      <a:pt x="7765" y="126"/>
                      <a:pt x="210" y="8014"/>
                      <a:pt x="210" y="17418"/>
                    </a:cubicBezTo>
                    <a:cubicBezTo>
                      <a:pt x="210" y="26216"/>
                      <a:pt x="7765" y="33801"/>
                      <a:pt x="16528" y="33801"/>
                    </a:cubicBezTo>
                    <a:cubicBezTo>
                      <a:pt x="25896" y="33801"/>
                      <a:pt x="33753" y="26216"/>
                      <a:pt x="33753" y="17418"/>
                    </a:cubicBezTo>
                    <a:cubicBezTo>
                      <a:pt x="33753" y="8014"/>
                      <a:pt x="25896" y="126"/>
                      <a:pt x="16830" y="1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CB8D02F0-C473-CCEB-8450-2BC53F470C35}"/>
                  </a:ext>
                </a:extLst>
              </p:cNvPr>
              <p:cNvSpPr/>
              <p:nvPr>
                <p:custDataLst>
                  <p:tags r:id="rId161"/>
                </p:custDataLst>
              </p:nvPr>
            </p:nvSpPr>
            <p:spPr>
              <a:xfrm>
                <a:off x="9037205" y="6177883"/>
                <a:ext cx="117549" cy="209329"/>
              </a:xfrm>
              <a:custGeom>
                <a:avLst/>
                <a:gdLst>
                  <a:gd name="connsiteX0" fmla="*/ 70924 w 117549"/>
                  <a:gd name="connsiteY0" fmla="*/ 92656 h 209329"/>
                  <a:gd name="connsiteX1" fmla="*/ 111416 w 117549"/>
                  <a:gd name="connsiteY1" fmla="*/ 43205 h 209329"/>
                  <a:gd name="connsiteX2" fmla="*/ 59441 w 117549"/>
                  <a:gd name="connsiteY2" fmla="*/ 126 h 209329"/>
                  <a:gd name="connsiteX3" fmla="*/ 2026 w 117549"/>
                  <a:gd name="connsiteY3" fmla="*/ 48059 h 209329"/>
                  <a:gd name="connsiteX4" fmla="*/ 39497 w 117549"/>
                  <a:gd name="connsiteY4" fmla="*/ 104487 h 209329"/>
                  <a:gd name="connsiteX5" fmla="*/ 213 w 117549"/>
                  <a:gd name="connsiteY5" fmla="*/ 159398 h 209329"/>
                  <a:gd name="connsiteX6" fmla="*/ 58232 w 117549"/>
                  <a:gd name="connsiteY6" fmla="*/ 209456 h 209329"/>
                  <a:gd name="connsiteX7" fmla="*/ 117762 w 117549"/>
                  <a:gd name="connsiteY7" fmla="*/ 158185 h 209329"/>
                  <a:gd name="connsiteX8" fmla="*/ 70924 w 117549"/>
                  <a:gd name="connsiteY8" fmla="*/ 92656 h 209329"/>
                  <a:gd name="connsiteX9" fmla="*/ 65484 w 117549"/>
                  <a:gd name="connsiteY9" fmla="*/ 123903 h 209329"/>
                  <a:gd name="connsiteX10" fmla="*/ 94796 w 117549"/>
                  <a:gd name="connsiteY10" fmla="*/ 167590 h 209329"/>
                  <a:gd name="connsiteX11" fmla="*/ 61556 w 117549"/>
                  <a:gd name="connsiteY11" fmla="*/ 200961 h 209329"/>
                  <a:gd name="connsiteX12" fmla="*/ 23179 w 117549"/>
                  <a:gd name="connsiteY12" fmla="*/ 156971 h 209329"/>
                  <a:gd name="connsiteX13" fmla="*/ 47353 w 117549"/>
                  <a:gd name="connsiteY13" fmla="*/ 110555 h 209329"/>
                  <a:gd name="connsiteX14" fmla="*/ 65484 w 117549"/>
                  <a:gd name="connsiteY14" fmla="*/ 123903 h 209329"/>
                  <a:gd name="connsiteX15" fmla="*/ 62160 w 117549"/>
                  <a:gd name="connsiteY15" fmla="*/ 87195 h 209329"/>
                  <a:gd name="connsiteX16" fmla="*/ 24387 w 117549"/>
                  <a:gd name="connsiteY16" fmla="*/ 38655 h 209329"/>
                  <a:gd name="connsiteX17" fmla="*/ 57023 w 117549"/>
                  <a:gd name="connsiteY17" fmla="*/ 8620 h 209329"/>
                  <a:gd name="connsiteX18" fmla="*/ 90566 w 117549"/>
                  <a:gd name="connsiteY18" fmla="*/ 42902 h 209329"/>
                  <a:gd name="connsiteX19" fmla="*/ 64880 w 117549"/>
                  <a:gd name="connsiteY19" fmla="*/ 85375 h 209329"/>
                  <a:gd name="connsiteX20" fmla="*/ 62160 w 117549"/>
                  <a:gd name="connsiteY20" fmla="*/ 87195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7549" h="209329">
                    <a:moveTo>
                      <a:pt x="70924" y="92656"/>
                    </a:moveTo>
                    <a:cubicBezTo>
                      <a:pt x="100840" y="76577"/>
                      <a:pt x="111416" y="63835"/>
                      <a:pt x="111416" y="43205"/>
                    </a:cubicBezTo>
                    <a:cubicBezTo>
                      <a:pt x="111416" y="18328"/>
                      <a:pt x="89659" y="126"/>
                      <a:pt x="59441" y="126"/>
                    </a:cubicBezTo>
                    <a:cubicBezTo>
                      <a:pt x="26503" y="126"/>
                      <a:pt x="2026" y="20452"/>
                      <a:pt x="2026" y="48059"/>
                    </a:cubicBezTo>
                    <a:cubicBezTo>
                      <a:pt x="2026" y="67779"/>
                      <a:pt x="7767" y="76577"/>
                      <a:pt x="39497" y="104487"/>
                    </a:cubicBezTo>
                    <a:cubicBezTo>
                      <a:pt x="6861" y="129364"/>
                      <a:pt x="213" y="138769"/>
                      <a:pt x="213" y="159398"/>
                    </a:cubicBezTo>
                    <a:cubicBezTo>
                      <a:pt x="213" y="188826"/>
                      <a:pt x="24085" y="209456"/>
                      <a:pt x="58232" y="209456"/>
                    </a:cubicBezTo>
                    <a:cubicBezTo>
                      <a:pt x="94494" y="209456"/>
                      <a:pt x="117762" y="189433"/>
                      <a:pt x="117762" y="158185"/>
                    </a:cubicBezTo>
                    <a:cubicBezTo>
                      <a:pt x="117762" y="134825"/>
                      <a:pt x="107488" y="119959"/>
                      <a:pt x="70924" y="92656"/>
                    </a:cubicBezTo>
                    <a:close/>
                    <a:moveTo>
                      <a:pt x="65484" y="123903"/>
                    </a:moveTo>
                    <a:cubicBezTo>
                      <a:pt x="87544" y="139679"/>
                      <a:pt x="94796" y="150601"/>
                      <a:pt x="94796" y="167590"/>
                    </a:cubicBezTo>
                    <a:cubicBezTo>
                      <a:pt x="94796" y="187309"/>
                      <a:pt x="81198" y="200961"/>
                      <a:pt x="61556" y="200961"/>
                    </a:cubicBezTo>
                    <a:cubicBezTo>
                      <a:pt x="38590" y="200961"/>
                      <a:pt x="23179" y="183365"/>
                      <a:pt x="23179" y="156971"/>
                    </a:cubicBezTo>
                    <a:cubicBezTo>
                      <a:pt x="23179" y="137555"/>
                      <a:pt x="29827" y="124814"/>
                      <a:pt x="47353" y="110555"/>
                    </a:cubicBezTo>
                    <a:lnTo>
                      <a:pt x="65484" y="123903"/>
                    </a:lnTo>
                    <a:close/>
                    <a:moveTo>
                      <a:pt x="62160" y="87195"/>
                    </a:moveTo>
                    <a:cubicBezTo>
                      <a:pt x="35266" y="69599"/>
                      <a:pt x="24387" y="55644"/>
                      <a:pt x="24387" y="38655"/>
                    </a:cubicBezTo>
                    <a:cubicBezTo>
                      <a:pt x="24387" y="21059"/>
                      <a:pt x="37986" y="8620"/>
                      <a:pt x="57023" y="8620"/>
                    </a:cubicBezTo>
                    <a:cubicBezTo>
                      <a:pt x="77572" y="8620"/>
                      <a:pt x="90566" y="21969"/>
                      <a:pt x="90566" y="42902"/>
                    </a:cubicBezTo>
                    <a:cubicBezTo>
                      <a:pt x="90566" y="60194"/>
                      <a:pt x="82104" y="73846"/>
                      <a:pt x="64880" y="85375"/>
                    </a:cubicBezTo>
                    <a:cubicBezTo>
                      <a:pt x="63369" y="86285"/>
                      <a:pt x="63369" y="86285"/>
                      <a:pt x="62160" y="87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917405C2-A3B0-2CE7-CAC8-73A3F629C9AF}"/>
                  </a:ext>
                </a:extLst>
              </p:cNvPr>
              <p:cNvSpPr/>
              <p:nvPr>
                <p:custDataLst>
                  <p:tags r:id="rId162"/>
                </p:custDataLst>
              </p:nvPr>
            </p:nvSpPr>
            <p:spPr>
              <a:xfrm>
                <a:off x="9179193" y="6177883"/>
                <a:ext cx="136586" cy="209329"/>
              </a:xfrm>
              <a:custGeom>
                <a:avLst/>
                <a:gdLst>
                  <a:gd name="connsiteX0" fmla="*/ 69720 w 136586"/>
                  <a:gd name="connsiteY0" fmla="*/ 126 h 209329"/>
                  <a:gd name="connsiteX1" fmla="*/ 29227 w 136586"/>
                  <a:gd name="connsiteY1" fmla="*/ 15901 h 209329"/>
                  <a:gd name="connsiteX2" fmla="*/ 218 w 136586"/>
                  <a:gd name="connsiteY2" fmla="*/ 103274 h 209329"/>
                  <a:gd name="connsiteX3" fmla="*/ 24392 w 136586"/>
                  <a:gd name="connsiteY3" fmla="*/ 188826 h 209329"/>
                  <a:gd name="connsiteX4" fmla="*/ 68511 w 136586"/>
                  <a:gd name="connsiteY4" fmla="*/ 209456 h 209329"/>
                  <a:gd name="connsiteX5" fmla="*/ 107795 w 136586"/>
                  <a:gd name="connsiteY5" fmla="*/ 193680 h 209329"/>
                  <a:gd name="connsiteX6" fmla="*/ 136805 w 136586"/>
                  <a:gd name="connsiteY6" fmla="*/ 105094 h 209329"/>
                  <a:gd name="connsiteX7" fmla="*/ 69720 w 136586"/>
                  <a:gd name="connsiteY7" fmla="*/ 126 h 209329"/>
                  <a:gd name="connsiteX8" fmla="*/ 68813 w 136586"/>
                  <a:gd name="connsiteY8" fmla="*/ 8014 h 209329"/>
                  <a:gd name="connsiteX9" fmla="*/ 107795 w 136586"/>
                  <a:gd name="connsiteY9" fmla="*/ 105701 h 209329"/>
                  <a:gd name="connsiteX10" fmla="*/ 68511 w 136586"/>
                  <a:gd name="connsiteY10" fmla="*/ 201568 h 209329"/>
                  <a:gd name="connsiteX11" fmla="*/ 29227 w 136586"/>
                  <a:gd name="connsiteY11" fmla="*/ 106004 h 209329"/>
                  <a:gd name="connsiteX12" fmla="*/ 68813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20" y="126"/>
                    </a:moveTo>
                    <a:cubicBezTo>
                      <a:pt x="53100" y="126"/>
                      <a:pt x="40408" y="5283"/>
                      <a:pt x="29227" y="15901"/>
                    </a:cubicBezTo>
                    <a:cubicBezTo>
                      <a:pt x="11701" y="32890"/>
                      <a:pt x="218" y="67779"/>
                      <a:pt x="218" y="103274"/>
                    </a:cubicBezTo>
                    <a:cubicBezTo>
                      <a:pt x="218" y="136342"/>
                      <a:pt x="10190" y="171837"/>
                      <a:pt x="24392" y="188826"/>
                    </a:cubicBezTo>
                    <a:cubicBezTo>
                      <a:pt x="35573" y="202175"/>
                      <a:pt x="50985" y="209456"/>
                      <a:pt x="68511" y="209456"/>
                    </a:cubicBezTo>
                    <a:cubicBezTo>
                      <a:pt x="83923" y="209456"/>
                      <a:pt x="96916" y="204298"/>
                      <a:pt x="107795" y="193680"/>
                    </a:cubicBezTo>
                    <a:cubicBezTo>
                      <a:pt x="125322" y="176994"/>
                      <a:pt x="136805" y="141803"/>
                      <a:pt x="136805" y="105094"/>
                    </a:cubicBezTo>
                    <a:cubicBezTo>
                      <a:pt x="136805" y="42902"/>
                      <a:pt x="109306" y="126"/>
                      <a:pt x="69720" y="126"/>
                    </a:cubicBezTo>
                    <a:close/>
                    <a:moveTo>
                      <a:pt x="68813" y="8014"/>
                    </a:moveTo>
                    <a:cubicBezTo>
                      <a:pt x="94197" y="8014"/>
                      <a:pt x="107795" y="42295"/>
                      <a:pt x="107795" y="105701"/>
                    </a:cubicBezTo>
                    <a:cubicBezTo>
                      <a:pt x="107795" y="169106"/>
                      <a:pt x="94499" y="201568"/>
                      <a:pt x="68511" y="201568"/>
                    </a:cubicBezTo>
                    <a:cubicBezTo>
                      <a:pt x="42523" y="201568"/>
                      <a:pt x="29227" y="169107"/>
                      <a:pt x="29227" y="106004"/>
                    </a:cubicBezTo>
                    <a:cubicBezTo>
                      <a:pt x="29227" y="41688"/>
                      <a:pt x="42826" y="8014"/>
                      <a:pt x="68813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DF8F6DF-8EA0-E9DD-669E-530C063C7E08}"/>
                  </a:ext>
                </a:extLst>
              </p:cNvPr>
              <p:cNvSpPr/>
              <p:nvPr>
                <p:custDataLst>
                  <p:tags r:id="rId163"/>
                </p:custDataLst>
              </p:nvPr>
            </p:nvSpPr>
            <p:spPr>
              <a:xfrm>
                <a:off x="9887450" y="612717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655049B5-F994-F1CB-A46E-231470039C79}"/>
                  </a:ext>
                </a:extLst>
              </p:cNvPr>
              <p:cNvSpPr/>
              <p:nvPr>
                <p:custDataLst>
                  <p:tags r:id="rId164"/>
                </p:custDataLst>
              </p:nvPr>
            </p:nvSpPr>
            <p:spPr>
              <a:xfrm>
                <a:off x="10167370" y="6177883"/>
                <a:ext cx="136586" cy="209329"/>
              </a:xfrm>
              <a:custGeom>
                <a:avLst/>
                <a:gdLst>
                  <a:gd name="connsiteX0" fmla="*/ 69752 w 136586"/>
                  <a:gd name="connsiteY0" fmla="*/ 126 h 209329"/>
                  <a:gd name="connsiteX1" fmla="*/ 29260 w 136586"/>
                  <a:gd name="connsiteY1" fmla="*/ 15901 h 209329"/>
                  <a:gd name="connsiteX2" fmla="*/ 250 w 136586"/>
                  <a:gd name="connsiteY2" fmla="*/ 103274 h 209329"/>
                  <a:gd name="connsiteX3" fmla="*/ 24425 w 136586"/>
                  <a:gd name="connsiteY3" fmla="*/ 188826 h 209329"/>
                  <a:gd name="connsiteX4" fmla="*/ 68544 w 136586"/>
                  <a:gd name="connsiteY4" fmla="*/ 209456 h 209329"/>
                  <a:gd name="connsiteX5" fmla="*/ 107827 w 136586"/>
                  <a:gd name="connsiteY5" fmla="*/ 193680 h 209329"/>
                  <a:gd name="connsiteX6" fmla="*/ 136837 w 136586"/>
                  <a:gd name="connsiteY6" fmla="*/ 105094 h 209329"/>
                  <a:gd name="connsiteX7" fmla="*/ 69752 w 136586"/>
                  <a:gd name="connsiteY7" fmla="*/ 126 h 209329"/>
                  <a:gd name="connsiteX8" fmla="*/ 68846 w 136586"/>
                  <a:gd name="connsiteY8" fmla="*/ 8014 h 209329"/>
                  <a:gd name="connsiteX9" fmla="*/ 107827 w 136586"/>
                  <a:gd name="connsiteY9" fmla="*/ 105701 h 209329"/>
                  <a:gd name="connsiteX10" fmla="*/ 68544 w 136586"/>
                  <a:gd name="connsiteY10" fmla="*/ 201568 h 209329"/>
                  <a:gd name="connsiteX11" fmla="*/ 29260 w 136586"/>
                  <a:gd name="connsiteY11" fmla="*/ 106004 h 209329"/>
                  <a:gd name="connsiteX12" fmla="*/ 68846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52" y="126"/>
                    </a:moveTo>
                    <a:cubicBezTo>
                      <a:pt x="53132" y="126"/>
                      <a:pt x="40441" y="5283"/>
                      <a:pt x="29260" y="15901"/>
                    </a:cubicBezTo>
                    <a:cubicBezTo>
                      <a:pt x="11733" y="32890"/>
                      <a:pt x="250" y="67779"/>
                      <a:pt x="250" y="103274"/>
                    </a:cubicBezTo>
                    <a:cubicBezTo>
                      <a:pt x="250" y="136342"/>
                      <a:pt x="10222" y="171837"/>
                      <a:pt x="24425" y="188826"/>
                    </a:cubicBezTo>
                    <a:cubicBezTo>
                      <a:pt x="35606" y="202175"/>
                      <a:pt x="51017" y="209456"/>
                      <a:pt x="68544" y="209456"/>
                    </a:cubicBezTo>
                    <a:cubicBezTo>
                      <a:pt x="83955" y="209456"/>
                      <a:pt x="96949" y="204298"/>
                      <a:pt x="107827" y="193680"/>
                    </a:cubicBezTo>
                    <a:cubicBezTo>
                      <a:pt x="125354" y="176994"/>
                      <a:pt x="136837" y="141803"/>
                      <a:pt x="136837" y="105094"/>
                    </a:cubicBezTo>
                    <a:cubicBezTo>
                      <a:pt x="136837" y="42902"/>
                      <a:pt x="109338" y="126"/>
                      <a:pt x="69752" y="126"/>
                    </a:cubicBezTo>
                    <a:close/>
                    <a:moveTo>
                      <a:pt x="68846" y="8014"/>
                    </a:moveTo>
                    <a:cubicBezTo>
                      <a:pt x="94229" y="8014"/>
                      <a:pt x="107827" y="42295"/>
                      <a:pt x="107827" y="105701"/>
                    </a:cubicBezTo>
                    <a:cubicBezTo>
                      <a:pt x="107827" y="169106"/>
                      <a:pt x="94531" y="201568"/>
                      <a:pt x="68544" y="201568"/>
                    </a:cubicBezTo>
                    <a:cubicBezTo>
                      <a:pt x="42556" y="201568"/>
                      <a:pt x="29260" y="169107"/>
                      <a:pt x="29260" y="106004"/>
                    </a:cubicBezTo>
                    <a:cubicBezTo>
                      <a:pt x="29260" y="41688"/>
                      <a:pt x="42858" y="8014"/>
                      <a:pt x="68846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72C2C235-FE23-E02A-D075-70DCBEA7DED2}"/>
                  </a:ext>
                </a:extLst>
              </p:cNvPr>
              <p:cNvSpPr/>
              <p:nvPr>
                <p:custDataLst>
                  <p:tags r:id="rId165"/>
                </p:custDataLst>
              </p:nvPr>
            </p:nvSpPr>
            <p:spPr>
              <a:xfrm>
                <a:off x="10332929" y="6352628"/>
                <a:ext cx="33542" cy="33674"/>
              </a:xfrm>
              <a:custGeom>
                <a:avLst/>
                <a:gdLst>
                  <a:gd name="connsiteX0" fmla="*/ 16875 w 33542"/>
                  <a:gd name="connsiteY0" fmla="*/ 126 h 33674"/>
                  <a:gd name="connsiteX1" fmla="*/ 255 w 33542"/>
                  <a:gd name="connsiteY1" fmla="*/ 17418 h 33674"/>
                  <a:gd name="connsiteX2" fmla="*/ 16573 w 33542"/>
                  <a:gd name="connsiteY2" fmla="*/ 33801 h 33674"/>
                  <a:gd name="connsiteX3" fmla="*/ 33798 w 33542"/>
                  <a:gd name="connsiteY3" fmla="*/ 17418 h 33674"/>
                  <a:gd name="connsiteX4" fmla="*/ 16875 w 33542"/>
                  <a:gd name="connsiteY4" fmla="*/ 126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875" y="126"/>
                    </a:moveTo>
                    <a:cubicBezTo>
                      <a:pt x="7810" y="126"/>
                      <a:pt x="255" y="8014"/>
                      <a:pt x="255" y="17418"/>
                    </a:cubicBezTo>
                    <a:cubicBezTo>
                      <a:pt x="255" y="26216"/>
                      <a:pt x="7810" y="33801"/>
                      <a:pt x="16573" y="33801"/>
                    </a:cubicBezTo>
                    <a:cubicBezTo>
                      <a:pt x="25941" y="33801"/>
                      <a:pt x="33798" y="26216"/>
                      <a:pt x="33798" y="17418"/>
                    </a:cubicBezTo>
                    <a:cubicBezTo>
                      <a:pt x="33798" y="8014"/>
                      <a:pt x="25941" y="126"/>
                      <a:pt x="16875" y="1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7B534491-765B-7FDB-6525-3458EFF1EB4E}"/>
                  </a:ext>
                </a:extLst>
              </p:cNvPr>
              <p:cNvSpPr/>
              <p:nvPr>
                <p:custDataLst>
                  <p:tags r:id="rId166"/>
                </p:custDataLst>
              </p:nvPr>
            </p:nvSpPr>
            <p:spPr>
              <a:xfrm>
                <a:off x="10396670" y="6177883"/>
                <a:ext cx="134471" cy="205082"/>
              </a:xfrm>
              <a:custGeom>
                <a:avLst/>
                <a:gdLst>
                  <a:gd name="connsiteX0" fmla="*/ 134729 w 134471"/>
                  <a:gd name="connsiteY0" fmla="*/ 163646 h 205082"/>
                  <a:gd name="connsiteX1" fmla="*/ 130801 w 134471"/>
                  <a:gd name="connsiteY1" fmla="*/ 162129 h 205082"/>
                  <a:gd name="connsiteX2" fmla="*/ 102093 w 134471"/>
                  <a:gd name="connsiteY2" fmla="*/ 182152 h 205082"/>
                  <a:gd name="connsiteX3" fmla="*/ 29872 w 134471"/>
                  <a:gd name="connsiteY3" fmla="*/ 182152 h 205082"/>
                  <a:gd name="connsiteX4" fmla="*/ 80638 w 134471"/>
                  <a:gd name="connsiteY4" fmla="*/ 128757 h 205082"/>
                  <a:gd name="connsiteX5" fmla="*/ 119318 w 134471"/>
                  <a:gd name="connsiteY5" fmla="*/ 53823 h 205082"/>
                  <a:gd name="connsiteX6" fmla="*/ 63414 w 134471"/>
                  <a:gd name="connsiteY6" fmla="*/ 126 h 205082"/>
                  <a:gd name="connsiteX7" fmla="*/ 19900 w 134471"/>
                  <a:gd name="connsiteY7" fmla="*/ 18935 h 205082"/>
                  <a:gd name="connsiteX8" fmla="*/ 560 w 134471"/>
                  <a:gd name="connsiteY8" fmla="*/ 60498 h 205082"/>
                  <a:gd name="connsiteX9" fmla="*/ 6906 w 134471"/>
                  <a:gd name="connsiteY9" fmla="*/ 62015 h 205082"/>
                  <a:gd name="connsiteX10" fmla="*/ 50722 w 134471"/>
                  <a:gd name="connsiteY10" fmla="*/ 22576 h 205082"/>
                  <a:gd name="connsiteX11" fmla="*/ 93330 w 134471"/>
                  <a:gd name="connsiteY11" fmla="*/ 65352 h 205082"/>
                  <a:gd name="connsiteX12" fmla="*/ 54046 w 134471"/>
                  <a:gd name="connsiteY12" fmla="*/ 144230 h 205082"/>
                  <a:gd name="connsiteX13" fmla="*/ 258 w 134471"/>
                  <a:gd name="connsiteY13" fmla="*/ 201568 h 205082"/>
                  <a:gd name="connsiteX14" fmla="*/ 258 w 134471"/>
                  <a:gd name="connsiteY14" fmla="*/ 205208 h 205082"/>
                  <a:gd name="connsiteX15" fmla="*/ 118109 w 134471"/>
                  <a:gd name="connsiteY15" fmla="*/ 205208 h 205082"/>
                  <a:gd name="connsiteX16" fmla="*/ 134729 w 134471"/>
                  <a:gd name="connsiteY16" fmla="*/ 163646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729" y="163646"/>
                    </a:moveTo>
                    <a:lnTo>
                      <a:pt x="130801" y="162129"/>
                    </a:lnTo>
                    <a:cubicBezTo>
                      <a:pt x="119620" y="179421"/>
                      <a:pt x="115692" y="182152"/>
                      <a:pt x="102093" y="182152"/>
                    </a:cubicBezTo>
                    <a:lnTo>
                      <a:pt x="29872" y="182152"/>
                    </a:lnTo>
                    <a:lnTo>
                      <a:pt x="80638" y="128757"/>
                    </a:lnTo>
                    <a:cubicBezTo>
                      <a:pt x="107533" y="100543"/>
                      <a:pt x="119318" y="77487"/>
                      <a:pt x="119318" y="53823"/>
                    </a:cubicBezTo>
                    <a:cubicBezTo>
                      <a:pt x="119318" y="23486"/>
                      <a:pt x="94841" y="126"/>
                      <a:pt x="63414" y="126"/>
                    </a:cubicBezTo>
                    <a:cubicBezTo>
                      <a:pt x="46794" y="126"/>
                      <a:pt x="31080" y="6800"/>
                      <a:pt x="19900" y="18935"/>
                    </a:cubicBezTo>
                    <a:cubicBezTo>
                      <a:pt x="10230" y="29250"/>
                      <a:pt x="5697" y="38958"/>
                      <a:pt x="560" y="60498"/>
                    </a:cubicBezTo>
                    <a:lnTo>
                      <a:pt x="6906" y="62015"/>
                    </a:lnTo>
                    <a:cubicBezTo>
                      <a:pt x="18993" y="32284"/>
                      <a:pt x="29872" y="22576"/>
                      <a:pt x="50722" y="22576"/>
                    </a:cubicBezTo>
                    <a:cubicBezTo>
                      <a:pt x="76106" y="22576"/>
                      <a:pt x="93330" y="39868"/>
                      <a:pt x="93330" y="65352"/>
                    </a:cubicBezTo>
                    <a:cubicBezTo>
                      <a:pt x="93330" y="89015"/>
                      <a:pt x="79430" y="117229"/>
                      <a:pt x="54046" y="144230"/>
                    </a:cubicBezTo>
                    <a:lnTo>
                      <a:pt x="258" y="201568"/>
                    </a:lnTo>
                    <a:lnTo>
                      <a:pt x="258" y="205208"/>
                    </a:lnTo>
                    <a:lnTo>
                      <a:pt x="118109" y="205208"/>
                    </a:lnTo>
                    <a:lnTo>
                      <a:pt x="134729" y="16364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60899822-BBB0-2CC6-88A5-99EFD3DB5702}"/>
                  </a:ext>
                </a:extLst>
              </p:cNvPr>
              <p:cNvSpPr/>
              <p:nvPr>
                <p:custDataLst>
                  <p:tags r:id="rId167"/>
                </p:custDataLst>
              </p:nvPr>
            </p:nvSpPr>
            <p:spPr>
              <a:xfrm>
                <a:off x="10552257" y="6177883"/>
                <a:ext cx="117549" cy="209329"/>
              </a:xfrm>
              <a:custGeom>
                <a:avLst/>
                <a:gdLst>
                  <a:gd name="connsiteX0" fmla="*/ 33503 w 117549"/>
                  <a:gd name="connsiteY0" fmla="*/ 105094 h 209329"/>
                  <a:gd name="connsiteX1" fmla="*/ 65534 w 117549"/>
                  <a:gd name="connsiteY1" fmla="*/ 108431 h 209329"/>
                  <a:gd name="connsiteX2" fmla="*/ 96055 w 117549"/>
                  <a:gd name="connsiteY2" fmla="*/ 153331 h 209329"/>
                  <a:gd name="connsiteX3" fmla="*/ 56469 w 117549"/>
                  <a:gd name="connsiteY3" fmla="*/ 198534 h 209329"/>
                  <a:gd name="connsiteX4" fmla="*/ 31085 w 117549"/>
                  <a:gd name="connsiteY4" fmla="*/ 189129 h 209329"/>
                  <a:gd name="connsiteX5" fmla="*/ 11746 w 117549"/>
                  <a:gd name="connsiteY5" fmla="*/ 181545 h 209329"/>
                  <a:gd name="connsiteX6" fmla="*/ 263 w 117549"/>
                  <a:gd name="connsiteY6" fmla="*/ 192163 h 209329"/>
                  <a:gd name="connsiteX7" fmla="*/ 34409 w 117549"/>
                  <a:gd name="connsiteY7" fmla="*/ 209456 h 209329"/>
                  <a:gd name="connsiteX8" fmla="*/ 95753 w 117549"/>
                  <a:gd name="connsiteY8" fmla="*/ 189129 h 209329"/>
                  <a:gd name="connsiteX9" fmla="*/ 117812 w 117549"/>
                  <a:gd name="connsiteY9" fmla="*/ 138769 h 209329"/>
                  <a:gd name="connsiteX10" fmla="*/ 104214 w 117549"/>
                  <a:gd name="connsiteY10" fmla="*/ 99633 h 209329"/>
                  <a:gd name="connsiteX11" fmla="*/ 79133 w 117549"/>
                  <a:gd name="connsiteY11" fmla="*/ 83554 h 209329"/>
                  <a:gd name="connsiteX12" fmla="*/ 107538 w 117549"/>
                  <a:gd name="connsiteY12" fmla="*/ 41688 h 209329"/>
                  <a:gd name="connsiteX13" fmla="*/ 60397 w 117549"/>
                  <a:gd name="connsiteY13" fmla="*/ 126 h 209329"/>
                  <a:gd name="connsiteX14" fmla="*/ 21113 w 117549"/>
                  <a:gd name="connsiteY14" fmla="*/ 14991 h 209329"/>
                  <a:gd name="connsiteX15" fmla="*/ 867 w 117549"/>
                  <a:gd name="connsiteY15" fmla="*/ 49273 h 209329"/>
                  <a:gd name="connsiteX16" fmla="*/ 5400 w 117549"/>
                  <a:gd name="connsiteY16" fmla="*/ 50486 h 209329"/>
                  <a:gd name="connsiteX17" fmla="*/ 50425 w 117549"/>
                  <a:gd name="connsiteY17" fmla="*/ 18328 h 209329"/>
                  <a:gd name="connsiteX18" fmla="*/ 83665 w 117549"/>
                  <a:gd name="connsiteY18" fmla="*/ 50790 h 209329"/>
                  <a:gd name="connsiteX19" fmla="*/ 71578 w 117549"/>
                  <a:gd name="connsiteY19" fmla="*/ 80217 h 209329"/>
                  <a:gd name="connsiteX20" fmla="*/ 33503 w 117549"/>
                  <a:gd name="connsiteY20" fmla="*/ 101150 h 209329"/>
                  <a:gd name="connsiteX21" fmla="*/ 33503 w 117549"/>
                  <a:gd name="connsiteY21" fmla="*/ 10509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549" h="209329">
                    <a:moveTo>
                      <a:pt x="33503" y="105094"/>
                    </a:moveTo>
                    <a:cubicBezTo>
                      <a:pt x="51332" y="105094"/>
                      <a:pt x="58282" y="105701"/>
                      <a:pt x="65534" y="108431"/>
                    </a:cubicBezTo>
                    <a:cubicBezTo>
                      <a:pt x="84270" y="115105"/>
                      <a:pt x="96055" y="132398"/>
                      <a:pt x="96055" y="153331"/>
                    </a:cubicBezTo>
                    <a:cubicBezTo>
                      <a:pt x="96055" y="178815"/>
                      <a:pt x="78830" y="198534"/>
                      <a:pt x="56469" y="198534"/>
                    </a:cubicBezTo>
                    <a:cubicBezTo>
                      <a:pt x="48310" y="198534"/>
                      <a:pt x="42266" y="196410"/>
                      <a:pt x="31085" y="189129"/>
                    </a:cubicBezTo>
                    <a:cubicBezTo>
                      <a:pt x="22020" y="183669"/>
                      <a:pt x="16883" y="181545"/>
                      <a:pt x="11746" y="181545"/>
                    </a:cubicBezTo>
                    <a:cubicBezTo>
                      <a:pt x="4795" y="181545"/>
                      <a:pt x="263" y="185792"/>
                      <a:pt x="263" y="192163"/>
                    </a:cubicBezTo>
                    <a:cubicBezTo>
                      <a:pt x="263" y="202781"/>
                      <a:pt x="13257" y="209456"/>
                      <a:pt x="34409" y="209456"/>
                    </a:cubicBezTo>
                    <a:cubicBezTo>
                      <a:pt x="57678" y="209456"/>
                      <a:pt x="81550" y="201568"/>
                      <a:pt x="95753" y="189129"/>
                    </a:cubicBezTo>
                    <a:cubicBezTo>
                      <a:pt x="109955" y="176691"/>
                      <a:pt x="117812" y="159095"/>
                      <a:pt x="117812" y="138769"/>
                    </a:cubicBezTo>
                    <a:cubicBezTo>
                      <a:pt x="117812" y="123297"/>
                      <a:pt x="112977" y="109038"/>
                      <a:pt x="104214" y="99633"/>
                    </a:cubicBezTo>
                    <a:cubicBezTo>
                      <a:pt x="98170" y="92959"/>
                      <a:pt x="92429" y="89318"/>
                      <a:pt x="79133" y="83554"/>
                    </a:cubicBezTo>
                    <a:cubicBezTo>
                      <a:pt x="99983" y="69296"/>
                      <a:pt x="107538" y="58071"/>
                      <a:pt x="107538" y="41688"/>
                    </a:cubicBezTo>
                    <a:cubicBezTo>
                      <a:pt x="107538" y="17115"/>
                      <a:pt x="88198" y="126"/>
                      <a:pt x="60397" y="126"/>
                    </a:cubicBezTo>
                    <a:cubicBezTo>
                      <a:pt x="45288" y="126"/>
                      <a:pt x="31992" y="5283"/>
                      <a:pt x="21113" y="14991"/>
                    </a:cubicBezTo>
                    <a:cubicBezTo>
                      <a:pt x="12048" y="23182"/>
                      <a:pt x="7515" y="31070"/>
                      <a:pt x="867" y="49273"/>
                    </a:cubicBezTo>
                    <a:lnTo>
                      <a:pt x="5400" y="50486"/>
                    </a:lnTo>
                    <a:cubicBezTo>
                      <a:pt x="17789" y="28340"/>
                      <a:pt x="31388" y="18328"/>
                      <a:pt x="50425" y="18328"/>
                    </a:cubicBezTo>
                    <a:cubicBezTo>
                      <a:pt x="70067" y="18328"/>
                      <a:pt x="83665" y="31677"/>
                      <a:pt x="83665" y="50790"/>
                    </a:cubicBezTo>
                    <a:cubicBezTo>
                      <a:pt x="83665" y="61711"/>
                      <a:pt x="79133" y="72633"/>
                      <a:pt x="71578" y="80217"/>
                    </a:cubicBezTo>
                    <a:cubicBezTo>
                      <a:pt x="62512" y="89318"/>
                      <a:pt x="54051" y="93869"/>
                      <a:pt x="33503" y="101150"/>
                    </a:cubicBezTo>
                    <a:lnTo>
                      <a:pt x="33503" y="105094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052DA2F2-636B-70D9-7A3A-7EE510CC0F5C}"/>
                  </a:ext>
                </a:extLst>
              </p:cNvPr>
              <p:cNvSpPr/>
              <p:nvPr>
                <p:custDataLst>
                  <p:tags r:id="rId168"/>
                </p:custDataLst>
              </p:nvPr>
            </p:nvSpPr>
            <p:spPr>
              <a:xfrm>
                <a:off x="10699987" y="6177883"/>
                <a:ext cx="134471" cy="205082"/>
              </a:xfrm>
              <a:custGeom>
                <a:avLst/>
                <a:gdLst>
                  <a:gd name="connsiteX0" fmla="*/ 134739 w 134471"/>
                  <a:gd name="connsiteY0" fmla="*/ 163646 h 205082"/>
                  <a:gd name="connsiteX1" fmla="*/ 130811 w 134471"/>
                  <a:gd name="connsiteY1" fmla="*/ 162129 h 205082"/>
                  <a:gd name="connsiteX2" fmla="*/ 102103 w 134471"/>
                  <a:gd name="connsiteY2" fmla="*/ 182152 h 205082"/>
                  <a:gd name="connsiteX3" fmla="*/ 29882 w 134471"/>
                  <a:gd name="connsiteY3" fmla="*/ 182152 h 205082"/>
                  <a:gd name="connsiteX4" fmla="*/ 80648 w 134471"/>
                  <a:gd name="connsiteY4" fmla="*/ 128757 h 205082"/>
                  <a:gd name="connsiteX5" fmla="*/ 119328 w 134471"/>
                  <a:gd name="connsiteY5" fmla="*/ 53823 h 205082"/>
                  <a:gd name="connsiteX6" fmla="*/ 63424 w 134471"/>
                  <a:gd name="connsiteY6" fmla="*/ 126 h 205082"/>
                  <a:gd name="connsiteX7" fmla="*/ 19910 w 134471"/>
                  <a:gd name="connsiteY7" fmla="*/ 18935 h 205082"/>
                  <a:gd name="connsiteX8" fmla="*/ 570 w 134471"/>
                  <a:gd name="connsiteY8" fmla="*/ 60498 h 205082"/>
                  <a:gd name="connsiteX9" fmla="*/ 6916 w 134471"/>
                  <a:gd name="connsiteY9" fmla="*/ 62015 h 205082"/>
                  <a:gd name="connsiteX10" fmla="*/ 50732 w 134471"/>
                  <a:gd name="connsiteY10" fmla="*/ 22576 h 205082"/>
                  <a:gd name="connsiteX11" fmla="*/ 93340 w 134471"/>
                  <a:gd name="connsiteY11" fmla="*/ 65352 h 205082"/>
                  <a:gd name="connsiteX12" fmla="*/ 54056 w 134471"/>
                  <a:gd name="connsiteY12" fmla="*/ 144230 h 205082"/>
                  <a:gd name="connsiteX13" fmla="*/ 268 w 134471"/>
                  <a:gd name="connsiteY13" fmla="*/ 201568 h 205082"/>
                  <a:gd name="connsiteX14" fmla="*/ 268 w 134471"/>
                  <a:gd name="connsiteY14" fmla="*/ 205208 h 205082"/>
                  <a:gd name="connsiteX15" fmla="*/ 118119 w 134471"/>
                  <a:gd name="connsiteY15" fmla="*/ 205208 h 205082"/>
                  <a:gd name="connsiteX16" fmla="*/ 134739 w 134471"/>
                  <a:gd name="connsiteY16" fmla="*/ 163646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739" y="163646"/>
                    </a:moveTo>
                    <a:lnTo>
                      <a:pt x="130811" y="162129"/>
                    </a:lnTo>
                    <a:cubicBezTo>
                      <a:pt x="119630" y="179421"/>
                      <a:pt x="115702" y="182152"/>
                      <a:pt x="102103" y="182152"/>
                    </a:cubicBezTo>
                    <a:lnTo>
                      <a:pt x="29882" y="182152"/>
                    </a:lnTo>
                    <a:lnTo>
                      <a:pt x="80648" y="128757"/>
                    </a:lnTo>
                    <a:cubicBezTo>
                      <a:pt x="107543" y="100543"/>
                      <a:pt x="119328" y="77487"/>
                      <a:pt x="119328" y="53823"/>
                    </a:cubicBezTo>
                    <a:cubicBezTo>
                      <a:pt x="119328" y="23486"/>
                      <a:pt x="94851" y="126"/>
                      <a:pt x="63424" y="126"/>
                    </a:cubicBezTo>
                    <a:cubicBezTo>
                      <a:pt x="46804" y="126"/>
                      <a:pt x="31090" y="6800"/>
                      <a:pt x="19910" y="18935"/>
                    </a:cubicBezTo>
                    <a:cubicBezTo>
                      <a:pt x="10240" y="29250"/>
                      <a:pt x="5707" y="38958"/>
                      <a:pt x="570" y="60498"/>
                    </a:cubicBezTo>
                    <a:lnTo>
                      <a:pt x="6916" y="62015"/>
                    </a:lnTo>
                    <a:cubicBezTo>
                      <a:pt x="19003" y="32284"/>
                      <a:pt x="29882" y="22576"/>
                      <a:pt x="50732" y="22576"/>
                    </a:cubicBezTo>
                    <a:cubicBezTo>
                      <a:pt x="76116" y="22576"/>
                      <a:pt x="93340" y="39868"/>
                      <a:pt x="93340" y="65352"/>
                    </a:cubicBezTo>
                    <a:cubicBezTo>
                      <a:pt x="93340" y="89015"/>
                      <a:pt x="79440" y="117229"/>
                      <a:pt x="54056" y="144230"/>
                    </a:cubicBezTo>
                    <a:lnTo>
                      <a:pt x="268" y="201568"/>
                    </a:lnTo>
                    <a:lnTo>
                      <a:pt x="268" y="205208"/>
                    </a:lnTo>
                    <a:lnTo>
                      <a:pt x="118119" y="205208"/>
                    </a:lnTo>
                    <a:lnTo>
                      <a:pt x="134739" y="163646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24640DC0-F526-91B9-5938-F817FB0B694B}"/>
                  </a:ext>
                </a:extLst>
              </p:cNvPr>
              <p:cNvSpPr/>
              <p:nvPr>
                <p:custDataLst>
                  <p:tags r:id="rId169"/>
                </p:custDataLst>
              </p:nvPr>
            </p:nvSpPr>
            <p:spPr>
              <a:xfrm>
                <a:off x="10849832" y="6177883"/>
                <a:ext cx="136586" cy="209329"/>
              </a:xfrm>
              <a:custGeom>
                <a:avLst/>
                <a:gdLst>
                  <a:gd name="connsiteX0" fmla="*/ 69775 w 136586"/>
                  <a:gd name="connsiteY0" fmla="*/ 126 h 209329"/>
                  <a:gd name="connsiteX1" fmla="*/ 29282 w 136586"/>
                  <a:gd name="connsiteY1" fmla="*/ 15901 h 209329"/>
                  <a:gd name="connsiteX2" fmla="*/ 273 w 136586"/>
                  <a:gd name="connsiteY2" fmla="*/ 103274 h 209329"/>
                  <a:gd name="connsiteX3" fmla="*/ 24447 w 136586"/>
                  <a:gd name="connsiteY3" fmla="*/ 188826 h 209329"/>
                  <a:gd name="connsiteX4" fmla="*/ 68566 w 136586"/>
                  <a:gd name="connsiteY4" fmla="*/ 209456 h 209329"/>
                  <a:gd name="connsiteX5" fmla="*/ 107850 w 136586"/>
                  <a:gd name="connsiteY5" fmla="*/ 193680 h 209329"/>
                  <a:gd name="connsiteX6" fmla="*/ 136859 w 136586"/>
                  <a:gd name="connsiteY6" fmla="*/ 105094 h 209329"/>
                  <a:gd name="connsiteX7" fmla="*/ 69775 w 136586"/>
                  <a:gd name="connsiteY7" fmla="*/ 126 h 209329"/>
                  <a:gd name="connsiteX8" fmla="*/ 68868 w 136586"/>
                  <a:gd name="connsiteY8" fmla="*/ 8014 h 209329"/>
                  <a:gd name="connsiteX9" fmla="*/ 107850 w 136586"/>
                  <a:gd name="connsiteY9" fmla="*/ 105701 h 209329"/>
                  <a:gd name="connsiteX10" fmla="*/ 68566 w 136586"/>
                  <a:gd name="connsiteY10" fmla="*/ 201568 h 209329"/>
                  <a:gd name="connsiteX11" fmla="*/ 29282 w 136586"/>
                  <a:gd name="connsiteY11" fmla="*/ 106004 h 209329"/>
                  <a:gd name="connsiteX12" fmla="*/ 68868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75" y="126"/>
                    </a:moveTo>
                    <a:cubicBezTo>
                      <a:pt x="53155" y="126"/>
                      <a:pt x="40463" y="5283"/>
                      <a:pt x="29282" y="15901"/>
                    </a:cubicBezTo>
                    <a:cubicBezTo>
                      <a:pt x="11756" y="32890"/>
                      <a:pt x="273" y="67779"/>
                      <a:pt x="273" y="103274"/>
                    </a:cubicBezTo>
                    <a:cubicBezTo>
                      <a:pt x="273" y="136342"/>
                      <a:pt x="10245" y="171837"/>
                      <a:pt x="24447" y="188826"/>
                    </a:cubicBezTo>
                    <a:cubicBezTo>
                      <a:pt x="35628" y="202175"/>
                      <a:pt x="51039" y="209456"/>
                      <a:pt x="68566" y="209456"/>
                    </a:cubicBezTo>
                    <a:cubicBezTo>
                      <a:pt x="83977" y="209456"/>
                      <a:pt x="96971" y="204298"/>
                      <a:pt x="107850" y="193680"/>
                    </a:cubicBezTo>
                    <a:cubicBezTo>
                      <a:pt x="125376" y="176994"/>
                      <a:pt x="136859" y="141803"/>
                      <a:pt x="136859" y="105094"/>
                    </a:cubicBezTo>
                    <a:cubicBezTo>
                      <a:pt x="136859" y="42902"/>
                      <a:pt x="109361" y="126"/>
                      <a:pt x="69775" y="126"/>
                    </a:cubicBezTo>
                    <a:close/>
                    <a:moveTo>
                      <a:pt x="68868" y="8014"/>
                    </a:moveTo>
                    <a:cubicBezTo>
                      <a:pt x="94252" y="8014"/>
                      <a:pt x="107850" y="42295"/>
                      <a:pt x="107850" y="105701"/>
                    </a:cubicBezTo>
                    <a:cubicBezTo>
                      <a:pt x="107850" y="169106"/>
                      <a:pt x="94554" y="201568"/>
                      <a:pt x="68566" y="201568"/>
                    </a:cubicBezTo>
                    <a:cubicBezTo>
                      <a:pt x="42578" y="201568"/>
                      <a:pt x="29282" y="169107"/>
                      <a:pt x="29282" y="106004"/>
                    </a:cubicBezTo>
                    <a:cubicBezTo>
                      <a:pt x="29282" y="41688"/>
                      <a:pt x="42881" y="8014"/>
                      <a:pt x="68868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6C7555A-5631-8171-6690-3E505CF051AC}"/>
                  </a:ext>
                </a:extLst>
              </p:cNvPr>
              <p:cNvSpPr/>
              <p:nvPr>
                <p:custDataLst>
                  <p:tags r:id="rId170"/>
                </p:custDataLst>
              </p:nvPr>
            </p:nvSpPr>
            <p:spPr>
              <a:xfrm>
                <a:off x="11001490" y="6177883"/>
                <a:ext cx="136586" cy="209329"/>
              </a:xfrm>
              <a:custGeom>
                <a:avLst/>
                <a:gdLst>
                  <a:gd name="connsiteX0" fmla="*/ 69780 w 136586"/>
                  <a:gd name="connsiteY0" fmla="*/ 126 h 209329"/>
                  <a:gd name="connsiteX1" fmla="*/ 29287 w 136586"/>
                  <a:gd name="connsiteY1" fmla="*/ 15901 h 209329"/>
                  <a:gd name="connsiteX2" fmla="*/ 278 w 136586"/>
                  <a:gd name="connsiteY2" fmla="*/ 103274 h 209329"/>
                  <a:gd name="connsiteX3" fmla="*/ 24452 w 136586"/>
                  <a:gd name="connsiteY3" fmla="*/ 188826 h 209329"/>
                  <a:gd name="connsiteX4" fmla="*/ 68571 w 136586"/>
                  <a:gd name="connsiteY4" fmla="*/ 209456 h 209329"/>
                  <a:gd name="connsiteX5" fmla="*/ 107855 w 136586"/>
                  <a:gd name="connsiteY5" fmla="*/ 193680 h 209329"/>
                  <a:gd name="connsiteX6" fmla="*/ 136864 w 136586"/>
                  <a:gd name="connsiteY6" fmla="*/ 105094 h 209329"/>
                  <a:gd name="connsiteX7" fmla="*/ 69780 w 136586"/>
                  <a:gd name="connsiteY7" fmla="*/ 126 h 209329"/>
                  <a:gd name="connsiteX8" fmla="*/ 68873 w 136586"/>
                  <a:gd name="connsiteY8" fmla="*/ 8014 h 209329"/>
                  <a:gd name="connsiteX9" fmla="*/ 107855 w 136586"/>
                  <a:gd name="connsiteY9" fmla="*/ 105701 h 209329"/>
                  <a:gd name="connsiteX10" fmla="*/ 68571 w 136586"/>
                  <a:gd name="connsiteY10" fmla="*/ 201568 h 209329"/>
                  <a:gd name="connsiteX11" fmla="*/ 29287 w 136586"/>
                  <a:gd name="connsiteY11" fmla="*/ 106004 h 209329"/>
                  <a:gd name="connsiteX12" fmla="*/ 68873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80" y="126"/>
                    </a:moveTo>
                    <a:cubicBezTo>
                      <a:pt x="53160" y="126"/>
                      <a:pt x="40468" y="5283"/>
                      <a:pt x="29287" y="15901"/>
                    </a:cubicBezTo>
                    <a:cubicBezTo>
                      <a:pt x="11761" y="32890"/>
                      <a:pt x="278" y="67779"/>
                      <a:pt x="278" y="103274"/>
                    </a:cubicBezTo>
                    <a:cubicBezTo>
                      <a:pt x="278" y="136342"/>
                      <a:pt x="10250" y="171837"/>
                      <a:pt x="24452" y="188826"/>
                    </a:cubicBezTo>
                    <a:cubicBezTo>
                      <a:pt x="35633" y="202175"/>
                      <a:pt x="51044" y="209456"/>
                      <a:pt x="68571" y="209456"/>
                    </a:cubicBezTo>
                    <a:cubicBezTo>
                      <a:pt x="83982" y="209456"/>
                      <a:pt x="96976" y="204298"/>
                      <a:pt x="107855" y="193680"/>
                    </a:cubicBezTo>
                    <a:cubicBezTo>
                      <a:pt x="125381" y="176994"/>
                      <a:pt x="136864" y="141803"/>
                      <a:pt x="136864" y="105094"/>
                    </a:cubicBezTo>
                    <a:cubicBezTo>
                      <a:pt x="136864" y="42902"/>
                      <a:pt x="109366" y="126"/>
                      <a:pt x="69780" y="126"/>
                    </a:cubicBezTo>
                    <a:close/>
                    <a:moveTo>
                      <a:pt x="68873" y="8014"/>
                    </a:moveTo>
                    <a:cubicBezTo>
                      <a:pt x="94257" y="8014"/>
                      <a:pt x="107855" y="42295"/>
                      <a:pt x="107855" y="105701"/>
                    </a:cubicBezTo>
                    <a:cubicBezTo>
                      <a:pt x="107855" y="169106"/>
                      <a:pt x="94559" y="201568"/>
                      <a:pt x="68571" y="201568"/>
                    </a:cubicBezTo>
                    <a:cubicBezTo>
                      <a:pt x="42583" y="201568"/>
                      <a:pt x="29287" y="169107"/>
                      <a:pt x="29287" y="106004"/>
                    </a:cubicBezTo>
                    <a:cubicBezTo>
                      <a:pt x="29287" y="41688"/>
                      <a:pt x="42885" y="8014"/>
                      <a:pt x="68873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9902B55D-A456-8E69-559D-B8C68122ABE1}"/>
                  </a:ext>
                </a:extLst>
              </p:cNvPr>
              <p:cNvSpPr/>
              <p:nvPr>
                <p:custDataLst>
                  <p:tags r:id="rId171"/>
                </p:custDataLst>
              </p:nvPr>
            </p:nvSpPr>
            <p:spPr>
              <a:xfrm>
                <a:off x="11153148" y="6177883"/>
                <a:ext cx="136586" cy="209329"/>
              </a:xfrm>
              <a:custGeom>
                <a:avLst/>
                <a:gdLst>
                  <a:gd name="connsiteX0" fmla="*/ 69785 w 136586"/>
                  <a:gd name="connsiteY0" fmla="*/ 126 h 209329"/>
                  <a:gd name="connsiteX1" fmla="*/ 29292 w 136586"/>
                  <a:gd name="connsiteY1" fmla="*/ 15901 h 209329"/>
                  <a:gd name="connsiteX2" fmla="*/ 283 w 136586"/>
                  <a:gd name="connsiteY2" fmla="*/ 103274 h 209329"/>
                  <a:gd name="connsiteX3" fmla="*/ 24457 w 136586"/>
                  <a:gd name="connsiteY3" fmla="*/ 188826 h 209329"/>
                  <a:gd name="connsiteX4" fmla="*/ 68576 w 136586"/>
                  <a:gd name="connsiteY4" fmla="*/ 209456 h 209329"/>
                  <a:gd name="connsiteX5" fmla="*/ 107860 w 136586"/>
                  <a:gd name="connsiteY5" fmla="*/ 193680 h 209329"/>
                  <a:gd name="connsiteX6" fmla="*/ 136869 w 136586"/>
                  <a:gd name="connsiteY6" fmla="*/ 105094 h 209329"/>
                  <a:gd name="connsiteX7" fmla="*/ 69785 w 136586"/>
                  <a:gd name="connsiteY7" fmla="*/ 126 h 209329"/>
                  <a:gd name="connsiteX8" fmla="*/ 68878 w 136586"/>
                  <a:gd name="connsiteY8" fmla="*/ 8014 h 209329"/>
                  <a:gd name="connsiteX9" fmla="*/ 107860 w 136586"/>
                  <a:gd name="connsiteY9" fmla="*/ 105701 h 209329"/>
                  <a:gd name="connsiteX10" fmla="*/ 68576 w 136586"/>
                  <a:gd name="connsiteY10" fmla="*/ 201568 h 209329"/>
                  <a:gd name="connsiteX11" fmla="*/ 29292 w 136586"/>
                  <a:gd name="connsiteY11" fmla="*/ 106004 h 209329"/>
                  <a:gd name="connsiteX12" fmla="*/ 68878 w 136586"/>
                  <a:gd name="connsiteY12" fmla="*/ 8014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785" y="126"/>
                    </a:moveTo>
                    <a:cubicBezTo>
                      <a:pt x="53165" y="126"/>
                      <a:pt x="40473" y="5283"/>
                      <a:pt x="29292" y="15901"/>
                    </a:cubicBezTo>
                    <a:cubicBezTo>
                      <a:pt x="11766" y="32890"/>
                      <a:pt x="283" y="67779"/>
                      <a:pt x="283" y="103274"/>
                    </a:cubicBezTo>
                    <a:cubicBezTo>
                      <a:pt x="283" y="136342"/>
                      <a:pt x="10255" y="171837"/>
                      <a:pt x="24457" y="188826"/>
                    </a:cubicBezTo>
                    <a:cubicBezTo>
                      <a:pt x="35638" y="202175"/>
                      <a:pt x="51049" y="209456"/>
                      <a:pt x="68576" y="209456"/>
                    </a:cubicBezTo>
                    <a:cubicBezTo>
                      <a:pt x="83987" y="209456"/>
                      <a:pt x="96981" y="204298"/>
                      <a:pt x="107860" y="193680"/>
                    </a:cubicBezTo>
                    <a:cubicBezTo>
                      <a:pt x="125386" y="176994"/>
                      <a:pt x="136869" y="141803"/>
                      <a:pt x="136869" y="105094"/>
                    </a:cubicBezTo>
                    <a:cubicBezTo>
                      <a:pt x="136869" y="42902"/>
                      <a:pt x="109371" y="126"/>
                      <a:pt x="69785" y="126"/>
                    </a:cubicBezTo>
                    <a:close/>
                    <a:moveTo>
                      <a:pt x="68878" y="8014"/>
                    </a:moveTo>
                    <a:cubicBezTo>
                      <a:pt x="94262" y="8014"/>
                      <a:pt x="107860" y="42295"/>
                      <a:pt x="107860" y="105701"/>
                    </a:cubicBezTo>
                    <a:cubicBezTo>
                      <a:pt x="107860" y="169106"/>
                      <a:pt x="94564" y="201568"/>
                      <a:pt x="68576" y="201568"/>
                    </a:cubicBezTo>
                    <a:cubicBezTo>
                      <a:pt x="42588" y="201568"/>
                      <a:pt x="29292" y="169107"/>
                      <a:pt x="29292" y="106004"/>
                    </a:cubicBezTo>
                    <a:cubicBezTo>
                      <a:pt x="29292" y="41688"/>
                      <a:pt x="42890" y="8014"/>
                      <a:pt x="68878" y="80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6708FFC7-5EDF-AD54-0BAE-48905C7AA96C}"/>
                  </a:ext>
                </a:extLst>
              </p:cNvPr>
              <p:cNvSpPr/>
              <p:nvPr>
                <p:custDataLst>
                  <p:tags r:id="rId172"/>
                </p:custDataLst>
              </p:nvPr>
            </p:nvSpPr>
            <p:spPr>
              <a:xfrm>
                <a:off x="11558089" y="6127175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BBB72E99-064E-8BC0-D1F1-F4D544F57094}"/>
                  </a:ext>
                </a:extLst>
              </p:cNvPr>
              <p:cNvSpPr/>
              <p:nvPr>
                <p:custDataLst>
                  <p:tags r:id="rId173"/>
                </p:custDataLst>
              </p:nvPr>
            </p:nvSpPr>
            <p:spPr>
              <a:xfrm>
                <a:off x="4875533" y="6492592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1 h 12180"/>
                  <a:gd name="connsiteX3" fmla="*/ 0 w 6694687"/>
                  <a:gd name="connsiteY3" fmla="*/ 12181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1"/>
                    </a:lnTo>
                    <a:lnTo>
                      <a:pt x="0" y="1218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F082EAFB-6C23-D936-F873-13BAC046D23E}"/>
                  </a:ext>
                </a:extLst>
              </p:cNvPr>
              <p:cNvSpPr/>
              <p:nvPr>
                <p:custDataLst>
                  <p:tags r:id="rId174"/>
                </p:custDataLst>
              </p:nvPr>
            </p:nvSpPr>
            <p:spPr>
              <a:xfrm>
                <a:off x="4875533" y="650477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C77D6FB3-1120-463C-DD7B-63458667A7CE}"/>
                  </a:ext>
                </a:extLst>
              </p:cNvPr>
              <p:cNvSpPr/>
              <p:nvPr>
                <p:custDataLst>
                  <p:tags r:id="rId175"/>
                </p:custDataLst>
              </p:nvPr>
            </p:nvSpPr>
            <p:spPr>
              <a:xfrm>
                <a:off x="5458770" y="6555481"/>
                <a:ext cx="136586" cy="209329"/>
              </a:xfrm>
              <a:custGeom>
                <a:avLst/>
                <a:gdLst>
                  <a:gd name="connsiteX0" fmla="*/ 69598 w 136586"/>
                  <a:gd name="connsiteY0" fmla="*/ 138 h 209329"/>
                  <a:gd name="connsiteX1" fmla="*/ 29105 w 136586"/>
                  <a:gd name="connsiteY1" fmla="*/ 15914 h 209329"/>
                  <a:gd name="connsiteX2" fmla="*/ 96 w 136586"/>
                  <a:gd name="connsiteY2" fmla="*/ 103286 h 209329"/>
                  <a:gd name="connsiteX3" fmla="*/ 24270 w 136586"/>
                  <a:gd name="connsiteY3" fmla="*/ 188838 h 209329"/>
                  <a:gd name="connsiteX4" fmla="*/ 68389 w 136586"/>
                  <a:gd name="connsiteY4" fmla="*/ 209468 h 209329"/>
                  <a:gd name="connsiteX5" fmla="*/ 107673 w 136586"/>
                  <a:gd name="connsiteY5" fmla="*/ 193692 h 209329"/>
                  <a:gd name="connsiteX6" fmla="*/ 136682 w 136586"/>
                  <a:gd name="connsiteY6" fmla="*/ 105106 h 209329"/>
                  <a:gd name="connsiteX7" fmla="*/ 69598 w 136586"/>
                  <a:gd name="connsiteY7" fmla="*/ 138 h 209329"/>
                  <a:gd name="connsiteX8" fmla="*/ 68691 w 136586"/>
                  <a:gd name="connsiteY8" fmla="*/ 8026 h 209329"/>
                  <a:gd name="connsiteX9" fmla="*/ 107673 w 136586"/>
                  <a:gd name="connsiteY9" fmla="*/ 105713 h 209329"/>
                  <a:gd name="connsiteX10" fmla="*/ 68389 w 136586"/>
                  <a:gd name="connsiteY10" fmla="*/ 201580 h 209329"/>
                  <a:gd name="connsiteX11" fmla="*/ 29105 w 136586"/>
                  <a:gd name="connsiteY11" fmla="*/ 106017 h 209329"/>
                  <a:gd name="connsiteX12" fmla="*/ 68691 w 136586"/>
                  <a:gd name="connsiteY12" fmla="*/ 802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598" y="138"/>
                    </a:moveTo>
                    <a:cubicBezTo>
                      <a:pt x="52978" y="138"/>
                      <a:pt x="40286" y="5295"/>
                      <a:pt x="29105" y="15914"/>
                    </a:cubicBezTo>
                    <a:cubicBezTo>
                      <a:pt x="11579" y="32903"/>
                      <a:pt x="96" y="67791"/>
                      <a:pt x="96" y="103286"/>
                    </a:cubicBezTo>
                    <a:cubicBezTo>
                      <a:pt x="96" y="136354"/>
                      <a:pt x="10068" y="171849"/>
                      <a:pt x="24270" y="188838"/>
                    </a:cubicBezTo>
                    <a:cubicBezTo>
                      <a:pt x="35451" y="202187"/>
                      <a:pt x="50862" y="209468"/>
                      <a:pt x="68389" y="209468"/>
                    </a:cubicBezTo>
                    <a:cubicBezTo>
                      <a:pt x="83800" y="209468"/>
                      <a:pt x="96794" y="204311"/>
                      <a:pt x="107673" y="193692"/>
                    </a:cubicBezTo>
                    <a:cubicBezTo>
                      <a:pt x="125199" y="177007"/>
                      <a:pt x="136682" y="141815"/>
                      <a:pt x="136682" y="105106"/>
                    </a:cubicBezTo>
                    <a:cubicBezTo>
                      <a:pt x="136682" y="42914"/>
                      <a:pt x="109184" y="138"/>
                      <a:pt x="69598" y="138"/>
                    </a:cubicBezTo>
                    <a:close/>
                    <a:moveTo>
                      <a:pt x="68691" y="8026"/>
                    </a:moveTo>
                    <a:cubicBezTo>
                      <a:pt x="94075" y="8026"/>
                      <a:pt x="107673" y="42307"/>
                      <a:pt x="107673" y="105713"/>
                    </a:cubicBezTo>
                    <a:cubicBezTo>
                      <a:pt x="107673" y="169119"/>
                      <a:pt x="94377" y="201580"/>
                      <a:pt x="68389" y="201580"/>
                    </a:cubicBezTo>
                    <a:cubicBezTo>
                      <a:pt x="42401" y="201580"/>
                      <a:pt x="29105" y="169119"/>
                      <a:pt x="29105" y="106017"/>
                    </a:cubicBezTo>
                    <a:cubicBezTo>
                      <a:pt x="29105" y="41701"/>
                      <a:pt x="42703" y="8026"/>
                      <a:pt x="68691" y="80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D33887B7-8B2A-6EBA-2E69-8547AB64F242}"/>
                  </a:ext>
                </a:extLst>
              </p:cNvPr>
              <p:cNvSpPr/>
              <p:nvPr>
                <p:custDataLst>
                  <p:tags r:id="rId176"/>
                </p:custDataLst>
              </p:nvPr>
            </p:nvSpPr>
            <p:spPr>
              <a:xfrm>
                <a:off x="5624328" y="6730226"/>
                <a:ext cx="33542" cy="33674"/>
              </a:xfrm>
              <a:custGeom>
                <a:avLst/>
                <a:gdLst>
                  <a:gd name="connsiteX0" fmla="*/ 16721 w 33542"/>
                  <a:gd name="connsiteY0" fmla="*/ 138 h 33674"/>
                  <a:gd name="connsiteX1" fmla="*/ 101 w 33542"/>
                  <a:gd name="connsiteY1" fmla="*/ 17431 h 33674"/>
                  <a:gd name="connsiteX2" fmla="*/ 16419 w 33542"/>
                  <a:gd name="connsiteY2" fmla="*/ 33813 h 33674"/>
                  <a:gd name="connsiteX3" fmla="*/ 33643 w 33542"/>
                  <a:gd name="connsiteY3" fmla="*/ 17431 h 33674"/>
                  <a:gd name="connsiteX4" fmla="*/ 16721 w 33542"/>
                  <a:gd name="connsiteY4" fmla="*/ 138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21" y="138"/>
                    </a:moveTo>
                    <a:cubicBezTo>
                      <a:pt x="7655" y="138"/>
                      <a:pt x="101" y="8026"/>
                      <a:pt x="101" y="17431"/>
                    </a:cubicBezTo>
                    <a:cubicBezTo>
                      <a:pt x="101" y="26228"/>
                      <a:pt x="7655" y="33813"/>
                      <a:pt x="16419" y="33813"/>
                    </a:cubicBezTo>
                    <a:cubicBezTo>
                      <a:pt x="25786" y="33813"/>
                      <a:pt x="33643" y="26228"/>
                      <a:pt x="33643" y="17431"/>
                    </a:cubicBezTo>
                    <a:cubicBezTo>
                      <a:pt x="33643" y="8026"/>
                      <a:pt x="25786" y="138"/>
                      <a:pt x="16721" y="1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B08F51CB-552A-CD0A-54E3-FA0B47430284}"/>
                  </a:ext>
                </a:extLst>
              </p:cNvPr>
              <p:cNvSpPr/>
              <p:nvPr>
                <p:custDataLst>
                  <p:tags r:id="rId177"/>
                </p:custDataLst>
              </p:nvPr>
            </p:nvSpPr>
            <p:spPr>
              <a:xfrm>
                <a:off x="5682631" y="6555481"/>
                <a:ext cx="139004" cy="205082"/>
              </a:xfrm>
              <a:custGeom>
                <a:avLst/>
                <a:gdLst>
                  <a:gd name="connsiteX0" fmla="*/ 139107 w 139004"/>
                  <a:gd name="connsiteY0" fmla="*/ 135141 h 205082"/>
                  <a:gd name="connsiteX1" fmla="*/ 108285 w 139004"/>
                  <a:gd name="connsiteY1" fmla="*/ 135141 h 205082"/>
                  <a:gd name="connsiteX2" fmla="*/ 108285 w 139004"/>
                  <a:gd name="connsiteY2" fmla="*/ 138 h 205082"/>
                  <a:gd name="connsiteX3" fmla="*/ 94989 w 139004"/>
                  <a:gd name="connsiteY3" fmla="*/ 138 h 205082"/>
                  <a:gd name="connsiteX4" fmla="*/ 103 w 139004"/>
                  <a:gd name="connsiteY4" fmla="*/ 135141 h 205082"/>
                  <a:gd name="connsiteX5" fmla="*/ 103 w 139004"/>
                  <a:gd name="connsiteY5" fmla="*/ 154557 h 205082"/>
                  <a:gd name="connsiteX6" fmla="*/ 85017 w 139004"/>
                  <a:gd name="connsiteY6" fmla="*/ 154557 h 205082"/>
                  <a:gd name="connsiteX7" fmla="*/ 85017 w 139004"/>
                  <a:gd name="connsiteY7" fmla="*/ 205221 h 205082"/>
                  <a:gd name="connsiteX8" fmla="*/ 108285 w 139004"/>
                  <a:gd name="connsiteY8" fmla="*/ 205221 h 205082"/>
                  <a:gd name="connsiteX9" fmla="*/ 108285 w 139004"/>
                  <a:gd name="connsiteY9" fmla="*/ 154557 h 205082"/>
                  <a:gd name="connsiteX10" fmla="*/ 139107 w 139004"/>
                  <a:gd name="connsiteY10" fmla="*/ 154557 h 205082"/>
                  <a:gd name="connsiteX11" fmla="*/ 139107 w 139004"/>
                  <a:gd name="connsiteY11" fmla="*/ 135141 h 205082"/>
                  <a:gd name="connsiteX12" fmla="*/ 84714 w 139004"/>
                  <a:gd name="connsiteY12" fmla="*/ 135141 h 205082"/>
                  <a:gd name="connsiteX13" fmla="*/ 12190 w 139004"/>
                  <a:gd name="connsiteY13" fmla="*/ 135141 h 205082"/>
                  <a:gd name="connsiteX14" fmla="*/ 84714 w 139004"/>
                  <a:gd name="connsiteY14" fmla="*/ 31083 h 205082"/>
                  <a:gd name="connsiteX15" fmla="*/ 84714 w 139004"/>
                  <a:gd name="connsiteY15" fmla="*/ 13514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107" y="135141"/>
                    </a:moveTo>
                    <a:lnTo>
                      <a:pt x="108285" y="135141"/>
                    </a:lnTo>
                    <a:lnTo>
                      <a:pt x="108285" y="138"/>
                    </a:lnTo>
                    <a:lnTo>
                      <a:pt x="94989" y="138"/>
                    </a:lnTo>
                    <a:lnTo>
                      <a:pt x="103" y="135141"/>
                    </a:lnTo>
                    <a:lnTo>
                      <a:pt x="103" y="154557"/>
                    </a:lnTo>
                    <a:lnTo>
                      <a:pt x="85017" y="154557"/>
                    </a:lnTo>
                    <a:lnTo>
                      <a:pt x="85017" y="205221"/>
                    </a:lnTo>
                    <a:lnTo>
                      <a:pt x="108285" y="205221"/>
                    </a:lnTo>
                    <a:lnTo>
                      <a:pt x="108285" y="154557"/>
                    </a:lnTo>
                    <a:lnTo>
                      <a:pt x="139107" y="154557"/>
                    </a:lnTo>
                    <a:lnTo>
                      <a:pt x="139107" y="135141"/>
                    </a:lnTo>
                    <a:close/>
                    <a:moveTo>
                      <a:pt x="84714" y="135141"/>
                    </a:moveTo>
                    <a:lnTo>
                      <a:pt x="12190" y="135141"/>
                    </a:lnTo>
                    <a:lnTo>
                      <a:pt x="84714" y="31083"/>
                    </a:lnTo>
                    <a:lnTo>
                      <a:pt x="84714" y="13514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EAFD0063-38EA-505B-BEBF-0E80F71E7B2B}"/>
                  </a:ext>
                </a:extLst>
              </p:cNvPr>
              <p:cNvSpPr/>
              <p:nvPr>
                <p:custDataLst>
                  <p:tags r:id="rId178"/>
                </p:custDataLst>
              </p:nvPr>
            </p:nvSpPr>
            <p:spPr>
              <a:xfrm>
                <a:off x="5837915" y="6555481"/>
                <a:ext cx="136586" cy="209329"/>
              </a:xfrm>
              <a:custGeom>
                <a:avLst/>
                <a:gdLst>
                  <a:gd name="connsiteX0" fmla="*/ 69610 w 136586"/>
                  <a:gd name="connsiteY0" fmla="*/ 138 h 209329"/>
                  <a:gd name="connsiteX1" fmla="*/ 29118 w 136586"/>
                  <a:gd name="connsiteY1" fmla="*/ 15914 h 209329"/>
                  <a:gd name="connsiteX2" fmla="*/ 108 w 136586"/>
                  <a:gd name="connsiteY2" fmla="*/ 103286 h 209329"/>
                  <a:gd name="connsiteX3" fmla="*/ 24283 w 136586"/>
                  <a:gd name="connsiteY3" fmla="*/ 188838 h 209329"/>
                  <a:gd name="connsiteX4" fmla="*/ 68401 w 136586"/>
                  <a:gd name="connsiteY4" fmla="*/ 209468 h 209329"/>
                  <a:gd name="connsiteX5" fmla="*/ 107685 w 136586"/>
                  <a:gd name="connsiteY5" fmla="*/ 193692 h 209329"/>
                  <a:gd name="connsiteX6" fmla="*/ 136695 w 136586"/>
                  <a:gd name="connsiteY6" fmla="*/ 105106 h 209329"/>
                  <a:gd name="connsiteX7" fmla="*/ 69610 w 136586"/>
                  <a:gd name="connsiteY7" fmla="*/ 138 h 209329"/>
                  <a:gd name="connsiteX8" fmla="*/ 68704 w 136586"/>
                  <a:gd name="connsiteY8" fmla="*/ 8026 h 209329"/>
                  <a:gd name="connsiteX9" fmla="*/ 107685 w 136586"/>
                  <a:gd name="connsiteY9" fmla="*/ 105713 h 209329"/>
                  <a:gd name="connsiteX10" fmla="*/ 68401 w 136586"/>
                  <a:gd name="connsiteY10" fmla="*/ 201580 h 209329"/>
                  <a:gd name="connsiteX11" fmla="*/ 29118 w 136586"/>
                  <a:gd name="connsiteY11" fmla="*/ 106017 h 209329"/>
                  <a:gd name="connsiteX12" fmla="*/ 68704 w 136586"/>
                  <a:gd name="connsiteY12" fmla="*/ 802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10" y="138"/>
                    </a:moveTo>
                    <a:cubicBezTo>
                      <a:pt x="52990" y="138"/>
                      <a:pt x="40298" y="5295"/>
                      <a:pt x="29118" y="15914"/>
                    </a:cubicBezTo>
                    <a:cubicBezTo>
                      <a:pt x="11591" y="32903"/>
                      <a:pt x="108" y="67791"/>
                      <a:pt x="108" y="103286"/>
                    </a:cubicBezTo>
                    <a:cubicBezTo>
                      <a:pt x="108" y="136354"/>
                      <a:pt x="10080" y="171849"/>
                      <a:pt x="24283" y="188838"/>
                    </a:cubicBezTo>
                    <a:cubicBezTo>
                      <a:pt x="35463" y="202187"/>
                      <a:pt x="50875" y="209468"/>
                      <a:pt x="68401" y="209468"/>
                    </a:cubicBezTo>
                    <a:cubicBezTo>
                      <a:pt x="83813" y="209468"/>
                      <a:pt x="96807" y="204311"/>
                      <a:pt x="107685" y="193692"/>
                    </a:cubicBezTo>
                    <a:cubicBezTo>
                      <a:pt x="125212" y="177007"/>
                      <a:pt x="136695" y="141815"/>
                      <a:pt x="136695" y="105106"/>
                    </a:cubicBezTo>
                    <a:cubicBezTo>
                      <a:pt x="136695" y="42914"/>
                      <a:pt x="109196" y="138"/>
                      <a:pt x="69610" y="138"/>
                    </a:cubicBezTo>
                    <a:close/>
                    <a:moveTo>
                      <a:pt x="68704" y="8026"/>
                    </a:moveTo>
                    <a:cubicBezTo>
                      <a:pt x="94087" y="8026"/>
                      <a:pt x="107685" y="42307"/>
                      <a:pt x="107685" y="105713"/>
                    </a:cubicBezTo>
                    <a:cubicBezTo>
                      <a:pt x="107685" y="169119"/>
                      <a:pt x="94389" y="201580"/>
                      <a:pt x="68401" y="201580"/>
                    </a:cubicBezTo>
                    <a:cubicBezTo>
                      <a:pt x="42414" y="201580"/>
                      <a:pt x="29118" y="169119"/>
                      <a:pt x="29118" y="106017"/>
                    </a:cubicBezTo>
                    <a:cubicBezTo>
                      <a:pt x="29118" y="41701"/>
                      <a:pt x="42716" y="8026"/>
                      <a:pt x="68704" y="80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0921EF61-7DA1-AF25-1B8F-B67881AA15C9}"/>
                  </a:ext>
                </a:extLst>
              </p:cNvPr>
              <p:cNvSpPr/>
              <p:nvPr>
                <p:custDataLst>
                  <p:tags r:id="rId179"/>
                </p:custDataLst>
              </p:nvPr>
            </p:nvSpPr>
            <p:spPr>
              <a:xfrm>
                <a:off x="6546172" y="650477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1DAE9E36-F072-F4A3-B290-66BA9B97AAE4}"/>
                  </a:ext>
                </a:extLst>
              </p:cNvPr>
              <p:cNvSpPr/>
              <p:nvPr>
                <p:custDataLst>
                  <p:tags r:id="rId180"/>
                </p:custDataLst>
              </p:nvPr>
            </p:nvSpPr>
            <p:spPr>
              <a:xfrm>
                <a:off x="6827906" y="6555481"/>
                <a:ext cx="134471" cy="205082"/>
              </a:xfrm>
              <a:custGeom>
                <a:avLst/>
                <a:gdLst>
                  <a:gd name="connsiteX0" fmla="*/ 134612 w 134471"/>
                  <a:gd name="connsiteY0" fmla="*/ 163658 h 205082"/>
                  <a:gd name="connsiteX1" fmla="*/ 130684 w 134471"/>
                  <a:gd name="connsiteY1" fmla="*/ 162141 h 205082"/>
                  <a:gd name="connsiteX2" fmla="*/ 101976 w 134471"/>
                  <a:gd name="connsiteY2" fmla="*/ 182164 h 205082"/>
                  <a:gd name="connsiteX3" fmla="*/ 29754 w 134471"/>
                  <a:gd name="connsiteY3" fmla="*/ 182164 h 205082"/>
                  <a:gd name="connsiteX4" fmla="*/ 80521 w 134471"/>
                  <a:gd name="connsiteY4" fmla="*/ 128770 h 205082"/>
                  <a:gd name="connsiteX5" fmla="*/ 119201 w 134471"/>
                  <a:gd name="connsiteY5" fmla="*/ 53836 h 205082"/>
                  <a:gd name="connsiteX6" fmla="*/ 63297 w 134471"/>
                  <a:gd name="connsiteY6" fmla="*/ 138 h 205082"/>
                  <a:gd name="connsiteX7" fmla="*/ 19782 w 134471"/>
                  <a:gd name="connsiteY7" fmla="*/ 18947 h 205082"/>
                  <a:gd name="connsiteX8" fmla="*/ 443 w 134471"/>
                  <a:gd name="connsiteY8" fmla="*/ 60510 h 205082"/>
                  <a:gd name="connsiteX9" fmla="*/ 6789 w 134471"/>
                  <a:gd name="connsiteY9" fmla="*/ 62027 h 205082"/>
                  <a:gd name="connsiteX10" fmla="*/ 50605 w 134471"/>
                  <a:gd name="connsiteY10" fmla="*/ 22588 h 205082"/>
                  <a:gd name="connsiteX11" fmla="*/ 93213 w 134471"/>
                  <a:gd name="connsiteY11" fmla="*/ 65364 h 205082"/>
                  <a:gd name="connsiteX12" fmla="*/ 53929 w 134471"/>
                  <a:gd name="connsiteY12" fmla="*/ 144242 h 205082"/>
                  <a:gd name="connsiteX13" fmla="*/ 141 w 134471"/>
                  <a:gd name="connsiteY13" fmla="*/ 201580 h 205082"/>
                  <a:gd name="connsiteX14" fmla="*/ 141 w 134471"/>
                  <a:gd name="connsiteY14" fmla="*/ 205221 h 205082"/>
                  <a:gd name="connsiteX15" fmla="*/ 117992 w 134471"/>
                  <a:gd name="connsiteY15" fmla="*/ 205221 h 205082"/>
                  <a:gd name="connsiteX16" fmla="*/ 134612 w 134471"/>
                  <a:gd name="connsiteY16" fmla="*/ 163658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471" h="205082">
                    <a:moveTo>
                      <a:pt x="134612" y="163658"/>
                    </a:moveTo>
                    <a:lnTo>
                      <a:pt x="130684" y="162141"/>
                    </a:lnTo>
                    <a:cubicBezTo>
                      <a:pt x="119503" y="179434"/>
                      <a:pt x="115574" y="182164"/>
                      <a:pt x="101976" y="182164"/>
                    </a:cubicBezTo>
                    <a:lnTo>
                      <a:pt x="29754" y="182164"/>
                    </a:lnTo>
                    <a:lnTo>
                      <a:pt x="80521" y="128770"/>
                    </a:lnTo>
                    <a:cubicBezTo>
                      <a:pt x="107416" y="100556"/>
                      <a:pt x="119201" y="77499"/>
                      <a:pt x="119201" y="53836"/>
                    </a:cubicBezTo>
                    <a:cubicBezTo>
                      <a:pt x="119201" y="23498"/>
                      <a:pt x="94724" y="138"/>
                      <a:pt x="63297" y="138"/>
                    </a:cubicBezTo>
                    <a:cubicBezTo>
                      <a:pt x="46677" y="138"/>
                      <a:pt x="30963" y="6812"/>
                      <a:pt x="19782" y="18947"/>
                    </a:cubicBezTo>
                    <a:cubicBezTo>
                      <a:pt x="10113" y="29262"/>
                      <a:pt x="5580" y="38970"/>
                      <a:pt x="443" y="60510"/>
                    </a:cubicBezTo>
                    <a:lnTo>
                      <a:pt x="6789" y="62027"/>
                    </a:lnTo>
                    <a:cubicBezTo>
                      <a:pt x="18876" y="32296"/>
                      <a:pt x="29754" y="22588"/>
                      <a:pt x="50605" y="22588"/>
                    </a:cubicBezTo>
                    <a:cubicBezTo>
                      <a:pt x="75988" y="22588"/>
                      <a:pt x="93213" y="39880"/>
                      <a:pt x="93213" y="65364"/>
                    </a:cubicBezTo>
                    <a:cubicBezTo>
                      <a:pt x="93213" y="89027"/>
                      <a:pt x="79312" y="117241"/>
                      <a:pt x="53929" y="144242"/>
                    </a:cubicBezTo>
                    <a:lnTo>
                      <a:pt x="141" y="201580"/>
                    </a:lnTo>
                    <a:lnTo>
                      <a:pt x="141" y="205221"/>
                    </a:lnTo>
                    <a:lnTo>
                      <a:pt x="117992" y="205221"/>
                    </a:lnTo>
                    <a:lnTo>
                      <a:pt x="134612" y="163658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9C5C5630-3747-7780-6460-5F0404B79E51}"/>
                  </a:ext>
                </a:extLst>
              </p:cNvPr>
              <p:cNvSpPr/>
              <p:nvPr>
                <p:custDataLst>
                  <p:tags r:id="rId181"/>
                </p:custDataLst>
              </p:nvPr>
            </p:nvSpPr>
            <p:spPr>
              <a:xfrm>
                <a:off x="6991651" y="6730226"/>
                <a:ext cx="33542" cy="33674"/>
              </a:xfrm>
              <a:custGeom>
                <a:avLst/>
                <a:gdLst>
                  <a:gd name="connsiteX0" fmla="*/ 16766 w 33542"/>
                  <a:gd name="connsiteY0" fmla="*/ 138 h 33674"/>
                  <a:gd name="connsiteX1" fmla="*/ 146 w 33542"/>
                  <a:gd name="connsiteY1" fmla="*/ 17431 h 33674"/>
                  <a:gd name="connsiteX2" fmla="*/ 16463 w 33542"/>
                  <a:gd name="connsiteY2" fmla="*/ 33813 h 33674"/>
                  <a:gd name="connsiteX3" fmla="*/ 33688 w 33542"/>
                  <a:gd name="connsiteY3" fmla="*/ 17431 h 33674"/>
                  <a:gd name="connsiteX4" fmla="*/ 16766 w 33542"/>
                  <a:gd name="connsiteY4" fmla="*/ 138 h 33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2" h="33674">
                    <a:moveTo>
                      <a:pt x="16766" y="138"/>
                    </a:moveTo>
                    <a:cubicBezTo>
                      <a:pt x="7700" y="138"/>
                      <a:pt x="146" y="8026"/>
                      <a:pt x="146" y="17431"/>
                    </a:cubicBezTo>
                    <a:cubicBezTo>
                      <a:pt x="146" y="26228"/>
                      <a:pt x="7700" y="33813"/>
                      <a:pt x="16463" y="33813"/>
                    </a:cubicBezTo>
                    <a:cubicBezTo>
                      <a:pt x="25831" y="33813"/>
                      <a:pt x="33688" y="26228"/>
                      <a:pt x="33688" y="17431"/>
                    </a:cubicBezTo>
                    <a:cubicBezTo>
                      <a:pt x="33688" y="8026"/>
                      <a:pt x="25831" y="138"/>
                      <a:pt x="16766" y="1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F1D18828-31D6-1EF8-B813-A72DDF7301BE}"/>
                  </a:ext>
                </a:extLst>
              </p:cNvPr>
              <p:cNvSpPr/>
              <p:nvPr>
                <p:custDataLst>
                  <p:tags r:id="rId182"/>
                </p:custDataLst>
              </p:nvPr>
            </p:nvSpPr>
            <p:spPr>
              <a:xfrm>
                <a:off x="7049953" y="6555481"/>
                <a:ext cx="139004" cy="205082"/>
              </a:xfrm>
              <a:custGeom>
                <a:avLst/>
                <a:gdLst>
                  <a:gd name="connsiteX0" fmla="*/ 139152 w 139004"/>
                  <a:gd name="connsiteY0" fmla="*/ 135141 h 205082"/>
                  <a:gd name="connsiteX1" fmla="*/ 108330 w 139004"/>
                  <a:gd name="connsiteY1" fmla="*/ 135141 h 205082"/>
                  <a:gd name="connsiteX2" fmla="*/ 108330 w 139004"/>
                  <a:gd name="connsiteY2" fmla="*/ 138 h 205082"/>
                  <a:gd name="connsiteX3" fmla="*/ 95033 w 139004"/>
                  <a:gd name="connsiteY3" fmla="*/ 138 h 205082"/>
                  <a:gd name="connsiteX4" fmla="*/ 148 w 139004"/>
                  <a:gd name="connsiteY4" fmla="*/ 135141 h 205082"/>
                  <a:gd name="connsiteX5" fmla="*/ 148 w 139004"/>
                  <a:gd name="connsiteY5" fmla="*/ 154557 h 205082"/>
                  <a:gd name="connsiteX6" fmla="*/ 85061 w 139004"/>
                  <a:gd name="connsiteY6" fmla="*/ 154557 h 205082"/>
                  <a:gd name="connsiteX7" fmla="*/ 85061 w 139004"/>
                  <a:gd name="connsiteY7" fmla="*/ 205221 h 205082"/>
                  <a:gd name="connsiteX8" fmla="*/ 108330 w 139004"/>
                  <a:gd name="connsiteY8" fmla="*/ 205221 h 205082"/>
                  <a:gd name="connsiteX9" fmla="*/ 108330 w 139004"/>
                  <a:gd name="connsiteY9" fmla="*/ 154557 h 205082"/>
                  <a:gd name="connsiteX10" fmla="*/ 139152 w 139004"/>
                  <a:gd name="connsiteY10" fmla="*/ 154557 h 205082"/>
                  <a:gd name="connsiteX11" fmla="*/ 139152 w 139004"/>
                  <a:gd name="connsiteY11" fmla="*/ 135141 h 205082"/>
                  <a:gd name="connsiteX12" fmla="*/ 84759 w 139004"/>
                  <a:gd name="connsiteY12" fmla="*/ 135141 h 205082"/>
                  <a:gd name="connsiteX13" fmla="*/ 12235 w 139004"/>
                  <a:gd name="connsiteY13" fmla="*/ 135141 h 205082"/>
                  <a:gd name="connsiteX14" fmla="*/ 84759 w 139004"/>
                  <a:gd name="connsiteY14" fmla="*/ 31083 h 205082"/>
                  <a:gd name="connsiteX15" fmla="*/ 84759 w 139004"/>
                  <a:gd name="connsiteY15" fmla="*/ 135141 h 20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004" h="205082">
                    <a:moveTo>
                      <a:pt x="139152" y="135141"/>
                    </a:moveTo>
                    <a:lnTo>
                      <a:pt x="108330" y="135141"/>
                    </a:lnTo>
                    <a:lnTo>
                      <a:pt x="108330" y="138"/>
                    </a:lnTo>
                    <a:lnTo>
                      <a:pt x="95033" y="138"/>
                    </a:lnTo>
                    <a:lnTo>
                      <a:pt x="148" y="135141"/>
                    </a:lnTo>
                    <a:lnTo>
                      <a:pt x="148" y="154557"/>
                    </a:lnTo>
                    <a:lnTo>
                      <a:pt x="85061" y="154557"/>
                    </a:lnTo>
                    <a:lnTo>
                      <a:pt x="85061" y="205221"/>
                    </a:lnTo>
                    <a:lnTo>
                      <a:pt x="108330" y="205221"/>
                    </a:lnTo>
                    <a:lnTo>
                      <a:pt x="108330" y="154557"/>
                    </a:lnTo>
                    <a:lnTo>
                      <a:pt x="139152" y="154557"/>
                    </a:lnTo>
                    <a:lnTo>
                      <a:pt x="139152" y="135141"/>
                    </a:lnTo>
                    <a:close/>
                    <a:moveTo>
                      <a:pt x="84759" y="135141"/>
                    </a:moveTo>
                    <a:lnTo>
                      <a:pt x="12235" y="135141"/>
                    </a:lnTo>
                    <a:lnTo>
                      <a:pt x="84759" y="31083"/>
                    </a:lnTo>
                    <a:lnTo>
                      <a:pt x="84759" y="13514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52AAA25D-9958-1EBC-FE12-04DFB6CF9CF1}"/>
                  </a:ext>
                </a:extLst>
              </p:cNvPr>
              <p:cNvSpPr/>
              <p:nvPr>
                <p:custDataLst>
                  <p:tags r:id="rId183"/>
                </p:custDataLst>
              </p:nvPr>
            </p:nvSpPr>
            <p:spPr>
              <a:xfrm>
                <a:off x="7207655" y="6551840"/>
                <a:ext cx="122686" cy="212970"/>
              </a:xfrm>
              <a:custGeom>
                <a:avLst/>
                <a:gdLst>
                  <a:gd name="connsiteX0" fmla="*/ 45178 w 122686"/>
                  <a:gd name="connsiteY0" fmla="*/ 31993 h 212970"/>
                  <a:gd name="connsiteX1" fmla="*/ 104406 w 122686"/>
                  <a:gd name="connsiteY1" fmla="*/ 31993 h 212970"/>
                  <a:gd name="connsiteX2" fmla="*/ 111356 w 122686"/>
                  <a:gd name="connsiteY2" fmla="*/ 29262 h 212970"/>
                  <a:gd name="connsiteX3" fmla="*/ 122839 w 122686"/>
                  <a:gd name="connsiteY3" fmla="*/ 2262 h 212970"/>
                  <a:gd name="connsiteX4" fmla="*/ 120120 w 122686"/>
                  <a:gd name="connsiteY4" fmla="*/ 138 h 212970"/>
                  <a:gd name="connsiteX5" fmla="*/ 106219 w 122686"/>
                  <a:gd name="connsiteY5" fmla="*/ 8026 h 212970"/>
                  <a:gd name="connsiteX6" fmla="*/ 43063 w 122686"/>
                  <a:gd name="connsiteY6" fmla="*/ 8026 h 212970"/>
                  <a:gd name="connsiteX7" fmla="*/ 10125 w 122686"/>
                  <a:gd name="connsiteY7" fmla="*/ 79926 h 212970"/>
                  <a:gd name="connsiteX8" fmla="*/ 9823 w 122686"/>
                  <a:gd name="connsiteY8" fmla="*/ 81443 h 212970"/>
                  <a:gd name="connsiteX9" fmla="*/ 13449 w 122686"/>
                  <a:gd name="connsiteY9" fmla="*/ 83870 h 212970"/>
                  <a:gd name="connsiteX10" fmla="*/ 47596 w 122686"/>
                  <a:gd name="connsiteY10" fmla="*/ 89938 h 212970"/>
                  <a:gd name="connsiteX11" fmla="*/ 98362 w 122686"/>
                  <a:gd name="connsiteY11" fmla="*/ 150006 h 212970"/>
                  <a:gd name="connsiteX12" fmla="*/ 56359 w 122686"/>
                  <a:gd name="connsiteY12" fmla="*/ 201884 h 212970"/>
                  <a:gd name="connsiteX13" fmla="*/ 36113 w 122686"/>
                  <a:gd name="connsiteY13" fmla="*/ 193086 h 212970"/>
                  <a:gd name="connsiteX14" fmla="*/ 13147 w 122686"/>
                  <a:gd name="connsiteY14" fmla="*/ 183074 h 212970"/>
                  <a:gd name="connsiteX15" fmla="*/ 153 w 122686"/>
                  <a:gd name="connsiteY15" fmla="*/ 194299 h 212970"/>
                  <a:gd name="connsiteX16" fmla="*/ 37019 w 122686"/>
                  <a:gd name="connsiteY16" fmla="*/ 213108 h 212970"/>
                  <a:gd name="connsiteX17" fmla="*/ 99269 w 122686"/>
                  <a:gd name="connsiteY17" fmla="*/ 189445 h 212970"/>
                  <a:gd name="connsiteX18" fmla="*/ 119515 w 122686"/>
                  <a:gd name="connsiteY18" fmla="*/ 135444 h 212970"/>
                  <a:gd name="connsiteX19" fmla="*/ 98665 w 122686"/>
                  <a:gd name="connsiteY19" fmla="*/ 84477 h 212970"/>
                  <a:gd name="connsiteX20" fmla="*/ 32487 w 122686"/>
                  <a:gd name="connsiteY20" fmla="*/ 57780 h 212970"/>
                  <a:gd name="connsiteX21" fmla="*/ 45178 w 122686"/>
                  <a:gd name="connsiteY21" fmla="*/ 31993 h 212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2686" h="212970">
                    <a:moveTo>
                      <a:pt x="45178" y="31993"/>
                    </a:moveTo>
                    <a:lnTo>
                      <a:pt x="104406" y="31993"/>
                    </a:lnTo>
                    <a:cubicBezTo>
                      <a:pt x="109241" y="31993"/>
                      <a:pt x="110450" y="31386"/>
                      <a:pt x="111356" y="29262"/>
                    </a:cubicBezTo>
                    <a:lnTo>
                      <a:pt x="122839" y="2262"/>
                    </a:lnTo>
                    <a:lnTo>
                      <a:pt x="120120" y="138"/>
                    </a:lnTo>
                    <a:cubicBezTo>
                      <a:pt x="115587" y="6509"/>
                      <a:pt x="112565" y="8026"/>
                      <a:pt x="106219" y="8026"/>
                    </a:cubicBezTo>
                    <a:lnTo>
                      <a:pt x="43063" y="8026"/>
                    </a:lnTo>
                    <a:lnTo>
                      <a:pt x="10125" y="79926"/>
                    </a:lnTo>
                    <a:cubicBezTo>
                      <a:pt x="9823" y="80533"/>
                      <a:pt x="9823" y="80836"/>
                      <a:pt x="9823" y="81443"/>
                    </a:cubicBezTo>
                    <a:cubicBezTo>
                      <a:pt x="9823" y="82960"/>
                      <a:pt x="11032" y="83870"/>
                      <a:pt x="13449" y="83870"/>
                    </a:cubicBezTo>
                    <a:cubicBezTo>
                      <a:pt x="23119" y="83870"/>
                      <a:pt x="35206" y="85994"/>
                      <a:pt x="47596" y="89938"/>
                    </a:cubicBezTo>
                    <a:cubicBezTo>
                      <a:pt x="82347" y="101162"/>
                      <a:pt x="98362" y="119972"/>
                      <a:pt x="98362" y="150006"/>
                    </a:cubicBezTo>
                    <a:cubicBezTo>
                      <a:pt x="98362" y="179130"/>
                      <a:pt x="79929" y="201884"/>
                      <a:pt x="56359" y="201884"/>
                    </a:cubicBezTo>
                    <a:cubicBezTo>
                      <a:pt x="50315" y="201884"/>
                      <a:pt x="45178" y="199760"/>
                      <a:pt x="36113" y="193086"/>
                    </a:cubicBezTo>
                    <a:cubicBezTo>
                      <a:pt x="26443" y="186108"/>
                      <a:pt x="19493" y="183074"/>
                      <a:pt x="13147" y="183074"/>
                    </a:cubicBezTo>
                    <a:cubicBezTo>
                      <a:pt x="4384" y="183074"/>
                      <a:pt x="153" y="186715"/>
                      <a:pt x="153" y="194299"/>
                    </a:cubicBezTo>
                    <a:cubicBezTo>
                      <a:pt x="153" y="205827"/>
                      <a:pt x="14356" y="213108"/>
                      <a:pt x="37019" y="213108"/>
                    </a:cubicBezTo>
                    <a:cubicBezTo>
                      <a:pt x="62403" y="213108"/>
                      <a:pt x="84160" y="204917"/>
                      <a:pt x="99269" y="189445"/>
                    </a:cubicBezTo>
                    <a:cubicBezTo>
                      <a:pt x="113169" y="175793"/>
                      <a:pt x="119515" y="158501"/>
                      <a:pt x="119515" y="135444"/>
                    </a:cubicBezTo>
                    <a:cubicBezTo>
                      <a:pt x="119515" y="113601"/>
                      <a:pt x="113774" y="99646"/>
                      <a:pt x="98665" y="84477"/>
                    </a:cubicBezTo>
                    <a:cubicBezTo>
                      <a:pt x="85369" y="71128"/>
                      <a:pt x="68144" y="64151"/>
                      <a:pt x="32487" y="57780"/>
                    </a:cubicBezTo>
                    <a:lnTo>
                      <a:pt x="45178" y="31993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3775382F-75CE-9E2F-B1F8-C0C3E11CE6F4}"/>
                  </a:ext>
                </a:extLst>
              </p:cNvPr>
              <p:cNvSpPr/>
              <p:nvPr>
                <p:custDataLst>
                  <p:tags r:id="rId184"/>
                </p:custDataLst>
              </p:nvPr>
            </p:nvSpPr>
            <p:spPr>
              <a:xfrm>
                <a:off x="7359918" y="6553054"/>
                <a:ext cx="131147" cy="211756"/>
              </a:xfrm>
              <a:custGeom>
                <a:avLst/>
                <a:gdLst>
                  <a:gd name="connsiteX0" fmla="*/ 124657 w 131147"/>
                  <a:gd name="connsiteY0" fmla="*/ 138 h 211756"/>
                  <a:gd name="connsiteX1" fmla="*/ 50623 w 131147"/>
                  <a:gd name="connsiteY1" fmla="*/ 24408 h 211756"/>
                  <a:gd name="connsiteX2" fmla="*/ 158 w 131147"/>
                  <a:gd name="connsiteY2" fmla="*/ 123006 h 211756"/>
                  <a:gd name="connsiteX3" fmla="*/ 21311 w 131147"/>
                  <a:gd name="connsiteY3" fmla="*/ 191265 h 211756"/>
                  <a:gd name="connsiteX4" fmla="*/ 67847 w 131147"/>
                  <a:gd name="connsiteY4" fmla="*/ 211895 h 211756"/>
                  <a:gd name="connsiteX5" fmla="*/ 131305 w 131147"/>
                  <a:gd name="connsiteY5" fmla="*/ 141208 h 211756"/>
                  <a:gd name="connsiteX6" fmla="*/ 74495 w 131147"/>
                  <a:gd name="connsiteY6" fmla="*/ 77802 h 211756"/>
                  <a:gd name="connsiteX7" fmla="*/ 35816 w 131147"/>
                  <a:gd name="connsiteY7" fmla="*/ 91454 h 211756"/>
                  <a:gd name="connsiteX8" fmla="*/ 125262 w 131147"/>
                  <a:gd name="connsiteY8" fmla="*/ 4992 h 211756"/>
                  <a:gd name="connsiteX9" fmla="*/ 124657 w 131147"/>
                  <a:gd name="connsiteY9" fmla="*/ 138 h 211756"/>
                  <a:gd name="connsiteX10" fmla="*/ 63012 w 131147"/>
                  <a:gd name="connsiteY10" fmla="*/ 91758 h 211756"/>
                  <a:gd name="connsiteX11" fmla="*/ 104109 w 131147"/>
                  <a:gd name="connsiteY11" fmla="*/ 151523 h 211756"/>
                  <a:gd name="connsiteX12" fmla="*/ 71171 w 131147"/>
                  <a:gd name="connsiteY12" fmla="*/ 203400 h 211756"/>
                  <a:gd name="connsiteX13" fmla="*/ 28261 w 131147"/>
                  <a:gd name="connsiteY13" fmla="*/ 127860 h 211756"/>
                  <a:gd name="connsiteX14" fmla="*/ 36722 w 131147"/>
                  <a:gd name="connsiteY14" fmla="*/ 99342 h 211756"/>
                  <a:gd name="connsiteX15" fmla="*/ 63012 w 131147"/>
                  <a:gd name="connsiteY15" fmla="*/ 91758 h 211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147" h="211756">
                    <a:moveTo>
                      <a:pt x="124657" y="138"/>
                    </a:moveTo>
                    <a:cubicBezTo>
                      <a:pt x="90209" y="3172"/>
                      <a:pt x="72682" y="8936"/>
                      <a:pt x="50623" y="24408"/>
                    </a:cubicBezTo>
                    <a:cubicBezTo>
                      <a:pt x="17987" y="47768"/>
                      <a:pt x="158" y="82353"/>
                      <a:pt x="158" y="123006"/>
                    </a:cubicBezTo>
                    <a:cubicBezTo>
                      <a:pt x="158" y="149399"/>
                      <a:pt x="8317" y="176097"/>
                      <a:pt x="21311" y="191265"/>
                    </a:cubicBezTo>
                    <a:cubicBezTo>
                      <a:pt x="32794" y="204614"/>
                      <a:pt x="49112" y="211895"/>
                      <a:pt x="67847" y="211895"/>
                    </a:cubicBezTo>
                    <a:cubicBezTo>
                      <a:pt x="105318" y="211895"/>
                      <a:pt x="131305" y="183074"/>
                      <a:pt x="131305" y="141208"/>
                    </a:cubicBezTo>
                    <a:cubicBezTo>
                      <a:pt x="131305" y="102376"/>
                      <a:pt x="109246" y="77802"/>
                      <a:pt x="74495" y="77802"/>
                    </a:cubicBezTo>
                    <a:cubicBezTo>
                      <a:pt x="61199" y="77802"/>
                      <a:pt x="54853" y="79926"/>
                      <a:pt x="35816" y="91454"/>
                    </a:cubicBezTo>
                    <a:cubicBezTo>
                      <a:pt x="43975" y="45645"/>
                      <a:pt x="77819" y="12880"/>
                      <a:pt x="125262" y="4992"/>
                    </a:cubicBezTo>
                    <a:lnTo>
                      <a:pt x="124657" y="138"/>
                    </a:lnTo>
                    <a:close/>
                    <a:moveTo>
                      <a:pt x="63012" y="91758"/>
                    </a:moveTo>
                    <a:cubicBezTo>
                      <a:pt x="89000" y="91758"/>
                      <a:pt x="104109" y="113601"/>
                      <a:pt x="104109" y="151523"/>
                    </a:cubicBezTo>
                    <a:cubicBezTo>
                      <a:pt x="104109" y="184894"/>
                      <a:pt x="92324" y="203400"/>
                      <a:pt x="71171" y="203400"/>
                    </a:cubicBezTo>
                    <a:cubicBezTo>
                      <a:pt x="44579" y="203400"/>
                      <a:pt x="28261" y="174883"/>
                      <a:pt x="28261" y="127860"/>
                    </a:cubicBezTo>
                    <a:cubicBezTo>
                      <a:pt x="28261" y="112387"/>
                      <a:pt x="30678" y="103893"/>
                      <a:pt x="36722" y="99342"/>
                    </a:cubicBezTo>
                    <a:cubicBezTo>
                      <a:pt x="43068" y="94488"/>
                      <a:pt x="52436" y="91758"/>
                      <a:pt x="63012" y="917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66DB4439-2EED-C54D-76A1-B402814F3513}"/>
                  </a:ext>
                </a:extLst>
              </p:cNvPr>
              <p:cNvSpPr/>
              <p:nvPr>
                <p:custDataLst>
                  <p:tags r:id="rId185"/>
                </p:custDataLst>
              </p:nvPr>
            </p:nvSpPr>
            <p:spPr>
              <a:xfrm>
                <a:off x="7508554" y="6555481"/>
                <a:ext cx="136586" cy="209329"/>
              </a:xfrm>
              <a:custGeom>
                <a:avLst/>
                <a:gdLst>
                  <a:gd name="connsiteX0" fmla="*/ 69665 w 136586"/>
                  <a:gd name="connsiteY0" fmla="*/ 138 h 209329"/>
                  <a:gd name="connsiteX1" fmla="*/ 29173 w 136586"/>
                  <a:gd name="connsiteY1" fmla="*/ 15914 h 209329"/>
                  <a:gd name="connsiteX2" fmla="*/ 163 w 136586"/>
                  <a:gd name="connsiteY2" fmla="*/ 103286 h 209329"/>
                  <a:gd name="connsiteX3" fmla="*/ 24338 w 136586"/>
                  <a:gd name="connsiteY3" fmla="*/ 188838 h 209329"/>
                  <a:gd name="connsiteX4" fmla="*/ 68456 w 136586"/>
                  <a:gd name="connsiteY4" fmla="*/ 209468 h 209329"/>
                  <a:gd name="connsiteX5" fmla="*/ 107740 w 136586"/>
                  <a:gd name="connsiteY5" fmla="*/ 193692 h 209329"/>
                  <a:gd name="connsiteX6" fmla="*/ 136750 w 136586"/>
                  <a:gd name="connsiteY6" fmla="*/ 105106 h 209329"/>
                  <a:gd name="connsiteX7" fmla="*/ 69665 w 136586"/>
                  <a:gd name="connsiteY7" fmla="*/ 138 h 209329"/>
                  <a:gd name="connsiteX8" fmla="*/ 68758 w 136586"/>
                  <a:gd name="connsiteY8" fmla="*/ 8026 h 209329"/>
                  <a:gd name="connsiteX9" fmla="*/ 107740 w 136586"/>
                  <a:gd name="connsiteY9" fmla="*/ 105713 h 209329"/>
                  <a:gd name="connsiteX10" fmla="*/ 68456 w 136586"/>
                  <a:gd name="connsiteY10" fmla="*/ 201580 h 209329"/>
                  <a:gd name="connsiteX11" fmla="*/ 29173 w 136586"/>
                  <a:gd name="connsiteY11" fmla="*/ 106017 h 209329"/>
                  <a:gd name="connsiteX12" fmla="*/ 68758 w 136586"/>
                  <a:gd name="connsiteY12" fmla="*/ 802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65" y="138"/>
                    </a:moveTo>
                    <a:cubicBezTo>
                      <a:pt x="53045" y="138"/>
                      <a:pt x="40353" y="5295"/>
                      <a:pt x="29173" y="15914"/>
                    </a:cubicBezTo>
                    <a:cubicBezTo>
                      <a:pt x="11646" y="32903"/>
                      <a:pt x="163" y="67791"/>
                      <a:pt x="163" y="103286"/>
                    </a:cubicBezTo>
                    <a:cubicBezTo>
                      <a:pt x="163" y="136354"/>
                      <a:pt x="10135" y="171849"/>
                      <a:pt x="24338" y="188838"/>
                    </a:cubicBezTo>
                    <a:cubicBezTo>
                      <a:pt x="35518" y="202187"/>
                      <a:pt x="50930" y="209468"/>
                      <a:pt x="68456" y="209468"/>
                    </a:cubicBezTo>
                    <a:cubicBezTo>
                      <a:pt x="83868" y="209468"/>
                      <a:pt x="96862" y="204311"/>
                      <a:pt x="107740" y="193692"/>
                    </a:cubicBezTo>
                    <a:cubicBezTo>
                      <a:pt x="125267" y="177007"/>
                      <a:pt x="136750" y="141815"/>
                      <a:pt x="136750" y="105106"/>
                    </a:cubicBezTo>
                    <a:cubicBezTo>
                      <a:pt x="136750" y="42914"/>
                      <a:pt x="109251" y="138"/>
                      <a:pt x="69665" y="138"/>
                    </a:cubicBezTo>
                    <a:close/>
                    <a:moveTo>
                      <a:pt x="68758" y="8026"/>
                    </a:moveTo>
                    <a:cubicBezTo>
                      <a:pt x="94142" y="8026"/>
                      <a:pt x="107740" y="42307"/>
                      <a:pt x="107740" y="105713"/>
                    </a:cubicBezTo>
                    <a:cubicBezTo>
                      <a:pt x="107740" y="169119"/>
                      <a:pt x="94444" y="201580"/>
                      <a:pt x="68456" y="201580"/>
                    </a:cubicBezTo>
                    <a:cubicBezTo>
                      <a:pt x="42469" y="201580"/>
                      <a:pt x="29173" y="169119"/>
                      <a:pt x="29173" y="106017"/>
                    </a:cubicBezTo>
                    <a:cubicBezTo>
                      <a:pt x="29173" y="41701"/>
                      <a:pt x="42771" y="8026"/>
                      <a:pt x="68758" y="80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A6731506-C225-305E-639B-88F753E05A59}"/>
                  </a:ext>
                </a:extLst>
              </p:cNvPr>
              <p:cNvSpPr/>
              <p:nvPr>
                <p:custDataLst>
                  <p:tags r:id="rId186"/>
                </p:custDataLst>
              </p:nvPr>
            </p:nvSpPr>
            <p:spPr>
              <a:xfrm>
                <a:off x="7660212" y="6555481"/>
                <a:ext cx="136586" cy="209329"/>
              </a:xfrm>
              <a:custGeom>
                <a:avLst/>
                <a:gdLst>
                  <a:gd name="connsiteX0" fmla="*/ 69670 w 136586"/>
                  <a:gd name="connsiteY0" fmla="*/ 138 h 209329"/>
                  <a:gd name="connsiteX1" fmla="*/ 29178 w 136586"/>
                  <a:gd name="connsiteY1" fmla="*/ 15914 h 209329"/>
                  <a:gd name="connsiteX2" fmla="*/ 168 w 136586"/>
                  <a:gd name="connsiteY2" fmla="*/ 103286 h 209329"/>
                  <a:gd name="connsiteX3" fmla="*/ 24343 w 136586"/>
                  <a:gd name="connsiteY3" fmla="*/ 188838 h 209329"/>
                  <a:gd name="connsiteX4" fmla="*/ 68461 w 136586"/>
                  <a:gd name="connsiteY4" fmla="*/ 209468 h 209329"/>
                  <a:gd name="connsiteX5" fmla="*/ 107745 w 136586"/>
                  <a:gd name="connsiteY5" fmla="*/ 193692 h 209329"/>
                  <a:gd name="connsiteX6" fmla="*/ 136755 w 136586"/>
                  <a:gd name="connsiteY6" fmla="*/ 105106 h 209329"/>
                  <a:gd name="connsiteX7" fmla="*/ 69670 w 136586"/>
                  <a:gd name="connsiteY7" fmla="*/ 138 h 209329"/>
                  <a:gd name="connsiteX8" fmla="*/ 68763 w 136586"/>
                  <a:gd name="connsiteY8" fmla="*/ 8026 h 209329"/>
                  <a:gd name="connsiteX9" fmla="*/ 107745 w 136586"/>
                  <a:gd name="connsiteY9" fmla="*/ 105713 h 209329"/>
                  <a:gd name="connsiteX10" fmla="*/ 68461 w 136586"/>
                  <a:gd name="connsiteY10" fmla="*/ 201580 h 209329"/>
                  <a:gd name="connsiteX11" fmla="*/ 29178 w 136586"/>
                  <a:gd name="connsiteY11" fmla="*/ 106017 h 209329"/>
                  <a:gd name="connsiteX12" fmla="*/ 68763 w 136586"/>
                  <a:gd name="connsiteY12" fmla="*/ 802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70" y="138"/>
                    </a:moveTo>
                    <a:cubicBezTo>
                      <a:pt x="53050" y="138"/>
                      <a:pt x="40358" y="5295"/>
                      <a:pt x="29178" y="15914"/>
                    </a:cubicBezTo>
                    <a:cubicBezTo>
                      <a:pt x="11651" y="32903"/>
                      <a:pt x="168" y="67791"/>
                      <a:pt x="168" y="103286"/>
                    </a:cubicBezTo>
                    <a:cubicBezTo>
                      <a:pt x="168" y="136354"/>
                      <a:pt x="10140" y="171849"/>
                      <a:pt x="24343" y="188838"/>
                    </a:cubicBezTo>
                    <a:cubicBezTo>
                      <a:pt x="35523" y="202187"/>
                      <a:pt x="50935" y="209468"/>
                      <a:pt x="68461" y="209468"/>
                    </a:cubicBezTo>
                    <a:cubicBezTo>
                      <a:pt x="83873" y="209468"/>
                      <a:pt x="96866" y="204311"/>
                      <a:pt x="107745" y="193692"/>
                    </a:cubicBezTo>
                    <a:cubicBezTo>
                      <a:pt x="125272" y="177007"/>
                      <a:pt x="136755" y="141815"/>
                      <a:pt x="136755" y="105106"/>
                    </a:cubicBezTo>
                    <a:cubicBezTo>
                      <a:pt x="136755" y="42914"/>
                      <a:pt x="109256" y="138"/>
                      <a:pt x="69670" y="138"/>
                    </a:cubicBezTo>
                    <a:close/>
                    <a:moveTo>
                      <a:pt x="68763" y="8026"/>
                    </a:moveTo>
                    <a:cubicBezTo>
                      <a:pt x="94147" y="8026"/>
                      <a:pt x="107745" y="42307"/>
                      <a:pt x="107745" y="105713"/>
                    </a:cubicBezTo>
                    <a:cubicBezTo>
                      <a:pt x="107745" y="169119"/>
                      <a:pt x="94449" y="201580"/>
                      <a:pt x="68461" y="201580"/>
                    </a:cubicBezTo>
                    <a:cubicBezTo>
                      <a:pt x="42474" y="201580"/>
                      <a:pt x="29178" y="169119"/>
                      <a:pt x="29178" y="106017"/>
                    </a:cubicBezTo>
                    <a:cubicBezTo>
                      <a:pt x="29178" y="41701"/>
                      <a:pt x="42776" y="8026"/>
                      <a:pt x="68763" y="80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0E6C88BB-B98F-F57D-FA28-12AA3D10BBD9}"/>
                  </a:ext>
                </a:extLst>
              </p:cNvPr>
              <p:cNvSpPr/>
              <p:nvPr>
                <p:custDataLst>
                  <p:tags r:id="rId187"/>
                </p:custDataLst>
              </p:nvPr>
            </p:nvSpPr>
            <p:spPr>
              <a:xfrm>
                <a:off x="7811870" y="6555481"/>
                <a:ext cx="136586" cy="209329"/>
              </a:xfrm>
              <a:custGeom>
                <a:avLst/>
                <a:gdLst>
                  <a:gd name="connsiteX0" fmla="*/ 69675 w 136586"/>
                  <a:gd name="connsiteY0" fmla="*/ 138 h 209329"/>
                  <a:gd name="connsiteX1" fmla="*/ 29182 w 136586"/>
                  <a:gd name="connsiteY1" fmla="*/ 15914 h 209329"/>
                  <a:gd name="connsiteX2" fmla="*/ 173 w 136586"/>
                  <a:gd name="connsiteY2" fmla="*/ 103286 h 209329"/>
                  <a:gd name="connsiteX3" fmla="*/ 24348 w 136586"/>
                  <a:gd name="connsiteY3" fmla="*/ 188838 h 209329"/>
                  <a:gd name="connsiteX4" fmla="*/ 68466 w 136586"/>
                  <a:gd name="connsiteY4" fmla="*/ 209468 h 209329"/>
                  <a:gd name="connsiteX5" fmla="*/ 107750 w 136586"/>
                  <a:gd name="connsiteY5" fmla="*/ 193692 h 209329"/>
                  <a:gd name="connsiteX6" fmla="*/ 136760 w 136586"/>
                  <a:gd name="connsiteY6" fmla="*/ 105106 h 209329"/>
                  <a:gd name="connsiteX7" fmla="*/ 69675 w 136586"/>
                  <a:gd name="connsiteY7" fmla="*/ 138 h 209329"/>
                  <a:gd name="connsiteX8" fmla="*/ 68768 w 136586"/>
                  <a:gd name="connsiteY8" fmla="*/ 8026 h 209329"/>
                  <a:gd name="connsiteX9" fmla="*/ 107750 w 136586"/>
                  <a:gd name="connsiteY9" fmla="*/ 105713 h 209329"/>
                  <a:gd name="connsiteX10" fmla="*/ 68466 w 136586"/>
                  <a:gd name="connsiteY10" fmla="*/ 201580 h 209329"/>
                  <a:gd name="connsiteX11" fmla="*/ 29182 w 136586"/>
                  <a:gd name="connsiteY11" fmla="*/ 106017 h 209329"/>
                  <a:gd name="connsiteX12" fmla="*/ 68768 w 136586"/>
                  <a:gd name="connsiteY12" fmla="*/ 8026 h 209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586" h="209329">
                    <a:moveTo>
                      <a:pt x="69675" y="138"/>
                    </a:moveTo>
                    <a:cubicBezTo>
                      <a:pt x="53055" y="138"/>
                      <a:pt x="40363" y="5295"/>
                      <a:pt x="29182" y="15914"/>
                    </a:cubicBezTo>
                    <a:cubicBezTo>
                      <a:pt x="11656" y="32903"/>
                      <a:pt x="173" y="67791"/>
                      <a:pt x="173" y="103286"/>
                    </a:cubicBezTo>
                    <a:cubicBezTo>
                      <a:pt x="173" y="136354"/>
                      <a:pt x="10145" y="171849"/>
                      <a:pt x="24348" y="188838"/>
                    </a:cubicBezTo>
                    <a:cubicBezTo>
                      <a:pt x="35528" y="202187"/>
                      <a:pt x="50940" y="209468"/>
                      <a:pt x="68466" y="209468"/>
                    </a:cubicBezTo>
                    <a:cubicBezTo>
                      <a:pt x="83878" y="209468"/>
                      <a:pt x="96871" y="204311"/>
                      <a:pt x="107750" y="193692"/>
                    </a:cubicBezTo>
                    <a:cubicBezTo>
                      <a:pt x="125277" y="177007"/>
                      <a:pt x="136760" y="141815"/>
                      <a:pt x="136760" y="105106"/>
                    </a:cubicBezTo>
                    <a:cubicBezTo>
                      <a:pt x="136760" y="42914"/>
                      <a:pt x="109261" y="138"/>
                      <a:pt x="69675" y="138"/>
                    </a:cubicBezTo>
                    <a:close/>
                    <a:moveTo>
                      <a:pt x="68768" y="8026"/>
                    </a:moveTo>
                    <a:cubicBezTo>
                      <a:pt x="94152" y="8026"/>
                      <a:pt x="107750" y="42307"/>
                      <a:pt x="107750" y="105713"/>
                    </a:cubicBezTo>
                    <a:cubicBezTo>
                      <a:pt x="107750" y="169119"/>
                      <a:pt x="94454" y="201580"/>
                      <a:pt x="68466" y="201580"/>
                    </a:cubicBezTo>
                    <a:cubicBezTo>
                      <a:pt x="42479" y="201580"/>
                      <a:pt x="29182" y="169119"/>
                      <a:pt x="29182" y="106017"/>
                    </a:cubicBezTo>
                    <a:cubicBezTo>
                      <a:pt x="29182" y="41701"/>
                      <a:pt x="42781" y="8026"/>
                      <a:pt x="68768" y="80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F2858BCC-1D9A-9E24-37C1-95A5BFA12254}"/>
                  </a:ext>
                </a:extLst>
              </p:cNvPr>
              <p:cNvSpPr/>
              <p:nvPr>
                <p:custDataLst>
                  <p:tags r:id="rId188"/>
                </p:custDataLst>
              </p:nvPr>
            </p:nvSpPr>
            <p:spPr>
              <a:xfrm>
                <a:off x="8216811" y="650477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3 w 12132"/>
                  <a:gd name="connsiteY1" fmla="*/ 0 h 365417"/>
                  <a:gd name="connsiteX2" fmla="*/ 12133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3" y="0"/>
                    </a:lnTo>
                    <a:lnTo>
                      <a:pt x="12133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88F5FA1F-94E5-2025-0C41-0AA5FF209D70}"/>
                  </a:ext>
                </a:extLst>
              </p:cNvPr>
              <p:cNvSpPr/>
              <p:nvPr>
                <p:custDataLst>
                  <p:tags r:id="rId189"/>
                </p:custDataLst>
              </p:nvPr>
            </p:nvSpPr>
            <p:spPr>
              <a:xfrm>
                <a:off x="9887450" y="650477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8C0C160-EBFD-C829-BB93-DE1652938745}"/>
                  </a:ext>
                </a:extLst>
              </p:cNvPr>
              <p:cNvSpPr/>
              <p:nvPr>
                <p:custDataLst>
                  <p:tags r:id="rId190"/>
                </p:custDataLst>
              </p:nvPr>
            </p:nvSpPr>
            <p:spPr>
              <a:xfrm>
                <a:off x="11558089" y="6504773"/>
                <a:ext cx="12132" cy="365417"/>
              </a:xfrm>
              <a:custGeom>
                <a:avLst/>
                <a:gdLst>
                  <a:gd name="connsiteX0" fmla="*/ 0 w 12132"/>
                  <a:gd name="connsiteY0" fmla="*/ 0 h 365417"/>
                  <a:gd name="connsiteX1" fmla="*/ 12132 w 12132"/>
                  <a:gd name="connsiteY1" fmla="*/ 0 h 365417"/>
                  <a:gd name="connsiteX2" fmla="*/ 12132 w 12132"/>
                  <a:gd name="connsiteY2" fmla="*/ 365417 h 365417"/>
                  <a:gd name="connsiteX3" fmla="*/ 0 w 12132"/>
                  <a:gd name="connsiteY3" fmla="*/ 365417 h 36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32" h="365417">
                    <a:moveTo>
                      <a:pt x="0" y="0"/>
                    </a:moveTo>
                    <a:lnTo>
                      <a:pt x="12132" y="0"/>
                    </a:lnTo>
                    <a:lnTo>
                      <a:pt x="12132" y="365417"/>
                    </a:lnTo>
                    <a:lnTo>
                      <a:pt x="0" y="365417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DCD81137-FF60-8BA6-8B29-BA750CD9C321}"/>
                  </a:ext>
                </a:extLst>
              </p:cNvPr>
              <p:cNvSpPr/>
              <p:nvPr>
                <p:custDataLst>
                  <p:tags r:id="rId191"/>
                </p:custDataLst>
              </p:nvPr>
            </p:nvSpPr>
            <p:spPr>
              <a:xfrm>
                <a:off x="4875533" y="6870190"/>
                <a:ext cx="6694687" cy="12180"/>
              </a:xfrm>
              <a:custGeom>
                <a:avLst/>
                <a:gdLst>
                  <a:gd name="connsiteX0" fmla="*/ 0 w 6694687"/>
                  <a:gd name="connsiteY0" fmla="*/ 0 h 12180"/>
                  <a:gd name="connsiteX1" fmla="*/ 6694688 w 6694687"/>
                  <a:gd name="connsiteY1" fmla="*/ 0 h 12180"/>
                  <a:gd name="connsiteX2" fmla="*/ 6694688 w 6694687"/>
                  <a:gd name="connsiteY2" fmla="*/ 12181 h 12180"/>
                  <a:gd name="connsiteX3" fmla="*/ 0 w 6694687"/>
                  <a:gd name="connsiteY3" fmla="*/ 12181 h 1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4687" h="12180">
                    <a:moveTo>
                      <a:pt x="0" y="0"/>
                    </a:moveTo>
                    <a:lnTo>
                      <a:pt x="6694688" y="0"/>
                    </a:lnTo>
                    <a:lnTo>
                      <a:pt x="6694688" y="12181"/>
                    </a:lnTo>
                    <a:lnTo>
                      <a:pt x="0" y="12181"/>
                    </a:lnTo>
                    <a:close/>
                  </a:path>
                </a:pathLst>
              </a:custGeom>
              <a:solidFill>
                <a:srgbClr val="FFFFFF"/>
              </a:solidFill>
              <a:ln w="304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9451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.02303"/>
  <p:tag name="ORIGINALWIDTH" val="264.595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h_{1}\frac{f(x_{0})+f(x_{1})}{2}+h_{2}\frac{f(x_{1})+f(x_{2})}{2}+\cdots+h_{n}\frac{f(x_{n-1})+f(x_{n})}{2}&#10;\end{align*}&#10;}&#10;\end{document}"/>
  <p:tag name="IGUANATEXSIZE" val="24"/>
  <p:tag name="IGUANATEXCURSOR" val="38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6"/>
  <p:tag name="ORIGINALWIDTH" val="3.88707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h_{1}\frac{f(x_{0})+f(x_{1})}{2}+h_{2}\frac{f(x_{1})+f(x_{2})}{2}+\cdots+h_{n}\frac{f(x_{n-1})+f(x_{n})}{2}&#10;\end{align*}&#10;}&#10;\end{document}"/>
  <p:tag name="IGUANATEXSIZE" val="24"/>
  <p:tag name="IGUANATEXCURSOR" val="38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59416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2"/>
  <p:tag name="ORIGINALWIDTH" val="4.551444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76607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62041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00197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14"/>
  <p:tag name="ORIGINALWIDTH" val="3.316699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9416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62041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00197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76607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54.57027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2631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9416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2"/>
  <p:tag name="ORIGINALWIDTH" val="4.551444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65354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62041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00197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76607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9416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62041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00197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65354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54.57027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2631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9416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1083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1083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1083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9416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2"/>
  <p:tag name="ORIGINALWIDTH" val="4.551444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5151"/>
  <p:tag name="ORIGINALWIDTH" val="3.375393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6204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00197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5151"/>
  <p:tag name="ORIGINALWIDTH" val="3.375393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37664"/>
  <p:tag name="ORIGINALWIDTH" val="4.483431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76607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59416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62041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00197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5151"/>
  <p:tag name="ORIGINALWIDTH" val="3.375393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0492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63.97578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2631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.62484"/>
  <p:tag name="ORIGINALWIDTH" val="342.864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Example: Use the information in Table. Determine the integral for this data. Recall that the correct answer is 1.640533.&#10;}&#10;\end{document}"/>
  <p:tag name="IGUANATEXSIZE" val="24"/>
  <p:tag name="IGUANATEXCURSOR" val="33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.34839"/>
  <p:tag name="ORIGINALWIDTH" val="318.665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\text{I}&amp;=0.12\frac{1.309729+0.2}2+0.10\frac{1.305241+1.309729}2+\cdots+0.10\frac{0.232+2.363}2\\&amp;=0.090584+0.130749+\cdots+0.12975=1.594801\end{aligned}&#10;\end{align*}&#10;}&#10;\end{document}"/>
  <p:tag name="IGUANATEXSIZE" val="22"/>
  <p:tag name="IGUANATEXCURSOR" val="44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32874"/>
  <p:tag name="ORIGINALWIDTH" val="256.95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which represents an absolute percent relative error of } \,\varepsilon_t=2.8\%.&#10;\end{align*}&#10;}&#10;\end{document}"/>
  <p:tag name="IGUANATEXSIZE" val="24"/>
  <p:tag name="IGUANATEXCURSOR" val="34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2814"/>
  <p:tag name="ORIGINALWIDTH" val="233.092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lution:  Applying Eq. (above) to the data in Table, yields}&#10;\end{align*}&#10;}&#10;\end{document}"/>
  <p:tag name="IGUANATEXSIZE" val="24"/>
  <p:tag name="IGUANATEXCURSOR" val="33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51595"/>
  <p:tag name="ORIGINALWIDTH" val="219.642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tabular}{|&gt;{\centering\arraybackslash}m{1.5cm}|&gt;{\centering\arraybackslash}m{1.5cm}|&gt;{\centering\arraybackslash}m{1.5cm}|&gt;{\centering\arraybackslash}m{1.5cm}|}&#10;\hline&#10;$x$ &amp; $f(x)$ &amp; $x$ &amp; $f(x)$ \\&#10;\hline \hline&#10;0.00 &amp; 0.200000 &amp; 0.44 &amp; 2.842985 \\&#10;\hline&#10;0.12 &amp; 1.309729 &amp; 0.54 &amp; 3.507297  \\&#10;\hline&#10;0.22 &amp; 1.305241 &amp; 0.64 &amp; 3.181929 \\&#10;\hline&#10;0.32 &amp; 1.743393 &amp; 0.70 &amp;  2.363000\\&#10;\hline&#10;0.36 &amp; 2.074903 &amp; 0.80 &amp;  0.232000\\&#10;\hline&#10;0.40 &amp; 2.456000 &amp;  &amp;  \\&#10;\hline&#10;\end{tabular}&#10;}&#10;\end{document}"/>
  <p:tag name="IGUANATEXSIZE" val="24"/>
  <p:tag name="IGUANATEXCURSOR" val="5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tabular}{|&gt;{\centering\arraybackslash}m{1.5cm}|&gt;{\centering\arraybackslash}m{1.5cm}|&gt;{\centering\arraybackslash}m{1.5cm}|&gt;{\centering\arraybackslash}m{1.5cm}|}&#10;\hline&#10;$x$ &amp; $f(x)$ &amp; $x$ &amp; $f(x)$ \\&#10;\hline \hline&#10;0.00 &amp; 0.200000 &amp; 0.44 &amp; 2.842985 \\&#10;\hline&#10;0.12 &amp; 1.309729 &amp; 0.54 &amp; 3.507297  \\&#10;\hline&#10;0.22 &amp; 1.305241 &amp; 0.64 &amp; 3.181929 \\&#10;\hline&#10;0.32 &amp; 1.743393 &amp; 0.70 &amp;  2.363000\\&#10;\hline&#10;0.36 &amp; 2.074903 &amp; 0.80 &amp;  0.232000\\&#10;\hline&#10;0.40 &amp; 2.456000 &amp;  &amp;  \\&#10;\hline&#10;\end{tabular}&#10;}&#10;\end{document}"/>
  <p:tag name="IGUANATEXSIZE" val="24"/>
  <p:tag name="IGUANATEXCURSOR" val="5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885"/>
  <p:tag name="ORIGINALWIDTH" val="4.699278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08661"/>
  <p:tag name="ORIGINALWIDTH" val="5.660958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5328"/>
  <p:tag name="ORIGINALWIDTH" val="2.300066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885"/>
  <p:tag name="ORIGINALWIDTH" val="4.699278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5328"/>
  <p:tag name="ORIGINALWIDTH" val="2.300066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885"/>
  <p:tag name="ORIGINALWIDTH" val="4.699278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08661"/>
  <p:tag name="ORIGINALWIDTH" val="5.660958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5328"/>
  <p:tag name="ORIGINALWIDTH" val="2.300066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885"/>
  <p:tag name="ORIGINALWIDTH" val="4.699278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5328"/>
  <p:tag name="ORIGINALWIDTH" val="2.300066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7204"/>
  <p:tag name="ORIGINALWIDTH" val="4.025131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2.805676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2.805676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01"/>
  <p:tag name="ORIGINALWIDTH" val="4.253149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7204"/>
  <p:tag name="ORIGINALWIDTH" val="4.025131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7204"/>
  <p:tag name="ORIGINALWIDTH" val="4.025131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01"/>
  <p:tag name="ORIGINALWIDTH" val="4.253149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01"/>
  <p:tag name="ORIGINALWIDTH" val="4.253149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2.805676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7204"/>
  <p:tag name="ORIGINALWIDTH" val="4.025131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2.805676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302723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2.805676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2.805676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2.805676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01"/>
  <p:tag name="ORIGINALWIDTH" val="4.253149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01"/>
  <p:tag name="ORIGINALWIDTH" val="4.253149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302723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302723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01"/>
  <p:tag name="ORIGINALWIDTH" val="4.253149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253149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3.856594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411778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479"/>
  <p:tag name="ORIGINALWIDTH" val="1.100459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8412"/>
  <p:tag name="ORIGINALWIDTH" val="4.560499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7204"/>
  <p:tag name="ORIGINALWIDTH" val="4.025131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7375"/>
  <p:tag name="ORIGINALWIDTH" val="4.302723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7749"/>
  <p:tag name="ORIGINALWIDTH" val="4.481168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98875"/>
  <p:tag name="ORIGINALWIDTH" val="0.3980315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96063"/>
  <p:tag name="ORIGINALWIDTH" val="219.6419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56496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lution:  Applying Eq. (above) to the data in Table, yields}&#10;\end{align*}&#10;}&#10;\end{document}"/>
  <p:tag name="IGUANATEXSIZE" val="24"/>
  <p:tag name="IGUANATEXCURSOR" val="33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2237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4927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1.101706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731"/>
  <p:tag name="ORIGINALWIDTH" val="6.858465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15288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15288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2237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0151"/>
  <p:tag name="ORIGINALWIDTH" val="4.575591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387008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5.806365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605381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1706"/>
  <p:tag name="ORIGINALWIDTH" val="1.101706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466372"/>
  <p:tag name="ORIGINALWIDTH" val="2.540879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15288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4.545833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466372"/>
  <p:tag name="ORIGINALWIDTH" val="2.540879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44324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05381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5.717027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15288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2237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77"/>
  <p:tag name="ORIGINALWIDTH" val="1.379626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0151"/>
  <p:tag name="ORIGINALWIDTH" val="4.575591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2237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05381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47835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6.6797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which represents an absolute percent relative error of } \,\varepsilon_t=2.8\%.&#10;\end{align*}&#10;}&#10;\end{document}"/>
  <p:tag name="IGUANATEXSIZE" val="24"/>
  <p:tag name="IGUANATEXCURSOR" val="34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44324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841109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44324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15288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47835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47835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15288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47835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2237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4927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15288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841109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2237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4.545833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3.60292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20767"/>
  <p:tag name="ORIGINALWIDTH" val="4.225426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1043"/>
  <p:tag name="ORIGINALWIDTH" val="1.902296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0394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8582"/>
  <p:tag name="ORIGINALWIDTH" val="7.056955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935"/>
  <p:tag name="ORIGINALWIDTH" val="2.945526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\text{I}&amp;=0.12\frac{1.309729+0.2}2+0.10\frac{1.305241+1.309729}2+\cdots+0.10\frac{0.232+2.363}2\\&amp;=0.090584+0.130749+\cdots+0.12975=1.594801\end{aligned}&#10;\end{align*}&#10;}&#10;\end{document}"/>
  <p:tag name="IGUANATEXSIZE" val="22"/>
  <p:tag name="IGUANATEXCURSOR" val="44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04"/>
  <p:tag name="ORIGINALWIDTH" val="6.595204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1145"/>
  <p:tag name="ORIGINALWIDTH" val="4.254653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4445"/>
  <p:tag name="ORIGINALWIDTH" val="60.81145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25984"/>
  <p:tag name="ORIGINALWIDTH" val="4.026557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562098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1145"/>
  <p:tag name="ORIGINALWIDTH" val="4.254653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4445"/>
  <p:tag name="ORIGINALWIDTH" val="85.69853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304224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4445"/>
  <p:tag name="ORIGINALWIDTH" val="55.83404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04"/>
  <p:tag name="ORIGINALWIDTH" val="6.595204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25984"/>
  <p:tag name="ORIGINALWIDTH" val="4.026557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562098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1145"/>
  <p:tag name="ORIGINALWIDTH" val="4.254653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562098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58"/>
  <p:tag name="ORIGINALWIDTH" val="6.595204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413314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1145"/>
  <p:tag name="ORIGINALWIDTH" val="4.254653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25984"/>
  <p:tag name="ORIGINALWIDTH" val="4.026557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04"/>
  <p:tag name="ORIGINALWIDTH" val="6.595204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1253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25984"/>
  <p:tag name="ORIGINALWIDTH" val="4.026557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5361"/>
  <p:tag name="ORIGINALWIDTH" val="4.254653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4.562098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3.857945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88"/>
  <p:tag name="ORIGINALWIDTH" val="4.482749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2"/>
  <p:tag name="ORIGINALWIDTH" val="2.806657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4153"/>
  <p:tag name="ORIGINALWIDTH" val="5.797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Example: Use the information in Table. Determine the integral for this data. Recall that the correct answer is 1.640533.&#10;}&#10;\end{document}"/>
  <p:tag name="IGUANATEXSIZE" val="24"/>
  <p:tag name="IGUANATEXCURSOR" val="33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7644"/>
  <p:tag name="ORIGINALWIDTH" val="4.578871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7.52244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1069"/>
  <p:tag name="ORIGINALWIDTH" val="4.608595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58793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1.100098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1293"/>
  <p:tag name="ORIGINALWIDTH" val="6.848491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3766"/>
  <p:tag name="ORIGINALWIDTH" val="2.943537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4.737434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48884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4.648228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3.597671"/>
  <p:tag name="EMFCHILD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370735"/>
  <p:tag name="EMFCHILD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3.270603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7.52244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48884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370735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4.648228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48884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4.648228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4153"/>
  <p:tag name="ORIGINALWIDTH" val="5.708727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7795"/>
  <p:tag name="ORIGINALWIDTH" val="4.608595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58793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7205"/>
  <p:tag name="ORIGINALWIDTH" val="1.100098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4153"/>
  <p:tag name="ORIGINALWIDTH" val="6.630446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3.270603"/>
  <p:tag name="EMFCHILD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7.52244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48884"/>
  <p:tag name="EMFCHILD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4.648228"/>
  <p:tag name="EMFCHILD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4.737434"/>
  <p:tag name="EMFCHILD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48884"/>
  <p:tag name="EMFCHILD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4.648228"/>
  <p:tag name="EMFCHILD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0879"/>
  <p:tag name="ORIGINALWIDTH" val="4.380643"/>
  <p:tag name="EMFCHILD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3.270603"/>
  <p:tag name="EMFCHILD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58793"/>
  <p:tag name="EMFCHILD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3.597671"/>
  <p:tag name="EMFCHILD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370735"/>
  <p:tag name="EMFCHILD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3.270603"/>
  <p:tag name="EMFCHILD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4.737434"/>
  <p:tag name="EMFCHILD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48884"/>
  <p:tag name="EMFCHILD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3766"/>
  <p:tag name="ORIGINALWIDTH" val="2.943537"/>
  <p:tag name="EMFCHILD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7795"/>
  <p:tag name="ORIGINALWIDTH" val="4.598687"/>
  <p:tag name="EMFCHILD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7205"/>
  <p:tag name="ORIGINALWIDTH" val="1.100098"/>
  <p:tag name="EMFCHILD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4153"/>
  <p:tag name="ORIGINALWIDTH" val="6.362828"/>
  <p:tag name="EMFCHILD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835531"/>
  <p:tag name="EMFCHILD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58793"/>
  <p:tag name="EMFCHILD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58793"/>
  <p:tag name="EMFCHILD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4.737434"/>
  <p:tag name="EMFCHILD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4.737434"/>
  <p:tag name="EMFCHILD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835531"/>
  <p:tag name="EMFCHILD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370735"/>
  <p:tag name="EMFCHILD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3.270603"/>
  <p:tag name="EMFCHIL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3.270603"/>
  <p:tag name="EMFCHILD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835531"/>
  <p:tag name="EMFCHILD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69127"/>
  <p:tag name="ORIGINALWIDTH" val="2.636319"/>
  <p:tag name="EMFCHILD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4.013944"/>
  <p:tag name="EMFCHILD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4.648228"/>
  <p:tag name="EMFCHILD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3766"/>
  <p:tag name="ORIGINALWIDTH" val="2.943537"/>
  <p:tag name="EMFCHILD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4783"/>
  <p:tag name="ORIGINALWIDTH" val="6.670078"/>
  <p:tag name="EMFCHILD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3543"/>
  <p:tag name="ORIGINALWIDTH" val="3.954462"/>
  <p:tag name="EMFCHILD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561"/>
  <p:tag name="ORIGINALWIDTH" val="3.270603"/>
  <p:tag name="EMFCHILD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9862"/>
  <p:tag name="ORIGINALWIDTH" val="2.348884"/>
  <p:tag name="EMFCHILD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3766"/>
  <p:tag name="ORIGINALWIDTH" val="2.943537"/>
  <p:tag name="EMFCHILD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1293"/>
  <p:tag name="ORIGINALWIDTH" val="2.80479"/>
  <p:tag name="EMFCHILD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7205"/>
  <p:tag name="ORIGINALWIDTH" val="1.100098"/>
  <p:tag name="EMFCHILD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36778"/>
  <p:tag name="ORIGINALWIDTH" val="4.301345"/>
  <p:tag name="EMFCHILD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1293"/>
  <p:tag name="ORIGINALWIDTH" val="4.559055"/>
  <p:tag name="EMFCHILD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8399"/>
  <p:tag name="ORIGINALWIDTH" val="4.479757"/>
  <p:tag name="EMFCHILD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5951"/>
  <p:tag name="ORIGINALWIDTH" val="4.023851"/>
  <p:tag name="EMFCHILD" val="Tru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8399"/>
  <p:tag name="ORIGINALWIDTH" val="3.855347"/>
  <p:tag name="EMFCHILD" val="Tru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8399"/>
  <p:tag name="ORIGINALWIDTH" val="3.855347"/>
  <p:tag name="EMFCHILD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7205"/>
  <p:tag name="ORIGINALWIDTH" val="1.100098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89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Week-7: Integration with Unequal Segments</vt:lpstr>
      <vt:lpstr>Introduction</vt:lpstr>
      <vt:lpstr>Example: Unequal spaced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Week-7: Integration with Unequal Segments</dc:title>
  <dc:creator>k</dc:creator>
  <cp:lastModifiedBy>bsphy2241</cp:lastModifiedBy>
  <cp:revision>6</cp:revision>
  <dcterms:created xsi:type="dcterms:W3CDTF">2024-10-20T05:37:45Z</dcterms:created>
  <dcterms:modified xsi:type="dcterms:W3CDTF">2025-11-05T11:33:43Z</dcterms:modified>
</cp:coreProperties>
</file>