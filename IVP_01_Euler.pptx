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8" r:id="rId7"/>
    <p:sldId id="269" r:id="rId8"/>
    <p:sldId id="270" r:id="rId9"/>
    <p:sldId id="271" r:id="rId10"/>
    <p:sldId id="272" r:id="rId11"/>
    <p:sldId id="261" r:id="rId12"/>
    <p:sldId id="273" r:id="rId13"/>
    <p:sldId id="274" r:id="rId14"/>
    <p:sldId id="275" r:id="rId15"/>
    <p:sldId id="276" r:id="rId16"/>
    <p:sldId id="277" r:id="rId17"/>
    <p:sldId id="278" r:id="rId18"/>
    <p:sldId id="26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F1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3B6F1-297B-7262-6FE8-84C31EA14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B89D28-4C90-2F51-EFA9-815819ECE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D7470A-84EA-3E50-91D2-424BFBE3A1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A4267-71C6-4B27-BCE8-DA572C0D46C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BC993-389A-201A-4DE4-D6A0EDE75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E5160-504A-F088-CE0C-C17F15744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A4AA8-081C-421F-BDC5-D8E0EC7FD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499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4C489-2B3F-08AD-075E-B47EDEBEC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6E573-AB67-87FB-E7D0-8ED2704DF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4963A-AA4D-03A9-BE7F-10E359279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A4267-71C6-4B27-BCE8-DA572C0D46C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0054B-40F6-03E1-F540-7D597F057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9A765-06EF-0CB1-5FBC-970A6B5CC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A4AA8-081C-421F-BDC5-D8E0EC7FD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308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568D2-5C52-1D7D-D5D7-A32B21BC0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B99175-FB12-9EB2-D312-F248FF3E3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4EC2B-9121-A29D-4B20-B60CD556D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A4267-71C6-4B27-BCE8-DA572C0D46C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E46E8-B6F6-B3EE-A2AE-25F1E509B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CB79B-A5CB-64B2-2B43-F3468C1CC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A4AA8-081C-421F-BDC5-D8E0EC7FD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060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6A69C-A7FD-3AC4-6BE5-F764EAB12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A6B71-A817-C29D-2381-C92AC38479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E401AB-7030-0950-1CCD-25BBD7F69A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869DF-432F-FC48-0A92-CBC42352AD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A4267-71C6-4B27-BCE8-DA572C0D46C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B164D4-698C-8E66-F161-D2966EBC8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031910-652C-437E-030A-438927DDA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A4AA8-081C-421F-BDC5-D8E0EC7FD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002BF-80E6-2FF9-5C08-FF31D64FB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147097-5333-369F-615D-2DF36A7559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A59D8-D78C-7E30-A9B3-CD2D4CD770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21CD7F-DBBF-F6A8-B2E9-098D14863F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1F1E2-9AD7-7DCB-6D69-130853EEAF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7E93EB-1A7B-4D39-93C3-E61F7C19A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A4267-71C6-4B27-BCE8-DA572C0D46C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6985BB-EF80-26F1-19C2-EEADA9624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5F17EF-E9A1-C292-9BA5-885BA93E8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A4AA8-081C-421F-BDC5-D8E0EC7FD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959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5FCB1-7485-914C-5F66-DFAB805F0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85FCE6-667D-3235-B0BF-E85841800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A4267-71C6-4B27-BCE8-DA572C0D46C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04E305-E885-016E-381B-8671F9F69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F4CB09-3C02-7955-0C69-FDA5D0E01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A4AA8-081C-421F-BDC5-D8E0EC7FD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9335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FF05FF-2917-64E8-C4E4-37B022E44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A4267-71C6-4B27-BCE8-DA572C0D46C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2DCFBF0-35D6-6BE7-4B54-DCAC77BE2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10173-B326-04AC-ADA7-30D2455EF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A4AA8-081C-421F-BDC5-D8E0EC7FD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80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BC2C6-6487-DB72-E26B-CB7B44E10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5B4808-ABDD-7DBC-011E-16F9EBED7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965A9F-DCE6-6A38-BCF1-7198DF028E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DD6475-FA3E-F809-B9A8-596A2AE61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A4267-71C6-4B27-BCE8-DA572C0D46C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81A827-5E7D-D8C3-B60E-C32188CE9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933D4F-C4B0-C8A7-2307-DD781A4EF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A4AA8-081C-421F-BDC5-D8E0EC7FD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6436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3A53B-225A-02F8-9FFB-D24AEAB47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E501D5-89D7-9B3C-796D-0306FDC890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0FED2F-28C3-C069-DE33-144884C80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FF32E-69C8-1B08-CC3F-742FE616B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A4267-71C6-4B27-BCE8-DA572C0D46C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87D31-774D-A8B2-DE1A-730BB1030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737C9-00A0-388D-BADD-2D32E331D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A4AA8-081C-421F-BDC5-D8E0EC7FD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625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EED39-F900-30A6-B3F0-A7F92C00D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D850C5-0E1A-C407-2BB3-C07B273CA4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C528C-79D2-07F3-E602-B5BA785D3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A4267-71C6-4B27-BCE8-DA572C0D46C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812BB-11FB-E8CD-FC96-0399D2B944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BB5DEB-F67D-858A-1247-DED138F02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A4AA8-081C-421F-BDC5-D8E0EC7FD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238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F71E5E-DBD9-5DB9-AEA9-530D79F422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959A3D-8D82-3A51-16AE-6391313D13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59AC19-7BE4-2EB7-C240-AC7DBFEDE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A4267-71C6-4B27-BCE8-DA572C0D46C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9072E-943F-DE00-EFE6-2EA3798AD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F599B1-3D64-DE6A-7AA4-50796BA8C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A4AA8-081C-421F-BDC5-D8E0EC7FD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128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23BEB3-8AF7-53F0-8758-8E8C3D58C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962B9-D51A-50B2-8CA1-BA74BAF67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1B406-64F5-ECD7-656C-986A8F0E49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BA4267-71C6-4B27-BCE8-DA572C0D46C8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984F3-F515-6154-258D-7AFB05C7D0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58975-6BD7-4774-21CF-7D7B112ABC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2A4AA8-081C-421F-BDC5-D8E0EC7FDD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155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5" Type="http://schemas.openxmlformats.org/officeDocument/2006/relationships/tags" Target="../tags/tag5.xml"/><Relationship Id="rId61" Type="http://schemas.openxmlformats.org/officeDocument/2006/relationships/image" Target="../media/image1.png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tags" Target="../tags/tag56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slideLayout" Target="../slideLayouts/slideLayout2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tags" Target="../tags/tag85.xml"/><Relationship Id="rId21" Type="http://schemas.openxmlformats.org/officeDocument/2006/relationships/tags" Target="../tags/tag80.xml"/><Relationship Id="rId42" Type="http://schemas.openxmlformats.org/officeDocument/2006/relationships/tags" Target="../tags/tag101.xml"/><Relationship Id="rId47" Type="http://schemas.openxmlformats.org/officeDocument/2006/relationships/tags" Target="../tags/tag106.xml"/><Relationship Id="rId63" Type="http://schemas.openxmlformats.org/officeDocument/2006/relationships/slideLayout" Target="../slideLayouts/slideLayout2.xml"/><Relationship Id="rId68" Type="http://schemas.openxmlformats.org/officeDocument/2006/relationships/image" Target="../media/image4.png"/><Relationship Id="rId2" Type="http://schemas.openxmlformats.org/officeDocument/2006/relationships/tags" Target="../tags/tag61.xml"/><Relationship Id="rId16" Type="http://schemas.openxmlformats.org/officeDocument/2006/relationships/tags" Target="../tags/tag75.xml"/><Relationship Id="rId29" Type="http://schemas.openxmlformats.org/officeDocument/2006/relationships/tags" Target="../tags/tag88.xml"/><Relationship Id="rId11" Type="http://schemas.openxmlformats.org/officeDocument/2006/relationships/tags" Target="../tags/tag70.xml"/><Relationship Id="rId24" Type="http://schemas.openxmlformats.org/officeDocument/2006/relationships/tags" Target="../tags/tag83.xml"/><Relationship Id="rId32" Type="http://schemas.openxmlformats.org/officeDocument/2006/relationships/tags" Target="../tags/tag91.xml"/><Relationship Id="rId37" Type="http://schemas.openxmlformats.org/officeDocument/2006/relationships/tags" Target="../tags/tag96.xml"/><Relationship Id="rId40" Type="http://schemas.openxmlformats.org/officeDocument/2006/relationships/tags" Target="../tags/tag99.xml"/><Relationship Id="rId45" Type="http://schemas.openxmlformats.org/officeDocument/2006/relationships/tags" Target="../tags/tag104.xml"/><Relationship Id="rId53" Type="http://schemas.openxmlformats.org/officeDocument/2006/relationships/tags" Target="../tags/tag112.xml"/><Relationship Id="rId58" Type="http://schemas.openxmlformats.org/officeDocument/2006/relationships/tags" Target="../tags/tag117.xml"/><Relationship Id="rId66" Type="http://schemas.openxmlformats.org/officeDocument/2006/relationships/image" Target="../media/image3.png"/><Relationship Id="rId5" Type="http://schemas.openxmlformats.org/officeDocument/2006/relationships/tags" Target="../tags/tag64.xml"/><Relationship Id="rId61" Type="http://schemas.openxmlformats.org/officeDocument/2006/relationships/tags" Target="../tags/tag120.xml"/><Relationship Id="rId19" Type="http://schemas.openxmlformats.org/officeDocument/2006/relationships/tags" Target="../tags/tag78.xml"/><Relationship Id="rId14" Type="http://schemas.openxmlformats.org/officeDocument/2006/relationships/tags" Target="../tags/tag73.xml"/><Relationship Id="rId22" Type="http://schemas.openxmlformats.org/officeDocument/2006/relationships/tags" Target="../tags/tag81.xml"/><Relationship Id="rId27" Type="http://schemas.openxmlformats.org/officeDocument/2006/relationships/tags" Target="../tags/tag86.xml"/><Relationship Id="rId30" Type="http://schemas.openxmlformats.org/officeDocument/2006/relationships/tags" Target="../tags/tag89.xml"/><Relationship Id="rId35" Type="http://schemas.openxmlformats.org/officeDocument/2006/relationships/tags" Target="../tags/tag94.xml"/><Relationship Id="rId43" Type="http://schemas.openxmlformats.org/officeDocument/2006/relationships/tags" Target="../tags/tag102.xml"/><Relationship Id="rId48" Type="http://schemas.openxmlformats.org/officeDocument/2006/relationships/tags" Target="../tags/tag107.xml"/><Relationship Id="rId56" Type="http://schemas.openxmlformats.org/officeDocument/2006/relationships/tags" Target="../tags/tag115.xml"/><Relationship Id="rId64" Type="http://schemas.openxmlformats.org/officeDocument/2006/relationships/image" Target="../media/image2.png"/><Relationship Id="rId69" Type="http://schemas.microsoft.com/office/2007/relationships/hdphoto" Target="../media/hdphoto3.wdp"/><Relationship Id="rId8" Type="http://schemas.openxmlformats.org/officeDocument/2006/relationships/tags" Target="../tags/tag67.xml"/><Relationship Id="rId51" Type="http://schemas.openxmlformats.org/officeDocument/2006/relationships/tags" Target="../tags/tag110.xml"/><Relationship Id="rId72" Type="http://schemas.openxmlformats.org/officeDocument/2006/relationships/image" Target="../media/image6.png"/><Relationship Id="rId3" Type="http://schemas.openxmlformats.org/officeDocument/2006/relationships/tags" Target="../tags/tag62.xml"/><Relationship Id="rId12" Type="http://schemas.openxmlformats.org/officeDocument/2006/relationships/tags" Target="../tags/tag71.xml"/><Relationship Id="rId17" Type="http://schemas.openxmlformats.org/officeDocument/2006/relationships/tags" Target="../tags/tag76.xml"/><Relationship Id="rId25" Type="http://schemas.openxmlformats.org/officeDocument/2006/relationships/tags" Target="../tags/tag84.xml"/><Relationship Id="rId33" Type="http://schemas.openxmlformats.org/officeDocument/2006/relationships/tags" Target="../tags/tag92.xml"/><Relationship Id="rId38" Type="http://schemas.openxmlformats.org/officeDocument/2006/relationships/tags" Target="../tags/tag97.xml"/><Relationship Id="rId46" Type="http://schemas.openxmlformats.org/officeDocument/2006/relationships/tags" Target="../tags/tag105.xml"/><Relationship Id="rId59" Type="http://schemas.openxmlformats.org/officeDocument/2006/relationships/tags" Target="../tags/tag118.xml"/><Relationship Id="rId67" Type="http://schemas.microsoft.com/office/2007/relationships/hdphoto" Target="../media/hdphoto2.wdp"/><Relationship Id="rId20" Type="http://schemas.openxmlformats.org/officeDocument/2006/relationships/tags" Target="../tags/tag79.xml"/><Relationship Id="rId41" Type="http://schemas.openxmlformats.org/officeDocument/2006/relationships/tags" Target="../tags/tag100.xml"/><Relationship Id="rId54" Type="http://schemas.openxmlformats.org/officeDocument/2006/relationships/tags" Target="../tags/tag113.xml"/><Relationship Id="rId62" Type="http://schemas.openxmlformats.org/officeDocument/2006/relationships/tags" Target="../tags/tag121.xml"/><Relationship Id="rId70" Type="http://schemas.openxmlformats.org/officeDocument/2006/relationships/image" Target="../media/image5.png"/><Relationship Id="rId1" Type="http://schemas.openxmlformats.org/officeDocument/2006/relationships/tags" Target="../tags/tag60.xml"/><Relationship Id="rId6" Type="http://schemas.openxmlformats.org/officeDocument/2006/relationships/tags" Target="../tags/tag65.xml"/><Relationship Id="rId15" Type="http://schemas.openxmlformats.org/officeDocument/2006/relationships/tags" Target="../tags/tag74.xml"/><Relationship Id="rId23" Type="http://schemas.openxmlformats.org/officeDocument/2006/relationships/tags" Target="../tags/tag82.xml"/><Relationship Id="rId28" Type="http://schemas.openxmlformats.org/officeDocument/2006/relationships/tags" Target="../tags/tag87.xml"/><Relationship Id="rId36" Type="http://schemas.openxmlformats.org/officeDocument/2006/relationships/tags" Target="../tags/tag95.xml"/><Relationship Id="rId49" Type="http://schemas.openxmlformats.org/officeDocument/2006/relationships/tags" Target="../tags/tag108.xml"/><Relationship Id="rId57" Type="http://schemas.openxmlformats.org/officeDocument/2006/relationships/tags" Target="../tags/tag116.xml"/><Relationship Id="rId10" Type="http://schemas.openxmlformats.org/officeDocument/2006/relationships/tags" Target="../tags/tag69.xml"/><Relationship Id="rId31" Type="http://schemas.openxmlformats.org/officeDocument/2006/relationships/tags" Target="../tags/tag90.xml"/><Relationship Id="rId44" Type="http://schemas.openxmlformats.org/officeDocument/2006/relationships/tags" Target="../tags/tag103.xml"/><Relationship Id="rId52" Type="http://schemas.openxmlformats.org/officeDocument/2006/relationships/tags" Target="../tags/tag111.xml"/><Relationship Id="rId60" Type="http://schemas.openxmlformats.org/officeDocument/2006/relationships/tags" Target="../tags/tag119.xml"/><Relationship Id="rId65" Type="http://schemas.microsoft.com/office/2007/relationships/hdphoto" Target="../media/hdphoto1.wdp"/><Relationship Id="rId73" Type="http://schemas.microsoft.com/office/2007/relationships/hdphoto" Target="../media/hdphoto5.wdp"/><Relationship Id="rId4" Type="http://schemas.openxmlformats.org/officeDocument/2006/relationships/tags" Target="../tags/tag63.xml"/><Relationship Id="rId9" Type="http://schemas.openxmlformats.org/officeDocument/2006/relationships/tags" Target="../tags/tag68.xml"/><Relationship Id="rId13" Type="http://schemas.openxmlformats.org/officeDocument/2006/relationships/tags" Target="../tags/tag72.xml"/><Relationship Id="rId18" Type="http://schemas.openxmlformats.org/officeDocument/2006/relationships/tags" Target="../tags/tag77.xml"/><Relationship Id="rId39" Type="http://schemas.openxmlformats.org/officeDocument/2006/relationships/tags" Target="../tags/tag98.xml"/><Relationship Id="rId34" Type="http://schemas.openxmlformats.org/officeDocument/2006/relationships/tags" Target="../tags/tag93.xml"/><Relationship Id="rId50" Type="http://schemas.openxmlformats.org/officeDocument/2006/relationships/tags" Target="../tags/tag109.xml"/><Relationship Id="rId55" Type="http://schemas.openxmlformats.org/officeDocument/2006/relationships/tags" Target="../tags/tag114.xml"/><Relationship Id="rId7" Type="http://schemas.openxmlformats.org/officeDocument/2006/relationships/tags" Target="../tags/tag66.xml"/><Relationship Id="rId71" Type="http://schemas.microsoft.com/office/2007/relationships/hdphoto" Target="../media/hdphoto4.wdp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tags" Target="../tags/tag238.xml"/><Relationship Id="rId21" Type="http://schemas.openxmlformats.org/officeDocument/2006/relationships/tags" Target="../tags/tag142.xml"/><Relationship Id="rId42" Type="http://schemas.openxmlformats.org/officeDocument/2006/relationships/tags" Target="../tags/tag163.xml"/><Relationship Id="rId63" Type="http://schemas.openxmlformats.org/officeDocument/2006/relationships/tags" Target="../tags/tag184.xml"/><Relationship Id="rId84" Type="http://schemas.openxmlformats.org/officeDocument/2006/relationships/tags" Target="../tags/tag205.xml"/><Relationship Id="rId138" Type="http://schemas.openxmlformats.org/officeDocument/2006/relationships/tags" Target="../tags/tag259.xml"/><Relationship Id="rId159" Type="http://schemas.openxmlformats.org/officeDocument/2006/relationships/tags" Target="../tags/tag280.xml"/><Relationship Id="rId107" Type="http://schemas.openxmlformats.org/officeDocument/2006/relationships/tags" Target="../tags/tag228.xml"/><Relationship Id="rId11" Type="http://schemas.openxmlformats.org/officeDocument/2006/relationships/tags" Target="../tags/tag132.xml"/><Relationship Id="rId32" Type="http://schemas.openxmlformats.org/officeDocument/2006/relationships/tags" Target="../tags/tag153.xml"/><Relationship Id="rId53" Type="http://schemas.openxmlformats.org/officeDocument/2006/relationships/tags" Target="../tags/tag174.xml"/><Relationship Id="rId74" Type="http://schemas.openxmlformats.org/officeDocument/2006/relationships/tags" Target="../tags/tag195.xml"/><Relationship Id="rId128" Type="http://schemas.openxmlformats.org/officeDocument/2006/relationships/tags" Target="../tags/tag249.xml"/><Relationship Id="rId149" Type="http://schemas.openxmlformats.org/officeDocument/2006/relationships/tags" Target="../tags/tag270.xml"/><Relationship Id="rId5" Type="http://schemas.openxmlformats.org/officeDocument/2006/relationships/tags" Target="../tags/tag126.xml"/><Relationship Id="rId95" Type="http://schemas.openxmlformats.org/officeDocument/2006/relationships/tags" Target="../tags/tag216.xml"/><Relationship Id="rId160" Type="http://schemas.openxmlformats.org/officeDocument/2006/relationships/tags" Target="../tags/tag281.xml"/><Relationship Id="rId22" Type="http://schemas.openxmlformats.org/officeDocument/2006/relationships/tags" Target="../tags/tag143.xml"/><Relationship Id="rId43" Type="http://schemas.openxmlformats.org/officeDocument/2006/relationships/tags" Target="../tags/tag164.xml"/><Relationship Id="rId64" Type="http://schemas.openxmlformats.org/officeDocument/2006/relationships/tags" Target="../tags/tag185.xml"/><Relationship Id="rId118" Type="http://schemas.openxmlformats.org/officeDocument/2006/relationships/tags" Target="../tags/tag239.xml"/><Relationship Id="rId139" Type="http://schemas.openxmlformats.org/officeDocument/2006/relationships/tags" Target="../tags/tag260.xml"/><Relationship Id="rId85" Type="http://schemas.openxmlformats.org/officeDocument/2006/relationships/tags" Target="../tags/tag206.xml"/><Relationship Id="rId150" Type="http://schemas.openxmlformats.org/officeDocument/2006/relationships/tags" Target="../tags/tag271.xml"/><Relationship Id="rId12" Type="http://schemas.openxmlformats.org/officeDocument/2006/relationships/tags" Target="../tags/tag133.xml"/><Relationship Id="rId33" Type="http://schemas.openxmlformats.org/officeDocument/2006/relationships/tags" Target="../tags/tag154.xml"/><Relationship Id="rId108" Type="http://schemas.openxmlformats.org/officeDocument/2006/relationships/tags" Target="../tags/tag229.xml"/><Relationship Id="rId129" Type="http://schemas.openxmlformats.org/officeDocument/2006/relationships/tags" Target="../tags/tag250.xml"/><Relationship Id="rId54" Type="http://schemas.openxmlformats.org/officeDocument/2006/relationships/tags" Target="../tags/tag175.xml"/><Relationship Id="rId70" Type="http://schemas.openxmlformats.org/officeDocument/2006/relationships/tags" Target="../tags/tag191.xml"/><Relationship Id="rId75" Type="http://schemas.openxmlformats.org/officeDocument/2006/relationships/tags" Target="../tags/tag196.xml"/><Relationship Id="rId91" Type="http://schemas.openxmlformats.org/officeDocument/2006/relationships/tags" Target="../tags/tag212.xml"/><Relationship Id="rId96" Type="http://schemas.openxmlformats.org/officeDocument/2006/relationships/tags" Target="../tags/tag217.xml"/><Relationship Id="rId140" Type="http://schemas.openxmlformats.org/officeDocument/2006/relationships/tags" Target="../tags/tag261.xml"/><Relationship Id="rId145" Type="http://schemas.openxmlformats.org/officeDocument/2006/relationships/tags" Target="../tags/tag266.xml"/><Relationship Id="rId161" Type="http://schemas.openxmlformats.org/officeDocument/2006/relationships/tags" Target="../tags/tag282.xml"/><Relationship Id="rId166" Type="http://schemas.openxmlformats.org/officeDocument/2006/relationships/tags" Target="../tags/tag287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23" Type="http://schemas.openxmlformats.org/officeDocument/2006/relationships/tags" Target="../tags/tag144.xml"/><Relationship Id="rId28" Type="http://schemas.openxmlformats.org/officeDocument/2006/relationships/tags" Target="../tags/tag149.xml"/><Relationship Id="rId49" Type="http://schemas.openxmlformats.org/officeDocument/2006/relationships/tags" Target="../tags/tag170.xml"/><Relationship Id="rId114" Type="http://schemas.openxmlformats.org/officeDocument/2006/relationships/tags" Target="../tags/tag235.xml"/><Relationship Id="rId119" Type="http://schemas.openxmlformats.org/officeDocument/2006/relationships/tags" Target="../tags/tag240.xml"/><Relationship Id="rId44" Type="http://schemas.openxmlformats.org/officeDocument/2006/relationships/tags" Target="../tags/tag165.xml"/><Relationship Id="rId60" Type="http://schemas.openxmlformats.org/officeDocument/2006/relationships/tags" Target="../tags/tag181.xml"/><Relationship Id="rId65" Type="http://schemas.openxmlformats.org/officeDocument/2006/relationships/tags" Target="../tags/tag186.xml"/><Relationship Id="rId81" Type="http://schemas.openxmlformats.org/officeDocument/2006/relationships/tags" Target="../tags/tag202.xml"/><Relationship Id="rId86" Type="http://schemas.openxmlformats.org/officeDocument/2006/relationships/tags" Target="../tags/tag207.xml"/><Relationship Id="rId130" Type="http://schemas.openxmlformats.org/officeDocument/2006/relationships/tags" Target="../tags/tag251.xml"/><Relationship Id="rId135" Type="http://schemas.openxmlformats.org/officeDocument/2006/relationships/tags" Target="../tags/tag256.xml"/><Relationship Id="rId151" Type="http://schemas.openxmlformats.org/officeDocument/2006/relationships/tags" Target="../tags/tag272.xml"/><Relationship Id="rId156" Type="http://schemas.openxmlformats.org/officeDocument/2006/relationships/tags" Target="../tags/tag277.xml"/><Relationship Id="rId13" Type="http://schemas.openxmlformats.org/officeDocument/2006/relationships/tags" Target="../tags/tag134.xml"/><Relationship Id="rId18" Type="http://schemas.openxmlformats.org/officeDocument/2006/relationships/tags" Target="../tags/tag139.xml"/><Relationship Id="rId39" Type="http://schemas.openxmlformats.org/officeDocument/2006/relationships/tags" Target="../tags/tag160.xml"/><Relationship Id="rId109" Type="http://schemas.openxmlformats.org/officeDocument/2006/relationships/tags" Target="../tags/tag230.xml"/><Relationship Id="rId34" Type="http://schemas.openxmlformats.org/officeDocument/2006/relationships/tags" Target="../tags/tag155.xml"/><Relationship Id="rId50" Type="http://schemas.openxmlformats.org/officeDocument/2006/relationships/tags" Target="../tags/tag171.xml"/><Relationship Id="rId55" Type="http://schemas.openxmlformats.org/officeDocument/2006/relationships/tags" Target="../tags/tag176.xml"/><Relationship Id="rId76" Type="http://schemas.openxmlformats.org/officeDocument/2006/relationships/tags" Target="../tags/tag197.xml"/><Relationship Id="rId97" Type="http://schemas.openxmlformats.org/officeDocument/2006/relationships/tags" Target="../tags/tag218.xml"/><Relationship Id="rId104" Type="http://schemas.openxmlformats.org/officeDocument/2006/relationships/tags" Target="../tags/tag225.xml"/><Relationship Id="rId120" Type="http://schemas.openxmlformats.org/officeDocument/2006/relationships/tags" Target="../tags/tag241.xml"/><Relationship Id="rId125" Type="http://schemas.openxmlformats.org/officeDocument/2006/relationships/tags" Target="../tags/tag246.xml"/><Relationship Id="rId141" Type="http://schemas.openxmlformats.org/officeDocument/2006/relationships/tags" Target="../tags/tag262.xml"/><Relationship Id="rId146" Type="http://schemas.openxmlformats.org/officeDocument/2006/relationships/tags" Target="../tags/tag267.xml"/><Relationship Id="rId167" Type="http://schemas.openxmlformats.org/officeDocument/2006/relationships/tags" Target="../tags/tag288.xml"/><Relationship Id="rId7" Type="http://schemas.openxmlformats.org/officeDocument/2006/relationships/tags" Target="../tags/tag128.xml"/><Relationship Id="rId71" Type="http://schemas.openxmlformats.org/officeDocument/2006/relationships/tags" Target="../tags/tag192.xml"/><Relationship Id="rId92" Type="http://schemas.openxmlformats.org/officeDocument/2006/relationships/tags" Target="../tags/tag213.xml"/><Relationship Id="rId162" Type="http://schemas.openxmlformats.org/officeDocument/2006/relationships/tags" Target="../tags/tag283.xml"/><Relationship Id="rId2" Type="http://schemas.openxmlformats.org/officeDocument/2006/relationships/tags" Target="../tags/tag123.xml"/><Relationship Id="rId29" Type="http://schemas.openxmlformats.org/officeDocument/2006/relationships/tags" Target="../tags/tag150.xml"/><Relationship Id="rId24" Type="http://schemas.openxmlformats.org/officeDocument/2006/relationships/tags" Target="../tags/tag145.xml"/><Relationship Id="rId40" Type="http://schemas.openxmlformats.org/officeDocument/2006/relationships/tags" Target="../tags/tag161.xml"/><Relationship Id="rId45" Type="http://schemas.openxmlformats.org/officeDocument/2006/relationships/tags" Target="../tags/tag166.xml"/><Relationship Id="rId66" Type="http://schemas.openxmlformats.org/officeDocument/2006/relationships/tags" Target="../tags/tag187.xml"/><Relationship Id="rId87" Type="http://schemas.openxmlformats.org/officeDocument/2006/relationships/tags" Target="../tags/tag208.xml"/><Relationship Id="rId110" Type="http://schemas.openxmlformats.org/officeDocument/2006/relationships/tags" Target="../tags/tag231.xml"/><Relationship Id="rId115" Type="http://schemas.openxmlformats.org/officeDocument/2006/relationships/tags" Target="../tags/tag236.xml"/><Relationship Id="rId131" Type="http://schemas.openxmlformats.org/officeDocument/2006/relationships/tags" Target="../tags/tag252.xml"/><Relationship Id="rId136" Type="http://schemas.openxmlformats.org/officeDocument/2006/relationships/tags" Target="../tags/tag257.xml"/><Relationship Id="rId157" Type="http://schemas.openxmlformats.org/officeDocument/2006/relationships/tags" Target="../tags/tag278.xml"/><Relationship Id="rId61" Type="http://schemas.openxmlformats.org/officeDocument/2006/relationships/tags" Target="../tags/tag182.xml"/><Relationship Id="rId82" Type="http://schemas.openxmlformats.org/officeDocument/2006/relationships/tags" Target="../tags/tag203.xml"/><Relationship Id="rId152" Type="http://schemas.openxmlformats.org/officeDocument/2006/relationships/tags" Target="../tags/tag273.xml"/><Relationship Id="rId19" Type="http://schemas.openxmlformats.org/officeDocument/2006/relationships/tags" Target="../tags/tag140.xml"/><Relationship Id="rId14" Type="http://schemas.openxmlformats.org/officeDocument/2006/relationships/tags" Target="../tags/tag135.xml"/><Relationship Id="rId30" Type="http://schemas.openxmlformats.org/officeDocument/2006/relationships/tags" Target="../tags/tag151.xml"/><Relationship Id="rId35" Type="http://schemas.openxmlformats.org/officeDocument/2006/relationships/tags" Target="../tags/tag156.xml"/><Relationship Id="rId56" Type="http://schemas.openxmlformats.org/officeDocument/2006/relationships/tags" Target="../tags/tag177.xml"/><Relationship Id="rId77" Type="http://schemas.openxmlformats.org/officeDocument/2006/relationships/tags" Target="../tags/tag198.xml"/><Relationship Id="rId100" Type="http://schemas.openxmlformats.org/officeDocument/2006/relationships/tags" Target="../tags/tag221.xml"/><Relationship Id="rId105" Type="http://schemas.openxmlformats.org/officeDocument/2006/relationships/tags" Target="../tags/tag226.xml"/><Relationship Id="rId126" Type="http://schemas.openxmlformats.org/officeDocument/2006/relationships/tags" Target="../tags/tag247.xml"/><Relationship Id="rId147" Type="http://schemas.openxmlformats.org/officeDocument/2006/relationships/tags" Target="../tags/tag268.xml"/><Relationship Id="rId168" Type="http://schemas.openxmlformats.org/officeDocument/2006/relationships/tags" Target="../tags/tag289.xml"/><Relationship Id="rId8" Type="http://schemas.openxmlformats.org/officeDocument/2006/relationships/tags" Target="../tags/tag129.xml"/><Relationship Id="rId51" Type="http://schemas.openxmlformats.org/officeDocument/2006/relationships/tags" Target="../tags/tag172.xml"/><Relationship Id="rId72" Type="http://schemas.openxmlformats.org/officeDocument/2006/relationships/tags" Target="../tags/tag193.xml"/><Relationship Id="rId93" Type="http://schemas.openxmlformats.org/officeDocument/2006/relationships/tags" Target="../tags/tag214.xml"/><Relationship Id="rId98" Type="http://schemas.openxmlformats.org/officeDocument/2006/relationships/tags" Target="../tags/tag219.xml"/><Relationship Id="rId121" Type="http://schemas.openxmlformats.org/officeDocument/2006/relationships/tags" Target="../tags/tag242.xml"/><Relationship Id="rId142" Type="http://schemas.openxmlformats.org/officeDocument/2006/relationships/tags" Target="../tags/tag263.xml"/><Relationship Id="rId163" Type="http://schemas.openxmlformats.org/officeDocument/2006/relationships/tags" Target="../tags/tag284.xml"/><Relationship Id="rId3" Type="http://schemas.openxmlformats.org/officeDocument/2006/relationships/tags" Target="../tags/tag124.xml"/><Relationship Id="rId25" Type="http://schemas.openxmlformats.org/officeDocument/2006/relationships/tags" Target="../tags/tag146.xml"/><Relationship Id="rId46" Type="http://schemas.openxmlformats.org/officeDocument/2006/relationships/tags" Target="../tags/tag167.xml"/><Relationship Id="rId67" Type="http://schemas.openxmlformats.org/officeDocument/2006/relationships/tags" Target="../tags/tag188.xml"/><Relationship Id="rId116" Type="http://schemas.openxmlformats.org/officeDocument/2006/relationships/tags" Target="../tags/tag237.xml"/><Relationship Id="rId137" Type="http://schemas.openxmlformats.org/officeDocument/2006/relationships/tags" Target="../tags/tag258.xml"/><Relationship Id="rId158" Type="http://schemas.openxmlformats.org/officeDocument/2006/relationships/tags" Target="../tags/tag279.xml"/><Relationship Id="rId20" Type="http://schemas.openxmlformats.org/officeDocument/2006/relationships/tags" Target="../tags/tag141.xml"/><Relationship Id="rId41" Type="http://schemas.openxmlformats.org/officeDocument/2006/relationships/tags" Target="../tags/tag162.xml"/><Relationship Id="rId62" Type="http://schemas.openxmlformats.org/officeDocument/2006/relationships/tags" Target="../tags/tag183.xml"/><Relationship Id="rId83" Type="http://schemas.openxmlformats.org/officeDocument/2006/relationships/tags" Target="../tags/tag204.xml"/><Relationship Id="rId88" Type="http://schemas.openxmlformats.org/officeDocument/2006/relationships/tags" Target="../tags/tag209.xml"/><Relationship Id="rId111" Type="http://schemas.openxmlformats.org/officeDocument/2006/relationships/tags" Target="../tags/tag232.xml"/><Relationship Id="rId132" Type="http://schemas.openxmlformats.org/officeDocument/2006/relationships/tags" Target="../tags/tag253.xml"/><Relationship Id="rId153" Type="http://schemas.openxmlformats.org/officeDocument/2006/relationships/tags" Target="../tags/tag274.xml"/><Relationship Id="rId15" Type="http://schemas.openxmlformats.org/officeDocument/2006/relationships/tags" Target="../tags/tag136.xml"/><Relationship Id="rId36" Type="http://schemas.openxmlformats.org/officeDocument/2006/relationships/tags" Target="../tags/tag157.xml"/><Relationship Id="rId57" Type="http://schemas.openxmlformats.org/officeDocument/2006/relationships/tags" Target="../tags/tag178.xml"/><Relationship Id="rId106" Type="http://schemas.openxmlformats.org/officeDocument/2006/relationships/tags" Target="../tags/tag227.xml"/><Relationship Id="rId127" Type="http://schemas.openxmlformats.org/officeDocument/2006/relationships/tags" Target="../tags/tag248.xml"/><Relationship Id="rId10" Type="http://schemas.openxmlformats.org/officeDocument/2006/relationships/tags" Target="../tags/tag131.xml"/><Relationship Id="rId31" Type="http://schemas.openxmlformats.org/officeDocument/2006/relationships/tags" Target="../tags/tag152.xml"/><Relationship Id="rId52" Type="http://schemas.openxmlformats.org/officeDocument/2006/relationships/tags" Target="../tags/tag173.xml"/><Relationship Id="rId73" Type="http://schemas.openxmlformats.org/officeDocument/2006/relationships/tags" Target="../tags/tag194.xml"/><Relationship Id="rId78" Type="http://schemas.openxmlformats.org/officeDocument/2006/relationships/tags" Target="../tags/tag199.xml"/><Relationship Id="rId94" Type="http://schemas.openxmlformats.org/officeDocument/2006/relationships/tags" Target="../tags/tag215.xml"/><Relationship Id="rId99" Type="http://schemas.openxmlformats.org/officeDocument/2006/relationships/tags" Target="../tags/tag220.xml"/><Relationship Id="rId101" Type="http://schemas.openxmlformats.org/officeDocument/2006/relationships/tags" Target="../tags/tag222.xml"/><Relationship Id="rId122" Type="http://schemas.openxmlformats.org/officeDocument/2006/relationships/tags" Target="../tags/tag243.xml"/><Relationship Id="rId143" Type="http://schemas.openxmlformats.org/officeDocument/2006/relationships/tags" Target="../tags/tag264.xml"/><Relationship Id="rId148" Type="http://schemas.openxmlformats.org/officeDocument/2006/relationships/tags" Target="../tags/tag269.xml"/><Relationship Id="rId164" Type="http://schemas.openxmlformats.org/officeDocument/2006/relationships/tags" Target="../tags/tag285.xml"/><Relationship Id="rId169" Type="http://schemas.openxmlformats.org/officeDocument/2006/relationships/slideLayout" Target="../slideLayouts/slideLayout2.xml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26" Type="http://schemas.openxmlformats.org/officeDocument/2006/relationships/tags" Target="../tags/tag147.xml"/><Relationship Id="rId47" Type="http://schemas.openxmlformats.org/officeDocument/2006/relationships/tags" Target="../tags/tag168.xml"/><Relationship Id="rId68" Type="http://schemas.openxmlformats.org/officeDocument/2006/relationships/tags" Target="../tags/tag189.xml"/><Relationship Id="rId89" Type="http://schemas.openxmlformats.org/officeDocument/2006/relationships/tags" Target="../tags/tag210.xml"/><Relationship Id="rId112" Type="http://schemas.openxmlformats.org/officeDocument/2006/relationships/tags" Target="../tags/tag233.xml"/><Relationship Id="rId133" Type="http://schemas.openxmlformats.org/officeDocument/2006/relationships/tags" Target="../tags/tag254.xml"/><Relationship Id="rId154" Type="http://schemas.openxmlformats.org/officeDocument/2006/relationships/tags" Target="../tags/tag275.xml"/><Relationship Id="rId16" Type="http://schemas.openxmlformats.org/officeDocument/2006/relationships/tags" Target="../tags/tag137.xml"/><Relationship Id="rId37" Type="http://schemas.openxmlformats.org/officeDocument/2006/relationships/tags" Target="../tags/tag158.xml"/><Relationship Id="rId58" Type="http://schemas.openxmlformats.org/officeDocument/2006/relationships/tags" Target="../tags/tag179.xml"/><Relationship Id="rId79" Type="http://schemas.openxmlformats.org/officeDocument/2006/relationships/tags" Target="../tags/tag200.xml"/><Relationship Id="rId102" Type="http://schemas.openxmlformats.org/officeDocument/2006/relationships/tags" Target="../tags/tag223.xml"/><Relationship Id="rId123" Type="http://schemas.openxmlformats.org/officeDocument/2006/relationships/tags" Target="../tags/tag244.xml"/><Relationship Id="rId144" Type="http://schemas.openxmlformats.org/officeDocument/2006/relationships/tags" Target="../tags/tag265.xml"/><Relationship Id="rId90" Type="http://schemas.openxmlformats.org/officeDocument/2006/relationships/tags" Target="../tags/tag211.xml"/><Relationship Id="rId165" Type="http://schemas.openxmlformats.org/officeDocument/2006/relationships/tags" Target="../tags/tag286.xml"/><Relationship Id="rId27" Type="http://schemas.openxmlformats.org/officeDocument/2006/relationships/tags" Target="../tags/tag148.xml"/><Relationship Id="rId48" Type="http://schemas.openxmlformats.org/officeDocument/2006/relationships/tags" Target="../tags/tag169.xml"/><Relationship Id="rId69" Type="http://schemas.openxmlformats.org/officeDocument/2006/relationships/tags" Target="../tags/tag190.xml"/><Relationship Id="rId113" Type="http://schemas.openxmlformats.org/officeDocument/2006/relationships/tags" Target="../tags/tag234.xml"/><Relationship Id="rId134" Type="http://schemas.openxmlformats.org/officeDocument/2006/relationships/tags" Target="../tags/tag255.xml"/><Relationship Id="rId80" Type="http://schemas.openxmlformats.org/officeDocument/2006/relationships/tags" Target="../tags/tag201.xml"/><Relationship Id="rId155" Type="http://schemas.openxmlformats.org/officeDocument/2006/relationships/tags" Target="../tags/tag276.xml"/><Relationship Id="rId17" Type="http://schemas.openxmlformats.org/officeDocument/2006/relationships/tags" Target="../tags/tag138.xml"/><Relationship Id="rId38" Type="http://schemas.openxmlformats.org/officeDocument/2006/relationships/tags" Target="../tags/tag159.xml"/><Relationship Id="rId59" Type="http://schemas.openxmlformats.org/officeDocument/2006/relationships/tags" Target="../tags/tag180.xml"/><Relationship Id="rId103" Type="http://schemas.openxmlformats.org/officeDocument/2006/relationships/tags" Target="../tags/tag224.xml"/><Relationship Id="rId124" Type="http://schemas.openxmlformats.org/officeDocument/2006/relationships/tags" Target="../tags/tag245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tags" Target="../tags/tag406.xml"/><Relationship Id="rId21" Type="http://schemas.openxmlformats.org/officeDocument/2006/relationships/tags" Target="../tags/tag310.xml"/><Relationship Id="rId42" Type="http://schemas.openxmlformats.org/officeDocument/2006/relationships/tags" Target="../tags/tag331.xml"/><Relationship Id="rId63" Type="http://schemas.openxmlformats.org/officeDocument/2006/relationships/tags" Target="../tags/tag352.xml"/><Relationship Id="rId84" Type="http://schemas.openxmlformats.org/officeDocument/2006/relationships/tags" Target="../tags/tag373.xml"/><Relationship Id="rId138" Type="http://schemas.openxmlformats.org/officeDocument/2006/relationships/tags" Target="../tags/tag427.xml"/><Relationship Id="rId159" Type="http://schemas.openxmlformats.org/officeDocument/2006/relationships/tags" Target="../tags/tag448.xml"/><Relationship Id="rId170" Type="http://schemas.openxmlformats.org/officeDocument/2006/relationships/tags" Target="../tags/tag459.xml"/><Relationship Id="rId107" Type="http://schemas.openxmlformats.org/officeDocument/2006/relationships/tags" Target="../tags/tag396.xml"/><Relationship Id="rId11" Type="http://schemas.openxmlformats.org/officeDocument/2006/relationships/tags" Target="../tags/tag300.xml"/><Relationship Id="rId32" Type="http://schemas.openxmlformats.org/officeDocument/2006/relationships/tags" Target="../tags/tag321.xml"/><Relationship Id="rId53" Type="http://schemas.openxmlformats.org/officeDocument/2006/relationships/tags" Target="../tags/tag342.xml"/><Relationship Id="rId74" Type="http://schemas.openxmlformats.org/officeDocument/2006/relationships/tags" Target="../tags/tag363.xml"/><Relationship Id="rId128" Type="http://schemas.openxmlformats.org/officeDocument/2006/relationships/tags" Target="../tags/tag417.xml"/><Relationship Id="rId149" Type="http://schemas.openxmlformats.org/officeDocument/2006/relationships/tags" Target="../tags/tag438.xml"/><Relationship Id="rId5" Type="http://schemas.openxmlformats.org/officeDocument/2006/relationships/tags" Target="../tags/tag294.xml"/><Relationship Id="rId95" Type="http://schemas.openxmlformats.org/officeDocument/2006/relationships/tags" Target="../tags/tag384.xml"/><Relationship Id="rId160" Type="http://schemas.openxmlformats.org/officeDocument/2006/relationships/tags" Target="../tags/tag449.xml"/><Relationship Id="rId181" Type="http://schemas.openxmlformats.org/officeDocument/2006/relationships/image" Target="../media/image8.png"/><Relationship Id="rId22" Type="http://schemas.openxmlformats.org/officeDocument/2006/relationships/tags" Target="../tags/tag311.xml"/><Relationship Id="rId43" Type="http://schemas.openxmlformats.org/officeDocument/2006/relationships/tags" Target="../tags/tag332.xml"/><Relationship Id="rId64" Type="http://schemas.openxmlformats.org/officeDocument/2006/relationships/tags" Target="../tags/tag353.xml"/><Relationship Id="rId118" Type="http://schemas.openxmlformats.org/officeDocument/2006/relationships/tags" Target="../tags/tag407.xml"/><Relationship Id="rId139" Type="http://schemas.openxmlformats.org/officeDocument/2006/relationships/tags" Target="../tags/tag428.xml"/><Relationship Id="rId85" Type="http://schemas.openxmlformats.org/officeDocument/2006/relationships/tags" Target="../tags/tag374.xml"/><Relationship Id="rId150" Type="http://schemas.openxmlformats.org/officeDocument/2006/relationships/tags" Target="../tags/tag439.xml"/><Relationship Id="rId171" Type="http://schemas.openxmlformats.org/officeDocument/2006/relationships/tags" Target="../tags/tag460.xml"/><Relationship Id="rId12" Type="http://schemas.openxmlformats.org/officeDocument/2006/relationships/tags" Target="../tags/tag301.xml"/><Relationship Id="rId33" Type="http://schemas.openxmlformats.org/officeDocument/2006/relationships/tags" Target="../tags/tag322.xml"/><Relationship Id="rId108" Type="http://schemas.openxmlformats.org/officeDocument/2006/relationships/tags" Target="../tags/tag397.xml"/><Relationship Id="rId129" Type="http://schemas.openxmlformats.org/officeDocument/2006/relationships/tags" Target="../tags/tag418.xml"/><Relationship Id="rId54" Type="http://schemas.openxmlformats.org/officeDocument/2006/relationships/tags" Target="../tags/tag343.xml"/><Relationship Id="rId75" Type="http://schemas.openxmlformats.org/officeDocument/2006/relationships/tags" Target="../tags/tag364.xml"/><Relationship Id="rId96" Type="http://schemas.openxmlformats.org/officeDocument/2006/relationships/tags" Target="../tags/tag385.xml"/><Relationship Id="rId140" Type="http://schemas.openxmlformats.org/officeDocument/2006/relationships/tags" Target="../tags/tag429.xml"/><Relationship Id="rId161" Type="http://schemas.openxmlformats.org/officeDocument/2006/relationships/tags" Target="../tags/tag450.xml"/><Relationship Id="rId6" Type="http://schemas.openxmlformats.org/officeDocument/2006/relationships/tags" Target="../tags/tag295.xml"/><Relationship Id="rId23" Type="http://schemas.openxmlformats.org/officeDocument/2006/relationships/tags" Target="../tags/tag312.xml"/><Relationship Id="rId119" Type="http://schemas.openxmlformats.org/officeDocument/2006/relationships/tags" Target="../tags/tag408.xml"/><Relationship Id="rId44" Type="http://schemas.openxmlformats.org/officeDocument/2006/relationships/tags" Target="../tags/tag333.xml"/><Relationship Id="rId60" Type="http://schemas.openxmlformats.org/officeDocument/2006/relationships/tags" Target="../tags/tag349.xml"/><Relationship Id="rId65" Type="http://schemas.openxmlformats.org/officeDocument/2006/relationships/tags" Target="../tags/tag354.xml"/><Relationship Id="rId81" Type="http://schemas.openxmlformats.org/officeDocument/2006/relationships/tags" Target="../tags/tag370.xml"/><Relationship Id="rId86" Type="http://schemas.openxmlformats.org/officeDocument/2006/relationships/tags" Target="../tags/tag375.xml"/><Relationship Id="rId130" Type="http://schemas.openxmlformats.org/officeDocument/2006/relationships/tags" Target="../tags/tag419.xml"/><Relationship Id="rId135" Type="http://schemas.openxmlformats.org/officeDocument/2006/relationships/tags" Target="../tags/tag424.xml"/><Relationship Id="rId151" Type="http://schemas.openxmlformats.org/officeDocument/2006/relationships/tags" Target="../tags/tag440.xml"/><Relationship Id="rId156" Type="http://schemas.openxmlformats.org/officeDocument/2006/relationships/tags" Target="../tags/tag445.xml"/><Relationship Id="rId177" Type="http://schemas.openxmlformats.org/officeDocument/2006/relationships/tags" Target="../tags/tag466.xml"/><Relationship Id="rId172" Type="http://schemas.openxmlformats.org/officeDocument/2006/relationships/tags" Target="../tags/tag461.xml"/><Relationship Id="rId13" Type="http://schemas.openxmlformats.org/officeDocument/2006/relationships/tags" Target="../tags/tag302.xml"/><Relationship Id="rId18" Type="http://schemas.openxmlformats.org/officeDocument/2006/relationships/tags" Target="../tags/tag307.xml"/><Relationship Id="rId39" Type="http://schemas.openxmlformats.org/officeDocument/2006/relationships/tags" Target="../tags/tag328.xml"/><Relationship Id="rId109" Type="http://schemas.openxmlformats.org/officeDocument/2006/relationships/tags" Target="../tags/tag398.xml"/><Relationship Id="rId34" Type="http://schemas.openxmlformats.org/officeDocument/2006/relationships/tags" Target="../tags/tag323.xml"/><Relationship Id="rId50" Type="http://schemas.openxmlformats.org/officeDocument/2006/relationships/tags" Target="../tags/tag339.xml"/><Relationship Id="rId55" Type="http://schemas.openxmlformats.org/officeDocument/2006/relationships/tags" Target="../tags/tag344.xml"/><Relationship Id="rId76" Type="http://schemas.openxmlformats.org/officeDocument/2006/relationships/tags" Target="../tags/tag365.xml"/><Relationship Id="rId97" Type="http://schemas.openxmlformats.org/officeDocument/2006/relationships/tags" Target="../tags/tag386.xml"/><Relationship Id="rId104" Type="http://schemas.openxmlformats.org/officeDocument/2006/relationships/tags" Target="../tags/tag393.xml"/><Relationship Id="rId120" Type="http://schemas.openxmlformats.org/officeDocument/2006/relationships/tags" Target="../tags/tag409.xml"/><Relationship Id="rId125" Type="http://schemas.openxmlformats.org/officeDocument/2006/relationships/tags" Target="../tags/tag414.xml"/><Relationship Id="rId141" Type="http://schemas.openxmlformats.org/officeDocument/2006/relationships/tags" Target="../tags/tag430.xml"/><Relationship Id="rId146" Type="http://schemas.openxmlformats.org/officeDocument/2006/relationships/tags" Target="../tags/tag435.xml"/><Relationship Id="rId167" Type="http://schemas.openxmlformats.org/officeDocument/2006/relationships/tags" Target="../tags/tag456.xml"/><Relationship Id="rId7" Type="http://schemas.openxmlformats.org/officeDocument/2006/relationships/tags" Target="../tags/tag296.xml"/><Relationship Id="rId71" Type="http://schemas.openxmlformats.org/officeDocument/2006/relationships/tags" Target="../tags/tag360.xml"/><Relationship Id="rId92" Type="http://schemas.openxmlformats.org/officeDocument/2006/relationships/tags" Target="../tags/tag381.xml"/><Relationship Id="rId162" Type="http://schemas.openxmlformats.org/officeDocument/2006/relationships/tags" Target="../tags/tag451.xml"/><Relationship Id="rId2" Type="http://schemas.openxmlformats.org/officeDocument/2006/relationships/tags" Target="../tags/tag291.xml"/><Relationship Id="rId29" Type="http://schemas.openxmlformats.org/officeDocument/2006/relationships/tags" Target="../tags/tag318.xml"/><Relationship Id="rId24" Type="http://schemas.openxmlformats.org/officeDocument/2006/relationships/tags" Target="../tags/tag313.xml"/><Relationship Id="rId40" Type="http://schemas.openxmlformats.org/officeDocument/2006/relationships/tags" Target="../tags/tag329.xml"/><Relationship Id="rId45" Type="http://schemas.openxmlformats.org/officeDocument/2006/relationships/tags" Target="../tags/tag334.xml"/><Relationship Id="rId66" Type="http://schemas.openxmlformats.org/officeDocument/2006/relationships/tags" Target="../tags/tag355.xml"/><Relationship Id="rId87" Type="http://schemas.openxmlformats.org/officeDocument/2006/relationships/tags" Target="../tags/tag376.xml"/><Relationship Id="rId110" Type="http://schemas.openxmlformats.org/officeDocument/2006/relationships/tags" Target="../tags/tag399.xml"/><Relationship Id="rId115" Type="http://schemas.openxmlformats.org/officeDocument/2006/relationships/tags" Target="../tags/tag404.xml"/><Relationship Id="rId131" Type="http://schemas.openxmlformats.org/officeDocument/2006/relationships/tags" Target="../tags/tag420.xml"/><Relationship Id="rId136" Type="http://schemas.openxmlformats.org/officeDocument/2006/relationships/tags" Target="../tags/tag425.xml"/><Relationship Id="rId157" Type="http://schemas.openxmlformats.org/officeDocument/2006/relationships/tags" Target="../tags/tag446.xml"/><Relationship Id="rId178" Type="http://schemas.openxmlformats.org/officeDocument/2006/relationships/tags" Target="../tags/tag467.xml"/><Relationship Id="rId61" Type="http://schemas.openxmlformats.org/officeDocument/2006/relationships/tags" Target="../tags/tag350.xml"/><Relationship Id="rId82" Type="http://schemas.openxmlformats.org/officeDocument/2006/relationships/tags" Target="../tags/tag371.xml"/><Relationship Id="rId152" Type="http://schemas.openxmlformats.org/officeDocument/2006/relationships/tags" Target="../tags/tag441.xml"/><Relationship Id="rId173" Type="http://schemas.openxmlformats.org/officeDocument/2006/relationships/tags" Target="../tags/tag462.xml"/><Relationship Id="rId19" Type="http://schemas.openxmlformats.org/officeDocument/2006/relationships/tags" Target="../tags/tag308.xml"/><Relationship Id="rId14" Type="http://schemas.openxmlformats.org/officeDocument/2006/relationships/tags" Target="../tags/tag303.xml"/><Relationship Id="rId30" Type="http://schemas.openxmlformats.org/officeDocument/2006/relationships/tags" Target="../tags/tag319.xml"/><Relationship Id="rId35" Type="http://schemas.openxmlformats.org/officeDocument/2006/relationships/tags" Target="../tags/tag324.xml"/><Relationship Id="rId56" Type="http://schemas.openxmlformats.org/officeDocument/2006/relationships/tags" Target="../tags/tag345.xml"/><Relationship Id="rId77" Type="http://schemas.openxmlformats.org/officeDocument/2006/relationships/tags" Target="../tags/tag366.xml"/><Relationship Id="rId100" Type="http://schemas.openxmlformats.org/officeDocument/2006/relationships/tags" Target="../tags/tag389.xml"/><Relationship Id="rId105" Type="http://schemas.openxmlformats.org/officeDocument/2006/relationships/tags" Target="../tags/tag394.xml"/><Relationship Id="rId126" Type="http://schemas.openxmlformats.org/officeDocument/2006/relationships/tags" Target="../tags/tag415.xml"/><Relationship Id="rId147" Type="http://schemas.openxmlformats.org/officeDocument/2006/relationships/tags" Target="../tags/tag436.xml"/><Relationship Id="rId168" Type="http://schemas.openxmlformats.org/officeDocument/2006/relationships/tags" Target="../tags/tag457.xml"/><Relationship Id="rId8" Type="http://schemas.openxmlformats.org/officeDocument/2006/relationships/tags" Target="../tags/tag297.xml"/><Relationship Id="rId51" Type="http://schemas.openxmlformats.org/officeDocument/2006/relationships/tags" Target="../tags/tag340.xml"/><Relationship Id="rId72" Type="http://schemas.openxmlformats.org/officeDocument/2006/relationships/tags" Target="../tags/tag361.xml"/><Relationship Id="rId93" Type="http://schemas.openxmlformats.org/officeDocument/2006/relationships/tags" Target="../tags/tag382.xml"/><Relationship Id="rId98" Type="http://schemas.openxmlformats.org/officeDocument/2006/relationships/tags" Target="../tags/tag387.xml"/><Relationship Id="rId121" Type="http://schemas.openxmlformats.org/officeDocument/2006/relationships/tags" Target="../tags/tag410.xml"/><Relationship Id="rId142" Type="http://schemas.openxmlformats.org/officeDocument/2006/relationships/tags" Target="../tags/tag431.xml"/><Relationship Id="rId163" Type="http://schemas.openxmlformats.org/officeDocument/2006/relationships/tags" Target="../tags/tag452.xml"/><Relationship Id="rId3" Type="http://schemas.openxmlformats.org/officeDocument/2006/relationships/tags" Target="../tags/tag292.xml"/><Relationship Id="rId25" Type="http://schemas.openxmlformats.org/officeDocument/2006/relationships/tags" Target="../tags/tag314.xml"/><Relationship Id="rId46" Type="http://schemas.openxmlformats.org/officeDocument/2006/relationships/tags" Target="../tags/tag335.xml"/><Relationship Id="rId67" Type="http://schemas.openxmlformats.org/officeDocument/2006/relationships/tags" Target="../tags/tag356.xml"/><Relationship Id="rId116" Type="http://schemas.openxmlformats.org/officeDocument/2006/relationships/tags" Target="../tags/tag405.xml"/><Relationship Id="rId137" Type="http://schemas.openxmlformats.org/officeDocument/2006/relationships/tags" Target="../tags/tag426.xml"/><Relationship Id="rId158" Type="http://schemas.openxmlformats.org/officeDocument/2006/relationships/tags" Target="../tags/tag447.xml"/><Relationship Id="rId20" Type="http://schemas.openxmlformats.org/officeDocument/2006/relationships/tags" Target="../tags/tag309.xml"/><Relationship Id="rId41" Type="http://schemas.openxmlformats.org/officeDocument/2006/relationships/tags" Target="../tags/tag330.xml"/><Relationship Id="rId62" Type="http://schemas.openxmlformats.org/officeDocument/2006/relationships/tags" Target="../tags/tag351.xml"/><Relationship Id="rId83" Type="http://schemas.openxmlformats.org/officeDocument/2006/relationships/tags" Target="../tags/tag372.xml"/><Relationship Id="rId88" Type="http://schemas.openxmlformats.org/officeDocument/2006/relationships/tags" Target="../tags/tag377.xml"/><Relationship Id="rId111" Type="http://schemas.openxmlformats.org/officeDocument/2006/relationships/tags" Target="../tags/tag400.xml"/><Relationship Id="rId132" Type="http://schemas.openxmlformats.org/officeDocument/2006/relationships/tags" Target="../tags/tag421.xml"/><Relationship Id="rId153" Type="http://schemas.openxmlformats.org/officeDocument/2006/relationships/tags" Target="../tags/tag442.xml"/><Relationship Id="rId174" Type="http://schemas.openxmlformats.org/officeDocument/2006/relationships/tags" Target="../tags/tag463.xml"/><Relationship Id="rId179" Type="http://schemas.openxmlformats.org/officeDocument/2006/relationships/slideLayout" Target="../slideLayouts/slideLayout2.xml"/><Relationship Id="rId15" Type="http://schemas.openxmlformats.org/officeDocument/2006/relationships/tags" Target="../tags/tag304.xml"/><Relationship Id="rId36" Type="http://schemas.openxmlformats.org/officeDocument/2006/relationships/tags" Target="../tags/tag325.xml"/><Relationship Id="rId57" Type="http://schemas.openxmlformats.org/officeDocument/2006/relationships/tags" Target="../tags/tag346.xml"/><Relationship Id="rId106" Type="http://schemas.openxmlformats.org/officeDocument/2006/relationships/tags" Target="../tags/tag395.xml"/><Relationship Id="rId127" Type="http://schemas.openxmlformats.org/officeDocument/2006/relationships/tags" Target="../tags/tag416.xml"/><Relationship Id="rId10" Type="http://schemas.openxmlformats.org/officeDocument/2006/relationships/tags" Target="../tags/tag299.xml"/><Relationship Id="rId31" Type="http://schemas.openxmlformats.org/officeDocument/2006/relationships/tags" Target="../tags/tag320.xml"/><Relationship Id="rId52" Type="http://schemas.openxmlformats.org/officeDocument/2006/relationships/tags" Target="../tags/tag341.xml"/><Relationship Id="rId73" Type="http://schemas.openxmlformats.org/officeDocument/2006/relationships/tags" Target="../tags/tag362.xml"/><Relationship Id="rId78" Type="http://schemas.openxmlformats.org/officeDocument/2006/relationships/tags" Target="../tags/tag367.xml"/><Relationship Id="rId94" Type="http://schemas.openxmlformats.org/officeDocument/2006/relationships/tags" Target="../tags/tag383.xml"/><Relationship Id="rId99" Type="http://schemas.openxmlformats.org/officeDocument/2006/relationships/tags" Target="../tags/tag388.xml"/><Relationship Id="rId101" Type="http://schemas.openxmlformats.org/officeDocument/2006/relationships/tags" Target="../tags/tag390.xml"/><Relationship Id="rId122" Type="http://schemas.openxmlformats.org/officeDocument/2006/relationships/tags" Target="../tags/tag411.xml"/><Relationship Id="rId143" Type="http://schemas.openxmlformats.org/officeDocument/2006/relationships/tags" Target="../tags/tag432.xml"/><Relationship Id="rId148" Type="http://schemas.openxmlformats.org/officeDocument/2006/relationships/tags" Target="../tags/tag437.xml"/><Relationship Id="rId164" Type="http://schemas.openxmlformats.org/officeDocument/2006/relationships/tags" Target="../tags/tag453.xml"/><Relationship Id="rId169" Type="http://schemas.openxmlformats.org/officeDocument/2006/relationships/tags" Target="../tags/tag458.xml"/><Relationship Id="rId4" Type="http://schemas.openxmlformats.org/officeDocument/2006/relationships/tags" Target="../tags/tag293.xml"/><Relationship Id="rId9" Type="http://schemas.openxmlformats.org/officeDocument/2006/relationships/tags" Target="../tags/tag298.xml"/><Relationship Id="rId180" Type="http://schemas.openxmlformats.org/officeDocument/2006/relationships/image" Target="../media/image7.png"/><Relationship Id="rId26" Type="http://schemas.openxmlformats.org/officeDocument/2006/relationships/tags" Target="../tags/tag315.xml"/><Relationship Id="rId47" Type="http://schemas.openxmlformats.org/officeDocument/2006/relationships/tags" Target="../tags/tag336.xml"/><Relationship Id="rId68" Type="http://schemas.openxmlformats.org/officeDocument/2006/relationships/tags" Target="../tags/tag357.xml"/><Relationship Id="rId89" Type="http://schemas.openxmlformats.org/officeDocument/2006/relationships/tags" Target="../tags/tag378.xml"/><Relationship Id="rId112" Type="http://schemas.openxmlformats.org/officeDocument/2006/relationships/tags" Target="../tags/tag401.xml"/><Relationship Id="rId133" Type="http://schemas.openxmlformats.org/officeDocument/2006/relationships/tags" Target="../tags/tag422.xml"/><Relationship Id="rId154" Type="http://schemas.openxmlformats.org/officeDocument/2006/relationships/tags" Target="../tags/tag443.xml"/><Relationship Id="rId175" Type="http://schemas.openxmlformats.org/officeDocument/2006/relationships/tags" Target="../tags/tag464.xml"/><Relationship Id="rId16" Type="http://schemas.openxmlformats.org/officeDocument/2006/relationships/tags" Target="../tags/tag305.xml"/><Relationship Id="rId37" Type="http://schemas.openxmlformats.org/officeDocument/2006/relationships/tags" Target="../tags/tag326.xml"/><Relationship Id="rId58" Type="http://schemas.openxmlformats.org/officeDocument/2006/relationships/tags" Target="../tags/tag347.xml"/><Relationship Id="rId79" Type="http://schemas.openxmlformats.org/officeDocument/2006/relationships/tags" Target="../tags/tag368.xml"/><Relationship Id="rId102" Type="http://schemas.openxmlformats.org/officeDocument/2006/relationships/tags" Target="../tags/tag391.xml"/><Relationship Id="rId123" Type="http://schemas.openxmlformats.org/officeDocument/2006/relationships/tags" Target="../tags/tag412.xml"/><Relationship Id="rId144" Type="http://schemas.openxmlformats.org/officeDocument/2006/relationships/tags" Target="../tags/tag433.xml"/><Relationship Id="rId90" Type="http://schemas.openxmlformats.org/officeDocument/2006/relationships/tags" Target="../tags/tag379.xml"/><Relationship Id="rId165" Type="http://schemas.openxmlformats.org/officeDocument/2006/relationships/tags" Target="../tags/tag454.xml"/><Relationship Id="rId27" Type="http://schemas.openxmlformats.org/officeDocument/2006/relationships/tags" Target="../tags/tag316.xml"/><Relationship Id="rId48" Type="http://schemas.openxmlformats.org/officeDocument/2006/relationships/tags" Target="../tags/tag337.xml"/><Relationship Id="rId69" Type="http://schemas.openxmlformats.org/officeDocument/2006/relationships/tags" Target="../tags/tag358.xml"/><Relationship Id="rId113" Type="http://schemas.openxmlformats.org/officeDocument/2006/relationships/tags" Target="../tags/tag402.xml"/><Relationship Id="rId134" Type="http://schemas.openxmlformats.org/officeDocument/2006/relationships/tags" Target="../tags/tag423.xml"/><Relationship Id="rId80" Type="http://schemas.openxmlformats.org/officeDocument/2006/relationships/tags" Target="../tags/tag369.xml"/><Relationship Id="rId155" Type="http://schemas.openxmlformats.org/officeDocument/2006/relationships/tags" Target="../tags/tag444.xml"/><Relationship Id="rId176" Type="http://schemas.openxmlformats.org/officeDocument/2006/relationships/tags" Target="../tags/tag465.xml"/><Relationship Id="rId17" Type="http://schemas.openxmlformats.org/officeDocument/2006/relationships/tags" Target="../tags/tag306.xml"/><Relationship Id="rId38" Type="http://schemas.openxmlformats.org/officeDocument/2006/relationships/tags" Target="../tags/tag327.xml"/><Relationship Id="rId59" Type="http://schemas.openxmlformats.org/officeDocument/2006/relationships/tags" Target="../tags/tag348.xml"/><Relationship Id="rId103" Type="http://schemas.openxmlformats.org/officeDocument/2006/relationships/tags" Target="../tags/tag392.xml"/><Relationship Id="rId124" Type="http://schemas.openxmlformats.org/officeDocument/2006/relationships/tags" Target="../tags/tag413.xml"/><Relationship Id="rId70" Type="http://schemas.openxmlformats.org/officeDocument/2006/relationships/tags" Target="../tags/tag359.xml"/><Relationship Id="rId91" Type="http://schemas.openxmlformats.org/officeDocument/2006/relationships/tags" Target="../tags/tag380.xml"/><Relationship Id="rId145" Type="http://schemas.openxmlformats.org/officeDocument/2006/relationships/tags" Target="../tags/tag434.xml"/><Relationship Id="rId166" Type="http://schemas.openxmlformats.org/officeDocument/2006/relationships/tags" Target="../tags/tag455.xml"/><Relationship Id="rId1" Type="http://schemas.openxmlformats.org/officeDocument/2006/relationships/tags" Target="../tags/tag290.xml"/><Relationship Id="rId28" Type="http://schemas.openxmlformats.org/officeDocument/2006/relationships/tags" Target="../tags/tag317.xml"/><Relationship Id="rId49" Type="http://schemas.openxmlformats.org/officeDocument/2006/relationships/tags" Target="../tags/tag338.xml"/><Relationship Id="rId114" Type="http://schemas.openxmlformats.org/officeDocument/2006/relationships/tags" Target="../tags/tag403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7" Type="http://schemas.microsoft.com/office/2007/relationships/hdphoto" Target="../media/hdphoto8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microsoft.com/office/2007/relationships/hdphoto" Target="../media/hdphoto7.wdp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tags" Target="../tags/tag470.xml"/><Relationship Id="rId7" Type="http://schemas.openxmlformats.org/officeDocument/2006/relationships/slideLayout" Target="../slideLayouts/slideLayout2.xml"/><Relationship Id="rId2" Type="http://schemas.openxmlformats.org/officeDocument/2006/relationships/tags" Target="../tags/tag469.xml"/><Relationship Id="rId1" Type="http://schemas.openxmlformats.org/officeDocument/2006/relationships/tags" Target="../tags/tag468.xml"/><Relationship Id="rId6" Type="http://schemas.openxmlformats.org/officeDocument/2006/relationships/tags" Target="../tags/tag473.xml"/><Relationship Id="rId5" Type="http://schemas.openxmlformats.org/officeDocument/2006/relationships/tags" Target="../tags/tag472.xml"/><Relationship Id="rId4" Type="http://schemas.openxmlformats.org/officeDocument/2006/relationships/tags" Target="../tags/tag471.xml"/><Relationship Id="rId9" Type="http://schemas.microsoft.com/office/2007/relationships/hdphoto" Target="../media/hdphoto11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481.xml"/><Relationship Id="rId13" Type="http://schemas.openxmlformats.org/officeDocument/2006/relationships/tags" Target="../tags/tag486.xml"/><Relationship Id="rId18" Type="http://schemas.openxmlformats.org/officeDocument/2006/relationships/tags" Target="../tags/tag491.xml"/><Relationship Id="rId26" Type="http://schemas.openxmlformats.org/officeDocument/2006/relationships/image" Target="../media/image15.png"/><Relationship Id="rId3" Type="http://schemas.openxmlformats.org/officeDocument/2006/relationships/tags" Target="../tags/tag476.xml"/><Relationship Id="rId21" Type="http://schemas.openxmlformats.org/officeDocument/2006/relationships/tags" Target="../tags/tag494.xml"/><Relationship Id="rId7" Type="http://schemas.openxmlformats.org/officeDocument/2006/relationships/tags" Target="../tags/tag480.xml"/><Relationship Id="rId12" Type="http://schemas.openxmlformats.org/officeDocument/2006/relationships/tags" Target="../tags/tag485.xml"/><Relationship Id="rId17" Type="http://schemas.openxmlformats.org/officeDocument/2006/relationships/tags" Target="../tags/tag490.xml"/><Relationship Id="rId25" Type="http://schemas.openxmlformats.org/officeDocument/2006/relationships/slideLayout" Target="../slideLayouts/slideLayout2.xml"/><Relationship Id="rId2" Type="http://schemas.openxmlformats.org/officeDocument/2006/relationships/tags" Target="../tags/tag475.xml"/><Relationship Id="rId16" Type="http://schemas.openxmlformats.org/officeDocument/2006/relationships/tags" Target="../tags/tag489.xml"/><Relationship Id="rId20" Type="http://schemas.openxmlformats.org/officeDocument/2006/relationships/tags" Target="../tags/tag493.xml"/><Relationship Id="rId1" Type="http://schemas.openxmlformats.org/officeDocument/2006/relationships/tags" Target="../tags/tag474.xml"/><Relationship Id="rId6" Type="http://schemas.openxmlformats.org/officeDocument/2006/relationships/tags" Target="../tags/tag479.xml"/><Relationship Id="rId11" Type="http://schemas.openxmlformats.org/officeDocument/2006/relationships/tags" Target="../tags/tag484.xml"/><Relationship Id="rId24" Type="http://schemas.openxmlformats.org/officeDocument/2006/relationships/tags" Target="../tags/tag497.xml"/><Relationship Id="rId5" Type="http://schemas.openxmlformats.org/officeDocument/2006/relationships/tags" Target="../tags/tag478.xml"/><Relationship Id="rId15" Type="http://schemas.openxmlformats.org/officeDocument/2006/relationships/tags" Target="../tags/tag488.xml"/><Relationship Id="rId23" Type="http://schemas.openxmlformats.org/officeDocument/2006/relationships/tags" Target="../tags/tag496.xml"/><Relationship Id="rId10" Type="http://schemas.openxmlformats.org/officeDocument/2006/relationships/tags" Target="../tags/tag483.xml"/><Relationship Id="rId19" Type="http://schemas.openxmlformats.org/officeDocument/2006/relationships/tags" Target="../tags/tag492.xml"/><Relationship Id="rId4" Type="http://schemas.openxmlformats.org/officeDocument/2006/relationships/tags" Target="../tags/tag477.xml"/><Relationship Id="rId9" Type="http://schemas.openxmlformats.org/officeDocument/2006/relationships/tags" Target="../tags/tag482.xml"/><Relationship Id="rId14" Type="http://schemas.openxmlformats.org/officeDocument/2006/relationships/tags" Target="../tags/tag487.xml"/><Relationship Id="rId22" Type="http://schemas.openxmlformats.org/officeDocument/2006/relationships/tags" Target="../tags/tag495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3.wdp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5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6.wdp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6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7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8.wdp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7E058-6A8F-E432-7F97-B562F42C40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12192000" cy="3429000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Initial Value Problems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Euler Method</a:t>
            </a: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9207D0-30AE-1D1C-C4DA-FEAAB90A47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7"/>
            <a:ext cx="12192000" cy="3255961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By </a:t>
            </a:r>
          </a:p>
          <a:p>
            <a:r>
              <a:rPr lang="en-US" dirty="0">
                <a:solidFill>
                  <a:schemeClr val="bg1"/>
                </a:solidFill>
              </a:rPr>
              <a:t>Dr. Sikander M. Mirza</a:t>
            </a:r>
          </a:p>
          <a:p>
            <a:r>
              <a:rPr lang="en-US" dirty="0">
                <a:solidFill>
                  <a:schemeClr val="bg1"/>
                </a:solidFill>
              </a:rPr>
              <a:t>Department of Physics &amp; Applied Mathematics</a:t>
            </a:r>
          </a:p>
          <a:p>
            <a:r>
              <a:rPr lang="en-US" dirty="0">
                <a:solidFill>
                  <a:schemeClr val="bg1"/>
                </a:solidFill>
              </a:rPr>
              <a:t>Pakistan Institute of Engineering &amp; Applied Sciences</a:t>
            </a:r>
          </a:p>
          <a:p>
            <a:r>
              <a:rPr lang="en-US" dirty="0" err="1">
                <a:solidFill>
                  <a:schemeClr val="bg1"/>
                </a:solidFill>
              </a:rPr>
              <a:t>Nilore</a:t>
            </a:r>
            <a:r>
              <a:rPr lang="en-US" dirty="0">
                <a:solidFill>
                  <a:schemeClr val="bg1"/>
                </a:solidFill>
              </a:rPr>
              <a:t>, Islamabad 45650, Pakistan</a:t>
            </a:r>
          </a:p>
        </p:txBody>
      </p:sp>
    </p:spTree>
    <p:extLst>
      <p:ext uri="{BB962C8B-B14F-4D97-AF65-F5344CB8AC3E}">
        <p14:creationId xmlns:p14="http://schemas.microsoft.com/office/powerpoint/2010/main" val="2395221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937E4-7CAB-0EF1-3F2B-6CCBFF824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7"/>
            <a:ext cx="6858001" cy="1325563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B9F3E-A79F-0665-37C7-D273DE77F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1147" y="904568"/>
            <a:ext cx="9940413" cy="5535561"/>
          </a:xfrm>
        </p:spPr>
        <p:txBody>
          <a:bodyPr/>
          <a:lstStyle/>
          <a:p>
            <a:r>
              <a:rPr lang="en-US" dirty="0"/>
              <a:t>Many problems in Physics have mathematical form of Initial Value Problems: </a:t>
            </a:r>
          </a:p>
        </p:txBody>
      </p:sp>
      <p:grpSp>
        <p:nvGrpSpPr>
          <p:cNvPr id="28" name="Group 27" descr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\textbf{Initial Value Problems:}&#10;\end{align*}&#10;}&#10;\end{document}" title="IguanaTex Shape Display">
            <a:extLst>
              <a:ext uri="{FF2B5EF4-FFF2-40B4-BE49-F238E27FC236}">
                <a16:creationId xmlns:a16="http://schemas.microsoft.com/office/drawing/2014/main" id="{D64B9776-7B85-2F2F-653E-A98112D72D1C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136877" y="308074"/>
            <a:ext cx="3441001" cy="241302"/>
            <a:chOff x="9053153" y="5208583"/>
            <a:chExt cx="3441001" cy="241302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23C36C1-1853-AC3C-4774-A08F7273EDFE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9053153" y="5213688"/>
              <a:ext cx="122595" cy="230071"/>
            </a:xfrm>
            <a:custGeom>
              <a:avLst/>
              <a:gdLst>
                <a:gd name="connsiteX0" fmla="*/ 32760 w 122595"/>
                <a:gd name="connsiteY0" fmla="*/ 197483 h 230071"/>
                <a:gd name="connsiteX1" fmla="*/ 184 w 122595"/>
                <a:gd name="connsiteY1" fmla="*/ 221648 h 230071"/>
                <a:gd name="connsiteX2" fmla="*/ 184 w 122595"/>
                <a:gd name="connsiteY2" fmla="*/ 230156 h 230071"/>
                <a:gd name="connsiteX3" fmla="*/ 122780 w 122595"/>
                <a:gd name="connsiteY3" fmla="*/ 230156 h 230071"/>
                <a:gd name="connsiteX4" fmla="*/ 122780 w 122595"/>
                <a:gd name="connsiteY4" fmla="*/ 221648 h 230071"/>
                <a:gd name="connsiteX5" fmla="*/ 89504 w 122595"/>
                <a:gd name="connsiteY5" fmla="*/ 197483 h 230071"/>
                <a:gd name="connsiteX6" fmla="*/ 89504 w 122595"/>
                <a:gd name="connsiteY6" fmla="*/ 32758 h 230071"/>
                <a:gd name="connsiteX7" fmla="*/ 122780 w 122595"/>
                <a:gd name="connsiteY7" fmla="*/ 8593 h 230071"/>
                <a:gd name="connsiteX8" fmla="*/ 122780 w 122595"/>
                <a:gd name="connsiteY8" fmla="*/ 85 h 230071"/>
                <a:gd name="connsiteX9" fmla="*/ 184 w 122595"/>
                <a:gd name="connsiteY9" fmla="*/ 85 h 230071"/>
                <a:gd name="connsiteX10" fmla="*/ 184 w 122595"/>
                <a:gd name="connsiteY10" fmla="*/ 8593 h 230071"/>
                <a:gd name="connsiteX11" fmla="*/ 32760 w 122595"/>
                <a:gd name="connsiteY11" fmla="*/ 32758 h 230071"/>
                <a:gd name="connsiteX12" fmla="*/ 32760 w 122595"/>
                <a:gd name="connsiteY12" fmla="*/ 197483 h 230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2595" h="230071">
                  <a:moveTo>
                    <a:pt x="32760" y="197483"/>
                  </a:moveTo>
                  <a:cubicBezTo>
                    <a:pt x="32760" y="214501"/>
                    <a:pt x="26455" y="219265"/>
                    <a:pt x="184" y="221648"/>
                  </a:cubicBezTo>
                  <a:lnTo>
                    <a:pt x="184" y="230156"/>
                  </a:lnTo>
                  <a:lnTo>
                    <a:pt x="122780" y="230156"/>
                  </a:lnTo>
                  <a:lnTo>
                    <a:pt x="122780" y="221648"/>
                  </a:lnTo>
                  <a:cubicBezTo>
                    <a:pt x="96159" y="219946"/>
                    <a:pt x="89504" y="215181"/>
                    <a:pt x="89504" y="197483"/>
                  </a:cubicBezTo>
                  <a:lnTo>
                    <a:pt x="89504" y="32758"/>
                  </a:lnTo>
                  <a:cubicBezTo>
                    <a:pt x="89504" y="15060"/>
                    <a:pt x="96860" y="9614"/>
                    <a:pt x="122780" y="8593"/>
                  </a:cubicBezTo>
                  <a:lnTo>
                    <a:pt x="122780" y="85"/>
                  </a:lnTo>
                  <a:lnTo>
                    <a:pt x="184" y="85"/>
                  </a:lnTo>
                  <a:lnTo>
                    <a:pt x="184" y="8593"/>
                  </a:lnTo>
                  <a:cubicBezTo>
                    <a:pt x="25404" y="10295"/>
                    <a:pt x="32760" y="15400"/>
                    <a:pt x="32760" y="32758"/>
                  </a:cubicBezTo>
                  <a:lnTo>
                    <a:pt x="32760" y="197483"/>
                  </a:ln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6454E60-1B9A-0D65-A339-A2CD3209D7CF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9190268" y="5282777"/>
              <a:ext cx="181441" cy="160982"/>
            </a:xfrm>
            <a:custGeom>
              <a:avLst/>
              <a:gdLst>
                <a:gd name="connsiteX0" fmla="*/ 67091 w 181441"/>
                <a:gd name="connsiteY0" fmla="*/ 4169 h 160982"/>
                <a:gd name="connsiteX1" fmla="*/ 188 w 181441"/>
                <a:gd name="connsiteY1" fmla="*/ 4169 h 160982"/>
                <a:gd name="connsiteX2" fmla="*/ 188 w 181441"/>
                <a:gd name="connsiteY2" fmla="*/ 12337 h 160982"/>
                <a:gd name="connsiteX3" fmla="*/ 18753 w 181441"/>
                <a:gd name="connsiteY3" fmla="*/ 32417 h 160982"/>
                <a:gd name="connsiteX4" fmla="*/ 18753 w 181441"/>
                <a:gd name="connsiteY4" fmla="*/ 132478 h 160982"/>
                <a:gd name="connsiteX5" fmla="*/ 188 w 181441"/>
                <a:gd name="connsiteY5" fmla="*/ 152899 h 160982"/>
                <a:gd name="connsiteX6" fmla="*/ 188 w 181441"/>
                <a:gd name="connsiteY6" fmla="*/ 161067 h 160982"/>
                <a:gd name="connsiteX7" fmla="*/ 84604 w 181441"/>
                <a:gd name="connsiteY7" fmla="*/ 161067 h 160982"/>
                <a:gd name="connsiteX8" fmla="*/ 84604 w 181441"/>
                <a:gd name="connsiteY8" fmla="*/ 152899 h 160982"/>
                <a:gd name="connsiteX9" fmla="*/ 67441 w 181441"/>
                <a:gd name="connsiteY9" fmla="*/ 133499 h 160982"/>
                <a:gd name="connsiteX10" fmla="*/ 67441 w 181441"/>
                <a:gd name="connsiteY10" fmla="*/ 42628 h 160982"/>
                <a:gd name="connsiteX11" fmla="*/ 73396 w 181441"/>
                <a:gd name="connsiteY11" fmla="*/ 34800 h 160982"/>
                <a:gd name="connsiteX12" fmla="*/ 97564 w 181441"/>
                <a:gd name="connsiteY12" fmla="*/ 22888 h 160982"/>
                <a:gd name="connsiteX13" fmla="*/ 115779 w 181441"/>
                <a:gd name="connsiteY13" fmla="*/ 51136 h 160982"/>
                <a:gd name="connsiteX14" fmla="*/ 115779 w 181441"/>
                <a:gd name="connsiteY14" fmla="*/ 133499 h 160982"/>
                <a:gd name="connsiteX15" fmla="*/ 99316 w 181441"/>
                <a:gd name="connsiteY15" fmla="*/ 152899 h 160982"/>
                <a:gd name="connsiteX16" fmla="*/ 99316 w 181441"/>
                <a:gd name="connsiteY16" fmla="*/ 161067 h 160982"/>
                <a:gd name="connsiteX17" fmla="*/ 181630 w 181441"/>
                <a:gd name="connsiteY17" fmla="*/ 161067 h 160982"/>
                <a:gd name="connsiteX18" fmla="*/ 181630 w 181441"/>
                <a:gd name="connsiteY18" fmla="*/ 152899 h 160982"/>
                <a:gd name="connsiteX19" fmla="*/ 164467 w 181441"/>
                <a:gd name="connsiteY19" fmla="*/ 133499 h 160982"/>
                <a:gd name="connsiteX20" fmla="*/ 164467 w 181441"/>
                <a:gd name="connsiteY20" fmla="*/ 48073 h 160982"/>
                <a:gd name="connsiteX21" fmla="*/ 117180 w 181441"/>
                <a:gd name="connsiteY21" fmla="*/ 85 h 160982"/>
                <a:gd name="connsiteX22" fmla="*/ 67091 w 181441"/>
                <a:gd name="connsiteY22" fmla="*/ 29695 h 160982"/>
                <a:gd name="connsiteX23" fmla="*/ 67091 w 181441"/>
                <a:gd name="connsiteY23" fmla="*/ 4169 h 160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1441" h="160982">
                  <a:moveTo>
                    <a:pt x="67091" y="4169"/>
                  </a:moveTo>
                  <a:lnTo>
                    <a:pt x="188" y="4169"/>
                  </a:lnTo>
                  <a:lnTo>
                    <a:pt x="188" y="12337"/>
                  </a:lnTo>
                  <a:cubicBezTo>
                    <a:pt x="15600" y="14719"/>
                    <a:pt x="18753" y="18123"/>
                    <a:pt x="18753" y="32417"/>
                  </a:cubicBezTo>
                  <a:lnTo>
                    <a:pt x="18753" y="132478"/>
                  </a:lnTo>
                  <a:cubicBezTo>
                    <a:pt x="18753" y="146772"/>
                    <a:pt x="15951" y="149835"/>
                    <a:pt x="188" y="152899"/>
                  </a:cubicBezTo>
                  <a:lnTo>
                    <a:pt x="188" y="161067"/>
                  </a:lnTo>
                  <a:lnTo>
                    <a:pt x="84604" y="161067"/>
                  </a:lnTo>
                  <a:lnTo>
                    <a:pt x="84604" y="152899"/>
                  </a:lnTo>
                  <a:cubicBezTo>
                    <a:pt x="71644" y="151197"/>
                    <a:pt x="67441" y="146092"/>
                    <a:pt x="67441" y="133499"/>
                  </a:cubicBezTo>
                  <a:lnTo>
                    <a:pt x="67441" y="42628"/>
                  </a:lnTo>
                  <a:cubicBezTo>
                    <a:pt x="67441" y="41266"/>
                    <a:pt x="69893" y="37863"/>
                    <a:pt x="73396" y="34800"/>
                  </a:cubicBezTo>
                  <a:cubicBezTo>
                    <a:pt x="81102" y="26972"/>
                    <a:pt x="89508" y="22888"/>
                    <a:pt x="97564" y="22888"/>
                  </a:cubicBezTo>
                  <a:cubicBezTo>
                    <a:pt x="109824" y="22888"/>
                    <a:pt x="115779" y="32077"/>
                    <a:pt x="115779" y="51136"/>
                  </a:cubicBezTo>
                  <a:lnTo>
                    <a:pt x="115779" y="133499"/>
                  </a:lnTo>
                  <a:cubicBezTo>
                    <a:pt x="115779" y="146092"/>
                    <a:pt x="111225" y="151537"/>
                    <a:pt x="99316" y="152899"/>
                  </a:cubicBezTo>
                  <a:lnTo>
                    <a:pt x="99316" y="161067"/>
                  </a:lnTo>
                  <a:lnTo>
                    <a:pt x="181630" y="161067"/>
                  </a:lnTo>
                  <a:lnTo>
                    <a:pt x="181630" y="152899"/>
                  </a:lnTo>
                  <a:cubicBezTo>
                    <a:pt x="167970" y="151878"/>
                    <a:pt x="164467" y="147793"/>
                    <a:pt x="164467" y="133499"/>
                  </a:cubicBezTo>
                  <a:lnTo>
                    <a:pt x="164467" y="48073"/>
                  </a:lnTo>
                  <a:cubicBezTo>
                    <a:pt x="164467" y="18804"/>
                    <a:pt x="145902" y="85"/>
                    <a:pt x="117180" y="85"/>
                  </a:cubicBezTo>
                  <a:cubicBezTo>
                    <a:pt x="96163" y="85"/>
                    <a:pt x="80051" y="9614"/>
                    <a:pt x="67091" y="29695"/>
                  </a:cubicBezTo>
                  <a:lnTo>
                    <a:pt x="67091" y="4169"/>
                  </a:ln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1A8E887-AAB7-8E76-8DA8-BC9439D01A7C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9383997" y="5208583"/>
              <a:ext cx="83715" cy="235176"/>
            </a:xfrm>
            <a:custGeom>
              <a:avLst/>
              <a:gdLst>
                <a:gd name="connsiteX0" fmla="*/ 67446 w 83715"/>
                <a:gd name="connsiteY0" fmla="*/ 78363 h 235176"/>
                <a:gd name="connsiteX1" fmla="*/ 194 w 83715"/>
                <a:gd name="connsiteY1" fmla="*/ 78363 h 235176"/>
                <a:gd name="connsiteX2" fmla="*/ 194 w 83715"/>
                <a:gd name="connsiteY2" fmla="*/ 86532 h 235176"/>
                <a:gd name="connsiteX3" fmla="*/ 18758 w 83715"/>
                <a:gd name="connsiteY3" fmla="*/ 106612 h 235176"/>
                <a:gd name="connsiteX4" fmla="*/ 18758 w 83715"/>
                <a:gd name="connsiteY4" fmla="*/ 206673 h 235176"/>
                <a:gd name="connsiteX5" fmla="*/ 194 w 83715"/>
                <a:gd name="connsiteY5" fmla="*/ 227093 h 235176"/>
                <a:gd name="connsiteX6" fmla="*/ 194 w 83715"/>
                <a:gd name="connsiteY6" fmla="*/ 235261 h 235176"/>
                <a:gd name="connsiteX7" fmla="*/ 83909 w 83715"/>
                <a:gd name="connsiteY7" fmla="*/ 235261 h 235176"/>
                <a:gd name="connsiteX8" fmla="*/ 83909 w 83715"/>
                <a:gd name="connsiteY8" fmla="*/ 227093 h 235176"/>
                <a:gd name="connsiteX9" fmla="*/ 67446 w 83715"/>
                <a:gd name="connsiteY9" fmla="*/ 207694 h 235176"/>
                <a:gd name="connsiteX10" fmla="*/ 67446 w 83715"/>
                <a:gd name="connsiteY10" fmla="*/ 78363 h 235176"/>
                <a:gd name="connsiteX11" fmla="*/ 42927 w 83715"/>
                <a:gd name="connsiteY11" fmla="*/ 85 h 235176"/>
                <a:gd name="connsiteX12" fmla="*/ 15606 w 83715"/>
                <a:gd name="connsiteY12" fmla="*/ 26291 h 235176"/>
                <a:gd name="connsiteX13" fmla="*/ 42577 w 83715"/>
                <a:gd name="connsiteY13" fmla="*/ 52838 h 235176"/>
                <a:gd name="connsiteX14" fmla="*/ 69898 w 83715"/>
                <a:gd name="connsiteY14" fmla="*/ 26631 h 235176"/>
                <a:gd name="connsiteX15" fmla="*/ 42927 w 83715"/>
                <a:gd name="connsiteY15" fmla="*/ 85 h 235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715" h="235176">
                  <a:moveTo>
                    <a:pt x="67446" y="78363"/>
                  </a:moveTo>
                  <a:lnTo>
                    <a:pt x="194" y="78363"/>
                  </a:lnTo>
                  <a:lnTo>
                    <a:pt x="194" y="86532"/>
                  </a:lnTo>
                  <a:cubicBezTo>
                    <a:pt x="15606" y="89595"/>
                    <a:pt x="18758" y="92658"/>
                    <a:pt x="18758" y="106612"/>
                  </a:cubicBezTo>
                  <a:lnTo>
                    <a:pt x="18758" y="206673"/>
                  </a:lnTo>
                  <a:cubicBezTo>
                    <a:pt x="18758" y="220627"/>
                    <a:pt x="16306" y="223349"/>
                    <a:pt x="194" y="227093"/>
                  </a:cubicBezTo>
                  <a:lnTo>
                    <a:pt x="194" y="235261"/>
                  </a:lnTo>
                  <a:lnTo>
                    <a:pt x="83909" y="235261"/>
                  </a:lnTo>
                  <a:lnTo>
                    <a:pt x="83909" y="227093"/>
                  </a:lnTo>
                  <a:cubicBezTo>
                    <a:pt x="71650" y="225392"/>
                    <a:pt x="67446" y="220627"/>
                    <a:pt x="67446" y="207694"/>
                  </a:cubicBezTo>
                  <a:lnTo>
                    <a:pt x="67446" y="78363"/>
                  </a:lnTo>
                  <a:close/>
                  <a:moveTo>
                    <a:pt x="42927" y="85"/>
                  </a:moveTo>
                  <a:cubicBezTo>
                    <a:pt x="27865" y="85"/>
                    <a:pt x="15606" y="11997"/>
                    <a:pt x="15606" y="26291"/>
                  </a:cubicBezTo>
                  <a:cubicBezTo>
                    <a:pt x="15606" y="41606"/>
                    <a:pt x="27165" y="52838"/>
                    <a:pt x="42577" y="52838"/>
                  </a:cubicBezTo>
                  <a:cubicBezTo>
                    <a:pt x="57989" y="52838"/>
                    <a:pt x="69898" y="41606"/>
                    <a:pt x="69898" y="26631"/>
                  </a:cubicBezTo>
                  <a:cubicBezTo>
                    <a:pt x="69898" y="11997"/>
                    <a:pt x="57989" y="85"/>
                    <a:pt x="42927" y="85"/>
                  </a:cubicBez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F50819B-3948-E349-EFD9-4198E89C0224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9483136" y="5229344"/>
              <a:ext cx="109285" cy="218499"/>
            </a:xfrm>
            <a:custGeom>
              <a:avLst/>
              <a:gdLst>
                <a:gd name="connsiteX0" fmla="*/ 100025 w 109285"/>
                <a:gd name="connsiteY0" fmla="*/ 57603 h 218499"/>
                <a:gd name="connsiteX1" fmla="*/ 67099 w 109285"/>
                <a:gd name="connsiteY1" fmla="*/ 57603 h 218499"/>
                <a:gd name="connsiteX2" fmla="*/ 67099 w 109285"/>
                <a:gd name="connsiteY2" fmla="*/ 85 h 218499"/>
                <a:gd name="connsiteX3" fmla="*/ 58342 w 109285"/>
                <a:gd name="connsiteY3" fmla="*/ 85 h 218499"/>
                <a:gd name="connsiteX4" fmla="*/ 197 w 109285"/>
                <a:gd name="connsiteY4" fmla="*/ 63388 h 218499"/>
                <a:gd name="connsiteX5" fmla="*/ 197 w 109285"/>
                <a:gd name="connsiteY5" fmla="*/ 72578 h 218499"/>
                <a:gd name="connsiteX6" fmla="*/ 18411 w 109285"/>
                <a:gd name="connsiteY6" fmla="*/ 72578 h 218499"/>
                <a:gd name="connsiteX7" fmla="*/ 18411 w 109285"/>
                <a:gd name="connsiteY7" fmla="*/ 182849 h 218499"/>
                <a:gd name="connsiteX8" fmla="*/ 57642 w 109285"/>
                <a:gd name="connsiteY8" fmla="*/ 218585 h 218499"/>
                <a:gd name="connsiteX9" fmla="*/ 109482 w 109285"/>
                <a:gd name="connsiteY9" fmla="*/ 180466 h 218499"/>
                <a:gd name="connsiteX10" fmla="*/ 100725 w 109285"/>
                <a:gd name="connsiteY10" fmla="*/ 176722 h 218499"/>
                <a:gd name="connsiteX11" fmla="*/ 80760 w 109285"/>
                <a:gd name="connsiteY11" fmla="*/ 194420 h 218499"/>
                <a:gd name="connsiteX12" fmla="*/ 67099 w 109285"/>
                <a:gd name="connsiteY12" fmla="*/ 175021 h 218499"/>
                <a:gd name="connsiteX13" fmla="*/ 67099 w 109285"/>
                <a:gd name="connsiteY13" fmla="*/ 72578 h 218499"/>
                <a:gd name="connsiteX14" fmla="*/ 100025 w 109285"/>
                <a:gd name="connsiteY14" fmla="*/ 72578 h 218499"/>
                <a:gd name="connsiteX15" fmla="*/ 100025 w 109285"/>
                <a:gd name="connsiteY15" fmla="*/ 57603 h 21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9285" h="218499">
                  <a:moveTo>
                    <a:pt x="100025" y="57603"/>
                  </a:moveTo>
                  <a:lnTo>
                    <a:pt x="67099" y="57603"/>
                  </a:lnTo>
                  <a:lnTo>
                    <a:pt x="67099" y="85"/>
                  </a:lnTo>
                  <a:lnTo>
                    <a:pt x="58342" y="85"/>
                  </a:lnTo>
                  <a:cubicBezTo>
                    <a:pt x="36975" y="29354"/>
                    <a:pt x="22964" y="44670"/>
                    <a:pt x="197" y="63388"/>
                  </a:cubicBezTo>
                  <a:lnTo>
                    <a:pt x="197" y="72578"/>
                  </a:lnTo>
                  <a:lnTo>
                    <a:pt x="18411" y="72578"/>
                  </a:lnTo>
                  <a:lnTo>
                    <a:pt x="18411" y="182849"/>
                  </a:lnTo>
                  <a:cubicBezTo>
                    <a:pt x="18411" y="204971"/>
                    <a:pt x="33473" y="218585"/>
                    <a:pt x="57642" y="218585"/>
                  </a:cubicBezTo>
                  <a:cubicBezTo>
                    <a:pt x="81110" y="218585"/>
                    <a:pt x="95121" y="208374"/>
                    <a:pt x="109482" y="180466"/>
                  </a:cubicBezTo>
                  <a:lnTo>
                    <a:pt x="100725" y="176722"/>
                  </a:lnTo>
                  <a:cubicBezTo>
                    <a:pt x="93720" y="189656"/>
                    <a:pt x="88115" y="194420"/>
                    <a:pt x="80760" y="194420"/>
                  </a:cubicBezTo>
                  <a:cubicBezTo>
                    <a:pt x="70952" y="194420"/>
                    <a:pt x="67099" y="188634"/>
                    <a:pt x="67099" y="175021"/>
                  </a:cubicBezTo>
                  <a:lnTo>
                    <a:pt x="67099" y="72578"/>
                  </a:lnTo>
                  <a:lnTo>
                    <a:pt x="100025" y="72578"/>
                  </a:lnTo>
                  <a:lnTo>
                    <a:pt x="100025" y="57603"/>
                  </a:ln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7C7A506-31A4-9B0F-6A5D-8349D78507FC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9598812" y="5208583"/>
              <a:ext cx="83715" cy="235176"/>
            </a:xfrm>
            <a:custGeom>
              <a:avLst/>
              <a:gdLst>
                <a:gd name="connsiteX0" fmla="*/ 67452 w 83715"/>
                <a:gd name="connsiteY0" fmla="*/ 78363 h 235176"/>
                <a:gd name="connsiteX1" fmla="*/ 200 w 83715"/>
                <a:gd name="connsiteY1" fmla="*/ 78363 h 235176"/>
                <a:gd name="connsiteX2" fmla="*/ 200 w 83715"/>
                <a:gd name="connsiteY2" fmla="*/ 86532 h 235176"/>
                <a:gd name="connsiteX3" fmla="*/ 18764 w 83715"/>
                <a:gd name="connsiteY3" fmla="*/ 106612 h 235176"/>
                <a:gd name="connsiteX4" fmla="*/ 18764 w 83715"/>
                <a:gd name="connsiteY4" fmla="*/ 206673 h 235176"/>
                <a:gd name="connsiteX5" fmla="*/ 200 w 83715"/>
                <a:gd name="connsiteY5" fmla="*/ 227093 h 235176"/>
                <a:gd name="connsiteX6" fmla="*/ 200 w 83715"/>
                <a:gd name="connsiteY6" fmla="*/ 235261 h 235176"/>
                <a:gd name="connsiteX7" fmla="*/ 83915 w 83715"/>
                <a:gd name="connsiteY7" fmla="*/ 235261 h 235176"/>
                <a:gd name="connsiteX8" fmla="*/ 83915 w 83715"/>
                <a:gd name="connsiteY8" fmla="*/ 227093 h 235176"/>
                <a:gd name="connsiteX9" fmla="*/ 67452 w 83715"/>
                <a:gd name="connsiteY9" fmla="*/ 207694 h 235176"/>
                <a:gd name="connsiteX10" fmla="*/ 67452 w 83715"/>
                <a:gd name="connsiteY10" fmla="*/ 78363 h 235176"/>
                <a:gd name="connsiteX11" fmla="*/ 42933 w 83715"/>
                <a:gd name="connsiteY11" fmla="*/ 85 h 235176"/>
                <a:gd name="connsiteX12" fmla="*/ 15612 w 83715"/>
                <a:gd name="connsiteY12" fmla="*/ 26291 h 235176"/>
                <a:gd name="connsiteX13" fmla="*/ 42583 w 83715"/>
                <a:gd name="connsiteY13" fmla="*/ 52838 h 235176"/>
                <a:gd name="connsiteX14" fmla="*/ 69904 w 83715"/>
                <a:gd name="connsiteY14" fmla="*/ 26631 h 235176"/>
                <a:gd name="connsiteX15" fmla="*/ 42933 w 83715"/>
                <a:gd name="connsiteY15" fmla="*/ 85 h 235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715" h="235176">
                  <a:moveTo>
                    <a:pt x="67452" y="78363"/>
                  </a:moveTo>
                  <a:lnTo>
                    <a:pt x="200" y="78363"/>
                  </a:lnTo>
                  <a:lnTo>
                    <a:pt x="200" y="86532"/>
                  </a:lnTo>
                  <a:cubicBezTo>
                    <a:pt x="15612" y="89595"/>
                    <a:pt x="18764" y="92658"/>
                    <a:pt x="18764" y="106612"/>
                  </a:cubicBezTo>
                  <a:lnTo>
                    <a:pt x="18764" y="206673"/>
                  </a:lnTo>
                  <a:cubicBezTo>
                    <a:pt x="18764" y="220627"/>
                    <a:pt x="16312" y="223349"/>
                    <a:pt x="200" y="227093"/>
                  </a:cubicBezTo>
                  <a:lnTo>
                    <a:pt x="200" y="235261"/>
                  </a:lnTo>
                  <a:lnTo>
                    <a:pt x="83915" y="235261"/>
                  </a:lnTo>
                  <a:lnTo>
                    <a:pt x="83915" y="227093"/>
                  </a:lnTo>
                  <a:cubicBezTo>
                    <a:pt x="71656" y="225392"/>
                    <a:pt x="67452" y="220627"/>
                    <a:pt x="67452" y="207694"/>
                  </a:cubicBezTo>
                  <a:lnTo>
                    <a:pt x="67452" y="78363"/>
                  </a:lnTo>
                  <a:close/>
                  <a:moveTo>
                    <a:pt x="42933" y="85"/>
                  </a:moveTo>
                  <a:cubicBezTo>
                    <a:pt x="27872" y="85"/>
                    <a:pt x="15612" y="11997"/>
                    <a:pt x="15612" y="26291"/>
                  </a:cubicBezTo>
                  <a:cubicBezTo>
                    <a:pt x="15612" y="41606"/>
                    <a:pt x="27171" y="52838"/>
                    <a:pt x="42583" y="52838"/>
                  </a:cubicBezTo>
                  <a:cubicBezTo>
                    <a:pt x="57995" y="52838"/>
                    <a:pt x="69904" y="41606"/>
                    <a:pt x="69904" y="26631"/>
                  </a:cubicBezTo>
                  <a:cubicBezTo>
                    <a:pt x="69904" y="11997"/>
                    <a:pt x="57995" y="85"/>
                    <a:pt x="42933" y="85"/>
                  </a:cubicBez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61B6E01-AF88-6301-188C-6E2676B744C8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9699703" y="5282777"/>
              <a:ext cx="162176" cy="165746"/>
            </a:xfrm>
            <a:custGeom>
              <a:avLst/>
              <a:gdLst>
                <a:gd name="connsiteX0" fmla="*/ 157125 w 162176"/>
                <a:gd name="connsiteY0" fmla="*/ 139285 h 165746"/>
                <a:gd name="connsiteX1" fmla="*/ 153623 w 162176"/>
                <a:gd name="connsiteY1" fmla="*/ 142688 h 165746"/>
                <a:gd name="connsiteX2" fmla="*/ 149770 w 162176"/>
                <a:gd name="connsiteY2" fmla="*/ 144050 h 165746"/>
                <a:gd name="connsiteX3" fmla="*/ 142414 w 162176"/>
                <a:gd name="connsiteY3" fmla="*/ 135541 h 165746"/>
                <a:gd name="connsiteX4" fmla="*/ 142414 w 162176"/>
                <a:gd name="connsiteY4" fmla="*/ 46712 h 165746"/>
                <a:gd name="connsiteX5" fmla="*/ 73060 w 162176"/>
                <a:gd name="connsiteY5" fmla="*/ 85 h 165746"/>
                <a:gd name="connsiteX6" fmla="*/ 6858 w 162176"/>
                <a:gd name="connsiteY6" fmla="*/ 42968 h 165746"/>
                <a:gd name="connsiteX7" fmla="*/ 29626 w 162176"/>
                <a:gd name="connsiteY7" fmla="*/ 65430 h 165746"/>
                <a:gd name="connsiteX8" fmla="*/ 53444 w 162176"/>
                <a:gd name="connsiteY8" fmla="*/ 45691 h 165746"/>
                <a:gd name="connsiteX9" fmla="*/ 47139 w 162176"/>
                <a:gd name="connsiteY9" fmla="*/ 31056 h 165746"/>
                <a:gd name="connsiteX10" fmla="*/ 42936 w 162176"/>
                <a:gd name="connsiteY10" fmla="*/ 23568 h 165746"/>
                <a:gd name="connsiteX11" fmla="*/ 65003 w 162176"/>
                <a:gd name="connsiteY11" fmla="*/ 10976 h 165746"/>
                <a:gd name="connsiteX12" fmla="*/ 94426 w 162176"/>
                <a:gd name="connsiteY12" fmla="*/ 40926 h 165746"/>
                <a:gd name="connsiteX13" fmla="*/ 94426 w 162176"/>
                <a:gd name="connsiteY13" fmla="*/ 65771 h 165746"/>
                <a:gd name="connsiteX14" fmla="*/ 22620 w 162176"/>
                <a:gd name="connsiteY14" fmla="*/ 93339 h 165746"/>
                <a:gd name="connsiteX15" fmla="*/ 203 w 162176"/>
                <a:gd name="connsiteY15" fmla="*/ 129755 h 165746"/>
                <a:gd name="connsiteX16" fmla="*/ 39083 w 162176"/>
                <a:gd name="connsiteY16" fmla="*/ 165832 h 165746"/>
                <a:gd name="connsiteX17" fmla="*/ 94426 w 162176"/>
                <a:gd name="connsiteY17" fmla="*/ 142008 h 165746"/>
                <a:gd name="connsiteX18" fmla="*/ 123149 w 162176"/>
                <a:gd name="connsiteY18" fmla="*/ 165832 h 165746"/>
                <a:gd name="connsiteX19" fmla="*/ 162380 w 162176"/>
                <a:gd name="connsiteY19" fmla="*/ 146432 h 165746"/>
                <a:gd name="connsiteX20" fmla="*/ 157125 w 162176"/>
                <a:gd name="connsiteY20" fmla="*/ 139285 h 165746"/>
                <a:gd name="connsiteX21" fmla="*/ 94076 w 162176"/>
                <a:gd name="connsiteY21" fmla="*/ 127033 h 165746"/>
                <a:gd name="connsiteX22" fmla="*/ 69207 w 162176"/>
                <a:gd name="connsiteY22" fmla="*/ 141667 h 165746"/>
                <a:gd name="connsiteX23" fmla="*/ 51343 w 162176"/>
                <a:gd name="connsiteY23" fmla="*/ 118864 h 165746"/>
                <a:gd name="connsiteX24" fmla="*/ 94076 w 162176"/>
                <a:gd name="connsiteY24" fmla="*/ 77683 h 165746"/>
                <a:gd name="connsiteX25" fmla="*/ 94076 w 162176"/>
                <a:gd name="connsiteY25" fmla="*/ 127033 h 16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176" h="165746">
                  <a:moveTo>
                    <a:pt x="157125" y="139285"/>
                  </a:moveTo>
                  <a:lnTo>
                    <a:pt x="153623" y="142688"/>
                  </a:lnTo>
                  <a:cubicBezTo>
                    <a:pt x="152572" y="143709"/>
                    <a:pt x="151521" y="144050"/>
                    <a:pt x="149770" y="144050"/>
                  </a:cubicBezTo>
                  <a:cubicBezTo>
                    <a:pt x="144866" y="144050"/>
                    <a:pt x="142414" y="140987"/>
                    <a:pt x="142414" y="135541"/>
                  </a:cubicBezTo>
                  <a:lnTo>
                    <a:pt x="142414" y="46712"/>
                  </a:lnTo>
                  <a:cubicBezTo>
                    <a:pt x="142414" y="18123"/>
                    <a:pt x="115793" y="85"/>
                    <a:pt x="73060" y="85"/>
                  </a:cubicBezTo>
                  <a:cubicBezTo>
                    <a:pt x="33479" y="85"/>
                    <a:pt x="6858" y="17442"/>
                    <a:pt x="6858" y="42968"/>
                  </a:cubicBezTo>
                  <a:cubicBezTo>
                    <a:pt x="6858" y="56922"/>
                    <a:pt x="15264" y="65430"/>
                    <a:pt x="29626" y="65430"/>
                  </a:cubicBezTo>
                  <a:cubicBezTo>
                    <a:pt x="43637" y="65430"/>
                    <a:pt x="53444" y="57262"/>
                    <a:pt x="53444" y="45691"/>
                  </a:cubicBezTo>
                  <a:cubicBezTo>
                    <a:pt x="53444" y="40926"/>
                    <a:pt x="51343" y="36501"/>
                    <a:pt x="47139" y="31056"/>
                  </a:cubicBezTo>
                  <a:cubicBezTo>
                    <a:pt x="43987" y="27652"/>
                    <a:pt x="42936" y="25610"/>
                    <a:pt x="42936" y="23568"/>
                  </a:cubicBezTo>
                  <a:cubicBezTo>
                    <a:pt x="42936" y="16421"/>
                    <a:pt x="52744" y="10976"/>
                    <a:pt x="65003" y="10976"/>
                  </a:cubicBezTo>
                  <a:cubicBezTo>
                    <a:pt x="85319" y="10976"/>
                    <a:pt x="94426" y="20165"/>
                    <a:pt x="94426" y="40926"/>
                  </a:cubicBezTo>
                  <a:lnTo>
                    <a:pt x="94426" y="65771"/>
                  </a:lnTo>
                  <a:cubicBezTo>
                    <a:pt x="52744" y="78023"/>
                    <a:pt x="35580" y="84830"/>
                    <a:pt x="22620" y="93339"/>
                  </a:cubicBezTo>
                  <a:cubicBezTo>
                    <a:pt x="7558" y="103549"/>
                    <a:pt x="203" y="115121"/>
                    <a:pt x="203" y="129755"/>
                  </a:cubicBezTo>
                  <a:cubicBezTo>
                    <a:pt x="203" y="150516"/>
                    <a:pt x="16666" y="165832"/>
                    <a:pt x="39083" y="165832"/>
                  </a:cubicBezTo>
                  <a:cubicBezTo>
                    <a:pt x="59049" y="165832"/>
                    <a:pt x="75161" y="159025"/>
                    <a:pt x="94426" y="142008"/>
                  </a:cubicBezTo>
                  <a:cubicBezTo>
                    <a:pt x="98279" y="159365"/>
                    <a:pt x="105985" y="165832"/>
                    <a:pt x="123149" y="165832"/>
                  </a:cubicBezTo>
                  <a:cubicBezTo>
                    <a:pt x="138211" y="165832"/>
                    <a:pt x="149069" y="160386"/>
                    <a:pt x="162380" y="146432"/>
                  </a:cubicBezTo>
                  <a:lnTo>
                    <a:pt x="157125" y="139285"/>
                  </a:lnTo>
                  <a:close/>
                  <a:moveTo>
                    <a:pt x="94076" y="127033"/>
                  </a:moveTo>
                  <a:cubicBezTo>
                    <a:pt x="84619" y="137583"/>
                    <a:pt x="77613" y="141667"/>
                    <a:pt x="69207" y="141667"/>
                  </a:cubicBezTo>
                  <a:cubicBezTo>
                    <a:pt x="58698" y="141667"/>
                    <a:pt x="51343" y="132478"/>
                    <a:pt x="51343" y="118864"/>
                  </a:cubicBezTo>
                  <a:cubicBezTo>
                    <a:pt x="51343" y="99124"/>
                    <a:pt x="66054" y="84830"/>
                    <a:pt x="94076" y="77683"/>
                  </a:cubicBezTo>
                  <a:lnTo>
                    <a:pt x="94076" y="127033"/>
                  </a:ln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1E99EDAD-F50C-8188-4B78-DC86DC2E2BC9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9872344" y="5213688"/>
              <a:ext cx="83715" cy="230071"/>
            </a:xfrm>
            <a:custGeom>
              <a:avLst/>
              <a:gdLst>
                <a:gd name="connsiteX0" fmla="*/ 66760 w 83715"/>
                <a:gd name="connsiteY0" fmla="*/ 85 h 230071"/>
                <a:gd name="connsiteX1" fmla="*/ 208 w 83715"/>
                <a:gd name="connsiteY1" fmla="*/ 85 h 230071"/>
                <a:gd name="connsiteX2" fmla="*/ 208 w 83715"/>
                <a:gd name="connsiteY2" fmla="*/ 8253 h 230071"/>
                <a:gd name="connsiteX3" fmla="*/ 18072 w 83715"/>
                <a:gd name="connsiteY3" fmla="*/ 27993 h 230071"/>
                <a:gd name="connsiteX4" fmla="*/ 18072 w 83715"/>
                <a:gd name="connsiteY4" fmla="*/ 201568 h 230071"/>
                <a:gd name="connsiteX5" fmla="*/ 208 w 83715"/>
                <a:gd name="connsiteY5" fmla="*/ 221988 h 230071"/>
                <a:gd name="connsiteX6" fmla="*/ 208 w 83715"/>
                <a:gd name="connsiteY6" fmla="*/ 230156 h 230071"/>
                <a:gd name="connsiteX7" fmla="*/ 83923 w 83715"/>
                <a:gd name="connsiteY7" fmla="*/ 230156 h 230071"/>
                <a:gd name="connsiteX8" fmla="*/ 83923 w 83715"/>
                <a:gd name="connsiteY8" fmla="*/ 221988 h 230071"/>
                <a:gd name="connsiteX9" fmla="*/ 66760 w 83715"/>
                <a:gd name="connsiteY9" fmla="*/ 201568 h 230071"/>
                <a:gd name="connsiteX10" fmla="*/ 66760 w 83715"/>
                <a:gd name="connsiteY10" fmla="*/ 85 h 230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715" h="230071">
                  <a:moveTo>
                    <a:pt x="66760" y="85"/>
                  </a:moveTo>
                  <a:lnTo>
                    <a:pt x="208" y="85"/>
                  </a:lnTo>
                  <a:lnTo>
                    <a:pt x="208" y="8253"/>
                  </a:lnTo>
                  <a:cubicBezTo>
                    <a:pt x="12467" y="9274"/>
                    <a:pt x="18072" y="15400"/>
                    <a:pt x="18072" y="27993"/>
                  </a:cubicBezTo>
                  <a:lnTo>
                    <a:pt x="18072" y="201568"/>
                  </a:lnTo>
                  <a:cubicBezTo>
                    <a:pt x="18072" y="214160"/>
                    <a:pt x="12117" y="220967"/>
                    <a:pt x="208" y="221988"/>
                  </a:cubicBezTo>
                  <a:lnTo>
                    <a:pt x="208" y="230156"/>
                  </a:lnTo>
                  <a:lnTo>
                    <a:pt x="83923" y="230156"/>
                  </a:lnTo>
                  <a:lnTo>
                    <a:pt x="83923" y="221988"/>
                  </a:lnTo>
                  <a:cubicBezTo>
                    <a:pt x="72364" y="221648"/>
                    <a:pt x="66760" y="215181"/>
                    <a:pt x="66760" y="201568"/>
                  </a:cubicBezTo>
                  <a:lnTo>
                    <a:pt x="66760" y="85"/>
                  </a:ln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4237C67-B414-EEFC-B443-3BEF77390966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10057979" y="5213688"/>
              <a:ext cx="239937" cy="236197"/>
            </a:xfrm>
            <a:custGeom>
              <a:avLst/>
              <a:gdLst>
                <a:gd name="connsiteX0" fmla="*/ 240151 w 239937"/>
                <a:gd name="connsiteY0" fmla="*/ 85 h 236197"/>
                <a:gd name="connsiteX1" fmla="*/ 165542 w 239937"/>
                <a:gd name="connsiteY1" fmla="*/ 85 h 236197"/>
                <a:gd name="connsiteX2" fmla="*/ 165542 w 239937"/>
                <a:gd name="connsiteY2" fmla="*/ 8593 h 236197"/>
                <a:gd name="connsiteX3" fmla="*/ 195666 w 239937"/>
                <a:gd name="connsiteY3" fmla="*/ 23568 h 236197"/>
                <a:gd name="connsiteX4" fmla="*/ 188660 w 239937"/>
                <a:gd name="connsiteY4" fmla="*/ 47733 h 236197"/>
                <a:gd name="connsiteX5" fmla="*/ 144176 w 239937"/>
                <a:gd name="connsiteY5" fmla="*/ 159705 h 236197"/>
                <a:gd name="connsiteX6" fmla="*/ 95838 w 239937"/>
                <a:gd name="connsiteY6" fmla="*/ 46031 h 236197"/>
                <a:gd name="connsiteX7" fmla="*/ 87781 w 239937"/>
                <a:gd name="connsiteY7" fmla="*/ 21526 h 236197"/>
                <a:gd name="connsiteX8" fmla="*/ 106346 w 239937"/>
                <a:gd name="connsiteY8" fmla="*/ 9274 h 236197"/>
                <a:gd name="connsiteX9" fmla="*/ 117905 w 239937"/>
                <a:gd name="connsiteY9" fmla="*/ 8593 h 236197"/>
                <a:gd name="connsiteX10" fmla="*/ 117905 w 239937"/>
                <a:gd name="connsiteY10" fmla="*/ 85 h 236197"/>
                <a:gd name="connsiteX11" fmla="*/ 213 w 239937"/>
                <a:gd name="connsiteY11" fmla="*/ 85 h 236197"/>
                <a:gd name="connsiteX12" fmla="*/ 213 w 239937"/>
                <a:gd name="connsiteY12" fmla="*/ 8593 h 236197"/>
                <a:gd name="connsiteX13" fmla="*/ 29636 w 239937"/>
                <a:gd name="connsiteY13" fmla="*/ 32417 h 236197"/>
                <a:gd name="connsiteX14" fmla="*/ 119306 w 239937"/>
                <a:gd name="connsiteY14" fmla="*/ 236283 h 236197"/>
                <a:gd name="connsiteX15" fmla="*/ 128763 w 239937"/>
                <a:gd name="connsiteY15" fmla="*/ 236283 h 236197"/>
                <a:gd name="connsiteX16" fmla="*/ 208626 w 239937"/>
                <a:gd name="connsiteY16" fmla="*/ 36501 h 236197"/>
                <a:gd name="connsiteX17" fmla="*/ 240151 w 239937"/>
                <a:gd name="connsiteY17" fmla="*/ 8593 h 236197"/>
                <a:gd name="connsiteX18" fmla="*/ 240151 w 239937"/>
                <a:gd name="connsiteY18" fmla="*/ 85 h 236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39937" h="236197">
                  <a:moveTo>
                    <a:pt x="240151" y="85"/>
                  </a:moveTo>
                  <a:lnTo>
                    <a:pt x="165542" y="85"/>
                  </a:lnTo>
                  <a:lnTo>
                    <a:pt x="165542" y="8593"/>
                  </a:lnTo>
                  <a:cubicBezTo>
                    <a:pt x="190412" y="10295"/>
                    <a:pt x="195666" y="12677"/>
                    <a:pt x="195666" y="23568"/>
                  </a:cubicBezTo>
                  <a:cubicBezTo>
                    <a:pt x="195666" y="29014"/>
                    <a:pt x="194615" y="33098"/>
                    <a:pt x="188660" y="47733"/>
                  </a:cubicBezTo>
                  <a:lnTo>
                    <a:pt x="144176" y="159705"/>
                  </a:lnTo>
                  <a:lnTo>
                    <a:pt x="95838" y="46031"/>
                  </a:lnTo>
                  <a:cubicBezTo>
                    <a:pt x="89182" y="30716"/>
                    <a:pt x="87781" y="26631"/>
                    <a:pt x="87781" y="21526"/>
                  </a:cubicBezTo>
                  <a:cubicBezTo>
                    <a:pt x="87781" y="13698"/>
                    <a:pt x="93035" y="9955"/>
                    <a:pt x="106346" y="9274"/>
                  </a:cubicBezTo>
                  <a:cubicBezTo>
                    <a:pt x="108097" y="9274"/>
                    <a:pt x="112651" y="8934"/>
                    <a:pt x="117905" y="8593"/>
                  </a:cubicBezTo>
                  <a:lnTo>
                    <a:pt x="117905" y="85"/>
                  </a:lnTo>
                  <a:lnTo>
                    <a:pt x="213" y="85"/>
                  </a:lnTo>
                  <a:lnTo>
                    <a:pt x="213" y="8593"/>
                  </a:lnTo>
                  <a:cubicBezTo>
                    <a:pt x="17727" y="10976"/>
                    <a:pt x="20879" y="13698"/>
                    <a:pt x="29636" y="32417"/>
                  </a:cubicBezTo>
                  <a:lnTo>
                    <a:pt x="119306" y="236283"/>
                  </a:lnTo>
                  <a:lnTo>
                    <a:pt x="128763" y="236283"/>
                  </a:lnTo>
                  <a:lnTo>
                    <a:pt x="208626" y="36501"/>
                  </a:lnTo>
                  <a:cubicBezTo>
                    <a:pt x="217033" y="15400"/>
                    <a:pt x="221936" y="10976"/>
                    <a:pt x="240151" y="8593"/>
                  </a:cubicBezTo>
                  <a:lnTo>
                    <a:pt x="240151" y="85"/>
                  </a:ln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5806C0E7-D2A1-A939-1AE8-4B9492BAFCC2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10282633" y="5282777"/>
              <a:ext cx="162176" cy="165746"/>
            </a:xfrm>
            <a:custGeom>
              <a:avLst/>
              <a:gdLst>
                <a:gd name="connsiteX0" fmla="*/ 157142 w 162176"/>
                <a:gd name="connsiteY0" fmla="*/ 139285 h 165746"/>
                <a:gd name="connsiteX1" fmla="*/ 153639 w 162176"/>
                <a:gd name="connsiteY1" fmla="*/ 142688 h 165746"/>
                <a:gd name="connsiteX2" fmla="*/ 149786 w 162176"/>
                <a:gd name="connsiteY2" fmla="*/ 144050 h 165746"/>
                <a:gd name="connsiteX3" fmla="*/ 142430 w 162176"/>
                <a:gd name="connsiteY3" fmla="*/ 135541 h 165746"/>
                <a:gd name="connsiteX4" fmla="*/ 142430 w 162176"/>
                <a:gd name="connsiteY4" fmla="*/ 46712 h 165746"/>
                <a:gd name="connsiteX5" fmla="*/ 73076 w 162176"/>
                <a:gd name="connsiteY5" fmla="*/ 85 h 165746"/>
                <a:gd name="connsiteX6" fmla="*/ 6874 w 162176"/>
                <a:gd name="connsiteY6" fmla="*/ 42968 h 165746"/>
                <a:gd name="connsiteX7" fmla="*/ 29642 w 162176"/>
                <a:gd name="connsiteY7" fmla="*/ 65430 h 165746"/>
                <a:gd name="connsiteX8" fmla="*/ 53461 w 162176"/>
                <a:gd name="connsiteY8" fmla="*/ 45691 h 165746"/>
                <a:gd name="connsiteX9" fmla="*/ 47156 w 162176"/>
                <a:gd name="connsiteY9" fmla="*/ 31056 h 165746"/>
                <a:gd name="connsiteX10" fmla="*/ 42953 w 162176"/>
                <a:gd name="connsiteY10" fmla="*/ 23568 h 165746"/>
                <a:gd name="connsiteX11" fmla="*/ 65020 w 162176"/>
                <a:gd name="connsiteY11" fmla="*/ 10976 h 165746"/>
                <a:gd name="connsiteX12" fmla="*/ 94443 w 162176"/>
                <a:gd name="connsiteY12" fmla="*/ 40926 h 165746"/>
                <a:gd name="connsiteX13" fmla="*/ 94443 w 162176"/>
                <a:gd name="connsiteY13" fmla="*/ 65771 h 165746"/>
                <a:gd name="connsiteX14" fmla="*/ 22637 w 162176"/>
                <a:gd name="connsiteY14" fmla="*/ 93339 h 165746"/>
                <a:gd name="connsiteX15" fmla="*/ 219 w 162176"/>
                <a:gd name="connsiteY15" fmla="*/ 129755 h 165746"/>
                <a:gd name="connsiteX16" fmla="*/ 39100 w 162176"/>
                <a:gd name="connsiteY16" fmla="*/ 165832 h 165746"/>
                <a:gd name="connsiteX17" fmla="*/ 94443 w 162176"/>
                <a:gd name="connsiteY17" fmla="*/ 142008 h 165746"/>
                <a:gd name="connsiteX18" fmla="*/ 123165 w 162176"/>
                <a:gd name="connsiteY18" fmla="*/ 165832 h 165746"/>
                <a:gd name="connsiteX19" fmla="*/ 162396 w 162176"/>
                <a:gd name="connsiteY19" fmla="*/ 146432 h 165746"/>
                <a:gd name="connsiteX20" fmla="*/ 157142 w 162176"/>
                <a:gd name="connsiteY20" fmla="*/ 139285 h 165746"/>
                <a:gd name="connsiteX21" fmla="*/ 94093 w 162176"/>
                <a:gd name="connsiteY21" fmla="*/ 127033 h 165746"/>
                <a:gd name="connsiteX22" fmla="*/ 69223 w 162176"/>
                <a:gd name="connsiteY22" fmla="*/ 141667 h 165746"/>
                <a:gd name="connsiteX23" fmla="*/ 51359 w 162176"/>
                <a:gd name="connsiteY23" fmla="*/ 118864 h 165746"/>
                <a:gd name="connsiteX24" fmla="*/ 94093 w 162176"/>
                <a:gd name="connsiteY24" fmla="*/ 77683 h 165746"/>
                <a:gd name="connsiteX25" fmla="*/ 94093 w 162176"/>
                <a:gd name="connsiteY25" fmla="*/ 127033 h 16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176" h="165746">
                  <a:moveTo>
                    <a:pt x="157142" y="139285"/>
                  </a:moveTo>
                  <a:lnTo>
                    <a:pt x="153639" y="142688"/>
                  </a:lnTo>
                  <a:cubicBezTo>
                    <a:pt x="152588" y="143709"/>
                    <a:pt x="151538" y="144050"/>
                    <a:pt x="149786" y="144050"/>
                  </a:cubicBezTo>
                  <a:cubicBezTo>
                    <a:pt x="144882" y="144050"/>
                    <a:pt x="142430" y="140987"/>
                    <a:pt x="142430" y="135541"/>
                  </a:cubicBezTo>
                  <a:lnTo>
                    <a:pt x="142430" y="46712"/>
                  </a:lnTo>
                  <a:cubicBezTo>
                    <a:pt x="142430" y="18123"/>
                    <a:pt x="115810" y="85"/>
                    <a:pt x="73076" y="85"/>
                  </a:cubicBezTo>
                  <a:cubicBezTo>
                    <a:pt x="33495" y="85"/>
                    <a:pt x="6874" y="17442"/>
                    <a:pt x="6874" y="42968"/>
                  </a:cubicBezTo>
                  <a:cubicBezTo>
                    <a:pt x="6874" y="56922"/>
                    <a:pt x="15281" y="65430"/>
                    <a:pt x="29642" y="65430"/>
                  </a:cubicBezTo>
                  <a:cubicBezTo>
                    <a:pt x="43653" y="65430"/>
                    <a:pt x="53461" y="57262"/>
                    <a:pt x="53461" y="45691"/>
                  </a:cubicBezTo>
                  <a:cubicBezTo>
                    <a:pt x="53461" y="40926"/>
                    <a:pt x="51359" y="36501"/>
                    <a:pt x="47156" y="31056"/>
                  </a:cubicBezTo>
                  <a:cubicBezTo>
                    <a:pt x="44003" y="27652"/>
                    <a:pt x="42953" y="25610"/>
                    <a:pt x="42953" y="23568"/>
                  </a:cubicBezTo>
                  <a:cubicBezTo>
                    <a:pt x="42953" y="16421"/>
                    <a:pt x="52760" y="10976"/>
                    <a:pt x="65020" y="10976"/>
                  </a:cubicBezTo>
                  <a:cubicBezTo>
                    <a:pt x="85336" y="10976"/>
                    <a:pt x="94443" y="20165"/>
                    <a:pt x="94443" y="40926"/>
                  </a:cubicBezTo>
                  <a:lnTo>
                    <a:pt x="94443" y="65771"/>
                  </a:lnTo>
                  <a:cubicBezTo>
                    <a:pt x="52760" y="78023"/>
                    <a:pt x="35597" y="84830"/>
                    <a:pt x="22637" y="93339"/>
                  </a:cubicBezTo>
                  <a:cubicBezTo>
                    <a:pt x="7575" y="103549"/>
                    <a:pt x="219" y="115121"/>
                    <a:pt x="219" y="129755"/>
                  </a:cubicBezTo>
                  <a:cubicBezTo>
                    <a:pt x="219" y="150516"/>
                    <a:pt x="16682" y="165832"/>
                    <a:pt x="39100" y="165832"/>
                  </a:cubicBezTo>
                  <a:cubicBezTo>
                    <a:pt x="59065" y="165832"/>
                    <a:pt x="75178" y="159025"/>
                    <a:pt x="94443" y="142008"/>
                  </a:cubicBezTo>
                  <a:cubicBezTo>
                    <a:pt x="98296" y="159365"/>
                    <a:pt x="106002" y="165832"/>
                    <a:pt x="123165" y="165832"/>
                  </a:cubicBezTo>
                  <a:cubicBezTo>
                    <a:pt x="138227" y="165832"/>
                    <a:pt x="149086" y="160386"/>
                    <a:pt x="162396" y="146432"/>
                  </a:cubicBezTo>
                  <a:lnTo>
                    <a:pt x="157142" y="139285"/>
                  </a:lnTo>
                  <a:close/>
                  <a:moveTo>
                    <a:pt x="94093" y="127033"/>
                  </a:moveTo>
                  <a:cubicBezTo>
                    <a:pt x="84635" y="137583"/>
                    <a:pt x="77630" y="141667"/>
                    <a:pt x="69223" y="141667"/>
                  </a:cubicBezTo>
                  <a:cubicBezTo>
                    <a:pt x="58715" y="141667"/>
                    <a:pt x="51359" y="132478"/>
                    <a:pt x="51359" y="118864"/>
                  </a:cubicBezTo>
                  <a:cubicBezTo>
                    <a:pt x="51359" y="99124"/>
                    <a:pt x="66071" y="84830"/>
                    <a:pt x="94093" y="77683"/>
                  </a:cubicBezTo>
                  <a:lnTo>
                    <a:pt x="94093" y="127033"/>
                  </a:ln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6A9EE41-AD36-36D4-8662-9F50BBE9F99A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10455274" y="5213688"/>
              <a:ext cx="83715" cy="230071"/>
            </a:xfrm>
            <a:custGeom>
              <a:avLst/>
              <a:gdLst>
                <a:gd name="connsiteX0" fmla="*/ 66776 w 83715"/>
                <a:gd name="connsiteY0" fmla="*/ 85 h 230071"/>
                <a:gd name="connsiteX1" fmla="*/ 224 w 83715"/>
                <a:gd name="connsiteY1" fmla="*/ 85 h 230071"/>
                <a:gd name="connsiteX2" fmla="*/ 224 w 83715"/>
                <a:gd name="connsiteY2" fmla="*/ 8253 h 230071"/>
                <a:gd name="connsiteX3" fmla="*/ 18088 w 83715"/>
                <a:gd name="connsiteY3" fmla="*/ 27993 h 230071"/>
                <a:gd name="connsiteX4" fmla="*/ 18088 w 83715"/>
                <a:gd name="connsiteY4" fmla="*/ 201568 h 230071"/>
                <a:gd name="connsiteX5" fmla="*/ 224 w 83715"/>
                <a:gd name="connsiteY5" fmla="*/ 221988 h 230071"/>
                <a:gd name="connsiteX6" fmla="*/ 224 w 83715"/>
                <a:gd name="connsiteY6" fmla="*/ 230156 h 230071"/>
                <a:gd name="connsiteX7" fmla="*/ 83940 w 83715"/>
                <a:gd name="connsiteY7" fmla="*/ 230156 h 230071"/>
                <a:gd name="connsiteX8" fmla="*/ 83940 w 83715"/>
                <a:gd name="connsiteY8" fmla="*/ 221988 h 230071"/>
                <a:gd name="connsiteX9" fmla="*/ 66776 w 83715"/>
                <a:gd name="connsiteY9" fmla="*/ 201568 h 230071"/>
                <a:gd name="connsiteX10" fmla="*/ 66776 w 83715"/>
                <a:gd name="connsiteY10" fmla="*/ 85 h 230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715" h="230071">
                  <a:moveTo>
                    <a:pt x="66776" y="85"/>
                  </a:moveTo>
                  <a:lnTo>
                    <a:pt x="224" y="85"/>
                  </a:lnTo>
                  <a:lnTo>
                    <a:pt x="224" y="8253"/>
                  </a:lnTo>
                  <a:cubicBezTo>
                    <a:pt x="12484" y="9274"/>
                    <a:pt x="18088" y="15400"/>
                    <a:pt x="18088" y="27993"/>
                  </a:cubicBezTo>
                  <a:lnTo>
                    <a:pt x="18088" y="201568"/>
                  </a:lnTo>
                  <a:cubicBezTo>
                    <a:pt x="18088" y="214160"/>
                    <a:pt x="12133" y="220967"/>
                    <a:pt x="224" y="221988"/>
                  </a:cubicBezTo>
                  <a:lnTo>
                    <a:pt x="224" y="230156"/>
                  </a:lnTo>
                  <a:lnTo>
                    <a:pt x="83940" y="230156"/>
                  </a:lnTo>
                  <a:lnTo>
                    <a:pt x="83940" y="221988"/>
                  </a:lnTo>
                  <a:cubicBezTo>
                    <a:pt x="72381" y="221648"/>
                    <a:pt x="66776" y="215181"/>
                    <a:pt x="66776" y="201568"/>
                  </a:cubicBezTo>
                  <a:lnTo>
                    <a:pt x="66776" y="85"/>
                  </a:ln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213436-5FE9-A4F6-1757-5782F1B14AE5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10553012" y="5286861"/>
              <a:ext cx="182492" cy="161662"/>
            </a:xfrm>
            <a:custGeom>
              <a:avLst/>
              <a:gdLst>
                <a:gd name="connsiteX0" fmla="*/ 114767 w 182492"/>
                <a:gd name="connsiteY0" fmla="*/ 161407 h 161662"/>
                <a:gd name="connsiteX1" fmla="*/ 161003 w 182492"/>
                <a:gd name="connsiteY1" fmla="*/ 152558 h 161662"/>
                <a:gd name="connsiteX2" fmla="*/ 182720 w 182492"/>
                <a:gd name="connsiteY2" fmla="*/ 150176 h 161662"/>
                <a:gd name="connsiteX3" fmla="*/ 182720 w 182492"/>
                <a:gd name="connsiteY3" fmla="*/ 142348 h 161662"/>
                <a:gd name="connsiteX4" fmla="*/ 163104 w 182492"/>
                <a:gd name="connsiteY4" fmla="*/ 122608 h 161662"/>
                <a:gd name="connsiteX5" fmla="*/ 163104 w 182492"/>
                <a:gd name="connsiteY5" fmla="*/ 85 h 161662"/>
                <a:gd name="connsiteX6" fmla="*/ 92699 w 182492"/>
                <a:gd name="connsiteY6" fmla="*/ 85 h 161662"/>
                <a:gd name="connsiteX7" fmla="*/ 92699 w 182492"/>
                <a:gd name="connsiteY7" fmla="*/ 8253 h 161662"/>
                <a:gd name="connsiteX8" fmla="*/ 114416 w 182492"/>
                <a:gd name="connsiteY8" fmla="*/ 28333 h 161662"/>
                <a:gd name="connsiteX9" fmla="*/ 114416 w 182492"/>
                <a:gd name="connsiteY9" fmla="*/ 124650 h 161662"/>
                <a:gd name="connsiteX10" fmla="*/ 85694 w 182492"/>
                <a:gd name="connsiteY10" fmla="*/ 139625 h 161662"/>
                <a:gd name="connsiteX11" fmla="*/ 66078 w 182492"/>
                <a:gd name="connsiteY11" fmla="*/ 115461 h 161662"/>
                <a:gd name="connsiteX12" fmla="*/ 66078 w 182492"/>
                <a:gd name="connsiteY12" fmla="*/ 85 h 161662"/>
                <a:gd name="connsiteX13" fmla="*/ 227 w 182492"/>
                <a:gd name="connsiteY13" fmla="*/ 85 h 161662"/>
                <a:gd name="connsiteX14" fmla="*/ 227 w 182492"/>
                <a:gd name="connsiteY14" fmla="*/ 8253 h 161662"/>
                <a:gd name="connsiteX15" fmla="*/ 17390 w 182492"/>
                <a:gd name="connsiteY15" fmla="*/ 28333 h 161662"/>
                <a:gd name="connsiteX16" fmla="*/ 17390 w 182492"/>
                <a:gd name="connsiteY16" fmla="*/ 114099 h 161662"/>
                <a:gd name="connsiteX17" fmla="*/ 63977 w 182492"/>
                <a:gd name="connsiteY17" fmla="*/ 161747 h 161662"/>
                <a:gd name="connsiteX18" fmla="*/ 114767 w 182492"/>
                <a:gd name="connsiteY18" fmla="*/ 139285 h 161662"/>
                <a:gd name="connsiteX19" fmla="*/ 114767 w 182492"/>
                <a:gd name="connsiteY19" fmla="*/ 161407 h 161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82492" h="161662">
                  <a:moveTo>
                    <a:pt x="114767" y="161407"/>
                  </a:moveTo>
                  <a:cubicBezTo>
                    <a:pt x="129828" y="156302"/>
                    <a:pt x="138235" y="154941"/>
                    <a:pt x="161003" y="152558"/>
                  </a:cubicBezTo>
                  <a:lnTo>
                    <a:pt x="182720" y="150176"/>
                  </a:lnTo>
                  <a:lnTo>
                    <a:pt x="182720" y="142348"/>
                  </a:lnTo>
                  <a:cubicBezTo>
                    <a:pt x="167308" y="141667"/>
                    <a:pt x="163104" y="137243"/>
                    <a:pt x="163104" y="122608"/>
                  </a:cubicBezTo>
                  <a:lnTo>
                    <a:pt x="163104" y="85"/>
                  </a:lnTo>
                  <a:lnTo>
                    <a:pt x="92699" y="85"/>
                  </a:lnTo>
                  <a:lnTo>
                    <a:pt x="92699" y="8253"/>
                  </a:lnTo>
                  <a:cubicBezTo>
                    <a:pt x="110213" y="9614"/>
                    <a:pt x="114416" y="13698"/>
                    <a:pt x="114416" y="28333"/>
                  </a:cubicBezTo>
                  <a:lnTo>
                    <a:pt x="114416" y="124650"/>
                  </a:lnTo>
                  <a:cubicBezTo>
                    <a:pt x="102857" y="135881"/>
                    <a:pt x="95501" y="139625"/>
                    <a:pt x="85694" y="139625"/>
                  </a:cubicBezTo>
                  <a:cubicBezTo>
                    <a:pt x="71333" y="139625"/>
                    <a:pt x="66078" y="132818"/>
                    <a:pt x="66078" y="115461"/>
                  </a:cubicBezTo>
                  <a:lnTo>
                    <a:pt x="66078" y="85"/>
                  </a:lnTo>
                  <a:lnTo>
                    <a:pt x="227" y="85"/>
                  </a:lnTo>
                  <a:lnTo>
                    <a:pt x="227" y="8253"/>
                  </a:lnTo>
                  <a:cubicBezTo>
                    <a:pt x="14588" y="10976"/>
                    <a:pt x="17390" y="14039"/>
                    <a:pt x="17390" y="28333"/>
                  </a:cubicBezTo>
                  <a:lnTo>
                    <a:pt x="17390" y="114099"/>
                  </a:lnTo>
                  <a:cubicBezTo>
                    <a:pt x="17390" y="144050"/>
                    <a:pt x="34904" y="161747"/>
                    <a:pt x="63977" y="161747"/>
                  </a:cubicBezTo>
                  <a:cubicBezTo>
                    <a:pt x="82191" y="161747"/>
                    <a:pt x="94451" y="156302"/>
                    <a:pt x="114767" y="139285"/>
                  </a:cubicBezTo>
                  <a:lnTo>
                    <a:pt x="114767" y="161407"/>
                  </a:ln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851D5DA7-D077-B4F7-6573-328D744A4474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10751645" y="5282777"/>
              <a:ext cx="140459" cy="165746"/>
            </a:xfrm>
            <a:custGeom>
              <a:avLst/>
              <a:gdLst>
                <a:gd name="connsiteX0" fmla="*/ 132286 w 140459"/>
                <a:gd name="connsiteY0" fmla="*/ 118524 h 165746"/>
                <a:gd name="connsiteX1" fmla="*/ 92355 w 140459"/>
                <a:gd name="connsiteY1" fmla="*/ 141327 h 165746"/>
                <a:gd name="connsiteX2" fmla="*/ 61180 w 140459"/>
                <a:gd name="connsiteY2" fmla="*/ 123289 h 165746"/>
                <a:gd name="connsiteX3" fmla="*/ 50672 w 140459"/>
                <a:gd name="connsiteY3" fmla="*/ 77683 h 165746"/>
                <a:gd name="connsiteX4" fmla="*/ 138941 w 140459"/>
                <a:gd name="connsiteY4" fmla="*/ 77683 h 165746"/>
                <a:gd name="connsiteX5" fmla="*/ 120376 w 140459"/>
                <a:gd name="connsiteY5" fmla="*/ 20165 h 165746"/>
                <a:gd name="connsiteX6" fmla="*/ 73440 w 140459"/>
                <a:gd name="connsiteY6" fmla="*/ 85 h 165746"/>
                <a:gd name="connsiteX7" fmla="*/ 232 w 140459"/>
                <a:gd name="connsiteY7" fmla="*/ 83469 h 165746"/>
                <a:gd name="connsiteX8" fmla="*/ 72389 w 140459"/>
                <a:gd name="connsiteY8" fmla="*/ 165832 h 165746"/>
                <a:gd name="connsiteX9" fmla="*/ 140692 w 140459"/>
                <a:gd name="connsiteY9" fmla="*/ 123289 h 165746"/>
                <a:gd name="connsiteX10" fmla="*/ 132286 w 140459"/>
                <a:gd name="connsiteY10" fmla="*/ 118524 h 165746"/>
                <a:gd name="connsiteX11" fmla="*/ 48921 w 140459"/>
                <a:gd name="connsiteY11" fmla="*/ 65090 h 165746"/>
                <a:gd name="connsiteX12" fmla="*/ 73440 w 140459"/>
                <a:gd name="connsiteY12" fmla="*/ 10635 h 165746"/>
                <a:gd name="connsiteX13" fmla="*/ 92705 w 140459"/>
                <a:gd name="connsiteY13" fmla="*/ 26631 h 165746"/>
                <a:gd name="connsiteX14" fmla="*/ 95857 w 140459"/>
                <a:gd name="connsiteY14" fmla="*/ 59985 h 165746"/>
                <a:gd name="connsiteX15" fmla="*/ 95857 w 140459"/>
                <a:gd name="connsiteY15" fmla="*/ 65090 h 165746"/>
                <a:gd name="connsiteX16" fmla="*/ 48921 w 140459"/>
                <a:gd name="connsiteY16" fmla="*/ 65090 h 16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0459" h="165746">
                  <a:moveTo>
                    <a:pt x="132286" y="118524"/>
                  </a:moveTo>
                  <a:cubicBezTo>
                    <a:pt x="118275" y="135201"/>
                    <a:pt x="107416" y="141327"/>
                    <a:pt x="92355" y="141327"/>
                  </a:cubicBezTo>
                  <a:cubicBezTo>
                    <a:pt x="78694" y="141327"/>
                    <a:pt x="68536" y="135201"/>
                    <a:pt x="61180" y="123289"/>
                  </a:cubicBezTo>
                  <a:cubicBezTo>
                    <a:pt x="54875" y="112398"/>
                    <a:pt x="52073" y="101166"/>
                    <a:pt x="50672" y="77683"/>
                  </a:cubicBezTo>
                  <a:lnTo>
                    <a:pt x="138941" y="77683"/>
                  </a:lnTo>
                  <a:cubicBezTo>
                    <a:pt x="136839" y="49094"/>
                    <a:pt x="131585" y="33098"/>
                    <a:pt x="120376" y="20165"/>
                  </a:cubicBezTo>
                  <a:cubicBezTo>
                    <a:pt x="108817" y="6892"/>
                    <a:pt x="92705" y="85"/>
                    <a:pt x="73440" y="85"/>
                  </a:cubicBezTo>
                  <a:cubicBezTo>
                    <a:pt x="29655" y="85"/>
                    <a:pt x="232" y="33779"/>
                    <a:pt x="232" y="83469"/>
                  </a:cubicBezTo>
                  <a:cubicBezTo>
                    <a:pt x="232" y="133159"/>
                    <a:pt x="28955" y="165832"/>
                    <a:pt x="72389" y="165832"/>
                  </a:cubicBezTo>
                  <a:cubicBezTo>
                    <a:pt x="100761" y="165832"/>
                    <a:pt x="117925" y="154941"/>
                    <a:pt x="140692" y="123289"/>
                  </a:cubicBezTo>
                  <a:lnTo>
                    <a:pt x="132286" y="118524"/>
                  </a:lnTo>
                  <a:close/>
                  <a:moveTo>
                    <a:pt x="48921" y="65090"/>
                  </a:moveTo>
                  <a:cubicBezTo>
                    <a:pt x="49971" y="24249"/>
                    <a:pt x="56276" y="10635"/>
                    <a:pt x="73440" y="10635"/>
                  </a:cubicBezTo>
                  <a:cubicBezTo>
                    <a:pt x="83247" y="10635"/>
                    <a:pt x="89903" y="16081"/>
                    <a:pt x="92705" y="26631"/>
                  </a:cubicBezTo>
                  <a:cubicBezTo>
                    <a:pt x="94456" y="33098"/>
                    <a:pt x="95157" y="42628"/>
                    <a:pt x="95857" y="59985"/>
                  </a:cubicBezTo>
                  <a:lnTo>
                    <a:pt x="95857" y="65090"/>
                  </a:lnTo>
                  <a:lnTo>
                    <a:pt x="48921" y="65090"/>
                  </a:ln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ABDA256-F6E0-D4BA-B3A7-06491420A33E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10992493" y="5213688"/>
              <a:ext cx="204560" cy="230071"/>
            </a:xfrm>
            <a:custGeom>
              <a:avLst/>
              <a:gdLst>
                <a:gd name="connsiteX0" fmla="*/ 86407 w 204560"/>
                <a:gd name="connsiteY0" fmla="*/ 127033 h 230071"/>
                <a:gd name="connsiteX1" fmla="*/ 161015 w 204560"/>
                <a:gd name="connsiteY1" fmla="*/ 119545 h 230071"/>
                <a:gd name="connsiteX2" fmla="*/ 204799 w 204560"/>
                <a:gd name="connsiteY2" fmla="*/ 62027 h 230071"/>
                <a:gd name="connsiteX3" fmla="*/ 113028 w 204560"/>
                <a:gd name="connsiteY3" fmla="*/ 85 h 230071"/>
                <a:gd name="connsiteX4" fmla="*/ 239 w 204560"/>
                <a:gd name="connsiteY4" fmla="*/ 85 h 230071"/>
                <a:gd name="connsiteX5" fmla="*/ 239 w 204560"/>
                <a:gd name="connsiteY5" fmla="*/ 8593 h 230071"/>
                <a:gd name="connsiteX6" fmla="*/ 29662 w 204560"/>
                <a:gd name="connsiteY6" fmla="*/ 39905 h 230071"/>
                <a:gd name="connsiteX7" fmla="*/ 29662 w 204560"/>
                <a:gd name="connsiteY7" fmla="*/ 190336 h 230071"/>
                <a:gd name="connsiteX8" fmla="*/ 8646 w 204560"/>
                <a:gd name="connsiteY8" fmla="*/ 220286 h 230071"/>
                <a:gd name="connsiteX9" fmla="*/ 239 w 204560"/>
                <a:gd name="connsiteY9" fmla="*/ 221648 h 230071"/>
                <a:gd name="connsiteX10" fmla="*/ 239 w 204560"/>
                <a:gd name="connsiteY10" fmla="*/ 230156 h 230071"/>
                <a:gd name="connsiteX11" fmla="*/ 117231 w 204560"/>
                <a:gd name="connsiteY11" fmla="*/ 230156 h 230071"/>
                <a:gd name="connsiteX12" fmla="*/ 117231 w 204560"/>
                <a:gd name="connsiteY12" fmla="*/ 221648 h 230071"/>
                <a:gd name="connsiteX13" fmla="*/ 86407 w 204560"/>
                <a:gd name="connsiteY13" fmla="*/ 190336 h 230071"/>
                <a:gd name="connsiteX14" fmla="*/ 86407 w 204560"/>
                <a:gd name="connsiteY14" fmla="*/ 127033 h 230071"/>
                <a:gd name="connsiteX15" fmla="*/ 86407 w 204560"/>
                <a:gd name="connsiteY15" fmla="*/ 23909 h 230071"/>
                <a:gd name="connsiteX16" fmla="*/ 103920 w 204560"/>
                <a:gd name="connsiteY16" fmla="*/ 11997 h 230071"/>
                <a:gd name="connsiteX17" fmla="*/ 144552 w 204560"/>
                <a:gd name="connsiteY17" fmla="*/ 63729 h 230071"/>
                <a:gd name="connsiteX18" fmla="*/ 131242 w 204560"/>
                <a:gd name="connsiteY18" fmla="*/ 105931 h 230071"/>
                <a:gd name="connsiteX19" fmla="*/ 86407 w 204560"/>
                <a:gd name="connsiteY19" fmla="*/ 115121 h 230071"/>
                <a:gd name="connsiteX20" fmla="*/ 86407 w 204560"/>
                <a:gd name="connsiteY20" fmla="*/ 23909 h 230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04560" h="230071">
                  <a:moveTo>
                    <a:pt x="86407" y="127033"/>
                  </a:moveTo>
                  <a:cubicBezTo>
                    <a:pt x="133694" y="126692"/>
                    <a:pt x="145603" y="125671"/>
                    <a:pt x="161015" y="119545"/>
                  </a:cubicBezTo>
                  <a:cubicBezTo>
                    <a:pt x="189387" y="108994"/>
                    <a:pt x="204799" y="88233"/>
                    <a:pt x="204799" y="62027"/>
                  </a:cubicBezTo>
                  <a:cubicBezTo>
                    <a:pt x="204799" y="22547"/>
                    <a:pt x="171523" y="85"/>
                    <a:pt x="113028" y="85"/>
                  </a:cubicBezTo>
                  <a:lnTo>
                    <a:pt x="239" y="85"/>
                  </a:lnTo>
                  <a:lnTo>
                    <a:pt x="239" y="8593"/>
                  </a:lnTo>
                  <a:cubicBezTo>
                    <a:pt x="24759" y="10635"/>
                    <a:pt x="29662" y="16081"/>
                    <a:pt x="29662" y="39905"/>
                  </a:cubicBezTo>
                  <a:lnTo>
                    <a:pt x="29662" y="190336"/>
                  </a:lnTo>
                  <a:cubicBezTo>
                    <a:pt x="29662" y="211437"/>
                    <a:pt x="25109" y="218244"/>
                    <a:pt x="8646" y="220286"/>
                  </a:cubicBezTo>
                  <a:cubicBezTo>
                    <a:pt x="7595" y="220286"/>
                    <a:pt x="4092" y="220967"/>
                    <a:pt x="239" y="221648"/>
                  </a:cubicBezTo>
                  <a:lnTo>
                    <a:pt x="239" y="230156"/>
                  </a:lnTo>
                  <a:lnTo>
                    <a:pt x="117231" y="230156"/>
                  </a:lnTo>
                  <a:lnTo>
                    <a:pt x="117231" y="221648"/>
                  </a:lnTo>
                  <a:cubicBezTo>
                    <a:pt x="89559" y="218244"/>
                    <a:pt x="86407" y="215181"/>
                    <a:pt x="86407" y="190336"/>
                  </a:cubicBezTo>
                  <a:lnTo>
                    <a:pt x="86407" y="127033"/>
                  </a:lnTo>
                  <a:close/>
                  <a:moveTo>
                    <a:pt x="86407" y="23909"/>
                  </a:moveTo>
                  <a:cubicBezTo>
                    <a:pt x="86407" y="16081"/>
                    <a:pt x="92361" y="11997"/>
                    <a:pt x="103920" y="11997"/>
                  </a:cubicBezTo>
                  <a:cubicBezTo>
                    <a:pt x="132993" y="11997"/>
                    <a:pt x="144552" y="26972"/>
                    <a:pt x="144552" y="63729"/>
                  </a:cubicBezTo>
                  <a:cubicBezTo>
                    <a:pt x="144552" y="85170"/>
                    <a:pt x="140349" y="98103"/>
                    <a:pt x="131242" y="105931"/>
                  </a:cubicBezTo>
                  <a:cubicBezTo>
                    <a:pt x="122835" y="112738"/>
                    <a:pt x="111276" y="115121"/>
                    <a:pt x="86407" y="115121"/>
                  </a:cubicBezTo>
                  <a:lnTo>
                    <a:pt x="86407" y="23909"/>
                  </a:ln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81A7F47-7AE6-2472-1C21-4DBFDCEA76D4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11211866" y="5282777"/>
              <a:ext cx="141861" cy="160982"/>
            </a:xfrm>
            <a:custGeom>
              <a:avLst/>
              <a:gdLst>
                <a:gd name="connsiteX0" fmla="*/ 66447 w 141861"/>
                <a:gd name="connsiteY0" fmla="*/ 4169 h 160982"/>
                <a:gd name="connsiteX1" fmla="*/ 245 w 141861"/>
                <a:gd name="connsiteY1" fmla="*/ 4169 h 160982"/>
                <a:gd name="connsiteX2" fmla="*/ 245 w 141861"/>
                <a:gd name="connsiteY2" fmla="*/ 12337 h 160982"/>
                <a:gd name="connsiteX3" fmla="*/ 19160 w 141861"/>
                <a:gd name="connsiteY3" fmla="*/ 32417 h 160982"/>
                <a:gd name="connsiteX4" fmla="*/ 19160 w 141861"/>
                <a:gd name="connsiteY4" fmla="*/ 132478 h 160982"/>
                <a:gd name="connsiteX5" fmla="*/ 245 w 141861"/>
                <a:gd name="connsiteY5" fmla="*/ 152899 h 160982"/>
                <a:gd name="connsiteX6" fmla="*/ 245 w 141861"/>
                <a:gd name="connsiteY6" fmla="*/ 161067 h 160982"/>
                <a:gd name="connsiteX7" fmla="*/ 93418 w 141861"/>
                <a:gd name="connsiteY7" fmla="*/ 161067 h 160982"/>
                <a:gd name="connsiteX8" fmla="*/ 93418 w 141861"/>
                <a:gd name="connsiteY8" fmla="*/ 152899 h 160982"/>
                <a:gd name="connsiteX9" fmla="*/ 67848 w 141861"/>
                <a:gd name="connsiteY9" fmla="*/ 126011 h 160982"/>
                <a:gd name="connsiteX10" fmla="*/ 67848 w 141861"/>
                <a:gd name="connsiteY10" fmla="*/ 61687 h 160982"/>
                <a:gd name="connsiteX11" fmla="*/ 89215 w 141861"/>
                <a:gd name="connsiteY11" fmla="*/ 29354 h 160982"/>
                <a:gd name="connsiteX12" fmla="*/ 99023 w 141861"/>
                <a:gd name="connsiteY12" fmla="*/ 37182 h 160982"/>
                <a:gd name="connsiteX13" fmla="*/ 120039 w 141861"/>
                <a:gd name="connsiteY13" fmla="*/ 49434 h 160982"/>
                <a:gd name="connsiteX14" fmla="*/ 142106 w 141861"/>
                <a:gd name="connsiteY14" fmla="*/ 26631 h 160982"/>
                <a:gd name="connsiteX15" fmla="*/ 113734 w 141861"/>
                <a:gd name="connsiteY15" fmla="*/ 85 h 160982"/>
                <a:gd name="connsiteX16" fmla="*/ 66447 w 141861"/>
                <a:gd name="connsiteY16" fmla="*/ 32077 h 160982"/>
                <a:gd name="connsiteX17" fmla="*/ 66447 w 141861"/>
                <a:gd name="connsiteY17" fmla="*/ 4169 h 160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1861" h="160982">
                  <a:moveTo>
                    <a:pt x="66447" y="4169"/>
                  </a:moveTo>
                  <a:lnTo>
                    <a:pt x="245" y="4169"/>
                  </a:lnTo>
                  <a:lnTo>
                    <a:pt x="245" y="12337"/>
                  </a:lnTo>
                  <a:cubicBezTo>
                    <a:pt x="15307" y="14379"/>
                    <a:pt x="19160" y="18804"/>
                    <a:pt x="19160" y="32417"/>
                  </a:cubicBezTo>
                  <a:lnTo>
                    <a:pt x="19160" y="132478"/>
                  </a:lnTo>
                  <a:cubicBezTo>
                    <a:pt x="19160" y="146432"/>
                    <a:pt x="15658" y="150176"/>
                    <a:pt x="245" y="152899"/>
                  </a:cubicBezTo>
                  <a:lnTo>
                    <a:pt x="245" y="161067"/>
                  </a:lnTo>
                  <a:lnTo>
                    <a:pt x="93418" y="161067"/>
                  </a:lnTo>
                  <a:lnTo>
                    <a:pt x="93418" y="152899"/>
                  </a:lnTo>
                  <a:cubicBezTo>
                    <a:pt x="72052" y="151537"/>
                    <a:pt x="67848" y="147113"/>
                    <a:pt x="67848" y="126011"/>
                  </a:cubicBezTo>
                  <a:lnTo>
                    <a:pt x="67848" y="61687"/>
                  </a:lnTo>
                  <a:cubicBezTo>
                    <a:pt x="67848" y="43989"/>
                    <a:pt x="77656" y="29354"/>
                    <a:pt x="89215" y="29354"/>
                  </a:cubicBezTo>
                  <a:cubicBezTo>
                    <a:pt x="92017" y="29354"/>
                    <a:pt x="95170" y="31737"/>
                    <a:pt x="99023" y="37182"/>
                  </a:cubicBezTo>
                  <a:cubicBezTo>
                    <a:pt x="105678" y="46371"/>
                    <a:pt x="110932" y="49434"/>
                    <a:pt x="120039" y="49434"/>
                  </a:cubicBezTo>
                  <a:cubicBezTo>
                    <a:pt x="132999" y="49434"/>
                    <a:pt x="142106" y="39905"/>
                    <a:pt x="142106" y="26631"/>
                  </a:cubicBezTo>
                  <a:cubicBezTo>
                    <a:pt x="142106" y="11316"/>
                    <a:pt x="130197" y="85"/>
                    <a:pt x="113734" y="85"/>
                  </a:cubicBezTo>
                  <a:cubicBezTo>
                    <a:pt x="96221" y="85"/>
                    <a:pt x="82910" y="9274"/>
                    <a:pt x="66447" y="32077"/>
                  </a:cubicBezTo>
                  <a:lnTo>
                    <a:pt x="66447" y="4169"/>
                  </a:ln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E7D99B53-75B8-D20F-7CE0-B798F6644F8D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11360242" y="5282777"/>
              <a:ext cx="157973" cy="165746"/>
            </a:xfrm>
            <a:custGeom>
              <a:avLst/>
              <a:gdLst>
                <a:gd name="connsiteX0" fmla="*/ 79412 w 157973"/>
                <a:gd name="connsiteY0" fmla="*/ 85 h 165746"/>
                <a:gd name="connsiteX1" fmla="*/ 250 w 157973"/>
                <a:gd name="connsiteY1" fmla="*/ 82107 h 165746"/>
                <a:gd name="connsiteX2" fmla="*/ 79412 w 157973"/>
                <a:gd name="connsiteY2" fmla="*/ 165832 h 165746"/>
                <a:gd name="connsiteX3" fmla="*/ 158223 w 157973"/>
                <a:gd name="connsiteY3" fmla="*/ 83128 h 165746"/>
                <a:gd name="connsiteX4" fmla="*/ 79412 w 157973"/>
                <a:gd name="connsiteY4" fmla="*/ 85 h 165746"/>
                <a:gd name="connsiteX5" fmla="*/ 79762 w 157973"/>
                <a:gd name="connsiteY5" fmla="*/ 10635 h 165746"/>
                <a:gd name="connsiteX6" fmla="*/ 106733 w 157973"/>
                <a:gd name="connsiteY6" fmla="*/ 85170 h 165746"/>
                <a:gd name="connsiteX7" fmla="*/ 79412 w 157973"/>
                <a:gd name="connsiteY7" fmla="*/ 155281 h 165746"/>
                <a:gd name="connsiteX8" fmla="*/ 51740 w 157973"/>
                <a:gd name="connsiteY8" fmla="*/ 88233 h 165746"/>
                <a:gd name="connsiteX9" fmla="*/ 79762 w 157973"/>
                <a:gd name="connsiteY9" fmla="*/ 10635 h 16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973" h="165746">
                  <a:moveTo>
                    <a:pt x="79412" y="85"/>
                  </a:moveTo>
                  <a:cubicBezTo>
                    <a:pt x="34927" y="85"/>
                    <a:pt x="250" y="35821"/>
                    <a:pt x="250" y="82107"/>
                  </a:cubicBezTo>
                  <a:cubicBezTo>
                    <a:pt x="250" y="130776"/>
                    <a:pt x="33526" y="165832"/>
                    <a:pt x="79412" y="165832"/>
                  </a:cubicBezTo>
                  <a:cubicBezTo>
                    <a:pt x="124597" y="165832"/>
                    <a:pt x="158223" y="130436"/>
                    <a:pt x="158223" y="83128"/>
                  </a:cubicBezTo>
                  <a:cubicBezTo>
                    <a:pt x="158223" y="35480"/>
                    <a:pt x="124597" y="85"/>
                    <a:pt x="79412" y="85"/>
                  </a:cubicBezTo>
                  <a:close/>
                  <a:moveTo>
                    <a:pt x="79762" y="10635"/>
                  </a:moveTo>
                  <a:cubicBezTo>
                    <a:pt x="100078" y="10635"/>
                    <a:pt x="106733" y="29354"/>
                    <a:pt x="106733" y="85170"/>
                  </a:cubicBezTo>
                  <a:cubicBezTo>
                    <a:pt x="106733" y="137583"/>
                    <a:pt x="99728" y="155281"/>
                    <a:pt x="79412" y="155281"/>
                  </a:cubicBezTo>
                  <a:cubicBezTo>
                    <a:pt x="58745" y="155281"/>
                    <a:pt x="51740" y="137923"/>
                    <a:pt x="51740" y="88233"/>
                  </a:cubicBezTo>
                  <a:cubicBezTo>
                    <a:pt x="51740" y="28333"/>
                    <a:pt x="58045" y="10635"/>
                    <a:pt x="79762" y="10635"/>
                  </a:cubicBez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9226770-0698-365A-BC4A-22A255552A04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11533233" y="5213688"/>
              <a:ext cx="176538" cy="234836"/>
            </a:xfrm>
            <a:custGeom>
              <a:avLst/>
              <a:gdLst>
                <a:gd name="connsiteX0" fmla="*/ 68208 w 176538"/>
                <a:gd name="connsiteY0" fmla="*/ 85 h 234836"/>
                <a:gd name="connsiteX1" fmla="*/ 255 w 176538"/>
                <a:gd name="connsiteY1" fmla="*/ 85 h 234836"/>
                <a:gd name="connsiteX2" fmla="*/ 255 w 176538"/>
                <a:gd name="connsiteY2" fmla="*/ 8253 h 234836"/>
                <a:gd name="connsiteX3" fmla="*/ 19520 w 176538"/>
                <a:gd name="connsiteY3" fmla="*/ 27993 h 234836"/>
                <a:gd name="connsiteX4" fmla="*/ 19520 w 176538"/>
                <a:gd name="connsiteY4" fmla="*/ 234581 h 234836"/>
                <a:gd name="connsiteX5" fmla="*/ 23723 w 176538"/>
                <a:gd name="connsiteY5" fmla="*/ 234581 h 234836"/>
                <a:gd name="connsiteX6" fmla="*/ 51395 w 176538"/>
                <a:gd name="connsiteY6" fmla="*/ 215522 h 234836"/>
                <a:gd name="connsiteX7" fmla="*/ 97631 w 176538"/>
                <a:gd name="connsiteY7" fmla="*/ 234921 h 234836"/>
                <a:gd name="connsiteX8" fmla="*/ 176793 w 176538"/>
                <a:gd name="connsiteY8" fmla="*/ 148814 h 234836"/>
                <a:gd name="connsiteX9" fmla="*/ 110941 w 176538"/>
                <a:gd name="connsiteY9" fmla="*/ 69174 h 234836"/>
                <a:gd name="connsiteX10" fmla="*/ 68208 w 176538"/>
                <a:gd name="connsiteY10" fmla="*/ 88233 h 234836"/>
                <a:gd name="connsiteX11" fmla="*/ 68208 w 176538"/>
                <a:gd name="connsiteY11" fmla="*/ 85 h 234836"/>
                <a:gd name="connsiteX12" fmla="*/ 68208 w 176538"/>
                <a:gd name="connsiteY12" fmla="*/ 107633 h 234836"/>
                <a:gd name="connsiteX13" fmla="*/ 92727 w 176538"/>
                <a:gd name="connsiteY13" fmla="*/ 87553 h 234836"/>
                <a:gd name="connsiteX14" fmla="*/ 125303 w 176538"/>
                <a:gd name="connsiteY14" fmla="*/ 154941 h 234836"/>
                <a:gd name="connsiteX15" fmla="*/ 92377 w 176538"/>
                <a:gd name="connsiteY15" fmla="*/ 224030 h 234836"/>
                <a:gd name="connsiteX16" fmla="*/ 68208 w 176538"/>
                <a:gd name="connsiteY16" fmla="*/ 197143 h 234836"/>
                <a:gd name="connsiteX17" fmla="*/ 68208 w 176538"/>
                <a:gd name="connsiteY17" fmla="*/ 107633 h 234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6538" h="234836">
                  <a:moveTo>
                    <a:pt x="68208" y="85"/>
                  </a:moveTo>
                  <a:lnTo>
                    <a:pt x="255" y="85"/>
                  </a:lnTo>
                  <a:lnTo>
                    <a:pt x="255" y="8253"/>
                  </a:lnTo>
                  <a:cubicBezTo>
                    <a:pt x="16367" y="11316"/>
                    <a:pt x="19520" y="14379"/>
                    <a:pt x="19520" y="27993"/>
                  </a:cubicBezTo>
                  <a:lnTo>
                    <a:pt x="19520" y="234581"/>
                  </a:lnTo>
                  <a:lnTo>
                    <a:pt x="23723" y="234581"/>
                  </a:lnTo>
                  <a:lnTo>
                    <a:pt x="51395" y="215522"/>
                  </a:lnTo>
                  <a:cubicBezTo>
                    <a:pt x="67507" y="229476"/>
                    <a:pt x="80117" y="234921"/>
                    <a:pt x="97631" y="234921"/>
                  </a:cubicBezTo>
                  <a:cubicBezTo>
                    <a:pt x="144217" y="234921"/>
                    <a:pt x="176793" y="199525"/>
                    <a:pt x="176793" y="148814"/>
                  </a:cubicBezTo>
                  <a:cubicBezTo>
                    <a:pt x="176793" y="101847"/>
                    <a:pt x="149822" y="69174"/>
                    <a:pt x="110941" y="69174"/>
                  </a:cubicBezTo>
                  <a:cubicBezTo>
                    <a:pt x="94128" y="69174"/>
                    <a:pt x="81168" y="74960"/>
                    <a:pt x="68208" y="88233"/>
                  </a:cubicBezTo>
                  <a:lnTo>
                    <a:pt x="68208" y="85"/>
                  </a:lnTo>
                  <a:close/>
                  <a:moveTo>
                    <a:pt x="68208" y="107633"/>
                  </a:moveTo>
                  <a:cubicBezTo>
                    <a:pt x="74163" y="92998"/>
                    <a:pt x="81168" y="87553"/>
                    <a:pt x="92727" y="87553"/>
                  </a:cubicBezTo>
                  <a:cubicBezTo>
                    <a:pt x="114444" y="87553"/>
                    <a:pt x="125303" y="110356"/>
                    <a:pt x="125303" y="154941"/>
                  </a:cubicBezTo>
                  <a:cubicBezTo>
                    <a:pt x="125303" y="201908"/>
                    <a:pt x="114794" y="224030"/>
                    <a:pt x="92377" y="224030"/>
                  </a:cubicBezTo>
                  <a:cubicBezTo>
                    <a:pt x="77665" y="224030"/>
                    <a:pt x="68208" y="213480"/>
                    <a:pt x="68208" y="197143"/>
                  </a:cubicBezTo>
                  <a:lnTo>
                    <a:pt x="68208" y="107633"/>
                  </a:ln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3866FFC-837A-9578-EC44-0C4C8EA58394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11728363" y="5213688"/>
              <a:ext cx="83715" cy="230071"/>
            </a:xfrm>
            <a:custGeom>
              <a:avLst/>
              <a:gdLst>
                <a:gd name="connsiteX0" fmla="*/ 66812 w 83715"/>
                <a:gd name="connsiteY0" fmla="*/ 85 h 230071"/>
                <a:gd name="connsiteX1" fmla="*/ 260 w 83715"/>
                <a:gd name="connsiteY1" fmla="*/ 85 h 230071"/>
                <a:gd name="connsiteX2" fmla="*/ 260 w 83715"/>
                <a:gd name="connsiteY2" fmla="*/ 8253 h 230071"/>
                <a:gd name="connsiteX3" fmla="*/ 18124 w 83715"/>
                <a:gd name="connsiteY3" fmla="*/ 27993 h 230071"/>
                <a:gd name="connsiteX4" fmla="*/ 18124 w 83715"/>
                <a:gd name="connsiteY4" fmla="*/ 201568 h 230071"/>
                <a:gd name="connsiteX5" fmla="*/ 260 w 83715"/>
                <a:gd name="connsiteY5" fmla="*/ 221988 h 230071"/>
                <a:gd name="connsiteX6" fmla="*/ 260 w 83715"/>
                <a:gd name="connsiteY6" fmla="*/ 230156 h 230071"/>
                <a:gd name="connsiteX7" fmla="*/ 83976 w 83715"/>
                <a:gd name="connsiteY7" fmla="*/ 230156 h 230071"/>
                <a:gd name="connsiteX8" fmla="*/ 83976 w 83715"/>
                <a:gd name="connsiteY8" fmla="*/ 221988 h 230071"/>
                <a:gd name="connsiteX9" fmla="*/ 66812 w 83715"/>
                <a:gd name="connsiteY9" fmla="*/ 201568 h 230071"/>
                <a:gd name="connsiteX10" fmla="*/ 66812 w 83715"/>
                <a:gd name="connsiteY10" fmla="*/ 85 h 230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715" h="230071">
                  <a:moveTo>
                    <a:pt x="66812" y="85"/>
                  </a:moveTo>
                  <a:lnTo>
                    <a:pt x="260" y="85"/>
                  </a:lnTo>
                  <a:lnTo>
                    <a:pt x="260" y="8253"/>
                  </a:lnTo>
                  <a:cubicBezTo>
                    <a:pt x="12520" y="9274"/>
                    <a:pt x="18124" y="15400"/>
                    <a:pt x="18124" y="27993"/>
                  </a:cubicBezTo>
                  <a:lnTo>
                    <a:pt x="18124" y="201568"/>
                  </a:lnTo>
                  <a:cubicBezTo>
                    <a:pt x="18124" y="214160"/>
                    <a:pt x="12170" y="220967"/>
                    <a:pt x="260" y="221988"/>
                  </a:cubicBezTo>
                  <a:lnTo>
                    <a:pt x="260" y="230156"/>
                  </a:lnTo>
                  <a:lnTo>
                    <a:pt x="83976" y="230156"/>
                  </a:lnTo>
                  <a:lnTo>
                    <a:pt x="83976" y="221988"/>
                  </a:lnTo>
                  <a:cubicBezTo>
                    <a:pt x="72417" y="221648"/>
                    <a:pt x="66812" y="215181"/>
                    <a:pt x="66812" y="201568"/>
                  </a:cubicBezTo>
                  <a:lnTo>
                    <a:pt x="66812" y="85"/>
                  </a:ln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4BEE276-82C9-7EAE-A9C9-0BB8528E0ABA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11829254" y="5282777"/>
              <a:ext cx="140459" cy="165746"/>
            </a:xfrm>
            <a:custGeom>
              <a:avLst/>
              <a:gdLst>
                <a:gd name="connsiteX0" fmla="*/ 132316 w 140459"/>
                <a:gd name="connsiteY0" fmla="*/ 118524 h 165746"/>
                <a:gd name="connsiteX1" fmla="*/ 92385 w 140459"/>
                <a:gd name="connsiteY1" fmla="*/ 141327 h 165746"/>
                <a:gd name="connsiteX2" fmla="*/ 61211 w 140459"/>
                <a:gd name="connsiteY2" fmla="*/ 123289 h 165746"/>
                <a:gd name="connsiteX3" fmla="*/ 50702 w 140459"/>
                <a:gd name="connsiteY3" fmla="*/ 77683 h 165746"/>
                <a:gd name="connsiteX4" fmla="*/ 138972 w 140459"/>
                <a:gd name="connsiteY4" fmla="*/ 77683 h 165746"/>
                <a:gd name="connsiteX5" fmla="*/ 120407 w 140459"/>
                <a:gd name="connsiteY5" fmla="*/ 20165 h 165746"/>
                <a:gd name="connsiteX6" fmla="*/ 73470 w 140459"/>
                <a:gd name="connsiteY6" fmla="*/ 85 h 165746"/>
                <a:gd name="connsiteX7" fmla="*/ 263 w 140459"/>
                <a:gd name="connsiteY7" fmla="*/ 83469 h 165746"/>
                <a:gd name="connsiteX8" fmla="*/ 72419 w 140459"/>
                <a:gd name="connsiteY8" fmla="*/ 165832 h 165746"/>
                <a:gd name="connsiteX9" fmla="*/ 140723 w 140459"/>
                <a:gd name="connsiteY9" fmla="*/ 123289 h 165746"/>
                <a:gd name="connsiteX10" fmla="*/ 132316 w 140459"/>
                <a:gd name="connsiteY10" fmla="*/ 118524 h 165746"/>
                <a:gd name="connsiteX11" fmla="*/ 48951 w 140459"/>
                <a:gd name="connsiteY11" fmla="*/ 65090 h 165746"/>
                <a:gd name="connsiteX12" fmla="*/ 73470 w 140459"/>
                <a:gd name="connsiteY12" fmla="*/ 10635 h 165746"/>
                <a:gd name="connsiteX13" fmla="*/ 92735 w 140459"/>
                <a:gd name="connsiteY13" fmla="*/ 26631 h 165746"/>
                <a:gd name="connsiteX14" fmla="*/ 95888 w 140459"/>
                <a:gd name="connsiteY14" fmla="*/ 59985 h 165746"/>
                <a:gd name="connsiteX15" fmla="*/ 95888 w 140459"/>
                <a:gd name="connsiteY15" fmla="*/ 65090 h 165746"/>
                <a:gd name="connsiteX16" fmla="*/ 48951 w 140459"/>
                <a:gd name="connsiteY16" fmla="*/ 65090 h 16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0459" h="165746">
                  <a:moveTo>
                    <a:pt x="132316" y="118524"/>
                  </a:moveTo>
                  <a:cubicBezTo>
                    <a:pt x="118305" y="135201"/>
                    <a:pt x="107447" y="141327"/>
                    <a:pt x="92385" y="141327"/>
                  </a:cubicBezTo>
                  <a:cubicBezTo>
                    <a:pt x="78724" y="141327"/>
                    <a:pt x="68566" y="135201"/>
                    <a:pt x="61211" y="123289"/>
                  </a:cubicBezTo>
                  <a:cubicBezTo>
                    <a:pt x="54906" y="112398"/>
                    <a:pt x="52104" y="101166"/>
                    <a:pt x="50702" y="77683"/>
                  </a:cubicBezTo>
                  <a:lnTo>
                    <a:pt x="138972" y="77683"/>
                  </a:lnTo>
                  <a:cubicBezTo>
                    <a:pt x="136870" y="49094"/>
                    <a:pt x="131616" y="33098"/>
                    <a:pt x="120407" y="20165"/>
                  </a:cubicBezTo>
                  <a:cubicBezTo>
                    <a:pt x="108848" y="6892"/>
                    <a:pt x="92735" y="85"/>
                    <a:pt x="73470" y="85"/>
                  </a:cubicBezTo>
                  <a:cubicBezTo>
                    <a:pt x="29686" y="85"/>
                    <a:pt x="263" y="33779"/>
                    <a:pt x="263" y="83469"/>
                  </a:cubicBezTo>
                  <a:cubicBezTo>
                    <a:pt x="263" y="133159"/>
                    <a:pt x="28985" y="165832"/>
                    <a:pt x="72419" y="165832"/>
                  </a:cubicBezTo>
                  <a:cubicBezTo>
                    <a:pt x="100792" y="165832"/>
                    <a:pt x="117955" y="154941"/>
                    <a:pt x="140723" y="123289"/>
                  </a:cubicBezTo>
                  <a:lnTo>
                    <a:pt x="132316" y="118524"/>
                  </a:lnTo>
                  <a:close/>
                  <a:moveTo>
                    <a:pt x="48951" y="65090"/>
                  </a:moveTo>
                  <a:cubicBezTo>
                    <a:pt x="50002" y="24249"/>
                    <a:pt x="56307" y="10635"/>
                    <a:pt x="73470" y="10635"/>
                  </a:cubicBezTo>
                  <a:cubicBezTo>
                    <a:pt x="83278" y="10635"/>
                    <a:pt x="89933" y="16081"/>
                    <a:pt x="92735" y="26631"/>
                  </a:cubicBezTo>
                  <a:cubicBezTo>
                    <a:pt x="94487" y="33098"/>
                    <a:pt x="95187" y="42628"/>
                    <a:pt x="95888" y="59985"/>
                  </a:cubicBezTo>
                  <a:lnTo>
                    <a:pt x="95888" y="65090"/>
                  </a:lnTo>
                  <a:lnTo>
                    <a:pt x="48951" y="65090"/>
                  </a:ln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59F1F1DA-A4E0-1AD1-699D-1B66958E76A5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11982204" y="5282777"/>
              <a:ext cx="279518" cy="160982"/>
            </a:xfrm>
            <a:custGeom>
              <a:avLst/>
              <a:gdLst>
                <a:gd name="connsiteX0" fmla="*/ 67170 w 279518"/>
                <a:gd name="connsiteY0" fmla="*/ 4169 h 160982"/>
                <a:gd name="connsiteX1" fmla="*/ 267 w 279518"/>
                <a:gd name="connsiteY1" fmla="*/ 4169 h 160982"/>
                <a:gd name="connsiteX2" fmla="*/ 267 w 279518"/>
                <a:gd name="connsiteY2" fmla="*/ 12337 h 160982"/>
                <a:gd name="connsiteX3" fmla="*/ 19532 w 279518"/>
                <a:gd name="connsiteY3" fmla="*/ 32417 h 160982"/>
                <a:gd name="connsiteX4" fmla="*/ 19532 w 279518"/>
                <a:gd name="connsiteY4" fmla="*/ 132478 h 160982"/>
                <a:gd name="connsiteX5" fmla="*/ 267 w 279518"/>
                <a:gd name="connsiteY5" fmla="*/ 152899 h 160982"/>
                <a:gd name="connsiteX6" fmla="*/ 267 w 279518"/>
                <a:gd name="connsiteY6" fmla="*/ 161067 h 160982"/>
                <a:gd name="connsiteX7" fmla="*/ 84333 w 279518"/>
                <a:gd name="connsiteY7" fmla="*/ 161067 h 160982"/>
                <a:gd name="connsiteX8" fmla="*/ 84333 w 279518"/>
                <a:gd name="connsiteY8" fmla="*/ 152899 h 160982"/>
                <a:gd name="connsiteX9" fmla="*/ 68221 w 279518"/>
                <a:gd name="connsiteY9" fmla="*/ 133499 h 160982"/>
                <a:gd name="connsiteX10" fmla="*/ 68221 w 279518"/>
                <a:gd name="connsiteY10" fmla="*/ 42628 h 160982"/>
                <a:gd name="connsiteX11" fmla="*/ 78378 w 279518"/>
                <a:gd name="connsiteY11" fmla="*/ 30716 h 160982"/>
                <a:gd name="connsiteX12" fmla="*/ 97644 w 279518"/>
                <a:gd name="connsiteY12" fmla="*/ 22888 h 160982"/>
                <a:gd name="connsiteX13" fmla="*/ 116558 w 279518"/>
                <a:gd name="connsiteY13" fmla="*/ 51136 h 160982"/>
                <a:gd name="connsiteX14" fmla="*/ 116558 w 279518"/>
                <a:gd name="connsiteY14" fmla="*/ 133499 h 160982"/>
                <a:gd name="connsiteX15" fmla="*/ 99745 w 279518"/>
                <a:gd name="connsiteY15" fmla="*/ 152899 h 160982"/>
                <a:gd name="connsiteX16" fmla="*/ 99745 w 279518"/>
                <a:gd name="connsiteY16" fmla="*/ 161067 h 160982"/>
                <a:gd name="connsiteX17" fmla="*/ 181709 w 279518"/>
                <a:gd name="connsiteY17" fmla="*/ 161067 h 160982"/>
                <a:gd name="connsiteX18" fmla="*/ 181709 w 279518"/>
                <a:gd name="connsiteY18" fmla="*/ 152899 h 160982"/>
                <a:gd name="connsiteX19" fmla="*/ 165246 w 279518"/>
                <a:gd name="connsiteY19" fmla="*/ 133499 h 160982"/>
                <a:gd name="connsiteX20" fmla="*/ 165246 w 279518"/>
                <a:gd name="connsiteY20" fmla="*/ 42628 h 160982"/>
                <a:gd name="connsiteX21" fmla="*/ 175404 w 279518"/>
                <a:gd name="connsiteY21" fmla="*/ 31056 h 160982"/>
                <a:gd name="connsiteX22" fmla="*/ 195020 w 279518"/>
                <a:gd name="connsiteY22" fmla="*/ 22888 h 160982"/>
                <a:gd name="connsiteX23" fmla="*/ 213584 w 279518"/>
                <a:gd name="connsiteY23" fmla="*/ 51136 h 160982"/>
                <a:gd name="connsiteX24" fmla="*/ 213584 w 279518"/>
                <a:gd name="connsiteY24" fmla="*/ 133499 h 160982"/>
                <a:gd name="connsiteX25" fmla="*/ 196421 w 279518"/>
                <a:gd name="connsiteY25" fmla="*/ 152899 h 160982"/>
                <a:gd name="connsiteX26" fmla="*/ 196421 w 279518"/>
                <a:gd name="connsiteY26" fmla="*/ 161067 h 160982"/>
                <a:gd name="connsiteX27" fmla="*/ 279786 w 279518"/>
                <a:gd name="connsiteY27" fmla="*/ 161067 h 160982"/>
                <a:gd name="connsiteX28" fmla="*/ 279786 w 279518"/>
                <a:gd name="connsiteY28" fmla="*/ 152899 h 160982"/>
                <a:gd name="connsiteX29" fmla="*/ 262272 w 279518"/>
                <a:gd name="connsiteY29" fmla="*/ 133499 h 160982"/>
                <a:gd name="connsiteX30" fmla="*/ 262272 w 279518"/>
                <a:gd name="connsiteY30" fmla="*/ 48073 h 160982"/>
                <a:gd name="connsiteX31" fmla="*/ 214985 w 279518"/>
                <a:gd name="connsiteY31" fmla="*/ 85 h 160982"/>
                <a:gd name="connsiteX32" fmla="*/ 163495 w 279518"/>
                <a:gd name="connsiteY32" fmla="*/ 29695 h 160982"/>
                <a:gd name="connsiteX33" fmla="*/ 118660 w 279518"/>
                <a:gd name="connsiteY33" fmla="*/ 85 h 160982"/>
                <a:gd name="connsiteX34" fmla="*/ 67170 w 279518"/>
                <a:gd name="connsiteY34" fmla="*/ 29695 h 160982"/>
                <a:gd name="connsiteX35" fmla="*/ 67170 w 279518"/>
                <a:gd name="connsiteY35" fmla="*/ 4169 h 160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79518" h="160982">
                  <a:moveTo>
                    <a:pt x="67170" y="4169"/>
                  </a:moveTo>
                  <a:lnTo>
                    <a:pt x="267" y="4169"/>
                  </a:lnTo>
                  <a:lnTo>
                    <a:pt x="267" y="12337"/>
                  </a:lnTo>
                  <a:cubicBezTo>
                    <a:pt x="15679" y="14379"/>
                    <a:pt x="19532" y="18463"/>
                    <a:pt x="19532" y="32417"/>
                  </a:cubicBezTo>
                  <a:lnTo>
                    <a:pt x="19532" y="132478"/>
                  </a:lnTo>
                  <a:cubicBezTo>
                    <a:pt x="19532" y="146432"/>
                    <a:pt x="15679" y="150176"/>
                    <a:pt x="267" y="152899"/>
                  </a:cubicBezTo>
                  <a:lnTo>
                    <a:pt x="267" y="161067"/>
                  </a:lnTo>
                  <a:lnTo>
                    <a:pt x="84333" y="161067"/>
                  </a:lnTo>
                  <a:lnTo>
                    <a:pt x="84333" y="152899"/>
                  </a:lnTo>
                  <a:cubicBezTo>
                    <a:pt x="72074" y="151197"/>
                    <a:pt x="68221" y="146432"/>
                    <a:pt x="68221" y="133499"/>
                  </a:cubicBezTo>
                  <a:lnTo>
                    <a:pt x="68221" y="42628"/>
                  </a:lnTo>
                  <a:cubicBezTo>
                    <a:pt x="68221" y="40585"/>
                    <a:pt x="73825" y="34119"/>
                    <a:pt x="78378" y="30716"/>
                  </a:cubicBezTo>
                  <a:cubicBezTo>
                    <a:pt x="85734" y="25270"/>
                    <a:pt x="91689" y="22888"/>
                    <a:pt x="97644" y="22888"/>
                  </a:cubicBezTo>
                  <a:cubicBezTo>
                    <a:pt x="111304" y="22888"/>
                    <a:pt x="116558" y="30716"/>
                    <a:pt x="116558" y="51136"/>
                  </a:cubicBezTo>
                  <a:lnTo>
                    <a:pt x="116558" y="133499"/>
                  </a:lnTo>
                  <a:cubicBezTo>
                    <a:pt x="116558" y="147453"/>
                    <a:pt x="112705" y="151878"/>
                    <a:pt x="99745" y="152899"/>
                  </a:cubicBezTo>
                  <a:lnTo>
                    <a:pt x="99745" y="161067"/>
                  </a:lnTo>
                  <a:lnTo>
                    <a:pt x="181709" y="161067"/>
                  </a:lnTo>
                  <a:lnTo>
                    <a:pt x="181709" y="152899"/>
                  </a:lnTo>
                  <a:cubicBezTo>
                    <a:pt x="169450" y="151537"/>
                    <a:pt x="165246" y="146432"/>
                    <a:pt x="165246" y="133499"/>
                  </a:cubicBezTo>
                  <a:lnTo>
                    <a:pt x="165246" y="42628"/>
                  </a:lnTo>
                  <a:cubicBezTo>
                    <a:pt x="165246" y="40926"/>
                    <a:pt x="170851" y="34459"/>
                    <a:pt x="175404" y="31056"/>
                  </a:cubicBezTo>
                  <a:cubicBezTo>
                    <a:pt x="183110" y="25270"/>
                    <a:pt x="189065" y="22888"/>
                    <a:pt x="195020" y="22888"/>
                  </a:cubicBezTo>
                  <a:cubicBezTo>
                    <a:pt x="208330" y="22888"/>
                    <a:pt x="213584" y="31056"/>
                    <a:pt x="213584" y="51136"/>
                  </a:cubicBezTo>
                  <a:lnTo>
                    <a:pt x="213584" y="133499"/>
                  </a:lnTo>
                  <a:cubicBezTo>
                    <a:pt x="213584" y="147793"/>
                    <a:pt x="209731" y="151878"/>
                    <a:pt x="196421" y="152899"/>
                  </a:cubicBezTo>
                  <a:lnTo>
                    <a:pt x="196421" y="161067"/>
                  </a:lnTo>
                  <a:lnTo>
                    <a:pt x="279786" y="161067"/>
                  </a:lnTo>
                  <a:lnTo>
                    <a:pt x="279786" y="152899"/>
                  </a:lnTo>
                  <a:cubicBezTo>
                    <a:pt x="266125" y="152218"/>
                    <a:pt x="262272" y="148134"/>
                    <a:pt x="262272" y="133499"/>
                  </a:cubicBezTo>
                  <a:lnTo>
                    <a:pt x="262272" y="48073"/>
                  </a:lnTo>
                  <a:cubicBezTo>
                    <a:pt x="262272" y="18804"/>
                    <a:pt x="243708" y="85"/>
                    <a:pt x="214985" y="85"/>
                  </a:cubicBezTo>
                  <a:cubicBezTo>
                    <a:pt x="195020" y="85"/>
                    <a:pt x="181709" y="7913"/>
                    <a:pt x="163495" y="29695"/>
                  </a:cubicBezTo>
                  <a:cubicBezTo>
                    <a:pt x="152987" y="8253"/>
                    <a:pt x="140727" y="85"/>
                    <a:pt x="118660" y="85"/>
                  </a:cubicBezTo>
                  <a:cubicBezTo>
                    <a:pt x="96593" y="85"/>
                    <a:pt x="80480" y="9274"/>
                    <a:pt x="67170" y="29695"/>
                  </a:cubicBezTo>
                  <a:lnTo>
                    <a:pt x="67170" y="4169"/>
                  </a:ln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72B8B89-9BFE-BE27-AB6E-AB07963B21D7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12278228" y="5282777"/>
              <a:ext cx="117692" cy="165746"/>
            </a:xfrm>
            <a:custGeom>
              <a:avLst/>
              <a:gdLst>
                <a:gd name="connsiteX0" fmla="*/ 110612 w 117692"/>
                <a:gd name="connsiteY0" fmla="*/ 50115 h 165746"/>
                <a:gd name="connsiteX1" fmla="*/ 110612 w 117692"/>
                <a:gd name="connsiteY1" fmla="*/ 765 h 165746"/>
                <a:gd name="connsiteX2" fmla="*/ 102906 w 117692"/>
                <a:gd name="connsiteY2" fmla="*/ 765 h 165746"/>
                <a:gd name="connsiteX3" fmla="*/ 94499 w 117692"/>
                <a:gd name="connsiteY3" fmla="*/ 7572 h 165746"/>
                <a:gd name="connsiteX4" fmla="*/ 83291 w 117692"/>
                <a:gd name="connsiteY4" fmla="*/ 5190 h 165746"/>
                <a:gd name="connsiteX5" fmla="*/ 55969 w 117692"/>
                <a:gd name="connsiteY5" fmla="*/ 85 h 165746"/>
                <a:gd name="connsiteX6" fmla="*/ 976 w 117692"/>
                <a:gd name="connsiteY6" fmla="*/ 49775 h 165746"/>
                <a:gd name="connsiteX7" fmla="*/ 50715 w 117692"/>
                <a:gd name="connsiteY7" fmla="*/ 102528 h 165746"/>
                <a:gd name="connsiteX8" fmla="*/ 84341 w 117692"/>
                <a:gd name="connsiteY8" fmla="*/ 132138 h 165746"/>
                <a:gd name="connsiteX9" fmla="*/ 58071 w 117692"/>
                <a:gd name="connsiteY9" fmla="*/ 154260 h 165746"/>
                <a:gd name="connsiteX10" fmla="*/ 10083 w 117692"/>
                <a:gd name="connsiteY10" fmla="*/ 109335 h 165746"/>
                <a:gd name="connsiteX11" fmla="*/ 276 w 117692"/>
                <a:gd name="connsiteY11" fmla="*/ 109335 h 165746"/>
                <a:gd name="connsiteX12" fmla="*/ 276 w 117692"/>
                <a:gd name="connsiteY12" fmla="*/ 165491 h 165746"/>
                <a:gd name="connsiteX13" fmla="*/ 9033 w 117692"/>
                <a:gd name="connsiteY13" fmla="*/ 165491 h 165746"/>
                <a:gd name="connsiteX14" fmla="*/ 18140 w 117692"/>
                <a:gd name="connsiteY14" fmla="*/ 155962 h 165746"/>
                <a:gd name="connsiteX15" fmla="*/ 26196 w 117692"/>
                <a:gd name="connsiteY15" fmla="*/ 158004 h 165746"/>
                <a:gd name="connsiteX16" fmla="*/ 64026 w 117692"/>
                <a:gd name="connsiteY16" fmla="*/ 165832 h 165746"/>
                <a:gd name="connsiteX17" fmla="*/ 117968 w 117692"/>
                <a:gd name="connsiteY17" fmla="*/ 114099 h 165746"/>
                <a:gd name="connsiteX18" fmla="*/ 69630 w 117692"/>
                <a:gd name="connsiteY18" fmla="*/ 61006 h 165746"/>
                <a:gd name="connsiteX19" fmla="*/ 36004 w 117692"/>
                <a:gd name="connsiteY19" fmla="*/ 31056 h 165746"/>
                <a:gd name="connsiteX20" fmla="*/ 59122 w 117692"/>
                <a:gd name="connsiteY20" fmla="*/ 11316 h 165746"/>
                <a:gd name="connsiteX21" fmla="*/ 85392 w 117692"/>
                <a:gd name="connsiteY21" fmla="*/ 22207 h 165746"/>
                <a:gd name="connsiteX22" fmla="*/ 101855 w 117692"/>
                <a:gd name="connsiteY22" fmla="*/ 50115 h 165746"/>
                <a:gd name="connsiteX23" fmla="*/ 110612 w 117692"/>
                <a:gd name="connsiteY23" fmla="*/ 50115 h 16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7692" h="165746">
                  <a:moveTo>
                    <a:pt x="110612" y="50115"/>
                  </a:moveTo>
                  <a:lnTo>
                    <a:pt x="110612" y="765"/>
                  </a:lnTo>
                  <a:lnTo>
                    <a:pt x="102906" y="765"/>
                  </a:lnTo>
                  <a:cubicBezTo>
                    <a:pt x="100804" y="5871"/>
                    <a:pt x="98703" y="7572"/>
                    <a:pt x="94499" y="7572"/>
                  </a:cubicBezTo>
                  <a:cubicBezTo>
                    <a:pt x="92398" y="7572"/>
                    <a:pt x="88895" y="6892"/>
                    <a:pt x="83291" y="5190"/>
                  </a:cubicBezTo>
                  <a:cubicBezTo>
                    <a:pt x="71732" y="1446"/>
                    <a:pt x="63675" y="85"/>
                    <a:pt x="55969" y="85"/>
                  </a:cubicBezTo>
                  <a:cubicBezTo>
                    <a:pt x="24094" y="85"/>
                    <a:pt x="976" y="21186"/>
                    <a:pt x="976" y="49775"/>
                  </a:cubicBezTo>
                  <a:cubicBezTo>
                    <a:pt x="976" y="72237"/>
                    <a:pt x="15338" y="87893"/>
                    <a:pt x="50715" y="102528"/>
                  </a:cubicBezTo>
                  <a:cubicBezTo>
                    <a:pt x="74534" y="112738"/>
                    <a:pt x="84341" y="121247"/>
                    <a:pt x="84341" y="132138"/>
                  </a:cubicBezTo>
                  <a:cubicBezTo>
                    <a:pt x="84341" y="145411"/>
                    <a:pt x="73833" y="154260"/>
                    <a:pt x="58071" y="154260"/>
                  </a:cubicBezTo>
                  <a:cubicBezTo>
                    <a:pt x="33552" y="154260"/>
                    <a:pt x="17439" y="138945"/>
                    <a:pt x="10083" y="109335"/>
                  </a:cubicBezTo>
                  <a:lnTo>
                    <a:pt x="276" y="109335"/>
                  </a:lnTo>
                  <a:lnTo>
                    <a:pt x="276" y="165491"/>
                  </a:lnTo>
                  <a:lnTo>
                    <a:pt x="9033" y="165491"/>
                  </a:lnTo>
                  <a:cubicBezTo>
                    <a:pt x="12886" y="158344"/>
                    <a:pt x="14987" y="155962"/>
                    <a:pt x="18140" y="155962"/>
                  </a:cubicBezTo>
                  <a:cubicBezTo>
                    <a:pt x="19891" y="155962"/>
                    <a:pt x="22693" y="156642"/>
                    <a:pt x="26196" y="158004"/>
                  </a:cubicBezTo>
                  <a:cubicBezTo>
                    <a:pt x="35653" y="162088"/>
                    <a:pt x="54218" y="165832"/>
                    <a:pt x="64026" y="165832"/>
                  </a:cubicBezTo>
                  <a:cubicBezTo>
                    <a:pt x="95901" y="165832"/>
                    <a:pt x="117968" y="144730"/>
                    <a:pt x="117968" y="114099"/>
                  </a:cubicBezTo>
                  <a:cubicBezTo>
                    <a:pt x="117968" y="89935"/>
                    <a:pt x="104307" y="75300"/>
                    <a:pt x="69630" y="61006"/>
                  </a:cubicBezTo>
                  <a:cubicBezTo>
                    <a:pt x="45811" y="51136"/>
                    <a:pt x="36004" y="42628"/>
                    <a:pt x="36004" y="31056"/>
                  </a:cubicBezTo>
                  <a:cubicBezTo>
                    <a:pt x="36004" y="19825"/>
                    <a:pt x="45811" y="11316"/>
                    <a:pt x="59122" y="11316"/>
                  </a:cubicBezTo>
                  <a:cubicBezTo>
                    <a:pt x="68229" y="11316"/>
                    <a:pt x="77686" y="15060"/>
                    <a:pt x="85392" y="22207"/>
                  </a:cubicBezTo>
                  <a:cubicBezTo>
                    <a:pt x="92748" y="29014"/>
                    <a:pt x="96601" y="35140"/>
                    <a:pt x="101855" y="50115"/>
                  </a:cubicBezTo>
                  <a:lnTo>
                    <a:pt x="110612" y="50115"/>
                  </a:ln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710DCDEC-B40D-D3B2-65FE-7C6E446E9C98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12434958" y="5283118"/>
              <a:ext cx="59196" cy="165066"/>
            </a:xfrm>
            <a:custGeom>
              <a:avLst/>
              <a:gdLst>
                <a:gd name="connsiteX0" fmla="*/ 29703 w 59196"/>
                <a:gd name="connsiteY0" fmla="*/ 107633 h 165066"/>
                <a:gd name="connsiteX1" fmla="*/ 280 w 59196"/>
                <a:gd name="connsiteY1" fmla="*/ 136222 h 165066"/>
                <a:gd name="connsiteX2" fmla="*/ 29352 w 59196"/>
                <a:gd name="connsiteY2" fmla="*/ 165151 h 165066"/>
                <a:gd name="connsiteX3" fmla="*/ 59476 w 59196"/>
                <a:gd name="connsiteY3" fmla="*/ 136902 h 165066"/>
                <a:gd name="connsiteX4" fmla="*/ 29703 w 59196"/>
                <a:gd name="connsiteY4" fmla="*/ 107633 h 165066"/>
                <a:gd name="connsiteX5" fmla="*/ 29703 w 59196"/>
                <a:gd name="connsiteY5" fmla="*/ 85 h 165066"/>
                <a:gd name="connsiteX6" fmla="*/ 280 w 59196"/>
                <a:gd name="connsiteY6" fmla="*/ 28333 h 165066"/>
                <a:gd name="connsiteX7" fmla="*/ 29703 w 59196"/>
                <a:gd name="connsiteY7" fmla="*/ 57603 h 165066"/>
                <a:gd name="connsiteX8" fmla="*/ 59476 w 59196"/>
                <a:gd name="connsiteY8" fmla="*/ 29014 h 165066"/>
                <a:gd name="connsiteX9" fmla="*/ 29703 w 59196"/>
                <a:gd name="connsiteY9" fmla="*/ 85 h 165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196" h="165066">
                  <a:moveTo>
                    <a:pt x="29703" y="107633"/>
                  </a:moveTo>
                  <a:cubicBezTo>
                    <a:pt x="13590" y="107633"/>
                    <a:pt x="280" y="120906"/>
                    <a:pt x="280" y="136222"/>
                  </a:cubicBezTo>
                  <a:cubicBezTo>
                    <a:pt x="280" y="152558"/>
                    <a:pt x="12889" y="165151"/>
                    <a:pt x="29352" y="165151"/>
                  </a:cubicBezTo>
                  <a:cubicBezTo>
                    <a:pt x="46165" y="165151"/>
                    <a:pt x="59476" y="152558"/>
                    <a:pt x="59476" y="136902"/>
                  </a:cubicBezTo>
                  <a:cubicBezTo>
                    <a:pt x="59476" y="120906"/>
                    <a:pt x="46165" y="107633"/>
                    <a:pt x="29703" y="107633"/>
                  </a:cubicBezTo>
                  <a:close/>
                  <a:moveTo>
                    <a:pt x="29703" y="85"/>
                  </a:moveTo>
                  <a:cubicBezTo>
                    <a:pt x="13590" y="85"/>
                    <a:pt x="280" y="13018"/>
                    <a:pt x="280" y="28333"/>
                  </a:cubicBezTo>
                  <a:cubicBezTo>
                    <a:pt x="280" y="45010"/>
                    <a:pt x="12889" y="57603"/>
                    <a:pt x="29703" y="57603"/>
                  </a:cubicBezTo>
                  <a:cubicBezTo>
                    <a:pt x="46165" y="57603"/>
                    <a:pt x="59476" y="44670"/>
                    <a:pt x="59476" y="29014"/>
                  </a:cubicBezTo>
                  <a:cubicBezTo>
                    <a:pt x="59476" y="13018"/>
                    <a:pt x="46165" y="85"/>
                    <a:pt x="29703" y="85"/>
                  </a:cubicBez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68" name="Group 67" descr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\frac{d^2x}{dt^2} = - \left( &#10;\frac{k}{m}&#10;\right) x; \quad x(0) = x_o; \,\,\, \left(&#10;\frac{dx}{dt}&#10;\right)_{t=0} = 0&#10;\end{align*}&#10;}&#10;\end{document}" title="IguanaTex Shape Display">
            <a:extLst>
              <a:ext uri="{FF2B5EF4-FFF2-40B4-BE49-F238E27FC236}">
                <a16:creationId xmlns:a16="http://schemas.microsoft.com/office/drawing/2014/main" id="{3FCECE1A-5E9C-4695-0866-D0F19CD3E2BA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3270454" y="1942628"/>
            <a:ext cx="6429883" cy="916099"/>
            <a:chOff x="7626546" y="5212842"/>
            <a:chExt cx="6429883" cy="916099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DDAA7B23-1C88-103E-2013-41C7DA8941EC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7631826" y="5278216"/>
              <a:ext cx="180212" cy="250564"/>
            </a:xfrm>
            <a:custGeom>
              <a:avLst/>
              <a:gdLst>
                <a:gd name="connsiteX0" fmla="*/ 157830 w 180212"/>
                <a:gd name="connsiteY0" fmla="*/ 206005 h 250564"/>
                <a:gd name="connsiteX1" fmla="*/ 128968 w 180212"/>
                <a:gd name="connsiteY1" fmla="*/ 231566 h 250564"/>
                <a:gd name="connsiteX2" fmla="*/ 122633 w 180212"/>
                <a:gd name="connsiteY2" fmla="*/ 224366 h 250564"/>
                <a:gd name="connsiteX3" fmla="*/ 145511 w 180212"/>
                <a:gd name="connsiteY3" fmla="*/ 135804 h 250564"/>
                <a:gd name="connsiteX4" fmla="*/ 180357 w 180212"/>
                <a:gd name="connsiteY4" fmla="*/ 1881 h 250564"/>
                <a:gd name="connsiteX5" fmla="*/ 178597 w 180212"/>
                <a:gd name="connsiteY5" fmla="*/ 81 h 250564"/>
                <a:gd name="connsiteX6" fmla="*/ 124744 w 180212"/>
                <a:gd name="connsiteY6" fmla="*/ 8362 h 250564"/>
                <a:gd name="connsiteX7" fmla="*/ 124744 w 180212"/>
                <a:gd name="connsiteY7" fmla="*/ 14482 h 250564"/>
                <a:gd name="connsiteX8" fmla="*/ 146567 w 180212"/>
                <a:gd name="connsiteY8" fmla="*/ 23842 h 250564"/>
                <a:gd name="connsiteX9" fmla="*/ 141287 w 180212"/>
                <a:gd name="connsiteY9" fmla="*/ 49042 h 250564"/>
                <a:gd name="connsiteX10" fmla="*/ 125800 w 180212"/>
                <a:gd name="connsiteY10" fmla="*/ 108083 h 250564"/>
                <a:gd name="connsiteX11" fmla="*/ 102922 w 180212"/>
                <a:gd name="connsiteY11" fmla="*/ 87203 h 250564"/>
                <a:gd name="connsiteX12" fmla="*/ 144 w 180212"/>
                <a:gd name="connsiteY12" fmla="*/ 208885 h 250564"/>
                <a:gd name="connsiteX13" fmla="*/ 37102 w 180212"/>
                <a:gd name="connsiteY13" fmla="*/ 249926 h 250564"/>
                <a:gd name="connsiteX14" fmla="*/ 100458 w 180212"/>
                <a:gd name="connsiteY14" fmla="*/ 202405 h 250564"/>
                <a:gd name="connsiteX15" fmla="*/ 95882 w 180212"/>
                <a:gd name="connsiteY15" fmla="*/ 234446 h 250564"/>
                <a:gd name="connsiteX16" fmla="*/ 110665 w 180212"/>
                <a:gd name="connsiteY16" fmla="*/ 250646 h 250564"/>
                <a:gd name="connsiteX17" fmla="*/ 162054 w 180212"/>
                <a:gd name="connsiteY17" fmla="*/ 209605 h 250564"/>
                <a:gd name="connsiteX18" fmla="*/ 157830 w 180212"/>
                <a:gd name="connsiteY18" fmla="*/ 206005 h 250564"/>
                <a:gd name="connsiteX19" fmla="*/ 104330 w 180212"/>
                <a:gd name="connsiteY19" fmla="*/ 95483 h 250564"/>
                <a:gd name="connsiteX20" fmla="*/ 120169 w 180212"/>
                <a:gd name="connsiteY20" fmla="*/ 116004 h 250564"/>
                <a:gd name="connsiteX21" fmla="*/ 51181 w 180212"/>
                <a:gd name="connsiteY21" fmla="*/ 232646 h 250564"/>
                <a:gd name="connsiteX22" fmla="*/ 30766 w 180212"/>
                <a:gd name="connsiteY22" fmla="*/ 208885 h 250564"/>
                <a:gd name="connsiteX23" fmla="*/ 71596 w 180212"/>
                <a:gd name="connsiteY23" fmla="*/ 112044 h 250564"/>
                <a:gd name="connsiteX24" fmla="*/ 104330 w 180212"/>
                <a:gd name="connsiteY24" fmla="*/ 95483 h 250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212" h="250564">
                  <a:moveTo>
                    <a:pt x="157830" y="206005"/>
                  </a:moveTo>
                  <a:cubicBezTo>
                    <a:pt x="138824" y="228326"/>
                    <a:pt x="134952" y="231566"/>
                    <a:pt x="128968" y="231566"/>
                  </a:cubicBezTo>
                  <a:cubicBezTo>
                    <a:pt x="125448" y="231566"/>
                    <a:pt x="122633" y="228326"/>
                    <a:pt x="122633" y="224366"/>
                  </a:cubicBezTo>
                  <a:cubicBezTo>
                    <a:pt x="122633" y="219326"/>
                    <a:pt x="133896" y="175405"/>
                    <a:pt x="145511" y="135804"/>
                  </a:cubicBezTo>
                  <a:cubicBezTo>
                    <a:pt x="155015" y="102683"/>
                    <a:pt x="162406" y="73883"/>
                    <a:pt x="180357" y="1881"/>
                  </a:cubicBezTo>
                  <a:lnTo>
                    <a:pt x="178597" y="81"/>
                  </a:lnTo>
                  <a:cubicBezTo>
                    <a:pt x="159942" y="4041"/>
                    <a:pt x="147271" y="6202"/>
                    <a:pt x="124744" y="8362"/>
                  </a:cubicBezTo>
                  <a:lnTo>
                    <a:pt x="124744" y="14482"/>
                  </a:lnTo>
                  <a:cubicBezTo>
                    <a:pt x="144103" y="15202"/>
                    <a:pt x="146567" y="16282"/>
                    <a:pt x="146567" y="23842"/>
                  </a:cubicBezTo>
                  <a:cubicBezTo>
                    <a:pt x="146567" y="28522"/>
                    <a:pt x="146215" y="30682"/>
                    <a:pt x="141287" y="49042"/>
                  </a:cubicBezTo>
                  <a:lnTo>
                    <a:pt x="125800" y="108083"/>
                  </a:lnTo>
                  <a:cubicBezTo>
                    <a:pt x="122985" y="92963"/>
                    <a:pt x="116649" y="87203"/>
                    <a:pt x="102922" y="87203"/>
                  </a:cubicBezTo>
                  <a:cubicBezTo>
                    <a:pt x="57165" y="87203"/>
                    <a:pt x="144" y="154884"/>
                    <a:pt x="144" y="208885"/>
                  </a:cubicBezTo>
                  <a:cubicBezTo>
                    <a:pt x="144" y="234446"/>
                    <a:pt x="14223" y="249926"/>
                    <a:pt x="37102" y="249926"/>
                  </a:cubicBezTo>
                  <a:cubicBezTo>
                    <a:pt x="61036" y="249926"/>
                    <a:pt x="76523" y="238406"/>
                    <a:pt x="100458" y="202405"/>
                  </a:cubicBezTo>
                  <a:cubicBezTo>
                    <a:pt x="96586" y="220766"/>
                    <a:pt x="95882" y="226166"/>
                    <a:pt x="95882" y="234446"/>
                  </a:cubicBezTo>
                  <a:cubicBezTo>
                    <a:pt x="95882" y="244166"/>
                    <a:pt x="101866" y="250646"/>
                    <a:pt x="110665" y="250646"/>
                  </a:cubicBezTo>
                  <a:cubicBezTo>
                    <a:pt x="125448" y="250646"/>
                    <a:pt x="143751" y="235886"/>
                    <a:pt x="162054" y="209605"/>
                  </a:cubicBezTo>
                  <a:lnTo>
                    <a:pt x="157830" y="206005"/>
                  </a:lnTo>
                  <a:close/>
                  <a:moveTo>
                    <a:pt x="104330" y="95483"/>
                  </a:moveTo>
                  <a:cubicBezTo>
                    <a:pt x="114889" y="96203"/>
                    <a:pt x="120169" y="103043"/>
                    <a:pt x="120169" y="116004"/>
                  </a:cubicBezTo>
                  <a:cubicBezTo>
                    <a:pt x="120169" y="170725"/>
                    <a:pt x="83563" y="232646"/>
                    <a:pt x="51181" y="232646"/>
                  </a:cubicBezTo>
                  <a:cubicBezTo>
                    <a:pt x="39214" y="232646"/>
                    <a:pt x="30766" y="222926"/>
                    <a:pt x="30766" y="208885"/>
                  </a:cubicBezTo>
                  <a:cubicBezTo>
                    <a:pt x="30766" y="179005"/>
                    <a:pt x="48365" y="137244"/>
                    <a:pt x="71596" y="112044"/>
                  </a:cubicBezTo>
                  <a:cubicBezTo>
                    <a:pt x="81451" y="101603"/>
                    <a:pt x="94474" y="94763"/>
                    <a:pt x="104330" y="95483"/>
                  </a:cubicBez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F9257F1B-DD47-9293-A808-EC068CABD025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7829377" y="5212842"/>
              <a:ext cx="115906" cy="180089"/>
            </a:xfrm>
            <a:custGeom>
              <a:avLst/>
              <a:gdLst>
                <a:gd name="connsiteX0" fmla="*/ 116055 w 115906"/>
                <a:gd name="connsiteY0" fmla="*/ 143672 h 180089"/>
                <a:gd name="connsiteX1" fmla="*/ 112669 w 115906"/>
                <a:gd name="connsiteY1" fmla="*/ 142340 h 180089"/>
                <a:gd name="connsiteX2" fmla="*/ 87924 w 115906"/>
                <a:gd name="connsiteY2" fmla="*/ 159922 h 180089"/>
                <a:gd name="connsiteX3" fmla="*/ 25674 w 115906"/>
                <a:gd name="connsiteY3" fmla="*/ 159922 h 180089"/>
                <a:gd name="connsiteX4" fmla="*/ 69432 w 115906"/>
                <a:gd name="connsiteY4" fmla="*/ 113035 h 180089"/>
                <a:gd name="connsiteX5" fmla="*/ 102771 w 115906"/>
                <a:gd name="connsiteY5" fmla="*/ 47233 h 180089"/>
                <a:gd name="connsiteX6" fmla="*/ 54585 w 115906"/>
                <a:gd name="connsiteY6" fmla="*/ 80 h 180089"/>
                <a:gd name="connsiteX7" fmla="*/ 17078 w 115906"/>
                <a:gd name="connsiteY7" fmla="*/ 16597 h 180089"/>
                <a:gd name="connsiteX8" fmla="*/ 409 w 115906"/>
                <a:gd name="connsiteY8" fmla="*/ 53094 h 180089"/>
                <a:gd name="connsiteX9" fmla="*/ 5878 w 115906"/>
                <a:gd name="connsiteY9" fmla="*/ 54426 h 180089"/>
                <a:gd name="connsiteX10" fmla="*/ 43646 w 115906"/>
                <a:gd name="connsiteY10" fmla="*/ 19793 h 180089"/>
                <a:gd name="connsiteX11" fmla="*/ 80371 w 115906"/>
                <a:gd name="connsiteY11" fmla="*/ 57357 h 180089"/>
                <a:gd name="connsiteX12" fmla="*/ 46511 w 115906"/>
                <a:gd name="connsiteY12" fmla="*/ 126622 h 180089"/>
                <a:gd name="connsiteX13" fmla="*/ 148 w 115906"/>
                <a:gd name="connsiteY13" fmla="*/ 176972 h 180089"/>
                <a:gd name="connsiteX14" fmla="*/ 148 w 115906"/>
                <a:gd name="connsiteY14" fmla="*/ 180169 h 180089"/>
                <a:gd name="connsiteX15" fmla="*/ 101729 w 115906"/>
                <a:gd name="connsiteY15" fmla="*/ 180169 h 180089"/>
                <a:gd name="connsiteX16" fmla="*/ 116055 w 115906"/>
                <a:gd name="connsiteY16" fmla="*/ 143672 h 18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906" h="180089">
                  <a:moveTo>
                    <a:pt x="116055" y="143672"/>
                  </a:moveTo>
                  <a:lnTo>
                    <a:pt x="112669" y="142340"/>
                  </a:lnTo>
                  <a:cubicBezTo>
                    <a:pt x="103031" y="157525"/>
                    <a:pt x="99645" y="159922"/>
                    <a:pt x="87924" y="159922"/>
                  </a:cubicBezTo>
                  <a:lnTo>
                    <a:pt x="25674" y="159922"/>
                  </a:lnTo>
                  <a:lnTo>
                    <a:pt x="69432" y="113035"/>
                  </a:lnTo>
                  <a:cubicBezTo>
                    <a:pt x="92613" y="88260"/>
                    <a:pt x="102771" y="68013"/>
                    <a:pt x="102771" y="47233"/>
                  </a:cubicBezTo>
                  <a:cubicBezTo>
                    <a:pt x="102771" y="20593"/>
                    <a:pt x="81673" y="80"/>
                    <a:pt x="54585" y="80"/>
                  </a:cubicBezTo>
                  <a:cubicBezTo>
                    <a:pt x="40260" y="80"/>
                    <a:pt x="26716" y="5940"/>
                    <a:pt x="17078" y="16597"/>
                  </a:cubicBezTo>
                  <a:cubicBezTo>
                    <a:pt x="8744" y="25654"/>
                    <a:pt x="4837" y="34179"/>
                    <a:pt x="409" y="53094"/>
                  </a:cubicBezTo>
                  <a:lnTo>
                    <a:pt x="5878" y="54426"/>
                  </a:lnTo>
                  <a:cubicBezTo>
                    <a:pt x="16297" y="28318"/>
                    <a:pt x="25674" y="19793"/>
                    <a:pt x="43646" y="19793"/>
                  </a:cubicBezTo>
                  <a:cubicBezTo>
                    <a:pt x="65525" y="19793"/>
                    <a:pt x="80371" y="34979"/>
                    <a:pt x="80371" y="57357"/>
                  </a:cubicBezTo>
                  <a:cubicBezTo>
                    <a:pt x="80371" y="78136"/>
                    <a:pt x="68390" y="102912"/>
                    <a:pt x="46511" y="126622"/>
                  </a:cubicBezTo>
                  <a:lnTo>
                    <a:pt x="148" y="176972"/>
                  </a:lnTo>
                  <a:lnTo>
                    <a:pt x="148" y="180169"/>
                  </a:lnTo>
                  <a:lnTo>
                    <a:pt x="101729" y="180169"/>
                  </a:lnTo>
                  <a:lnTo>
                    <a:pt x="116055" y="143672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89AE8FA-2101-6E69-03BD-6A11EF02E78F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7960445" y="5365337"/>
              <a:ext cx="166837" cy="162723"/>
            </a:xfrm>
            <a:custGeom>
              <a:avLst/>
              <a:gdLst>
                <a:gd name="connsiteX0" fmla="*/ 151152 w 166837"/>
                <a:gd name="connsiteY0" fmla="*/ 118884 h 162723"/>
                <a:gd name="connsiteX1" fmla="*/ 143409 w 166837"/>
                <a:gd name="connsiteY1" fmla="*/ 128604 h 162723"/>
                <a:gd name="connsiteX2" fmla="*/ 127218 w 166837"/>
                <a:gd name="connsiteY2" fmla="*/ 143004 h 162723"/>
                <a:gd name="connsiteX3" fmla="*/ 116306 w 166837"/>
                <a:gd name="connsiteY3" fmla="*/ 128244 h 162723"/>
                <a:gd name="connsiteX4" fmla="*/ 114899 w 166837"/>
                <a:gd name="connsiteY4" fmla="*/ 122124 h 162723"/>
                <a:gd name="connsiteX5" fmla="*/ 102227 w 166837"/>
                <a:gd name="connsiteY5" fmla="*/ 63803 h 162723"/>
                <a:gd name="connsiteX6" fmla="*/ 136721 w 166837"/>
                <a:gd name="connsiteY6" fmla="*/ 20242 h 162723"/>
                <a:gd name="connsiteX7" fmla="*/ 145169 w 166837"/>
                <a:gd name="connsiteY7" fmla="*/ 23122 h 162723"/>
                <a:gd name="connsiteX8" fmla="*/ 154672 w 166837"/>
                <a:gd name="connsiteY8" fmla="*/ 26362 h 162723"/>
                <a:gd name="connsiteX9" fmla="*/ 166991 w 166837"/>
                <a:gd name="connsiteY9" fmla="*/ 13402 h 162723"/>
                <a:gd name="connsiteX10" fmla="*/ 152560 w 166837"/>
                <a:gd name="connsiteY10" fmla="*/ 82 h 162723"/>
                <a:gd name="connsiteX11" fmla="*/ 99412 w 166837"/>
                <a:gd name="connsiteY11" fmla="*/ 51563 h 162723"/>
                <a:gd name="connsiteX12" fmla="*/ 95540 w 166837"/>
                <a:gd name="connsiteY12" fmla="*/ 31762 h 162723"/>
                <a:gd name="connsiteX13" fmla="*/ 77237 w 166837"/>
                <a:gd name="connsiteY13" fmla="*/ 82 h 162723"/>
                <a:gd name="connsiteX14" fmla="*/ 36055 w 166837"/>
                <a:gd name="connsiteY14" fmla="*/ 10522 h 162723"/>
                <a:gd name="connsiteX15" fmla="*/ 32184 w 166837"/>
                <a:gd name="connsiteY15" fmla="*/ 11962 h 162723"/>
                <a:gd name="connsiteX16" fmla="*/ 33592 w 166837"/>
                <a:gd name="connsiteY16" fmla="*/ 17362 h 162723"/>
                <a:gd name="connsiteX17" fmla="*/ 53302 w 166837"/>
                <a:gd name="connsiteY17" fmla="*/ 13402 h 162723"/>
                <a:gd name="connsiteX18" fmla="*/ 69141 w 166837"/>
                <a:gd name="connsiteY18" fmla="*/ 38242 h 162723"/>
                <a:gd name="connsiteX19" fmla="*/ 79349 w 166837"/>
                <a:gd name="connsiteY19" fmla="*/ 82523 h 162723"/>
                <a:gd name="connsiteX20" fmla="*/ 50487 w 166837"/>
                <a:gd name="connsiteY20" fmla="*/ 124644 h 162723"/>
                <a:gd name="connsiteX21" fmla="*/ 32536 w 166837"/>
                <a:gd name="connsiteY21" fmla="*/ 141924 h 162723"/>
                <a:gd name="connsiteX22" fmla="*/ 23384 w 166837"/>
                <a:gd name="connsiteY22" fmla="*/ 138684 h 162723"/>
                <a:gd name="connsiteX23" fmla="*/ 12121 w 166837"/>
                <a:gd name="connsiteY23" fmla="*/ 135084 h 162723"/>
                <a:gd name="connsiteX24" fmla="*/ 154 w 166837"/>
                <a:gd name="connsiteY24" fmla="*/ 147685 h 162723"/>
                <a:gd name="connsiteX25" fmla="*/ 17753 w 166837"/>
                <a:gd name="connsiteY25" fmla="*/ 162805 h 162723"/>
                <a:gd name="connsiteX26" fmla="*/ 50487 w 166837"/>
                <a:gd name="connsiteY26" fmla="*/ 137604 h 162723"/>
                <a:gd name="connsiteX27" fmla="*/ 82165 w 166837"/>
                <a:gd name="connsiteY27" fmla="*/ 95484 h 162723"/>
                <a:gd name="connsiteX28" fmla="*/ 92724 w 166837"/>
                <a:gd name="connsiteY28" fmla="*/ 138684 h 162723"/>
                <a:gd name="connsiteX29" fmla="*/ 113139 w 166837"/>
                <a:gd name="connsiteY29" fmla="*/ 162805 h 162723"/>
                <a:gd name="connsiteX30" fmla="*/ 156080 w 166837"/>
                <a:gd name="connsiteY30" fmla="*/ 121764 h 162723"/>
                <a:gd name="connsiteX31" fmla="*/ 151152 w 166837"/>
                <a:gd name="connsiteY31" fmla="*/ 118884 h 16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6837" h="162723">
                  <a:moveTo>
                    <a:pt x="151152" y="118884"/>
                  </a:moveTo>
                  <a:cubicBezTo>
                    <a:pt x="148336" y="122124"/>
                    <a:pt x="146577" y="124284"/>
                    <a:pt x="143409" y="128604"/>
                  </a:cubicBezTo>
                  <a:cubicBezTo>
                    <a:pt x="135313" y="139404"/>
                    <a:pt x="131090" y="143004"/>
                    <a:pt x="127218" y="143004"/>
                  </a:cubicBezTo>
                  <a:cubicBezTo>
                    <a:pt x="121938" y="143004"/>
                    <a:pt x="118770" y="138324"/>
                    <a:pt x="116306" y="128244"/>
                  </a:cubicBezTo>
                  <a:cubicBezTo>
                    <a:pt x="115603" y="125364"/>
                    <a:pt x="115251" y="123204"/>
                    <a:pt x="114899" y="122124"/>
                  </a:cubicBezTo>
                  <a:cubicBezTo>
                    <a:pt x="106099" y="85763"/>
                    <a:pt x="102227" y="69203"/>
                    <a:pt x="102227" y="63803"/>
                  </a:cubicBezTo>
                  <a:cubicBezTo>
                    <a:pt x="117714" y="36082"/>
                    <a:pt x="130386" y="20242"/>
                    <a:pt x="136721" y="20242"/>
                  </a:cubicBezTo>
                  <a:cubicBezTo>
                    <a:pt x="138833" y="20242"/>
                    <a:pt x="141649" y="21322"/>
                    <a:pt x="145169" y="23122"/>
                  </a:cubicBezTo>
                  <a:cubicBezTo>
                    <a:pt x="149392" y="25642"/>
                    <a:pt x="151856" y="26362"/>
                    <a:pt x="154672" y="26362"/>
                  </a:cubicBezTo>
                  <a:cubicBezTo>
                    <a:pt x="162064" y="26362"/>
                    <a:pt x="166991" y="20962"/>
                    <a:pt x="166991" y="13402"/>
                  </a:cubicBezTo>
                  <a:cubicBezTo>
                    <a:pt x="166991" y="5842"/>
                    <a:pt x="161008" y="82"/>
                    <a:pt x="152560" y="82"/>
                  </a:cubicBezTo>
                  <a:cubicBezTo>
                    <a:pt x="137073" y="82"/>
                    <a:pt x="123698" y="13042"/>
                    <a:pt x="99412" y="51563"/>
                  </a:cubicBezTo>
                  <a:lnTo>
                    <a:pt x="95540" y="31762"/>
                  </a:lnTo>
                  <a:cubicBezTo>
                    <a:pt x="90612" y="7282"/>
                    <a:pt x="86740" y="82"/>
                    <a:pt x="77237" y="82"/>
                  </a:cubicBezTo>
                  <a:cubicBezTo>
                    <a:pt x="69493" y="82"/>
                    <a:pt x="57526" y="3322"/>
                    <a:pt x="36055" y="10522"/>
                  </a:cubicBezTo>
                  <a:lnTo>
                    <a:pt x="32184" y="11962"/>
                  </a:lnTo>
                  <a:lnTo>
                    <a:pt x="33592" y="17362"/>
                  </a:lnTo>
                  <a:cubicBezTo>
                    <a:pt x="46967" y="14122"/>
                    <a:pt x="50135" y="13402"/>
                    <a:pt x="53302" y="13402"/>
                  </a:cubicBezTo>
                  <a:cubicBezTo>
                    <a:pt x="62102" y="13402"/>
                    <a:pt x="64214" y="16642"/>
                    <a:pt x="69141" y="38242"/>
                  </a:cubicBezTo>
                  <a:lnTo>
                    <a:pt x="79349" y="82523"/>
                  </a:lnTo>
                  <a:lnTo>
                    <a:pt x="50487" y="124644"/>
                  </a:lnTo>
                  <a:cubicBezTo>
                    <a:pt x="43447" y="135444"/>
                    <a:pt x="36407" y="141924"/>
                    <a:pt x="32536" y="141924"/>
                  </a:cubicBezTo>
                  <a:cubicBezTo>
                    <a:pt x="30424" y="141924"/>
                    <a:pt x="26904" y="140844"/>
                    <a:pt x="23384" y="138684"/>
                  </a:cubicBezTo>
                  <a:cubicBezTo>
                    <a:pt x="18809" y="136164"/>
                    <a:pt x="14937" y="135084"/>
                    <a:pt x="12121" y="135084"/>
                  </a:cubicBezTo>
                  <a:cubicBezTo>
                    <a:pt x="5433" y="135084"/>
                    <a:pt x="154" y="140484"/>
                    <a:pt x="154" y="147685"/>
                  </a:cubicBezTo>
                  <a:cubicBezTo>
                    <a:pt x="154" y="157045"/>
                    <a:pt x="7193" y="162805"/>
                    <a:pt x="17753" y="162805"/>
                  </a:cubicBezTo>
                  <a:cubicBezTo>
                    <a:pt x="28664" y="162805"/>
                    <a:pt x="32888" y="159565"/>
                    <a:pt x="50487" y="137604"/>
                  </a:cubicBezTo>
                  <a:cubicBezTo>
                    <a:pt x="59990" y="126084"/>
                    <a:pt x="67382" y="116364"/>
                    <a:pt x="82165" y="95484"/>
                  </a:cubicBezTo>
                  <a:lnTo>
                    <a:pt x="92724" y="138684"/>
                  </a:lnTo>
                  <a:cubicBezTo>
                    <a:pt x="97300" y="157045"/>
                    <a:pt x="101875" y="162805"/>
                    <a:pt x="113139" y="162805"/>
                  </a:cubicBezTo>
                  <a:cubicBezTo>
                    <a:pt x="126514" y="162805"/>
                    <a:pt x="135665" y="154165"/>
                    <a:pt x="156080" y="121764"/>
                  </a:cubicBezTo>
                  <a:lnTo>
                    <a:pt x="151152" y="118884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11F76404-8E6E-01D5-C1C3-953EC89FDB20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7626546" y="5671171"/>
              <a:ext cx="501320" cy="14450"/>
            </a:xfrm>
            <a:custGeom>
              <a:avLst/>
              <a:gdLst>
                <a:gd name="connsiteX0" fmla="*/ 0 w 501320"/>
                <a:gd name="connsiteY0" fmla="*/ 0 h 14450"/>
                <a:gd name="connsiteX1" fmla="*/ 501320 w 501320"/>
                <a:gd name="connsiteY1" fmla="*/ 0 h 14450"/>
                <a:gd name="connsiteX2" fmla="*/ 501320 w 501320"/>
                <a:gd name="connsiteY2" fmla="*/ 14451 h 14450"/>
                <a:gd name="connsiteX3" fmla="*/ 0 w 501320"/>
                <a:gd name="connsiteY3" fmla="*/ 14451 h 14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1320" h="14450">
                  <a:moveTo>
                    <a:pt x="0" y="0"/>
                  </a:moveTo>
                  <a:lnTo>
                    <a:pt x="501320" y="0"/>
                  </a:lnTo>
                  <a:lnTo>
                    <a:pt x="501320" y="14451"/>
                  </a:lnTo>
                  <a:lnTo>
                    <a:pt x="0" y="14451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C7936E4B-FD6B-D9C7-4DFB-C1B754BDFD7D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7654084" y="5770741"/>
              <a:ext cx="180212" cy="250564"/>
            </a:xfrm>
            <a:custGeom>
              <a:avLst/>
              <a:gdLst>
                <a:gd name="connsiteX0" fmla="*/ 157831 w 180212"/>
                <a:gd name="connsiteY0" fmla="*/ 206019 h 250564"/>
                <a:gd name="connsiteX1" fmla="*/ 128969 w 180212"/>
                <a:gd name="connsiteY1" fmla="*/ 231579 h 250564"/>
                <a:gd name="connsiteX2" fmla="*/ 122633 w 180212"/>
                <a:gd name="connsiteY2" fmla="*/ 224379 h 250564"/>
                <a:gd name="connsiteX3" fmla="*/ 145512 w 180212"/>
                <a:gd name="connsiteY3" fmla="*/ 135818 h 250564"/>
                <a:gd name="connsiteX4" fmla="*/ 180358 w 180212"/>
                <a:gd name="connsiteY4" fmla="*/ 1895 h 250564"/>
                <a:gd name="connsiteX5" fmla="*/ 178598 w 180212"/>
                <a:gd name="connsiteY5" fmla="*/ 95 h 250564"/>
                <a:gd name="connsiteX6" fmla="*/ 124745 w 180212"/>
                <a:gd name="connsiteY6" fmla="*/ 8375 h 250564"/>
                <a:gd name="connsiteX7" fmla="*/ 124745 w 180212"/>
                <a:gd name="connsiteY7" fmla="*/ 14495 h 250564"/>
                <a:gd name="connsiteX8" fmla="*/ 146568 w 180212"/>
                <a:gd name="connsiteY8" fmla="*/ 23855 h 250564"/>
                <a:gd name="connsiteX9" fmla="*/ 141288 w 180212"/>
                <a:gd name="connsiteY9" fmla="*/ 49056 h 250564"/>
                <a:gd name="connsiteX10" fmla="*/ 125801 w 180212"/>
                <a:gd name="connsiteY10" fmla="*/ 108097 h 250564"/>
                <a:gd name="connsiteX11" fmla="*/ 102922 w 180212"/>
                <a:gd name="connsiteY11" fmla="*/ 87217 h 250564"/>
                <a:gd name="connsiteX12" fmla="*/ 145 w 180212"/>
                <a:gd name="connsiteY12" fmla="*/ 208899 h 250564"/>
                <a:gd name="connsiteX13" fmla="*/ 37102 w 180212"/>
                <a:gd name="connsiteY13" fmla="*/ 249940 h 250564"/>
                <a:gd name="connsiteX14" fmla="*/ 100459 w 180212"/>
                <a:gd name="connsiteY14" fmla="*/ 202419 h 250564"/>
                <a:gd name="connsiteX15" fmla="*/ 95883 w 180212"/>
                <a:gd name="connsiteY15" fmla="*/ 234459 h 250564"/>
                <a:gd name="connsiteX16" fmla="*/ 110666 w 180212"/>
                <a:gd name="connsiteY16" fmla="*/ 250660 h 250564"/>
                <a:gd name="connsiteX17" fmla="*/ 162055 w 180212"/>
                <a:gd name="connsiteY17" fmla="*/ 209619 h 250564"/>
                <a:gd name="connsiteX18" fmla="*/ 157831 w 180212"/>
                <a:gd name="connsiteY18" fmla="*/ 206019 h 250564"/>
                <a:gd name="connsiteX19" fmla="*/ 104330 w 180212"/>
                <a:gd name="connsiteY19" fmla="*/ 95497 h 250564"/>
                <a:gd name="connsiteX20" fmla="*/ 120169 w 180212"/>
                <a:gd name="connsiteY20" fmla="*/ 116017 h 250564"/>
                <a:gd name="connsiteX21" fmla="*/ 51182 w 180212"/>
                <a:gd name="connsiteY21" fmla="*/ 232659 h 250564"/>
                <a:gd name="connsiteX22" fmla="*/ 30767 w 180212"/>
                <a:gd name="connsiteY22" fmla="*/ 208899 h 250564"/>
                <a:gd name="connsiteX23" fmla="*/ 71596 w 180212"/>
                <a:gd name="connsiteY23" fmla="*/ 112057 h 250564"/>
                <a:gd name="connsiteX24" fmla="*/ 104330 w 180212"/>
                <a:gd name="connsiteY24" fmla="*/ 95497 h 250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212" h="250564">
                  <a:moveTo>
                    <a:pt x="157831" y="206019"/>
                  </a:moveTo>
                  <a:cubicBezTo>
                    <a:pt x="138824" y="228339"/>
                    <a:pt x="134952" y="231579"/>
                    <a:pt x="128969" y="231579"/>
                  </a:cubicBezTo>
                  <a:cubicBezTo>
                    <a:pt x="125449" y="231579"/>
                    <a:pt x="122633" y="228339"/>
                    <a:pt x="122633" y="224379"/>
                  </a:cubicBezTo>
                  <a:cubicBezTo>
                    <a:pt x="122633" y="219339"/>
                    <a:pt x="133896" y="175418"/>
                    <a:pt x="145512" y="135818"/>
                  </a:cubicBezTo>
                  <a:cubicBezTo>
                    <a:pt x="155015" y="102697"/>
                    <a:pt x="162407" y="73896"/>
                    <a:pt x="180358" y="1895"/>
                  </a:cubicBezTo>
                  <a:lnTo>
                    <a:pt x="178598" y="95"/>
                  </a:lnTo>
                  <a:cubicBezTo>
                    <a:pt x="159943" y="4055"/>
                    <a:pt x="147272" y="6215"/>
                    <a:pt x="124745" y="8375"/>
                  </a:cubicBezTo>
                  <a:lnTo>
                    <a:pt x="124745" y="14495"/>
                  </a:lnTo>
                  <a:cubicBezTo>
                    <a:pt x="144104" y="15215"/>
                    <a:pt x="146568" y="16295"/>
                    <a:pt x="146568" y="23855"/>
                  </a:cubicBezTo>
                  <a:cubicBezTo>
                    <a:pt x="146568" y="28536"/>
                    <a:pt x="146216" y="30696"/>
                    <a:pt x="141288" y="49056"/>
                  </a:cubicBezTo>
                  <a:lnTo>
                    <a:pt x="125801" y="108097"/>
                  </a:lnTo>
                  <a:cubicBezTo>
                    <a:pt x="122985" y="92977"/>
                    <a:pt x="116650" y="87217"/>
                    <a:pt x="102922" y="87217"/>
                  </a:cubicBezTo>
                  <a:cubicBezTo>
                    <a:pt x="57165" y="87217"/>
                    <a:pt x="145" y="154898"/>
                    <a:pt x="145" y="208899"/>
                  </a:cubicBezTo>
                  <a:cubicBezTo>
                    <a:pt x="145" y="234459"/>
                    <a:pt x="14224" y="249940"/>
                    <a:pt x="37102" y="249940"/>
                  </a:cubicBezTo>
                  <a:cubicBezTo>
                    <a:pt x="61037" y="249940"/>
                    <a:pt x="76524" y="238419"/>
                    <a:pt x="100459" y="202419"/>
                  </a:cubicBezTo>
                  <a:cubicBezTo>
                    <a:pt x="96587" y="220779"/>
                    <a:pt x="95883" y="226179"/>
                    <a:pt x="95883" y="234459"/>
                  </a:cubicBezTo>
                  <a:cubicBezTo>
                    <a:pt x="95883" y="244180"/>
                    <a:pt x="101866" y="250660"/>
                    <a:pt x="110666" y="250660"/>
                  </a:cubicBezTo>
                  <a:cubicBezTo>
                    <a:pt x="125449" y="250660"/>
                    <a:pt x="143752" y="235899"/>
                    <a:pt x="162055" y="209619"/>
                  </a:cubicBezTo>
                  <a:lnTo>
                    <a:pt x="157831" y="206019"/>
                  </a:lnTo>
                  <a:close/>
                  <a:moveTo>
                    <a:pt x="104330" y="95497"/>
                  </a:moveTo>
                  <a:cubicBezTo>
                    <a:pt x="114890" y="96217"/>
                    <a:pt x="120169" y="103057"/>
                    <a:pt x="120169" y="116017"/>
                  </a:cubicBezTo>
                  <a:cubicBezTo>
                    <a:pt x="120169" y="170738"/>
                    <a:pt x="83564" y="232659"/>
                    <a:pt x="51182" y="232659"/>
                  </a:cubicBezTo>
                  <a:cubicBezTo>
                    <a:pt x="39214" y="232659"/>
                    <a:pt x="30767" y="222939"/>
                    <a:pt x="30767" y="208899"/>
                  </a:cubicBezTo>
                  <a:cubicBezTo>
                    <a:pt x="30767" y="179018"/>
                    <a:pt x="48366" y="137258"/>
                    <a:pt x="71596" y="112057"/>
                  </a:cubicBezTo>
                  <a:cubicBezTo>
                    <a:pt x="81452" y="101617"/>
                    <a:pt x="94475" y="94777"/>
                    <a:pt x="104330" y="95497"/>
                  </a:cubicBez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0B1CC3CD-A0A2-C0E6-E085-25E22E0150B5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7848012" y="5820062"/>
              <a:ext cx="91162" cy="200523"/>
            </a:xfrm>
            <a:custGeom>
              <a:avLst/>
              <a:gdLst>
                <a:gd name="connsiteX0" fmla="*/ 91312 w 91162"/>
                <a:gd name="connsiteY0" fmla="*/ 42576 h 200523"/>
                <a:gd name="connsiteX1" fmla="*/ 63154 w 91162"/>
                <a:gd name="connsiteY1" fmla="*/ 42576 h 200523"/>
                <a:gd name="connsiteX2" fmla="*/ 73009 w 91162"/>
                <a:gd name="connsiteY2" fmla="*/ 5495 h 200523"/>
                <a:gd name="connsiteX3" fmla="*/ 73361 w 91162"/>
                <a:gd name="connsiteY3" fmla="*/ 3695 h 200523"/>
                <a:gd name="connsiteX4" fmla="*/ 70545 w 91162"/>
                <a:gd name="connsiteY4" fmla="*/ 95 h 200523"/>
                <a:gd name="connsiteX5" fmla="*/ 65266 w 91162"/>
                <a:gd name="connsiteY5" fmla="*/ 3335 h 200523"/>
                <a:gd name="connsiteX6" fmla="*/ 18453 w 91162"/>
                <a:gd name="connsiteY6" fmla="*/ 42936 h 200523"/>
                <a:gd name="connsiteX7" fmla="*/ 7189 w 91162"/>
                <a:gd name="connsiteY7" fmla="*/ 51936 h 200523"/>
                <a:gd name="connsiteX8" fmla="*/ 7541 w 91162"/>
                <a:gd name="connsiteY8" fmla="*/ 54096 h 200523"/>
                <a:gd name="connsiteX9" fmla="*/ 33588 w 91162"/>
                <a:gd name="connsiteY9" fmla="*/ 54096 h 200523"/>
                <a:gd name="connsiteX10" fmla="*/ 8245 w 91162"/>
                <a:gd name="connsiteY10" fmla="*/ 153098 h 200523"/>
                <a:gd name="connsiteX11" fmla="*/ 6133 w 91162"/>
                <a:gd name="connsiteY11" fmla="*/ 160658 h 200523"/>
                <a:gd name="connsiteX12" fmla="*/ 150 w 91162"/>
                <a:gd name="connsiteY12" fmla="*/ 186939 h 200523"/>
                <a:gd name="connsiteX13" fmla="*/ 17045 w 91162"/>
                <a:gd name="connsiteY13" fmla="*/ 200619 h 200523"/>
                <a:gd name="connsiteX14" fmla="*/ 67026 w 91162"/>
                <a:gd name="connsiteY14" fmla="*/ 157058 h 200523"/>
                <a:gd name="connsiteX15" fmla="*/ 62450 w 91162"/>
                <a:gd name="connsiteY15" fmla="*/ 154538 h 200523"/>
                <a:gd name="connsiteX16" fmla="*/ 33940 w 91162"/>
                <a:gd name="connsiteY16" fmla="*/ 182979 h 200523"/>
                <a:gd name="connsiteX17" fmla="*/ 28660 w 91162"/>
                <a:gd name="connsiteY17" fmla="*/ 175778 h 200523"/>
                <a:gd name="connsiteX18" fmla="*/ 29012 w 91162"/>
                <a:gd name="connsiteY18" fmla="*/ 173978 h 200523"/>
                <a:gd name="connsiteX19" fmla="*/ 59986 w 91162"/>
                <a:gd name="connsiteY19" fmla="*/ 54096 h 200523"/>
                <a:gd name="connsiteX20" fmla="*/ 89552 w 91162"/>
                <a:gd name="connsiteY20" fmla="*/ 54096 h 200523"/>
                <a:gd name="connsiteX21" fmla="*/ 91312 w 91162"/>
                <a:gd name="connsiteY21" fmla="*/ 42576 h 200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1162" h="200523">
                  <a:moveTo>
                    <a:pt x="91312" y="42576"/>
                  </a:moveTo>
                  <a:lnTo>
                    <a:pt x="63154" y="42576"/>
                  </a:lnTo>
                  <a:lnTo>
                    <a:pt x="73009" y="5495"/>
                  </a:lnTo>
                  <a:cubicBezTo>
                    <a:pt x="73361" y="4775"/>
                    <a:pt x="73361" y="4055"/>
                    <a:pt x="73361" y="3695"/>
                  </a:cubicBezTo>
                  <a:cubicBezTo>
                    <a:pt x="73361" y="1175"/>
                    <a:pt x="72305" y="95"/>
                    <a:pt x="70545" y="95"/>
                  </a:cubicBezTo>
                  <a:cubicBezTo>
                    <a:pt x="68434" y="95"/>
                    <a:pt x="67378" y="455"/>
                    <a:pt x="65266" y="3335"/>
                  </a:cubicBezTo>
                  <a:cubicBezTo>
                    <a:pt x="51539" y="21696"/>
                    <a:pt x="29716" y="39696"/>
                    <a:pt x="18453" y="42936"/>
                  </a:cubicBezTo>
                  <a:cubicBezTo>
                    <a:pt x="9653" y="45816"/>
                    <a:pt x="7189" y="47976"/>
                    <a:pt x="7189" y="51936"/>
                  </a:cubicBezTo>
                  <a:cubicBezTo>
                    <a:pt x="7189" y="52296"/>
                    <a:pt x="7189" y="53016"/>
                    <a:pt x="7541" y="54096"/>
                  </a:cubicBezTo>
                  <a:lnTo>
                    <a:pt x="33588" y="54096"/>
                  </a:lnTo>
                  <a:lnTo>
                    <a:pt x="8245" y="153098"/>
                  </a:lnTo>
                  <a:cubicBezTo>
                    <a:pt x="7541" y="156338"/>
                    <a:pt x="7189" y="157418"/>
                    <a:pt x="6133" y="160658"/>
                  </a:cubicBezTo>
                  <a:cubicBezTo>
                    <a:pt x="2966" y="171458"/>
                    <a:pt x="150" y="184059"/>
                    <a:pt x="150" y="186939"/>
                  </a:cubicBezTo>
                  <a:cubicBezTo>
                    <a:pt x="150" y="194859"/>
                    <a:pt x="7541" y="200619"/>
                    <a:pt x="17045" y="200619"/>
                  </a:cubicBezTo>
                  <a:cubicBezTo>
                    <a:pt x="33236" y="200619"/>
                    <a:pt x="44851" y="190539"/>
                    <a:pt x="67026" y="157058"/>
                  </a:cubicBezTo>
                  <a:lnTo>
                    <a:pt x="62450" y="154538"/>
                  </a:lnTo>
                  <a:cubicBezTo>
                    <a:pt x="45203" y="177219"/>
                    <a:pt x="39571" y="182979"/>
                    <a:pt x="33940" y="182979"/>
                  </a:cubicBezTo>
                  <a:cubicBezTo>
                    <a:pt x="30772" y="182979"/>
                    <a:pt x="28660" y="180099"/>
                    <a:pt x="28660" y="175778"/>
                  </a:cubicBezTo>
                  <a:cubicBezTo>
                    <a:pt x="28660" y="175418"/>
                    <a:pt x="28660" y="175058"/>
                    <a:pt x="29012" y="173978"/>
                  </a:cubicBezTo>
                  <a:lnTo>
                    <a:pt x="59986" y="54096"/>
                  </a:lnTo>
                  <a:lnTo>
                    <a:pt x="89552" y="54096"/>
                  </a:lnTo>
                  <a:lnTo>
                    <a:pt x="91312" y="42576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F8C5DCB2-72C1-FA54-62AA-EB599D2A302B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7965038" y="5732108"/>
              <a:ext cx="115906" cy="180089"/>
            </a:xfrm>
            <a:custGeom>
              <a:avLst/>
              <a:gdLst>
                <a:gd name="connsiteX0" fmla="*/ 116058 w 115906"/>
                <a:gd name="connsiteY0" fmla="*/ 143686 h 180089"/>
                <a:gd name="connsiteX1" fmla="*/ 112672 w 115906"/>
                <a:gd name="connsiteY1" fmla="*/ 142354 h 180089"/>
                <a:gd name="connsiteX2" fmla="*/ 87928 w 115906"/>
                <a:gd name="connsiteY2" fmla="*/ 159937 h 180089"/>
                <a:gd name="connsiteX3" fmla="*/ 25678 w 115906"/>
                <a:gd name="connsiteY3" fmla="*/ 159937 h 180089"/>
                <a:gd name="connsiteX4" fmla="*/ 69435 w 115906"/>
                <a:gd name="connsiteY4" fmla="*/ 113049 h 180089"/>
                <a:gd name="connsiteX5" fmla="*/ 102775 w 115906"/>
                <a:gd name="connsiteY5" fmla="*/ 47248 h 180089"/>
                <a:gd name="connsiteX6" fmla="*/ 54589 w 115906"/>
                <a:gd name="connsiteY6" fmla="*/ 94 h 180089"/>
                <a:gd name="connsiteX7" fmla="*/ 17082 w 115906"/>
                <a:gd name="connsiteY7" fmla="*/ 16611 h 180089"/>
                <a:gd name="connsiteX8" fmla="*/ 413 w 115906"/>
                <a:gd name="connsiteY8" fmla="*/ 53108 h 180089"/>
                <a:gd name="connsiteX9" fmla="*/ 5882 w 115906"/>
                <a:gd name="connsiteY9" fmla="*/ 54440 h 180089"/>
                <a:gd name="connsiteX10" fmla="*/ 43650 w 115906"/>
                <a:gd name="connsiteY10" fmla="*/ 19808 h 180089"/>
                <a:gd name="connsiteX11" fmla="*/ 80375 w 115906"/>
                <a:gd name="connsiteY11" fmla="*/ 57371 h 180089"/>
                <a:gd name="connsiteX12" fmla="*/ 46515 w 115906"/>
                <a:gd name="connsiteY12" fmla="*/ 126636 h 180089"/>
                <a:gd name="connsiteX13" fmla="*/ 152 w 115906"/>
                <a:gd name="connsiteY13" fmla="*/ 176987 h 180089"/>
                <a:gd name="connsiteX14" fmla="*/ 152 w 115906"/>
                <a:gd name="connsiteY14" fmla="*/ 180183 h 180089"/>
                <a:gd name="connsiteX15" fmla="*/ 101733 w 115906"/>
                <a:gd name="connsiteY15" fmla="*/ 180183 h 180089"/>
                <a:gd name="connsiteX16" fmla="*/ 116058 w 115906"/>
                <a:gd name="connsiteY16" fmla="*/ 143686 h 18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5906" h="180089">
                  <a:moveTo>
                    <a:pt x="116058" y="143686"/>
                  </a:moveTo>
                  <a:lnTo>
                    <a:pt x="112672" y="142354"/>
                  </a:lnTo>
                  <a:cubicBezTo>
                    <a:pt x="103035" y="157539"/>
                    <a:pt x="99649" y="159937"/>
                    <a:pt x="87928" y="159937"/>
                  </a:cubicBezTo>
                  <a:lnTo>
                    <a:pt x="25678" y="159937"/>
                  </a:lnTo>
                  <a:lnTo>
                    <a:pt x="69435" y="113049"/>
                  </a:lnTo>
                  <a:cubicBezTo>
                    <a:pt x="92617" y="88274"/>
                    <a:pt x="102775" y="68027"/>
                    <a:pt x="102775" y="47248"/>
                  </a:cubicBezTo>
                  <a:cubicBezTo>
                    <a:pt x="102775" y="20607"/>
                    <a:pt x="81677" y="94"/>
                    <a:pt x="54589" y="94"/>
                  </a:cubicBezTo>
                  <a:cubicBezTo>
                    <a:pt x="40263" y="94"/>
                    <a:pt x="26719" y="5955"/>
                    <a:pt x="17082" y="16611"/>
                  </a:cubicBezTo>
                  <a:cubicBezTo>
                    <a:pt x="8747" y="25669"/>
                    <a:pt x="4840" y="34194"/>
                    <a:pt x="413" y="53108"/>
                  </a:cubicBezTo>
                  <a:lnTo>
                    <a:pt x="5882" y="54440"/>
                  </a:lnTo>
                  <a:cubicBezTo>
                    <a:pt x="16301" y="28333"/>
                    <a:pt x="25678" y="19808"/>
                    <a:pt x="43650" y="19808"/>
                  </a:cubicBezTo>
                  <a:cubicBezTo>
                    <a:pt x="65528" y="19808"/>
                    <a:pt x="80375" y="34993"/>
                    <a:pt x="80375" y="57371"/>
                  </a:cubicBezTo>
                  <a:cubicBezTo>
                    <a:pt x="80375" y="78150"/>
                    <a:pt x="68394" y="102926"/>
                    <a:pt x="46515" y="126636"/>
                  </a:cubicBezTo>
                  <a:lnTo>
                    <a:pt x="152" y="176987"/>
                  </a:lnTo>
                  <a:lnTo>
                    <a:pt x="152" y="180183"/>
                  </a:lnTo>
                  <a:lnTo>
                    <a:pt x="101733" y="180183"/>
                  </a:lnTo>
                  <a:lnTo>
                    <a:pt x="116058" y="143686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FCBA0DE3-282F-748D-60B9-E2CA040DDFBF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8268482" y="5636613"/>
              <a:ext cx="234065" cy="84241"/>
            </a:xfrm>
            <a:custGeom>
              <a:avLst/>
              <a:gdLst>
                <a:gd name="connsiteX0" fmla="*/ 222260 w 234065"/>
                <a:gd name="connsiteY0" fmla="*/ 14489 h 84241"/>
                <a:gd name="connsiteX1" fmla="*/ 234227 w 234065"/>
                <a:gd name="connsiteY1" fmla="*/ 7289 h 84241"/>
                <a:gd name="connsiteX2" fmla="*/ 222612 w 234065"/>
                <a:gd name="connsiteY2" fmla="*/ 88 h 84241"/>
                <a:gd name="connsiteX3" fmla="*/ 11777 w 234065"/>
                <a:gd name="connsiteY3" fmla="*/ 88 h 84241"/>
                <a:gd name="connsiteX4" fmla="*/ 162 w 234065"/>
                <a:gd name="connsiteY4" fmla="*/ 7289 h 84241"/>
                <a:gd name="connsiteX5" fmla="*/ 12129 w 234065"/>
                <a:gd name="connsiteY5" fmla="*/ 14489 h 84241"/>
                <a:gd name="connsiteX6" fmla="*/ 222260 w 234065"/>
                <a:gd name="connsiteY6" fmla="*/ 14489 h 84241"/>
                <a:gd name="connsiteX7" fmla="*/ 222612 w 234065"/>
                <a:gd name="connsiteY7" fmla="*/ 84330 h 84241"/>
                <a:gd name="connsiteX8" fmla="*/ 234227 w 234065"/>
                <a:gd name="connsiteY8" fmla="*/ 77130 h 84241"/>
                <a:gd name="connsiteX9" fmla="*/ 222260 w 234065"/>
                <a:gd name="connsiteY9" fmla="*/ 69930 h 84241"/>
                <a:gd name="connsiteX10" fmla="*/ 12129 w 234065"/>
                <a:gd name="connsiteY10" fmla="*/ 69930 h 84241"/>
                <a:gd name="connsiteX11" fmla="*/ 162 w 234065"/>
                <a:gd name="connsiteY11" fmla="*/ 77130 h 84241"/>
                <a:gd name="connsiteX12" fmla="*/ 11777 w 234065"/>
                <a:gd name="connsiteY12" fmla="*/ 84330 h 84241"/>
                <a:gd name="connsiteX13" fmla="*/ 222612 w 234065"/>
                <a:gd name="connsiteY13" fmla="*/ 84330 h 84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065" h="84241">
                  <a:moveTo>
                    <a:pt x="222260" y="14489"/>
                  </a:moveTo>
                  <a:cubicBezTo>
                    <a:pt x="227540" y="14489"/>
                    <a:pt x="234227" y="14489"/>
                    <a:pt x="234227" y="7289"/>
                  </a:cubicBezTo>
                  <a:cubicBezTo>
                    <a:pt x="234227" y="88"/>
                    <a:pt x="227540" y="88"/>
                    <a:pt x="222612" y="88"/>
                  </a:cubicBezTo>
                  <a:lnTo>
                    <a:pt x="11777" y="88"/>
                  </a:lnTo>
                  <a:cubicBezTo>
                    <a:pt x="6850" y="88"/>
                    <a:pt x="162" y="88"/>
                    <a:pt x="162" y="7289"/>
                  </a:cubicBezTo>
                  <a:cubicBezTo>
                    <a:pt x="162" y="14489"/>
                    <a:pt x="6850" y="14489"/>
                    <a:pt x="12129" y="14489"/>
                  </a:cubicBezTo>
                  <a:lnTo>
                    <a:pt x="222260" y="14489"/>
                  </a:lnTo>
                  <a:close/>
                  <a:moveTo>
                    <a:pt x="222612" y="84330"/>
                  </a:moveTo>
                  <a:cubicBezTo>
                    <a:pt x="227540" y="84330"/>
                    <a:pt x="234227" y="84330"/>
                    <a:pt x="234227" y="77130"/>
                  </a:cubicBezTo>
                  <a:cubicBezTo>
                    <a:pt x="234227" y="69930"/>
                    <a:pt x="227540" y="69930"/>
                    <a:pt x="222260" y="69930"/>
                  </a:cubicBezTo>
                  <a:lnTo>
                    <a:pt x="12129" y="69930"/>
                  </a:lnTo>
                  <a:cubicBezTo>
                    <a:pt x="6850" y="69930"/>
                    <a:pt x="162" y="69930"/>
                    <a:pt x="162" y="77130"/>
                  </a:cubicBezTo>
                  <a:cubicBezTo>
                    <a:pt x="162" y="84330"/>
                    <a:pt x="6850" y="84330"/>
                    <a:pt x="11777" y="84330"/>
                  </a:cubicBezTo>
                  <a:lnTo>
                    <a:pt x="222612" y="84330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05A6B29-1220-A0C0-E0FB-9E67BD7D9CC5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8631003" y="5671533"/>
              <a:ext cx="215058" cy="14400"/>
            </a:xfrm>
            <a:custGeom>
              <a:avLst/>
              <a:gdLst>
                <a:gd name="connsiteX0" fmla="*/ 202910 w 215058"/>
                <a:gd name="connsiteY0" fmla="*/ 14489 h 14400"/>
                <a:gd name="connsiteX1" fmla="*/ 215230 w 215058"/>
                <a:gd name="connsiteY1" fmla="*/ 7289 h 14400"/>
                <a:gd name="connsiteX2" fmla="*/ 202910 w 215058"/>
                <a:gd name="connsiteY2" fmla="*/ 89 h 14400"/>
                <a:gd name="connsiteX3" fmla="*/ 12490 w 215058"/>
                <a:gd name="connsiteY3" fmla="*/ 89 h 14400"/>
                <a:gd name="connsiteX4" fmla="*/ 171 w 215058"/>
                <a:gd name="connsiteY4" fmla="*/ 7289 h 14400"/>
                <a:gd name="connsiteX5" fmla="*/ 12490 w 215058"/>
                <a:gd name="connsiteY5" fmla="*/ 14489 h 14400"/>
                <a:gd name="connsiteX6" fmla="*/ 202910 w 215058"/>
                <a:gd name="connsiteY6" fmla="*/ 14489 h 14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058" h="14400">
                  <a:moveTo>
                    <a:pt x="202910" y="14489"/>
                  </a:moveTo>
                  <a:cubicBezTo>
                    <a:pt x="208894" y="14489"/>
                    <a:pt x="215230" y="14489"/>
                    <a:pt x="215230" y="7289"/>
                  </a:cubicBezTo>
                  <a:cubicBezTo>
                    <a:pt x="215230" y="89"/>
                    <a:pt x="208894" y="89"/>
                    <a:pt x="202910" y="89"/>
                  </a:cubicBezTo>
                  <a:lnTo>
                    <a:pt x="12490" y="89"/>
                  </a:lnTo>
                  <a:cubicBezTo>
                    <a:pt x="6507" y="89"/>
                    <a:pt x="171" y="89"/>
                    <a:pt x="171" y="7289"/>
                  </a:cubicBezTo>
                  <a:cubicBezTo>
                    <a:pt x="171" y="14489"/>
                    <a:pt x="6507" y="14489"/>
                    <a:pt x="12490" y="14489"/>
                  </a:cubicBezTo>
                  <a:lnTo>
                    <a:pt x="202910" y="14489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47795BE-962D-AE23-44A6-35A7398F45EA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8988764" y="5244640"/>
              <a:ext cx="173173" cy="863656"/>
            </a:xfrm>
            <a:custGeom>
              <a:avLst/>
              <a:gdLst>
                <a:gd name="connsiteX0" fmla="*/ 173353 w 173173"/>
                <a:gd name="connsiteY0" fmla="*/ 860131 h 863656"/>
                <a:gd name="connsiteX1" fmla="*/ 171945 w 173173"/>
                <a:gd name="connsiteY1" fmla="*/ 856891 h 863656"/>
                <a:gd name="connsiteX2" fmla="*/ 111757 w 173173"/>
                <a:gd name="connsiteY2" fmla="*/ 780570 h 863656"/>
                <a:gd name="connsiteX3" fmla="*/ 29394 w 173173"/>
                <a:gd name="connsiteY3" fmla="*/ 432083 h 863656"/>
                <a:gd name="connsiteX4" fmla="*/ 100142 w 173173"/>
                <a:gd name="connsiteY4" fmla="*/ 103037 h 863656"/>
                <a:gd name="connsiteX5" fmla="*/ 172297 w 173173"/>
                <a:gd name="connsiteY5" fmla="*/ 6555 h 863656"/>
                <a:gd name="connsiteX6" fmla="*/ 173353 w 173173"/>
                <a:gd name="connsiteY6" fmla="*/ 3675 h 863656"/>
                <a:gd name="connsiteX7" fmla="*/ 165962 w 173173"/>
                <a:gd name="connsiteY7" fmla="*/ 75 h 863656"/>
                <a:gd name="connsiteX8" fmla="*/ 155050 w 173173"/>
                <a:gd name="connsiteY8" fmla="*/ 5475 h 863656"/>
                <a:gd name="connsiteX9" fmla="*/ 180 w 173173"/>
                <a:gd name="connsiteY9" fmla="*/ 431723 h 863656"/>
                <a:gd name="connsiteX10" fmla="*/ 121260 w 173173"/>
                <a:gd name="connsiteY10" fmla="*/ 823411 h 863656"/>
                <a:gd name="connsiteX11" fmla="*/ 156106 w 173173"/>
                <a:gd name="connsiteY11" fmla="*/ 859411 h 863656"/>
                <a:gd name="connsiteX12" fmla="*/ 165962 w 173173"/>
                <a:gd name="connsiteY12" fmla="*/ 863731 h 863656"/>
                <a:gd name="connsiteX13" fmla="*/ 173353 w 173173"/>
                <a:gd name="connsiteY13" fmla="*/ 860131 h 863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3173" h="863656">
                  <a:moveTo>
                    <a:pt x="173353" y="860131"/>
                  </a:moveTo>
                  <a:cubicBezTo>
                    <a:pt x="173353" y="858691"/>
                    <a:pt x="172649" y="857971"/>
                    <a:pt x="171945" y="856891"/>
                  </a:cubicBezTo>
                  <a:cubicBezTo>
                    <a:pt x="158922" y="843571"/>
                    <a:pt x="135339" y="819451"/>
                    <a:pt x="111757" y="780570"/>
                  </a:cubicBezTo>
                  <a:cubicBezTo>
                    <a:pt x="55088" y="687688"/>
                    <a:pt x="29394" y="570686"/>
                    <a:pt x="29394" y="432083"/>
                  </a:cubicBezTo>
                  <a:cubicBezTo>
                    <a:pt x="29394" y="335241"/>
                    <a:pt x="42065" y="210319"/>
                    <a:pt x="100142" y="103037"/>
                  </a:cubicBezTo>
                  <a:cubicBezTo>
                    <a:pt x="127948" y="51916"/>
                    <a:pt x="156810" y="22395"/>
                    <a:pt x="172297" y="6555"/>
                  </a:cubicBezTo>
                  <a:cubicBezTo>
                    <a:pt x="173353" y="5475"/>
                    <a:pt x="173353" y="4755"/>
                    <a:pt x="173353" y="3675"/>
                  </a:cubicBezTo>
                  <a:cubicBezTo>
                    <a:pt x="173353" y="75"/>
                    <a:pt x="170889" y="75"/>
                    <a:pt x="165962" y="75"/>
                  </a:cubicBezTo>
                  <a:cubicBezTo>
                    <a:pt x="161034" y="75"/>
                    <a:pt x="160330" y="75"/>
                    <a:pt x="155050" y="5475"/>
                  </a:cubicBezTo>
                  <a:cubicBezTo>
                    <a:pt x="37138" y="115277"/>
                    <a:pt x="180" y="280160"/>
                    <a:pt x="180" y="431723"/>
                  </a:cubicBezTo>
                  <a:cubicBezTo>
                    <a:pt x="180" y="573206"/>
                    <a:pt x="31858" y="715769"/>
                    <a:pt x="121260" y="823411"/>
                  </a:cubicBezTo>
                  <a:cubicBezTo>
                    <a:pt x="128300" y="831691"/>
                    <a:pt x="141675" y="846451"/>
                    <a:pt x="156106" y="859411"/>
                  </a:cubicBezTo>
                  <a:cubicBezTo>
                    <a:pt x="160330" y="863731"/>
                    <a:pt x="161034" y="863731"/>
                    <a:pt x="165962" y="863731"/>
                  </a:cubicBezTo>
                  <a:cubicBezTo>
                    <a:pt x="170889" y="863731"/>
                    <a:pt x="173353" y="863731"/>
                    <a:pt x="173353" y="860131"/>
                  </a:cubicBez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BE469C7A-20C5-5A89-72B6-5CBD7BE23B74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9269011" y="5278216"/>
              <a:ext cx="157334" cy="249844"/>
            </a:xfrm>
            <a:custGeom>
              <a:avLst/>
              <a:gdLst>
                <a:gd name="connsiteX0" fmla="*/ 140982 w 157334"/>
                <a:gd name="connsiteY0" fmla="*/ 206725 h 249844"/>
                <a:gd name="connsiteX1" fmla="*/ 135702 w 157334"/>
                <a:gd name="connsiteY1" fmla="*/ 216085 h 249844"/>
                <a:gd name="connsiteX2" fmla="*/ 119863 w 157334"/>
                <a:gd name="connsiteY2" fmla="*/ 231206 h 249844"/>
                <a:gd name="connsiteX3" fmla="*/ 91353 w 157334"/>
                <a:gd name="connsiteY3" fmla="*/ 184765 h 249844"/>
                <a:gd name="connsiteX4" fmla="*/ 78329 w 157334"/>
                <a:gd name="connsiteY4" fmla="*/ 153084 h 249844"/>
                <a:gd name="connsiteX5" fmla="*/ 157524 w 157334"/>
                <a:gd name="connsiteY5" fmla="*/ 97643 h 249844"/>
                <a:gd name="connsiteX6" fmla="*/ 157524 w 157334"/>
                <a:gd name="connsiteY6" fmla="*/ 91883 h 249844"/>
                <a:gd name="connsiteX7" fmla="*/ 93112 w 157334"/>
                <a:gd name="connsiteY7" fmla="*/ 91883 h 249844"/>
                <a:gd name="connsiteX8" fmla="*/ 93112 w 157334"/>
                <a:gd name="connsiteY8" fmla="*/ 97643 h 249844"/>
                <a:gd name="connsiteX9" fmla="*/ 98744 w 157334"/>
                <a:gd name="connsiteY9" fmla="*/ 97643 h 249844"/>
                <a:gd name="connsiteX10" fmla="*/ 112471 w 157334"/>
                <a:gd name="connsiteY10" fmla="*/ 104123 h 249844"/>
                <a:gd name="connsiteX11" fmla="*/ 62138 w 157334"/>
                <a:gd name="connsiteY11" fmla="*/ 154524 h 249844"/>
                <a:gd name="connsiteX12" fmla="*/ 47003 w 157334"/>
                <a:gd name="connsiteY12" fmla="*/ 166405 h 249844"/>
                <a:gd name="connsiteX13" fmla="*/ 89241 w 157334"/>
                <a:gd name="connsiteY13" fmla="*/ 1881 h 249844"/>
                <a:gd name="connsiteX14" fmla="*/ 87481 w 157334"/>
                <a:gd name="connsiteY14" fmla="*/ 81 h 249844"/>
                <a:gd name="connsiteX15" fmla="*/ 32572 w 157334"/>
                <a:gd name="connsiteY15" fmla="*/ 9802 h 249844"/>
                <a:gd name="connsiteX16" fmla="*/ 32572 w 157334"/>
                <a:gd name="connsiteY16" fmla="*/ 15562 h 249844"/>
                <a:gd name="connsiteX17" fmla="*/ 56507 w 157334"/>
                <a:gd name="connsiteY17" fmla="*/ 24562 h 249844"/>
                <a:gd name="connsiteX18" fmla="*/ 48763 w 157334"/>
                <a:gd name="connsiteY18" fmla="*/ 56963 h 249844"/>
                <a:gd name="connsiteX19" fmla="*/ 45595 w 157334"/>
                <a:gd name="connsiteY19" fmla="*/ 68843 h 249844"/>
                <a:gd name="connsiteX20" fmla="*/ 44891 w 157334"/>
                <a:gd name="connsiteY20" fmla="*/ 72083 h 249844"/>
                <a:gd name="connsiteX21" fmla="*/ 190 w 157334"/>
                <a:gd name="connsiteY21" fmla="*/ 245966 h 249844"/>
                <a:gd name="connsiteX22" fmla="*/ 26589 w 157334"/>
                <a:gd name="connsiteY22" fmla="*/ 245966 h 249844"/>
                <a:gd name="connsiteX23" fmla="*/ 43484 w 157334"/>
                <a:gd name="connsiteY23" fmla="*/ 181165 h 249844"/>
                <a:gd name="connsiteX24" fmla="*/ 58267 w 157334"/>
                <a:gd name="connsiteY24" fmla="*/ 169645 h 249844"/>
                <a:gd name="connsiteX25" fmla="*/ 79385 w 157334"/>
                <a:gd name="connsiteY25" fmla="*/ 220406 h 249844"/>
                <a:gd name="connsiteX26" fmla="*/ 107192 w 157334"/>
                <a:gd name="connsiteY26" fmla="*/ 249926 h 249844"/>
                <a:gd name="connsiteX27" fmla="*/ 146261 w 157334"/>
                <a:gd name="connsiteY27" fmla="*/ 210685 h 249844"/>
                <a:gd name="connsiteX28" fmla="*/ 140982 w 157334"/>
                <a:gd name="connsiteY28" fmla="*/ 206725 h 2498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57334" h="249844">
                  <a:moveTo>
                    <a:pt x="140982" y="206725"/>
                  </a:moveTo>
                  <a:lnTo>
                    <a:pt x="135702" y="216085"/>
                  </a:lnTo>
                  <a:cubicBezTo>
                    <a:pt x="129366" y="227246"/>
                    <a:pt x="125142" y="231206"/>
                    <a:pt x="119863" y="231206"/>
                  </a:cubicBezTo>
                  <a:cubicBezTo>
                    <a:pt x="112471" y="231206"/>
                    <a:pt x="105080" y="219326"/>
                    <a:pt x="91353" y="184765"/>
                  </a:cubicBezTo>
                  <a:cubicBezTo>
                    <a:pt x="89593" y="180085"/>
                    <a:pt x="84313" y="167125"/>
                    <a:pt x="78329" y="153084"/>
                  </a:cubicBezTo>
                  <a:cubicBezTo>
                    <a:pt x="130070" y="105923"/>
                    <a:pt x="140982" y="98723"/>
                    <a:pt x="157524" y="97643"/>
                  </a:cubicBezTo>
                  <a:lnTo>
                    <a:pt x="157524" y="91883"/>
                  </a:lnTo>
                  <a:lnTo>
                    <a:pt x="93112" y="91883"/>
                  </a:lnTo>
                  <a:lnTo>
                    <a:pt x="93112" y="97643"/>
                  </a:lnTo>
                  <a:lnTo>
                    <a:pt x="98744" y="97643"/>
                  </a:lnTo>
                  <a:cubicBezTo>
                    <a:pt x="107544" y="97643"/>
                    <a:pt x="112471" y="100163"/>
                    <a:pt x="112471" y="104123"/>
                  </a:cubicBezTo>
                  <a:cubicBezTo>
                    <a:pt x="112471" y="111324"/>
                    <a:pt x="94872" y="128964"/>
                    <a:pt x="62138" y="154524"/>
                  </a:cubicBezTo>
                  <a:cubicBezTo>
                    <a:pt x="57211" y="158484"/>
                    <a:pt x="52987" y="162084"/>
                    <a:pt x="47003" y="166405"/>
                  </a:cubicBezTo>
                  <a:lnTo>
                    <a:pt x="89241" y="1881"/>
                  </a:lnTo>
                  <a:lnTo>
                    <a:pt x="87481" y="81"/>
                  </a:lnTo>
                  <a:cubicBezTo>
                    <a:pt x="66714" y="4762"/>
                    <a:pt x="53339" y="7282"/>
                    <a:pt x="32572" y="9802"/>
                  </a:cubicBezTo>
                  <a:lnTo>
                    <a:pt x="32572" y="15562"/>
                  </a:lnTo>
                  <a:cubicBezTo>
                    <a:pt x="49467" y="15202"/>
                    <a:pt x="56155" y="17722"/>
                    <a:pt x="56507" y="24562"/>
                  </a:cubicBezTo>
                  <a:cubicBezTo>
                    <a:pt x="55803" y="30682"/>
                    <a:pt x="53339" y="40402"/>
                    <a:pt x="48763" y="56963"/>
                  </a:cubicBezTo>
                  <a:cubicBezTo>
                    <a:pt x="47355" y="62003"/>
                    <a:pt x="46299" y="65963"/>
                    <a:pt x="45595" y="68843"/>
                  </a:cubicBezTo>
                  <a:lnTo>
                    <a:pt x="44891" y="72083"/>
                  </a:lnTo>
                  <a:lnTo>
                    <a:pt x="190" y="245966"/>
                  </a:lnTo>
                  <a:lnTo>
                    <a:pt x="26589" y="245966"/>
                  </a:lnTo>
                  <a:lnTo>
                    <a:pt x="43484" y="181165"/>
                  </a:lnTo>
                  <a:lnTo>
                    <a:pt x="58267" y="169645"/>
                  </a:lnTo>
                  <a:cubicBezTo>
                    <a:pt x="63898" y="185485"/>
                    <a:pt x="73050" y="207445"/>
                    <a:pt x="79385" y="220406"/>
                  </a:cubicBezTo>
                  <a:cubicBezTo>
                    <a:pt x="90649" y="243086"/>
                    <a:pt x="96984" y="249926"/>
                    <a:pt x="107192" y="249926"/>
                  </a:cubicBezTo>
                  <a:cubicBezTo>
                    <a:pt x="121271" y="249926"/>
                    <a:pt x="130422" y="240926"/>
                    <a:pt x="146261" y="210685"/>
                  </a:cubicBezTo>
                  <a:lnTo>
                    <a:pt x="140982" y="206725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4F39A1AE-8E62-90F7-CC3E-5F2713AE164C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9217975" y="5671171"/>
              <a:ext cx="255080" cy="14450"/>
            </a:xfrm>
            <a:custGeom>
              <a:avLst/>
              <a:gdLst>
                <a:gd name="connsiteX0" fmla="*/ 0 w 255080"/>
                <a:gd name="connsiteY0" fmla="*/ 0 h 14450"/>
                <a:gd name="connsiteX1" fmla="*/ 255080 w 255080"/>
                <a:gd name="connsiteY1" fmla="*/ 0 h 14450"/>
                <a:gd name="connsiteX2" fmla="*/ 255080 w 255080"/>
                <a:gd name="connsiteY2" fmla="*/ 14451 h 14450"/>
                <a:gd name="connsiteX3" fmla="*/ 0 w 255080"/>
                <a:gd name="connsiteY3" fmla="*/ 14451 h 14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5080" h="14450">
                  <a:moveTo>
                    <a:pt x="0" y="0"/>
                  </a:moveTo>
                  <a:lnTo>
                    <a:pt x="255080" y="0"/>
                  </a:lnTo>
                  <a:lnTo>
                    <a:pt x="255080" y="14451"/>
                  </a:lnTo>
                  <a:lnTo>
                    <a:pt x="0" y="14451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4EF03C7D-EB25-883A-BA79-480FD6670124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9222199" y="5857863"/>
              <a:ext cx="243568" cy="162003"/>
            </a:xfrm>
            <a:custGeom>
              <a:avLst/>
              <a:gdLst>
                <a:gd name="connsiteX0" fmla="*/ 238478 w 243568"/>
                <a:gd name="connsiteY0" fmla="*/ 116738 h 162003"/>
                <a:gd name="connsiteX1" fmla="*/ 231087 w 243568"/>
                <a:gd name="connsiteY1" fmla="*/ 126098 h 162003"/>
                <a:gd name="connsiteX2" fmla="*/ 208560 w 243568"/>
                <a:gd name="connsiteY2" fmla="*/ 145178 h 162003"/>
                <a:gd name="connsiteX3" fmla="*/ 203985 w 243568"/>
                <a:gd name="connsiteY3" fmla="*/ 139418 h 162003"/>
                <a:gd name="connsiteX4" fmla="*/ 207504 w 243568"/>
                <a:gd name="connsiteY4" fmla="*/ 123218 h 162003"/>
                <a:gd name="connsiteX5" fmla="*/ 231439 w 243568"/>
                <a:gd name="connsiteY5" fmla="*/ 32856 h 162003"/>
                <a:gd name="connsiteX6" fmla="*/ 232495 w 243568"/>
                <a:gd name="connsiteY6" fmla="*/ 22776 h 162003"/>
                <a:gd name="connsiteX7" fmla="*/ 211728 w 243568"/>
                <a:gd name="connsiteY7" fmla="*/ 95 h 162003"/>
                <a:gd name="connsiteX8" fmla="*/ 189553 w 243568"/>
                <a:gd name="connsiteY8" fmla="*/ 8015 h 162003"/>
                <a:gd name="connsiteX9" fmla="*/ 133589 w 243568"/>
                <a:gd name="connsiteY9" fmla="*/ 76417 h 162003"/>
                <a:gd name="connsiteX10" fmla="*/ 147668 w 243568"/>
                <a:gd name="connsiteY10" fmla="*/ 21696 h 162003"/>
                <a:gd name="connsiteX11" fmla="*/ 127605 w 243568"/>
                <a:gd name="connsiteY11" fmla="*/ 95 h 162003"/>
                <a:gd name="connsiteX12" fmla="*/ 49114 w 243568"/>
                <a:gd name="connsiteY12" fmla="*/ 76057 h 162003"/>
                <a:gd name="connsiteX13" fmla="*/ 69529 w 243568"/>
                <a:gd name="connsiteY13" fmla="*/ 815 h 162003"/>
                <a:gd name="connsiteX14" fmla="*/ 68473 w 243568"/>
                <a:gd name="connsiteY14" fmla="*/ 95 h 162003"/>
                <a:gd name="connsiteX15" fmla="*/ 12156 w 243568"/>
                <a:gd name="connsiteY15" fmla="*/ 11256 h 162003"/>
                <a:gd name="connsiteX16" fmla="*/ 12156 w 243568"/>
                <a:gd name="connsiteY16" fmla="*/ 17016 h 162003"/>
                <a:gd name="connsiteX17" fmla="*/ 20956 w 243568"/>
                <a:gd name="connsiteY17" fmla="*/ 17016 h 162003"/>
                <a:gd name="connsiteX18" fmla="*/ 34683 w 243568"/>
                <a:gd name="connsiteY18" fmla="*/ 24936 h 162003"/>
                <a:gd name="connsiteX19" fmla="*/ 13916 w 243568"/>
                <a:gd name="connsiteY19" fmla="*/ 107377 h 162003"/>
                <a:gd name="connsiteX20" fmla="*/ 189 w 243568"/>
                <a:gd name="connsiteY20" fmla="*/ 158858 h 162003"/>
                <a:gd name="connsiteX21" fmla="*/ 26588 w 243568"/>
                <a:gd name="connsiteY21" fmla="*/ 158858 h 162003"/>
                <a:gd name="connsiteX22" fmla="*/ 60729 w 243568"/>
                <a:gd name="connsiteY22" fmla="*/ 69577 h 162003"/>
                <a:gd name="connsiteX23" fmla="*/ 113526 w 243568"/>
                <a:gd name="connsiteY23" fmla="*/ 18816 h 162003"/>
                <a:gd name="connsiteX24" fmla="*/ 120566 w 243568"/>
                <a:gd name="connsiteY24" fmla="*/ 27816 h 162003"/>
                <a:gd name="connsiteX25" fmla="*/ 87128 w 243568"/>
                <a:gd name="connsiteY25" fmla="*/ 158858 h 162003"/>
                <a:gd name="connsiteX26" fmla="*/ 113526 w 243568"/>
                <a:gd name="connsiteY26" fmla="*/ 158858 h 162003"/>
                <a:gd name="connsiteX27" fmla="*/ 152596 w 243568"/>
                <a:gd name="connsiteY27" fmla="*/ 59136 h 162003"/>
                <a:gd name="connsiteX28" fmla="*/ 197649 w 243568"/>
                <a:gd name="connsiteY28" fmla="*/ 18816 h 162003"/>
                <a:gd name="connsiteX29" fmla="*/ 204689 w 243568"/>
                <a:gd name="connsiteY29" fmla="*/ 26376 h 162003"/>
                <a:gd name="connsiteX30" fmla="*/ 202225 w 243568"/>
                <a:gd name="connsiteY30" fmla="*/ 38976 h 162003"/>
                <a:gd name="connsiteX31" fmla="*/ 181810 w 243568"/>
                <a:gd name="connsiteY31" fmla="*/ 121778 h 162003"/>
                <a:gd name="connsiteX32" fmla="*/ 177234 w 243568"/>
                <a:gd name="connsiteY32" fmla="*/ 145538 h 162003"/>
                <a:gd name="connsiteX33" fmla="*/ 191313 w 243568"/>
                <a:gd name="connsiteY33" fmla="*/ 162098 h 162003"/>
                <a:gd name="connsiteX34" fmla="*/ 241998 w 243568"/>
                <a:gd name="connsiteY34" fmla="*/ 123578 h 162003"/>
                <a:gd name="connsiteX35" fmla="*/ 243758 w 243568"/>
                <a:gd name="connsiteY35" fmla="*/ 121058 h 162003"/>
                <a:gd name="connsiteX36" fmla="*/ 238478 w 243568"/>
                <a:gd name="connsiteY36" fmla="*/ 116738 h 1620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243568" h="162003">
                  <a:moveTo>
                    <a:pt x="238478" y="116738"/>
                  </a:moveTo>
                  <a:cubicBezTo>
                    <a:pt x="234959" y="121058"/>
                    <a:pt x="232143" y="124658"/>
                    <a:pt x="231087" y="126098"/>
                  </a:cubicBezTo>
                  <a:cubicBezTo>
                    <a:pt x="221232" y="139058"/>
                    <a:pt x="213840" y="145178"/>
                    <a:pt x="208560" y="145178"/>
                  </a:cubicBezTo>
                  <a:cubicBezTo>
                    <a:pt x="205744" y="145178"/>
                    <a:pt x="203985" y="143018"/>
                    <a:pt x="203985" y="139418"/>
                  </a:cubicBezTo>
                  <a:cubicBezTo>
                    <a:pt x="203985" y="137618"/>
                    <a:pt x="205393" y="131858"/>
                    <a:pt x="207504" y="123218"/>
                  </a:cubicBezTo>
                  <a:lnTo>
                    <a:pt x="231439" y="32856"/>
                  </a:lnTo>
                  <a:cubicBezTo>
                    <a:pt x="231791" y="31416"/>
                    <a:pt x="232495" y="24936"/>
                    <a:pt x="232495" y="22776"/>
                  </a:cubicBezTo>
                  <a:cubicBezTo>
                    <a:pt x="232495" y="9815"/>
                    <a:pt x="223695" y="95"/>
                    <a:pt x="211728" y="95"/>
                  </a:cubicBezTo>
                  <a:cubicBezTo>
                    <a:pt x="205041" y="95"/>
                    <a:pt x="198001" y="2615"/>
                    <a:pt x="189553" y="8015"/>
                  </a:cubicBezTo>
                  <a:cubicBezTo>
                    <a:pt x="172307" y="19536"/>
                    <a:pt x="157875" y="36816"/>
                    <a:pt x="133589" y="76417"/>
                  </a:cubicBezTo>
                  <a:cubicBezTo>
                    <a:pt x="142388" y="49056"/>
                    <a:pt x="147668" y="28536"/>
                    <a:pt x="147668" y="21696"/>
                  </a:cubicBezTo>
                  <a:cubicBezTo>
                    <a:pt x="147668" y="9095"/>
                    <a:pt x="139573" y="95"/>
                    <a:pt x="127605" y="95"/>
                  </a:cubicBezTo>
                  <a:cubicBezTo>
                    <a:pt x="106135" y="95"/>
                    <a:pt x="81496" y="23856"/>
                    <a:pt x="49114" y="76057"/>
                  </a:cubicBezTo>
                  <a:lnTo>
                    <a:pt x="69529" y="815"/>
                  </a:lnTo>
                  <a:lnTo>
                    <a:pt x="68473" y="95"/>
                  </a:lnTo>
                  <a:cubicBezTo>
                    <a:pt x="48762" y="4415"/>
                    <a:pt x="41371" y="5855"/>
                    <a:pt x="12156" y="11256"/>
                  </a:cubicBezTo>
                  <a:lnTo>
                    <a:pt x="12156" y="17016"/>
                  </a:lnTo>
                  <a:lnTo>
                    <a:pt x="20956" y="17016"/>
                  </a:lnTo>
                  <a:cubicBezTo>
                    <a:pt x="30107" y="17016"/>
                    <a:pt x="34683" y="19536"/>
                    <a:pt x="34683" y="24936"/>
                  </a:cubicBezTo>
                  <a:cubicBezTo>
                    <a:pt x="34683" y="28896"/>
                    <a:pt x="26588" y="61656"/>
                    <a:pt x="13916" y="107377"/>
                  </a:cubicBezTo>
                  <a:cubicBezTo>
                    <a:pt x="5821" y="136898"/>
                    <a:pt x="4765" y="140498"/>
                    <a:pt x="189" y="158858"/>
                  </a:cubicBezTo>
                  <a:lnTo>
                    <a:pt x="26588" y="158858"/>
                  </a:lnTo>
                  <a:cubicBezTo>
                    <a:pt x="43483" y="101617"/>
                    <a:pt x="48762" y="88297"/>
                    <a:pt x="60729" y="69577"/>
                  </a:cubicBezTo>
                  <a:cubicBezTo>
                    <a:pt x="80440" y="38976"/>
                    <a:pt x="101559" y="18816"/>
                    <a:pt x="113526" y="18816"/>
                  </a:cubicBezTo>
                  <a:cubicBezTo>
                    <a:pt x="118102" y="18816"/>
                    <a:pt x="120566" y="22056"/>
                    <a:pt x="120566" y="27816"/>
                  </a:cubicBezTo>
                  <a:cubicBezTo>
                    <a:pt x="120566" y="31056"/>
                    <a:pt x="109302" y="74617"/>
                    <a:pt x="87128" y="158858"/>
                  </a:cubicBezTo>
                  <a:lnTo>
                    <a:pt x="113526" y="158858"/>
                  </a:lnTo>
                  <a:cubicBezTo>
                    <a:pt x="127605" y="102697"/>
                    <a:pt x="134645" y="84697"/>
                    <a:pt x="152596" y="59136"/>
                  </a:cubicBezTo>
                  <a:cubicBezTo>
                    <a:pt x="169843" y="34656"/>
                    <a:pt x="187442" y="18816"/>
                    <a:pt x="197649" y="18816"/>
                  </a:cubicBezTo>
                  <a:cubicBezTo>
                    <a:pt x="201521" y="18816"/>
                    <a:pt x="204689" y="22416"/>
                    <a:pt x="204689" y="26376"/>
                  </a:cubicBezTo>
                  <a:cubicBezTo>
                    <a:pt x="204689" y="28176"/>
                    <a:pt x="203985" y="32496"/>
                    <a:pt x="202225" y="38976"/>
                  </a:cubicBezTo>
                  <a:lnTo>
                    <a:pt x="181810" y="121778"/>
                  </a:lnTo>
                  <a:cubicBezTo>
                    <a:pt x="178642" y="135098"/>
                    <a:pt x="177234" y="141938"/>
                    <a:pt x="177234" y="145538"/>
                  </a:cubicBezTo>
                  <a:cubicBezTo>
                    <a:pt x="177234" y="156338"/>
                    <a:pt x="182162" y="162098"/>
                    <a:pt x="191313" y="162098"/>
                  </a:cubicBezTo>
                  <a:cubicBezTo>
                    <a:pt x="207856" y="162098"/>
                    <a:pt x="223343" y="150218"/>
                    <a:pt x="241998" y="123578"/>
                  </a:cubicBezTo>
                  <a:lnTo>
                    <a:pt x="243758" y="121058"/>
                  </a:lnTo>
                  <a:lnTo>
                    <a:pt x="238478" y="116738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E79ACB7-6C3A-33F0-E9D4-BD3E67784E0B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9527770" y="5244640"/>
              <a:ext cx="173173" cy="863656"/>
            </a:xfrm>
            <a:custGeom>
              <a:avLst/>
              <a:gdLst>
                <a:gd name="connsiteX0" fmla="*/ 173370 w 173173"/>
                <a:gd name="connsiteY0" fmla="*/ 432083 h 863656"/>
                <a:gd name="connsiteX1" fmla="*/ 52289 w 173173"/>
                <a:gd name="connsiteY1" fmla="*/ 40396 h 863656"/>
                <a:gd name="connsiteX2" fmla="*/ 17444 w 173173"/>
                <a:gd name="connsiteY2" fmla="*/ 4395 h 863656"/>
                <a:gd name="connsiteX3" fmla="*/ 7588 w 173173"/>
                <a:gd name="connsiteY3" fmla="*/ 75 h 863656"/>
                <a:gd name="connsiteX4" fmla="*/ 197 w 173173"/>
                <a:gd name="connsiteY4" fmla="*/ 3675 h 863656"/>
                <a:gd name="connsiteX5" fmla="*/ 2309 w 173173"/>
                <a:gd name="connsiteY5" fmla="*/ 7275 h 863656"/>
                <a:gd name="connsiteX6" fmla="*/ 61793 w 173173"/>
                <a:gd name="connsiteY6" fmla="*/ 83237 h 863656"/>
                <a:gd name="connsiteX7" fmla="*/ 144156 w 173173"/>
                <a:gd name="connsiteY7" fmla="*/ 431723 h 863656"/>
                <a:gd name="connsiteX8" fmla="*/ 73408 w 173173"/>
                <a:gd name="connsiteY8" fmla="*/ 760770 h 863656"/>
                <a:gd name="connsiteX9" fmla="*/ 1605 w 173173"/>
                <a:gd name="connsiteY9" fmla="*/ 856891 h 863656"/>
                <a:gd name="connsiteX10" fmla="*/ 197 w 173173"/>
                <a:gd name="connsiteY10" fmla="*/ 860131 h 863656"/>
                <a:gd name="connsiteX11" fmla="*/ 7588 w 173173"/>
                <a:gd name="connsiteY11" fmla="*/ 863731 h 863656"/>
                <a:gd name="connsiteX12" fmla="*/ 18500 w 173173"/>
                <a:gd name="connsiteY12" fmla="*/ 858331 h 863656"/>
                <a:gd name="connsiteX13" fmla="*/ 173370 w 173173"/>
                <a:gd name="connsiteY13" fmla="*/ 432083 h 863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3173" h="863656">
                  <a:moveTo>
                    <a:pt x="173370" y="432083"/>
                  </a:moveTo>
                  <a:cubicBezTo>
                    <a:pt x="173370" y="290601"/>
                    <a:pt x="141692" y="148038"/>
                    <a:pt x="52289" y="40396"/>
                  </a:cubicBezTo>
                  <a:cubicBezTo>
                    <a:pt x="45250" y="32116"/>
                    <a:pt x="31875" y="17355"/>
                    <a:pt x="17444" y="4395"/>
                  </a:cubicBezTo>
                  <a:cubicBezTo>
                    <a:pt x="13220" y="75"/>
                    <a:pt x="12516" y="75"/>
                    <a:pt x="7588" y="75"/>
                  </a:cubicBezTo>
                  <a:cubicBezTo>
                    <a:pt x="3364" y="75"/>
                    <a:pt x="197" y="75"/>
                    <a:pt x="197" y="3675"/>
                  </a:cubicBezTo>
                  <a:cubicBezTo>
                    <a:pt x="197" y="5115"/>
                    <a:pt x="1605" y="6555"/>
                    <a:pt x="2309" y="7275"/>
                  </a:cubicBezTo>
                  <a:cubicBezTo>
                    <a:pt x="14628" y="20235"/>
                    <a:pt x="38210" y="44356"/>
                    <a:pt x="61793" y="83237"/>
                  </a:cubicBezTo>
                  <a:cubicBezTo>
                    <a:pt x="118461" y="176118"/>
                    <a:pt x="144156" y="293121"/>
                    <a:pt x="144156" y="431723"/>
                  </a:cubicBezTo>
                  <a:cubicBezTo>
                    <a:pt x="144156" y="528565"/>
                    <a:pt x="131485" y="653488"/>
                    <a:pt x="73408" y="760770"/>
                  </a:cubicBezTo>
                  <a:cubicBezTo>
                    <a:pt x="45602" y="811891"/>
                    <a:pt x="16388" y="841771"/>
                    <a:pt x="1605" y="856891"/>
                  </a:cubicBezTo>
                  <a:cubicBezTo>
                    <a:pt x="901" y="857971"/>
                    <a:pt x="197" y="859051"/>
                    <a:pt x="197" y="860131"/>
                  </a:cubicBezTo>
                  <a:cubicBezTo>
                    <a:pt x="197" y="863731"/>
                    <a:pt x="3364" y="863731"/>
                    <a:pt x="7588" y="863731"/>
                  </a:cubicBezTo>
                  <a:cubicBezTo>
                    <a:pt x="12516" y="863731"/>
                    <a:pt x="13220" y="863731"/>
                    <a:pt x="18500" y="858331"/>
                  </a:cubicBezTo>
                  <a:cubicBezTo>
                    <a:pt x="136412" y="748529"/>
                    <a:pt x="173370" y="583646"/>
                    <a:pt x="173370" y="432083"/>
                  </a:cubicBez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F481C0F0-8BF5-4794-1C74-2906C30A98D1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9805229" y="5609972"/>
              <a:ext cx="166837" cy="162723"/>
            </a:xfrm>
            <a:custGeom>
              <a:avLst/>
              <a:gdLst>
                <a:gd name="connsiteX0" fmla="*/ 151204 w 166837"/>
                <a:gd name="connsiteY0" fmla="*/ 118891 h 162723"/>
                <a:gd name="connsiteX1" fmla="*/ 143461 w 166837"/>
                <a:gd name="connsiteY1" fmla="*/ 128611 h 162723"/>
                <a:gd name="connsiteX2" fmla="*/ 127270 w 166837"/>
                <a:gd name="connsiteY2" fmla="*/ 143011 h 162723"/>
                <a:gd name="connsiteX3" fmla="*/ 116359 w 166837"/>
                <a:gd name="connsiteY3" fmla="*/ 128251 h 162723"/>
                <a:gd name="connsiteX4" fmla="*/ 114951 w 166837"/>
                <a:gd name="connsiteY4" fmla="*/ 122131 h 162723"/>
                <a:gd name="connsiteX5" fmla="*/ 102279 w 166837"/>
                <a:gd name="connsiteY5" fmla="*/ 63810 h 162723"/>
                <a:gd name="connsiteX6" fmla="*/ 136773 w 166837"/>
                <a:gd name="connsiteY6" fmla="*/ 20249 h 162723"/>
                <a:gd name="connsiteX7" fmla="*/ 145221 w 166837"/>
                <a:gd name="connsiteY7" fmla="*/ 23129 h 162723"/>
                <a:gd name="connsiteX8" fmla="*/ 154724 w 166837"/>
                <a:gd name="connsiteY8" fmla="*/ 26369 h 162723"/>
                <a:gd name="connsiteX9" fmla="*/ 167043 w 166837"/>
                <a:gd name="connsiteY9" fmla="*/ 13409 h 162723"/>
                <a:gd name="connsiteX10" fmla="*/ 152612 w 166837"/>
                <a:gd name="connsiteY10" fmla="*/ 88 h 162723"/>
                <a:gd name="connsiteX11" fmla="*/ 99464 w 166837"/>
                <a:gd name="connsiteY11" fmla="*/ 51569 h 162723"/>
                <a:gd name="connsiteX12" fmla="*/ 95592 w 166837"/>
                <a:gd name="connsiteY12" fmla="*/ 31769 h 162723"/>
                <a:gd name="connsiteX13" fmla="*/ 77289 w 166837"/>
                <a:gd name="connsiteY13" fmla="*/ 88 h 162723"/>
                <a:gd name="connsiteX14" fmla="*/ 36107 w 166837"/>
                <a:gd name="connsiteY14" fmla="*/ 10529 h 162723"/>
                <a:gd name="connsiteX15" fmla="*/ 32236 w 166837"/>
                <a:gd name="connsiteY15" fmla="*/ 11969 h 162723"/>
                <a:gd name="connsiteX16" fmla="*/ 33644 w 166837"/>
                <a:gd name="connsiteY16" fmla="*/ 17369 h 162723"/>
                <a:gd name="connsiteX17" fmla="*/ 53354 w 166837"/>
                <a:gd name="connsiteY17" fmla="*/ 13409 h 162723"/>
                <a:gd name="connsiteX18" fmla="*/ 69193 w 166837"/>
                <a:gd name="connsiteY18" fmla="*/ 38249 h 162723"/>
                <a:gd name="connsiteX19" fmla="*/ 79401 w 166837"/>
                <a:gd name="connsiteY19" fmla="*/ 82530 h 162723"/>
                <a:gd name="connsiteX20" fmla="*/ 50539 w 166837"/>
                <a:gd name="connsiteY20" fmla="*/ 124651 h 162723"/>
                <a:gd name="connsiteX21" fmla="*/ 32588 w 166837"/>
                <a:gd name="connsiteY21" fmla="*/ 141931 h 162723"/>
                <a:gd name="connsiteX22" fmla="*/ 23436 w 166837"/>
                <a:gd name="connsiteY22" fmla="*/ 138691 h 162723"/>
                <a:gd name="connsiteX23" fmla="*/ 12173 w 166837"/>
                <a:gd name="connsiteY23" fmla="*/ 135091 h 162723"/>
                <a:gd name="connsiteX24" fmla="*/ 206 w 166837"/>
                <a:gd name="connsiteY24" fmla="*/ 147691 h 162723"/>
                <a:gd name="connsiteX25" fmla="*/ 17805 w 166837"/>
                <a:gd name="connsiteY25" fmla="*/ 162812 h 162723"/>
                <a:gd name="connsiteX26" fmla="*/ 50539 w 166837"/>
                <a:gd name="connsiteY26" fmla="*/ 137611 h 162723"/>
                <a:gd name="connsiteX27" fmla="*/ 82217 w 166837"/>
                <a:gd name="connsiteY27" fmla="*/ 95490 h 162723"/>
                <a:gd name="connsiteX28" fmla="*/ 92776 w 166837"/>
                <a:gd name="connsiteY28" fmla="*/ 138691 h 162723"/>
                <a:gd name="connsiteX29" fmla="*/ 113191 w 166837"/>
                <a:gd name="connsiteY29" fmla="*/ 162812 h 162723"/>
                <a:gd name="connsiteX30" fmla="*/ 156132 w 166837"/>
                <a:gd name="connsiteY30" fmla="*/ 121771 h 162723"/>
                <a:gd name="connsiteX31" fmla="*/ 151204 w 166837"/>
                <a:gd name="connsiteY31" fmla="*/ 118891 h 16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6837" h="162723">
                  <a:moveTo>
                    <a:pt x="151204" y="118891"/>
                  </a:moveTo>
                  <a:cubicBezTo>
                    <a:pt x="148389" y="122131"/>
                    <a:pt x="146629" y="124291"/>
                    <a:pt x="143461" y="128611"/>
                  </a:cubicBezTo>
                  <a:cubicBezTo>
                    <a:pt x="135365" y="139411"/>
                    <a:pt x="131142" y="143011"/>
                    <a:pt x="127270" y="143011"/>
                  </a:cubicBezTo>
                  <a:cubicBezTo>
                    <a:pt x="121990" y="143011"/>
                    <a:pt x="118822" y="138331"/>
                    <a:pt x="116359" y="128251"/>
                  </a:cubicBezTo>
                  <a:cubicBezTo>
                    <a:pt x="115655" y="125371"/>
                    <a:pt x="115303" y="123211"/>
                    <a:pt x="114951" y="122131"/>
                  </a:cubicBezTo>
                  <a:cubicBezTo>
                    <a:pt x="106151" y="85770"/>
                    <a:pt x="102279" y="69210"/>
                    <a:pt x="102279" y="63810"/>
                  </a:cubicBezTo>
                  <a:cubicBezTo>
                    <a:pt x="117766" y="36089"/>
                    <a:pt x="130438" y="20249"/>
                    <a:pt x="136773" y="20249"/>
                  </a:cubicBezTo>
                  <a:cubicBezTo>
                    <a:pt x="138885" y="20249"/>
                    <a:pt x="141701" y="21329"/>
                    <a:pt x="145221" y="23129"/>
                  </a:cubicBezTo>
                  <a:cubicBezTo>
                    <a:pt x="149444" y="25649"/>
                    <a:pt x="151908" y="26369"/>
                    <a:pt x="154724" y="26369"/>
                  </a:cubicBezTo>
                  <a:cubicBezTo>
                    <a:pt x="162116" y="26369"/>
                    <a:pt x="167043" y="20969"/>
                    <a:pt x="167043" y="13409"/>
                  </a:cubicBezTo>
                  <a:cubicBezTo>
                    <a:pt x="167043" y="5849"/>
                    <a:pt x="161060" y="88"/>
                    <a:pt x="152612" y="88"/>
                  </a:cubicBezTo>
                  <a:cubicBezTo>
                    <a:pt x="137125" y="88"/>
                    <a:pt x="123750" y="13049"/>
                    <a:pt x="99464" y="51569"/>
                  </a:cubicBezTo>
                  <a:lnTo>
                    <a:pt x="95592" y="31769"/>
                  </a:lnTo>
                  <a:cubicBezTo>
                    <a:pt x="90664" y="7289"/>
                    <a:pt x="86792" y="88"/>
                    <a:pt x="77289" y="88"/>
                  </a:cubicBezTo>
                  <a:cubicBezTo>
                    <a:pt x="69545" y="88"/>
                    <a:pt x="57578" y="3329"/>
                    <a:pt x="36107" y="10529"/>
                  </a:cubicBezTo>
                  <a:lnTo>
                    <a:pt x="32236" y="11969"/>
                  </a:lnTo>
                  <a:lnTo>
                    <a:pt x="33644" y="17369"/>
                  </a:lnTo>
                  <a:cubicBezTo>
                    <a:pt x="47019" y="14129"/>
                    <a:pt x="50187" y="13409"/>
                    <a:pt x="53354" y="13409"/>
                  </a:cubicBezTo>
                  <a:cubicBezTo>
                    <a:pt x="62154" y="13409"/>
                    <a:pt x="64266" y="16649"/>
                    <a:pt x="69193" y="38249"/>
                  </a:cubicBezTo>
                  <a:lnTo>
                    <a:pt x="79401" y="82530"/>
                  </a:lnTo>
                  <a:lnTo>
                    <a:pt x="50539" y="124651"/>
                  </a:lnTo>
                  <a:cubicBezTo>
                    <a:pt x="43499" y="135451"/>
                    <a:pt x="36459" y="141931"/>
                    <a:pt x="32588" y="141931"/>
                  </a:cubicBezTo>
                  <a:cubicBezTo>
                    <a:pt x="30476" y="141931"/>
                    <a:pt x="26956" y="140851"/>
                    <a:pt x="23436" y="138691"/>
                  </a:cubicBezTo>
                  <a:cubicBezTo>
                    <a:pt x="18861" y="136171"/>
                    <a:pt x="14989" y="135091"/>
                    <a:pt x="12173" y="135091"/>
                  </a:cubicBezTo>
                  <a:cubicBezTo>
                    <a:pt x="5485" y="135091"/>
                    <a:pt x="206" y="140491"/>
                    <a:pt x="206" y="147691"/>
                  </a:cubicBezTo>
                  <a:cubicBezTo>
                    <a:pt x="206" y="157051"/>
                    <a:pt x="7245" y="162812"/>
                    <a:pt x="17805" y="162812"/>
                  </a:cubicBezTo>
                  <a:cubicBezTo>
                    <a:pt x="28716" y="162812"/>
                    <a:pt x="32940" y="159571"/>
                    <a:pt x="50539" y="137611"/>
                  </a:cubicBezTo>
                  <a:cubicBezTo>
                    <a:pt x="60042" y="126091"/>
                    <a:pt x="67434" y="116371"/>
                    <a:pt x="82217" y="95490"/>
                  </a:cubicBezTo>
                  <a:lnTo>
                    <a:pt x="92776" y="138691"/>
                  </a:lnTo>
                  <a:cubicBezTo>
                    <a:pt x="97352" y="157051"/>
                    <a:pt x="101927" y="162812"/>
                    <a:pt x="113191" y="162812"/>
                  </a:cubicBezTo>
                  <a:cubicBezTo>
                    <a:pt x="126566" y="162812"/>
                    <a:pt x="135717" y="154171"/>
                    <a:pt x="156132" y="121771"/>
                  </a:cubicBezTo>
                  <a:lnTo>
                    <a:pt x="151204" y="118891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003F325-5004-E6ED-7538-CAB2C29BC032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0000809" y="5603492"/>
              <a:ext cx="48924" cy="216004"/>
            </a:xfrm>
            <a:custGeom>
              <a:avLst/>
              <a:gdLst>
                <a:gd name="connsiteX0" fmla="*/ 9713 w 48924"/>
                <a:gd name="connsiteY0" fmla="*/ 216093 h 216004"/>
                <a:gd name="connsiteX1" fmla="*/ 49135 w 48924"/>
                <a:gd name="connsiteY1" fmla="*/ 160652 h 216004"/>
                <a:gd name="connsiteX2" fmla="*/ 20976 w 48924"/>
                <a:gd name="connsiteY2" fmla="*/ 128611 h 216004"/>
                <a:gd name="connsiteX3" fmla="*/ 210 w 48924"/>
                <a:gd name="connsiteY3" fmla="*/ 148772 h 216004"/>
                <a:gd name="connsiteX4" fmla="*/ 20976 w 48924"/>
                <a:gd name="connsiteY4" fmla="*/ 167492 h 216004"/>
                <a:gd name="connsiteX5" fmla="*/ 27664 w 48924"/>
                <a:gd name="connsiteY5" fmla="*/ 166772 h 216004"/>
                <a:gd name="connsiteX6" fmla="*/ 30480 w 48924"/>
                <a:gd name="connsiteY6" fmla="*/ 166052 h 216004"/>
                <a:gd name="connsiteX7" fmla="*/ 35407 w 48924"/>
                <a:gd name="connsiteY7" fmla="*/ 171092 h 216004"/>
                <a:gd name="connsiteX8" fmla="*/ 6545 w 48924"/>
                <a:gd name="connsiteY8" fmla="*/ 209253 h 216004"/>
                <a:gd name="connsiteX9" fmla="*/ 9713 w 48924"/>
                <a:gd name="connsiteY9" fmla="*/ 216093 h 216004"/>
                <a:gd name="connsiteX10" fmla="*/ 19920 w 48924"/>
                <a:gd name="connsiteY10" fmla="*/ 89 h 216004"/>
                <a:gd name="connsiteX11" fmla="*/ 562 w 48924"/>
                <a:gd name="connsiteY11" fmla="*/ 20609 h 216004"/>
                <a:gd name="connsiteX12" fmla="*/ 19568 w 48924"/>
                <a:gd name="connsiteY12" fmla="*/ 40050 h 216004"/>
                <a:gd name="connsiteX13" fmla="*/ 39631 w 48924"/>
                <a:gd name="connsiteY13" fmla="*/ 20609 h 216004"/>
                <a:gd name="connsiteX14" fmla="*/ 19920 w 48924"/>
                <a:gd name="connsiteY14" fmla="*/ 89 h 21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924" h="216004">
                  <a:moveTo>
                    <a:pt x="9713" y="216093"/>
                  </a:moveTo>
                  <a:cubicBezTo>
                    <a:pt x="33999" y="203853"/>
                    <a:pt x="49135" y="182253"/>
                    <a:pt x="49135" y="160652"/>
                  </a:cubicBezTo>
                  <a:cubicBezTo>
                    <a:pt x="49135" y="142652"/>
                    <a:pt x="36815" y="128611"/>
                    <a:pt x="20976" y="128611"/>
                  </a:cubicBezTo>
                  <a:cubicBezTo>
                    <a:pt x="8657" y="128611"/>
                    <a:pt x="210" y="136532"/>
                    <a:pt x="210" y="148772"/>
                  </a:cubicBezTo>
                  <a:cubicBezTo>
                    <a:pt x="210" y="160652"/>
                    <a:pt x="7953" y="167492"/>
                    <a:pt x="20976" y="167492"/>
                  </a:cubicBezTo>
                  <a:cubicBezTo>
                    <a:pt x="23088" y="167492"/>
                    <a:pt x="25552" y="167132"/>
                    <a:pt x="27664" y="166772"/>
                  </a:cubicBezTo>
                  <a:cubicBezTo>
                    <a:pt x="30128" y="166052"/>
                    <a:pt x="30128" y="166052"/>
                    <a:pt x="30480" y="166052"/>
                  </a:cubicBezTo>
                  <a:cubicBezTo>
                    <a:pt x="33296" y="166052"/>
                    <a:pt x="35407" y="168212"/>
                    <a:pt x="35407" y="171092"/>
                  </a:cubicBezTo>
                  <a:cubicBezTo>
                    <a:pt x="35407" y="182613"/>
                    <a:pt x="25552" y="195933"/>
                    <a:pt x="6545" y="209253"/>
                  </a:cubicBezTo>
                  <a:lnTo>
                    <a:pt x="9713" y="216093"/>
                  </a:lnTo>
                  <a:close/>
                  <a:moveTo>
                    <a:pt x="19920" y="89"/>
                  </a:moveTo>
                  <a:cubicBezTo>
                    <a:pt x="9361" y="89"/>
                    <a:pt x="562" y="9449"/>
                    <a:pt x="562" y="20609"/>
                  </a:cubicBezTo>
                  <a:cubicBezTo>
                    <a:pt x="562" y="31050"/>
                    <a:pt x="9361" y="40050"/>
                    <a:pt x="19568" y="40050"/>
                  </a:cubicBezTo>
                  <a:cubicBezTo>
                    <a:pt x="30480" y="40050"/>
                    <a:pt x="39631" y="31050"/>
                    <a:pt x="39631" y="20609"/>
                  </a:cubicBezTo>
                  <a:cubicBezTo>
                    <a:pt x="39631" y="9449"/>
                    <a:pt x="30480" y="89"/>
                    <a:pt x="19920" y="89"/>
                  </a:cubicBez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8F64CE46-0672-E2BE-3C49-7DBD063294FE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0453914" y="5609972"/>
              <a:ext cx="166837" cy="162723"/>
            </a:xfrm>
            <a:custGeom>
              <a:avLst/>
              <a:gdLst>
                <a:gd name="connsiteX0" fmla="*/ 151223 w 166837"/>
                <a:gd name="connsiteY0" fmla="*/ 118891 h 162723"/>
                <a:gd name="connsiteX1" fmla="*/ 143479 w 166837"/>
                <a:gd name="connsiteY1" fmla="*/ 128611 h 162723"/>
                <a:gd name="connsiteX2" fmla="*/ 127288 w 166837"/>
                <a:gd name="connsiteY2" fmla="*/ 143011 h 162723"/>
                <a:gd name="connsiteX3" fmla="*/ 116377 w 166837"/>
                <a:gd name="connsiteY3" fmla="*/ 128251 h 162723"/>
                <a:gd name="connsiteX4" fmla="*/ 114969 w 166837"/>
                <a:gd name="connsiteY4" fmla="*/ 122131 h 162723"/>
                <a:gd name="connsiteX5" fmla="*/ 102298 w 166837"/>
                <a:gd name="connsiteY5" fmla="*/ 63810 h 162723"/>
                <a:gd name="connsiteX6" fmla="*/ 136792 w 166837"/>
                <a:gd name="connsiteY6" fmla="*/ 20249 h 162723"/>
                <a:gd name="connsiteX7" fmla="*/ 145239 w 166837"/>
                <a:gd name="connsiteY7" fmla="*/ 23129 h 162723"/>
                <a:gd name="connsiteX8" fmla="*/ 154742 w 166837"/>
                <a:gd name="connsiteY8" fmla="*/ 26369 h 162723"/>
                <a:gd name="connsiteX9" fmla="*/ 167062 w 166837"/>
                <a:gd name="connsiteY9" fmla="*/ 13409 h 162723"/>
                <a:gd name="connsiteX10" fmla="*/ 152631 w 166837"/>
                <a:gd name="connsiteY10" fmla="*/ 88 h 162723"/>
                <a:gd name="connsiteX11" fmla="*/ 99482 w 166837"/>
                <a:gd name="connsiteY11" fmla="*/ 51569 h 162723"/>
                <a:gd name="connsiteX12" fmla="*/ 95610 w 166837"/>
                <a:gd name="connsiteY12" fmla="*/ 31769 h 162723"/>
                <a:gd name="connsiteX13" fmla="*/ 77307 w 166837"/>
                <a:gd name="connsiteY13" fmla="*/ 88 h 162723"/>
                <a:gd name="connsiteX14" fmla="*/ 36126 w 166837"/>
                <a:gd name="connsiteY14" fmla="*/ 10529 h 162723"/>
                <a:gd name="connsiteX15" fmla="*/ 32254 w 166837"/>
                <a:gd name="connsiteY15" fmla="*/ 11969 h 162723"/>
                <a:gd name="connsiteX16" fmla="*/ 33662 w 166837"/>
                <a:gd name="connsiteY16" fmla="*/ 17369 h 162723"/>
                <a:gd name="connsiteX17" fmla="*/ 53373 w 166837"/>
                <a:gd name="connsiteY17" fmla="*/ 13409 h 162723"/>
                <a:gd name="connsiteX18" fmla="*/ 69212 w 166837"/>
                <a:gd name="connsiteY18" fmla="*/ 38249 h 162723"/>
                <a:gd name="connsiteX19" fmla="*/ 79419 w 166837"/>
                <a:gd name="connsiteY19" fmla="*/ 82530 h 162723"/>
                <a:gd name="connsiteX20" fmla="*/ 50557 w 166837"/>
                <a:gd name="connsiteY20" fmla="*/ 124651 h 162723"/>
                <a:gd name="connsiteX21" fmla="*/ 32606 w 166837"/>
                <a:gd name="connsiteY21" fmla="*/ 141931 h 162723"/>
                <a:gd name="connsiteX22" fmla="*/ 23455 w 166837"/>
                <a:gd name="connsiteY22" fmla="*/ 138691 h 162723"/>
                <a:gd name="connsiteX23" fmla="*/ 12191 w 166837"/>
                <a:gd name="connsiteY23" fmla="*/ 135091 h 162723"/>
                <a:gd name="connsiteX24" fmla="*/ 224 w 166837"/>
                <a:gd name="connsiteY24" fmla="*/ 147691 h 162723"/>
                <a:gd name="connsiteX25" fmla="*/ 17823 w 166837"/>
                <a:gd name="connsiteY25" fmla="*/ 162812 h 162723"/>
                <a:gd name="connsiteX26" fmla="*/ 50557 w 166837"/>
                <a:gd name="connsiteY26" fmla="*/ 137611 h 162723"/>
                <a:gd name="connsiteX27" fmla="*/ 82235 w 166837"/>
                <a:gd name="connsiteY27" fmla="*/ 95490 h 162723"/>
                <a:gd name="connsiteX28" fmla="*/ 92794 w 166837"/>
                <a:gd name="connsiteY28" fmla="*/ 138691 h 162723"/>
                <a:gd name="connsiteX29" fmla="*/ 113209 w 166837"/>
                <a:gd name="connsiteY29" fmla="*/ 162812 h 162723"/>
                <a:gd name="connsiteX30" fmla="*/ 156150 w 166837"/>
                <a:gd name="connsiteY30" fmla="*/ 121771 h 162723"/>
                <a:gd name="connsiteX31" fmla="*/ 151223 w 166837"/>
                <a:gd name="connsiteY31" fmla="*/ 118891 h 16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6837" h="162723">
                  <a:moveTo>
                    <a:pt x="151223" y="118891"/>
                  </a:moveTo>
                  <a:cubicBezTo>
                    <a:pt x="148407" y="122131"/>
                    <a:pt x="146647" y="124291"/>
                    <a:pt x="143479" y="128611"/>
                  </a:cubicBezTo>
                  <a:cubicBezTo>
                    <a:pt x="135384" y="139411"/>
                    <a:pt x="131160" y="143011"/>
                    <a:pt x="127288" y="143011"/>
                  </a:cubicBezTo>
                  <a:cubicBezTo>
                    <a:pt x="122008" y="143011"/>
                    <a:pt x="118841" y="138331"/>
                    <a:pt x="116377" y="128251"/>
                  </a:cubicBezTo>
                  <a:cubicBezTo>
                    <a:pt x="115673" y="125371"/>
                    <a:pt x="115321" y="123211"/>
                    <a:pt x="114969" y="122131"/>
                  </a:cubicBezTo>
                  <a:cubicBezTo>
                    <a:pt x="106169" y="85770"/>
                    <a:pt x="102298" y="69210"/>
                    <a:pt x="102298" y="63810"/>
                  </a:cubicBezTo>
                  <a:cubicBezTo>
                    <a:pt x="117785" y="36089"/>
                    <a:pt x="130456" y="20249"/>
                    <a:pt x="136792" y="20249"/>
                  </a:cubicBezTo>
                  <a:cubicBezTo>
                    <a:pt x="138903" y="20249"/>
                    <a:pt x="141719" y="21329"/>
                    <a:pt x="145239" y="23129"/>
                  </a:cubicBezTo>
                  <a:cubicBezTo>
                    <a:pt x="149463" y="25649"/>
                    <a:pt x="151927" y="26369"/>
                    <a:pt x="154742" y="26369"/>
                  </a:cubicBezTo>
                  <a:cubicBezTo>
                    <a:pt x="162134" y="26369"/>
                    <a:pt x="167062" y="20969"/>
                    <a:pt x="167062" y="13409"/>
                  </a:cubicBezTo>
                  <a:cubicBezTo>
                    <a:pt x="167062" y="5849"/>
                    <a:pt x="161078" y="88"/>
                    <a:pt x="152631" y="88"/>
                  </a:cubicBezTo>
                  <a:cubicBezTo>
                    <a:pt x="137143" y="88"/>
                    <a:pt x="123768" y="13049"/>
                    <a:pt x="99482" y="51569"/>
                  </a:cubicBezTo>
                  <a:lnTo>
                    <a:pt x="95610" y="31769"/>
                  </a:lnTo>
                  <a:cubicBezTo>
                    <a:pt x="90682" y="7289"/>
                    <a:pt x="86811" y="88"/>
                    <a:pt x="77307" y="88"/>
                  </a:cubicBezTo>
                  <a:cubicBezTo>
                    <a:pt x="69564" y="88"/>
                    <a:pt x="57596" y="3329"/>
                    <a:pt x="36126" y="10529"/>
                  </a:cubicBezTo>
                  <a:lnTo>
                    <a:pt x="32254" y="11969"/>
                  </a:lnTo>
                  <a:lnTo>
                    <a:pt x="33662" y="17369"/>
                  </a:lnTo>
                  <a:cubicBezTo>
                    <a:pt x="47037" y="14129"/>
                    <a:pt x="50205" y="13409"/>
                    <a:pt x="53373" y="13409"/>
                  </a:cubicBezTo>
                  <a:cubicBezTo>
                    <a:pt x="62172" y="13409"/>
                    <a:pt x="64284" y="16649"/>
                    <a:pt x="69212" y="38249"/>
                  </a:cubicBezTo>
                  <a:lnTo>
                    <a:pt x="79419" y="82530"/>
                  </a:lnTo>
                  <a:lnTo>
                    <a:pt x="50557" y="124651"/>
                  </a:lnTo>
                  <a:cubicBezTo>
                    <a:pt x="43517" y="135451"/>
                    <a:pt x="36478" y="141931"/>
                    <a:pt x="32606" y="141931"/>
                  </a:cubicBezTo>
                  <a:cubicBezTo>
                    <a:pt x="30494" y="141931"/>
                    <a:pt x="26974" y="140851"/>
                    <a:pt x="23455" y="138691"/>
                  </a:cubicBezTo>
                  <a:cubicBezTo>
                    <a:pt x="18879" y="136171"/>
                    <a:pt x="15007" y="135091"/>
                    <a:pt x="12191" y="135091"/>
                  </a:cubicBezTo>
                  <a:cubicBezTo>
                    <a:pt x="5504" y="135091"/>
                    <a:pt x="224" y="140491"/>
                    <a:pt x="224" y="147691"/>
                  </a:cubicBezTo>
                  <a:cubicBezTo>
                    <a:pt x="224" y="157051"/>
                    <a:pt x="7264" y="162812"/>
                    <a:pt x="17823" y="162812"/>
                  </a:cubicBezTo>
                  <a:cubicBezTo>
                    <a:pt x="28734" y="162812"/>
                    <a:pt x="32958" y="159571"/>
                    <a:pt x="50557" y="137611"/>
                  </a:cubicBezTo>
                  <a:cubicBezTo>
                    <a:pt x="60060" y="126091"/>
                    <a:pt x="67452" y="116371"/>
                    <a:pt x="82235" y="95490"/>
                  </a:cubicBezTo>
                  <a:lnTo>
                    <a:pt x="92794" y="138691"/>
                  </a:lnTo>
                  <a:cubicBezTo>
                    <a:pt x="97370" y="157051"/>
                    <a:pt x="101946" y="162812"/>
                    <a:pt x="113209" y="162812"/>
                  </a:cubicBezTo>
                  <a:cubicBezTo>
                    <a:pt x="126584" y="162812"/>
                    <a:pt x="135736" y="154171"/>
                    <a:pt x="156150" y="121771"/>
                  </a:cubicBezTo>
                  <a:lnTo>
                    <a:pt x="151223" y="118891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6C39610-BF39-5805-C502-1FDBAF4F331A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0656182" y="5498730"/>
              <a:ext cx="81658" cy="360006"/>
            </a:xfrm>
            <a:custGeom>
              <a:avLst/>
              <a:gdLst>
                <a:gd name="connsiteX0" fmla="*/ 81887 w 81658"/>
                <a:gd name="connsiteY0" fmla="*/ 356495 h 360006"/>
                <a:gd name="connsiteX1" fmla="*/ 75904 w 81658"/>
                <a:gd name="connsiteY1" fmla="*/ 348575 h 360006"/>
                <a:gd name="connsiteX2" fmla="*/ 20643 w 81658"/>
                <a:gd name="connsiteY2" fmla="*/ 180092 h 360006"/>
                <a:gd name="connsiteX3" fmla="*/ 77312 w 81658"/>
                <a:gd name="connsiteY3" fmla="*/ 9809 h 360006"/>
                <a:gd name="connsiteX4" fmla="*/ 81887 w 81658"/>
                <a:gd name="connsiteY4" fmla="*/ 3688 h 360006"/>
                <a:gd name="connsiteX5" fmla="*/ 78368 w 81658"/>
                <a:gd name="connsiteY5" fmla="*/ 88 h 360006"/>
                <a:gd name="connsiteX6" fmla="*/ 22403 w 81658"/>
                <a:gd name="connsiteY6" fmla="*/ 70290 h 360006"/>
                <a:gd name="connsiteX7" fmla="*/ 228 w 81658"/>
                <a:gd name="connsiteY7" fmla="*/ 180092 h 360006"/>
                <a:gd name="connsiteX8" fmla="*/ 23459 w 81658"/>
                <a:gd name="connsiteY8" fmla="*/ 292414 h 360006"/>
                <a:gd name="connsiteX9" fmla="*/ 78368 w 81658"/>
                <a:gd name="connsiteY9" fmla="*/ 360095 h 360006"/>
                <a:gd name="connsiteX10" fmla="*/ 81887 w 81658"/>
                <a:gd name="connsiteY10" fmla="*/ 356495 h 36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658" h="360006">
                  <a:moveTo>
                    <a:pt x="81887" y="356495"/>
                  </a:moveTo>
                  <a:cubicBezTo>
                    <a:pt x="81887" y="355415"/>
                    <a:pt x="81887" y="354695"/>
                    <a:pt x="75904" y="348575"/>
                  </a:cubicBezTo>
                  <a:cubicBezTo>
                    <a:pt x="31906" y="303214"/>
                    <a:pt x="20643" y="235173"/>
                    <a:pt x="20643" y="180092"/>
                  </a:cubicBezTo>
                  <a:cubicBezTo>
                    <a:pt x="20643" y="117451"/>
                    <a:pt x="34018" y="54809"/>
                    <a:pt x="77312" y="9809"/>
                  </a:cubicBezTo>
                  <a:cubicBezTo>
                    <a:pt x="81887" y="5488"/>
                    <a:pt x="81887" y="4768"/>
                    <a:pt x="81887" y="3688"/>
                  </a:cubicBezTo>
                  <a:cubicBezTo>
                    <a:pt x="81887" y="1168"/>
                    <a:pt x="80479" y="88"/>
                    <a:pt x="78368" y="88"/>
                  </a:cubicBezTo>
                  <a:cubicBezTo>
                    <a:pt x="74848" y="88"/>
                    <a:pt x="43170" y="24569"/>
                    <a:pt x="22403" y="70290"/>
                  </a:cubicBezTo>
                  <a:cubicBezTo>
                    <a:pt x="4452" y="109890"/>
                    <a:pt x="228" y="149851"/>
                    <a:pt x="228" y="180092"/>
                  </a:cubicBezTo>
                  <a:cubicBezTo>
                    <a:pt x="228" y="208172"/>
                    <a:pt x="4100" y="251733"/>
                    <a:pt x="23459" y="292414"/>
                  </a:cubicBezTo>
                  <a:cubicBezTo>
                    <a:pt x="44578" y="336695"/>
                    <a:pt x="74848" y="360095"/>
                    <a:pt x="78368" y="360095"/>
                  </a:cubicBezTo>
                  <a:cubicBezTo>
                    <a:pt x="80479" y="360095"/>
                    <a:pt x="81887" y="359015"/>
                    <a:pt x="81887" y="356495"/>
                  </a:cubicBez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ACC4122-6A6F-DD8F-F627-61CF644F050D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0766859" y="5525371"/>
              <a:ext cx="159094" cy="248404"/>
            </a:xfrm>
            <a:custGeom>
              <a:avLst/>
              <a:gdLst>
                <a:gd name="connsiteX0" fmla="*/ 81187 w 159094"/>
                <a:gd name="connsiteY0" fmla="*/ 89 h 248404"/>
                <a:gd name="connsiteX1" fmla="*/ 34022 w 159094"/>
                <a:gd name="connsiteY1" fmla="*/ 18809 h 248404"/>
                <a:gd name="connsiteX2" fmla="*/ 232 w 159094"/>
                <a:gd name="connsiteY2" fmla="*/ 122491 h 248404"/>
                <a:gd name="connsiteX3" fmla="*/ 28390 w 159094"/>
                <a:gd name="connsiteY3" fmla="*/ 224013 h 248404"/>
                <a:gd name="connsiteX4" fmla="*/ 79779 w 159094"/>
                <a:gd name="connsiteY4" fmla="*/ 248494 h 248404"/>
                <a:gd name="connsiteX5" fmla="*/ 125536 w 159094"/>
                <a:gd name="connsiteY5" fmla="*/ 229773 h 248404"/>
                <a:gd name="connsiteX6" fmla="*/ 159326 w 159094"/>
                <a:gd name="connsiteY6" fmla="*/ 124651 h 248404"/>
                <a:gd name="connsiteX7" fmla="*/ 81187 w 159094"/>
                <a:gd name="connsiteY7" fmla="*/ 89 h 248404"/>
                <a:gd name="connsiteX8" fmla="*/ 80131 w 159094"/>
                <a:gd name="connsiteY8" fmla="*/ 9449 h 248404"/>
                <a:gd name="connsiteX9" fmla="*/ 125536 w 159094"/>
                <a:gd name="connsiteY9" fmla="*/ 125371 h 248404"/>
                <a:gd name="connsiteX10" fmla="*/ 79779 w 159094"/>
                <a:gd name="connsiteY10" fmla="*/ 239134 h 248404"/>
                <a:gd name="connsiteX11" fmla="*/ 34022 w 159094"/>
                <a:gd name="connsiteY11" fmla="*/ 125731 h 248404"/>
                <a:gd name="connsiteX12" fmla="*/ 80131 w 159094"/>
                <a:gd name="connsiteY12" fmla="*/ 9449 h 248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094" h="248404">
                  <a:moveTo>
                    <a:pt x="81187" y="89"/>
                  </a:moveTo>
                  <a:cubicBezTo>
                    <a:pt x="61828" y="89"/>
                    <a:pt x="47045" y="6209"/>
                    <a:pt x="34022" y="18809"/>
                  </a:cubicBezTo>
                  <a:cubicBezTo>
                    <a:pt x="13607" y="38970"/>
                    <a:pt x="232" y="80371"/>
                    <a:pt x="232" y="122491"/>
                  </a:cubicBezTo>
                  <a:cubicBezTo>
                    <a:pt x="232" y="161732"/>
                    <a:pt x="11847" y="203853"/>
                    <a:pt x="28390" y="224013"/>
                  </a:cubicBezTo>
                  <a:cubicBezTo>
                    <a:pt x="41413" y="239854"/>
                    <a:pt x="59364" y="248494"/>
                    <a:pt x="79779" y="248494"/>
                  </a:cubicBezTo>
                  <a:cubicBezTo>
                    <a:pt x="97730" y="248494"/>
                    <a:pt x="112865" y="242374"/>
                    <a:pt x="125536" y="229773"/>
                  </a:cubicBezTo>
                  <a:cubicBezTo>
                    <a:pt x="145951" y="209973"/>
                    <a:pt x="159326" y="168212"/>
                    <a:pt x="159326" y="124651"/>
                  </a:cubicBezTo>
                  <a:cubicBezTo>
                    <a:pt x="159326" y="50850"/>
                    <a:pt x="127296" y="89"/>
                    <a:pt x="81187" y="89"/>
                  </a:cubicBezTo>
                  <a:close/>
                  <a:moveTo>
                    <a:pt x="80131" y="9449"/>
                  </a:moveTo>
                  <a:cubicBezTo>
                    <a:pt x="109697" y="9449"/>
                    <a:pt x="125536" y="50130"/>
                    <a:pt x="125536" y="125371"/>
                  </a:cubicBezTo>
                  <a:cubicBezTo>
                    <a:pt x="125536" y="200613"/>
                    <a:pt x="110049" y="239134"/>
                    <a:pt x="79779" y="239134"/>
                  </a:cubicBezTo>
                  <a:cubicBezTo>
                    <a:pt x="49509" y="239134"/>
                    <a:pt x="34022" y="200613"/>
                    <a:pt x="34022" y="125731"/>
                  </a:cubicBezTo>
                  <a:cubicBezTo>
                    <a:pt x="34022" y="49410"/>
                    <a:pt x="49861" y="9449"/>
                    <a:pt x="80131" y="9449"/>
                  </a:cubicBez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2855B5-593B-A433-EBB5-03D44AF8E985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0955123" y="5498730"/>
              <a:ext cx="81658" cy="360006"/>
            </a:xfrm>
            <a:custGeom>
              <a:avLst/>
              <a:gdLst>
                <a:gd name="connsiteX0" fmla="*/ 81896 w 81658"/>
                <a:gd name="connsiteY0" fmla="*/ 180092 h 360006"/>
                <a:gd name="connsiteX1" fmla="*/ 58666 w 81658"/>
                <a:gd name="connsiteY1" fmla="*/ 67770 h 360006"/>
                <a:gd name="connsiteX2" fmla="*/ 3757 w 81658"/>
                <a:gd name="connsiteY2" fmla="*/ 88 h 360006"/>
                <a:gd name="connsiteX3" fmla="*/ 237 w 81658"/>
                <a:gd name="connsiteY3" fmla="*/ 3688 h 360006"/>
                <a:gd name="connsiteX4" fmla="*/ 6925 w 81658"/>
                <a:gd name="connsiteY4" fmla="*/ 11969 h 360006"/>
                <a:gd name="connsiteX5" fmla="*/ 61481 w 81658"/>
                <a:gd name="connsiteY5" fmla="*/ 180092 h 360006"/>
                <a:gd name="connsiteX6" fmla="*/ 4813 w 81658"/>
                <a:gd name="connsiteY6" fmla="*/ 350375 h 360006"/>
                <a:gd name="connsiteX7" fmla="*/ 237 w 81658"/>
                <a:gd name="connsiteY7" fmla="*/ 356495 h 360006"/>
                <a:gd name="connsiteX8" fmla="*/ 3757 w 81658"/>
                <a:gd name="connsiteY8" fmla="*/ 360095 h 360006"/>
                <a:gd name="connsiteX9" fmla="*/ 59721 w 81658"/>
                <a:gd name="connsiteY9" fmla="*/ 289894 h 360006"/>
                <a:gd name="connsiteX10" fmla="*/ 81896 w 81658"/>
                <a:gd name="connsiteY10" fmla="*/ 180092 h 36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658" h="360006">
                  <a:moveTo>
                    <a:pt x="81896" y="180092"/>
                  </a:moveTo>
                  <a:cubicBezTo>
                    <a:pt x="81896" y="152011"/>
                    <a:pt x="78024" y="108450"/>
                    <a:pt x="58666" y="67770"/>
                  </a:cubicBezTo>
                  <a:cubicBezTo>
                    <a:pt x="37547" y="23489"/>
                    <a:pt x="7277" y="88"/>
                    <a:pt x="3757" y="88"/>
                  </a:cubicBezTo>
                  <a:cubicBezTo>
                    <a:pt x="1645" y="88"/>
                    <a:pt x="237" y="1528"/>
                    <a:pt x="237" y="3688"/>
                  </a:cubicBezTo>
                  <a:cubicBezTo>
                    <a:pt x="237" y="4768"/>
                    <a:pt x="237" y="5488"/>
                    <a:pt x="6925" y="11969"/>
                  </a:cubicBezTo>
                  <a:cubicBezTo>
                    <a:pt x="41419" y="47609"/>
                    <a:pt x="61481" y="104850"/>
                    <a:pt x="61481" y="180092"/>
                  </a:cubicBezTo>
                  <a:cubicBezTo>
                    <a:pt x="61481" y="241653"/>
                    <a:pt x="48458" y="305014"/>
                    <a:pt x="4813" y="350375"/>
                  </a:cubicBezTo>
                  <a:cubicBezTo>
                    <a:pt x="237" y="354695"/>
                    <a:pt x="237" y="355415"/>
                    <a:pt x="237" y="356495"/>
                  </a:cubicBezTo>
                  <a:cubicBezTo>
                    <a:pt x="237" y="358655"/>
                    <a:pt x="1645" y="360095"/>
                    <a:pt x="3757" y="360095"/>
                  </a:cubicBezTo>
                  <a:cubicBezTo>
                    <a:pt x="7277" y="360095"/>
                    <a:pt x="38955" y="335615"/>
                    <a:pt x="59721" y="289894"/>
                  </a:cubicBezTo>
                  <a:cubicBezTo>
                    <a:pt x="77672" y="250293"/>
                    <a:pt x="81896" y="210332"/>
                    <a:pt x="81896" y="180092"/>
                  </a:cubicBez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4CCDC902-73B2-AAB7-F7DF-3E3F5508704E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1170355" y="5636613"/>
              <a:ext cx="234065" cy="84241"/>
            </a:xfrm>
            <a:custGeom>
              <a:avLst/>
              <a:gdLst>
                <a:gd name="connsiteX0" fmla="*/ 222342 w 234065"/>
                <a:gd name="connsiteY0" fmla="*/ 14489 h 84241"/>
                <a:gd name="connsiteX1" fmla="*/ 234309 w 234065"/>
                <a:gd name="connsiteY1" fmla="*/ 7289 h 84241"/>
                <a:gd name="connsiteX2" fmla="*/ 222694 w 234065"/>
                <a:gd name="connsiteY2" fmla="*/ 88 h 84241"/>
                <a:gd name="connsiteX3" fmla="*/ 11859 w 234065"/>
                <a:gd name="connsiteY3" fmla="*/ 88 h 84241"/>
                <a:gd name="connsiteX4" fmla="*/ 244 w 234065"/>
                <a:gd name="connsiteY4" fmla="*/ 7289 h 84241"/>
                <a:gd name="connsiteX5" fmla="*/ 12211 w 234065"/>
                <a:gd name="connsiteY5" fmla="*/ 14489 h 84241"/>
                <a:gd name="connsiteX6" fmla="*/ 222342 w 234065"/>
                <a:gd name="connsiteY6" fmla="*/ 14489 h 84241"/>
                <a:gd name="connsiteX7" fmla="*/ 222694 w 234065"/>
                <a:gd name="connsiteY7" fmla="*/ 84330 h 84241"/>
                <a:gd name="connsiteX8" fmla="*/ 234309 w 234065"/>
                <a:gd name="connsiteY8" fmla="*/ 77130 h 84241"/>
                <a:gd name="connsiteX9" fmla="*/ 222342 w 234065"/>
                <a:gd name="connsiteY9" fmla="*/ 69930 h 84241"/>
                <a:gd name="connsiteX10" fmla="*/ 12211 w 234065"/>
                <a:gd name="connsiteY10" fmla="*/ 69930 h 84241"/>
                <a:gd name="connsiteX11" fmla="*/ 244 w 234065"/>
                <a:gd name="connsiteY11" fmla="*/ 77130 h 84241"/>
                <a:gd name="connsiteX12" fmla="*/ 11859 w 234065"/>
                <a:gd name="connsiteY12" fmla="*/ 84330 h 84241"/>
                <a:gd name="connsiteX13" fmla="*/ 222694 w 234065"/>
                <a:gd name="connsiteY13" fmla="*/ 84330 h 84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065" h="84241">
                  <a:moveTo>
                    <a:pt x="222342" y="14489"/>
                  </a:moveTo>
                  <a:cubicBezTo>
                    <a:pt x="227622" y="14489"/>
                    <a:pt x="234309" y="14489"/>
                    <a:pt x="234309" y="7289"/>
                  </a:cubicBezTo>
                  <a:cubicBezTo>
                    <a:pt x="234309" y="88"/>
                    <a:pt x="227622" y="88"/>
                    <a:pt x="222694" y="88"/>
                  </a:cubicBezTo>
                  <a:lnTo>
                    <a:pt x="11859" y="88"/>
                  </a:lnTo>
                  <a:cubicBezTo>
                    <a:pt x="6931" y="88"/>
                    <a:pt x="244" y="88"/>
                    <a:pt x="244" y="7289"/>
                  </a:cubicBezTo>
                  <a:cubicBezTo>
                    <a:pt x="244" y="14489"/>
                    <a:pt x="6931" y="14489"/>
                    <a:pt x="12211" y="14489"/>
                  </a:cubicBezTo>
                  <a:lnTo>
                    <a:pt x="222342" y="14489"/>
                  </a:lnTo>
                  <a:close/>
                  <a:moveTo>
                    <a:pt x="222694" y="84330"/>
                  </a:moveTo>
                  <a:cubicBezTo>
                    <a:pt x="227622" y="84330"/>
                    <a:pt x="234309" y="84330"/>
                    <a:pt x="234309" y="77130"/>
                  </a:cubicBezTo>
                  <a:cubicBezTo>
                    <a:pt x="234309" y="69930"/>
                    <a:pt x="227622" y="69930"/>
                    <a:pt x="222342" y="69930"/>
                  </a:cubicBezTo>
                  <a:lnTo>
                    <a:pt x="12211" y="69930"/>
                  </a:lnTo>
                  <a:cubicBezTo>
                    <a:pt x="6931" y="69930"/>
                    <a:pt x="244" y="69930"/>
                    <a:pt x="244" y="77130"/>
                  </a:cubicBezTo>
                  <a:cubicBezTo>
                    <a:pt x="244" y="84330"/>
                    <a:pt x="6931" y="84330"/>
                    <a:pt x="11859" y="84330"/>
                  </a:cubicBezTo>
                  <a:lnTo>
                    <a:pt x="222694" y="84330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B6DB835E-B2D6-F880-6A26-75181FFDBB05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1494159" y="5609972"/>
              <a:ext cx="166837" cy="162723"/>
            </a:xfrm>
            <a:custGeom>
              <a:avLst/>
              <a:gdLst>
                <a:gd name="connsiteX0" fmla="*/ 151252 w 166837"/>
                <a:gd name="connsiteY0" fmla="*/ 118891 h 162723"/>
                <a:gd name="connsiteX1" fmla="*/ 143508 w 166837"/>
                <a:gd name="connsiteY1" fmla="*/ 128611 h 162723"/>
                <a:gd name="connsiteX2" fmla="*/ 127317 w 166837"/>
                <a:gd name="connsiteY2" fmla="*/ 143011 h 162723"/>
                <a:gd name="connsiteX3" fmla="*/ 116406 w 166837"/>
                <a:gd name="connsiteY3" fmla="*/ 128251 h 162723"/>
                <a:gd name="connsiteX4" fmla="*/ 114998 w 166837"/>
                <a:gd name="connsiteY4" fmla="*/ 122131 h 162723"/>
                <a:gd name="connsiteX5" fmla="*/ 102327 w 166837"/>
                <a:gd name="connsiteY5" fmla="*/ 63810 h 162723"/>
                <a:gd name="connsiteX6" fmla="*/ 136821 w 166837"/>
                <a:gd name="connsiteY6" fmla="*/ 20249 h 162723"/>
                <a:gd name="connsiteX7" fmla="*/ 145268 w 166837"/>
                <a:gd name="connsiteY7" fmla="*/ 23129 h 162723"/>
                <a:gd name="connsiteX8" fmla="*/ 154772 w 166837"/>
                <a:gd name="connsiteY8" fmla="*/ 26369 h 162723"/>
                <a:gd name="connsiteX9" fmla="*/ 167091 w 166837"/>
                <a:gd name="connsiteY9" fmla="*/ 13409 h 162723"/>
                <a:gd name="connsiteX10" fmla="*/ 152660 w 166837"/>
                <a:gd name="connsiteY10" fmla="*/ 88 h 162723"/>
                <a:gd name="connsiteX11" fmla="*/ 99511 w 166837"/>
                <a:gd name="connsiteY11" fmla="*/ 51569 h 162723"/>
                <a:gd name="connsiteX12" fmla="*/ 95639 w 166837"/>
                <a:gd name="connsiteY12" fmla="*/ 31769 h 162723"/>
                <a:gd name="connsiteX13" fmla="*/ 77337 w 166837"/>
                <a:gd name="connsiteY13" fmla="*/ 88 h 162723"/>
                <a:gd name="connsiteX14" fmla="*/ 36155 w 166837"/>
                <a:gd name="connsiteY14" fmla="*/ 10529 h 162723"/>
                <a:gd name="connsiteX15" fmla="*/ 32283 w 166837"/>
                <a:gd name="connsiteY15" fmla="*/ 11969 h 162723"/>
                <a:gd name="connsiteX16" fmla="*/ 33691 w 166837"/>
                <a:gd name="connsiteY16" fmla="*/ 17369 h 162723"/>
                <a:gd name="connsiteX17" fmla="*/ 53402 w 166837"/>
                <a:gd name="connsiteY17" fmla="*/ 13409 h 162723"/>
                <a:gd name="connsiteX18" fmla="*/ 69241 w 166837"/>
                <a:gd name="connsiteY18" fmla="*/ 38249 h 162723"/>
                <a:gd name="connsiteX19" fmla="*/ 79448 w 166837"/>
                <a:gd name="connsiteY19" fmla="*/ 82530 h 162723"/>
                <a:gd name="connsiteX20" fmla="*/ 50586 w 166837"/>
                <a:gd name="connsiteY20" fmla="*/ 124651 h 162723"/>
                <a:gd name="connsiteX21" fmla="*/ 32635 w 166837"/>
                <a:gd name="connsiteY21" fmla="*/ 141931 h 162723"/>
                <a:gd name="connsiteX22" fmla="*/ 23484 w 166837"/>
                <a:gd name="connsiteY22" fmla="*/ 138691 h 162723"/>
                <a:gd name="connsiteX23" fmla="*/ 12221 w 166837"/>
                <a:gd name="connsiteY23" fmla="*/ 135091 h 162723"/>
                <a:gd name="connsiteX24" fmla="*/ 253 w 166837"/>
                <a:gd name="connsiteY24" fmla="*/ 147691 h 162723"/>
                <a:gd name="connsiteX25" fmla="*/ 17852 w 166837"/>
                <a:gd name="connsiteY25" fmla="*/ 162812 h 162723"/>
                <a:gd name="connsiteX26" fmla="*/ 50586 w 166837"/>
                <a:gd name="connsiteY26" fmla="*/ 137611 h 162723"/>
                <a:gd name="connsiteX27" fmla="*/ 82264 w 166837"/>
                <a:gd name="connsiteY27" fmla="*/ 95490 h 162723"/>
                <a:gd name="connsiteX28" fmla="*/ 92824 w 166837"/>
                <a:gd name="connsiteY28" fmla="*/ 138691 h 162723"/>
                <a:gd name="connsiteX29" fmla="*/ 113238 w 166837"/>
                <a:gd name="connsiteY29" fmla="*/ 162812 h 162723"/>
                <a:gd name="connsiteX30" fmla="*/ 156180 w 166837"/>
                <a:gd name="connsiteY30" fmla="*/ 121771 h 162723"/>
                <a:gd name="connsiteX31" fmla="*/ 151252 w 166837"/>
                <a:gd name="connsiteY31" fmla="*/ 118891 h 16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6837" h="162723">
                  <a:moveTo>
                    <a:pt x="151252" y="118891"/>
                  </a:moveTo>
                  <a:cubicBezTo>
                    <a:pt x="148436" y="122131"/>
                    <a:pt x="146676" y="124291"/>
                    <a:pt x="143508" y="128611"/>
                  </a:cubicBezTo>
                  <a:cubicBezTo>
                    <a:pt x="135413" y="139411"/>
                    <a:pt x="131189" y="143011"/>
                    <a:pt x="127317" y="143011"/>
                  </a:cubicBezTo>
                  <a:cubicBezTo>
                    <a:pt x="122038" y="143011"/>
                    <a:pt x="118870" y="138331"/>
                    <a:pt x="116406" y="128251"/>
                  </a:cubicBezTo>
                  <a:cubicBezTo>
                    <a:pt x="115702" y="125371"/>
                    <a:pt x="115350" y="123211"/>
                    <a:pt x="114998" y="122131"/>
                  </a:cubicBezTo>
                  <a:cubicBezTo>
                    <a:pt x="106199" y="85770"/>
                    <a:pt x="102327" y="69210"/>
                    <a:pt x="102327" y="63810"/>
                  </a:cubicBezTo>
                  <a:cubicBezTo>
                    <a:pt x="117814" y="36089"/>
                    <a:pt x="130485" y="20249"/>
                    <a:pt x="136821" y="20249"/>
                  </a:cubicBezTo>
                  <a:cubicBezTo>
                    <a:pt x="138933" y="20249"/>
                    <a:pt x="141749" y="21329"/>
                    <a:pt x="145268" y="23129"/>
                  </a:cubicBezTo>
                  <a:cubicBezTo>
                    <a:pt x="149492" y="25649"/>
                    <a:pt x="151956" y="26369"/>
                    <a:pt x="154772" y="26369"/>
                  </a:cubicBezTo>
                  <a:cubicBezTo>
                    <a:pt x="162163" y="26369"/>
                    <a:pt x="167091" y="20969"/>
                    <a:pt x="167091" y="13409"/>
                  </a:cubicBezTo>
                  <a:cubicBezTo>
                    <a:pt x="167091" y="5849"/>
                    <a:pt x="161107" y="88"/>
                    <a:pt x="152660" y="88"/>
                  </a:cubicBezTo>
                  <a:cubicBezTo>
                    <a:pt x="137173" y="88"/>
                    <a:pt x="123798" y="13049"/>
                    <a:pt x="99511" y="51569"/>
                  </a:cubicBezTo>
                  <a:lnTo>
                    <a:pt x="95639" y="31769"/>
                  </a:lnTo>
                  <a:cubicBezTo>
                    <a:pt x="90712" y="7289"/>
                    <a:pt x="86840" y="88"/>
                    <a:pt x="77337" y="88"/>
                  </a:cubicBezTo>
                  <a:cubicBezTo>
                    <a:pt x="69593" y="88"/>
                    <a:pt x="57626" y="3329"/>
                    <a:pt x="36155" y="10529"/>
                  </a:cubicBezTo>
                  <a:lnTo>
                    <a:pt x="32283" y="11969"/>
                  </a:lnTo>
                  <a:lnTo>
                    <a:pt x="33691" y="17369"/>
                  </a:lnTo>
                  <a:cubicBezTo>
                    <a:pt x="47066" y="14129"/>
                    <a:pt x="50234" y="13409"/>
                    <a:pt x="53402" y="13409"/>
                  </a:cubicBezTo>
                  <a:cubicBezTo>
                    <a:pt x="62201" y="13409"/>
                    <a:pt x="64313" y="16649"/>
                    <a:pt x="69241" y="38249"/>
                  </a:cubicBezTo>
                  <a:lnTo>
                    <a:pt x="79448" y="82530"/>
                  </a:lnTo>
                  <a:lnTo>
                    <a:pt x="50586" y="124651"/>
                  </a:lnTo>
                  <a:cubicBezTo>
                    <a:pt x="43547" y="135451"/>
                    <a:pt x="36507" y="141931"/>
                    <a:pt x="32635" y="141931"/>
                  </a:cubicBezTo>
                  <a:cubicBezTo>
                    <a:pt x="30523" y="141931"/>
                    <a:pt x="27004" y="140851"/>
                    <a:pt x="23484" y="138691"/>
                  </a:cubicBezTo>
                  <a:cubicBezTo>
                    <a:pt x="18908" y="136171"/>
                    <a:pt x="15036" y="135091"/>
                    <a:pt x="12221" y="135091"/>
                  </a:cubicBezTo>
                  <a:cubicBezTo>
                    <a:pt x="5533" y="135091"/>
                    <a:pt x="253" y="140491"/>
                    <a:pt x="253" y="147691"/>
                  </a:cubicBezTo>
                  <a:cubicBezTo>
                    <a:pt x="253" y="157051"/>
                    <a:pt x="7293" y="162812"/>
                    <a:pt x="17852" y="162812"/>
                  </a:cubicBezTo>
                  <a:cubicBezTo>
                    <a:pt x="28764" y="162812"/>
                    <a:pt x="32987" y="159571"/>
                    <a:pt x="50586" y="137611"/>
                  </a:cubicBezTo>
                  <a:cubicBezTo>
                    <a:pt x="60090" y="126091"/>
                    <a:pt x="67481" y="116371"/>
                    <a:pt x="82264" y="95490"/>
                  </a:cubicBezTo>
                  <a:lnTo>
                    <a:pt x="92824" y="138691"/>
                  </a:lnTo>
                  <a:cubicBezTo>
                    <a:pt x="97399" y="157051"/>
                    <a:pt x="101975" y="162812"/>
                    <a:pt x="113238" y="162812"/>
                  </a:cubicBezTo>
                  <a:cubicBezTo>
                    <a:pt x="126613" y="162812"/>
                    <a:pt x="135765" y="154171"/>
                    <a:pt x="156180" y="121771"/>
                  </a:cubicBezTo>
                  <a:lnTo>
                    <a:pt x="151252" y="118891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28FFE77B-A46C-B81F-F95D-3C75557C1E39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1667557" y="5705454"/>
              <a:ext cx="114864" cy="120415"/>
            </a:xfrm>
            <a:custGeom>
              <a:avLst/>
              <a:gdLst>
                <a:gd name="connsiteX0" fmla="*/ 77875 w 114864"/>
                <a:gd name="connsiteY0" fmla="*/ 91 h 120415"/>
                <a:gd name="connsiteX1" fmla="*/ 257 w 114864"/>
                <a:gd name="connsiteY1" fmla="*/ 83209 h 120415"/>
                <a:gd name="connsiteX2" fmla="*/ 38545 w 114864"/>
                <a:gd name="connsiteY2" fmla="*/ 120506 h 120415"/>
                <a:gd name="connsiteX3" fmla="*/ 87513 w 114864"/>
                <a:gd name="connsiteY3" fmla="*/ 97328 h 120415"/>
                <a:gd name="connsiteX4" fmla="*/ 115122 w 114864"/>
                <a:gd name="connsiteY4" fmla="*/ 37387 h 120415"/>
                <a:gd name="connsiteX5" fmla="*/ 77875 w 114864"/>
                <a:gd name="connsiteY5" fmla="*/ 91 h 120415"/>
                <a:gd name="connsiteX6" fmla="*/ 74750 w 114864"/>
                <a:gd name="connsiteY6" fmla="*/ 5685 h 120415"/>
                <a:gd name="connsiteX7" fmla="*/ 93243 w 114864"/>
                <a:gd name="connsiteY7" fmla="*/ 30727 h 120415"/>
                <a:gd name="connsiteX8" fmla="*/ 73187 w 114864"/>
                <a:gd name="connsiteY8" fmla="*/ 94131 h 120415"/>
                <a:gd name="connsiteX9" fmla="*/ 42452 w 114864"/>
                <a:gd name="connsiteY9" fmla="*/ 114911 h 120415"/>
                <a:gd name="connsiteX10" fmla="*/ 22136 w 114864"/>
                <a:gd name="connsiteY10" fmla="*/ 90668 h 120415"/>
                <a:gd name="connsiteX11" fmla="*/ 42452 w 114864"/>
                <a:gd name="connsiteY11" fmla="*/ 28596 h 120415"/>
                <a:gd name="connsiteX12" fmla="*/ 74750 w 114864"/>
                <a:gd name="connsiteY12" fmla="*/ 5685 h 120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4864" h="120415">
                  <a:moveTo>
                    <a:pt x="77875" y="91"/>
                  </a:moveTo>
                  <a:cubicBezTo>
                    <a:pt x="38806" y="91"/>
                    <a:pt x="257" y="41383"/>
                    <a:pt x="257" y="83209"/>
                  </a:cubicBezTo>
                  <a:cubicBezTo>
                    <a:pt x="257" y="106120"/>
                    <a:pt x="14843" y="120506"/>
                    <a:pt x="38545" y="120506"/>
                  </a:cubicBezTo>
                  <a:cubicBezTo>
                    <a:pt x="55736" y="120506"/>
                    <a:pt x="72406" y="112513"/>
                    <a:pt x="87513" y="97328"/>
                  </a:cubicBezTo>
                  <a:cubicBezTo>
                    <a:pt x="104703" y="80012"/>
                    <a:pt x="115122" y="57368"/>
                    <a:pt x="115122" y="37387"/>
                  </a:cubicBezTo>
                  <a:cubicBezTo>
                    <a:pt x="115122" y="15276"/>
                    <a:pt x="100015" y="91"/>
                    <a:pt x="77875" y="91"/>
                  </a:cubicBezTo>
                  <a:close/>
                  <a:moveTo>
                    <a:pt x="74750" y="5685"/>
                  </a:moveTo>
                  <a:cubicBezTo>
                    <a:pt x="85950" y="5685"/>
                    <a:pt x="93243" y="15542"/>
                    <a:pt x="93243" y="30727"/>
                  </a:cubicBezTo>
                  <a:cubicBezTo>
                    <a:pt x="93243" y="50175"/>
                    <a:pt x="84647" y="76815"/>
                    <a:pt x="73187" y="94131"/>
                  </a:cubicBezTo>
                  <a:cubicBezTo>
                    <a:pt x="63550" y="108251"/>
                    <a:pt x="53652" y="114911"/>
                    <a:pt x="42452" y="114911"/>
                  </a:cubicBezTo>
                  <a:cubicBezTo>
                    <a:pt x="30210" y="114911"/>
                    <a:pt x="22136" y="105320"/>
                    <a:pt x="22136" y="90668"/>
                  </a:cubicBezTo>
                  <a:cubicBezTo>
                    <a:pt x="22136" y="70954"/>
                    <a:pt x="29690" y="47511"/>
                    <a:pt x="42452" y="28596"/>
                  </a:cubicBezTo>
                  <a:cubicBezTo>
                    <a:pt x="52610" y="13677"/>
                    <a:pt x="63550" y="5685"/>
                    <a:pt x="74750" y="5685"/>
                  </a:cubicBez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6C7F22FF-0B38-C7E9-8A34-F76F634653AE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1837068" y="5603492"/>
              <a:ext cx="48924" cy="216004"/>
            </a:xfrm>
            <a:custGeom>
              <a:avLst/>
              <a:gdLst>
                <a:gd name="connsiteX0" fmla="*/ 9765 w 48924"/>
                <a:gd name="connsiteY0" fmla="*/ 216093 h 216004"/>
                <a:gd name="connsiteX1" fmla="*/ 49186 w 48924"/>
                <a:gd name="connsiteY1" fmla="*/ 160652 h 216004"/>
                <a:gd name="connsiteX2" fmla="*/ 21028 w 48924"/>
                <a:gd name="connsiteY2" fmla="*/ 128611 h 216004"/>
                <a:gd name="connsiteX3" fmla="*/ 261 w 48924"/>
                <a:gd name="connsiteY3" fmla="*/ 148772 h 216004"/>
                <a:gd name="connsiteX4" fmla="*/ 21028 w 48924"/>
                <a:gd name="connsiteY4" fmla="*/ 167492 h 216004"/>
                <a:gd name="connsiteX5" fmla="*/ 27716 w 48924"/>
                <a:gd name="connsiteY5" fmla="*/ 166772 h 216004"/>
                <a:gd name="connsiteX6" fmla="*/ 30532 w 48924"/>
                <a:gd name="connsiteY6" fmla="*/ 166052 h 216004"/>
                <a:gd name="connsiteX7" fmla="*/ 35459 w 48924"/>
                <a:gd name="connsiteY7" fmla="*/ 171092 h 216004"/>
                <a:gd name="connsiteX8" fmla="*/ 6597 w 48924"/>
                <a:gd name="connsiteY8" fmla="*/ 209253 h 216004"/>
                <a:gd name="connsiteX9" fmla="*/ 9765 w 48924"/>
                <a:gd name="connsiteY9" fmla="*/ 216093 h 216004"/>
                <a:gd name="connsiteX10" fmla="*/ 19972 w 48924"/>
                <a:gd name="connsiteY10" fmla="*/ 89 h 216004"/>
                <a:gd name="connsiteX11" fmla="*/ 613 w 48924"/>
                <a:gd name="connsiteY11" fmla="*/ 20609 h 216004"/>
                <a:gd name="connsiteX12" fmla="*/ 19620 w 48924"/>
                <a:gd name="connsiteY12" fmla="*/ 40050 h 216004"/>
                <a:gd name="connsiteX13" fmla="*/ 39683 w 48924"/>
                <a:gd name="connsiteY13" fmla="*/ 20609 h 216004"/>
                <a:gd name="connsiteX14" fmla="*/ 19972 w 48924"/>
                <a:gd name="connsiteY14" fmla="*/ 89 h 21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924" h="216004">
                  <a:moveTo>
                    <a:pt x="9765" y="216093"/>
                  </a:moveTo>
                  <a:cubicBezTo>
                    <a:pt x="34051" y="203853"/>
                    <a:pt x="49186" y="182253"/>
                    <a:pt x="49186" y="160652"/>
                  </a:cubicBezTo>
                  <a:cubicBezTo>
                    <a:pt x="49186" y="142652"/>
                    <a:pt x="36867" y="128611"/>
                    <a:pt x="21028" y="128611"/>
                  </a:cubicBezTo>
                  <a:cubicBezTo>
                    <a:pt x="8709" y="128611"/>
                    <a:pt x="261" y="136532"/>
                    <a:pt x="261" y="148772"/>
                  </a:cubicBezTo>
                  <a:cubicBezTo>
                    <a:pt x="261" y="160652"/>
                    <a:pt x="8005" y="167492"/>
                    <a:pt x="21028" y="167492"/>
                  </a:cubicBezTo>
                  <a:cubicBezTo>
                    <a:pt x="23140" y="167492"/>
                    <a:pt x="25604" y="167132"/>
                    <a:pt x="27716" y="166772"/>
                  </a:cubicBezTo>
                  <a:cubicBezTo>
                    <a:pt x="30180" y="166052"/>
                    <a:pt x="30180" y="166052"/>
                    <a:pt x="30532" y="166052"/>
                  </a:cubicBezTo>
                  <a:cubicBezTo>
                    <a:pt x="33347" y="166052"/>
                    <a:pt x="35459" y="168212"/>
                    <a:pt x="35459" y="171092"/>
                  </a:cubicBezTo>
                  <a:cubicBezTo>
                    <a:pt x="35459" y="182613"/>
                    <a:pt x="25604" y="195933"/>
                    <a:pt x="6597" y="209253"/>
                  </a:cubicBezTo>
                  <a:lnTo>
                    <a:pt x="9765" y="216093"/>
                  </a:lnTo>
                  <a:close/>
                  <a:moveTo>
                    <a:pt x="19972" y="89"/>
                  </a:moveTo>
                  <a:cubicBezTo>
                    <a:pt x="9413" y="89"/>
                    <a:pt x="613" y="9449"/>
                    <a:pt x="613" y="20609"/>
                  </a:cubicBezTo>
                  <a:cubicBezTo>
                    <a:pt x="613" y="31050"/>
                    <a:pt x="9413" y="40050"/>
                    <a:pt x="19620" y="40050"/>
                  </a:cubicBezTo>
                  <a:cubicBezTo>
                    <a:pt x="30532" y="40050"/>
                    <a:pt x="39683" y="31050"/>
                    <a:pt x="39683" y="20609"/>
                  </a:cubicBezTo>
                  <a:cubicBezTo>
                    <a:pt x="39683" y="9449"/>
                    <a:pt x="30532" y="89"/>
                    <a:pt x="19972" y="89"/>
                  </a:cubicBez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3EE32B0-5977-A462-563F-440CF5AC51B5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2137353" y="5244640"/>
              <a:ext cx="173173" cy="863656"/>
            </a:xfrm>
            <a:custGeom>
              <a:avLst/>
              <a:gdLst>
                <a:gd name="connsiteX0" fmla="*/ 173442 w 173173"/>
                <a:gd name="connsiteY0" fmla="*/ 860131 h 863656"/>
                <a:gd name="connsiteX1" fmla="*/ 172034 w 173173"/>
                <a:gd name="connsiteY1" fmla="*/ 856891 h 863656"/>
                <a:gd name="connsiteX2" fmla="*/ 111846 w 173173"/>
                <a:gd name="connsiteY2" fmla="*/ 780570 h 863656"/>
                <a:gd name="connsiteX3" fmla="*/ 29483 w 173173"/>
                <a:gd name="connsiteY3" fmla="*/ 432083 h 863656"/>
                <a:gd name="connsiteX4" fmla="*/ 100230 w 173173"/>
                <a:gd name="connsiteY4" fmla="*/ 103037 h 863656"/>
                <a:gd name="connsiteX5" fmla="*/ 172386 w 173173"/>
                <a:gd name="connsiteY5" fmla="*/ 6555 h 863656"/>
                <a:gd name="connsiteX6" fmla="*/ 173442 w 173173"/>
                <a:gd name="connsiteY6" fmla="*/ 3675 h 863656"/>
                <a:gd name="connsiteX7" fmla="*/ 166050 w 173173"/>
                <a:gd name="connsiteY7" fmla="*/ 75 h 863656"/>
                <a:gd name="connsiteX8" fmla="*/ 155139 w 173173"/>
                <a:gd name="connsiteY8" fmla="*/ 5475 h 863656"/>
                <a:gd name="connsiteX9" fmla="*/ 269 w 173173"/>
                <a:gd name="connsiteY9" fmla="*/ 431723 h 863656"/>
                <a:gd name="connsiteX10" fmla="*/ 121349 w 173173"/>
                <a:gd name="connsiteY10" fmla="*/ 823411 h 863656"/>
                <a:gd name="connsiteX11" fmla="*/ 156195 w 173173"/>
                <a:gd name="connsiteY11" fmla="*/ 859411 h 863656"/>
                <a:gd name="connsiteX12" fmla="*/ 166050 w 173173"/>
                <a:gd name="connsiteY12" fmla="*/ 863731 h 863656"/>
                <a:gd name="connsiteX13" fmla="*/ 173442 w 173173"/>
                <a:gd name="connsiteY13" fmla="*/ 860131 h 863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3173" h="863656">
                  <a:moveTo>
                    <a:pt x="173442" y="860131"/>
                  </a:moveTo>
                  <a:cubicBezTo>
                    <a:pt x="173442" y="858691"/>
                    <a:pt x="172738" y="857971"/>
                    <a:pt x="172034" y="856891"/>
                  </a:cubicBezTo>
                  <a:cubicBezTo>
                    <a:pt x="159011" y="843571"/>
                    <a:pt x="135428" y="819451"/>
                    <a:pt x="111846" y="780570"/>
                  </a:cubicBezTo>
                  <a:cubicBezTo>
                    <a:pt x="55177" y="687688"/>
                    <a:pt x="29483" y="570686"/>
                    <a:pt x="29483" y="432083"/>
                  </a:cubicBezTo>
                  <a:cubicBezTo>
                    <a:pt x="29483" y="335241"/>
                    <a:pt x="42154" y="210319"/>
                    <a:pt x="100230" y="103037"/>
                  </a:cubicBezTo>
                  <a:cubicBezTo>
                    <a:pt x="128037" y="51916"/>
                    <a:pt x="156899" y="22395"/>
                    <a:pt x="172386" y="6555"/>
                  </a:cubicBezTo>
                  <a:cubicBezTo>
                    <a:pt x="173442" y="5475"/>
                    <a:pt x="173442" y="4755"/>
                    <a:pt x="173442" y="3675"/>
                  </a:cubicBezTo>
                  <a:cubicBezTo>
                    <a:pt x="173442" y="75"/>
                    <a:pt x="170978" y="75"/>
                    <a:pt x="166050" y="75"/>
                  </a:cubicBezTo>
                  <a:cubicBezTo>
                    <a:pt x="161123" y="75"/>
                    <a:pt x="160419" y="75"/>
                    <a:pt x="155139" y="5475"/>
                  </a:cubicBezTo>
                  <a:cubicBezTo>
                    <a:pt x="37226" y="115277"/>
                    <a:pt x="269" y="280160"/>
                    <a:pt x="269" y="431723"/>
                  </a:cubicBezTo>
                  <a:cubicBezTo>
                    <a:pt x="269" y="573206"/>
                    <a:pt x="31947" y="715769"/>
                    <a:pt x="121349" y="823411"/>
                  </a:cubicBezTo>
                  <a:cubicBezTo>
                    <a:pt x="128389" y="831691"/>
                    <a:pt x="141764" y="846451"/>
                    <a:pt x="156195" y="859411"/>
                  </a:cubicBezTo>
                  <a:cubicBezTo>
                    <a:pt x="160419" y="863731"/>
                    <a:pt x="161123" y="863731"/>
                    <a:pt x="166050" y="863731"/>
                  </a:cubicBezTo>
                  <a:cubicBezTo>
                    <a:pt x="170978" y="863731"/>
                    <a:pt x="173442" y="863731"/>
                    <a:pt x="173442" y="860131"/>
                  </a:cubicBez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B6468F20-9DB1-93D3-9BB8-03FA951FA59A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12371843" y="5278216"/>
              <a:ext cx="180212" cy="250564"/>
            </a:xfrm>
            <a:custGeom>
              <a:avLst/>
              <a:gdLst>
                <a:gd name="connsiteX0" fmla="*/ 157964 w 180212"/>
                <a:gd name="connsiteY0" fmla="*/ 206005 h 250564"/>
                <a:gd name="connsiteX1" fmla="*/ 129102 w 180212"/>
                <a:gd name="connsiteY1" fmla="*/ 231566 h 250564"/>
                <a:gd name="connsiteX2" fmla="*/ 122766 w 180212"/>
                <a:gd name="connsiteY2" fmla="*/ 224366 h 250564"/>
                <a:gd name="connsiteX3" fmla="*/ 145645 w 180212"/>
                <a:gd name="connsiteY3" fmla="*/ 135804 h 250564"/>
                <a:gd name="connsiteX4" fmla="*/ 180491 w 180212"/>
                <a:gd name="connsiteY4" fmla="*/ 1881 h 250564"/>
                <a:gd name="connsiteX5" fmla="*/ 178731 w 180212"/>
                <a:gd name="connsiteY5" fmla="*/ 81 h 250564"/>
                <a:gd name="connsiteX6" fmla="*/ 124878 w 180212"/>
                <a:gd name="connsiteY6" fmla="*/ 8362 h 250564"/>
                <a:gd name="connsiteX7" fmla="*/ 124878 w 180212"/>
                <a:gd name="connsiteY7" fmla="*/ 14482 h 250564"/>
                <a:gd name="connsiteX8" fmla="*/ 146701 w 180212"/>
                <a:gd name="connsiteY8" fmla="*/ 23842 h 250564"/>
                <a:gd name="connsiteX9" fmla="*/ 141421 w 180212"/>
                <a:gd name="connsiteY9" fmla="*/ 49042 h 250564"/>
                <a:gd name="connsiteX10" fmla="*/ 125934 w 180212"/>
                <a:gd name="connsiteY10" fmla="*/ 108083 h 250564"/>
                <a:gd name="connsiteX11" fmla="*/ 103055 w 180212"/>
                <a:gd name="connsiteY11" fmla="*/ 87203 h 250564"/>
                <a:gd name="connsiteX12" fmla="*/ 278 w 180212"/>
                <a:gd name="connsiteY12" fmla="*/ 208885 h 250564"/>
                <a:gd name="connsiteX13" fmla="*/ 37236 w 180212"/>
                <a:gd name="connsiteY13" fmla="*/ 249926 h 250564"/>
                <a:gd name="connsiteX14" fmla="*/ 100592 w 180212"/>
                <a:gd name="connsiteY14" fmla="*/ 202405 h 250564"/>
                <a:gd name="connsiteX15" fmla="*/ 96016 w 180212"/>
                <a:gd name="connsiteY15" fmla="*/ 234446 h 250564"/>
                <a:gd name="connsiteX16" fmla="*/ 110799 w 180212"/>
                <a:gd name="connsiteY16" fmla="*/ 250646 h 250564"/>
                <a:gd name="connsiteX17" fmla="*/ 162188 w 180212"/>
                <a:gd name="connsiteY17" fmla="*/ 209605 h 250564"/>
                <a:gd name="connsiteX18" fmla="*/ 157964 w 180212"/>
                <a:gd name="connsiteY18" fmla="*/ 206005 h 250564"/>
                <a:gd name="connsiteX19" fmla="*/ 104463 w 180212"/>
                <a:gd name="connsiteY19" fmla="*/ 95483 h 250564"/>
                <a:gd name="connsiteX20" fmla="*/ 120302 w 180212"/>
                <a:gd name="connsiteY20" fmla="*/ 116004 h 250564"/>
                <a:gd name="connsiteX21" fmla="*/ 51315 w 180212"/>
                <a:gd name="connsiteY21" fmla="*/ 232646 h 250564"/>
                <a:gd name="connsiteX22" fmla="*/ 30900 w 180212"/>
                <a:gd name="connsiteY22" fmla="*/ 208885 h 250564"/>
                <a:gd name="connsiteX23" fmla="*/ 71729 w 180212"/>
                <a:gd name="connsiteY23" fmla="*/ 112044 h 250564"/>
                <a:gd name="connsiteX24" fmla="*/ 104463 w 180212"/>
                <a:gd name="connsiteY24" fmla="*/ 95483 h 250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212" h="250564">
                  <a:moveTo>
                    <a:pt x="157964" y="206005"/>
                  </a:moveTo>
                  <a:cubicBezTo>
                    <a:pt x="138957" y="228326"/>
                    <a:pt x="135085" y="231566"/>
                    <a:pt x="129102" y="231566"/>
                  </a:cubicBezTo>
                  <a:cubicBezTo>
                    <a:pt x="125582" y="231566"/>
                    <a:pt x="122766" y="228326"/>
                    <a:pt x="122766" y="224366"/>
                  </a:cubicBezTo>
                  <a:cubicBezTo>
                    <a:pt x="122766" y="219326"/>
                    <a:pt x="134030" y="175405"/>
                    <a:pt x="145645" y="135804"/>
                  </a:cubicBezTo>
                  <a:cubicBezTo>
                    <a:pt x="155148" y="102683"/>
                    <a:pt x="162540" y="73883"/>
                    <a:pt x="180491" y="1881"/>
                  </a:cubicBezTo>
                  <a:lnTo>
                    <a:pt x="178731" y="81"/>
                  </a:lnTo>
                  <a:cubicBezTo>
                    <a:pt x="160076" y="4041"/>
                    <a:pt x="147405" y="6202"/>
                    <a:pt x="124878" y="8362"/>
                  </a:cubicBezTo>
                  <a:lnTo>
                    <a:pt x="124878" y="14482"/>
                  </a:lnTo>
                  <a:cubicBezTo>
                    <a:pt x="144237" y="15202"/>
                    <a:pt x="146701" y="16282"/>
                    <a:pt x="146701" y="23842"/>
                  </a:cubicBezTo>
                  <a:cubicBezTo>
                    <a:pt x="146701" y="28522"/>
                    <a:pt x="146349" y="30682"/>
                    <a:pt x="141421" y="49042"/>
                  </a:cubicBezTo>
                  <a:lnTo>
                    <a:pt x="125934" y="108083"/>
                  </a:lnTo>
                  <a:cubicBezTo>
                    <a:pt x="123118" y="92963"/>
                    <a:pt x="116783" y="87203"/>
                    <a:pt x="103055" y="87203"/>
                  </a:cubicBezTo>
                  <a:cubicBezTo>
                    <a:pt x="57298" y="87203"/>
                    <a:pt x="278" y="154884"/>
                    <a:pt x="278" y="208885"/>
                  </a:cubicBezTo>
                  <a:cubicBezTo>
                    <a:pt x="278" y="234446"/>
                    <a:pt x="14357" y="249926"/>
                    <a:pt x="37236" y="249926"/>
                  </a:cubicBezTo>
                  <a:cubicBezTo>
                    <a:pt x="61170" y="249926"/>
                    <a:pt x="76657" y="238406"/>
                    <a:pt x="100592" y="202405"/>
                  </a:cubicBezTo>
                  <a:cubicBezTo>
                    <a:pt x="96720" y="220766"/>
                    <a:pt x="96016" y="226166"/>
                    <a:pt x="96016" y="234446"/>
                  </a:cubicBezTo>
                  <a:cubicBezTo>
                    <a:pt x="96016" y="244166"/>
                    <a:pt x="102000" y="250646"/>
                    <a:pt x="110799" y="250646"/>
                  </a:cubicBezTo>
                  <a:cubicBezTo>
                    <a:pt x="125582" y="250646"/>
                    <a:pt x="143885" y="235886"/>
                    <a:pt x="162188" y="209605"/>
                  </a:cubicBezTo>
                  <a:lnTo>
                    <a:pt x="157964" y="206005"/>
                  </a:lnTo>
                  <a:close/>
                  <a:moveTo>
                    <a:pt x="104463" y="95483"/>
                  </a:moveTo>
                  <a:cubicBezTo>
                    <a:pt x="115023" y="96203"/>
                    <a:pt x="120302" y="103043"/>
                    <a:pt x="120302" y="116004"/>
                  </a:cubicBezTo>
                  <a:cubicBezTo>
                    <a:pt x="120302" y="170725"/>
                    <a:pt x="83697" y="232646"/>
                    <a:pt x="51315" y="232646"/>
                  </a:cubicBezTo>
                  <a:cubicBezTo>
                    <a:pt x="39347" y="232646"/>
                    <a:pt x="30900" y="222926"/>
                    <a:pt x="30900" y="208885"/>
                  </a:cubicBezTo>
                  <a:cubicBezTo>
                    <a:pt x="30900" y="179005"/>
                    <a:pt x="48499" y="137244"/>
                    <a:pt x="71729" y="112044"/>
                  </a:cubicBezTo>
                  <a:cubicBezTo>
                    <a:pt x="81585" y="101603"/>
                    <a:pt x="94608" y="94763"/>
                    <a:pt x="104463" y="95483"/>
                  </a:cubicBez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EC1D77D-D8E2-387C-F16C-96E319C05DFD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12552077" y="5365337"/>
              <a:ext cx="166837" cy="162723"/>
            </a:xfrm>
            <a:custGeom>
              <a:avLst/>
              <a:gdLst>
                <a:gd name="connsiteX0" fmla="*/ 151282 w 166837"/>
                <a:gd name="connsiteY0" fmla="*/ 118884 h 162723"/>
                <a:gd name="connsiteX1" fmla="*/ 143538 w 166837"/>
                <a:gd name="connsiteY1" fmla="*/ 128604 h 162723"/>
                <a:gd name="connsiteX2" fmla="*/ 127347 w 166837"/>
                <a:gd name="connsiteY2" fmla="*/ 143004 h 162723"/>
                <a:gd name="connsiteX3" fmla="*/ 116436 w 166837"/>
                <a:gd name="connsiteY3" fmla="*/ 128244 h 162723"/>
                <a:gd name="connsiteX4" fmla="*/ 115028 w 166837"/>
                <a:gd name="connsiteY4" fmla="*/ 122124 h 162723"/>
                <a:gd name="connsiteX5" fmla="*/ 102357 w 166837"/>
                <a:gd name="connsiteY5" fmla="*/ 63803 h 162723"/>
                <a:gd name="connsiteX6" fmla="*/ 136851 w 166837"/>
                <a:gd name="connsiteY6" fmla="*/ 20242 h 162723"/>
                <a:gd name="connsiteX7" fmla="*/ 145298 w 166837"/>
                <a:gd name="connsiteY7" fmla="*/ 23122 h 162723"/>
                <a:gd name="connsiteX8" fmla="*/ 154802 w 166837"/>
                <a:gd name="connsiteY8" fmla="*/ 26362 h 162723"/>
                <a:gd name="connsiteX9" fmla="*/ 167121 w 166837"/>
                <a:gd name="connsiteY9" fmla="*/ 13402 h 162723"/>
                <a:gd name="connsiteX10" fmla="*/ 152690 w 166837"/>
                <a:gd name="connsiteY10" fmla="*/ 82 h 162723"/>
                <a:gd name="connsiteX11" fmla="*/ 99541 w 166837"/>
                <a:gd name="connsiteY11" fmla="*/ 51563 h 162723"/>
                <a:gd name="connsiteX12" fmla="*/ 95669 w 166837"/>
                <a:gd name="connsiteY12" fmla="*/ 31762 h 162723"/>
                <a:gd name="connsiteX13" fmla="*/ 77366 w 166837"/>
                <a:gd name="connsiteY13" fmla="*/ 82 h 162723"/>
                <a:gd name="connsiteX14" fmla="*/ 36185 w 166837"/>
                <a:gd name="connsiteY14" fmla="*/ 10522 h 162723"/>
                <a:gd name="connsiteX15" fmla="*/ 32313 w 166837"/>
                <a:gd name="connsiteY15" fmla="*/ 11962 h 162723"/>
                <a:gd name="connsiteX16" fmla="*/ 33721 w 166837"/>
                <a:gd name="connsiteY16" fmla="*/ 17362 h 162723"/>
                <a:gd name="connsiteX17" fmla="*/ 53432 w 166837"/>
                <a:gd name="connsiteY17" fmla="*/ 13402 h 162723"/>
                <a:gd name="connsiteX18" fmla="*/ 69271 w 166837"/>
                <a:gd name="connsiteY18" fmla="*/ 38242 h 162723"/>
                <a:gd name="connsiteX19" fmla="*/ 79478 w 166837"/>
                <a:gd name="connsiteY19" fmla="*/ 82523 h 162723"/>
                <a:gd name="connsiteX20" fmla="*/ 50616 w 166837"/>
                <a:gd name="connsiteY20" fmla="*/ 124644 h 162723"/>
                <a:gd name="connsiteX21" fmla="*/ 32665 w 166837"/>
                <a:gd name="connsiteY21" fmla="*/ 141924 h 162723"/>
                <a:gd name="connsiteX22" fmla="*/ 23514 w 166837"/>
                <a:gd name="connsiteY22" fmla="*/ 138684 h 162723"/>
                <a:gd name="connsiteX23" fmla="*/ 12250 w 166837"/>
                <a:gd name="connsiteY23" fmla="*/ 135084 h 162723"/>
                <a:gd name="connsiteX24" fmla="*/ 283 w 166837"/>
                <a:gd name="connsiteY24" fmla="*/ 147685 h 162723"/>
                <a:gd name="connsiteX25" fmla="*/ 17882 w 166837"/>
                <a:gd name="connsiteY25" fmla="*/ 162805 h 162723"/>
                <a:gd name="connsiteX26" fmla="*/ 50616 w 166837"/>
                <a:gd name="connsiteY26" fmla="*/ 137604 h 162723"/>
                <a:gd name="connsiteX27" fmla="*/ 82294 w 166837"/>
                <a:gd name="connsiteY27" fmla="*/ 95484 h 162723"/>
                <a:gd name="connsiteX28" fmla="*/ 92853 w 166837"/>
                <a:gd name="connsiteY28" fmla="*/ 138684 h 162723"/>
                <a:gd name="connsiteX29" fmla="*/ 113268 w 166837"/>
                <a:gd name="connsiteY29" fmla="*/ 162805 h 162723"/>
                <a:gd name="connsiteX30" fmla="*/ 156210 w 166837"/>
                <a:gd name="connsiteY30" fmla="*/ 121764 h 162723"/>
                <a:gd name="connsiteX31" fmla="*/ 151282 w 166837"/>
                <a:gd name="connsiteY31" fmla="*/ 118884 h 1627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6837" h="162723">
                  <a:moveTo>
                    <a:pt x="151282" y="118884"/>
                  </a:moveTo>
                  <a:cubicBezTo>
                    <a:pt x="148466" y="122124"/>
                    <a:pt x="146706" y="124284"/>
                    <a:pt x="143538" y="128604"/>
                  </a:cubicBezTo>
                  <a:cubicBezTo>
                    <a:pt x="135443" y="139404"/>
                    <a:pt x="131219" y="143004"/>
                    <a:pt x="127347" y="143004"/>
                  </a:cubicBezTo>
                  <a:cubicBezTo>
                    <a:pt x="122068" y="143004"/>
                    <a:pt x="118900" y="138324"/>
                    <a:pt x="116436" y="128244"/>
                  </a:cubicBezTo>
                  <a:cubicBezTo>
                    <a:pt x="115732" y="125364"/>
                    <a:pt x="115380" y="123204"/>
                    <a:pt x="115028" y="122124"/>
                  </a:cubicBezTo>
                  <a:cubicBezTo>
                    <a:pt x="106229" y="85763"/>
                    <a:pt x="102357" y="69203"/>
                    <a:pt x="102357" y="63803"/>
                  </a:cubicBezTo>
                  <a:cubicBezTo>
                    <a:pt x="117844" y="36082"/>
                    <a:pt x="130515" y="20242"/>
                    <a:pt x="136851" y="20242"/>
                  </a:cubicBezTo>
                  <a:cubicBezTo>
                    <a:pt x="138963" y="20242"/>
                    <a:pt x="141778" y="21322"/>
                    <a:pt x="145298" y="23122"/>
                  </a:cubicBezTo>
                  <a:cubicBezTo>
                    <a:pt x="149522" y="25642"/>
                    <a:pt x="151986" y="26362"/>
                    <a:pt x="154802" y="26362"/>
                  </a:cubicBezTo>
                  <a:cubicBezTo>
                    <a:pt x="162193" y="26362"/>
                    <a:pt x="167121" y="20962"/>
                    <a:pt x="167121" y="13402"/>
                  </a:cubicBezTo>
                  <a:cubicBezTo>
                    <a:pt x="167121" y="5842"/>
                    <a:pt x="161137" y="82"/>
                    <a:pt x="152690" y="82"/>
                  </a:cubicBezTo>
                  <a:cubicBezTo>
                    <a:pt x="137203" y="82"/>
                    <a:pt x="123828" y="13042"/>
                    <a:pt x="99541" y="51563"/>
                  </a:cubicBezTo>
                  <a:lnTo>
                    <a:pt x="95669" y="31762"/>
                  </a:lnTo>
                  <a:cubicBezTo>
                    <a:pt x="90742" y="7282"/>
                    <a:pt x="86870" y="82"/>
                    <a:pt x="77366" y="82"/>
                  </a:cubicBezTo>
                  <a:cubicBezTo>
                    <a:pt x="69623" y="82"/>
                    <a:pt x="57656" y="3322"/>
                    <a:pt x="36185" y="10522"/>
                  </a:cubicBezTo>
                  <a:lnTo>
                    <a:pt x="32313" y="11962"/>
                  </a:lnTo>
                  <a:lnTo>
                    <a:pt x="33721" y="17362"/>
                  </a:lnTo>
                  <a:cubicBezTo>
                    <a:pt x="47096" y="14122"/>
                    <a:pt x="50264" y="13402"/>
                    <a:pt x="53432" y="13402"/>
                  </a:cubicBezTo>
                  <a:cubicBezTo>
                    <a:pt x="62231" y="13402"/>
                    <a:pt x="64343" y="16642"/>
                    <a:pt x="69271" y="38242"/>
                  </a:cubicBezTo>
                  <a:lnTo>
                    <a:pt x="79478" y="82523"/>
                  </a:lnTo>
                  <a:lnTo>
                    <a:pt x="50616" y="124644"/>
                  </a:lnTo>
                  <a:cubicBezTo>
                    <a:pt x="43576" y="135444"/>
                    <a:pt x="36537" y="141924"/>
                    <a:pt x="32665" y="141924"/>
                  </a:cubicBezTo>
                  <a:cubicBezTo>
                    <a:pt x="30553" y="141924"/>
                    <a:pt x="27033" y="140844"/>
                    <a:pt x="23514" y="138684"/>
                  </a:cubicBezTo>
                  <a:cubicBezTo>
                    <a:pt x="18938" y="136164"/>
                    <a:pt x="15066" y="135084"/>
                    <a:pt x="12250" y="135084"/>
                  </a:cubicBezTo>
                  <a:cubicBezTo>
                    <a:pt x="5563" y="135084"/>
                    <a:pt x="283" y="140484"/>
                    <a:pt x="283" y="147685"/>
                  </a:cubicBezTo>
                  <a:cubicBezTo>
                    <a:pt x="283" y="157045"/>
                    <a:pt x="7323" y="162805"/>
                    <a:pt x="17882" y="162805"/>
                  </a:cubicBezTo>
                  <a:cubicBezTo>
                    <a:pt x="28793" y="162805"/>
                    <a:pt x="33017" y="159565"/>
                    <a:pt x="50616" y="137604"/>
                  </a:cubicBezTo>
                  <a:cubicBezTo>
                    <a:pt x="60119" y="126084"/>
                    <a:pt x="67511" y="116364"/>
                    <a:pt x="82294" y="95484"/>
                  </a:cubicBezTo>
                  <a:lnTo>
                    <a:pt x="92853" y="138684"/>
                  </a:lnTo>
                  <a:cubicBezTo>
                    <a:pt x="97429" y="157045"/>
                    <a:pt x="102005" y="162805"/>
                    <a:pt x="113268" y="162805"/>
                  </a:cubicBezTo>
                  <a:cubicBezTo>
                    <a:pt x="126643" y="162805"/>
                    <a:pt x="135795" y="154165"/>
                    <a:pt x="156210" y="121764"/>
                  </a:cubicBezTo>
                  <a:lnTo>
                    <a:pt x="151282" y="118884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863F9FD1-A814-1218-95C5-34DB9EC397AC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12366564" y="5671171"/>
              <a:ext cx="352935" cy="14450"/>
            </a:xfrm>
            <a:custGeom>
              <a:avLst/>
              <a:gdLst>
                <a:gd name="connsiteX0" fmla="*/ 0 w 352935"/>
                <a:gd name="connsiteY0" fmla="*/ 0 h 14450"/>
                <a:gd name="connsiteX1" fmla="*/ 352936 w 352935"/>
                <a:gd name="connsiteY1" fmla="*/ 0 h 14450"/>
                <a:gd name="connsiteX2" fmla="*/ 352936 w 352935"/>
                <a:gd name="connsiteY2" fmla="*/ 14451 h 14450"/>
                <a:gd name="connsiteX3" fmla="*/ 0 w 352935"/>
                <a:gd name="connsiteY3" fmla="*/ 14451 h 14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2935" h="14450">
                  <a:moveTo>
                    <a:pt x="0" y="0"/>
                  </a:moveTo>
                  <a:lnTo>
                    <a:pt x="352936" y="0"/>
                  </a:lnTo>
                  <a:lnTo>
                    <a:pt x="352936" y="14451"/>
                  </a:lnTo>
                  <a:lnTo>
                    <a:pt x="0" y="14451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B97B1B6D-9D52-FE51-B975-7654AB577C49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12394101" y="5770741"/>
              <a:ext cx="180212" cy="250564"/>
            </a:xfrm>
            <a:custGeom>
              <a:avLst/>
              <a:gdLst>
                <a:gd name="connsiteX0" fmla="*/ 157965 w 180212"/>
                <a:gd name="connsiteY0" fmla="*/ 206019 h 250564"/>
                <a:gd name="connsiteX1" fmla="*/ 129102 w 180212"/>
                <a:gd name="connsiteY1" fmla="*/ 231579 h 250564"/>
                <a:gd name="connsiteX2" fmla="*/ 122767 w 180212"/>
                <a:gd name="connsiteY2" fmla="*/ 224379 h 250564"/>
                <a:gd name="connsiteX3" fmla="*/ 145645 w 180212"/>
                <a:gd name="connsiteY3" fmla="*/ 135818 h 250564"/>
                <a:gd name="connsiteX4" fmla="*/ 180491 w 180212"/>
                <a:gd name="connsiteY4" fmla="*/ 1895 h 250564"/>
                <a:gd name="connsiteX5" fmla="*/ 178731 w 180212"/>
                <a:gd name="connsiteY5" fmla="*/ 95 h 250564"/>
                <a:gd name="connsiteX6" fmla="*/ 124879 w 180212"/>
                <a:gd name="connsiteY6" fmla="*/ 8375 h 250564"/>
                <a:gd name="connsiteX7" fmla="*/ 124879 w 180212"/>
                <a:gd name="connsiteY7" fmla="*/ 14495 h 250564"/>
                <a:gd name="connsiteX8" fmla="*/ 146701 w 180212"/>
                <a:gd name="connsiteY8" fmla="*/ 23855 h 250564"/>
                <a:gd name="connsiteX9" fmla="*/ 141422 w 180212"/>
                <a:gd name="connsiteY9" fmla="*/ 49056 h 250564"/>
                <a:gd name="connsiteX10" fmla="*/ 125935 w 180212"/>
                <a:gd name="connsiteY10" fmla="*/ 108097 h 250564"/>
                <a:gd name="connsiteX11" fmla="*/ 103056 w 180212"/>
                <a:gd name="connsiteY11" fmla="*/ 87217 h 250564"/>
                <a:gd name="connsiteX12" fmla="*/ 278 w 180212"/>
                <a:gd name="connsiteY12" fmla="*/ 208899 h 250564"/>
                <a:gd name="connsiteX13" fmla="*/ 37236 w 180212"/>
                <a:gd name="connsiteY13" fmla="*/ 249940 h 250564"/>
                <a:gd name="connsiteX14" fmla="*/ 100592 w 180212"/>
                <a:gd name="connsiteY14" fmla="*/ 202419 h 250564"/>
                <a:gd name="connsiteX15" fmla="*/ 96017 w 180212"/>
                <a:gd name="connsiteY15" fmla="*/ 234459 h 250564"/>
                <a:gd name="connsiteX16" fmla="*/ 110800 w 180212"/>
                <a:gd name="connsiteY16" fmla="*/ 250660 h 250564"/>
                <a:gd name="connsiteX17" fmla="*/ 162188 w 180212"/>
                <a:gd name="connsiteY17" fmla="*/ 209619 h 250564"/>
                <a:gd name="connsiteX18" fmla="*/ 157965 w 180212"/>
                <a:gd name="connsiteY18" fmla="*/ 206019 h 250564"/>
                <a:gd name="connsiteX19" fmla="*/ 104464 w 180212"/>
                <a:gd name="connsiteY19" fmla="*/ 95497 h 250564"/>
                <a:gd name="connsiteX20" fmla="*/ 120303 w 180212"/>
                <a:gd name="connsiteY20" fmla="*/ 116017 h 250564"/>
                <a:gd name="connsiteX21" fmla="*/ 51315 w 180212"/>
                <a:gd name="connsiteY21" fmla="*/ 232659 h 250564"/>
                <a:gd name="connsiteX22" fmla="*/ 30901 w 180212"/>
                <a:gd name="connsiteY22" fmla="*/ 208899 h 250564"/>
                <a:gd name="connsiteX23" fmla="*/ 71730 w 180212"/>
                <a:gd name="connsiteY23" fmla="*/ 112057 h 250564"/>
                <a:gd name="connsiteX24" fmla="*/ 104464 w 180212"/>
                <a:gd name="connsiteY24" fmla="*/ 95497 h 2505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212" h="250564">
                  <a:moveTo>
                    <a:pt x="157965" y="206019"/>
                  </a:moveTo>
                  <a:cubicBezTo>
                    <a:pt x="138958" y="228339"/>
                    <a:pt x="135086" y="231579"/>
                    <a:pt x="129102" y="231579"/>
                  </a:cubicBezTo>
                  <a:cubicBezTo>
                    <a:pt x="125583" y="231579"/>
                    <a:pt x="122767" y="228339"/>
                    <a:pt x="122767" y="224379"/>
                  </a:cubicBezTo>
                  <a:cubicBezTo>
                    <a:pt x="122767" y="219339"/>
                    <a:pt x="134030" y="175418"/>
                    <a:pt x="145645" y="135818"/>
                  </a:cubicBezTo>
                  <a:cubicBezTo>
                    <a:pt x="155149" y="102697"/>
                    <a:pt x="162540" y="73896"/>
                    <a:pt x="180491" y="1895"/>
                  </a:cubicBezTo>
                  <a:lnTo>
                    <a:pt x="178731" y="95"/>
                  </a:lnTo>
                  <a:cubicBezTo>
                    <a:pt x="160077" y="4055"/>
                    <a:pt x="147405" y="6215"/>
                    <a:pt x="124879" y="8375"/>
                  </a:cubicBezTo>
                  <a:lnTo>
                    <a:pt x="124879" y="14495"/>
                  </a:lnTo>
                  <a:cubicBezTo>
                    <a:pt x="144238" y="15215"/>
                    <a:pt x="146701" y="16295"/>
                    <a:pt x="146701" y="23855"/>
                  </a:cubicBezTo>
                  <a:cubicBezTo>
                    <a:pt x="146701" y="28536"/>
                    <a:pt x="146349" y="30696"/>
                    <a:pt x="141422" y="49056"/>
                  </a:cubicBezTo>
                  <a:lnTo>
                    <a:pt x="125935" y="108097"/>
                  </a:lnTo>
                  <a:cubicBezTo>
                    <a:pt x="123119" y="92977"/>
                    <a:pt x="116783" y="87217"/>
                    <a:pt x="103056" y="87217"/>
                  </a:cubicBezTo>
                  <a:cubicBezTo>
                    <a:pt x="57299" y="87217"/>
                    <a:pt x="278" y="154898"/>
                    <a:pt x="278" y="208899"/>
                  </a:cubicBezTo>
                  <a:cubicBezTo>
                    <a:pt x="278" y="234459"/>
                    <a:pt x="14358" y="249940"/>
                    <a:pt x="37236" y="249940"/>
                  </a:cubicBezTo>
                  <a:cubicBezTo>
                    <a:pt x="61171" y="249940"/>
                    <a:pt x="76658" y="238419"/>
                    <a:pt x="100592" y="202419"/>
                  </a:cubicBezTo>
                  <a:cubicBezTo>
                    <a:pt x="96720" y="220779"/>
                    <a:pt x="96017" y="226179"/>
                    <a:pt x="96017" y="234459"/>
                  </a:cubicBezTo>
                  <a:cubicBezTo>
                    <a:pt x="96017" y="244180"/>
                    <a:pt x="102000" y="250660"/>
                    <a:pt x="110800" y="250660"/>
                  </a:cubicBezTo>
                  <a:cubicBezTo>
                    <a:pt x="125583" y="250660"/>
                    <a:pt x="143886" y="235899"/>
                    <a:pt x="162188" y="209619"/>
                  </a:cubicBezTo>
                  <a:lnTo>
                    <a:pt x="157965" y="206019"/>
                  </a:lnTo>
                  <a:close/>
                  <a:moveTo>
                    <a:pt x="104464" y="95497"/>
                  </a:moveTo>
                  <a:cubicBezTo>
                    <a:pt x="115023" y="96217"/>
                    <a:pt x="120303" y="103057"/>
                    <a:pt x="120303" y="116017"/>
                  </a:cubicBezTo>
                  <a:cubicBezTo>
                    <a:pt x="120303" y="170738"/>
                    <a:pt x="83697" y="232659"/>
                    <a:pt x="51315" y="232659"/>
                  </a:cubicBezTo>
                  <a:cubicBezTo>
                    <a:pt x="39348" y="232659"/>
                    <a:pt x="30901" y="222939"/>
                    <a:pt x="30901" y="208899"/>
                  </a:cubicBezTo>
                  <a:cubicBezTo>
                    <a:pt x="30901" y="179018"/>
                    <a:pt x="48499" y="137258"/>
                    <a:pt x="71730" y="112057"/>
                  </a:cubicBezTo>
                  <a:cubicBezTo>
                    <a:pt x="81585" y="101617"/>
                    <a:pt x="94609" y="94777"/>
                    <a:pt x="104464" y="95497"/>
                  </a:cubicBez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F8FF2548-2C9C-C13C-34C2-CB1ADA4DB0EA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12588030" y="5820062"/>
              <a:ext cx="91162" cy="200523"/>
            </a:xfrm>
            <a:custGeom>
              <a:avLst/>
              <a:gdLst>
                <a:gd name="connsiteX0" fmla="*/ 91446 w 91162"/>
                <a:gd name="connsiteY0" fmla="*/ 42576 h 200523"/>
                <a:gd name="connsiteX1" fmla="*/ 63287 w 91162"/>
                <a:gd name="connsiteY1" fmla="*/ 42576 h 200523"/>
                <a:gd name="connsiteX2" fmla="*/ 73143 w 91162"/>
                <a:gd name="connsiteY2" fmla="*/ 5495 h 200523"/>
                <a:gd name="connsiteX3" fmla="*/ 73495 w 91162"/>
                <a:gd name="connsiteY3" fmla="*/ 3695 h 200523"/>
                <a:gd name="connsiteX4" fmla="*/ 70679 w 91162"/>
                <a:gd name="connsiteY4" fmla="*/ 95 h 200523"/>
                <a:gd name="connsiteX5" fmla="*/ 65399 w 91162"/>
                <a:gd name="connsiteY5" fmla="*/ 3335 h 200523"/>
                <a:gd name="connsiteX6" fmla="*/ 18586 w 91162"/>
                <a:gd name="connsiteY6" fmla="*/ 42936 h 200523"/>
                <a:gd name="connsiteX7" fmla="*/ 7323 w 91162"/>
                <a:gd name="connsiteY7" fmla="*/ 51936 h 200523"/>
                <a:gd name="connsiteX8" fmla="*/ 7675 w 91162"/>
                <a:gd name="connsiteY8" fmla="*/ 54096 h 200523"/>
                <a:gd name="connsiteX9" fmla="*/ 33721 w 91162"/>
                <a:gd name="connsiteY9" fmla="*/ 54096 h 200523"/>
                <a:gd name="connsiteX10" fmla="*/ 8379 w 91162"/>
                <a:gd name="connsiteY10" fmla="*/ 153098 h 200523"/>
                <a:gd name="connsiteX11" fmla="*/ 6267 w 91162"/>
                <a:gd name="connsiteY11" fmla="*/ 160658 h 200523"/>
                <a:gd name="connsiteX12" fmla="*/ 283 w 91162"/>
                <a:gd name="connsiteY12" fmla="*/ 186939 h 200523"/>
                <a:gd name="connsiteX13" fmla="*/ 17178 w 91162"/>
                <a:gd name="connsiteY13" fmla="*/ 200619 h 200523"/>
                <a:gd name="connsiteX14" fmla="*/ 67159 w 91162"/>
                <a:gd name="connsiteY14" fmla="*/ 157058 h 200523"/>
                <a:gd name="connsiteX15" fmla="*/ 62584 w 91162"/>
                <a:gd name="connsiteY15" fmla="*/ 154538 h 200523"/>
                <a:gd name="connsiteX16" fmla="*/ 34073 w 91162"/>
                <a:gd name="connsiteY16" fmla="*/ 182979 h 200523"/>
                <a:gd name="connsiteX17" fmla="*/ 28794 w 91162"/>
                <a:gd name="connsiteY17" fmla="*/ 175778 h 200523"/>
                <a:gd name="connsiteX18" fmla="*/ 29146 w 91162"/>
                <a:gd name="connsiteY18" fmla="*/ 173978 h 200523"/>
                <a:gd name="connsiteX19" fmla="*/ 60120 w 91162"/>
                <a:gd name="connsiteY19" fmla="*/ 54096 h 200523"/>
                <a:gd name="connsiteX20" fmla="*/ 89686 w 91162"/>
                <a:gd name="connsiteY20" fmla="*/ 54096 h 200523"/>
                <a:gd name="connsiteX21" fmla="*/ 91446 w 91162"/>
                <a:gd name="connsiteY21" fmla="*/ 42576 h 2005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1162" h="200523">
                  <a:moveTo>
                    <a:pt x="91446" y="42576"/>
                  </a:moveTo>
                  <a:lnTo>
                    <a:pt x="63287" y="42576"/>
                  </a:lnTo>
                  <a:lnTo>
                    <a:pt x="73143" y="5495"/>
                  </a:lnTo>
                  <a:cubicBezTo>
                    <a:pt x="73495" y="4775"/>
                    <a:pt x="73495" y="4055"/>
                    <a:pt x="73495" y="3695"/>
                  </a:cubicBezTo>
                  <a:cubicBezTo>
                    <a:pt x="73495" y="1175"/>
                    <a:pt x="72439" y="95"/>
                    <a:pt x="70679" y="95"/>
                  </a:cubicBezTo>
                  <a:cubicBezTo>
                    <a:pt x="68567" y="95"/>
                    <a:pt x="67511" y="455"/>
                    <a:pt x="65399" y="3335"/>
                  </a:cubicBezTo>
                  <a:cubicBezTo>
                    <a:pt x="51672" y="21696"/>
                    <a:pt x="29850" y="39696"/>
                    <a:pt x="18586" y="42936"/>
                  </a:cubicBezTo>
                  <a:cubicBezTo>
                    <a:pt x="9787" y="45816"/>
                    <a:pt x="7323" y="47976"/>
                    <a:pt x="7323" y="51936"/>
                  </a:cubicBezTo>
                  <a:cubicBezTo>
                    <a:pt x="7323" y="52296"/>
                    <a:pt x="7323" y="53016"/>
                    <a:pt x="7675" y="54096"/>
                  </a:cubicBezTo>
                  <a:lnTo>
                    <a:pt x="33721" y="54096"/>
                  </a:lnTo>
                  <a:lnTo>
                    <a:pt x="8379" y="153098"/>
                  </a:lnTo>
                  <a:cubicBezTo>
                    <a:pt x="7675" y="156338"/>
                    <a:pt x="7323" y="157418"/>
                    <a:pt x="6267" y="160658"/>
                  </a:cubicBezTo>
                  <a:cubicBezTo>
                    <a:pt x="3099" y="171458"/>
                    <a:pt x="283" y="184059"/>
                    <a:pt x="283" y="186939"/>
                  </a:cubicBezTo>
                  <a:cubicBezTo>
                    <a:pt x="283" y="194859"/>
                    <a:pt x="7675" y="200619"/>
                    <a:pt x="17178" y="200619"/>
                  </a:cubicBezTo>
                  <a:cubicBezTo>
                    <a:pt x="33369" y="200619"/>
                    <a:pt x="44985" y="190539"/>
                    <a:pt x="67159" y="157058"/>
                  </a:cubicBezTo>
                  <a:lnTo>
                    <a:pt x="62584" y="154538"/>
                  </a:lnTo>
                  <a:cubicBezTo>
                    <a:pt x="45337" y="177219"/>
                    <a:pt x="39705" y="182979"/>
                    <a:pt x="34073" y="182979"/>
                  </a:cubicBezTo>
                  <a:cubicBezTo>
                    <a:pt x="30906" y="182979"/>
                    <a:pt x="28794" y="180099"/>
                    <a:pt x="28794" y="175778"/>
                  </a:cubicBezTo>
                  <a:cubicBezTo>
                    <a:pt x="28794" y="175418"/>
                    <a:pt x="28794" y="175058"/>
                    <a:pt x="29146" y="173978"/>
                  </a:cubicBezTo>
                  <a:lnTo>
                    <a:pt x="60120" y="54096"/>
                  </a:lnTo>
                  <a:lnTo>
                    <a:pt x="89686" y="54096"/>
                  </a:lnTo>
                  <a:lnTo>
                    <a:pt x="91446" y="42576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3D1BBC9-5D79-B43C-BBD4-DD0B764010F9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12774214" y="5244640"/>
              <a:ext cx="173173" cy="863656"/>
            </a:xfrm>
            <a:custGeom>
              <a:avLst/>
              <a:gdLst>
                <a:gd name="connsiteX0" fmla="*/ 173462 w 173173"/>
                <a:gd name="connsiteY0" fmla="*/ 432083 h 863656"/>
                <a:gd name="connsiteX1" fmla="*/ 52381 w 173173"/>
                <a:gd name="connsiteY1" fmla="*/ 40396 h 863656"/>
                <a:gd name="connsiteX2" fmla="*/ 17535 w 173173"/>
                <a:gd name="connsiteY2" fmla="*/ 4395 h 863656"/>
                <a:gd name="connsiteX3" fmla="*/ 7680 w 173173"/>
                <a:gd name="connsiteY3" fmla="*/ 75 h 863656"/>
                <a:gd name="connsiteX4" fmla="*/ 288 w 173173"/>
                <a:gd name="connsiteY4" fmla="*/ 3675 h 863656"/>
                <a:gd name="connsiteX5" fmla="*/ 2400 w 173173"/>
                <a:gd name="connsiteY5" fmla="*/ 7275 h 863656"/>
                <a:gd name="connsiteX6" fmla="*/ 61884 w 173173"/>
                <a:gd name="connsiteY6" fmla="*/ 83237 h 863656"/>
                <a:gd name="connsiteX7" fmla="*/ 144247 w 173173"/>
                <a:gd name="connsiteY7" fmla="*/ 431723 h 863656"/>
                <a:gd name="connsiteX8" fmla="*/ 73500 w 173173"/>
                <a:gd name="connsiteY8" fmla="*/ 760770 h 863656"/>
                <a:gd name="connsiteX9" fmla="*/ 1696 w 173173"/>
                <a:gd name="connsiteY9" fmla="*/ 856891 h 863656"/>
                <a:gd name="connsiteX10" fmla="*/ 288 w 173173"/>
                <a:gd name="connsiteY10" fmla="*/ 860131 h 863656"/>
                <a:gd name="connsiteX11" fmla="*/ 7680 w 173173"/>
                <a:gd name="connsiteY11" fmla="*/ 863731 h 863656"/>
                <a:gd name="connsiteX12" fmla="*/ 18591 w 173173"/>
                <a:gd name="connsiteY12" fmla="*/ 858331 h 863656"/>
                <a:gd name="connsiteX13" fmla="*/ 173462 w 173173"/>
                <a:gd name="connsiteY13" fmla="*/ 432083 h 863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3173" h="863656">
                  <a:moveTo>
                    <a:pt x="173462" y="432083"/>
                  </a:moveTo>
                  <a:cubicBezTo>
                    <a:pt x="173462" y="290601"/>
                    <a:pt x="141784" y="148038"/>
                    <a:pt x="52381" y="40396"/>
                  </a:cubicBezTo>
                  <a:cubicBezTo>
                    <a:pt x="45341" y="32116"/>
                    <a:pt x="31966" y="17355"/>
                    <a:pt x="17535" y="4395"/>
                  </a:cubicBezTo>
                  <a:cubicBezTo>
                    <a:pt x="13311" y="75"/>
                    <a:pt x="12607" y="75"/>
                    <a:pt x="7680" y="75"/>
                  </a:cubicBezTo>
                  <a:cubicBezTo>
                    <a:pt x="3456" y="75"/>
                    <a:pt x="288" y="75"/>
                    <a:pt x="288" y="3675"/>
                  </a:cubicBezTo>
                  <a:cubicBezTo>
                    <a:pt x="288" y="5115"/>
                    <a:pt x="1696" y="6555"/>
                    <a:pt x="2400" y="7275"/>
                  </a:cubicBezTo>
                  <a:cubicBezTo>
                    <a:pt x="14719" y="20235"/>
                    <a:pt x="38302" y="44356"/>
                    <a:pt x="61884" y="83237"/>
                  </a:cubicBezTo>
                  <a:cubicBezTo>
                    <a:pt x="118553" y="176118"/>
                    <a:pt x="144247" y="293121"/>
                    <a:pt x="144247" y="431723"/>
                  </a:cubicBezTo>
                  <a:cubicBezTo>
                    <a:pt x="144247" y="528565"/>
                    <a:pt x="131576" y="653488"/>
                    <a:pt x="73500" y="760770"/>
                  </a:cubicBezTo>
                  <a:cubicBezTo>
                    <a:pt x="45693" y="811891"/>
                    <a:pt x="16479" y="841771"/>
                    <a:pt x="1696" y="856891"/>
                  </a:cubicBezTo>
                  <a:cubicBezTo>
                    <a:pt x="992" y="857971"/>
                    <a:pt x="288" y="859051"/>
                    <a:pt x="288" y="860131"/>
                  </a:cubicBezTo>
                  <a:cubicBezTo>
                    <a:pt x="288" y="863731"/>
                    <a:pt x="3456" y="863731"/>
                    <a:pt x="7680" y="863731"/>
                  </a:cubicBezTo>
                  <a:cubicBezTo>
                    <a:pt x="12607" y="863731"/>
                    <a:pt x="13311" y="863731"/>
                    <a:pt x="18591" y="858331"/>
                  </a:cubicBezTo>
                  <a:cubicBezTo>
                    <a:pt x="136504" y="748529"/>
                    <a:pt x="173462" y="583646"/>
                    <a:pt x="173462" y="432083"/>
                  </a:cubicBez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E710C214-EB34-9E47-6958-802405CC3AB0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13025023" y="5979754"/>
              <a:ext cx="67460" cy="148387"/>
            </a:xfrm>
            <a:custGeom>
              <a:avLst/>
              <a:gdLst>
                <a:gd name="connsiteX0" fmla="*/ 67755 w 67460"/>
                <a:gd name="connsiteY0" fmla="*/ 31535 h 148387"/>
                <a:gd name="connsiteX1" fmla="*/ 46918 w 67460"/>
                <a:gd name="connsiteY1" fmla="*/ 31535 h 148387"/>
                <a:gd name="connsiteX2" fmla="*/ 54211 w 67460"/>
                <a:gd name="connsiteY2" fmla="*/ 4095 h 148387"/>
                <a:gd name="connsiteX3" fmla="*/ 54472 w 67460"/>
                <a:gd name="connsiteY3" fmla="*/ 2763 h 148387"/>
                <a:gd name="connsiteX4" fmla="*/ 52388 w 67460"/>
                <a:gd name="connsiteY4" fmla="*/ 99 h 148387"/>
                <a:gd name="connsiteX5" fmla="*/ 48481 w 67460"/>
                <a:gd name="connsiteY5" fmla="*/ 2496 h 148387"/>
                <a:gd name="connsiteX6" fmla="*/ 13840 w 67460"/>
                <a:gd name="connsiteY6" fmla="*/ 31801 h 148387"/>
                <a:gd name="connsiteX7" fmla="*/ 5505 w 67460"/>
                <a:gd name="connsiteY7" fmla="*/ 38461 h 148387"/>
                <a:gd name="connsiteX8" fmla="*/ 5765 w 67460"/>
                <a:gd name="connsiteY8" fmla="*/ 40060 h 148387"/>
                <a:gd name="connsiteX9" fmla="*/ 25039 w 67460"/>
                <a:gd name="connsiteY9" fmla="*/ 40060 h 148387"/>
                <a:gd name="connsiteX10" fmla="*/ 6286 w 67460"/>
                <a:gd name="connsiteY10" fmla="*/ 113321 h 148387"/>
                <a:gd name="connsiteX11" fmla="*/ 4723 w 67460"/>
                <a:gd name="connsiteY11" fmla="*/ 118915 h 148387"/>
                <a:gd name="connsiteX12" fmla="*/ 295 w 67460"/>
                <a:gd name="connsiteY12" fmla="*/ 138363 h 148387"/>
                <a:gd name="connsiteX13" fmla="*/ 12798 w 67460"/>
                <a:gd name="connsiteY13" fmla="*/ 148486 h 148387"/>
                <a:gd name="connsiteX14" fmla="*/ 49784 w 67460"/>
                <a:gd name="connsiteY14" fmla="*/ 116251 h 148387"/>
                <a:gd name="connsiteX15" fmla="*/ 46397 w 67460"/>
                <a:gd name="connsiteY15" fmla="*/ 114387 h 148387"/>
                <a:gd name="connsiteX16" fmla="*/ 25300 w 67460"/>
                <a:gd name="connsiteY16" fmla="*/ 135433 h 148387"/>
                <a:gd name="connsiteX17" fmla="*/ 21393 w 67460"/>
                <a:gd name="connsiteY17" fmla="*/ 130104 h 148387"/>
                <a:gd name="connsiteX18" fmla="*/ 21653 w 67460"/>
                <a:gd name="connsiteY18" fmla="*/ 128772 h 148387"/>
                <a:gd name="connsiteX19" fmla="*/ 44574 w 67460"/>
                <a:gd name="connsiteY19" fmla="*/ 40060 h 148387"/>
                <a:gd name="connsiteX20" fmla="*/ 66453 w 67460"/>
                <a:gd name="connsiteY20" fmla="*/ 40060 h 148387"/>
                <a:gd name="connsiteX21" fmla="*/ 67755 w 67460"/>
                <a:gd name="connsiteY21" fmla="*/ 31535 h 148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7460" h="148387">
                  <a:moveTo>
                    <a:pt x="67755" y="31535"/>
                  </a:moveTo>
                  <a:lnTo>
                    <a:pt x="46918" y="31535"/>
                  </a:lnTo>
                  <a:lnTo>
                    <a:pt x="54211" y="4095"/>
                  </a:lnTo>
                  <a:cubicBezTo>
                    <a:pt x="54472" y="3562"/>
                    <a:pt x="54472" y="3029"/>
                    <a:pt x="54472" y="2763"/>
                  </a:cubicBezTo>
                  <a:cubicBezTo>
                    <a:pt x="54472" y="898"/>
                    <a:pt x="53690" y="99"/>
                    <a:pt x="52388" y="99"/>
                  </a:cubicBezTo>
                  <a:cubicBezTo>
                    <a:pt x="50825" y="99"/>
                    <a:pt x="50044" y="365"/>
                    <a:pt x="48481" y="2496"/>
                  </a:cubicBezTo>
                  <a:cubicBezTo>
                    <a:pt x="38323" y="16083"/>
                    <a:pt x="22174" y="29403"/>
                    <a:pt x="13840" y="31801"/>
                  </a:cubicBezTo>
                  <a:cubicBezTo>
                    <a:pt x="7328" y="33932"/>
                    <a:pt x="5505" y="35531"/>
                    <a:pt x="5505" y="38461"/>
                  </a:cubicBezTo>
                  <a:cubicBezTo>
                    <a:pt x="5505" y="38728"/>
                    <a:pt x="5505" y="39260"/>
                    <a:pt x="5765" y="40060"/>
                  </a:cubicBezTo>
                  <a:lnTo>
                    <a:pt x="25039" y="40060"/>
                  </a:lnTo>
                  <a:lnTo>
                    <a:pt x="6286" y="113321"/>
                  </a:lnTo>
                  <a:cubicBezTo>
                    <a:pt x="5765" y="115719"/>
                    <a:pt x="5505" y="116518"/>
                    <a:pt x="4723" y="118915"/>
                  </a:cubicBezTo>
                  <a:cubicBezTo>
                    <a:pt x="2379" y="126908"/>
                    <a:pt x="295" y="136232"/>
                    <a:pt x="295" y="138363"/>
                  </a:cubicBezTo>
                  <a:cubicBezTo>
                    <a:pt x="295" y="144224"/>
                    <a:pt x="5765" y="148486"/>
                    <a:pt x="12798" y="148486"/>
                  </a:cubicBezTo>
                  <a:cubicBezTo>
                    <a:pt x="24779" y="148486"/>
                    <a:pt x="33374" y="141027"/>
                    <a:pt x="49784" y="116251"/>
                  </a:cubicBezTo>
                  <a:lnTo>
                    <a:pt x="46397" y="114387"/>
                  </a:lnTo>
                  <a:cubicBezTo>
                    <a:pt x="33635" y="131170"/>
                    <a:pt x="29467" y="135433"/>
                    <a:pt x="25300" y="135433"/>
                  </a:cubicBezTo>
                  <a:cubicBezTo>
                    <a:pt x="22956" y="135433"/>
                    <a:pt x="21393" y="133301"/>
                    <a:pt x="21393" y="130104"/>
                  </a:cubicBezTo>
                  <a:cubicBezTo>
                    <a:pt x="21393" y="129838"/>
                    <a:pt x="21393" y="129572"/>
                    <a:pt x="21653" y="128772"/>
                  </a:cubicBezTo>
                  <a:lnTo>
                    <a:pt x="44574" y="40060"/>
                  </a:lnTo>
                  <a:lnTo>
                    <a:pt x="66453" y="40060"/>
                  </a:lnTo>
                  <a:lnTo>
                    <a:pt x="67755" y="31535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10EC5BA5-B62C-80B2-583B-55B8D45F44D6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3120426" y="6027441"/>
              <a:ext cx="173208" cy="62338"/>
            </a:xfrm>
            <a:custGeom>
              <a:avLst/>
              <a:gdLst>
                <a:gd name="connsiteX0" fmla="*/ 164651 w 173208"/>
                <a:gd name="connsiteY0" fmla="*/ 10755 h 62338"/>
                <a:gd name="connsiteX1" fmla="*/ 173506 w 173208"/>
                <a:gd name="connsiteY1" fmla="*/ 5427 h 62338"/>
                <a:gd name="connsiteX2" fmla="*/ 164911 w 173208"/>
                <a:gd name="connsiteY2" fmla="*/ 99 h 62338"/>
                <a:gd name="connsiteX3" fmla="*/ 8893 w 173208"/>
                <a:gd name="connsiteY3" fmla="*/ 99 h 62338"/>
                <a:gd name="connsiteX4" fmla="*/ 298 w 173208"/>
                <a:gd name="connsiteY4" fmla="*/ 5427 h 62338"/>
                <a:gd name="connsiteX5" fmla="*/ 9154 w 173208"/>
                <a:gd name="connsiteY5" fmla="*/ 10755 h 62338"/>
                <a:gd name="connsiteX6" fmla="*/ 164651 w 173208"/>
                <a:gd name="connsiteY6" fmla="*/ 10755 h 62338"/>
                <a:gd name="connsiteX7" fmla="*/ 164911 w 173208"/>
                <a:gd name="connsiteY7" fmla="*/ 62438 h 62338"/>
                <a:gd name="connsiteX8" fmla="*/ 173506 w 173208"/>
                <a:gd name="connsiteY8" fmla="*/ 57109 h 62338"/>
                <a:gd name="connsiteX9" fmla="*/ 164651 w 173208"/>
                <a:gd name="connsiteY9" fmla="*/ 51781 h 62338"/>
                <a:gd name="connsiteX10" fmla="*/ 9154 w 173208"/>
                <a:gd name="connsiteY10" fmla="*/ 51781 h 62338"/>
                <a:gd name="connsiteX11" fmla="*/ 298 w 173208"/>
                <a:gd name="connsiteY11" fmla="*/ 57109 h 62338"/>
                <a:gd name="connsiteX12" fmla="*/ 8893 w 173208"/>
                <a:gd name="connsiteY12" fmla="*/ 62438 h 62338"/>
                <a:gd name="connsiteX13" fmla="*/ 164911 w 173208"/>
                <a:gd name="connsiteY13" fmla="*/ 62438 h 62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3208" h="62338">
                  <a:moveTo>
                    <a:pt x="164651" y="10755"/>
                  </a:moveTo>
                  <a:cubicBezTo>
                    <a:pt x="168558" y="10755"/>
                    <a:pt x="173506" y="10755"/>
                    <a:pt x="173506" y="5427"/>
                  </a:cubicBezTo>
                  <a:cubicBezTo>
                    <a:pt x="173506" y="99"/>
                    <a:pt x="168558" y="99"/>
                    <a:pt x="164911" y="99"/>
                  </a:cubicBezTo>
                  <a:lnTo>
                    <a:pt x="8893" y="99"/>
                  </a:lnTo>
                  <a:cubicBezTo>
                    <a:pt x="5247" y="99"/>
                    <a:pt x="298" y="99"/>
                    <a:pt x="298" y="5427"/>
                  </a:cubicBezTo>
                  <a:cubicBezTo>
                    <a:pt x="298" y="10755"/>
                    <a:pt x="5247" y="10755"/>
                    <a:pt x="9154" y="10755"/>
                  </a:cubicBezTo>
                  <a:lnTo>
                    <a:pt x="164651" y="10755"/>
                  </a:lnTo>
                  <a:close/>
                  <a:moveTo>
                    <a:pt x="164911" y="62438"/>
                  </a:moveTo>
                  <a:cubicBezTo>
                    <a:pt x="168558" y="62438"/>
                    <a:pt x="173506" y="62438"/>
                    <a:pt x="173506" y="57109"/>
                  </a:cubicBezTo>
                  <a:cubicBezTo>
                    <a:pt x="173506" y="51781"/>
                    <a:pt x="168558" y="51781"/>
                    <a:pt x="164651" y="51781"/>
                  </a:cubicBezTo>
                  <a:lnTo>
                    <a:pt x="9154" y="51781"/>
                  </a:lnTo>
                  <a:cubicBezTo>
                    <a:pt x="5247" y="51781"/>
                    <a:pt x="298" y="51781"/>
                    <a:pt x="298" y="57109"/>
                  </a:cubicBezTo>
                  <a:cubicBezTo>
                    <a:pt x="298" y="62438"/>
                    <a:pt x="5247" y="62438"/>
                    <a:pt x="8893" y="62438"/>
                  </a:cubicBezTo>
                  <a:lnTo>
                    <a:pt x="164911" y="62438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CB628AE-1E3B-77C4-20CF-1CEB534AFE4C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3315227" y="5945122"/>
              <a:ext cx="117729" cy="183819"/>
            </a:xfrm>
            <a:custGeom>
              <a:avLst/>
              <a:gdLst>
                <a:gd name="connsiteX0" fmla="*/ 60210 w 117729"/>
                <a:gd name="connsiteY0" fmla="*/ 100 h 183819"/>
                <a:gd name="connsiteX1" fmla="*/ 25308 w 117729"/>
                <a:gd name="connsiteY1" fmla="*/ 13953 h 183819"/>
                <a:gd name="connsiteX2" fmla="*/ 303 w 117729"/>
                <a:gd name="connsiteY2" fmla="*/ 90677 h 183819"/>
                <a:gd name="connsiteX3" fmla="*/ 21140 w 117729"/>
                <a:gd name="connsiteY3" fmla="*/ 165803 h 183819"/>
                <a:gd name="connsiteX4" fmla="*/ 59168 w 117729"/>
                <a:gd name="connsiteY4" fmla="*/ 183919 h 183819"/>
                <a:gd name="connsiteX5" fmla="*/ 93028 w 117729"/>
                <a:gd name="connsiteY5" fmla="*/ 170066 h 183819"/>
                <a:gd name="connsiteX6" fmla="*/ 118033 w 117729"/>
                <a:gd name="connsiteY6" fmla="*/ 92276 h 183819"/>
                <a:gd name="connsiteX7" fmla="*/ 60210 w 117729"/>
                <a:gd name="connsiteY7" fmla="*/ 100 h 183819"/>
                <a:gd name="connsiteX8" fmla="*/ 59428 w 117729"/>
                <a:gd name="connsiteY8" fmla="*/ 7026 h 183819"/>
                <a:gd name="connsiteX9" fmla="*/ 93028 w 117729"/>
                <a:gd name="connsiteY9" fmla="*/ 92809 h 183819"/>
                <a:gd name="connsiteX10" fmla="*/ 59168 w 117729"/>
                <a:gd name="connsiteY10" fmla="*/ 176992 h 183819"/>
                <a:gd name="connsiteX11" fmla="*/ 25308 w 117729"/>
                <a:gd name="connsiteY11" fmla="*/ 93075 h 183819"/>
                <a:gd name="connsiteX12" fmla="*/ 59428 w 117729"/>
                <a:gd name="connsiteY12" fmla="*/ 7026 h 1838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7729" h="183819">
                  <a:moveTo>
                    <a:pt x="60210" y="100"/>
                  </a:moveTo>
                  <a:cubicBezTo>
                    <a:pt x="45884" y="100"/>
                    <a:pt x="34945" y="4629"/>
                    <a:pt x="25308" y="13953"/>
                  </a:cubicBezTo>
                  <a:cubicBezTo>
                    <a:pt x="10201" y="28871"/>
                    <a:pt x="303" y="59508"/>
                    <a:pt x="303" y="90677"/>
                  </a:cubicBezTo>
                  <a:cubicBezTo>
                    <a:pt x="303" y="119715"/>
                    <a:pt x="8898" y="150885"/>
                    <a:pt x="21140" y="165803"/>
                  </a:cubicBezTo>
                  <a:cubicBezTo>
                    <a:pt x="30777" y="177525"/>
                    <a:pt x="44061" y="183919"/>
                    <a:pt x="59168" y="183919"/>
                  </a:cubicBezTo>
                  <a:cubicBezTo>
                    <a:pt x="72451" y="183919"/>
                    <a:pt x="83651" y="179390"/>
                    <a:pt x="93028" y="170066"/>
                  </a:cubicBezTo>
                  <a:cubicBezTo>
                    <a:pt x="108135" y="155414"/>
                    <a:pt x="118033" y="124511"/>
                    <a:pt x="118033" y="92276"/>
                  </a:cubicBezTo>
                  <a:cubicBezTo>
                    <a:pt x="118033" y="37663"/>
                    <a:pt x="94330" y="100"/>
                    <a:pt x="60210" y="100"/>
                  </a:cubicBezTo>
                  <a:close/>
                  <a:moveTo>
                    <a:pt x="59428" y="7026"/>
                  </a:moveTo>
                  <a:cubicBezTo>
                    <a:pt x="81307" y="7026"/>
                    <a:pt x="93028" y="37130"/>
                    <a:pt x="93028" y="92809"/>
                  </a:cubicBezTo>
                  <a:cubicBezTo>
                    <a:pt x="93028" y="148487"/>
                    <a:pt x="81568" y="176992"/>
                    <a:pt x="59168" y="176992"/>
                  </a:cubicBezTo>
                  <a:cubicBezTo>
                    <a:pt x="36768" y="176992"/>
                    <a:pt x="25308" y="148487"/>
                    <a:pt x="25308" y="93075"/>
                  </a:cubicBezTo>
                  <a:cubicBezTo>
                    <a:pt x="25308" y="36597"/>
                    <a:pt x="37028" y="7026"/>
                    <a:pt x="59428" y="7026"/>
                  </a:cubicBez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2584F6FD-0854-E7B8-7CB3-7AA40D63E8E0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3555580" y="5636613"/>
              <a:ext cx="234065" cy="84241"/>
            </a:xfrm>
            <a:custGeom>
              <a:avLst/>
              <a:gdLst>
                <a:gd name="connsiteX0" fmla="*/ 222409 w 234065"/>
                <a:gd name="connsiteY0" fmla="*/ 14489 h 84241"/>
                <a:gd name="connsiteX1" fmla="*/ 234377 w 234065"/>
                <a:gd name="connsiteY1" fmla="*/ 7289 h 84241"/>
                <a:gd name="connsiteX2" fmla="*/ 222761 w 234065"/>
                <a:gd name="connsiteY2" fmla="*/ 88 h 84241"/>
                <a:gd name="connsiteX3" fmla="*/ 11926 w 234065"/>
                <a:gd name="connsiteY3" fmla="*/ 88 h 84241"/>
                <a:gd name="connsiteX4" fmla="*/ 311 w 234065"/>
                <a:gd name="connsiteY4" fmla="*/ 7289 h 84241"/>
                <a:gd name="connsiteX5" fmla="*/ 12278 w 234065"/>
                <a:gd name="connsiteY5" fmla="*/ 14489 h 84241"/>
                <a:gd name="connsiteX6" fmla="*/ 222409 w 234065"/>
                <a:gd name="connsiteY6" fmla="*/ 14489 h 84241"/>
                <a:gd name="connsiteX7" fmla="*/ 222761 w 234065"/>
                <a:gd name="connsiteY7" fmla="*/ 84330 h 84241"/>
                <a:gd name="connsiteX8" fmla="*/ 234377 w 234065"/>
                <a:gd name="connsiteY8" fmla="*/ 77130 h 84241"/>
                <a:gd name="connsiteX9" fmla="*/ 222409 w 234065"/>
                <a:gd name="connsiteY9" fmla="*/ 69930 h 84241"/>
                <a:gd name="connsiteX10" fmla="*/ 12278 w 234065"/>
                <a:gd name="connsiteY10" fmla="*/ 69930 h 84241"/>
                <a:gd name="connsiteX11" fmla="*/ 311 w 234065"/>
                <a:gd name="connsiteY11" fmla="*/ 77130 h 84241"/>
                <a:gd name="connsiteX12" fmla="*/ 11926 w 234065"/>
                <a:gd name="connsiteY12" fmla="*/ 84330 h 84241"/>
                <a:gd name="connsiteX13" fmla="*/ 222761 w 234065"/>
                <a:gd name="connsiteY13" fmla="*/ 84330 h 842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065" h="84241">
                  <a:moveTo>
                    <a:pt x="222409" y="14489"/>
                  </a:moveTo>
                  <a:cubicBezTo>
                    <a:pt x="227689" y="14489"/>
                    <a:pt x="234377" y="14489"/>
                    <a:pt x="234377" y="7289"/>
                  </a:cubicBezTo>
                  <a:cubicBezTo>
                    <a:pt x="234377" y="88"/>
                    <a:pt x="227689" y="88"/>
                    <a:pt x="222761" y="88"/>
                  </a:cubicBezTo>
                  <a:lnTo>
                    <a:pt x="11926" y="88"/>
                  </a:lnTo>
                  <a:cubicBezTo>
                    <a:pt x="6999" y="88"/>
                    <a:pt x="311" y="88"/>
                    <a:pt x="311" y="7289"/>
                  </a:cubicBezTo>
                  <a:cubicBezTo>
                    <a:pt x="311" y="14489"/>
                    <a:pt x="6999" y="14489"/>
                    <a:pt x="12278" y="14489"/>
                  </a:cubicBezTo>
                  <a:lnTo>
                    <a:pt x="222409" y="14489"/>
                  </a:lnTo>
                  <a:close/>
                  <a:moveTo>
                    <a:pt x="222761" y="84330"/>
                  </a:moveTo>
                  <a:cubicBezTo>
                    <a:pt x="227689" y="84330"/>
                    <a:pt x="234377" y="84330"/>
                    <a:pt x="234377" y="77130"/>
                  </a:cubicBezTo>
                  <a:cubicBezTo>
                    <a:pt x="234377" y="69930"/>
                    <a:pt x="227689" y="69930"/>
                    <a:pt x="222409" y="69930"/>
                  </a:cubicBezTo>
                  <a:lnTo>
                    <a:pt x="12278" y="69930"/>
                  </a:lnTo>
                  <a:cubicBezTo>
                    <a:pt x="6999" y="69930"/>
                    <a:pt x="311" y="69930"/>
                    <a:pt x="311" y="77130"/>
                  </a:cubicBezTo>
                  <a:cubicBezTo>
                    <a:pt x="311" y="84330"/>
                    <a:pt x="6999" y="84330"/>
                    <a:pt x="11926" y="84330"/>
                  </a:cubicBezTo>
                  <a:lnTo>
                    <a:pt x="222761" y="84330"/>
                  </a:ln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3B5E9802-270B-3BAD-6AEA-8B3803074587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3897335" y="5525371"/>
              <a:ext cx="159094" cy="248404"/>
            </a:xfrm>
            <a:custGeom>
              <a:avLst/>
              <a:gdLst>
                <a:gd name="connsiteX0" fmla="*/ 81275 w 159094"/>
                <a:gd name="connsiteY0" fmla="*/ 89 h 248404"/>
                <a:gd name="connsiteX1" fmla="*/ 34110 w 159094"/>
                <a:gd name="connsiteY1" fmla="*/ 18809 h 248404"/>
                <a:gd name="connsiteX2" fmla="*/ 320 w 159094"/>
                <a:gd name="connsiteY2" fmla="*/ 122491 h 248404"/>
                <a:gd name="connsiteX3" fmla="*/ 28478 w 159094"/>
                <a:gd name="connsiteY3" fmla="*/ 224013 h 248404"/>
                <a:gd name="connsiteX4" fmla="*/ 79867 w 159094"/>
                <a:gd name="connsiteY4" fmla="*/ 248494 h 248404"/>
                <a:gd name="connsiteX5" fmla="*/ 125624 w 159094"/>
                <a:gd name="connsiteY5" fmla="*/ 229773 h 248404"/>
                <a:gd name="connsiteX6" fmla="*/ 159414 w 159094"/>
                <a:gd name="connsiteY6" fmla="*/ 124651 h 248404"/>
                <a:gd name="connsiteX7" fmla="*/ 81275 w 159094"/>
                <a:gd name="connsiteY7" fmla="*/ 89 h 248404"/>
                <a:gd name="connsiteX8" fmla="*/ 80219 w 159094"/>
                <a:gd name="connsiteY8" fmla="*/ 9449 h 248404"/>
                <a:gd name="connsiteX9" fmla="*/ 125624 w 159094"/>
                <a:gd name="connsiteY9" fmla="*/ 125371 h 248404"/>
                <a:gd name="connsiteX10" fmla="*/ 79867 w 159094"/>
                <a:gd name="connsiteY10" fmla="*/ 239134 h 248404"/>
                <a:gd name="connsiteX11" fmla="*/ 34110 w 159094"/>
                <a:gd name="connsiteY11" fmla="*/ 125731 h 248404"/>
                <a:gd name="connsiteX12" fmla="*/ 80219 w 159094"/>
                <a:gd name="connsiteY12" fmla="*/ 9449 h 2484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094" h="248404">
                  <a:moveTo>
                    <a:pt x="81275" y="89"/>
                  </a:moveTo>
                  <a:cubicBezTo>
                    <a:pt x="61916" y="89"/>
                    <a:pt x="47133" y="6209"/>
                    <a:pt x="34110" y="18809"/>
                  </a:cubicBezTo>
                  <a:cubicBezTo>
                    <a:pt x="13695" y="38970"/>
                    <a:pt x="320" y="80371"/>
                    <a:pt x="320" y="122491"/>
                  </a:cubicBezTo>
                  <a:cubicBezTo>
                    <a:pt x="320" y="161732"/>
                    <a:pt x="11935" y="203853"/>
                    <a:pt x="28478" y="224013"/>
                  </a:cubicBezTo>
                  <a:cubicBezTo>
                    <a:pt x="41501" y="239854"/>
                    <a:pt x="59452" y="248494"/>
                    <a:pt x="79867" y="248494"/>
                  </a:cubicBezTo>
                  <a:cubicBezTo>
                    <a:pt x="97818" y="248494"/>
                    <a:pt x="112953" y="242374"/>
                    <a:pt x="125624" y="229773"/>
                  </a:cubicBezTo>
                  <a:cubicBezTo>
                    <a:pt x="146039" y="209973"/>
                    <a:pt x="159414" y="168212"/>
                    <a:pt x="159414" y="124651"/>
                  </a:cubicBezTo>
                  <a:cubicBezTo>
                    <a:pt x="159414" y="50850"/>
                    <a:pt x="127384" y="89"/>
                    <a:pt x="81275" y="89"/>
                  </a:cubicBezTo>
                  <a:close/>
                  <a:moveTo>
                    <a:pt x="80219" y="9449"/>
                  </a:moveTo>
                  <a:cubicBezTo>
                    <a:pt x="109785" y="9449"/>
                    <a:pt x="125624" y="50130"/>
                    <a:pt x="125624" y="125371"/>
                  </a:cubicBezTo>
                  <a:cubicBezTo>
                    <a:pt x="125624" y="200613"/>
                    <a:pt x="110137" y="239134"/>
                    <a:pt x="79867" y="239134"/>
                  </a:cubicBezTo>
                  <a:cubicBezTo>
                    <a:pt x="49597" y="239134"/>
                    <a:pt x="34110" y="200613"/>
                    <a:pt x="34110" y="125731"/>
                  </a:cubicBezTo>
                  <a:cubicBezTo>
                    <a:pt x="34110" y="49410"/>
                    <a:pt x="49949" y="9449"/>
                    <a:pt x="80219" y="9449"/>
                  </a:cubicBezTo>
                  <a:close/>
                </a:path>
              </a:pathLst>
            </a:custGeom>
            <a:solidFill>
              <a:srgbClr val="000000"/>
            </a:solidFill>
            <a:ln w="3175" cap="flat">
              <a:solidFill>
                <a:schemeClr val="tx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026" name="Picture 2" descr="Solved A mass-spring system is set into an oscillatory | Chegg.com">
            <a:extLst>
              <a:ext uri="{FF2B5EF4-FFF2-40B4-BE49-F238E27FC236}">
                <a16:creationId xmlns:a16="http://schemas.microsoft.com/office/drawing/2014/main" id="{AE22F76C-F286-5744-BBDB-0CC2726619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1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91" b="14441"/>
          <a:stretch/>
        </p:blipFill>
        <p:spPr bwMode="auto">
          <a:xfrm>
            <a:off x="2945603" y="3284978"/>
            <a:ext cx="7065032" cy="3155511"/>
          </a:xfrm>
          <a:prstGeom prst="rect">
            <a:avLst/>
          </a:prstGeom>
          <a:noFill/>
          <a:ln w="28575">
            <a:solidFill>
              <a:srgbClr val="00206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2192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937E4-7CAB-0EF1-3F2B-6CCBFF824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7"/>
            <a:ext cx="6858001" cy="1325563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B9F3E-A79F-0665-37C7-D273DE77F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1147" y="904568"/>
            <a:ext cx="9940413" cy="553556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grpSp>
        <p:nvGrpSpPr>
          <p:cNvPr id="4" name="Group 3" descr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\textbf{Initial Value Problems:}&#10;\end{align*}&#10;}&#10;\end{document}" title="IguanaTex Shape Display">
            <a:extLst>
              <a:ext uri="{FF2B5EF4-FFF2-40B4-BE49-F238E27FC236}">
                <a16:creationId xmlns:a16="http://schemas.microsoft.com/office/drawing/2014/main" id="{E09D464E-FCDE-7434-512C-785ED9A5F33F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136877" y="308074"/>
            <a:ext cx="3441001" cy="241302"/>
            <a:chOff x="9053153" y="5208583"/>
            <a:chExt cx="3441001" cy="241302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BFE2ED2-144B-FDFF-1ED1-454E2EC89E1E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9053153" y="5213688"/>
              <a:ext cx="122595" cy="230071"/>
            </a:xfrm>
            <a:custGeom>
              <a:avLst/>
              <a:gdLst>
                <a:gd name="connsiteX0" fmla="*/ 32760 w 122595"/>
                <a:gd name="connsiteY0" fmla="*/ 197483 h 230071"/>
                <a:gd name="connsiteX1" fmla="*/ 184 w 122595"/>
                <a:gd name="connsiteY1" fmla="*/ 221648 h 230071"/>
                <a:gd name="connsiteX2" fmla="*/ 184 w 122595"/>
                <a:gd name="connsiteY2" fmla="*/ 230156 h 230071"/>
                <a:gd name="connsiteX3" fmla="*/ 122780 w 122595"/>
                <a:gd name="connsiteY3" fmla="*/ 230156 h 230071"/>
                <a:gd name="connsiteX4" fmla="*/ 122780 w 122595"/>
                <a:gd name="connsiteY4" fmla="*/ 221648 h 230071"/>
                <a:gd name="connsiteX5" fmla="*/ 89504 w 122595"/>
                <a:gd name="connsiteY5" fmla="*/ 197483 h 230071"/>
                <a:gd name="connsiteX6" fmla="*/ 89504 w 122595"/>
                <a:gd name="connsiteY6" fmla="*/ 32758 h 230071"/>
                <a:gd name="connsiteX7" fmla="*/ 122780 w 122595"/>
                <a:gd name="connsiteY7" fmla="*/ 8593 h 230071"/>
                <a:gd name="connsiteX8" fmla="*/ 122780 w 122595"/>
                <a:gd name="connsiteY8" fmla="*/ 85 h 230071"/>
                <a:gd name="connsiteX9" fmla="*/ 184 w 122595"/>
                <a:gd name="connsiteY9" fmla="*/ 85 h 230071"/>
                <a:gd name="connsiteX10" fmla="*/ 184 w 122595"/>
                <a:gd name="connsiteY10" fmla="*/ 8593 h 230071"/>
                <a:gd name="connsiteX11" fmla="*/ 32760 w 122595"/>
                <a:gd name="connsiteY11" fmla="*/ 32758 h 230071"/>
                <a:gd name="connsiteX12" fmla="*/ 32760 w 122595"/>
                <a:gd name="connsiteY12" fmla="*/ 197483 h 230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2595" h="230071">
                  <a:moveTo>
                    <a:pt x="32760" y="197483"/>
                  </a:moveTo>
                  <a:cubicBezTo>
                    <a:pt x="32760" y="214501"/>
                    <a:pt x="26455" y="219265"/>
                    <a:pt x="184" y="221648"/>
                  </a:cubicBezTo>
                  <a:lnTo>
                    <a:pt x="184" y="230156"/>
                  </a:lnTo>
                  <a:lnTo>
                    <a:pt x="122780" y="230156"/>
                  </a:lnTo>
                  <a:lnTo>
                    <a:pt x="122780" y="221648"/>
                  </a:lnTo>
                  <a:cubicBezTo>
                    <a:pt x="96159" y="219946"/>
                    <a:pt x="89504" y="215181"/>
                    <a:pt x="89504" y="197483"/>
                  </a:cubicBezTo>
                  <a:lnTo>
                    <a:pt x="89504" y="32758"/>
                  </a:lnTo>
                  <a:cubicBezTo>
                    <a:pt x="89504" y="15060"/>
                    <a:pt x="96860" y="9614"/>
                    <a:pt x="122780" y="8593"/>
                  </a:cubicBezTo>
                  <a:lnTo>
                    <a:pt x="122780" y="85"/>
                  </a:lnTo>
                  <a:lnTo>
                    <a:pt x="184" y="85"/>
                  </a:lnTo>
                  <a:lnTo>
                    <a:pt x="184" y="8593"/>
                  </a:lnTo>
                  <a:cubicBezTo>
                    <a:pt x="25404" y="10295"/>
                    <a:pt x="32760" y="15400"/>
                    <a:pt x="32760" y="32758"/>
                  </a:cubicBezTo>
                  <a:lnTo>
                    <a:pt x="32760" y="197483"/>
                  </a:ln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F8E3FF4-D0FC-ECD8-D5C8-EE0E05C75412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9190268" y="5282777"/>
              <a:ext cx="181441" cy="160982"/>
            </a:xfrm>
            <a:custGeom>
              <a:avLst/>
              <a:gdLst>
                <a:gd name="connsiteX0" fmla="*/ 67091 w 181441"/>
                <a:gd name="connsiteY0" fmla="*/ 4169 h 160982"/>
                <a:gd name="connsiteX1" fmla="*/ 188 w 181441"/>
                <a:gd name="connsiteY1" fmla="*/ 4169 h 160982"/>
                <a:gd name="connsiteX2" fmla="*/ 188 w 181441"/>
                <a:gd name="connsiteY2" fmla="*/ 12337 h 160982"/>
                <a:gd name="connsiteX3" fmla="*/ 18753 w 181441"/>
                <a:gd name="connsiteY3" fmla="*/ 32417 h 160982"/>
                <a:gd name="connsiteX4" fmla="*/ 18753 w 181441"/>
                <a:gd name="connsiteY4" fmla="*/ 132478 h 160982"/>
                <a:gd name="connsiteX5" fmla="*/ 188 w 181441"/>
                <a:gd name="connsiteY5" fmla="*/ 152899 h 160982"/>
                <a:gd name="connsiteX6" fmla="*/ 188 w 181441"/>
                <a:gd name="connsiteY6" fmla="*/ 161067 h 160982"/>
                <a:gd name="connsiteX7" fmla="*/ 84604 w 181441"/>
                <a:gd name="connsiteY7" fmla="*/ 161067 h 160982"/>
                <a:gd name="connsiteX8" fmla="*/ 84604 w 181441"/>
                <a:gd name="connsiteY8" fmla="*/ 152899 h 160982"/>
                <a:gd name="connsiteX9" fmla="*/ 67441 w 181441"/>
                <a:gd name="connsiteY9" fmla="*/ 133499 h 160982"/>
                <a:gd name="connsiteX10" fmla="*/ 67441 w 181441"/>
                <a:gd name="connsiteY10" fmla="*/ 42628 h 160982"/>
                <a:gd name="connsiteX11" fmla="*/ 73396 w 181441"/>
                <a:gd name="connsiteY11" fmla="*/ 34800 h 160982"/>
                <a:gd name="connsiteX12" fmla="*/ 97564 w 181441"/>
                <a:gd name="connsiteY12" fmla="*/ 22888 h 160982"/>
                <a:gd name="connsiteX13" fmla="*/ 115779 w 181441"/>
                <a:gd name="connsiteY13" fmla="*/ 51136 h 160982"/>
                <a:gd name="connsiteX14" fmla="*/ 115779 w 181441"/>
                <a:gd name="connsiteY14" fmla="*/ 133499 h 160982"/>
                <a:gd name="connsiteX15" fmla="*/ 99316 w 181441"/>
                <a:gd name="connsiteY15" fmla="*/ 152899 h 160982"/>
                <a:gd name="connsiteX16" fmla="*/ 99316 w 181441"/>
                <a:gd name="connsiteY16" fmla="*/ 161067 h 160982"/>
                <a:gd name="connsiteX17" fmla="*/ 181630 w 181441"/>
                <a:gd name="connsiteY17" fmla="*/ 161067 h 160982"/>
                <a:gd name="connsiteX18" fmla="*/ 181630 w 181441"/>
                <a:gd name="connsiteY18" fmla="*/ 152899 h 160982"/>
                <a:gd name="connsiteX19" fmla="*/ 164467 w 181441"/>
                <a:gd name="connsiteY19" fmla="*/ 133499 h 160982"/>
                <a:gd name="connsiteX20" fmla="*/ 164467 w 181441"/>
                <a:gd name="connsiteY20" fmla="*/ 48073 h 160982"/>
                <a:gd name="connsiteX21" fmla="*/ 117180 w 181441"/>
                <a:gd name="connsiteY21" fmla="*/ 85 h 160982"/>
                <a:gd name="connsiteX22" fmla="*/ 67091 w 181441"/>
                <a:gd name="connsiteY22" fmla="*/ 29695 h 160982"/>
                <a:gd name="connsiteX23" fmla="*/ 67091 w 181441"/>
                <a:gd name="connsiteY23" fmla="*/ 4169 h 160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1441" h="160982">
                  <a:moveTo>
                    <a:pt x="67091" y="4169"/>
                  </a:moveTo>
                  <a:lnTo>
                    <a:pt x="188" y="4169"/>
                  </a:lnTo>
                  <a:lnTo>
                    <a:pt x="188" y="12337"/>
                  </a:lnTo>
                  <a:cubicBezTo>
                    <a:pt x="15600" y="14719"/>
                    <a:pt x="18753" y="18123"/>
                    <a:pt x="18753" y="32417"/>
                  </a:cubicBezTo>
                  <a:lnTo>
                    <a:pt x="18753" y="132478"/>
                  </a:lnTo>
                  <a:cubicBezTo>
                    <a:pt x="18753" y="146772"/>
                    <a:pt x="15951" y="149835"/>
                    <a:pt x="188" y="152899"/>
                  </a:cubicBezTo>
                  <a:lnTo>
                    <a:pt x="188" y="161067"/>
                  </a:lnTo>
                  <a:lnTo>
                    <a:pt x="84604" y="161067"/>
                  </a:lnTo>
                  <a:lnTo>
                    <a:pt x="84604" y="152899"/>
                  </a:lnTo>
                  <a:cubicBezTo>
                    <a:pt x="71644" y="151197"/>
                    <a:pt x="67441" y="146092"/>
                    <a:pt x="67441" y="133499"/>
                  </a:cubicBezTo>
                  <a:lnTo>
                    <a:pt x="67441" y="42628"/>
                  </a:lnTo>
                  <a:cubicBezTo>
                    <a:pt x="67441" y="41266"/>
                    <a:pt x="69893" y="37863"/>
                    <a:pt x="73396" y="34800"/>
                  </a:cubicBezTo>
                  <a:cubicBezTo>
                    <a:pt x="81102" y="26972"/>
                    <a:pt x="89508" y="22888"/>
                    <a:pt x="97564" y="22888"/>
                  </a:cubicBezTo>
                  <a:cubicBezTo>
                    <a:pt x="109824" y="22888"/>
                    <a:pt x="115779" y="32077"/>
                    <a:pt x="115779" y="51136"/>
                  </a:cubicBezTo>
                  <a:lnTo>
                    <a:pt x="115779" y="133499"/>
                  </a:lnTo>
                  <a:cubicBezTo>
                    <a:pt x="115779" y="146092"/>
                    <a:pt x="111225" y="151537"/>
                    <a:pt x="99316" y="152899"/>
                  </a:cubicBezTo>
                  <a:lnTo>
                    <a:pt x="99316" y="161067"/>
                  </a:lnTo>
                  <a:lnTo>
                    <a:pt x="181630" y="161067"/>
                  </a:lnTo>
                  <a:lnTo>
                    <a:pt x="181630" y="152899"/>
                  </a:lnTo>
                  <a:cubicBezTo>
                    <a:pt x="167970" y="151878"/>
                    <a:pt x="164467" y="147793"/>
                    <a:pt x="164467" y="133499"/>
                  </a:cubicBezTo>
                  <a:lnTo>
                    <a:pt x="164467" y="48073"/>
                  </a:lnTo>
                  <a:cubicBezTo>
                    <a:pt x="164467" y="18804"/>
                    <a:pt x="145902" y="85"/>
                    <a:pt x="117180" y="85"/>
                  </a:cubicBezTo>
                  <a:cubicBezTo>
                    <a:pt x="96163" y="85"/>
                    <a:pt x="80051" y="9614"/>
                    <a:pt x="67091" y="29695"/>
                  </a:cubicBezTo>
                  <a:lnTo>
                    <a:pt x="67091" y="4169"/>
                  </a:ln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9F2371D-E14B-19F0-7525-079036947475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9383997" y="5208583"/>
              <a:ext cx="83715" cy="235176"/>
            </a:xfrm>
            <a:custGeom>
              <a:avLst/>
              <a:gdLst>
                <a:gd name="connsiteX0" fmla="*/ 67446 w 83715"/>
                <a:gd name="connsiteY0" fmla="*/ 78363 h 235176"/>
                <a:gd name="connsiteX1" fmla="*/ 194 w 83715"/>
                <a:gd name="connsiteY1" fmla="*/ 78363 h 235176"/>
                <a:gd name="connsiteX2" fmla="*/ 194 w 83715"/>
                <a:gd name="connsiteY2" fmla="*/ 86532 h 235176"/>
                <a:gd name="connsiteX3" fmla="*/ 18758 w 83715"/>
                <a:gd name="connsiteY3" fmla="*/ 106612 h 235176"/>
                <a:gd name="connsiteX4" fmla="*/ 18758 w 83715"/>
                <a:gd name="connsiteY4" fmla="*/ 206673 h 235176"/>
                <a:gd name="connsiteX5" fmla="*/ 194 w 83715"/>
                <a:gd name="connsiteY5" fmla="*/ 227093 h 235176"/>
                <a:gd name="connsiteX6" fmla="*/ 194 w 83715"/>
                <a:gd name="connsiteY6" fmla="*/ 235261 h 235176"/>
                <a:gd name="connsiteX7" fmla="*/ 83909 w 83715"/>
                <a:gd name="connsiteY7" fmla="*/ 235261 h 235176"/>
                <a:gd name="connsiteX8" fmla="*/ 83909 w 83715"/>
                <a:gd name="connsiteY8" fmla="*/ 227093 h 235176"/>
                <a:gd name="connsiteX9" fmla="*/ 67446 w 83715"/>
                <a:gd name="connsiteY9" fmla="*/ 207694 h 235176"/>
                <a:gd name="connsiteX10" fmla="*/ 67446 w 83715"/>
                <a:gd name="connsiteY10" fmla="*/ 78363 h 235176"/>
                <a:gd name="connsiteX11" fmla="*/ 42927 w 83715"/>
                <a:gd name="connsiteY11" fmla="*/ 85 h 235176"/>
                <a:gd name="connsiteX12" fmla="*/ 15606 w 83715"/>
                <a:gd name="connsiteY12" fmla="*/ 26291 h 235176"/>
                <a:gd name="connsiteX13" fmla="*/ 42577 w 83715"/>
                <a:gd name="connsiteY13" fmla="*/ 52838 h 235176"/>
                <a:gd name="connsiteX14" fmla="*/ 69898 w 83715"/>
                <a:gd name="connsiteY14" fmla="*/ 26631 h 235176"/>
                <a:gd name="connsiteX15" fmla="*/ 42927 w 83715"/>
                <a:gd name="connsiteY15" fmla="*/ 85 h 235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715" h="235176">
                  <a:moveTo>
                    <a:pt x="67446" y="78363"/>
                  </a:moveTo>
                  <a:lnTo>
                    <a:pt x="194" y="78363"/>
                  </a:lnTo>
                  <a:lnTo>
                    <a:pt x="194" y="86532"/>
                  </a:lnTo>
                  <a:cubicBezTo>
                    <a:pt x="15606" y="89595"/>
                    <a:pt x="18758" y="92658"/>
                    <a:pt x="18758" y="106612"/>
                  </a:cubicBezTo>
                  <a:lnTo>
                    <a:pt x="18758" y="206673"/>
                  </a:lnTo>
                  <a:cubicBezTo>
                    <a:pt x="18758" y="220627"/>
                    <a:pt x="16306" y="223349"/>
                    <a:pt x="194" y="227093"/>
                  </a:cubicBezTo>
                  <a:lnTo>
                    <a:pt x="194" y="235261"/>
                  </a:lnTo>
                  <a:lnTo>
                    <a:pt x="83909" y="235261"/>
                  </a:lnTo>
                  <a:lnTo>
                    <a:pt x="83909" y="227093"/>
                  </a:lnTo>
                  <a:cubicBezTo>
                    <a:pt x="71650" y="225392"/>
                    <a:pt x="67446" y="220627"/>
                    <a:pt x="67446" y="207694"/>
                  </a:cubicBezTo>
                  <a:lnTo>
                    <a:pt x="67446" y="78363"/>
                  </a:lnTo>
                  <a:close/>
                  <a:moveTo>
                    <a:pt x="42927" y="85"/>
                  </a:moveTo>
                  <a:cubicBezTo>
                    <a:pt x="27865" y="85"/>
                    <a:pt x="15606" y="11997"/>
                    <a:pt x="15606" y="26291"/>
                  </a:cubicBezTo>
                  <a:cubicBezTo>
                    <a:pt x="15606" y="41606"/>
                    <a:pt x="27165" y="52838"/>
                    <a:pt x="42577" y="52838"/>
                  </a:cubicBezTo>
                  <a:cubicBezTo>
                    <a:pt x="57989" y="52838"/>
                    <a:pt x="69898" y="41606"/>
                    <a:pt x="69898" y="26631"/>
                  </a:cubicBezTo>
                  <a:cubicBezTo>
                    <a:pt x="69898" y="11997"/>
                    <a:pt x="57989" y="85"/>
                    <a:pt x="42927" y="85"/>
                  </a:cubicBez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F6A09E7-0924-D890-BDEB-7A27B01F40EF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9483136" y="5229344"/>
              <a:ext cx="109285" cy="218499"/>
            </a:xfrm>
            <a:custGeom>
              <a:avLst/>
              <a:gdLst>
                <a:gd name="connsiteX0" fmla="*/ 100025 w 109285"/>
                <a:gd name="connsiteY0" fmla="*/ 57603 h 218499"/>
                <a:gd name="connsiteX1" fmla="*/ 67099 w 109285"/>
                <a:gd name="connsiteY1" fmla="*/ 57603 h 218499"/>
                <a:gd name="connsiteX2" fmla="*/ 67099 w 109285"/>
                <a:gd name="connsiteY2" fmla="*/ 85 h 218499"/>
                <a:gd name="connsiteX3" fmla="*/ 58342 w 109285"/>
                <a:gd name="connsiteY3" fmla="*/ 85 h 218499"/>
                <a:gd name="connsiteX4" fmla="*/ 197 w 109285"/>
                <a:gd name="connsiteY4" fmla="*/ 63388 h 218499"/>
                <a:gd name="connsiteX5" fmla="*/ 197 w 109285"/>
                <a:gd name="connsiteY5" fmla="*/ 72578 h 218499"/>
                <a:gd name="connsiteX6" fmla="*/ 18411 w 109285"/>
                <a:gd name="connsiteY6" fmla="*/ 72578 h 218499"/>
                <a:gd name="connsiteX7" fmla="*/ 18411 w 109285"/>
                <a:gd name="connsiteY7" fmla="*/ 182849 h 218499"/>
                <a:gd name="connsiteX8" fmla="*/ 57642 w 109285"/>
                <a:gd name="connsiteY8" fmla="*/ 218585 h 218499"/>
                <a:gd name="connsiteX9" fmla="*/ 109482 w 109285"/>
                <a:gd name="connsiteY9" fmla="*/ 180466 h 218499"/>
                <a:gd name="connsiteX10" fmla="*/ 100725 w 109285"/>
                <a:gd name="connsiteY10" fmla="*/ 176722 h 218499"/>
                <a:gd name="connsiteX11" fmla="*/ 80760 w 109285"/>
                <a:gd name="connsiteY11" fmla="*/ 194420 h 218499"/>
                <a:gd name="connsiteX12" fmla="*/ 67099 w 109285"/>
                <a:gd name="connsiteY12" fmla="*/ 175021 h 218499"/>
                <a:gd name="connsiteX13" fmla="*/ 67099 w 109285"/>
                <a:gd name="connsiteY13" fmla="*/ 72578 h 218499"/>
                <a:gd name="connsiteX14" fmla="*/ 100025 w 109285"/>
                <a:gd name="connsiteY14" fmla="*/ 72578 h 218499"/>
                <a:gd name="connsiteX15" fmla="*/ 100025 w 109285"/>
                <a:gd name="connsiteY15" fmla="*/ 57603 h 21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09285" h="218499">
                  <a:moveTo>
                    <a:pt x="100025" y="57603"/>
                  </a:moveTo>
                  <a:lnTo>
                    <a:pt x="67099" y="57603"/>
                  </a:lnTo>
                  <a:lnTo>
                    <a:pt x="67099" y="85"/>
                  </a:lnTo>
                  <a:lnTo>
                    <a:pt x="58342" y="85"/>
                  </a:lnTo>
                  <a:cubicBezTo>
                    <a:pt x="36975" y="29354"/>
                    <a:pt x="22964" y="44670"/>
                    <a:pt x="197" y="63388"/>
                  </a:cubicBezTo>
                  <a:lnTo>
                    <a:pt x="197" y="72578"/>
                  </a:lnTo>
                  <a:lnTo>
                    <a:pt x="18411" y="72578"/>
                  </a:lnTo>
                  <a:lnTo>
                    <a:pt x="18411" y="182849"/>
                  </a:lnTo>
                  <a:cubicBezTo>
                    <a:pt x="18411" y="204971"/>
                    <a:pt x="33473" y="218585"/>
                    <a:pt x="57642" y="218585"/>
                  </a:cubicBezTo>
                  <a:cubicBezTo>
                    <a:pt x="81110" y="218585"/>
                    <a:pt x="95121" y="208374"/>
                    <a:pt x="109482" y="180466"/>
                  </a:cubicBezTo>
                  <a:lnTo>
                    <a:pt x="100725" y="176722"/>
                  </a:lnTo>
                  <a:cubicBezTo>
                    <a:pt x="93720" y="189656"/>
                    <a:pt x="88115" y="194420"/>
                    <a:pt x="80760" y="194420"/>
                  </a:cubicBezTo>
                  <a:cubicBezTo>
                    <a:pt x="70952" y="194420"/>
                    <a:pt x="67099" y="188634"/>
                    <a:pt x="67099" y="175021"/>
                  </a:cubicBezTo>
                  <a:lnTo>
                    <a:pt x="67099" y="72578"/>
                  </a:lnTo>
                  <a:lnTo>
                    <a:pt x="100025" y="72578"/>
                  </a:lnTo>
                  <a:lnTo>
                    <a:pt x="100025" y="57603"/>
                  </a:ln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1807E8F-4CFF-9888-D5F1-736716AE47F4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9598812" y="5208583"/>
              <a:ext cx="83715" cy="235176"/>
            </a:xfrm>
            <a:custGeom>
              <a:avLst/>
              <a:gdLst>
                <a:gd name="connsiteX0" fmla="*/ 67452 w 83715"/>
                <a:gd name="connsiteY0" fmla="*/ 78363 h 235176"/>
                <a:gd name="connsiteX1" fmla="*/ 200 w 83715"/>
                <a:gd name="connsiteY1" fmla="*/ 78363 h 235176"/>
                <a:gd name="connsiteX2" fmla="*/ 200 w 83715"/>
                <a:gd name="connsiteY2" fmla="*/ 86532 h 235176"/>
                <a:gd name="connsiteX3" fmla="*/ 18764 w 83715"/>
                <a:gd name="connsiteY3" fmla="*/ 106612 h 235176"/>
                <a:gd name="connsiteX4" fmla="*/ 18764 w 83715"/>
                <a:gd name="connsiteY4" fmla="*/ 206673 h 235176"/>
                <a:gd name="connsiteX5" fmla="*/ 200 w 83715"/>
                <a:gd name="connsiteY5" fmla="*/ 227093 h 235176"/>
                <a:gd name="connsiteX6" fmla="*/ 200 w 83715"/>
                <a:gd name="connsiteY6" fmla="*/ 235261 h 235176"/>
                <a:gd name="connsiteX7" fmla="*/ 83915 w 83715"/>
                <a:gd name="connsiteY7" fmla="*/ 235261 h 235176"/>
                <a:gd name="connsiteX8" fmla="*/ 83915 w 83715"/>
                <a:gd name="connsiteY8" fmla="*/ 227093 h 235176"/>
                <a:gd name="connsiteX9" fmla="*/ 67452 w 83715"/>
                <a:gd name="connsiteY9" fmla="*/ 207694 h 235176"/>
                <a:gd name="connsiteX10" fmla="*/ 67452 w 83715"/>
                <a:gd name="connsiteY10" fmla="*/ 78363 h 235176"/>
                <a:gd name="connsiteX11" fmla="*/ 42933 w 83715"/>
                <a:gd name="connsiteY11" fmla="*/ 85 h 235176"/>
                <a:gd name="connsiteX12" fmla="*/ 15612 w 83715"/>
                <a:gd name="connsiteY12" fmla="*/ 26291 h 235176"/>
                <a:gd name="connsiteX13" fmla="*/ 42583 w 83715"/>
                <a:gd name="connsiteY13" fmla="*/ 52838 h 235176"/>
                <a:gd name="connsiteX14" fmla="*/ 69904 w 83715"/>
                <a:gd name="connsiteY14" fmla="*/ 26631 h 235176"/>
                <a:gd name="connsiteX15" fmla="*/ 42933 w 83715"/>
                <a:gd name="connsiteY15" fmla="*/ 85 h 2351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3715" h="235176">
                  <a:moveTo>
                    <a:pt x="67452" y="78363"/>
                  </a:moveTo>
                  <a:lnTo>
                    <a:pt x="200" y="78363"/>
                  </a:lnTo>
                  <a:lnTo>
                    <a:pt x="200" y="86532"/>
                  </a:lnTo>
                  <a:cubicBezTo>
                    <a:pt x="15612" y="89595"/>
                    <a:pt x="18764" y="92658"/>
                    <a:pt x="18764" y="106612"/>
                  </a:cubicBezTo>
                  <a:lnTo>
                    <a:pt x="18764" y="206673"/>
                  </a:lnTo>
                  <a:cubicBezTo>
                    <a:pt x="18764" y="220627"/>
                    <a:pt x="16312" y="223349"/>
                    <a:pt x="200" y="227093"/>
                  </a:cubicBezTo>
                  <a:lnTo>
                    <a:pt x="200" y="235261"/>
                  </a:lnTo>
                  <a:lnTo>
                    <a:pt x="83915" y="235261"/>
                  </a:lnTo>
                  <a:lnTo>
                    <a:pt x="83915" y="227093"/>
                  </a:lnTo>
                  <a:cubicBezTo>
                    <a:pt x="71656" y="225392"/>
                    <a:pt x="67452" y="220627"/>
                    <a:pt x="67452" y="207694"/>
                  </a:cubicBezTo>
                  <a:lnTo>
                    <a:pt x="67452" y="78363"/>
                  </a:lnTo>
                  <a:close/>
                  <a:moveTo>
                    <a:pt x="42933" y="85"/>
                  </a:moveTo>
                  <a:cubicBezTo>
                    <a:pt x="27872" y="85"/>
                    <a:pt x="15612" y="11997"/>
                    <a:pt x="15612" y="26291"/>
                  </a:cubicBezTo>
                  <a:cubicBezTo>
                    <a:pt x="15612" y="41606"/>
                    <a:pt x="27171" y="52838"/>
                    <a:pt x="42583" y="52838"/>
                  </a:cubicBezTo>
                  <a:cubicBezTo>
                    <a:pt x="57995" y="52838"/>
                    <a:pt x="69904" y="41606"/>
                    <a:pt x="69904" y="26631"/>
                  </a:cubicBezTo>
                  <a:cubicBezTo>
                    <a:pt x="69904" y="11997"/>
                    <a:pt x="57995" y="85"/>
                    <a:pt x="42933" y="85"/>
                  </a:cubicBez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978A71F3-DF13-7D13-5BDC-F1CCEC9CDA92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9699703" y="5282777"/>
              <a:ext cx="162176" cy="165746"/>
            </a:xfrm>
            <a:custGeom>
              <a:avLst/>
              <a:gdLst>
                <a:gd name="connsiteX0" fmla="*/ 157125 w 162176"/>
                <a:gd name="connsiteY0" fmla="*/ 139285 h 165746"/>
                <a:gd name="connsiteX1" fmla="*/ 153623 w 162176"/>
                <a:gd name="connsiteY1" fmla="*/ 142688 h 165746"/>
                <a:gd name="connsiteX2" fmla="*/ 149770 w 162176"/>
                <a:gd name="connsiteY2" fmla="*/ 144050 h 165746"/>
                <a:gd name="connsiteX3" fmla="*/ 142414 w 162176"/>
                <a:gd name="connsiteY3" fmla="*/ 135541 h 165746"/>
                <a:gd name="connsiteX4" fmla="*/ 142414 w 162176"/>
                <a:gd name="connsiteY4" fmla="*/ 46712 h 165746"/>
                <a:gd name="connsiteX5" fmla="*/ 73060 w 162176"/>
                <a:gd name="connsiteY5" fmla="*/ 85 h 165746"/>
                <a:gd name="connsiteX6" fmla="*/ 6858 w 162176"/>
                <a:gd name="connsiteY6" fmla="*/ 42968 h 165746"/>
                <a:gd name="connsiteX7" fmla="*/ 29626 w 162176"/>
                <a:gd name="connsiteY7" fmla="*/ 65430 h 165746"/>
                <a:gd name="connsiteX8" fmla="*/ 53444 w 162176"/>
                <a:gd name="connsiteY8" fmla="*/ 45691 h 165746"/>
                <a:gd name="connsiteX9" fmla="*/ 47139 w 162176"/>
                <a:gd name="connsiteY9" fmla="*/ 31056 h 165746"/>
                <a:gd name="connsiteX10" fmla="*/ 42936 w 162176"/>
                <a:gd name="connsiteY10" fmla="*/ 23568 h 165746"/>
                <a:gd name="connsiteX11" fmla="*/ 65003 w 162176"/>
                <a:gd name="connsiteY11" fmla="*/ 10976 h 165746"/>
                <a:gd name="connsiteX12" fmla="*/ 94426 w 162176"/>
                <a:gd name="connsiteY12" fmla="*/ 40926 h 165746"/>
                <a:gd name="connsiteX13" fmla="*/ 94426 w 162176"/>
                <a:gd name="connsiteY13" fmla="*/ 65771 h 165746"/>
                <a:gd name="connsiteX14" fmla="*/ 22620 w 162176"/>
                <a:gd name="connsiteY14" fmla="*/ 93339 h 165746"/>
                <a:gd name="connsiteX15" fmla="*/ 203 w 162176"/>
                <a:gd name="connsiteY15" fmla="*/ 129755 h 165746"/>
                <a:gd name="connsiteX16" fmla="*/ 39083 w 162176"/>
                <a:gd name="connsiteY16" fmla="*/ 165832 h 165746"/>
                <a:gd name="connsiteX17" fmla="*/ 94426 w 162176"/>
                <a:gd name="connsiteY17" fmla="*/ 142008 h 165746"/>
                <a:gd name="connsiteX18" fmla="*/ 123149 w 162176"/>
                <a:gd name="connsiteY18" fmla="*/ 165832 h 165746"/>
                <a:gd name="connsiteX19" fmla="*/ 162380 w 162176"/>
                <a:gd name="connsiteY19" fmla="*/ 146432 h 165746"/>
                <a:gd name="connsiteX20" fmla="*/ 157125 w 162176"/>
                <a:gd name="connsiteY20" fmla="*/ 139285 h 165746"/>
                <a:gd name="connsiteX21" fmla="*/ 94076 w 162176"/>
                <a:gd name="connsiteY21" fmla="*/ 127033 h 165746"/>
                <a:gd name="connsiteX22" fmla="*/ 69207 w 162176"/>
                <a:gd name="connsiteY22" fmla="*/ 141667 h 165746"/>
                <a:gd name="connsiteX23" fmla="*/ 51343 w 162176"/>
                <a:gd name="connsiteY23" fmla="*/ 118864 h 165746"/>
                <a:gd name="connsiteX24" fmla="*/ 94076 w 162176"/>
                <a:gd name="connsiteY24" fmla="*/ 77683 h 165746"/>
                <a:gd name="connsiteX25" fmla="*/ 94076 w 162176"/>
                <a:gd name="connsiteY25" fmla="*/ 127033 h 16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176" h="165746">
                  <a:moveTo>
                    <a:pt x="157125" y="139285"/>
                  </a:moveTo>
                  <a:lnTo>
                    <a:pt x="153623" y="142688"/>
                  </a:lnTo>
                  <a:cubicBezTo>
                    <a:pt x="152572" y="143709"/>
                    <a:pt x="151521" y="144050"/>
                    <a:pt x="149770" y="144050"/>
                  </a:cubicBezTo>
                  <a:cubicBezTo>
                    <a:pt x="144866" y="144050"/>
                    <a:pt x="142414" y="140987"/>
                    <a:pt x="142414" y="135541"/>
                  </a:cubicBezTo>
                  <a:lnTo>
                    <a:pt x="142414" y="46712"/>
                  </a:lnTo>
                  <a:cubicBezTo>
                    <a:pt x="142414" y="18123"/>
                    <a:pt x="115793" y="85"/>
                    <a:pt x="73060" y="85"/>
                  </a:cubicBezTo>
                  <a:cubicBezTo>
                    <a:pt x="33479" y="85"/>
                    <a:pt x="6858" y="17442"/>
                    <a:pt x="6858" y="42968"/>
                  </a:cubicBezTo>
                  <a:cubicBezTo>
                    <a:pt x="6858" y="56922"/>
                    <a:pt x="15264" y="65430"/>
                    <a:pt x="29626" y="65430"/>
                  </a:cubicBezTo>
                  <a:cubicBezTo>
                    <a:pt x="43637" y="65430"/>
                    <a:pt x="53444" y="57262"/>
                    <a:pt x="53444" y="45691"/>
                  </a:cubicBezTo>
                  <a:cubicBezTo>
                    <a:pt x="53444" y="40926"/>
                    <a:pt x="51343" y="36501"/>
                    <a:pt x="47139" y="31056"/>
                  </a:cubicBezTo>
                  <a:cubicBezTo>
                    <a:pt x="43987" y="27652"/>
                    <a:pt x="42936" y="25610"/>
                    <a:pt x="42936" y="23568"/>
                  </a:cubicBezTo>
                  <a:cubicBezTo>
                    <a:pt x="42936" y="16421"/>
                    <a:pt x="52744" y="10976"/>
                    <a:pt x="65003" y="10976"/>
                  </a:cubicBezTo>
                  <a:cubicBezTo>
                    <a:pt x="85319" y="10976"/>
                    <a:pt x="94426" y="20165"/>
                    <a:pt x="94426" y="40926"/>
                  </a:cubicBezTo>
                  <a:lnTo>
                    <a:pt x="94426" y="65771"/>
                  </a:lnTo>
                  <a:cubicBezTo>
                    <a:pt x="52744" y="78023"/>
                    <a:pt x="35580" y="84830"/>
                    <a:pt x="22620" y="93339"/>
                  </a:cubicBezTo>
                  <a:cubicBezTo>
                    <a:pt x="7558" y="103549"/>
                    <a:pt x="203" y="115121"/>
                    <a:pt x="203" y="129755"/>
                  </a:cubicBezTo>
                  <a:cubicBezTo>
                    <a:pt x="203" y="150516"/>
                    <a:pt x="16666" y="165832"/>
                    <a:pt x="39083" y="165832"/>
                  </a:cubicBezTo>
                  <a:cubicBezTo>
                    <a:pt x="59049" y="165832"/>
                    <a:pt x="75161" y="159025"/>
                    <a:pt x="94426" y="142008"/>
                  </a:cubicBezTo>
                  <a:cubicBezTo>
                    <a:pt x="98279" y="159365"/>
                    <a:pt x="105985" y="165832"/>
                    <a:pt x="123149" y="165832"/>
                  </a:cubicBezTo>
                  <a:cubicBezTo>
                    <a:pt x="138211" y="165832"/>
                    <a:pt x="149069" y="160386"/>
                    <a:pt x="162380" y="146432"/>
                  </a:cubicBezTo>
                  <a:lnTo>
                    <a:pt x="157125" y="139285"/>
                  </a:lnTo>
                  <a:close/>
                  <a:moveTo>
                    <a:pt x="94076" y="127033"/>
                  </a:moveTo>
                  <a:cubicBezTo>
                    <a:pt x="84619" y="137583"/>
                    <a:pt x="77613" y="141667"/>
                    <a:pt x="69207" y="141667"/>
                  </a:cubicBezTo>
                  <a:cubicBezTo>
                    <a:pt x="58698" y="141667"/>
                    <a:pt x="51343" y="132478"/>
                    <a:pt x="51343" y="118864"/>
                  </a:cubicBezTo>
                  <a:cubicBezTo>
                    <a:pt x="51343" y="99124"/>
                    <a:pt x="66054" y="84830"/>
                    <a:pt x="94076" y="77683"/>
                  </a:cubicBezTo>
                  <a:lnTo>
                    <a:pt x="94076" y="127033"/>
                  </a:ln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5E81738-3622-AE60-3148-C2D9D45D69CD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9872344" y="5213688"/>
              <a:ext cx="83715" cy="230071"/>
            </a:xfrm>
            <a:custGeom>
              <a:avLst/>
              <a:gdLst>
                <a:gd name="connsiteX0" fmla="*/ 66760 w 83715"/>
                <a:gd name="connsiteY0" fmla="*/ 85 h 230071"/>
                <a:gd name="connsiteX1" fmla="*/ 208 w 83715"/>
                <a:gd name="connsiteY1" fmla="*/ 85 h 230071"/>
                <a:gd name="connsiteX2" fmla="*/ 208 w 83715"/>
                <a:gd name="connsiteY2" fmla="*/ 8253 h 230071"/>
                <a:gd name="connsiteX3" fmla="*/ 18072 w 83715"/>
                <a:gd name="connsiteY3" fmla="*/ 27993 h 230071"/>
                <a:gd name="connsiteX4" fmla="*/ 18072 w 83715"/>
                <a:gd name="connsiteY4" fmla="*/ 201568 h 230071"/>
                <a:gd name="connsiteX5" fmla="*/ 208 w 83715"/>
                <a:gd name="connsiteY5" fmla="*/ 221988 h 230071"/>
                <a:gd name="connsiteX6" fmla="*/ 208 w 83715"/>
                <a:gd name="connsiteY6" fmla="*/ 230156 h 230071"/>
                <a:gd name="connsiteX7" fmla="*/ 83923 w 83715"/>
                <a:gd name="connsiteY7" fmla="*/ 230156 h 230071"/>
                <a:gd name="connsiteX8" fmla="*/ 83923 w 83715"/>
                <a:gd name="connsiteY8" fmla="*/ 221988 h 230071"/>
                <a:gd name="connsiteX9" fmla="*/ 66760 w 83715"/>
                <a:gd name="connsiteY9" fmla="*/ 201568 h 230071"/>
                <a:gd name="connsiteX10" fmla="*/ 66760 w 83715"/>
                <a:gd name="connsiteY10" fmla="*/ 85 h 230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715" h="230071">
                  <a:moveTo>
                    <a:pt x="66760" y="85"/>
                  </a:moveTo>
                  <a:lnTo>
                    <a:pt x="208" y="85"/>
                  </a:lnTo>
                  <a:lnTo>
                    <a:pt x="208" y="8253"/>
                  </a:lnTo>
                  <a:cubicBezTo>
                    <a:pt x="12467" y="9274"/>
                    <a:pt x="18072" y="15400"/>
                    <a:pt x="18072" y="27993"/>
                  </a:cubicBezTo>
                  <a:lnTo>
                    <a:pt x="18072" y="201568"/>
                  </a:lnTo>
                  <a:cubicBezTo>
                    <a:pt x="18072" y="214160"/>
                    <a:pt x="12117" y="220967"/>
                    <a:pt x="208" y="221988"/>
                  </a:cubicBezTo>
                  <a:lnTo>
                    <a:pt x="208" y="230156"/>
                  </a:lnTo>
                  <a:lnTo>
                    <a:pt x="83923" y="230156"/>
                  </a:lnTo>
                  <a:lnTo>
                    <a:pt x="83923" y="221988"/>
                  </a:lnTo>
                  <a:cubicBezTo>
                    <a:pt x="72364" y="221648"/>
                    <a:pt x="66760" y="215181"/>
                    <a:pt x="66760" y="201568"/>
                  </a:cubicBezTo>
                  <a:lnTo>
                    <a:pt x="66760" y="85"/>
                  </a:ln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2531C0A-2C0B-A3DD-E383-BB70036FFECD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10057979" y="5213688"/>
              <a:ext cx="239937" cy="236197"/>
            </a:xfrm>
            <a:custGeom>
              <a:avLst/>
              <a:gdLst>
                <a:gd name="connsiteX0" fmla="*/ 240151 w 239937"/>
                <a:gd name="connsiteY0" fmla="*/ 85 h 236197"/>
                <a:gd name="connsiteX1" fmla="*/ 165542 w 239937"/>
                <a:gd name="connsiteY1" fmla="*/ 85 h 236197"/>
                <a:gd name="connsiteX2" fmla="*/ 165542 w 239937"/>
                <a:gd name="connsiteY2" fmla="*/ 8593 h 236197"/>
                <a:gd name="connsiteX3" fmla="*/ 195666 w 239937"/>
                <a:gd name="connsiteY3" fmla="*/ 23568 h 236197"/>
                <a:gd name="connsiteX4" fmla="*/ 188660 w 239937"/>
                <a:gd name="connsiteY4" fmla="*/ 47733 h 236197"/>
                <a:gd name="connsiteX5" fmla="*/ 144176 w 239937"/>
                <a:gd name="connsiteY5" fmla="*/ 159705 h 236197"/>
                <a:gd name="connsiteX6" fmla="*/ 95838 w 239937"/>
                <a:gd name="connsiteY6" fmla="*/ 46031 h 236197"/>
                <a:gd name="connsiteX7" fmla="*/ 87781 w 239937"/>
                <a:gd name="connsiteY7" fmla="*/ 21526 h 236197"/>
                <a:gd name="connsiteX8" fmla="*/ 106346 w 239937"/>
                <a:gd name="connsiteY8" fmla="*/ 9274 h 236197"/>
                <a:gd name="connsiteX9" fmla="*/ 117905 w 239937"/>
                <a:gd name="connsiteY9" fmla="*/ 8593 h 236197"/>
                <a:gd name="connsiteX10" fmla="*/ 117905 w 239937"/>
                <a:gd name="connsiteY10" fmla="*/ 85 h 236197"/>
                <a:gd name="connsiteX11" fmla="*/ 213 w 239937"/>
                <a:gd name="connsiteY11" fmla="*/ 85 h 236197"/>
                <a:gd name="connsiteX12" fmla="*/ 213 w 239937"/>
                <a:gd name="connsiteY12" fmla="*/ 8593 h 236197"/>
                <a:gd name="connsiteX13" fmla="*/ 29636 w 239937"/>
                <a:gd name="connsiteY13" fmla="*/ 32417 h 236197"/>
                <a:gd name="connsiteX14" fmla="*/ 119306 w 239937"/>
                <a:gd name="connsiteY14" fmla="*/ 236283 h 236197"/>
                <a:gd name="connsiteX15" fmla="*/ 128763 w 239937"/>
                <a:gd name="connsiteY15" fmla="*/ 236283 h 236197"/>
                <a:gd name="connsiteX16" fmla="*/ 208626 w 239937"/>
                <a:gd name="connsiteY16" fmla="*/ 36501 h 236197"/>
                <a:gd name="connsiteX17" fmla="*/ 240151 w 239937"/>
                <a:gd name="connsiteY17" fmla="*/ 8593 h 236197"/>
                <a:gd name="connsiteX18" fmla="*/ 240151 w 239937"/>
                <a:gd name="connsiteY18" fmla="*/ 85 h 2361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39937" h="236197">
                  <a:moveTo>
                    <a:pt x="240151" y="85"/>
                  </a:moveTo>
                  <a:lnTo>
                    <a:pt x="165542" y="85"/>
                  </a:lnTo>
                  <a:lnTo>
                    <a:pt x="165542" y="8593"/>
                  </a:lnTo>
                  <a:cubicBezTo>
                    <a:pt x="190412" y="10295"/>
                    <a:pt x="195666" y="12677"/>
                    <a:pt x="195666" y="23568"/>
                  </a:cubicBezTo>
                  <a:cubicBezTo>
                    <a:pt x="195666" y="29014"/>
                    <a:pt x="194615" y="33098"/>
                    <a:pt x="188660" y="47733"/>
                  </a:cubicBezTo>
                  <a:lnTo>
                    <a:pt x="144176" y="159705"/>
                  </a:lnTo>
                  <a:lnTo>
                    <a:pt x="95838" y="46031"/>
                  </a:lnTo>
                  <a:cubicBezTo>
                    <a:pt x="89182" y="30716"/>
                    <a:pt x="87781" y="26631"/>
                    <a:pt x="87781" y="21526"/>
                  </a:cubicBezTo>
                  <a:cubicBezTo>
                    <a:pt x="87781" y="13698"/>
                    <a:pt x="93035" y="9955"/>
                    <a:pt x="106346" y="9274"/>
                  </a:cubicBezTo>
                  <a:cubicBezTo>
                    <a:pt x="108097" y="9274"/>
                    <a:pt x="112651" y="8934"/>
                    <a:pt x="117905" y="8593"/>
                  </a:cubicBezTo>
                  <a:lnTo>
                    <a:pt x="117905" y="85"/>
                  </a:lnTo>
                  <a:lnTo>
                    <a:pt x="213" y="85"/>
                  </a:lnTo>
                  <a:lnTo>
                    <a:pt x="213" y="8593"/>
                  </a:lnTo>
                  <a:cubicBezTo>
                    <a:pt x="17727" y="10976"/>
                    <a:pt x="20879" y="13698"/>
                    <a:pt x="29636" y="32417"/>
                  </a:cubicBezTo>
                  <a:lnTo>
                    <a:pt x="119306" y="236283"/>
                  </a:lnTo>
                  <a:lnTo>
                    <a:pt x="128763" y="236283"/>
                  </a:lnTo>
                  <a:lnTo>
                    <a:pt x="208626" y="36501"/>
                  </a:lnTo>
                  <a:cubicBezTo>
                    <a:pt x="217033" y="15400"/>
                    <a:pt x="221936" y="10976"/>
                    <a:pt x="240151" y="8593"/>
                  </a:cubicBezTo>
                  <a:lnTo>
                    <a:pt x="240151" y="85"/>
                  </a:ln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4FE138F-D08B-B47E-2D7F-A7213A7BC7BE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10282633" y="5282777"/>
              <a:ext cx="162176" cy="165746"/>
            </a:xfrm>
            <a:custGeom>
              <a:avLst/>
              <a:gdLst>
                <a:gd name="connsiteX0" fmla="*/ 157142 w 162176"/>
                <a:gd name="connsiteY0" fmla="*/ 139285 h 165746"/>
                <a:gd name="connsiteX1" fmla="*/ 153639 w 162176"/>
                <a:gd name="connsiteY1" fmla="*/ 142688 h 165746"/>
                <a:gd name="connsiteX2" fmla="*/ 149786 w 162176"/>
                <a:gd name="connsiteY2" fmla="*/ 144050 h 165746"/>
                <a:gd name="connsiteX3" fmla="*/ 142430 w 162176"/>
                <a:gd name="connsiteY3" fmla="*/ 135541 h 165746"/>
                <a:gd name="connsiteX4" fmla="*/ 142430 w 162176"/>
                <a:gd name="connsiteY4" fmla="*/ 46712 h 165746"/>
                <a:gd name="connsiteX5" fmla="*/ 73076 w 162176"/>
                <a:gd name="connsiteY5" fmla="*/ 85 h 165746"/>
                <a:gd name="connsiteX6" fmla="*/ 6874 w 162176"/>
                <a:gd name="connsiteY6" fmla="*/ 42968 h 165746"/>
                <a:gd name="connsiteX7" fmla="*/ 29642 w 162176"/>
                <a:gd name="connsiteY7" fmla="*/ 65430 h 165746"/>
                <a:gd name="connsiteX8" fmla="*/ 53461 w 162176"/>
                <a:gd name="connsiteY8" fmla="*/ 45691 h 165746"/>
                <a:gd name="connsiteX9" fmla="*/ 47156 w 162176"/>
                <a:gd name="connsiteY9" fmla="*/ 31056 h 165746"/>
                <a:gd name="connsiteX10" fmla="*/ 42953 w 162176"/>
                <a:gd name="connsiteY10" fmla="*/ 23568 h 165746"/>
                <a:gd name="connsiteX11" fmla="*/ 65020 w 162176"/>
                <a:gd name="connsiteY11" fmla="*/ 10976 h 165746"/>
                <a:gd name="connsiteX12" fmla="*/ 94443 w 162176"/>
                <a:gd name="connsiteY12" fmla="*/ 40926 h 165746"/>
                <a:gd name="connsiteX13" fmla="*/ 94443 w 162176"/>
                <a:gd name="connsiteY13" fmla="*/ 65771 h 165746"/>
                <a:gd name="connsiteX14" fmla="*/ 22637 w 162176"/>
                <a:gd name="connsiteY14" fmla="*/ 93339 h 165746"/>
                <a:gd name="connsiteX15" fmla="*/ 219 w 162176"/>
                <a:gd name="connsiteY15" fmla="*/ 129755 h 165746"/>
                <a:gd name="connsiteX16" fmla="*/ 39100 w 162176"/>
                <a:gd name="connsiteY16" fmla="*/ 165832 h 165746"/>
                <a:gd name="connsiteX17" fmla="*/ 94443 w 162176"/>
                <a:gd name="connsiteY17" fmla="*/ 142008 h 165746"/>
                <a:gd name="connsiteX18" fmla="*/ 123165 w 162176"/>
                <a:gd name="connsiteY18" fmla="*/ 165832 h 165746"/>
                <a:gd name="connsiteX19" fmla="*/ 162396 w 162176"/>
                <a:gd name="connsiteY19" fmla="*/ 146432 h 165746"/>
                <a:gd name="connsiteX20" fmla="*/ 157142 w 162176"/>
                <a:gd name="connsiteY20" fmla="*/ 139285 h 165746"/>
                <a:gd name="connsiteX21" fmla="*/ 94093 w 162176"/>
                <a:gd name="connsiteY21" fmla="*/ 127033 h 165746"/>
                <a:gd name="connsiteX22" fmla="*/ 69223 w 162176"/>
                <a:gd name="connsiteY22" fmla="*/ 141667 h 165746"/>
                <a:gd name="connsiteX23" fmla="*/ 51359 w 162176"/>
                <a:gd name="connsiteY23" fmla="*/ 118864 h 165746"/>
                <a:gd name="connsiteX24" fmla="*/ 94093 w 162176"/>
                <a:gd name="connsiteY24" fmla="*/ 77683 h 165746"/>
                <a:gd name="connsiteX25" fmla="*/ 94093 w 162176"/>
                <a:gd name="connsiteY25" fmla="*/ 127033 h 16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176" h="165746">
                  <a:moveTo>
                    <a:pt x="157142" y="139285"/>
                  </a:moveTo>
                  <a:lnTo>
                    <a:pt x="153639" y="142688"/>
                  </a:lnTo>
                  <a:cubicBezTo>
                    <a:pt x="152588" y="143709"/>
                    <a:pt x="151538" y="144050"/>
                    <a:pt x="149786" y="144050"/>
                  </a:cubicBezTo>
                  <a:cubicBezTo>
                    <a:pt x="144882" y="144050"/>
                    <a:pt x="142430" y="140987"/>
                    <a:pt x="142430" y="135541"/>
                  </a:cubicBezTo>
                  <a:lnTo>
                    <a:pt x="142430" y="46712"/>
                  </a:lnTo>
                  <a:cubicBezTo>
                    <a:pt x="142430" y="18123"/>
                    <a:pt x="115810" y="85"/>
                    <a:pt x="73076" y="85"/>
                  </a:cubicBezTo>
                  <a:cubicBezTo>
                    <a:pt x="33495" y="85"/>
                    <a:pt x="6874" y="17442"/>
                    <a:pt x="6874" y="42968"/>
                  </a:cubicBezTo>
                  <a:cubicBezTo>
                    <a:pt x="6874" y="56922"/>
                    <a:pt x="15281" y="65430"/>
                    <a:pt x="29642" y="65430"/>
                  </a:cubicBezTo>
                  <a:cubicBezTo>
                    <a:pt x="43653" y="65430"/>
                    <a:pt x="53461" y="57262"/>
                    <a:pt x="53461" y="45691"/>
                  </a:cubicBezTo>
                  <a:cubicBezTo>
                    <a:pt x="53461" y="40926"/>
                    <a:pt x="51359" y="36501"/>
                    <a:pt x="47156" y="31056"/>
                  </a:cubicBezTo>
                  <a:cubicBezTo>
                    <a:pt x="44003" y="27652"/>
                    <a:pt x="42953" y="25610"/>
                    <a:pt x="42953" y="23568"/>
                  </a:cubicBezTo>
                  <a:cubicBezTo>
                    <a:pt x="42953" y="16421"/>
                    <a:pt x="52760" y="10976"/>
                    <a:pt x="65020" y="10976"/>
                  </a:cubicBezTo>
                  <a:cubicBezTo>
                    <a:pt x="85336" y="10976"/>
                    <a:pt x="94443" y="20165"/>
                    <a:pt x="94443" y="40926"/>
                  </a:cubicBezTo>
                  <a:lnTo>
                    <a:pt x="94443" y="65771"/>
                  </a:lnTo>
                  <a:cubicBezTo>
                    <a:pt x="52760" y="78023"/>
                    <a:pt x="35597" y="84830"/>
                    <a:pt x="22637" y="93339"/>
                  </a:cubicBezTo>
                  <a:cubicBezTo>
                    <a:pt x="7575" y="103549"/>
                    <a:pt x="219" y="115121"/>
                    <a:pt x="219" y="129755"/>
                  </a:cubicBezTo>
                  <a:cubicBezTo>
                    <a:pt x="219" y="150516"/>
                    <a:pt x="16682" y="165832"/>
                    <a:pt x="39100" y="165832"/>
                  </a:cubicBezTo>
                  <a:cubicBezTo>
                    <a:pt x="59065" y="165832"/>
                    <a:pt x="75178" y="159025"/>
                    <a:pt x="94443" y="142008"/>
                  </a:cubicBezTo>
                  <a:cubicBezTo>
                    <a:pt x="98296" y="159365"/>
                    <a:pt x="106002" y="165832"/>
                    <a:pt x="123165" y="165832"/>
                  </a:cubicBezTo>
                  <a:cubicBezTo>
                    <a:pt x="138227" y="165832"/>
                    <a:pt x="149086" y="160386"/>
                    <a:pt x="162396" y="146432"/>
                  </a:cubicBezTo>
                  <a:lnTo>
                    <a:pt x="157142" y="139285"/>
                  </a:lnTo>
                  <a:close/>
                  <a:moveTo>
                    <a:pt x="94093" y="127033"/>
                  </a:moveTo>
                  <a:cubicBezTo>
                    <a:pt x="84635" y="137583"/>
                    <a:pt x="77630" y="141667"/>
                    <a:pt x="69223" y="141667"/>
                  </a:cubicBezTo>
                  <a:cubicBezTo>
                    <a:pt x="58715" y="141667"/>
                    <a:pt x="51359" y="132478"/>
                    <a:pt x="51359" y="118864"/>
                  </a:cubicBezTo>
                  <a:cubicBezTo>
                    <a:pt x="51359" y="99124"/>
                    <a:pt x="66071" y="84830"/>
                    <a:pt x="94093" y="77683"/>
                  </a:cubicBezTo>
                  <a:lnTo>
                    <a:pt x="94093" y="127033"/>
                  </a:ln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BF8E4A-6E52-FCF8-F9ED-F005DE609BDC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10455274" y="5213688"/>
              <a:ext cx="83715" cy="230071"/>
            </a:xfrm>
            <a:custGeom>
              <a:avLst/>
              <a:gdLst>
                <a:gd name="connsiteX0" fmla="*/ 66776 w 83715"/>
                <a:gd name="connsiteY0" fmla="*/ 85 h 230071"/>
                <a:gd name="connsiteX1" fmla="*/ 224 w 83715"/>
                <a:gd name="connsiteY1" fmla="*/ 85 h 230071"/>
                <a:gd name="connsiteX2" fmla="*/ 224 w 83715"/>
                <a:gd name="connsiteY2" fmla="*/ 8253 h 230071"/>
                <a:gd name="connsiteX3" fmla="*/ 18088 w 83715"/>
                <a:gd name="connsiteY3" fmla="*/ 27993 h 230071"/>
                <a:gd name="connsiteX4" fmla="*/ 18088 w 83715"/>
                <a:gd name="connsiteY4" fmla="*/ 201568 h 230071"/>
                <a:gd name="connsiteX5" fmla="*/ 224 w 83715"/>
                <a:gd name="connsiteY5" fmla="*/ 221988 h 230071"/>
                <a:gd name="connsiteX6" fmla="*/ 224 w 83715"/>
                <a:gd name="connsiteY6" fmla="*/ 230156 h 230071"/>
                <a:gd name="connsiteX7" fmla="*/ 83940 w 83715"/>
                <a:gd name="connsiteY7" fmla="*/ 230156 h 230071"/>
                <a:gd name="connsiteX8" fmla="*/ 83940 w 83715"/>
                <a:gd name="connsiteY8" fmla="*/ 221988 h 230071"/>
                <a:gd name="connsiteX9" fmla="*/ 66776 w 83715"/>
                <a:gd name="connsiteY9" fmla="*/ 201568 h 230071"/>
                <a:gd name="connsiteX10" fmla="*/ 66776 w 83715"/>
                <a:gd name="connsiteY10" fmla="*/ 85 h 230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715" h="230071">
                  <a:moveTo>
                    <a:pt x="66776" y="85"/>
                  </a:moveTo>
                  <a:lnTo>
                    <a:pt x="224" y="85"/>
                  </a:lnTo>
                  <a:lnTo>
                    <a:pt x="224" y="8253"/>
                  </a:lnTo>
                  <a:cubicBezTo>
                    <a:pt x="12484" y="9274"/>
                    <a:pt x="18088" y="15400"/>
                    <a:pt x="18088" y="27993"/>
                  </a:cubicBezTo>
                  <a:lnTo>
                    <a:pt x="18088" y="201568"/>
                  </a:lnTo>
                  <a:cubicBezTo>
                    <a:pt x="18088" y="214160"/>
                    <a:pt x="12133" y="220967"/>
                    <a:pt x="224" y="221988"/>
                  </a:cubicBezTo>
                  <a:lnTo>
                    <a:pt x="224" y="230156"/>
                  </a:lnTo>
                  <a:lnTo>
                    <a:pt x="83940" y="230156"/>
                  </a:lnTo>
                  <a:lnTo>
                    <a:pt x="83940" y="221988"/>
                  </a:lnTo>
                  <a:cubicBezTo>
                    <a:pt x="72381" y="221648"/>
                    <a:pt x="66776" y="215181"/>
                    <a:pt x="66776" y="201568"/>
                  </a:cubicBezTo>
                  <a:lnTo>
                    <a:pt x="66776" y="85"/>
                  </a:ln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95BA85B-9B24-531E-3853-86CAEEDF21AA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10553012" y="5286861"/>
              <a:ext cx="182492" cy="161662"/>
            </a:xfrm>
            <a:custGeom>
              <a:avLst/>
              <a:gdLst>
                <a:gd name="connsiteX0" fmla="*/ 114767 w 182492"/>
                <a:gd name="connsiteY0" fmla="*/ 161407 h 161662"/>
                <a:gd name="connsiteX1" fmla="*/ 161003 w 182492"/>
                <a:gd name="connsiteY1" fmla="*/ 152558 h 161662"/>
                <a:gd name="connsiteX2" fmla="*/ 182720 w 182492"/>
                <a:gd name="connsiteY2" fmla="*/ 150176 h 161662"/>
                <a:gd name="connsiteX3" fmla="*/ 182720 w 182492"/>
                <a:gd name="connsiteY3" fmla="*/ 142348 h 161662"/>
                <a:gd name="connsiteX4" fmla="*/ 163104 w 182492"/>
                <a:gd name="connsiteY4" fmla="*/ 122608 h 161662"/>
                <a:gd name="connsiteX5" fmla="*/ 163104 w 182492"/>
                <a:gd name="connsiteY5" fmla="*/ 85 h 161662"/>
                <a:gd name="connsiteX6" fmla="*/ 92699 w 182492"/>
                <a:gd name="connsiteY6" fmla="*/ 85 h 161662"/>
                <a:gd name="connsiteX7" fmla="*/ 92699 w 182492"/>
                <a:gd name="connsiteY7" fmla="*/ 8253 h 161662"/>
                <a:gd name="connsiteX8" fmla="*/ 114416 w 182492"/>
                <a:gd name="connsiteY8" fmla="*/ 28333 h 161662"/>
                <a:gd name="connsiteX9" fmla="*/ 114416 w 182492"/>
                <a:gd name="connsiteY9" fmla="*/ 124650 h 161662"/>
                <a:gd name="connsiteX10" fmla="*/ 85694 w 182492"/>
                <a:gd name="connsiteY10" fmla="*/ 139625 h 161662"/>
                <a:gd name="connsiteX11" fmla="*/ 66078 w 182492"/>
                <a:gd name="connsiteY11" fmla="*/ 115461 h 161662"/>
                <a:gd name="connsiteX12" fmla="*/ 66078 w 182492"/>
                <a:gd name="connsiteY12" fmla="*/ 85 h 161662"/>
                <a:gd name="connsiteX13" fmla="*/ 227 w 182492"/>
                <a:gd name="connsiteY13" fmla="*/ 85 h 161662"/>
                <a:gd name="connsiteX14" fmla="*/ 227 w 182492"/>
                <a:gd name="connsiteY14" fmla="*/ 8253 h 161662"/>
                <a:gd name="connsiteX15" fmla="*/ 17390 w 182492"/>
                <a:gd name="connsiteY15" fmla="*/ 28333 h 161662"/>
                <a:gd name="connsiteX16" fmla="*/ 17390 w 182492"/>
                <a:gd name="connsiteY16" fmla="*/ 114099 h 161662"/>
                <a:gd name="connsiteX17" fmla="*/ 63977 w 182492"/>
                <a:gd name="connsiteY17" fmla="*/ 161747 h 161662"/>
                <a:gd name="connsiteX18" fmla="*/ 114767 w 182492"/>
                <a:gd name="connsiteY18" fmla="*/ 139285 h 161662"/>
                <a:gd name="connsiteX19" fmla="*/ 114767 w 182492"/>
                <a:gd name="connsiteY19" fmla="*/ 161407 h 161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82492" h="161662">
                  <a:moveTo>
                    <a:pt x="114767" y="161407"/>
                  </a:moveTo>
                  <a:cubicBezTo>
                    <a:pt x="129828" y="156302"/>
                    <a:pt x="138235" y="154941"/>
                    <a:pt x="161003" y="152558"/>
                  </a:cubicBezTo>
                  <a:lnTo>
                    <a:pt x="182720" y="150176"/>
                  </a:lnTo>
                  <a:lnTo>
                    <a:pt x="182720" y="142348"/>
                  </a:lnTo>
                  <a:cubicBezTo>
                    <a:pt x="167308" y="141667"/>
                    <a:pt x="163104" y="137243"/>
                    <a:pt x="163104" y="122608"/>
                  </a:cubicBezTo>
                  <a:lnTo>
                    <a:pt x="163104" y="85"/>
                  </a:lnTo>
                  <a:lnTo>
                    <a:pt x="92699" y="85"/>
                  </a:lnTo>
                  <a:lnTo>
                    <a:pt x="92699" y="8253"/>
                  </a:lnTo>
                  <a:cubicBezTo>
                    <a:pt x="110213" y="9614"/>
                    <a:pt x="114416" y="13698"/>
                    <a:pt x="114416" y="28333"/>
                  </a:cubicBezTo>
                  <a:lnTo>
                    <a:pt x="114416" y="124650"/>
                  </a:lnTo>
                  <a:cubicBezTo>
                    <a:pt x="102857" y="135881"/>
                    <a:pt x="95501" y="139625"/>
                    <a:pt x="85694" y="139625"/>
                  </a:cubicBezTo>
                  <a:cubicBezTo>
                    <a:pt x="71333" y="139625"/>
                    <a:pt x="66078" y="132818"/>
                    <a:pt x="66078" y="115461"/>
                  </a:cubicBezTo>
                  <a:lnTo>
                    <a:pt x="66078" y="85"/>
                  </a:lnTo>
                  <a:lnTo>
                    <a:pt x="227" y="85"/>
                  </a:lnTo>
                  <a:lnTo>
                    <a:pt x="227" y="8253"/>
                  </a:lnTo>
                  <a:cubicBezTo>
                    <a:pt x="14588" y="10976"/>
                    <a:pt x="17390" y="14039"/>
                    <a:pt x="17390" y="28333"/>
                  </a:cubicBezTo>
                  <a:lnTo>
                    <a:pt x="17390" y="114099"/>
                  </a:lnTo>
                  <a:cubicBezTo>
                    <a:pt x="17390" y="144050"/>
                    <a:pt x="34904" y="161747"/>
                    <a:pt x="63977" y="161747"/>
                  </a:cubicBezTo>
                  <a:cubicBezTo>
                    <a:pt x="82191" y="161747"/>
                    <a:pt x="94451" y="156302"/>
                    <a:pt x="114767" y="139285"/>
                  </a:cubicBezTo>
                  <a:lnTo>
                    <a:pt x="114767" y="161407"/>
                  </a:ln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B97DCEF-1CF7-889B-4806-8C525CADFC32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10751645" y="5282777"/>
              <a:ext cx="140459" cy="165746"/>
            </a:xfrm>
            <a:custGeom>
              <a:avLst/>
              <a:gdLst>
                <a:gd name="connsiteX0" fmla="*/ 132286 w 140459"/>
                <a:gd name="connsiteY0" fmla="*/ 118524 h 165746"/>
                <a:gd name="connsiteX1" fmla="*/ 92355 w 140459"/>
                <a:gd name="connsiteY1" fmla="*/ 141327 h 165746"/>
                <a:gd name="connsiteX2" fmla="*/ 61180 w 140459"/>
                <a:gd name="connsiteY2" fmla="*/ 123289 h 165746"/>
                <a:gd name="connsiteX3" fmla="*/ 50672 w 140459"/>
                <a:gd name="connsiteY3" fmla="*/ 77683 h 165746"/>
                <a:gd name="connsiteX4" fmla="*/ 138941 w 140459"/>
                <a:gd name="connsiteY4" fmla="*/ 77683 h 165746"/>
                <a:gd name="connsiteX5" fmla="*/ 120376 w 140459"/>
                <a:gd name="connsiteY5" fmla="*/ 20165 h 165746"/>
                <a:gd name="connsiteX6" fmla="*/ 73440 w 140459"/>
                <a:gd name="connsiteY6" fmla="*/ 85 h 165746"/>
                <a:gd name="connsiteX7" fmla="*/ 232 w 140459"/>
                <a:gd name="connsiteY7" fmla="*/ 83469 h 165746"/>
                <a:gd name="connsiteX8" fmla="*/ 72389 w 140459"/>
                <a:gd name="connsiteY8" fmla="*/ 165832 h 165746"/>
                <a:gd name="connsiteX9" fmla="*/ 140692 w 140459"/>
                <a:gd name="connsiteY9" fmla="*/ 123289 h 165746"/>
                <a:gd name="connsiteX10" fmla="*/ 132286 w 140459"/>
                <a:gd name="connsiteY10" fmla="*/ 118524 h 165746"/>
                <a:gd name="connsiteX11" fmla="*/ 48921 w 140459"/>
                <a:gd name="connsiteY11" fmla="*/ 65090 h 165746"/>
                <a:gd name="connsiteX12" fmla="*/ 73440 w 140459"/>
                <a:gd name="connsiteY12" fmla="*/ 10635 h 165746"/>
                <a:gd name="connsiteX13" fmla="*/ 92705 w 140459"/>
                <a:gd name="connsiteY13" fmla="*/ 26631 h 165746"/>
                <a:gd name="connsiteX14" fmla="*/ 95857 w 140459"/>
                <a:gd name="connsiteY14" fmla="*/ 59985 h 165746"/>
                <a:gd name="connsiteX15" fmla="*/ 95857 w 140459"/>
                <a:gd name="connsiteY15" fmla="*/ 65090 h 165746"/>
                <a:gd name="connsiteX16" fmla="*/ 48921 w 140459"/>
                <a:gd name="connsiteY16" fmla="*/ 65090 h 16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0459" h="165746">
                  <a:moveTo>
                    <a:pt x="132286" y="118524"/>
                  </a:moveTo>
                  <a:cubicBezTo>
                    <a:pt x="118275" y="135201"/>
                    <a:pt x="107416" y="141327"/>
                    <a:pt x="92355" y="141327"/>
                  </a:cubicBezTo>
                  <a:cubicBezTo>
                    <a:pt x="78694" y="141327"/>
                    <a:pt x="68536" y="135201"/>
                    <a:pt x="61180" y="123289"/>
                  </a:cubicBezTo>
                  <a:cubicBezTo>
                    <a:pt x="54875" y="112398"/>
                    <a:pt x="52073" y="101166"/>
                    <a:pt x="50672" y="77683"/>
                  </a:cubicBezTo>
                  <a:lnTo>
                    <a:pt x="138941" y="77683"/>
                  </a:lnTo>
                  <a:cubicBezTo>
                    <a:pt x="136839" y="49094"/>
                    <a:pt x="131585" y="33098"/>
                    <a:pt x="120376" y="20165"/>
                  </a:cubicBezTo>
                  <a:cubicBezTo>
                    <a:pt x="108817" y="6892"/>
                    <a:pt x="92705" y="85"/>
                    <a:pt x="73440" y="85"/>
                  </a:cubicBezTo>
                  <a:cubicBezTo>
                    <a:pt x="29655" y="85"/>
                    <a:pt x="232" y="33779"/>
                    <a:pt x="232" y="83469"/>
                  </a:cubicBezTo>
                  <a:cubicBezTo>
                    <a:pt x="232" y="133159"/>
                    <a:pt x="28955" y="165832"/>
                    <a:pt x="72389" y="165832"/>
                  </a:cubicBezTo>
                  <a:cubicBezTo>
                    <a:pt x="100761" y="165832"/>
                    <a:pt x="117925" y="154941"/>
                    <a:pt x="140692" y="123289"/>
                  </a:cubicBezTo>
                  <a:lnTo>
                    <a:pt x="132286" y="118524"/>
                  </a:lnTo>
                  <a:close/>
                  <a:moveTo>
                    <a:pt x="48921" y="65090"/>
                  </a:moveTo>
                  <a:cubicBezTo>
                    <a:pt x="49971" y="24249"/>
                    <a:pt x="56276" y="10635"/>
                    <a:pt x="73440" y="10635"/>
                  </a:cubicBezTo>
                  <a:cubicBezTo>
                    <a:pt x="83247" y="10635"/>
                    <a:pt x="89903" y="16081"/>
                    <a:pt x="92705" y="26631"/>
                  </a:cubicBezTo>
                  <a:cubicBezTo>
                    <a:pt x="94456" y="33098"/>
                    <a:pt x="95157" y="42628"/>
                    <a:pt x="95857" y="59985"/>
                  </a:cubicBezTo>
                  <a:lnTo>
                    <a:pt x="95857" y="65090"/>
                  </a:lnTo>
                  <a:lnTo>
                    <a:pt x="48921" y="65090"/>
                  </a:ln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6FD04EA-0021-151B-E0C3-CB996564BBC5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10992493" y="5213688"/>
              <a:ext cx="204560" cy="230071"/>
            </a:xfrm>
            <a:custGeom>
              <a:avLst/>
              <a:gdLst>
                <a:gd name="connsiteX0" fmla="*/ 86407 w 204560"/>
                <a:gd name="connsiteY0" fmla="*/ 127033 h 230071"/>
                <a:gd name="connsiteX1" fmla="*/ 161015 w 204560"/>
                <a:gd name="connsiteY1" fmla="*/ 119545 h 230071"/>
                <a:gd name="connsiteX2" fmla="*/ 204799 w 204560"/>
                <a:gd name="connsiteY2" fmla="*/ 62027 h 230071"/>
                <a:gd name="connsiteX3" fmla="*/ 113028 w 204560"/>
                <a:gd name="connsiteY3" fmla="*/ 85 h 230071"/>
                <a:gd name="connsiteX4" fmla="*/ 239 w 204560"/>
                <a:gd name="connsiteY4" fmla="*/ 85 h 230071"/>
                <a:gd name="connsiteX5" fmla="*/ 239 w 204560"/>
                <a:gd name="connsiteY5" fmla="*/ 8593 h 230071"/>
                <a:gd name="connsiteX6" fmla="*/ 29662 w 204560"/>
                <a:gd name="connsiteY6" fmla="*/ 39905 h 230071"/>
                <a:gd name="connsiteX7" fmla="*/ 29662 w 204560"/>
                <a:gd name="connsiteY7" fmla="*/ 190336 h 230071"/>
                <a:gd name="connsiteX8" fmla="*/ 8646 w 204560"/>
                <a:gd name="connsiteY8" fmla="*/ 220286 h 230071"/>
                <a:gd name="connsiteX9" fmla="*/ 239 w 204560"/>
                <a:gd name="connsiteY9" fmla="*/ 221648 h 230071"/>
                <a:gd name="connsiteX10" fmla="*/ 239 w 204560"/>
                <a:gd name="connsiteY10" fmla="*/ 230156 h 230071"/>
                <a:gd name="connsiteX11" fmla="*/ 117231 w 204560"/>
                <a:gd name="connsiteY11" fmla="*/ 230156 h 230071"/>
                <a:gd name="connsiteX12" fmla="*/ 117231 w 204560"/>
                <a:gd name="connsiteY12" fmla="*/ 221648 h 230071"/>
                <a:gd name="connsiteX13" fmla="*/ 86407 w 204560"/>
                <a:gd name="connsiteY13" fmla="*/ 190336 h 230071"/>
                <a:gd name="connsiteX14" fmla="*/ 86407 w 204560"/>
                <a:gd name="connsiteY14" fmla="*/ 127033 h 230071"/>
                <a:gd name="connsiteX15" fmla="*/ 86407 w 204560"/>
                <a:gd name="connsiteY15" fmla="*/ 23909 h 230071"/>
                <a:gd name="connsiteX16" fmla="*/ 103920 w 204560"/>
                <a:gd name="connsiteY16" fmla="*/ 11997 h 230071"/>
                <a:gd name="connsiteX17" fmla="*/ 144552 w 204560"/>
                <a:gd name="connsiteY17" fmla="*/ 63729 h 230071"/>
                <a:gd name="connsiteX18" fmla="*/ 131242 w 204560"/>
                <a:gd name="connsiteY18" fmla="*/ 105931 h 230071"/>
                <a:gd name="connsiteX19" fmla="*/ 86407 w 204560"/>
                <a:gd name="connsiteY19" fmla="*/ 115121 h 230071"/>
                <a:gd name="connsiteX20" fmla="*/ 86407 w 204560"/>
                <a:gd name="connsiteY20" fmla="*/ 23909 h 230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204560" h="230071">
                  <a:moveTo>
                    <a:pt x="86407" y="127033"/>
                  </a:moveTo>
                  <a:cubicBezTo>
                    <a:pt x="133694" y="126692"/>
                    <a:pt x="145603" y="125671"/>
                    <a:pt x="161015" y="119545"/>
                  </a:cubicBezTo>
                  <a:cubicBezTo>
                    <a:pt x="189387" y="108994"/>
                    <a:pt x="204799" y="88233"/>
                    <a:pt x="204799" y="62027"/>
                  </a:cubicBezTo>
                  <a:cubicBezTo>
                    <a:pt x="204799" y="22547"/>
                    <a:pt x="171523" y="85"/>
                    <a:pt x="113028" y="85"/>
                  </a:cubicBezTo>
                  <a:lnTo>
                    <a:pt x="239" y="85"/>
                  </a:lnTo>
                  <a:lnTo>
                    <a:pt x="239" y="8593"/>
                  </a:lnTo>
                  <a:cubicBezTo>
                    <a:pt x="24759" y="10635"/>
                    <a:pt x="29662" y="16081"/>
                    <a:pt x="29662" y="39905"/>
                  </a:cubicBezTo>
                  <a:lnTo>
                    <a:pt x="29662" y="190336"/>
                  </a:lnTo>
                  <a:cubicBezTo>
                    <a:pt x="29662" y="211437"/>
                    <a:pt x="25109" y="218244"/>
                    <a:pt x="8646" y="220286"/>
                  </a:cubicBezTo>
                  <a:cubicBezTo>
                    <a:pt x="7595" y="220286"/>
                    <a:pt x="4092" y="220967"/>
                    <a:pt x="239" y="221648"/>
                  </a:cubicBezTo>
                  <a:lnTo>
                    <a:pt x="239" y="230156"/>
                  </a:lnTo>
                  <a:lnTo>
                    <a:pt x="117231" y="230156"/>
                  </a:lnTo>
                  <a:lnTo>
                    <a:pt x="117231" y="221648"/>
                  </a:lnTo>
                  <a:cubicBezTo>
                    <a:pt x="89559" y="218244"/>
                    <a:pt x="86407" y="215181"/>
                    <a:pt x="86407" y="190336"/>
                  </a:cubicBezTo>
                  <a:lnTo>
                    <a:pt x="86407" y="127033"/>
                  </a:lnTo>
                  <a:close/>
                  <a:moveTo>
                    <a:pt x="86407" y="23909"/>
                  </a:moveTo>
                  <a:cubicBezTo>
                    <a:pt x="86407" y="16081"/>
                    <a:pt x="92361" y="11997"/>
                    <a:pt x="103920" y="11997"/>
                  </a:cubicBezTo>
                  <a:cubicBezTo>
                    <a:pt x="132993" y="11997"/>
                    <a:pt x="144552" y="26972"/>
                    <a:pt x="144552" y="63729"/>
                  </a:cubicBezTo>
                  <a:cubicBezTo>
                    <a:pt x="144552" y="85170"/>
                    <a:pt x="140349" y="98103"/>
                    <a:pt x="131242" y="105931"/>
                  </a:cubicBezTo>
                  <a:cubicBezTo>
                    <a:pt x="122835" y="112738"/>
                    <a:pt x="111276" y="115121"/>
                    <a:pt x="86407" y="115121"/>
                  </a:cubicBezTo>
                  <a:lnTo>
                    <a:pt x="86407" y="23909"/>
                  </a:ln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8149BA6-5941-1DFB-0FDE-0C3A9E31578B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11211866" y="5282777"/>
              <a:ext cx="141861" cy="160982"/>
            </a:xfrm>
            <a:custGeom>
              <a:avLst/>
              <a:gdLst>
                <a:gd name="connsiteX0" fmla="*/ 66447 w 141861"/>
                <a:gd name="connsiteY0" fmla="*/ 4169 h 160982"/>
                <a:gd name="connsiteX1" fmla="*/ 245 w 141861"/>
                <a:gd name="connsiteY1" fmla="*/ 4169 h 160982"/>
                <a:gd name="connsiteX2" fmla="*/ 245 w 141861"/>
                <a:gd name="connsiteY2" fmla="*/ 12337 h 160982"/>
                <a:gd name="connsiteX3" fmla="*/ 19160 w 141861"/>
                <a:gd name="connsiteY3" fmla="*/ 32417 h 160982"/>
                <a:gd name="connsiteX4" fmla="*/ 19160 w 141861"/>
                <a:gd name="connsiteY4" fmla="*/ 132478 h 160982"/>
                <a:gd name="connsiteX5" fmla="*/ 245 w 141861"/>
                <a:gd name="connsiteY5" fmla="*/ 152899 h 160982"/>
                <a:gd name="connsiteX6" fmla="*/ 245 w 141861"/>
                <a:gd name="connsiteY6" fmla="*/ 161067 h 160982"/>
                <a:gd name="connsiteX7" fmla="*/ 93418 w 141861"/>
                <a:gd name="connsiteY7" fmla="*/ 161067 h 160982"/>
                <a:gd name="connsiteX8" fmla="*/ 93418 w 141861"/>
                <a:gd name="connsiteY8" fmla="*/ 152899 h 160982"/>
                <a:gd name="connsiteX9" fmla="*/ 67848 w 141861"/>
                <a:gd name="connsiteY9" fmla="*/ 126011 h 160982"/>
                <a:gd name="connsiteX10" fmla="*/ 67848 w 141861"/>
                <a:gd name="connsiteY10" fmla="*/ 61687 h 160982"/>
                <a:gd name="connsiteX11" fmla="*/ 89215 w 141861"/>
                <a:gd name="connsiteY11" fmla="*/ 29354 h 160982"/>
                <a:gd name="connsiteX12" fmla="*/ 99023 w 141861"/>
                <a:gd name="connsiteY12" fmla="*/ 37182 h 160982"/>
                <a:gd name="connsiteX13" fmla="*/ 120039 w 141861"/>
                <a:gd name="connsiteY13" fmla="*/ 49434 h 160982"/>
                <a:gd name="connsiteX14" fmla="*/ 142106 w 141861"/>
                <a:gd name="connsiteY14" fmla="*/ 26631 h 160982"/>
                <a:gd name="connsiteX15" fmla="*/ 113734 w 141861"/>
                <a:gd name="connsiteY15" fmla="*/ 85 h 160982"/>
                <a:gd name="connsiteX16" fmla="*/ 66447 w 141861"/>
                <a:gd name="connsiteY16" fmla="*/ 32077 h 160982"/>
                <a:gd name="connsiteX17" fmla="*/ 66447 w 141861"/>
                <a:gd name="connsiteY17" fmla="*/ 4169 h 160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1861" h="160982">
                  <a:moveTo>
                    <a:pt x="66447" y="4169"/>
                  </a:moveTo>
                  <a:lnTo>
                    <a:pt x="245" y="4169"/>
                  </a:lnTo>
                  <a:lnTo>
                    <a:pt x="245" y="12337"/>
                  </a:lnTo>
                  <a:cubicBezTo>
                    <a:pt x="15307" y="14379"/>
                    <a:pt x="19160" y="18804"/>
                    <a:pt x="19160" y="32417"/>
                  </a:cubicBezTo>
                  <a:lnTo>
                    <a:pt x="19160" y="132478"/>
                  </a:lnTo>
                  <a:cubicBezTo>
                    <a:pt x="19160" y="146432"/>
                    <a:pt x="15658" y="150176"/>
                    <a:pt x="245" y="152899"/>
                  </a:cubicBezTo>
                  <a:lnTo>
                    <a:pt x="245" y="161067"/>
                  </a:lnTo>
                  <a:lnTo>
                    <a:pt x="93418" y="161067"/>
                  </a:lnTo>
                  <a:lnTo>
                    <a:pt x="93418" y="152899"/>
                  </a:lnTo>
                  <a:cubicBezTo>
                    <a:pt x="72052" y="151537"/>
                    <a:pt x="67848" y="147113"/>
                    <a:pt x="67848" y="126011"/>
                  </a:cubicBezTo>
                  <a:lnTo>
                    <a:pt x="67848" y="61687"/>
                  </a:lnTo>
                  <a:cubicBezTo>
                    <a:pt x="67848" y="43989"/>
                    <a:pt x="77656" y="29354"/>
                    <a:pt x="89215" y="29354"/>
                  </a:cubicBezTo>
                  <a:cubicBezTo>
                    <a:pt x="92017" y="29354"/>
                    <a:pt x="95170" y="31737"/>
                    <a:pt x="99023" y="37182"/>
                  </a:cubicBezTo>
                  <a:cubicBezTo>
                    <a:pt x="105678" y="46371"/>
                    <a:pt x="110932" y="49434"/>
                    <a:pt x="120039" y="49434"/>
                  </a:cubicBezTo>
                  <a:cubicBezTo>
                    <a:pt x="132999" y="49434"/>
                    <a:pt x="142106" y="39905"/>
                    <a:pt x="142106" y="26631"/>
                  </a:cubicBezTo>
                  <a:cubicBezTo>
                    <a:pt x="142106" y="11316"/>
                    <a:pt x="130197" y="85"/>
                    <a:pt x="113734" y="85"/>
                  </a:cubicBezTo>
                  <a:cubicBezTo>
                    <a:pt x="96221" y="85"/>
                    <a:pt x="82910" y="9274"/>
                    <a:pt x="66447" y="32077"/>
                  </a:cubicBezTo>
                  <a:lnTo>
                    <a:pt x="66447" y="4169"/>
                  </a:ln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05EE904-15E6-AC61-EAB5-A55B37F3D1FA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11360242" y="5282777"/>
              <a:ext cx="157973" cy="165746"/>
            </a:xfrm>
            <a:custGeom>
              <a:avLst/>
              <a:gdLst>
                <a:gd name="connsiteX0" fmla="*/ 79412 w 157973"/>
                <a:gd name="connsiteY0" fmla="*/ 85 h 165746"/>
                <a:gd name="connsiteX1" fmla="*/ 250 w 157973"/>
                <a:gd name="connsiteY1" fmla="*/ 82107 h 165746"/>
                <a:gd name="connsiteX2" fmla="*/ 79412 w 157973"/>
                <a:gd name="connsiteY2" fmla="*/ 165832 h 165746"/>
                <a:gd name="connsiteX3" fmla="*/ 158223 w 157973"/>
                <a:gd name="connsiteY3" fmla="*/ 83128 h 165746"/>
                <a:gd name="connsiteX4" fmla="*/ 79412 w 157973"/>
                <a:gd name="connsiteY4" fmla="*/ 85 h 165746"/>
                <a:gd name="connsiteX5" fmla="*/ 79762 w 157973"/>
                <a:gd name="connsiteY5" fmla="*/ 10635 h 165746"/>
                <a:gd name="connsiteX6" fmla="*/ 106733 w 157973"/>
                <a:gd name="connsiteY6" fmla="*/ 85170 h 165746"/>
                <a:gd name="connsiteX7" fmla="*/ 79412 w 157973"/>
                <a:gd name="connsiteY7" fmla="*/ 155281 h 165746"/>
                <a:gd name="connsiteX8" fmla="*/ 51740 w 157973"/>
                <a:gd name="connsiteY8" fmla="*/ 88233 h 165746"/>
                <a:gd name="connsiteX9" fmla="*/ 79762 w 157973"/>
                <a:gd name="connsiteY9" fmla="*/ 10635 h 16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973" h="165746">
                  <a:moveTo>
                    <a:pt x="79412" y="85"/>
                  </a:moveTo>
                  <a:cubicBezTo>
                    <a:pt x="34927" y="85"/>
                    <a:pt x="250" y="35821"/>
                    <a:pt x="250" y="82107"/>
                  </a:cubicBezTo>
                  <a:cubicBezTo>
                    <a:pt x="250" y="130776"/>
                    <a:pt x="33526" y="165832"/>
                    <a:pt x="79412" y="165832"/>
                  </a:cubicBezTo>
                  <a:cubicBezTo>
                    <a:pt x="124597" y="165832"/>
                    <a:pt x="158223" y="130436"/>
                    <a:pt x="158223" y="83128"/>
                  </a:cubicBezTo>
                  <a:cubicBezTo>
                    <a:pt x="158223" y="35480"/>
                    <a:pt x="124597" y="85"/>
                    <a:pt x="79412" y="85"/>
                  </a:cubicBezTo>
                  <a:close/>
                  <a:moveTo>
                    <a:pt x="79762" y="10635"/>
                  </a:moveTo>
                  <a:cubicBezTo>
                    <a:pt x="100078" y="10635"/>
                    <a:pt x="106733" y="29354"/>
                    <a:pt x="106733" y="85170"/>
                  </a:cubicBezTo>
                  <a:cubicBezTo>
                    <a:pt x="106733" y="137583"/>
                    <a:pt x="99728" y="155281"/>
                    <a:pt x="79412" y="155281"/>
                  </a:cubicBezTo>
                  <a:cubicBezTo>
                    <a:pt x="58745" y="155281"/>
                    <a:pt x="51740" y="137923"/>
                    <a:pt x="51740" y="88233"/>
                  </a:cubicBezTo>
                  <a:cubicBezTo>
                    <a:pt x="51740" y="28333"/>
                    <a:pt x="58045" y="10635"/>
                    <a:pt x="79762" y="10635"/>
                  </a:cubicBez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6DA04E3-7E6B-13E9-7DFE-494586284418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11533233" y="5213688"/>
              <a:ext cx="176538" cy="234836"/>
            </a:xfrm>
            <a:custGeom>
              <a:avLst/>
              <a:gdLst>
                <a:gd name="connsiteX0" fmla="*/ 68208 w 176538"/>
                <a:gd name="connsiteY0" fmla="*/ 85 h 234836"/>
                <a:gd name="connsiteX1" fmla="*/ 255 w 176538"/>
                <a:gd name="connsiteY1" fmla="*/ 85 h 234836"/>
                <a:gd name="connsiteX2" fmla="*/ 255 w 176538"/>
                <a:gd name="connsiteY2" fmla="*/ 8253 h 234836"/>
                <a:gd name="connsiteX3" fmla="*/ 19520 w 176538"/>
                <a:gd name="connsiteY3" fmla="*/ 27993 h 234836"/>
                <a:gd name="connsiteX4" fmla="*/ 19520 w 176538"/>
                <a:gd name="connsiteY4" fmla="*/ 234581 h 234836"/>
                <a:gd name="connsiteX5" fmla="*/ 23723 w 176538"/>
                <a:gd name="connsiteY5" fmla="*/ 234581 h 234836"/>
                <a:gd name="connsiteX6" fmla="*/ 51395 w 176538"/>
                <a:gd name="connsiteY6" fmla="*/ 215522 h 234836"/>
                <a:gd name="connsiteX7" fmla="*/ 97631 w 176538"/>
                <a:gd name="connsiteY7" fmla="*/ 234921 h 234836"/>
                <a:gd name="connsiteX8" fmla="*/ 176793 w 176538"/>
                <a:gd name="connsiteY8" fmla="*/ 148814 h 234836"/>
                <a:gd name="connsiteX9" fmla="*/ 110941 w 176538"/>
                <a:gd name="connsiteY9" fmla="*/ 69174 h 234836"/>
                <a:gd name="connsiteX10" fmla="*/ 68208 w 176538"/>
                <a:gd name="connsiteY10" fmla="*/ 88233 h 234836"/>
                <a:gd name="connsiteX11" fmla="*/ 68208 w 176538"/>
                <a:gd name="connsiteY11" fmla="*/ 85 h 234836"/>
                <a:gd name="connsiteX12" fmla="*/ 68208 w 176538"/>
                <a:gd name="connsiteY12" fmla="*/ 107633 h 234836"/>
                <a:gd name="connsiteX13" fmla="*/ 92727 w 176538"/>
                <a:gd name="connsiteY13" fmla="*/ 87553 h 234836"/>
                <a:gd name="connsiteX14" fmla="*/ 125303 w 176538"/>
                <a:gd name="connsiteY14" fmla="*/ 154941 h 234836"/>
                <a:gd name="connsiteX15" fmla="*/ 92377 w 176538"/>
                <a:gd name="connsiteY15" fmla="*/ 224030 h 234836"/>
                <a:gd name="connsiteX16" fmla="*/ 68208 w 176538"/>
                <a:gd name="connsiteY16" fmla="*/ 197143 h 234836"/>
                <a:gd name="connsiteX17" fmla="*/ 68208 w 176538"/>
                <a:gd name="connsiteY17" fmla="*/ 107633 h 234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76538" h="234836">
                  <a:moveTo>
                    <a:pt x="68208" y="85"/>
                  </a:moveTo>
                  <a:lnTo>
                    <a:pt x="255" y="85"/>
                  </a:lnTo>
                  <a:lnTo>
                    <a:pt x="255" y="8253"/>
                  </a:lnTo>
                  <a:cubicBezTo>
                    <a:pt x="16367" y="11316"/>
                    <a:pt x="19520" y="14379"/>
                    <a:pt x="19520" y="27993"/>
                  </a:cubicBezTo>
                  <a:lnTo>
                    <a:pt x="19520" y="234581"/>
                  </a:lnTo>
                  <a:lnTo>
                    <a:pt x="23723" y="234581"/>
                  </a:lnTo>
                  <a:lnTo>
                    <a:pt x="51395" y="215522"/>
                  </a:lnTo>
                  <a:cubicBezTo>
                    <a:pt x="67507" y="229476"/>
                    <a:pt x="80117" y="234921"/>
                    <a:pt x="97631" y="234921"/>
                  </a:cubicBezTo>
                  <a:cubicBezTo>
                    <a:pt x="144217" y="234921"/>
                    <a:pt x="176793" y="199525"/>
                    <a:pt x="176793" y="148814"/>
                  </a:cubicBezTo>
                  <a:cubicBezTo>
                    <a:pt x="176793" y="101847"/>
                    <a:pt x="149822" y="69174"/>
                    <a:pt x="110941" y="69174"/>
                  </a:cubicBezTo>
                  <a:cubicBezTo>
                    <a:pt x="94128" y="69174"/>
                    <a:pt x="81168" y="74960"/>
                    <a:pt x="68208" y="88233"/>
                  </a:cubicBezTo>
                  <a:lnTo>
                    <a:pt x="68208" y="85"/>
                  </a:lnTo>
                  <a:close/>
                  <a:moveTo>
                    <a:pt x="68208" y="107633"/>
                  </a:moveTo>
                  <a:cubicBezTo>
                    <a:pt x="74163" y="92998"/>
                    <a:pt x="81168" y="87553"/>
                    <a:pt x="92727" y="87553"/>
                  </a:cubicBezTo>
                  <a:cubicBezTo>
                    <a:pt x="114444" y="87553"/>
                    <a:pt x="125303" y="110356"/>
                    <a:pt x="125303" y="154941"/>
                  </a:cubicBezTo>
                  <a:cubicBezTo>
                    <a:pt x="125303" y="201908"/>
                    <a:pt x="114794" y="224030"/>
                    <a:pt x="92377" y="224030"/>
                  </a:cubicBezTo>
                  <a:cubicBezTo>
                    <a:pt x="77665" y="224030"/>
                    <a:pt x="68208" y="213480"/>
                    <a:pt x="68208" y="197143"/>
                  </a:cubicBezTo>
                  <a:lnTo>
                    <a:pt x="68208" y="107633"/>
                  </a:ln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596800E-E58B-3324-A5D6-9D56B6991096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11728363" y="5213688"/>
              <a:ext cx="83715" cy="230071"/>
            </a:xfrm>
            <a:custGeom>
              <a:avLst/>
              <a:gdLst>
                <a:gd name="connsiteX0" fmla="*/ 66812 w 83715"/>
                <a:gd name="connsiteY0" fmla="*/ 85 h 230071"/>
                <a:gd name="connsiteX1" fmla="*/ 260 w 83715"/>
                <a:gd name="connsiteY1" fmla="*/ 85 h 230071"/>
                <a:gd name="connsiteX2" fmla="*/ 260 w 83715"/>
                <a:gd name="connsiteY2" fmla="*/ 8253 h 230071"/>
                <a:gd name="connsiteX3" fmla="*/ 18124 w 83715"/>
                <a:gd name="connsiteY3" fmla="*/ 27993 h 230071"/>
                <a:gd name="connsiteX4" fmla="*/ 18124 w 83715"/>
                <a:gd name="connsiteY4" fmla="*/ 201568 h 230071"/>
                <a:gd name="connsiteX5" fmla="*/ 260 w 83715"/>
                <a:gd name="connsiteY5" fmla="*/ 221988 h 230071"/>
                <a:gd name="connsiteX6" fmla="*/ 260 w 83715"/>
                <a:gd name="connsiteY6" fmla="*/ 230156 h 230071"/>
                <a:gd name="connsiteX7" fmla="*/ 83976 w 83715"/>
                <a:gd name="connsiteY7" fmla="*/ 230156 h 230071"/>
                <a:gd name="connsiteX8" fmla="*/ 83976 w 83715"/>
                <a:gd name="connsiteY8" fmla="*/ 221988 h 230071"/>
                <a:gd name="connsiteX9" fmla="*/ 66812 w 83715"/>
                <a:gd name="connsiteY9" fmla="*/ 201568 h 230071"/>
                <a:gd name="connsiteX10" fmla="*/ 66812 w 83715"/>
                <a:gd name="connsiteY10" fmla="*/ 85 h 230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3715" h="230071">
                  <a:moveTo>
                    <a:pt x="66812" y="85"/>
                  </a:moveTo>
                  <a:lnTo>
                    <a:pt x="260" y="85"/>
                  </a:lnTo>
                  <a:lnTo>
                    <a:pt x="260" y="8253"/>
                  </a:lnTo>
                  <a:cubicBezTo>
                    <a:pt x="12520" y="9274"/>
                    <a:pt x="18124" y="15400"/>
                    <a:pt x="18124" y="27993"/>
                  </a:cubicBezTo>
                  <a:lnTo>
                    <a:pt x="18124" y="201568"/>
                  </a:lnTo>
                  <a:cubicBezTo>
                    <a:pt x="18124" y="214160"/>
                    <a:pt x="12170" y="220967"/>
                    <a:pt x="260" y="221988"/>
                  </a:cubicBezTo>
                  <a:lnTo>
                    <a:pt x="260" y="230156"/>
                  </a:lnTo>
                  <a:lnTo>
                    <a:pt x="83976" y="230156"/>
                  </a:lnTo>
                  <a:lnTo>
                    <a:pt x="83976" y="221988"/>
                  </a:lnTo>
                  <a:cubicBezTo>
                    <a:pt x="72417" y="221648"/>
                    <a:pt x="66812" y="215181"/>
                    <a:pt x="66812" y="201568"/>
                  </a:cubicBezTo>
                  <a:lnTo>
                    <a:pt x="66812" y="85"/>
                  </a:ln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C491DA3C-8600-C8FB-7CF1-8113541FECA0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11829254" y="5282777"/>
              <a:ext cx="140459" cy="165746"/>
            </a:xfrm>
            <a:custGeom>
              <a:avLst/>
              <a:gdLst>
                <a:gd name="connsiteX0" fmla="*/ 132316 w 140459"/>
                <a:gd name="connsiteY0" fmla="*/ 118524 h 165746"/>
                <a:gd name="connsiteX1" fmla="*/ 92385 w 140459"/>
                <a:gd name="connsiteY1" fmla="*/ 141327 h 165746"/>
                <a:gd name="connsiteX2" fmla="*/ 61211 w 140459"/>
                <a:gd name="connsiteY2" fmla="*/ 123289 h 165746"/>
                <a:gd name="connsiteX3" fmla="*/ 50702 w 140459"/>
                <a:gd name="connsiteY3" fmla="*/ 77683 h 165746"/>
                <a:gd name="connsiteX4" fmla="*/ 138972 w 140459"/>
                <a:gd name="connsiteY4" fmla="*/ 77683 h 165746"/>
                <a:gd name="connsiteX5" fmla="*/ 120407 w 140459"/>
                <a:gd name="connsiteY5" fmla="*/ 20165 h 165746"/>
                <a:gd name="connsiteX6" fmla="*/ 73470 w 140459"/>
                <a:gd name="connsiteY6" fmla="*/ 85 h 165746"/>
                <a:gd name="connsiteX7" fmla="*/ 263 w 140459"/>
                <a:gd name="connsiteY7" fmla="*/ 83469 h 165746"/>
                <a:gd name="connsiteX8" fmla="*/ 72419 w 140459"/>
                <a:gd name="connsiteY8" fmla="*/ 165832 h 165746"/>
                <a:gd name="connsiteX9" fmla="*/ 140723 w 140459"/>
                <a:gd name="connsiteY9" fmla="*/ 123289 h 165746"/>
                <a:gd name="connsiteX10" fmla="*/ 132316 w 140459"/>
                <a:gd name="connsiteY10" fmla="*/ 118524 h 165746"/>
                <a:gd name="connsiteX11" fmla="*/ 48951 w 140459"/>
                <a:gd name="connsiteY11" fmla="*/ 65090 h 165746"/>
                <a:gd name="connsiteX12" fmla="*/ 73470 w 140459"/>
                <a:gd name="connsiteY12" fmla="*/ 10635 h 165746"/>
                <a:gd name="connsiteX13" fmla="*/ 92735 w 140459"/>
                <a:gd name="connsiteY13" fmla="*/ 26631 h 165746"/>
                <a:gd name="connsiteX14" fmla="*/ 95888 w 140459"/>
                <a:gd name="connsiteY14" fmla="*/ 59985 h 165746"/>
                <a:gd name="connsiteX15" fmla="*/ 95888 w 140459"/>
                <a:gd name="connsiteY15" fmla="*/ 65090 h 165746"/>
                <a:gd name="connsiteX16" fmla="*/ 48951 w 140459"/>
                <a:gd name="connsiteY16" fmla="*/ 65090 h 16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0459" h="165746">
                  <a:moveTo>
                    <a:pt x="132316" y="118524"/>
                  </a:moveTo>
                  <a:cubicBezTo>
                    <a:pt x="118305" y="135201"/>
                    <a:pt x="107447" y="141327"/>
                    <a:pt x="92385" y="141327"/>
                  </a:cubicBezTo>
                  <a:cubicBezTo>
                    <a:pt x="78724" y="141327"/>
                    <a:pt x="68566" y="135201"/>
                    <a:pt x="61211" y="123289"/>
                  </a:cubicBezTo>
                  <a:cubicBezTo>
                    <a:pt x="54906" y="112398"/>
                    <a:pt x="52104" y="101166"/>
                    <a:pt x="50702" y="77683"/>
                  </a:cubicBezTo>
                  <a:lnTo>
                    <a:pt x="138972" y="77683"/>
                  </a:lnTo>
                  <a:cubicBezTo>
                    <a:pt x="136870" y="49094"/>
                    <a:pt x="131616" y="33098"/>
                    <a:pt x="120407" y="20165"/>
                  </a:cubicBezTo>
                  <a:cubicBezTo>
                    <a:pt x="108848" y="6892"/>
                    <a:pt x="92735" y="85"/>
                    <a:pt x="73470" y="85"/>
                  </a:cubicBezTo>
                  <a:cubicBezTo>
                    <a:pt x="29686" y="85"/>
                    <a:pt x="263" y="33779"/>
                    <a:pt x="263" y="83469"/>
                  </a:cubicBezTo>
                  <a:cubicBezTo>
                    <a:pt x="263" y="133159"/>
                    <a:pt x="28985" y="165832"/>
                    <a:pt x="72419" y="165832"/>
                  </a:cubicBezTo>
                  <a:cubicBezTo>
                    <a:pt x="100792" y="165832"/>
                    <a:pt x="117955" y="154941"/>
                    <a:pt x="140723" y="123289"/>
                  </a:cubicBezTo>
                  <a:lnTo>
                    <a:pt x="132316" y="118524"/>
                  </a:lnTo>
                  <a:close/>
                  <a:moveTo>
                    <a:pt x="48951" y="65090"/>
                  </a:moveTo>
                  <a:cubicBezTo>
                    <a:pt x="50002" y="24249"/>
                    <a:pt x="56307" y="10635"/>
                    <a:pt x="73470" y="10635"/>
                  </a:cubicBezTo>
                  <a:cubicBezTo>
                    <a:pt x="83278" y="10635"/>
                    <a:pt x="89933" y="16081"/>
                    <a:pt x="92735" y="26631"/>
                  </a:cubicBezTo>
                  <a:cubicBezTo>
                    <a:pt x="94487" y="33098"/>
                    <a:pt x="95187" y="42628"/>
                    <a:pt x="95888" y="59985"/>
                  </a:cubicBezTo>
                  <a:lnTo>
                    <a:pt x="95888" y="65090"/>
                  </a:lnTo>
                  <a:lnTo>
                    <a:pt x="48951" y="65090"/>
                  </a:ln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D4D041A-2A6C-0DD6-09EA-719DA1F1D234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11982204" y="5282777"/>
              <a:ext cx="279518" cy="160982"/>
            </a:xfrm>
            <a:custGeom>
              <a:avLst/>
              <a:gdLst>
                <a:gd name="connsiteX0" fmla="*/ 67170 w 279518"/>
                <a:gd name="connsiteY0" fmla="*/ 4169 h 160982"/>
                <a:gd name="connsiteX1" fmla="*/ 267 w 279518"/>
                <a:gd name="connsiteY1" fmla="*/ 4169 h 160982"/>
                <a:gd name="connsiteX2" fmla="*/ 267 w 279518"/>
                <a:gd name="connsiteY2" fmla="*/ 12337 h 160982"/>
                <a:gd name="connsiteX3" fmla="*/ 19532 w 279518"/>
                <a:gd name="connsiteY3" fmla="*/ 32417 h 160982"/>
                <a:gd name="connsiteX4" fmla="*/ 19532 w 279518"/>
                <a:gd name="connsiteY4" fmla="*/ 132478 h 160982"/>
                <a:gd name="connsiteX5" fmla="*/ 267 w 279518"/>
                <a:gd name="connsiteY5" fmla="*/ 152899 h 160982"/>
                <a:gd name="connsiteX6" fmla="*/ 267 w 279518"/>
                <a:gd name="connsiteY6" fmla="*/ 161067 h 160982"/>
                <a:gd name="connsiteX7" fmla="*/ 84333 w 279518"/>
                <a:gd name="connsiteY7" fmla="*/ 161067 h 160982"/>
                <a:gd name="connsiteX8" fmla="*/ 84333 w 279518"/>
                <a:gd name="connsiteY8" fmla="*/ 152899 h 160982"/>
                <a:gd name="connsiteX9" fmla="*/ 68221 w 279518"/>
                <a:gd name="connsiteY9" fmla="*/ 133499 h 160982"/>
                <a:gd name="connsiteX10" fmla="*/ 68221 w 279518"/>
                <a:gd name="connsiteY10" fmla="*/ 42628 h 160982"/>
                <a:gd name="connsiteX11" fmla="*/ 78378 w 279518"/>
                <a:gd name="connsiteY11" fmla="*/ 30716 h 160982"/>
                <a:gd name="connsiteX12" fmla="*/ 97644 w 279518"/>
                <a:gd name="connsiteY12" fmla="*/ 22888 h 160982"/>
                <a:gd name="connsiteX13" fmla="*/ 116558 w 279518"/>
                <a:gd name="connsiteY13" fmla="*/ 51136 h 160982"/>
                <a:gd name="connsiteX14" fmla="*/ 116558 w 279518"/>
                <a:gd name="connsiteY14" fmla="*/ 133499 h 160982"/>
                <a:gd name="connsiteX15" fmla="*/ 99745 w 279518"/>
                <a:gd name="connsiteY15" fmla="*/ 152899 h 160982"/>
                <a:gd name="connsiteX16" fmla="*/ 99745 w 279518"/>
                <a:gd name="connsiteY16" fmla="*/ 161067 h 160982"/>
                <a:gd name="connsiteX17" fmla="*/ 181709 w 279518"/>
                <a:gd name="connsiteY17" fmla="*/ 161067 h 160982"/>
                <a:gd name="connsiteX18" fmla="*/ 181709 w 279518"/>
                <a:gd name="connsiteY18" fmla="*/ 152899 h 160982"/>
                <a:gd name="connsiteX19" fmla="*/ 165246 w 279518"/>
                <a:gd name="connsiteY19" fmla="*/ 133499 h 160982"/>
                <a:gd name="connsiteX20" fmla="*/ 165246 w 279518"/>
                <a:gd name="connsiteY20" fmla="*/ 42628 h 160982"/>
                <a:gd name="connsiteX21" fmla="*/ 175404 w 279518"/>
                <a:gd name="connsiteY21" fmla="*/ 31056 h 160982"/>
                <a:gd name="connsiteX22" fmla="*/ 195020 w 279518"/>
                <a:gd name="connsiteY22" fmla="*/ 22888 h 160982"/>
                <a:gd name="connsiteX23" fmla="*/ 213584 w 279518"/>
                <a:gd name="connsiteY23" fmla="*/ 51136 h 160982"/>
                <a:gd name="connsiteX24" fmla="*/ 213584 w 279518"/>
                <a:gd name="connsiteY24" fmla="*/ 133499 h 160982"/>
                <a:gd name="connsiteX25" fmla="*/ 196421 w 279518"/>
                <a:gd name="connsiteY25" fmla="*/ 152899 h 160982"/>
                <a:gd name="connsiteX26" fmla="*/ 196421 w 279518"/>
                <a:gd name="connsiteY26" fmla="*/ 161067 h 160982"/>
                <a:gd name="connsiteX27" fmla="*/ 279786 w 279518"/>
                <a:gd name="connsiteY27" fmla="*/ 161067 h 160982"/>
                <a:gd name="connsiteX28" fmla="*/ 279786 w 279518"/>
                <a:gd name="connsiteY28" fmla="*/ 152899 h 160982"/>
                <a:gd name="connsiteX29" fmla="*/ 262272 w 279518"/>
                <a:gd name="connsiteY29" fmla="*/ 133499 h 160982"/>
                <a:gd name="connsiteX30" fmla="*/ 262272 w 279518"/>
                <a:gd name="connsiteY30" fmla="*/ 48073 h 160982"/>
                <a:gd name="connsiteX31" fmla="*/ 214985 w 279518"/>
                <a:gd name="connsiteY31" fmla="*/ 85 h 160982"/>
                <a:gd name="connsiteX32" fmla="*/ 163495 w 279518"/>
                <a:gd name="connsiteY32" fmla="*/ 29695 h 160982"/>
                <a:gd name="connsiteX33" fmla="*/ 118660 w 279518"/>
                <a:gd name="connsiteY33" fmla="*/ 85 h 160982"/>
                <a:gd name="connsiteX34" fmla="*/ 67170 w 279518"/>
                <a:gd name="connsiteY34" fmla="*/ 29695 h 160982"/>
                <a:gd name="connsiteX35" fmla="*/ 67170 w 279518"/>
                <a:gd name="connsiteY35" fmla="*/ 4169 h 160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79518" h="160982">
                  <a:moveTo>
                    <a:pt x="67170" y="4169"/>
                  </a:moveTo>
                  <a:lnTo>
                    <a:pt x="267" y="4169"/>
                  </a:lnTo>
                  <a:lnTo>
                    <a:pt x="267" y="12337"/>
                  </a:lnTo>
                  <a:cubicBezTo>
                    <a:pt x="15679" y="14379"/>
                    <a:pt x="19532" y="18463"/>
                    <a:pt x="19532" y="32417"/>
                  </a:cubicBezTo>
                  <a:lnTo>
                    <a:pt x="19532" y="132478"/>
                  </a:lnTo>
                  <a:cubicBezTo>
                    <a:pt x="19532" y="146432"/>
                    <a:pt x="15679" y="150176"/>
                    <a:pt x="267" y="152899"/>
                  </a:cubicBezTo>
                  <a:lnTo>
                    <a:pt x="267" y="161067"/>
                  </a:lnTo>
                  <a:lnTo>
                    <a:pt x="84333" y="161067"/>
                  </a:lnTo>
                  <a:lnTo>
                    <a:pt x="84333" y="152899"/>
                  </a:lnTo>
                  <a:cubicBezTo>
                    <a:pt x="72074" y="151197"/>
                    <a:pt x="68221" y="146432"/>
                    <a:pt x="68221" y="133499"/>
                  </a:cubicBezTo>
                  <a:lnTo>
                    <a:pt x="68221" y="42628"/>
                  </a:lnTo>
                  <a:cubicBezTo>
                    <a:pt x="68221" y="40585"/>
                    <a:pt x="73825" y="34119"/>
                    <a:pt x="78378" y="30716"/>
                  </a:cubicBezTo>
                  <a:cubicBezTo>
                    <a:pt x="85734" y="25270"/>
                    <a:pt x="91689" y="22888"/>
                    <a:pt x="97644" y="22888"/>
                  </a:cubicBezTo>
                  <a:cubicBezTo>
                    <a:pt x="111304" y="22888"/>
                    <a:pt x="116558" y="30716"/>
                    <a:pt x="116558" y="51136"/>
                  </a:cubicBezTo>
                  <a:lnTo>
                    <a:pt x="116558" y="133499"/>
                  </a:lnTo>
                  <a:cubicBezTo>
                    <a:pt x="116558" y="147453"/>
                    <a:pt x="112705" y="151878"/>
                    <a:pt x="99745" y="152899"/>
                  </a:cubicBezTo>
                  <a:lnTo>
                    <a:pt x="99745" y="161067"/>
                  </a:lnTo>
                  <a:lnTo>
                    <a:pt x="181709" y="161067"/>
                  </a:lnTo>
                  <a:lnTo>
                    <a:pt x="181709" y="152899"/>
                  </a:lnTo>
                  <a:cubicBezTo>
                    <a:pt x="169450" y="151537"/>
                    <a:pt x="165246" y="146432"/>
                    <a:pt x="165246" y="133499"/>
                  </a:cubicBezTo>
                  <a:lnTo>
                    <a:pt x="165246" y="42628"/>
                  </a:lnTo>
                  <a:cubicBezTo>
                    <a:pt x="165246" y="40926"/>
                    <a:pt x="170851" y="34459"/>
                    <a:pt x="175404" y="31056"/>
                  </a:cubicBezTo>
                  <a:cubicBezTo>
                    <a:pt x="183110" y="25270"/>
                    <a:pt x="189065" y="22888"/>
                    <a:pt x="195020" y="22888"/>
                  </a:cubicBezTo>
                  <a:cubicBezTo>
                    <a:pt x="208330" y="22888"/>
                    <a:pt x="213584" y="31056"/>
                    <a:pt x="213584" y="51136"/>
                  </a:cubicBezTo>
                  <a:lnTo>
                    <a:pt x="213584" y="133499"/>
                  </a:lnTo>
                  <a:cubicBezTo>
                    <a:pt x="213584" y="147793"/>
                    <a:pt x="209731" y="151878"/>
                    <a:pt x="196421" y="152899"/>
                  </a:cubicBezTo>
                  <a:lnTo>
                    <a:pt x="196421" y="161067"/>
                  </a:lnTo>
                  <a:lnTo>
                    <a:pt x="279786" y="161067"/>
                  </a:lnTo>
                  <a:lnTo>
                    <a:pt x="279786" y="152899"/>
                  </a:lnTo>
                  <a:cubicBezTo>
                    <a:pt x="266125" y="152218"/>
                    <a:pt x="262272" y="148134"/>
                    <a:pt x="262272" y="133499"/>
                  </a:cubicBezTo>
                  <a:lnTo>
                    <a:pt x="262272" y="48073"/>
                  </a:lnTo>
                  <a:cubicBezTo>
                    <a:pt x="262272" y="18804"/>
                    <a:pt x="243708" y="85"/>
                    <a:pt x="214985" y="85"/>
                  </a:cubicBezTo>
                  <a:cubicBezTo>
                    <a:pt x="195020" y="85"/>
                    <a:pt x="181709" y="7913"/>
                    <a:pt x="163495" y="29695"/>
                  </a:cubicBezTo>
                  <a:cubicBezTo>
                    <a:pt x="152987" y="8253"/>
                    <a:pt x="140727" y="85"/>
                    <a:pt x="118660" y="85"/>
                  </a:cubicBezTo>
                  <a:cubicBezTo>
                    <a:pt x="96593" y="85"/>
                    <a:pt x="80480" y="9274"/>
                    <a:pt x="67170" y="29695"/>
                  </a:cubicBezTo>
                  <a:lnTo>
                    <a:pt x="67170" y="4169"/>
                  </a:ln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44AE67D-483F-4F1F-EC10-8FC258D93167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12278228" y="5282777"/>
              <a:ext cx="117692" cy="165746"/>
            </a:xfrm>
            <a:custGeom>
              <a:avLst/>
              <a:gdLst>
                <a:gd name="connsiteX0" fmla="*/ 110612 w 117692"/>
                <a:gd name="connsiteY0" fmla="*/ 50115 h 165746"/>
                <a:gd name="connsiteX1" fmla="*/ 110612 w 117692"/>
                <a:gd name="connsiteY1" fmla="*/ 765 h 165746"/>
                <a:gd name="connsiteX2" fmla="*/ 102906 w 117692"/>
                <a:gd name="connsiteY2" fmla="*/ 765 h 165746"/>
                <a:gd name="connsiteX3" fmla="*/ 94499 w 117692"/>
                <a:gd name="connsiteY3" fmla="*/ 7572 h 165746"/>
                <a:gd name="connsiteX4" fmla="*/ 83291 w 117692"/>
                <a:gd name="connsiteY4" fmla="*/ 5190 h 165746"/>
                <a:gd name="connsiteX5" fmla="*/ 55969 w 117692"/>
                <a:gd name="connsiteY5" fmla="*/ 85 h 165746"/>
                <a:gd name="connsiteX6" fmla="*/ 976 w 117692"/>
                <a:gd name="connsiteY6" fmla="*/ 49775 h 165746"/>
                <a:gd name="connsiteX7" fmla="*/ 50715 w 117692"/>
                <a:gd name="connsiteY7" fmla="*/ 102528 h 165746"/>
                <a:gd name="connsiteX8" fmla="*/ 84341 w 117692"/>
                <a:gd name="connsiteY8" fmla="*/ 132138 h 165746"/>
                <a:gd name="connsiteX9" fmla="*/ 58071 w 117692"/>
                <a:gd name="connsiteY9" fmla="*/ 154260 h 165746"/>
                <a:gd name="connsiteX10" fmla="*/ 10083 w 117692"/>
                <a:gd name="connsiteY10" fmla="*/ 109335 h 165746"/>
                <a:gd name="connsiteX11" fmla="*/ 276 w 117692"/>
                <a:gd name="connsiteY11" fmla="*/ 109335 h 165746"/>
                <a:gd name="connsiteX12" fmla="*/ 276 w 117692"/>
                <a:gd name="connsiteY12" fmla="*/ 165491 h 165746"/>
                <a:gd name="connsiteX13" fmla="*/ 9033 w 117692"/>
                <a:gd name="connsiteY13" fmla="*/ 165491 h 165746"/>
                <a:gd name="connsiteX14" fmla="*/ 18140 w 117692"/>
                <a:gd name="connsiteY14" fmla="*/ 155962 h 165746"/>
                <a:gd name="connsiteX15" fmla="*/ 26196 w 117692"/>
                <a:gd name="connsiteY15" fmla="*/ 158004 h 165746"/>
                <a:gd name="connsiteX16" fmla="*/ 64026 w 117692"/>
                <a:gd name="connsiteY16" fmla="*/ 165832 h 165746"/>
                <a:gd name="connsiteX17" fmla="*/ 117968 w 117692"/>
                <a:gd name="connsiteY17" fmla="*/ 114099 h 165746"/>
                <a:gd name="connsiteX18" fmla="*/ 69630 w 117692"/>
                <a:gd name="connsiteY18" fmla="*/ 61006 h 165746"/>
                <a:gd name="connsiteX19" fmla="*/ 36004 w 117692"/>
                <a:gd name="connsiteY19" fmla="*/ 31056 h 165746"/>
                <a:gd name="connsiteX20" fmla="*/ 59122 w 117692"/>
                <a:gd name="connsiteY20" fmla="*/ 11316 h 165746"/>
                <a:gd name="connsiteX21" fmla="*/ 85392 w 117692"/>
                <a:gd name="connsiteY21" fmla="*/ 22207 h 165746"/>
                <a:gd name="connsiteX22" fmla="*/ 101855 w 117692"/>
                <a:gd name="connsiteY22" fmla="*/ 50115 h 165746"/>
                <a:gd name="connsiteX23" fmla="*/ 110612 w 117692"/>
                <a:gd name="connsiteY23" fmla="*/ 50115 h 16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17692" h="165746">
                  <a:moveTo>
                    <a:pt x="110612" y="50115"/>
                  </a:moveTo>
                  <a:lnTo>
                    <a:pt x="110612" y="765"/>
                  </a:lnTo>
                  <a:lnTo>
                    <a:pt x="102906" y="765"/>
                  </a:lnTo>
                  <a:cubicBezTo>
                    <a:pt x="100804" y="5871"/>
                    <a:pt x="98703" y="7572"/>
                    <a:pt x="94499" y="7572"/>
                  </a:cubicBezTo>
                  <a:cubicBezTo>
                    <a:pt x="92398" y="7572"/>
                    <a:pt x="88895" y="6892"/>
                    <a:pt x="83291" y="5190"/>
                  </a:cubicBezTo>
                  <a:cubicBezTo>
                    <a:pt x="71732" y="1446"/>
                    <a:pt x="63675" y="85"/>
                    <a:pt x="55969" y="85"/>
                  </a:cubicBezTo>
                  <a:cubicBezTo>
                    <a:pt x="24094" y="85"/>
                    <a:pt x="976" y="21186"/>
                    <a:pt x="976" y="49775"/>
                  </a:cubicBezTo>
                  <a:cubicBezTo>
                    <a:pt x="976" y="72237"/>
                    <a:pt x="15338" y="87893"/>
                    <a:pt x="50715" y="102528"/>
                  </a:cubicBezTo>
                  <a:cubicBezTo>
                    <a:pt x="74534" y="112738"/>
                    <a:pt x="84341" y="121247"/>
                    <a:pt x="84341" y="132138"/>
                  </a:cubicBezTo>
                  <a:cubicBezTo>
                    <a:pt x="84341" y="145411"/>
                    <a:pt x="73833" y="154260"/>
                    <a:pt x="58071" y="154260"/>
                  </a:cubicBezTo>
                  <a:cubicBezTo>
                    <a:pt x="33552" y="154260"/>
                    <a:pt x="17439" y="138945"/>
                    <a:pt x="10083" y="109335"/>
                  </a:cubicBezTo>
                  <a:lnTo>
                    <a:pt x="276" y="109335"/>
                  </a:lnTo>
                  <a:lnTo>
                    <a:pt x="276" y="165491"/>
                  </a:lnTo>
                  <a:lnTo>
                    <a:pt x="9033" y="165491"/>
                  </a:lnTo>
                  <a:cubicBezTo>
                    <a:pt x="12886" y="158344"/>
                    <a:pt x="14987" y="155962"/>
                    <a:pt x="18140" y="155962"/>
                  </a:cubicBezTo>
                  <a:cubicBezTo>
                    <a:pt x="19891" y="155962"/>
                    <a:pt x="22693" y="156642"/>
                    <a:pt x="26196" y="158004"/>
                  </a:cubicBezTo>
                  <a:cubicBezTo>
                    <a:pt x="35653" y="162088"/>
                    <a:pt x="54218" y="165832"/>
                    <a:pt x="64026" y="165832"/>
                  </a:cubicBezTo>
                  <a:cubicBezTo>
                    <a:pt x="95901" y="165832"/>
                    <a:pt x="117968" y="144730"/>
                    <a:pt x="117968" y="114099"/>
                  </a:cubicBezTo>
                  <a:cubicBezTo>
                    <a:pt x="117968" y="89935"/>
                    <a:pt x="104307" y="75300"/>
                    <a:pt x="69630" y="61006"/>
                  </a:cubicBezTo>
                  <a:cubicBezTo>
                    <a:pt x="45811" y="51136"/>
                    <a:pt x="36004" y="42628"/>
                    <a:pt x="36004" y="31056"/>
                  </a:cubicBezTo>
                  <a:cubicBezTo>
                    <a:pt x="36004" y="19825"/>
                    <a:pt x="45811" y="11316"/>
                    <a:pt x="59122" y="11316"/>
                  </a:cubicBezTo>
                  <a:cubicBezTo>
                    <a:pt x="68229" y="11316"/>
                    <a:pt x="77686" y="15060"/>
                    <a:pt x="85392" y="22207"/>
                  </a:cubicBezTo>
                  <a:cubicBezTo>
                    <a:pt x="92748" y="29014"/>
                    <a:pt x="96601" y="35140"/>
                    <a:pt x="101855" y="50115"/>
                  </a:cubicBezTo>
                  <a:lnTo>
                    <a:pt x="110612" y="50115"/>
                  </a:ln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0B9E94A4-177B-A4CC-4723-7A5D89592B9C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12434958" y="5283118"/>
              <a:ext cx="59196" cy="165066"/>
            </a:xfrm>
            <a:custGeom>
              <a:avLst/>
              <a:gdLst>
                <a:gd name="connsiteX0" fmla="*/ 29703 w 59196"/>
                <a:gd name="connsiteY0" fmla="*/ 107633 h 165066"/>
                <a:gd name="connsiteX1" fmla="*/ 280 w 59196"/>
                <a:gd name="connsiteY1" fmla="*/ 136222 h 165066"/>
                <a:gd name="connsiteX2" fmla="*/ 29352 w 59196"/>
                <a:gd name="connsiteY2" fmla="*/ 165151 h 165066"/>
                <a:gd name="connsiteX3" fmla="*/ 59476 w 59196"/>
                <a:gd name="connsiteY3" fmla="*/ 136902 h 165066"/>
                <a:gd name="connsiteX4" fmla="*/ 29703 w 59196"/>
                <a:gd name="connsiteY4" fmla="*/ 107633 h 165066"/>
                <a:gd name="connsiteX5" fmla="*/ 29703 w 59196"/>
                <a:gd name="connsiteY5" fmla="*/ 85 h 165066"/>
                <a:gd name="connsiteX6" fmla="*/ 280 w 59196"/>
                <a:gd name="connsiteY6" fmla="*/ 28333 h 165066"/>
                <a:gd name="connsiteX7" fmla="*/ 29703 w 59196"/>
                <a:gd name="connsiteY7" fmla="*/ 57603 h 165066"/>
                <a:gd name="connsiteX8" fmla="*/ 59476 w 59196"/>
                <a:gd name="connsiteY8" fmla="*/ 29014 h 165066"/>
                <a:gd name="connsiteX9" fmla="*/ 29703 w 59196"/>
                <a:gd name="connsiteY9" fmla="*/ 85 h 165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196" h="165066">
                  <a:moveTo>
                    <a:pt x="29703" y="107633"/>
                  </a:moveTo>
                  <a:cubicBezTo>
                    <a:pt x="13590" y="107633"/>
                    <a:pt x="280" y="120906"/>
                    <a:pt x="280" y="136222"/>
                  </a:cubicBezTo>
                  <a:cubicBezTo>
                    <a:pt x="280" y="152558"/>
                    <a:pt x="12889" y="165151"/>
                    <a:pt x="29352" y="165151"/>
                  </a:cubicBezTo>
                  <a:cubicBezTo>
                    <a:pt x="46165" y="165151"/>
                    <a:pt x="59476" y="152558"/>
                    <a:pt x="59476" y="136902"/>
                  </a:cubicBezTo>
                  <a:cubicBezTo>
                    <a:pt x="59476" y="120906"/>
                    <a:pt x="46165" y="107633"/>
                    <a:pt x="29703" y="107633"/>
                  </a:cubicBezTo>
                  <a:close/>
                  <a:moveTo>
                    <a:pt x="29703" y="85"/>
                  </a:moveTo>
                  <a:cubicBezTo>
                    <a:pt x="13590" y="85"/>
                    <a:pt x="280" y="13018"/>
                    <a:pt x="280" y="28333"/>
                  </a:cubicBezTo>
                  <a:cubicBezTo>
                    <a:pt x="280" y="45010"/>
                    <a:pt x="12889" y="57603"/>
                    <a:pt x="29703" y="57603"/>
                  </a:cubicBezTo>
                  <a:cubicBezTo>
                    <a:pt x="46165" y="57603"/>
                    <a:pt x="59476" y="44670"/>
                    <a:pt x="59476" y="29014"/>
                  </a:cubicBezTo>
                  <a:cubicBezTo>
                    <a:pt x="59476" y="13018"/>
                    <a:pt x="46165" y="85"/>
                    <a:pt x="29703" y="85"/>
                  </a:cubicBezTo>
                  <a:close/>
                </a:path>
              </a:pathLst>
            </a:custGeom>
            <a:solidFill>
              <a:srgbClr val="000000"/>
            </a:solidFill>
            <a:ln w="3521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9" name="Rectangle 68">
            <a:extLst>
              <a:ext uri="{FF2B5EF4-FFF2-40B4-BE49-F238E27FC236}">
                <a16:creationId xmlns:a16="http://schemas.microsoft.com/office/drawing/2014/main" id="{A4F10ECE-0477-537A-A27F-86CF3299F5A2}"/>
              </a:ext>
            </a:extLst>
          </p:cNvPr>
          <p:cNvSpPr/>
          <p:nvPr/>
        </p:nvSpPr>
        <p:spPr>
          <a:xfrm>
            <a:off x="2136877" y="4493342"/>
            <a:ext cx="3569476" cy="113424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0CC94E5-BB26-439D-9BF9-7BB748A959AC}"/>
              </a:ext>
            </a:extLst>
          </p:cNvPr>
          <p:cNvGrpSpPr/>
          <p:nvPr/>
        </p:nvGrpSpPr>
        <p:grpSpPr>
          <a:xfrm>
            <a:off x="1857081" y="842059"/>
            <a:ext cx="3682792" cy="3257753"/>
            <a:chOff x="2094626" y="1323821"/>
            <a:chExt cx="3682792" cy="3257753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E5FF9667-85BB-006F-1276-D941FCFFD5B2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>
              <a:extLst>
                <a:ext uri="{BEBA8EAE-BF5A-486C-A8C5-ECC9F3942E4B}">
                  <a14:imgProps xmlns:a14="http://schemas.microsoft.com/office/drawing/2010/main">
                    <a14:imgLayer r:embed="rId65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100841" y="1323821"/>
              <a:ext cx="3670363" cy="1134244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2CC84A48-1F86-541C-CCAA-BD4634DAD304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>
              <a:extLst>
                <a:ext uri="{BEBA8EAE-BF5A-486C-A8C5-ECC9F3942E4B}">
                  <a14:imgProps xmlns:a14="http://schemas.microsoft.com/office/drawing/2010/main">
                    <a14:imgLayer r:embed="rId67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805404" y="2604268"/>
              <a:ext cx="2261236" cy="696859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1C5929C9-8861-945D-7E7B-110F92B09C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>
              <a:extLst>
                <a:ext uri="{BEBA8EAE-BF5A-486C-A8C5-ECC9F3942E4B}">
                  <a14:imgProps xmlns:a14="http://schemas.microsoft.com/office/drawing/2010/main">
                    <a14:imgLayer r:embed="rId69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2094626" y="3447330"/>
              <a:ext cx="3682792" cy="1134244"/>
            </a:xfrm>
            <a:prstGeom prst="rect">
              <a:avLst/>
            </a:prstGeom>
          </p:spPr>
        </p:pic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FA376AED-D91B-2CC1-F630-C9F5B139F642}"/>
              </a:ext>
            </a:extLst>
          </p:cNvPr>
          <p:cNvSpPr/>
          <p:nvPr/>
        </p:nvSpPr>
        <p:spPr>
          <a:xfrm>
            <a:off x="1938381" y="848951"/>
            <a:ext cx="3569476" cy="113424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06EB3AB-9AE3-83C6-B40E-0078EA294A46}"/>
              </a:ext>
            </a:extLst>
          </p:cNvPr>
          <p:cNvGrpSpPr/>
          <p:nvPr/>
        </p:nvGrpSpPr>
        <p:grpSpPr>
          <a:xfrm>
            <a:off x="6932224" y="438084"/>
            <a:ext cx="4798605" cy="4753041"/>
            <a:chOff x="6932224" y="438084"/>
            <a:chExt cx="4798605" cy="4753041"/>
          </a:xfrm>
        </p:grpSpPr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54215E0C-2A72-5978-546E-469757D87B4F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>
              <a:extLst>
                <a:ext uri="{BEBA8EAE-BF5A-486C-A8C5-ECC9F3942E4B}">
                  <a14:imgProps xmlns:a14="http://schemas.microsoft.com/office/drawing/2010/main">
                    <a14:imgLayer r:embed="rId71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rcRect l="8596" b="24032"/>
            <a:stretch/>
          </p:blipFill>
          <p:spPr>
            <a:xfrm>
              <a:off x="6932224" y="438084"/>
              <a:ext cx="4798605" cy="4133916"/>
            </a:xfrm>
            <a:prstGeom prst="rect">
              <a:avLst/>
            </a:prstGeom>
            <a:ln w="19050">
              <a:solidFill>
                <a:srgbClr val="0070C0"/>
              </a:solidFill>
            </a:ln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C7F286EE-C564-C662-C268-B4F3C28B6EFF}"/>
                </a:ext>
              </a:extLst>
            </p:cNvPr>
            <p:cNvPicPr>
              <a:picLocks noChangeAspect="1"/>
            </p:cNvPicPr>
            <p:nvPr/>
          </p:nvPicPr>
          <p:blipFill>
            <a:blip r:embed="rId72"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3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7293176" y="4572000"/>
              <a:ext cx="4076700" cy="619125"/>
            </a:xfrm>
            <a:prstGeom prst="rect">
              <a:avLst/>
            </a:prstGeom>
            <a:ln w="19050">
              <a:solidFill>
                <a:srgbClr val="0070C0"/>
              </a:solidFill>
            </a:ln>
          </p:spPr>
        </p:pic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B1ACD21-2629-4624-924A-586192667883}"/>
              </a:ext>
            </a:extLst>
          </p:cNvPr>
          <p:cNvGrpSpPr/>
          <p:nvPr/>
        </p:nvGrpSpPr>
        <p:grpSpPr>
          <a:xfrm>
            <a:off x="2783427" y="4611364"/>
            <a:ext cx="2184592" cy="955425"/>
            <a:chOff x="2503677" y="5204329"/>
            <a:chExt cx="2184592" cy="955425"/>
          </a:xfrm>
        </p:grpSpPr>
        <p:grpSp>
          <p:nvGrpSpPr>
            <p:cNvPr id="50" name="Group 49" descr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\theta(t=0)=\theta_0; &#10;\end{align*}&#10;}&#10;\end{document}" title="IguanaTex Shape Display">
              <a:extLst>
                <a:ext uri="{FF2B5EF4-FFF2-40B4-BE49-F238E27FC236}">
                  <a16:creationId xmlns:a16="http://schemas.microsoft.com/office/drawing/2014/main" id="{43E61515-1F17-DBCE-CEA1-2A6B36251464}"/>
                </a:ext>
              </a:extLst>
            </p:cNvPr>
            <p:cNvGrpSpPr>
              <a:grpSpLocks noChangeAspect="1"/>
            </p:cNvGrpSpPr>
            <p:nvPr>
              <p:custDataLst>
                <p:tags r:id="rId18"/>
              </p:custDataLst>
            </p:nvPr>
          </p:nvGrpSpPr>
          <p:grpSpPr>
            <a:xfrm>
              <a:off x="2503677" y="5204329"/>
              <a:ext cx="2018376" cy="344124"/>
              <a:chOff x="9773203" y="5217930"/>
              <a:chExt cx="2018376" cy="344124"/>
            </a:xfrm>
          </p:grpSpPr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F074B9B9-F545-87DB-154A-9B665D6B69F2}"/>
                  </a:ext>
                </a:extLst>
              </p:cNvPr>
              <p:cNvSpPr/>
              <p:nvPr>
                <p:custDataLst>
                  <p:tags r:id="rId32"/>
                </p:custDataLst>
              </p:nvPr>
            </p:nvSpPr>
            <p:spPr>
              <a:xfrm>
                <a:off x="9773203" y="5239954"/>
                <a:ext cx="161392" cy="240542"/>
              </a:xfrm>
              <a:custGeom>
                <a:avLst/>
                <a:gdLst>
                  <a:gd name="connsiteX0" fmla="*/ 101570 w 161392"/>
                  <a:gd name="connsiteY0" fmla="*/ 85 h 240542"/>
                  <a:gd name="connsiteX1" fmla="*/ 58175 w 161392"/>
                  <a:gd name="connsiteY1" fmla="*/ 16259 h 240542"/>
                  <a:gd name="connsiteX2" fmla="*/ 3582 w 161392"/>
                  <a:gd name="connsiteY2" fmla="*/ 120528 h 240542"/>
                  <a:gd name="connsiteX3" fmla="*/ 18980 w 161392"/>
                  <a:gd name="connsiteY3" fmla="*/ 220668 h 240542"/>
                  <a:gd name="connsiteX4" fmla="*/ 60625 w 161392"/>
                  <a:gd name="connsiteY4" fmla="*/ 240628 h 240542"/>
                  <a:gd name="connsiteX5" fmla="*/ 104020 w 161392"/>
                  <a:gd name="connsiteY5" fmla="*/ 224454 h 240542"/>
                  <a:gd name="connsiteX6" fmla="*/ 157913 w 161392"/>
                  <a:gd name="connsiteY6" fmla="*/ 122249 h 240542"/>
                  <a:gd name="connsiteX7" fmla="*/ 143215 w 161392"/>
                  <a:gd name="connsiteY7" fmla="*/ 20044 h 240542"/>
                  <a:gd name="connsiteX8" fmla="*/ 101570 w 161392"/>
                  <a:gd name="connsiteY8" fmla="*/ 85 h 240542"/>
                  <a:gd name="connsiteX9" fmla="*/ 120818 w 161392"/>
                  <a:gd name="connsiteY9" fmla="*/ 128787 h 240542"/>
                  <a:gd name="connsiteX10" fmla="*/ 92121 w 161392"/>
                  <a:gd name="connsiteY10" fmla="*/ 208624 h 240542"/>
                  <a:gd name="connsiteX11" fmla="*/ 62725 w 161392"/>
                  <a:gd name="connsiteY11" fmla="*/ 227207 h 240542"/>
                  <a:gd name="connsiteX12" fmla="*/ 39628 w 161392"/>
                  <a:gd name="connsiteY12" fmla="*/ 208624 h 240542"/>
                  <a:gd name="connsiteX13" fmla="*/ 38228 w 161392"/>
                  <a:gd name="connsiteY13" fmla="*/ 128787 h 240542"/>
                  <a:gd name="connsiteX14" fmla="*/ 120818 w 161392"/>
                  <a:gd name="connsiteY14" fmla="*/ 128787 h 240542"/>
                  <a:gd name="connsiteX15" fmla="*/ 41377 w 161392"/>
                  <a:gd name="connsiteY15" fmla="*/ 109516 h 240542"/>
                  <a:gd name="connsiteX16" fmla="*/ 69724 w 161392"/>
                  <a:gd name="connsiteY16" fmla="*/ 31400 h 240542"/>
                  <a:gd name="connsiteX17" fmla="*/ 99120 w 161392"/>
                  <a:gd name="connsiteY17" fmla="*/ 12817 h 240542"/>
                  <a:gd name="connsiteX18" fmla="*/ 122217 w 161392"/>
                  <a:gd name="connsiteY18" fmla="*/ 31400 h 240542"/>
                  <a:gd name="connsiteX19" fmla="*/ 123967 w 161392"/>
                  <a:gd name="connsiteY19" fmla="*/ 109516 h 240542"/>
                  <a:gd name="connsiteX20" fmla="*/ 41377 w 161392"/>
                  <a:gd name="connsiteY20" fmla="*/ 109516 h 24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61392" h="240542">
                    <a:moveTo>
                      <a:pt x="101570" y="85"/>
                    </a:moveTo>
                    <a:cubicBezTo>
                      <a:pt x="87922" y="85"/>
                      <a:pt x="72873" y="5591"/>
                      <a:pt x="58175" y="16259"/>
                    </a:cubicBezTo>
                    <a:cubicBezTo>
                      <a:pt x="31229" y="35185"/>
                      <a:pt x="11631" y="72351"/>
                      <a:pt x="3582" y="120528"/>
                    </a:cubicBezTo>
                    <a:cubicBezTo>
                      <a:pt x="-4117" y="165608"/>
                      <a:pt x="1482" y="201053"/>
                      <a:pt x="18980" y="220668"/>
                    </a:cubicBezTo>
                    <a:cubicBezTo>
                      <a:pt x="30179" y="233401"/>
                      <a:pt x="45577" y="240628"/>
                      <a:pt x="60625" y="240628"/>
                    </a:cubicBezTo>
                    <a:cubicBezTo>
                      <a:pt x="74273" y="240628"/>
                      <a:pt x="88971" y="235122"/>
                      <a:pt x="104020" y="224454"/>
                    </a:cubicBezTo>
                    <a:cubicBezTo>
                      <a:pt x="130616" y="205527"/>
                      <a:pt x="150214" y="168706"/>
                      <a:pt x="157913" y="122249"/>
                    </a:cubicBezTo>
                    <a:cubicBezTo>
                      <a:pt x="165962" y="75104"/>
                      <a:pt x="160713" y="40003"/>
                      <a:pt x="143215" y="20044"/>
                    </a:cubicBezTo>
                    <a:cubicBezTo>
                      <a:pt x="131666" y="7311"/>
                      <a:pt x="116968" y="85"/>
                      <a:pt x="101570" y="85"/>
                    </a:cubicBezTo>
                    <a:close/>
                    <a:moveTo>
                      <a:pt x="120818" y="128787"/>
                    </a:moveTo>
                    <a:cubicBezTo>
                      <a:pt x="113468" y="168017"/>
                      <a:pt x="105419" y="190385"/>
                      <a:pt x="92121" y="208624"/>
                    </a:cubicBezTo>
                    <a:cubicBezTo>
                      <a:pt x="84072" y="219292"/>
                      <a:pt x="71474" y="227207"/>
                      <a:pt x="62725" y="227207"/>
                    </a:cubicBezTo>
                    <a:cubicBezTo>
                      <a:pt x="53626" y="227207"/>
                      <a:pt x="43827" y="218948"/>
                      <a:pt x="39628" y="208624"/>
                    </a:cubicBezTo>
                    <a:cubicBezTo>
                      <a:pt x="32628" y="190385"/>
                      <a:pt x="32278" y="168017"/>
                      <a:pt x="38228" y="128787"/>
                    </a:cubicBezTo>
                    <a:lnTo>
                      <a:pt x="120818" y="128787"/>
                    </a:lnTo>
                    <a:close/>
                    <a:moveTo>
                      <a:pt x="41377" y="109516"/>
                    </a:moveTo>
                    <a:cubicBezTo>
                      <a:pt x="48726" y="72007"/>
                      <a:pt x="57125" y="49294"/>
                      <a:pt x="69724" y="31400"/>
                    </a:cubicBezTo>
                    <a:cubicBezTo>
                      <a:pt x="77423" y="21076"/>
                      <a:pt x="90371" y="12817"/>
                      <a:pt x="99120" y="12817"/>
                    </a:cubicBezTo>
                    <a:cubicBezTo>
                      <a:pt x="107869" y="12817"/>
                      <a:pt x="118018" y="21076"/>
                      <a:pt x="122217" y="31400"/>
                    </a:cubicBezTo>
                    <a:cubicBezTo>
                      <a:pt x="129217" y="49294"/>
                      <a:pt x="129916" y="72007"/>
                      <a:pt x="123967" y="109516"/>
                    </a:cubicBezTo>
                    <a:lnTo>
                      <a:pt x="41377" y="109516"/>
                    </a:lnTo>
                    <a:close/>
                  </a:path>
                </a:pathLst>
              </a:custGeom>
              <a:solidFill>
                <a:srgbClr val="000000"/>
              </a:solidFill>
              <a:ln w="351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8D767026-5E17-D981-E1F5-2014BC8C17B5}"/>
                  </a:ext>
                </a:extLst>
              </p:cNvPr>
              <p:cNvSpPr/>
              <p:nvPr>
                <p:custDataLst>
                  <p:tags r:id="rId33"/>
                </p:custDataLst>
              </p:nvPr>
            </p:nvSpPr>
            <p:spPr>
              <a:xfrm>
                <a:off x="9999983" y="5217930"/>
                <a:ext cx="81189" cy="344124"/>
              </a:xfrm>
              <a:custGeom>
                <a:avLst/>
                <a:gdLst>
                  <a:gd name="connsiteX0" fmla="*/ 81401 w 81189"/>
                  <a:gd name="connsiteY0" fmla="*/ 340767 h 344124"/>
                  <a:gd name="connsiteX1" fmla="*/ 75452 w 81189"/>
                  <a:gd name="connsiteY1" fmla="*/ 333196 h 344124"/>
                  <a:gd name="connsiteX2" fmla="*/ 20509 w 81189"/>
                  <a:gd name="connsiteY2" fmla="*/ 172146 h 344124"/>
                  <a:gd name="connsiteX3" fmla="*/ 76852 w 81189"/>
                  <a:gd name="connsiteY3" fmla="*/ 9375 h 344124"/>
                  <a:gd name="connsiteX4" fmla="*/ 81401 w 81189"/>
                  <a:gd name="connsiteY4" fmla="*/ 3525 h 344124"/>
                  <a:gd name="connsiteX5" fmla="*/ 77902 w 81189"/>
                  <a:gd name="connsiteY5" fmla="*/ 84 h 344124"/>
                  <a:gd name="connsiteX6" fmla="*/ 22258 w 81189"/>
                  <a:gd name="connsiteY6" fmla="*/ 67188 h 344124"/>
                  <a:gd name="connsiteX7" fmla="*/ 211 w 81189"/>
                  <a:gd name="connsiteY7" fmla="*/ 172146 h 344124"/>
                  <a:gd name="connsiteX8" fmla="*/ 23308 w 81189"/>
                  <a:gd name="connsiteY8" fmla="*/ 279513 h 344124"/>
                  <a:gd name="connsiteX9" fmla="*/ 77902 w 81189"/>
                  <a:gd name="connsiteY9" fmla="*/ 344208 h 344124"/>
                  <a:gd name="connsiteX10" fmla="*/ 81401 w 81189"/>
                  <a:gd name="connsiteY10" fmla="*/ 340767 h 344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1189" h="344124">
                    <a:moveTo>
                      <a:pt x="81401" y="340767"/>
                    </a:moveTo>
                    <a:cubicBezTo>
                      <a:pt x="81401" y="339735"/>
                      <a:pt x="81401" y="339046"/>
                      <a:pt x="75452" y="333196"/>
                    </a:cubicBezTo>
                    <a:cubicBezTo>
                      <a:pt x="31707" y="289837"/>
                      <a:pt x="20509" y="224797"/>
                      <a:pt x="20509" y="172146"/>
                    </a:cubicBezTo>
                    <a:cubicBezTo>
                      <a:pt x="20509" y="112268"/>
                      <a:pt x="33807" y="52391"/>
                      <a:pt x="76852" y="9375"/>
                    </a:cubicBezTo>
                    <a:cubicBezTo>
                      <a:pt x="81401" y="5246"/>
                      <a:pt x="81401" y="4558"/>
                      <a:pt x="81401" y="3525"/>
                    </a:cubicBezTo>
                    <a:cubicBezTo>
                      <a:pt x="81401" y="1116"/>
                      <a:pt x="80001" y="84"/>
                      <a:pt x="77902" y="84"/>
                    </a:cubicBezTo>
                    <a:cubicBezTo>
                      <a:pt x="74402" y="84"/>
                      <a:pt x="42906" y="23484"/>
                      <a:pt x="22258" y="67188"/>
                    </a:cubicBezTo>
                    <a:cubicBezTo>
                      <a:pt x="4411" y="105042"/>
                      <a:pt x="211" y="143240"/>
                      <a:pt x="211" y="172146"/>
                    </a:cubicBezTo>
                    <a:cubicBezTo>
                      <a:pt x="211" y="198988"/>
                      <a:pt x="4061" y="240627"/>
                      <a:pt x="23308" y="279513"/>
                    </a:cubicBezTo>
                    <a:cubicBezTo>
                      <a:pt x="44306" y="321840"/>
                      <a:pt x="74402" y="344208"/>
                      <a:pt x="77902" y="344208"/>
                    </a:cubicBezTo>
                    <a:cubicBezTo>
                      <a:pt x="80001" y="344208"/>
                      <a:pt x="81401" y="343176"/>
                      <a:pt x="81401" y="340767"/>
                    </a:cubicBezTo>
                    <a:close/>
                  </a:path>
                </a:pathLst>
              </a:custGeom>
              <a:solidFill>
                <a:srgbClr val="000000"/>
              </a:solidFill>
              <a:ln w="4755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BBB61C0E-5AE7-AF26-8503-FBF72A26473A}"/>
                  </a:ext>
                </a:extLst>
              </p:cNvPr>
              <p:cNvSpPr/>
              <p:nvPr>
                <p:custDataLst>
                  <p:tags r:id="rId34"/>
                </p:custDataLst>
              </p:nvPr>
            </p:nvSpPr>
            <p:spPr>
              <a:xfrm>
                <a:off x="10105793" y="5288132"/>
                <a:ext cx="90638" cy="191677"/>
              </a:xfrm>
              <a:custGeom>
                <a:avLst/>
                <a:gdLst>
                  <a:gd name="connsiteX0" fmla="*/ 90853 w 90638"/>
                  <a:gd name="connsiteY0" fmla="*/ 40691 h 191677"/>
                  <a:gd name="connsiteX1" fmla="*/ 62856 w 90638"/>
                  <a:gd name="connsiteY1" fmla="*/ 40691 h 191677"/>
                  <a:gd name="connsiteX2" fmla="*/ 72655 w 90638"/>
                  <a:gd name="connsiteY2" fmla="*/ 5247 h 191677"/>
                  <a:gd name="connsiteX3" fmla="*/ 73005 w 90638"/>
                  <a:gd name="connsiteY3" fmla="*/ 3526 h 191677"/>
                  <a:gd name="connsiteX4" fmla="*/ 70206 w 90638"/>
                  <a:gd name="connsiteY4" fmla="*/ 85 h 191677"/>
                  <a:gd name="connsiteX5" fmla="*/ 64956 w 90638"/>
                  <a:gd name="connsiteY5" fmla="*/ 3182 h 191677"/>
                  <a:gd name="connsiteX6" fmla="*/ 18412 w 90638"/>
                  <a:gd name="connsiteY6" fmla="*/ 41035 h 191677"/>
                  <a:gd name="connsiteX7" fmla="*/ 7213 w 90638"/>
                  <a:gd name="connsiteY7" fmla="*/ 49639 h 191677"/>
                  <a:gd name="connsiteX8" fmla="*/ 7563 w 90638"/>
                  <a:gd name="connsiteY8" fmla="*/ 51703 h 191677"/>
                  <a:gd name="connsiteX9" fmla="*/ 33460 w 90638"/>
                  <a:gd name="connsiteY9" fmla="*/ 51703 h 191677"/>
                  <a:gd name="connsiteX10" fmla="*/ 8263 w 90638"/>
                  <a:gd name="connsiteY10" fmla="*/ 146337 h 191677"/>
                  <a:gd name="connsiteX11" fmla="*/ 6163 w 90638"/>
                  <a:gd name="connsiteY11" fmla="*/ 153564 h 191677"/>
                  <a:gd name="connsiteX12" fmla="*/ 214 w 90638"/>
                  <a:gd name="connsiteY12" fmla="*/ 178685 h 191677"/>
                  <a:gd name="connsiteX13" fmla="*/ 17012 w 90638"/>
                  <a:gd name="connsiteY13" fmla="*/ 191762 h 191677"/>
                  <a:gd name="connsiteX14" fmla="*/ 66706 w 90638"/>
                  <a:gd name="connsiteY14" fmla="*/ 150123 h 191677"/>
                  <a:gd name="connsiteX15" fmla="*/ 62157 w 90638"/>
                  <a:gd name="connsiteY15" fmla="*/ 147714 h 191677"/>
                  <a:gd name="connsiteX16" fmla="*/ 33810 w 90638"/>
                  <a:gd name="connsiteY16" fmla="*/ 174900 h 191677"/>
                  <a:gd name="connsiteX17" fmla="*/ 28561 w 90638"/>
                  <a:gd name="connsiteY17" fmla="*/ 168017 h 191677"/>
                  <a:gd name="connsiteX18" fmla="*/ 28911 w 90638"/>
                  <a:gd name="connsiteY18" fmla="*/ 166297 h 191677"/>
                  <a:gd name="connsiteX19" fmla="*/ 59707 w 90638"/>
                  <a:gd name="connsiteY19" fmla="*/ 51703 h 191677"/>
                  <a:gd name="connsiteX20" fmla="*/ 89103 w 90638"/>
                  <a:gd name="connsiteY20" fmla="*/ 51703 h 191677"/>
                  <a:gd name="connsiteX21" fmla="*/ 90853 w 90638"/>
                  <a:gd name="connsiteY21" fmla="*/ 40691 h 1916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0638" h="191677">
                    <a:moveTo>
                      <a:pt x="90853" y="40691"/>
                    </a:moveTo>
                    <a:lnTo>
                      <a:pt x="62856" y="40691"/>
                    </a:lnTo>
                    <a:lnTo>
                      <a:pt x="72655" y="5247"/>
                    </a:lnTo>
                    <a:cubicBezTo>
                      <a:pt x="73005" y="4558"/>
                      <a:pt x="73005" y="3870"/>
                      <a:pt x="73005" y="3526"/>
                    </a:cubicBezTo>
                    <a:cubicBezTo>
                      <a:pt x="73005" y="1117"/>
                      <a:pt x="71955" y="85"/>
                      <a:pt x="70206" y="85"/>
                    </a:cubicBezTo>
                    <a:cubicBezTo>
                      <a:pt x="68106" y="85"/>
                      <a:pt x="67056" y="429"/>
                      <a:pt x="64956" y="3182"/>
                    </a:cubicBezTo>
                    <a:cubicBezTo>
                      <a:pt x="51308" y="20732"/>
                      <a:pt x="29611" y="37938"/>
                      <a:pt x="18412" y="41035"/>
                    </a:cubicBezTo>
                    <a:cubicBezTo>
                      <a:pt x="9663" y="43788"/>
                      <a:pt x="7213" y="45853"/>
                      <a:pt x="7213" y="49639"/>
                    </a:cubicBezTo>
                    <a:cubicBezTo>
                      <a:pt x="7213" y="49983"/>
                      <a:pt x="7213" y="50671"/>
                      <a:pt x="7563" y="51703"/>
                    </a:cubicBezTo>
                    <a:lnTo>
                      <a:pt x="33460" y="51703"/>
                    </a:lnTo>
                    <a:lnTo>
                      <a:pt x="8263" y="146337"/>
                    </a:lnTo>
                    <a:cubicBezTo>
                      <a:pt x="7563" y="149435"/>
                      <a:pt x="7213" y="150467"/>
                      <a:pt x="6163" y="153564"/>
                    </a:cubicBezTo>
                    <a:cubicBezTo>
                      <a:pt x="3014" y="163888"/>
                      <a:pt x="214" y="175932"/>
                      <a:pt x="214" y="178685"/>
                    </a:cubicBezTo>
                    <a:cubicBezTo>
                      <a:pt x="214" y="186256"/>
                      <a:pt x="7563" y="191762"/>
                      <a:pt x="17012" y="191762"/>
                    </a:cubicBezTo>
                    <a:cubicBezTo>
                      <a:pt x="33110" y="191762"/>
                      <a:pt x="44659" y="182126"/>
                      <a:pt x="66706" y="150123"/>
                    </a:cubicBezTo>
                    <a:lnTo>
                      <a:pt x="62157" y="147714"/>
                    </a:lnTo>
                    <a:cubicBezTo>
                      <a:pt x="45009" y="169394"/>
                      <a:pt x="39409" y="174900"/>
                      <a:pt x="33810" y="174900"/>
                    </a:cubicBezTo>
                    <a:cubicBezTo>
                      <a:pt x="30660" y="174900"/>
                      <a:pt x="28561" y="172147"/>
                      <a:pt x="28561" y="168017"/>
                    </a:cubicBezTo>
                    <a:cubicBezTo>
                      <a:pt x="28561" y="167673"/>
                      <a:pt x="28561" y="167329"/>
                      <a:pt x="28911" y="166297"/>
                    </a:cubicBezTo>
                    <a:lnTo>
                      <a:pt x="59707" y="51703"/>
                    </a:lnTo>
                    <a:lnTo>
                      <a:pt x="89103" y="51703"/>
                    </a:lnTo>
                    <a:lnTo>
                      <a:pt x="90853" y="40691"/>
                    </a:lnTo>
                    <a:close/>
                  </a:path>
                </a:pathLst>
              </a:custGeom>
              <a:solidFill>
                <a:srgbClr val="000000"/>
              </a:solidFill>
              <a:ln w="351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45462DE0-F87E-E4A1-3A63-99F3A39A96E2}"/>
                  </a:ext>
                </a:extLst>
              </p:cNvPr>
              <p:cNvSpPr/>
              <p:nvPr>
                <p:custDataLst>
                  <p:tags r:id="rId35"/>
                </p:custDataLst>
              </p:nvPr>
            </p:nvSpPr>
            <p:spPr>
              <a:xfrm>
                <a:off x="10312033" y="5349730"/>
                <a:ext cx="232721" cy="80525"/>
              </a:xfrm>
              <a:custGeom>
                <a:avLst/>
                <a:gdLst>
                  <a:gd name="connsiteX0" fmla="*/ 221044 w 232721"/>
                  <a:gd name="connsiteY0" fmla="*/ 13849 h 80525"/>
                  <a:gd name="connsiteX1" fmla="*/ 232942 w 232721"/>
                  <a:gd name="connsiteY1" fmla="*/ 6967 h 80525"/>
                  <a:gd name="connsiteX2" fmla="*/ 221394 w 232721"/>
                  <a:gd name="connsiteY2" fmla="*/ 84 h 80525"/>
                  <a:gd name="connsiteX3" fmla="*/ 11769 w 232721"/>
                  <a:gd name="connsiteY3" fmla="*/ 84 h 80525"/>
                  <a:gd name="connsiteX4" fmla="*/ 221 w 232721"/>
                  <a:gd name="connsiteY4" fmla="*/ 6967 h 80525"/>
                  <a:gd name="connsiteX5" fmla="*/ 12119 w 232721"/>
                  <a:gd name="connsiteY5" fmla="*/ 13849 h 80525"/>
                  <a:gd name="connsiteX6" fmla="*/ 221044 w 232721"/>
                  <a:gd name="connsiteY6" fmla="*/ 13849 h 80525"/>
                  <a:gd name="connsiteX7" fmla="*/ 221394 w 232721"/>
                  <a:gd name="connsiteY7" fmla="*/ 80609 h 80525"/>
                  <a:gd name="connsiteX8" fmla="*/ 232942 w 232721"/>
                  <a:gd name="connsiteY8" fmla="*/ 73727 h 80525"/>
                  <a:gd name="connsiteX9" fmla="*/ 221044 w 232721"/>
                  <a:gd name="connsiteY9" fmla="*/ 66844 h 80525"/>
                  <a:gd name="connsiteX10" fmla="*/ 12119 w 232721"/>
                  <a:gd name="connsiteY10" fmla="*/ 66844 h 80525"/>
                  <a:gd name="connsiteX11" fmla="*/ 221 w 232721"/>
                  <a:gd name="connsiteY11" fmla="*/ 73727 h 80525"/>
                  <a:gd name="connsiteX12" fmla="*/ 11769 w 232721"/>
                  <a:gd name="connsiteY12" fmla="*/ 80609 h 80525"/>
                  <a:gd name="connsiteX13" fmla="*/ 221394 w 232721"/>
                  <a:gd name="connsiteY13" fmla="*/ 80609 h 80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32721" h="80525">
                    <a:moveTo>
                      <a:pt x="221044" y="13849"/>
                    </a:moveTo>
                    <a:cubicBezTo>
                      <a:pt x="226293" y="13849"/>
                      <a:pt x="232942" y="13849"/>
                      <a:pt x="232942" y="6967"/>
                    </a:cubicBezTo>
                    <a:cubicBezTo>
                      <a:pt x="232942" y="84"/>
                      <a:pt x="226293" y="84"/>
                      <a:pt x="221394" y="84"/>
                    </a:cubicBezTo>
                    <a:lnTo>
                      <a:pt x="11769" y="84"/>
                    </a:lnTo>
                    <a:cubicBezTo>
                      <a:pt x="6870" y="84"/>
                      <a:pt x="221" y="84"/>
                      <a:pt x="221" y="6967"/>
                    </a:cubicBezTo>
                    <a:cubicBezTo>
                      <a:pt x="221" y="13849"/>
                      <a:pt x="6870" y="13849"/>
                      <a:pt x="12119" y="13849"/>
                    </a:cubicBezTo>
                    <a:lnTo>
                      <a:pt x="221044" y="13849"/>
                    </a:lnTo>
                    <a:close/>
                    <a:moveTo>
                      <a:pt x="221394" y="80609"/>
                    </a:moveTo>
                    <a:cubicBezTo>
                      <a:pt x="226293" y="80609"/>
                      <a:pt x="232942" y="80609"/>
                      <a:pt x="232942" y="73727"/>
                    </a:cubicBezTo>
                    <a:cubicBezTo>
                      <a:pt x="232942" y="66844"/>
                      <a:pt x="226293" y="66844"/>
                      <a:pt x="221044" y="66844"/>
                    </a:cubicBezTo>
                    <a:lnTo>
                      <a:pt x="12119" y="66844"/>
                    </a:lnTo>
                    <a:cubicBezTo>
                      <a:pt x="6870" y="66844"/>
                      <a:pt x="221" y="66844"/>
                      <a:pt x="221" y="73727"/>
                    </a:cubicBezTo>
                    <a:cubicBezTo>
                      <a:pt x="221" y="80609"/>
                      <a:pt x="6870" y="80609"/>
                      <a:pt x="11769" y="80609"/>
                    </a:cubicBezTo>
                    <a:lnTo>
                      <a:pt x="221394" y="80609"/>
                    </a:lnTo>
                    <a:close/>
                  </a:path>
                </a:pathLst>
              </a:custGeom>
              <a:solidFill>
                <a:srgbClr val="000000"/>
              </a:solidFill>
              <a:ln w="4755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F62727F2-7CCD-358C-B104-1059347B48E0}"/>
                  </a:ext>
                </a:extLst>
              </p:cNvPr>
              <p:cNvSpPr/>
              <p:nvPr>
                <p:custDataLst>
                  <p:tags r:id="rId36"/>
                </p:custDataLst>
              </p:nvPr>
            </p:nvSpPr>
            <p:spPr>
              <a:xfrm>
                <a:off x="10651825" y="5243396"/>
                <a:ext cx="158180" cy="237445"/>
              </a:xfrm>
              <a:custGeom>
                <a:avLst/>
                <a:gdLst>
                  <a:gd name="connsiteX0" fmla="*/ 80721 w 158180"/>
                  <a:gd name="connsiteY0" fmla="*/ 84 h 237445"/>
                  <a:gd name="connsiteX1" fmla="*/ 33826 w 158180"/>
                  <a:gd name="connsiteY1" fmla="*/ 17978 h 237445"/>
                  <a:gd name="connsiteX2" fmla="*/ 230 w 158180"/>
                  <a:gd name="connsiteY2" fmla="*/ 117086 h 237445"/>
                  <a:gd name="connsiteX3" fmla="*/ 28227 w 158180"/>
                  <a:gd name="connsiteY3" fmla="*/ 214129 h 237445"/>
                  <a:gd name="connsiteX4" fmla="*/ 79321 w 158180"/>
                  <a:gd name="connsiteY4" fmla="*/ 237529 h 237445"/>
                  <a:gd name="connsiteX5" fmla="*/ 124815 w 158180"/>
                  <a:gd name="connsiteY5" fmla="*/ 219635 h 237445"/>
                  <a:gd name="connsiteX6" fmla="*/ 158411 w 158180"/>
                  <a:gd name="connsiteY6" fmla="*/ 119151 h 237445"/>
                  <a:gd name="connsiteX7" fmla="*/ 80721 w 158180"/>
                  <a:gd name="connsiteY7" fmla="*/ 84 h 237445"/>
                  <a:gd name="connsiteX8" fmla="*/ 79671 w 158180"/>
                  <a:gd name="connsiteY8" fmla="*/ 9031 h 237445"/>
                  <a:gd name="connsiteX9" fmla="*/ 124815 w 158180"/>
                  <a:gd name="connsiteY9" fmla="*/ 119839 h 237445"/>
                  <a:gd name="connsiteX10" fmla="*/ 79321 w 158180"/>
                  <a:gd name="connsiteY10" fmla="*/ 228582 h 237445"/>
                  <a:gd name="connsiteX11" fmla="*/ 33826 w 158180"/>
                  <a:gd name="connsiteY11" fmla="*/ 120183 h 237445"/>
                  <a:gd name="connsiteX12" fmla="*/ 79671 w 158180"/>
                  <a:gd name="connsiteY12" fmla="*/ 9031 h 237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8180" h="237445">
                    <a:moveTo>
                      <a:pt x="80721" y="84"/>
                    </a:moveTo>
                    <a:cubicBezTo>
                      <a:pt x="61473" y="84"/>
                      <a:pt x="46775" y="5934"/>
                      <a:pt x="33826" y="17978"/>
                    </a:cubicBezTo>
                    <a:cubicBezTo>
                      <a:pt x="13529" y="37249"/>
                      <a:pt x="230" y="76824"/>
                      <a:pt x="230" y="117086"/>
                    </a:cubicBezTo>
                    <a:cubicBezTo>
                      <a:pt x="230" y="154596"/>
                      <a:pt x="11779" y="194858"/>
                      <a:pt x="28227" y="214129"/>
                    </a:cubicBezTo>
                    <a:cubicBezTo>
                      <a:pt x="41175" y="229270"/>
                      <a:pt x="59023" y="237529"/>
                      <a:pt x="79321" y="237529"/>
                    </a:cubicBezTo>
                    <a:cubicBezTo>
                      <a:pt x="97169" y="237529"/>
                      <a:pt x="112217" y="231679"/>
                      <a:pt x="124815" y="219635"/>
                    </a:cubicBezTo>
                    <a:cubicBezTo>
                      <a:pt x="145113" y="200708"/>
                      <a:pt x="158411" y="160790"/>
                      <a:pt x="158411" y="119151"/>
                    </a:cubicBezTo>
                    <a:cubicBezTo>
                      <a:pt x="158411" y="48605"/>
                      <a:pt x="126565" y="84"/>
                      <a:pt x="80721" y="84"/>
                    </a:cubicBezTo>
                    <a:close/>
                    <a:moveTo>
                      <a:pt x="79671" y="9031"/>
                    </a:moveTo>
                    <a:cubicBezTo>
                      <a:pt x="109067" y="9031"/>
                      <a:pt x="124815" y="47917"/>
                      <a:pt x="124815" y="119839"/>
                    </a:cubicBezTo>
                    <a:cubicBezTo>
                      <a:pt x="124815" y="191761"/>
                      <a:pt x="109417" y="228582"/>
                      <a:pt x="79321" y="228582"/>
                    </a:cubicBezTo>
                    <a:cubicBezTo>
                      <a:pt x="49224" y="228582"/>
                      <a:pt x="33826" y="191761"/>
                      <a:pt x="33826" y="120183"/>
                    </a:cubicBezTo>
                    <a:cubicBezTo>
                      <a:pt x="33826" y="47229"/>
                      <a:pt x="49574" y="9031"/>
                      <a:pt x="79671" y="90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4755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812B411A-FFB2-B627-B5E7-DA3BF23C5211}"/>
                  </a:ext>
                </a:extLst>
              </p:cNvPr>
              <p:cNvSpPr/>
              <p:nvPr>
                <p:custDataLst>
                  <p:tags r:id="rId37"/>
                </p:custDataLst>
              </p:nvPr>
            </p:nvSpPr>
            <p:spPr>
              <a:xfrm>
                <a:off x="10839008" y="5217930"/>
                <a:ext cx="81189" cy="344124"/>
              </a:xfrm>
              <a:custGeom>
                <a:avLst/>
                <a:gdLst>
                  <a:gd name="connsiteX0" fmla="*/ 81425 w 81189"/>
                  <a:gd name="connsiteY0" fmla="*/ 172146 h 344124"/>
                  <a:gd name="connsiteX1" fmla="*/ 58328 w 81189"/>
                  <a:gd name="connsiteY1" fmla="*/ 64779 h 344124"/>
                  <a:gd name="connsiteX2" fmla="*/ 3735 w 81189"/>
                  <a:gd name="connsiteY2" fmla="*/ 84 h 344124"/>
                  <a:gd name="connsiteX3" fmla="*/ 235 w 81189"/>
                  <a:gd name="connsiteY3" fmla="*/ 3525 h 344124"/>
                  <a:gd name="connsiteX4" fmla="*/ 6884 w 81189"/>
                  <a:gd name="connsiteY4" fmla="*/ 11440 h 344124"/>
                  <a:gd name="connsiteX5" fmla="*/ 61128 w 81189"/>
                  <a:gd name="connsiteY5" fmla="*/ 172146 h 344124"/>
                  <a:gd name="connsiteX6" fmla="*/ 4785 w 81189"/>
                  <a:gd name="connsiteY6" fmla="*/ 334917 h 344124"/>
                  <a:gd name="connsiteX7" fmla="*/ 235 w 81189"/>
                  <a:gd name="connsiteY7" fmla="*/ 340767 h 344124"/>
                  <a:gd name="connsiteX8" fmla="*/ 3735 w 81189"/>
                  <a:gd name="connsiteY8" fmla="*/ 344208 h 344124"/>
                  <a:gd name="connsiteX9" fmla="*/ 59378 w 81189"/>
                  <a:gd name="connsiteY9" fmla="*/ 277104 h 344124"/>
                  <a:gd name="connsiteX10" fmla="*/ 81425 w 81189"/>
                  <a:gd name="connsiteY10" fmla="*/ 172146 h 344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1189" h="344124">
                    <a:moveTo>
                      <a:pt x="81425" y="172146"/>
                    </a:moveTo>
                    <a:cubicBezTo>
                      <a:pt x="81425" y="145304"/>
                      <a:pt x="77576" y="103665"/>
                      <a:pt x="58328" y="64779"/>
                    </a:cubicBezTo>
                    <a:cubicBezTo>
                      <a:pt x="37331" y="22452"/>
                      <a:pt x="7234" y="84"/>
                      <a:pt x="3735" y="84"/>
                    </a:cubicBezTo>
                    <a:cubicBezTo>
                      <a:pt x="1635" y="84"/>
                      <a:pt x="235" y="1461"/>
                      <a:pt x="235" y="3525"/>
                    </a:cubicBezTo>
                    <a:cubicBezTo>
                      <a:pt x="235" y="4558"/>
                      <a:pt x="235" y="5246"/>
                      <a:pt x="6884" y="11440"/>
                    </a:cubicBezTo>
                    <a:cubicBezTo>
                      <a:pt x="41180" y="45508"/>
                      <a:pt x="61128" y="100224"/>
                      <a:pt x="61128" y="172146"/>
                    </a:cubicBezTo>
                    <a:cubicBezTo>
                      <a:pt x="61128" y="230991"/>
                      <a:pt x="48179" y="291557"/>
                      <a:pt x="4785" y="334917"/>
                    </a:cubicBezTo>
                    <a:cubicBezTo>
                      <a:pt x="235" y="339046"/>
                      <a:pt x="235" y="339735"/>
                      <a:pt x="235" y="340767"/>
                    </a:cubicBezTo>
                    <a:cubicBezTo>
                      <a:pt x="235" y="342832"/>
                      <a:pt x="1635" y="344208"/>
                      <a:pt x="3735" y="344208"/>
                    </a:cubicBezTo>
                    <a:cubicBezTo>
                      <a:pt x="7234" y="344208"/>
                      <a:pt x="38730" y="320808"/>
                      <a:pt x="59378" y="277104"/>
                    </a:cubicBezTo>
                    <a:cubicBezTo>
                      <a:pt x="77226" y="239250"/>
                      <a:pt x="81425" y="201052"/>
                      <a:pt x="81425" y="172146"/>
                    </a:cubicBezTo>
                    <a:close/>
                  </a:path>
                </a:pathLst>
              </a:custGeom>
              <a:solidFill>
                <a:srgbClr val="000000"/>
              </a:solidFill>
              <a:ln w="4755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D6A6E4CD-C906-ED12-274D-ECC75A49101D}"/>
                  </a:ext>
                </a:extLst>
              </p:cNvPr>
              <p:cNvSpPr/>
              <p:nvPr>
                <p:custDataLst>
                  <p:tags r:id="rId38"/>
                </p:custDataLst>
              </p:nvPr>
            </p:nvSpPr>
            <p:spPr>
              <a:xfrm>
                <a:off x="11053004" y="5349730"/>
                <a:ext cx="232721" cy="80525"/>
              </a:xfrm>
              <a:custGeom>
                <a:avLst/>
                <a:gdLst>
                  <a:gd name="connsiteX0" fmla="*/ 221065 w 232721"/>
                  <a:gd name="connsiteY0" fmla="*/ 13849 h 80525"/>
                  <a:gd name="connsiteX1" fmla="*/ 232963 w 232721"/>
                  <a:gd name="connsiteY1" fmla="*/ 6967 h 80525"/>
                  <a:gd name="connsiteX2" fmla="*/ 221415 w 232721"/>
                  <a:gd name="connsiteY2" fmla="*/ 84 h 80525"/>
                  <a:gd name="connsiteX3" fmla="*/ 11790 w 232721"/>
                  <a:gd name="connsiteY3" fmla="*/ 84 h 80525"/>
                  <a:gd name="connsiteX4" fmla="*/ 242 w 232721"/>
                  <a:gd name="connsiteY4" fmla="*/ 6967 h 80525"/>
                  <a:gd name="connsiteX5" fmla="*/ 12140 w 232721"/>
                  <a:gd name="connsiteY5" fmla="*/ 13849 h 80525"/>
                  <a:gd name="connsiteX6" fmla="*/ 221065 w 232721"/>
                  <a:gd name="connsiteY6" fmla="*/ 13849 h 80525"/>
                  <a:gd name="connsiteX7" fmla="*/ 221415 w 232721"/>
                  <a:gd name="connsiteY7" fmla="*/ 80609 h 80525"/>
                  <a:gd name="connsiteX8" fmla="*/ 232963 w 232721"/>
                  <a:gd name="connsiteY8" fmla="*/ 73727 h 80525"/>
                  <a:gd name="connsiteX9" fmla="*/ 221065 w 232721"/>
                  <a:gd name="connsiteY9" fmla="*/ 66844 h 80525"/>
                  <a:gd name="connsiteX10" fmla="*/ 12140 w 232721"/>
                  <a:gd name="connsiteY10" fmla="*/ 66844 h 80525"/>
                  <a:gd name="connsiteX11" fmla="*/ 242 w 232721"/>
                  <a:gd name="connsiteY11" fmla="*/ 73727 h 80525"/>
                  <a:gd name="connsiteX12" fmla="*/ 11790 w 232721"/>
                  <a:gd name="connsiteY12" fmla="*/ 80609 h 80525"/>
                  <a:gd name="connsiteX13" fmla="*/ 221415 w 232721"/>
                  <a:gd name="connsiteY13" fmla="*/ 80609 h 80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32721" h="80525">
                    <a:moveTo>
                      <a:pt x="221065" y="13849"/>
                    </a:moveTo>
                    <a:cubicBezTo>
                      <a:pt x="226314" y="13849"/>
                      <a:pt x="232963" y="13849"/>
                      <a:pt x="232963" y="6967"/>
                    </a:cubicBezTo>
                    <a:cubicBezTo>
                      <a:pt x="232963" y="84"/>
                      <a:pt x="226314" y="84"/>
                      <a:pt x="221415" y="84"/>
                    </a:cubicBezTo>
                    <a:lnTo>
                      <a:pt x="11790" y="84"/>
                    </a:lnTo>
                    <a:cubicBezTo>
                      <a:pt x="6891" y="84"/>
                      <a:pt x="242" y="84"/>
                      <a:pt x="242" y="6967"/>
                    </a:cubicBezTo>
                    <a:cubicBezTo>
                      <a:pt x="242" y="13849"/>
                      <a:pt x="6891" y="13849"/>
                      <a:pt x="12140" y="13849"/>
                    </a:cubicBezTo>
                    <a:lnTo>
                      <a:pt x="221065" y="13849"/>
                    </a:lnTo>
                    <a:close/>
                    <a:moveTo>
                      <a:pt x="221415" y="80609"/>
                    </a:moveTo>
                    <a:cubicBezTo>
                      <a:pt x="226314" y="80609"/>
                      <a:pt x="232963" y="80609"/>
                      <a:pt x="232963" y="73727"/>
                    </a:cubicBezTo>
                    <a:cubicBezTo>
                      <a:pt x="232963" y="66844"/>
                      <a:pt x="226314" y="66844"/>
                      <a:pt x="221065" y="66844"/>
                    </a:cubicBezTo>
                    <a:lnTo>
                      <a:pt x="12140" y="66844"/>
                    </a:lnTo>
                    <a:cubicBezTo>
                      <a:pt x="6891" y="66844"/>
                      <a:pt x="242" y="66844"/>
                      <a:pt x="242" y="73727"/>
                    </a:cubicBezTo>
                    <a:cubicBezTo>
                      <a:pt x="242" y="80609"/>
                      <a:pt x="6891" y="80609"/>
                      <a:pt x="11790" y="80609"/>
                    </a:cubicBezTo>
                    <a:lnTo>
                      <a:pt x="221415" y="80609"/>
                    </a:lnTo>
                    <a:close/>
                  </a:path>
                </a:pathLst>
              </a:custGeom>
              <a:solidFill>
                <a:srgbClr val="000000"/>
              </a:solidFill>
              <a:ln w="4755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A988554D-4DED-236E-F364-71EC2B51B514}"/>
                  </a:ext>
                </a:extLst>
              </p:cNvPr>
              <p:cNvSpPr/>
              <p:nvPr>
                <p:custDataLst>
                  <p:tags r:id="rId39"/>
                </p:custDataLst>
              </p:nvPr>
            </p:nvSpPr>
            <p:spPr>
              <a:xfrm>
                <a:off x="11415665" y="5239954"/>
                <a:ext cx="161392" cy="240542"/>
              </a:xfrm>
              <a:custGeom>
                <a:avLst/>
                <a:gdLst>
                  <a:gd name="connsiteX0" fmla="*/ 101617 w 161392"/>
                  <a:gd name="connsiteY0" fmla="*/ 85 h 240542"/>
                  <a:gd name="connsiteX1" fmla="*/ 58222 w 161392"/>
                  <a:gd name="connsiteY1" fmla="*/ 16259 h 240542"/>
                  <a:gd name="connsiteX2" fmla="*/ 3629 w 161392"/>
                  <a:gd name="connsiteY2" fmla="*/ 120528 h 240542"/>
                  <a:gd name="connsiteX3" fmla="*/ 19027 w 161392"/>
                  <a:gd name="connsiteY3" fmla="*/ 220668 h 240542"/>
                  <a:gd name="connsiteX4" fmla="*/ 60672 w 161392"/>
                  <a:gd name="connsiteY4" fmla="*/ 240628 h 240542"/>
                  <a:gd name="connsiteX5" fmla="*/ 104066 w 161392"/>
                  <a:gd name="connsiteY5" fmla="*/ 224454 h 240542"/>
                  <a:gd name="connsiteX6" fmla="*/ 157960 w 161392"/>
                  <a:gd name="connsiteY6" fmla="*/ 122249 h 240542"/>
                  <a:gd name="connsiteX7" fmla="*/ 143261 w 161392"/>
                  <a:gd name="connsiteY7" fmla="*/ 20044 h 240542"/>
                  <a:gd name="connsiteX8" fmla="*/ 101617 w 161392"/>
                  <a:gd name="connsiteY8" fmla="*/ 85 h 240542"/>
                  <a:gd name="connsiteX9" fmla="*/ 120864 w 161392"/>
                  <a:gd name="connsiteY9" fmla="*/ 128787 h 240542"/>
                  <a:gd name="connsiteX10" fmla="*/ 92168 w 161392"/>
                  <a:gd name="connsiteY10" fmla="*/ 208624 h 240542"/>
                  <a:gd name="connsiteX11" fmla="*/ 62771 w 161392"/>
                  <a:gd name="connsiteY11" fmla="*/ 227207 h 240542"/>
                  <a:gd name="connsiteX12" fmla="*/ 39674 w 161392"/>
                  <a:gd name="connsiteY12" fmla="*/ 208624 h 240542"/>
                  <a:gd name="connsiteX13" fmla="*/ 38274 w 161392"/>
                  <a:gd name="connsiteY13" fmla="*/ 128787 h 240542"/>
                  <a:gd name="connsiteX14" fmla="*/ 120864 w 161392"/>
                  <a:gd name="connsiteY14" fmla="*/ 128787 h 240542"/>
                  <a:gd name="connsiteX15" fmla="*/ 41424 w 161392"/>
                  <a:gd name="connsiteY15" fmla="*/ 109516 h 240542"/>
                  <a:gd name="connsiteX16" fmla="*/ 69770 w 161392"/>
                  <a:gd name="connsiteY16" fmla="*/ 31400 h 240542"/>
                  <a:gd name="connsiteX17" fmla="*/ 99167 w 161392"/>
                  <a:gd name="connsiteY17" fmla="*/ 12817 h 240542"/>
                  <a:gd name="connsiteX18" fmla="*/ 122264 w 161392"/>
                  <a:gd name="connsiteY18" fmla="*/ 31400 h 240542"/>
                  <a:gd name="connsiteX19" fmla="*/ 124014 w 161392"/>
                  <a:gd name="connsiteY19" fmla="*/ 109516 h 240542"/>
                  <a:gd name="connsiteX20" fmla="*/ 41424 w 161392"/>
                  <a:gd name="connsiteY20" fmla="*/ 109516 h 24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61392" h="240542">
                    <a:moveTo>
                      <a:pt x="101617" y="85"/>
                    </a:moveTo>
                    <a:cubicBezTo>
                      <a:pt x="87968" y="85"/>
                      <a:pt x="72920" y="5591"/>
                      <a:pt x="58222" y="16259"/>
                    </a:cubicBezTo>
                    <a:cubicBezTo>
                      <a:pt x="31275" y="35185"/>
                      <a:pt x="11678" y="72351"/>
                      <a:pt x="3629" y="120528"/>
                    </a:cubicBezTo>
                    <a:cubicBezTo>
                      <a:pt x="-4070" y="165608"/>
                      <a:pt x="1529" y="201053"/>
                      <a:pt x="19027" y="220668"/>
                    </a:cubicBezTo>
                    <a:cubicBezTo>
                      <a:pt x="30225" y="233401"/>
                      <a:pt x="45623" y="240628"/>
                      <a:pt x="60672" y="240628"/>
                    </a:cubicBezTo>
                    <a:cubicBezTo>
                      <a:pt x="74320" y="240628"/>
                      <a:pt x="89018" y="235122"/>
                      <a:pt x="104066" y="224454"/>
                    </a:cubicBezTo>
                    <a:cubicBezTo>
                      <a:pt x="130663" y="205527"/>
                      <a:pt x="150261" y="168706"/>
                      <a:pt x="157960" y="122249"/>
                    </a:cubicBezTo>
                    <a:cubicBezTo>
                      <a:pt x="166009" y="75104"/>
                      <a:pt x="160759" y="40003"/>
                      <a:pt x="143261" y="20044"/>
                    </a:cubicBezTo>
                    <a:cubicBezTo>
                      <a:pt x="131713" y="7311"/>
                      <a:pt x="117015" y="85"/>
                      <a:pt x="101617" y="85"/>
                    </a:cubicBezTo>
                    <a:close/>
                    <a:moveTo>
                      <a:pt x="120864" y="128787"/>
                    </a:moveTo>
                    <a:cubicBezTo>
                      <a:pt x="113515" y="168017"/>
                      <a:pt x="105466" y="190385"/>
                      <a:pt x="92168" y="208624"/>
                    </a:cubicBezTo>
                    <a:cubicBezTo>
                      <a:pt x="84119" y="219292"/>
                      <a:pt x="71520" y="227207"/>
                      <a:pt x="62771" y="227207"/>
                    </a:cubicBezTo>
                    <a:cubicBezTo>
                      <a:pt x="53672" y="227207"/>
                      <a:pt x="43874" y="218948"/>
                      <a:pt x="39674" y="208624"/>
                    </a:cubicBezTo>
                    <a:cubicBezTo>
                      <a:pt x="32675" y="190385"/>
                      <a:pt x="32325" y="168017"/>
                      <a:pt x="38274" y="128787"/>
                    </a:cubicBezTo>
                    <a:lnTo>
                      <a:pt x="120864" y="128787"/>
                    </a:lnTo>
                    <a:close/>
                    <a:moveTo>
                      <a:pt x="41424" y="109516"/>
                    </a:moveTo>
                    <a:cubicBezTo>
                      <a:pt x="48773" y="72007"/>
                      <a:pt x="57172" y="49294"/>
                      <a:pt x="69770" y="31400"/>
                    </a:cubicBezTo>
                    <a:cubicBezTo>
                      <a:pt x="77469" y="21076"/>
                      <a:pt x="90418" y="12817"/>
                      <a:pt x="99167" y="12817"/>
                    </a:cubicBezTo>
                    <a:cubicBezTo>
                      <a:pt x="107916" y="12817"/>
                      <a:pt x="118065" y="21076"/>
                      <a:pt x="122264" y="31400"/>
                    </a:cubicBezTo>
                    <a:cubicBezTo>
                      <a:pt x="129263" y="49294"/>
                      <a:pt x="129963" y="72007"/>
                      <a:pt x="124014" y="109516"/>
                    </a:cubicBezTo>
                    <a:lnTo>
                      <a:pt x="41424" y="109516"/>
                    </a:lnTo>
                    <a:close/>
                  </a:path>
                </a:pathLst>
              </a:custGeom>
              <a:solidFill>
                <a:srgbClr val="000000"/>
              </a:solidFill>
              <a:ln w="351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A892ECED-4110-75BE-31AE-13A69BAA7F77}"/>
                  </a:ext>
                </a:extLst>
              </p:cNvPr>
              <p:cNvSpPr/>
              <p:nvPr>
                <p:custDataLst>
                  <p:tags r:id="rId40"/>
                </p:custDataLst>
              </p:nvPr>
            </p:nvSpPr>
            <p:spPr>
              <a:xfrm>
                <a:off x="11573622" y="5356057"/>
                <a:ext cx="117053" cy="175709"/>
              </a:xfrm>
              <a:custGeom>
                <a:avLst/>
                <a:gdLst>
                  <a:gd name="connsiteX0" fmla="*/ 59819 w 117053"/>
                  <a:gd name="connsiteY0" fmla="*/ 86 h 175709"/>
                  <a:gd name="connsiteX1" fmla="*/ 25117 w 117053"/>
                  <a:gd name="connsiteY1" fmla="*/ 13328 h 175709"/>
                  <a:gd name="connsiteX2" fmla="*/ 256 w 117053"/>
                  <a:gd name="connsiteY2" fmla="*/ 86668 h 175709"/>
                  <a:gd name="connsiteX3" fmla="*/ 20973 w 117053"/>
                  <a:gd name="connsiteY3" fmla="*/ 158480 h 175709"/>
                  <a:gd name="connsiteX4" fmla="*/ 58783 w 117053"/>
                  <a:gd name="connsiteY4" fmla="*/ 175796 h 175709"/>
                  <a:gd name="connsiteX5" fmla="*/ 92449 w 117053"/>
                  <a:gd name="connsiteY5" fmla="*/ 162554 h 175709"/>
                  <a:gd name="connsiteX6" fmla="*/ 117310 w 117053"/>
                  <a:gd name="connsiteY6" fmla="*/ 88196 h 175709"/>
                  <a:gd name="connsiteX7" fmla="*/ 59819 w 117053"/>
                  <a:gd name="connsiteY7" fmla="*/ 86 h 175709"/>
                  <a:gd name="connsiteX8" fmla="*/ 59042 w 117053"/>
                  <a:gd name="connsiteY8" fmla="*/ 6707 h 175709"/>
                  <a:gd name="connsiteX9" fmla="*/ 92449 w 117053"/>
                  <a:gd name="connsiteY9" fmla="*/ 88705 h 175709"/>
                  <a:gd name="connsiteX10" fmla="*/ 58783 w 117053"/>
                  <a:gd name="connsiteY10" fmla="*/ 169175 h 175709"/>
                  <a:gd name="connsiteX11" fmla="*/ 25117 w 117053"/>
                  <a:gd name="connsiteY11" fmla="*/ 88960 h 175709"/>
                  <a:gd name="connsiteX12" fmla="*/ 59042 w 117053"/>
                  <a:gd name="connsiteY12" fmla="*/ 6707 h 175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7053" h="175709">
                    <a:moveTo>
                      <a:pt x="59819" y="86"/>
                    </a:moveTo>
                    <a:cubicBezTo>
                      <a:pt x="45575" y="86"/>
                      <a:pt x="34699" y="4415"/>
                      <a:pt x="25117" y="13328"/>
                    </a:cubicBezTo>
                    <a:cubicBezTo>
                      <a:pt x="10097" y="27589"/>
                      <a:pt x="256" y="56874"/>
                      <a:pt x="256" y="86668"/>
                    </a:cubicBezTo>
                    <a:cubicBezTo>
                      <a:pt x="256" y="114425"/>
                      <a:pt x="8802" y="144219"/>
                      <a:pt x="20973" y="158480"/>
                    </a:cubicBezTo>
                    <a:cubicBezTo>
                      <a:pt x="30555" y="169684"/>
                      <a:pt x="43763" y="175796"/>
                      <a:pt x="58783" y="175796"/>
                    </a:cubicBezTo>
                    <a:cubicBezTo>
                      <a:pt x="71990" y="175796"/>
                      <a:pt x="83126" y="171467"/>
                      <a:pt x="92449" y="162554"/>
                    </a:cubicBezTo>
                    <a:cubicBezTo>
                      <a:pt x="107469" y="148548"/>
                      <a:pt x="117310" y="119009"/>
                      <a:pt x="117310" y="88196"/>
                    </a:cubicBezTo>
                    <a:cubicBezTo>
                      <a:pt x="117310" y="35992"/>
                      <a:pt x="93743" y="86"/>
                      <a:pt x="59819" y="86"/>
                    </a:cubicBezTo>
                    <a:close/>
                    <a:moveTo>
                      <a:pt x="59042" y="6707"/>
                    </a:moveTo>
                    <a:cubicBezTo>
                      <a:pt x="80795" y="6707"/>
                      <a:pt x="92449" y="35483"/>
                      <a:pt x="92449" y="88705"/>
                    </a:cubicBezTo>
                    <a:cubicBezTo>
                      <a:pt x="92449" y="141927"/>
                      <a:pt x="81054" y="169175"/>
                      <a:pt x="58783" y="169175"/>
                    </a:cubicBezTo>
                    <a:cubicBezTo>
                      <a:pt x="36512" y="169175"/>
                      <a:pt x="25117" y="141927"/>
                      <a:pt x="25117" y="88960"/>
                    </a:cubicBezTo>
                    <a:cubicBezTo>
                      <a:pt x="25117" y="34973"/>
                      <a:pt x="36771" y="6707"/>
                      <a:pt x="59042" y="6707"/>
                    </a:cubicBezTo>
                    <a:close/>
                  </a:path>
                </a:pathLst>
              </a:custGeom>
              <a:solidFill>
                <a:srgbClr val="000000"/>
              </a:solidFill>
              <a:ln w="351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F4751BD-5813-A755-8747-BB0F032C8F7B}"/>
                  </a:ext>
                </a:extLst>
              </p:cNvPr>
              <p:cNvSpPr/>
              <p:nvPr>
                <p:custDataLst>
                  <p:tags r:id="rId41"/>
                </p:custDataLst>
              </p:nvPr>
            </p:nvSpPr>
            <p:spPr>
              <a:xfrm>
                <a:off x="11742936" y="5318070"/>
                <a:ext cx="48643" cy="206474"/>
              </a:xfrm>
              <a:custGeom>
                <a:avLst/>
                <a:gdLst>
                  <a:gd name="connsiteX0" fmla="*/ 9709 w 48643"/>
                  <a:gd name="connsiteY0" fmla="*/ 206559 h 206474"/>
                  <a:gd name="connsiteX1" fmla="*/ 48905 w 48643"/>
                  <a:gd name="connsiteY1" fmla="*/ 153564 h 206474"/>
                  <a:gd name="connsiteX2" fmla="*/ 20908 w 48643"/>
                  <a:gd name="connsiteY2" fmla="*/ 122937 h 206474"/>
                  <a:gd name="connsiteX3" fmla="*/ 261 w 48643"/>
                  <a:gd name="connsiteY3" fmla="*/ 142208 h 206474"/>
                  <a:gd name="connsiteX4" fmla="*/ 20908 w 48643"/>
                  <a:gd name="connsiteY4" fmla="*/ 160102 h 206474"/>
                  <a:gd name="connsiteX5" fmla="*/ 27557 w 48643"/>
                  <a:gd name="connsiteY5" fmla="*/ 159414 h 206474"/>
                  <a:gd name="connsiteX6" fmla="*/ 30357 w 48643"/>
                  <a:gd name="connsiteY6" fmla="*/ 158725 h 206474"/>
                  <a:gd name="connsiteX7" fmla="*/ 35256 w 48643"/>
                  <a:gd name="connsiteY7" fmla="*/ 163543 h 206474"/>
                  <a:gd name="connsiteX8" fmla="*/ 6560 w 48643"/>
                  <a:gd name="connsiteY8" fmla="*/ 200020 h 206474"/>
                  <a:gd name="connsiteX9" fmla="*/ 9709 w 48643"/>
                  <a:gd name="connsiteY9" fmla="*/ 206559 h 206474"/>
                  <a:gd name="connsiteX10" fmla="*/ 19858 w 48643"/>
                  <a:gd name="connsiteY10" fmla="*/ 84 h 206474"/>
                  <a:gd name="connsiteX11" fmla="*/ 611 w 48643"/>
                  <a:gd name="connsiteY11" fmla="*/ 19699 h 206474"/>
                  <a:gd name="connsiteX12" fmla="*/ 19508 w 48643"/>
                  <a:gd name="connsiteY12" fmla="*/ 38282 h 206474"/>
                  <a:gd name="connsiteX13" fmla="*/ 39456 w 48643"/>
                  <a:gd name="connsiteY13" fmla="*/ 19699 h 206474"/>
                  <a:gd name="connsiteX14" fmla="*/ 19858 w 48643"/>
                  <a:gd name="connsiteY14" fmla="*/ 84 h 2064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48643" h="206474">
                    <a:moveTo>
                      <a:pt x="9709" y="206559"/>
                    </a:moveTo>
                    <a:cubicBezTo>
                      <a:pt x="33856" y="194859"/>
                      <a:pt x="48905" y="174211"/>
                      <a:pt x="48905" y="153564"/>
                    </a:cubicBezTo>
                    <a:cubicBezTo>
                      <a:pt x="48905" y="136357"/>
                      <a:pt x="36656" y="122937"/>
                      <a:pt x="20908" y="122937"/>
                    </a:cubicBezTo>
                    <a:cubicBezTo>
                      <a:pt x="8660" y="122937"/>
                      <a:pt x="261" y="130507"/>
                      <a:pt x="261" y="142208"/>
                    </a:cubicBezTo>
                    <a:cubicBezTo>
                      <a:pt x="261" y="153564"/>
                      <a:pt x="7960" y="160102"/>
                      <a:pt x="20908" y="160102"/>
                    </a:cubicBezTo>
                    <a:cubicBezTo>
                      <a:pt x="23008" y="160102"/>
                      <a:pt x="25457" y="159758"/>
                      <a:pt x="27557" y="159414"/>
                    </a:cubicBezTo>
                    <a:cubicBezTo>
                      <a:pt x="30007" y="158725"/>
                      <a:pt x="30007" y="158725"/>
                      <a:pt x="30357" y="158725"/>
                    </a:cubicBezTo>
                    <a:cubicBezTo>
                      <a:pt x="33157" y="158725"/>
                      <a:pt x="35256" y="160790"/>
                      <a:pt x="35256" y="163543"/>
                    </a:cubicBezTo>
                    <a:cubicBezTo>
                      <a:pt x="35256" y="174555"/>
                      <a:pt x="25457" y="187288"/>
                      <a:pt x="6560" y="200020"/>
                    </a:cubicBezTo>
                    <a:lnTo>
                      <a:pt x="9709" y="206559"/>
                    </a:lnTo>
                    <a:close/>
                    <a:moveTo>
                      <a:pt x="19858" y="84"/>
                    </a:moveTo>
                    <a:cubicBezTo>
                      <a:pt x="9359" y="84"/>
                      <a:pt x="611" y="9032"/>
                      <a:pt x="611" y="19699"/>
                    </a:cubicBezTo>
                    <a:cubicBezTo>
                      <a:pt x="611" y="29679"/>
                      <a:pt x="9359" y="38282"/>
                      <a:pt x="19508" y="38282"/>
                    </a:cubicBezTo>
                    <a:cubicBezTo>
                      <a:pt x="30357" y="38282"/>
                      <a:pt x="39456" y="29679"/>
                      <a:pt x="39456" y="19699"/>
                    </a:cubicBezTo>
                    <a:cubicBezTo>
                      <a:pt x="39456" y="9032"/>
                      <a:pt x="30357" y="84"/>
                      <a:pt x="19858" y="84"/>
                    </a:cubicBezTo>
                    <a:close/>
                  </a:path>
                </a:pathLst>
              </a:custGeom>
              <a:solidFill>
                <a:srgbClr val="000000"/>
              </a:solidFill>
              <a:ln w="47559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grpSp>
          <p:nvGrpSpPr>
            <p:cNvPr id="66" name="Group 65" descr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(d\theta /dt)_{t=0} = 0&#10;\end{align*}&#10;}&#10;\end{document}" title="IguanaTex Shape Display">
              <a:extLst>
                <a:ext uri="{FF2B5EF4-FFF2-40B4-BE49-F238E27FC236}">
                  <a16:creationId xmlns:a16="http://schemas.microsoft.com/office/drawing/2014/main" id="{8C7754D9-FE88-681E-6C9A-2CCC7D721AE1}"/>
                </a:ext>
              </a:extLst>
            </p:cNvPr>
            <p:cNvGrpSpPr>
              <a:grpSpLocks noChangeAspect="1"/>
            </p:cNvGrpSpPr>
            <p:nvPr>
              <p:custDataLst>
                <p:tags r:id="rId19"/>
              </p:custDataLst>
            </p:nvPr>
          </p:nvGrpSpPr>
          <p:grpSpPr>
            <a:xfrm>
              <a:off x="2503677" y="5815630"/>
              <a:ext cx="2184592" cy="344124"/>
              <a:chOff x="9768275" y="5217930"/>
              <a:chExt cx="2184592" cy="344124"/>
            </a:xfrm>
          </p:grpSpPr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1760FAAB-E019-8F78-332D-9AC041840991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>
                <a:off x="9768275" y="5217930"/>
                <a:ext cx="81883" cy="344124"/>
              </a:xfrm>
              <a:custGeom>
                <a:avLst/>
                <a:gdLst>
                  <a:gd name="connsiteX0" fmla="*/ 82087 w 81883"/>
                  <a:gd name="connsiteY0" fmla="*/ 340767 h 344124"/>
                  <a:gd name="connsiteX1" fmla="*/ 76087 w 81883"/>
                  <a:gd name="connsiteY1" fmla="*/ 333196 h 344124"/>
                  <a:gd name="connsiteX2" fmla="*/ 20674 w 81883"/>
                  <a:gd name="connsiteY2" fmla="*/ 172146 h 344124"/>
                  <a:gd name="connsiteX3" fmla="*/ 77498 w 81883"/>
                  <a:gd name="connsiteY3" fmla="*/ 9375 h 344124"/>
                  <a:gd name="connsiteX4" fmla="*/ 82087 w 81883"/>
                  <a:gd name="connsiteY4" fmla="*/ 3525 h 344124"/>
                  <a:gd name="connsiteX5" fmla="*/ 78557 w 81883"/>
                  <a:gd name="connsiteY5" fmla="*/ 84 h 344124"/>
                  <a:gd name="connsiteX6" fmla="*/ 22439 w 81883"/>
                  <a:gd name="connsiteY6" fmla="*/ 67188 h 344124"/>
                  <a:gd name="connsiteX7" fmla="*/ 203 w 81883"/>
                  <a:gd name="connsiteY7" fmla="*/ 172146 h 344124"/>
                  <a:gd name="connsiteX8" fmla="*/ 23497 w 81883"/>
                  <a:gd name="connsiteY8" fmla="*/ 279513 h 344124"/>
                  <a:gd name="connsiteX9" fmla="*/ 78557 w 81883"/>
                  <a:gd name="connsiteY9" fmla="*/ 344208 h 344124"/>
                  <a:gd name="connsiteX10" fmla="*/ 82087 w 81883"/>
                  <a:gd name="connsiteY10" fmla="*/ 340767 h 344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1883" h="344124">
                    <a:moveTo>
                      <a:pt x="82087" y="340767"/>
                    </a:moveTo>
                    <a:cubicBezTo>
                      <a:pt x="82087" y="339735"/>
                      <a:pt x="82087" y="339046"/>
                      <a:pt x="76087" y="333196"/>
                    </a:cubicBezTo>
                    <a:cubicBezTo>
                      <a:pt x="31968" y="289837"/>
                      <a:pt x="20674" y="224797"/>
                      <a:pt x="20674" y="172146"/>
                    </a:cubicBezTo>
                    <a:cubicBezTo>
                      <a:pt x="20674" y="112268"/>
                      <a:pt x="34086" y="52391"/>
                      <a:pt x="77498" y="9375"/>
                    </a:cubicBezTo>
                    <a:cubicBezTo>
                      <a:pt x="82087" y="5246"/>
                      <a:pt x="82087" y="4558"/>
                      <a:pt x="82087" y="3525"/>
                    </a:cubicBezTo>
                    <a:cubicBezTo>
                      <a:pt x="82087" y="1116"/>
                      <a:pt x="80675" y="84"/>
                      <a:pt x="78557" y="84"/>
                    </a:cubicBezTo>
                    <a:cubicBezTo>
                      <a:pt x="75028" y="84"/>
                      <a:pt x="43262" y="23484"/>
                      <a:pt x="22439" y="67188"/>
                    </a:cubicBezTo>
                    <a:cubicBezTo>
                      <a:pt x="4438" y="105042"/>
                      <a:pt x="203" y="143240"/>
                      <a:pt x="203" y="172146"/>
                    </a:cubicBezTo>
                    <a:cubicBezTo>
                      <a:pt x="203" y="198988"/>
                      <a:pt x="4085" y="240627"/>
                      <a:pt x="23497" y="279513"/>
                    </a:cubicBezTo>
                    <a:cubicBezTo>
                      <a:pt x="44674" y="321840"/>
                      <a:pt x="75028" y="344208"/>
                      <a:pt x="78557" y="344208"/>
                    </a:cubicBezTo>
                    <a:cubicBezTo>
                      <a:pt x="80675" y="344208"/>
                      <a:pt x="82087" y="343176"/>
                      <a:pt x="82087" y="340767"/>
                    </a:cubicBezTo>
                    <a:close/>
                  </a:path>
                </a:pathLst>
              </a:custGeom>
              <a:solidFill>
                <a:srgbClr val="000000"/>
              </a:solidFill>
              <a:ln w="480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C492D025-BB8E-0A75-30E3-66175F546D87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9876080" y="5240987"/>
                <a:ext cx="180709" cy="239510"/>
              </a:xfrm>
              <a:custGeom>
                <a:avLst/>
                <a:gdLst>
                  <a:gd name="connsiteX0" fmla="*/ 158328 w 180709"/>
                  <a:gd name="connsiteY0" fmla="*/ 196923 h 239510"/>
                  <a:gd name="connsiteX1" fmla="*/ 129386 w 180709"/>
                  <a:gd name="connsiteY1" fmla="*/ 221356 h 239510"/>
                  <a:gd name="connsiteX2" fmla="*/ 123033 w 180709"/>
                  <a:gd name="connsiteY2" fmla="*/ 214473 h 239510"/>
                  <a:gd name="connsiteX3" fmla="*/ 145974 w 180709"/>
                  <a:gd name="connsiteY3" fmla="*/ 129819 h 239510"/>
                  <a:gd name="connsiteX4" fmla="*/ 180916 w 180709"/>
                  <a:gd name="connsiteY4" fmla="*/ 1804 h 239510"/>
                  <a:gd name="connsiteX5" fmla="*/ 179151 w 180709"/>
                  <a:gd name="connsiteY5" fmla="*/ 84 h 239510"/>
                  <a:gd name="connsiteX6" fmla="*/ 125150 w 180709"/>
                  <a:gd name="connsiteY6" fmla="*/ 7999 h 239510"/>
                  <a:gd name="connsiteX7" fmla="*/ 125150 w 180709"/>
                  <a:gd name="connsiteY7" fmla="*/ 13849 h 239510"/>
                  <a:gd name="connsiteX8" fmla="*/ 147033 w 180709"/>
                  <a:gd name="connsiteY8" fmla="*/ 22796 h 239510"/>
                  <a:gd name="connsiteX9" fmla="*/ 141739 w 180709"/>
                  <a:gd name="connsiteY9" fmla="*/ 46885 h 239510"/>
                  <a:gd name="connsiteX10" fmla="*/ 126209 w 180709"/>
                  <a:gd name="connsiteY10" fmla="*/ 103321 h 239510"/>
                  <a:gd name="connsiteX11" fmla="*/ 103268 w 180709"/>
                  <a:gd name="connsiteY11" fmla="*/ 83362 h 239510"/>
                  <a:gd name="connsiteX12" fmla="*/ 207 w 180709"/>
                  <a:gd name="connsiteY12" fmla="*/ 199676 h 239510"/>
                  <a:gd name="connsiteX13" fmla="*/ 37266 w 180709"/>
                  <a:gd name="connsiteY13" fmla="*/ 238906 h 239510"/>
                  <a:gd name="connsiteX14" fmla="*/ 100797 w 180709"/>
                  <a:gd name="connsiteY14" fmla="*/ 193482 h 239510"/>
                  <a:gd name="connsiteX15" fmla="*/ 96209 w 180709"/>
                  <a:gd name="connsiteY15" fmla="*/ 224109 h 239510"/>
                  <a:gd name="connsiteX16" fmla="*/ 111032 w 180709"/>
                  <a:gd name="connsiteY16" fmla="*/ 239594 h 239510"/>
                  <a:gd name="connsiteX17" fmla="*/ 162563 w 180709"/>
                  <a:gd name="connsiteY17" fmla="*/ 200364 h 239510"/>
                  <a:gd name="connsiteX18" fmla="*/ 158328 w 180709"/>
                  <a:gd name="connsiteY18" fmla="*/ 196923 h 239510"/>
                  <a:gd name="connsiteX19" fmla="*/ 104679 w 180709"/>
                  <a:gd name="connsiteY19" fmla="*/ 91277 h 239510"/>
                  <a:gd name="connsiteX20" fmla="*/ 120562 w 180709"/>
                  <a:gd name="connsiteY20" fmla="*/ 110892 h 239510"/>
                  <a:gd name="connsiteX21" fmla="*/ 51384 w 180709"/>
                  <a:gd name="connsiteY21" fmla="*/ 222388 h 239510"/>
                  <a:gd name="connsiteX22" fmla="*/ 30913 w 180709"/>
                  <a:gd name="connsiteY22" fmla="*/ 199676 h 239510"/>
                  <a:gd name="connsiteX23" fmla="*/ 71855 w 180709"/>
                  <a:gd name="connsiteY23" fmla="*/ 107106 h 239510"/>
                  <a:gd name="connsiteX24" fmla="*/ 104679 w 180709"/>
                  <a:gd name="connsiteY24" fmla="*/ 91277 h 239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0709" h="239510">
                    <a:moveTo>
                      <a:pt x="158328" y="196923"/>
                    </a:moveTo>
                    <a:cubicBezTo>
                      <a:pt x="139268" y="218259"/>
                      <a:pt x="135386" y="221356"/>
                      <a:pt x="129386" y="221356"/>
                    </a:cubicBezTo>
                    <a:cubicBezTo>
                      <a:pt x="125856" y="221356"/>
                      <a:pt x="123033" y="218259"/>
                      <a:pt x="123033" y="214473"/>
                    </a:cubicBezTo>
                    <a:cubicBezTo>
                      <a:pt x="123033" y="209655"/>
                      <a:pt x="134327" y="167672"/>
                      <a:pt x="145974" y="129819"/>
                    </a:cubicBezTo>
                    <a:cubicBezTo>
                      <a:pt x="155504" y="98159"/>
                      <a:pt x="162916" y="70629"/>
                      <a:pt x="180916" y="1804"/>
                    </a:cubicBezTo>
                    <a:lnTo>
                      <a:pt x="179151" y="84"/>
                    </a:lnTo>
                    <a:cubicBezTo>
                      <a:pt x="160445" y="3869"/>
                      <a:pt x="147739" y="5934"/>
                      <a:pt x="125150" y="7999"/>
                    </a:cubicBezTo>
                    <a:lnTo>
                      <a:pt x="125150" y="13849"/>
                    </a:lnTo>
                    <a:cubicBezTo>
                      <a:pt x="144563" y="14537"/>
                      <a:pt x="147033" y="15569"/>
                      <a:pt x="147033" y="22796"/>
                    </a:cubicBezTo>
                    <a:cubicBezTo>
                      <a:pt x="147033" y="27270"/>
                      <a:pt x="146680" y="29334"/>
                      <a:pt x="141739" y="46885"/>
                    </a:cubicBezTo>
                    <a:lnTo>
                      <a:pt x="126209" y="103321"/>
                    </a:lnTo>
                    <a:cubicBezTo>
                      <a:pt x="123386" y="88868"/>
                      <a:pt x="117033" y="83362"/>
                      <a:pt x="103268" y="83362"/>
                    </a:cubicBezTo>
                    <a:cubicBezTo>
                      <a:pt x="57384" y="83362"/>
                      <a:pt x="207" y="148057"/>
                      <a:pt x="207" y="199676"/>
                    </a:cubicBezTo>
                    <a:cubicBezTo>
                      <a:pt x="207" y="224109"/>
                      <a:pt x="14325" y="238906"/>
                      <a:pt x="37266" y="238906"/>
                    </a:cubicBezTo>
                    <a:cubicBezTo>
                      <a:pt x="61267" y="238906"/>
                      <a:pt x="76797" y="227894"/>
                      <a:pt x="100797" y="193482"/>
                    </a:cubicBezTo>
                    <a:cubicBezTo>
                      <a:pt x="96915" y="211032"/>
                      <a:pt x="96209" y="216194"/>
                      <a:pt x="96209" y="224109"/>
                    </a:cubicBezTo>
                    <a:cubicBezTo>
                      <a:pt x="96209" y="233400"/>
                      <a:pt x="102209" y="239594"/>
                      <a:pt x="111032" y="239594"/>
                    </a:cubicBezTo>
                    <a:cubicBezTo>
                      <a:pt x="125856" y="239594"/>
                      <a:pt x="144210" y="225485"/>
                      <a:pt x="162563" y="200364"/>
                    </a:cubicBezTo>
                    <a:lnTo>
                      <a:pt x="158328" y="196923"/>
                    </a:lnTo>
                    <a:close/>
                    <a:moveTo>
                      <a:pt x="104679" y="91277"/>
                    </a:moveTo>
                    <a:cubicBezTo>
                      <a:pt x="115268" y="91965"/>
                      <a:pt x="120562" y="98503"/>
                      <a:pt x="120562" y="110892"/>
                    </a:cubicBezTo>
                    <a:cubicBezTo>
                      <a:pt x="120562" y="163199"/>
                      <a:pt x="83856" y="222388"/>
                      <a:pt x="51384" y="222388"/>
                    </a:cubicBezTo>
                    <a:cubicBezTo>
                      <a:pt x="39384" y="222388"/>
                      <a:pt x="30913" y="213097"/>
                      <a:pt x="30913" y="199676"/>
                    </a:cubicBezTo>
                    <a:cubicBezTo>
                      <a:pt x="30913" y="171114"/>
                      <a:pt x="48561" y="131195"/>
                      <a:pt x="71855" y="107106"/>
                    </a:cubicBezTo>
                    <a:cubicBezTo>
                      <a:pt x="81738" y="97127"/>
                      <a:pt x="94797" y="90588"/>
                      <a:pt x="104679" y="91277"/>
                    </a:cubicBezTo>
                    <a:close/>
                  </a:path>
                </a:pathLst>
              </a:custGeom>
              <a:solidFill>
                <a:srgbClr val="000000"/>
              </a:solidFill>
              <a:ln w="480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F44F5F6C-E512-92BA-DE77-537CC5FBE805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10097875" y="5239954"/>
                <a:ext cx="162771" cy="240542"/>
              </a:xfrm>
              <a:custGeom>
                <a:avLst/>
                <a:gdLst>
                  <a:gd name="connsiteX0" fmla="*/ 102444 w 162771"/>
                  <a:gd name="connsiteY0" fmla="*/ 84 h 240542"/>
                  <a:gd name="connsiteX1" fmla="*/ 58679 w 162771"/>
                  <a:gd name="connsiteY1" fmla="*/ 16258 h 240542"/>
                  <a:gd name="connsiteX2" fmla="*/ 3619 w 162771"/>
                  <a:gd name="connsiteY2" fmla="*/ 120527 h 240542"/>
                  <a:gd name="connsiteX3" fmla="*/ 19149 w 162771"/>
                  <a:gd name="connsiteY3" fmla="*/ 220667 h 240542"/>
                  <a:gd name="connsiteX4" fmla="*/ 61150 w 162771"/>
                  <a:gd name="connsiteY4" fmla="*/ 240627 h 240542"/>
                  <a:gd name="connsiteX5" fmla="*/ 104915 w 162771"/>
                  <a:gd name="connsiteY5" fmla="*/ 224453 h 240542"/>
                  <a:gd name="connsiteX6" fmla="*/ 159269 w 162771"/>
                  <a:gd name="connsiteY6" fmla="*/ 122248 h 240542"/>
                  <a:gd name="connsiteX7" fmla="*/ 144445 w 162771"/>
                  <a:gd name="connsiteY7" fmla="*/ 20043 h 240542"/>
                  <a:gd name="connsiteX8" fmla="*/ 102444 w 162771"/>
                  <a:gd name="connsiteY8" fmla="*/ 84 h 240542"/>
                  <a:gd name="connsiteX9" fmla="*/ 121857 w 162771"/>
                  <a:gd name="connsiteY9" fmla="*/ 128786 h 240542"/>
                  <a:gd name="connsiteX10" fmla="*/ 92915 w 162771"/>
                  <a:gd name="connsiteY10" fmla="*/ 208623 h 240542"/>
                  <a:gd name="connsiteX11" fmla="*/ 63267 w 162771"/>
                  <a:gd name="connsiteY11" fmla="*/ 227206 h 240542"/>
                  <a:gd name="connsiteX12" fmla="*/ 39973 w 162771"/>
                  <a:gd name="connsiteY12" fmla="*/ 208623 h 240542"/>
                  <a:gd name="connsiteX13" fmla="*/ 38561 w 162771"/>
                  <a:gd name="connsiteY13" fmla="*/ 128786 h 240542"/>
                  <a:gd name="connsiteX14" fmla="*/ 121857 w 162771"/>
                  <a:gd name="connsiteY14" fmla="*/ 128786 h 240542"/>
                  <a:gd name="connsiteX15" fmla="*/ 41737 w 162771"/>
                  <a:gd name="connsiteY15" fmla="*/ 109515 h 240542"/>
                  <a:gd name="connsiteX16" fmla="*/ 70326 w 162771"/>
                  <a:gd name="connsiteY16" fmla="*/ 31399 h 240542"/>
                  <a:gd name="connsiteX17" fmla="*/ 99974 w 162771"/>
                  <a:gd name="connsiteY17" fmla="*/ 12816 h 240542"/>
                  <a:gd name="connsiteX18" fmla="*/ 123268 w 162771"/>
                  <a:gd name="connsiteY18" fmla="*/ 31399 h 240542"/>
                  <a:gd name="connsiteX19" fmla="*/ 125033 w 162771"/>
                  <a:gd name="connsiteY19" fmla="*/ 109515 h 240542"/>
                  <a:gd name="connsiteX20" fmla="*/ 41737 w 162771"/>
                  <a:gd name="connsiteY20" fmla="*/ 109515 h 2405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</a:cxnLst>
                <a:rect l="l" t="t" r="r" b="b"/>
                <a:pathLst>
                  <a:path w="162771" h="240542">
                    <a:moveTo>
                      <a:pt x="102444" y="84"/>
                    </a:moveTo>
                    <a:cubicBezTo>
                      <a:pt x="88680" y="84"/>
                      <a:pt x="73503" y="5590"/>
                      <a:pt x="58679" y="16258"/>
                    </a:cubicBezTo>
                    <a:cubicBezTo>
                      <a:pt x="31502" y="35184"/>
                      <a:pt x="11737" y="72350"/>
                      <a:pt x="3619" y="120527"/>
                    </a:cubicBezTo>
                    <a:cubicBezTo>
                      <a:pt x="-4146" y="165608"/>
                      <a:pt x="1501" y="201052"/>
                      <a:pt x="19149" y="220667"/>
                    </a:cubicBezTo>
                    <a:cubicBezTo>
                      <a:pt x="30443" y="233400"/>
                      <a:pt x="45973" y="240627"/>
                      <a:pt x="61150" y="240627"/>
                    </a:cubicBezTo>
                    <a:cubicBezTo>
                      <a:pt x="74915" y="240627"/>
                      <a:pt x="89738" y="235121"/>
                      <a:pt x="104915" y="224453"/>
                    </a:cubicBezTo>
                    <a:cubicBezTo>
                      <a:pt x="131739" y="205526"/>
                      <a:pt x="151504" y="168705"/>
                      <a:pt x="159269" y="122248"/>
                    </a:cubicBezTo>
                    <a:cubicBezTo>
                      <a:pt x="167387" y="75103"/>
                      <a:pt x="162093" y="40002"/>
                      <a:pt x="144445" y="20043"/>
                    </a:cubicBezTo>
                    <a:cubicBezTo>
                      <a:pt x="132798" y="7310"/>
                      <a:pt x="117974" y="84"/>
                      <a:pt x="102444" y="84"/>
                    </a:cubicBezTo>
                    <a:close/>
                    <a:moveTo>
                      <a:pt x="121857" y="128786"/>
                    </a:moveTo>
                    <a:cubicBezTo>
                      <a:pt x="114445" y="168016"/>
                      <a:pt x="106327" y="190384"/>
                      <a:pt x="92915" y="208623"/>
                    </a:cubicBezTo>
                    <a:cubicBezTo>
                      <a:pt x="84797" y="219291"/>
                      <a:pt x="72091" y="227206"/>
                      <a:pt x="63267" y="227206"/>
                    </a:cubicBezTo>
                    <a:cubicBezTo>
                      <a:pt x="54091" y="227206"/>
                      <a:pt x="44208" y="218947"/>
                      <a:pt x="39973" y="208623"/>
                    </a:cubicBezTo>
                    <a:cubicBezTo>
                      <a:pt x="32914" y="190384"/>
                      <a:pt x="32561" y="168016"/>
                      <a:pt x="38561" y="128786"/>
                    </a:cubicBezTo>
                    <a:lnTo>
                      <a:pt x="121857" y="128786"/>
                    </a:lnTo>
                    <a:close/>
                    <a:moveTo>
                      <a:pt x="41737" y="109515"/>
                    </a:moveTo>
                    <a:cubicBezTo>
                      <a:pt x="49149" y="72006"/>
                      <a:pt x="57620" y="49294"/>
                      <a:pt x="70326" y="31399"/>
                    </a:cubicBezTo>
                    <a:cubicBezTo>
                      <a:pt x="78091" y="21075"/>
                      <a:pt x="91150" y="12816"/>
                      <a:pt x="99974" y="12816"/>
                    </a:cubicBezTo>
                    <a:cubicBezTo>
                      <a:pt x="108798" y="12816"/>
                      <a:pt x="119033" y="21075"/>
                      <a:pt x="123268" y="31399"/>
                    </a:cubicBezTo>
                    <a:cubicBezTo>
                      <a:pt x="130327" y="49294"/>
                      <a:pt x="131033" y="72006"/>
                      <a:pt x="125033" y="109515"/>
                    </a:cubicBezTo>
                    <a:lnTo>
                      <a:pt x="41737" y="109515"/>
                    </a:lnTo>
                    <a:close/>
                  </a:path>
                </a:pathLst>
              </a:custGeom>
              <a:solidFill>
                <a:srgbClr val="000000"/>
              </a:solidFill>
              <a:ln w="480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13E4563A-6950-5C34-2B7F-8B2A1E93698D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10311064" y="5217930"/>
                <a:ext cx="137296" cy="344124"/>
              </a:xfrm>
              <a:custGeom>
                <a:avLst/>
                <a:gdLst>
                  <a:gd name="connsiteX0" fmla="*/ 135751 w 137296"/>
                  <a:gd name="connsiteY0" fmla="*/ 13161 h 344124"/>
                  <a:gd name="connsiteX1" fmla="*/ 137515 w 137296"/>
                  <a:gd name="connsiteY1" fmla="*/ 6967 h 344124"/>
                  <a:gd name="connsiteX2" fmla="*/ 130456 w 137296"/>
                  <a:gd name="connsiteY2" fmla="*/ 84 h 344124"/>
                  <a:gd name="connsiteX3" fmla="*/ 124456 w 137296"/>
                  <a:gd name="connsiteY3" fmla="*/ 3181 h 344124"/>
                  <a:gd name="connsiteX4" fmla="*/ 1983 w 137296"/>
                  <a:gd name="connsiteY4" fmla="*/ 331131 h 344124"/>
                  <a:gd name="connsiteX5" fmla="*/ 219 w 137296"/>
                  <a:gd name="connsiteY5" fmla="*/ 337326 h 344124"/>
                  <a:gd name="connsiteX6" fmla="*/ 7278 w 137296"/>
                  <a:gd name="connsiteY6" fmla="*/ 344208 h 344124"/>
                  <a:gd name="connsiteX7" fmla="*/ 15042 w 137296"/>
                  <a:gd name="connsiteY7" fmla="*/ 335949 h 344124"/>
                  <a:gd name="connsiteX8" fmla="*/ 135751 w 137296"/>
                  <a:gd name="connsiteY8" fmla="*/ 13161 h 344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37296" h="344124">
                    <a:moveTo>
                      <a:pt x="135751" y="13161"/>
                    </a:moveTo>
                    <a:cubicBezTo>
                      <a:pt x="137515" y="8687"/>
                      <a:pt x="137515" y="7311"/>
                      <a:pt x="137515" y="6967"/>
                    </a:cubicBezTo>
                    <a:cubicBezTo>
                      <a:pt x="137515" y="3181"/>
                      <a:pt x="134339" y="84"/>
                      <a:pt x="130456" y="84"/>
                    </a:cubicBezTo>
                    <a:cubicBezTo>
                      <a:pt x="127986" y="84"/>
                      <a:pt x="125515" y="1116"/>
                      <a:pt x="124456" y="3181"/>
                    </a:cubicBezTo>
                    <a:lnTo>
                      <a:pt x="1983" y="331131"/>
                    </a:lnTo>
                    <a:cubicBezTo>
                      <a:pt x="219" y="335605"/>
                      <a:pt x="219" y="336982"/>
                      <a:pt x="219" y="337326"/>
                    </a:cubicBezTo>
                    <a:cubicBezTo>
                      <a:pt x="219" y="341111"/>
                      <a:pt x="3395" y="344208"/>
                      <a:pt x="7278" y="344208"/>
                    </a:cubicBezTo>
                    <a:cubicBezTo>
                      <a:pt x="11866" y="344208"/>
                      <a:pt x="12925" y="341799"/>
                      <a:pt x="15042" y="335949"/>
                    </a:cubicBezTo>
                    <a:lnTo>
                      <a:pt x="135751" y="13161"/>
                    </a:lnTo>
                    <a:close/>
                  </a:path>
                </a:pathLst>
              </a:custGeom>
              <a:solidFill>
                <a:srgbClr val="000000"/>
              </a:solidFill>
              <a:ln w="480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B3CB8A5C-ABA0-4AB3-EDDC-E38EDAFB26C1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10474082" y="5240987"/>
                <a:ext cx="180709" cy="239510"/>
              </a:xfrm>
              <a:custGeom>
                <a:avLst/>
                <a:gdLst>
                  <a:gd name="connsiteX0" fmla="*/ 158344 w 180709"/>
                  <a:gd name="connsiteY0" fmla="*/ 196923 h 239510"/>
                  <a:gd name="connsiteX1" fmla="*/ 129403 w 180709"/>
                  <a:gd name="connsiteY1" fmla="*/ 221356 h 239510"/>
                  <a:gd name="connsiteX2" fmla="*/ 123050 w 180709"/>
                  <a:gd name="connsiteY2" fmla="*/ 214473 h 239510"/>
                  <a:gd name="connsiteX3" fmla="*/ 145991 w 180709"/>
                  <a:gd name="connsiteY3" fmla="*/ 129819 h 239510"/>
                  <a:gd name="connsiteX4" fmla="*/ 180933 w 180709"/>
                  <a:gd name="connsiteY4" fmla="*/ 1804 h 239510"/>
                  <a:gd name="connsiteX5" fmla="*/ 179168 w 180709"/>
                  <a:gd name="connsiteY5" fmla="*/ 84 h 239510"/>
                  <a:gd name="connsiteX6" fmla="*/ 125167 w 180709"/>
                  <a:gd name="connsiteY6" fmla="*/ 7999 h 239510"/>
                  <a:gd name="connsiteX7" fmla="*/ 125167 w 180709"/>
                  <a:gd name="connsiteY7" fmla="*/ 13849 h 239510"/>
                  <a:gd name="connsiteX8" fmla="*/ 147050 w 180709"/>
                  <a:gd name="connsiteY8" fmla="*/ 22796 h 239510"/>
                  <a:gd name="connsiteX9" fmla="*/ 141756 w 180709"/>
                  <a:gd name="connsiteY9" fmla="*/ 46885 h 239510"/>
                  <a:gd name="connsiteX10" fmla="*/ 126226 w 180709"/>
                  <a:gd name="connsiteY10" fmla="*/ 103321 h 239510"/>
                  <a:gd name="connsiteX11" fmla="*/ 103284 w 180709"/>
                  <a:gd name="connsiteY11" fmla="*/ 83362 h 239510"/>
                  <a:gd name="connsiteX12" fmla="*/ 224 w 180709"/>
                  <a:gd name="connsiteY12" fmla="*/ 199676 h 239510"/>
                  <a:gd name="connsiteX13" fmla="*/ 37283 w 180709"/>
                  <a:gd name="connsiteY13" fmla="*/ 238906 h 239510"/>
                  <a:gd name="connsiteX14" fmla="*/ 100814 w 180709"/>
                  <a:gd name="connsiteY14" fmla="*/ 193482 h 239510"/>
                  <a:gd name="connsiteX15" fmla="*/ 96225 w 180709"/>
                  <a:gd name="connsiteY15" fmla="*/ 224109 h 239510"/>
                  <a:gd name="connsiteX16" fmla="*/ 111049 w 180709"/>
                  <a:gd name="connsiteY16" fmla="*/ 239594 h 239510"/>
                  <a:gd name="connsiteX17" fmla="*/ 162580 w 180709"/>
                  <a:gd name="connsiteY17" fmla="*/ 200364 h 239510"/>
                  <a:gd name="connsiteX18" fmla="*/ 158344 w 180709"/>
                  <a:gd name="connsiteY18" fmla="*/ 196923 h 239510"/>
                  <a:gd name="connsiteX19" fmla="*/ 104696 w 180709"/>
                  <a:gd name="connsiteY19" fmla="*/ 91277 h 239510"/>
                  <a:gd name="connsiteX20" fmla="*/ 120579 w 180709"/>
                  <a:gd name="connsiteY20" fmla="*/ 110892 h 239510"/>
                  <a:gd name="connsiteX21" fmla="*/ 51401 w 180709"/>
                  <a:gd name="connsiteY21" fmla="*/ 222388 h 239510"/>
                  <a:gd name="connsiteX22" fmla="*/ 30930 w 180709"/>
                  <a:gd name="connsiteY22" fmla="*/ 199676 h 239510"/>
                  <a:gd name="connsiteX23" fmla="*/ 71872 w 180709"/>
                  <a:gd name="connsiteY23" fmla="*/ 107106 h 239510"/>
                  <a:gd name="connsiteX24" fmla="*/ 104696 w 180709"/>
                  <a:gd name="connsiteY24" fmla="*/ 91277 h 23951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</a:cxnLst>
                <a:rect l="l" t="t" r="r" b="b"/>
                <a:pathLst>
                  <a:path w="180709" h="239510">
                    <a:moveTo>
                      <a:pt x="158344" y="196923"/>
                    </a:moveTo>
                    <a:cubicBezTo>
                      <a:pt x="139285" y="218259"/>
                      <a:pt x="135403" y="221356"/>
                      <a:pt x="129403" y="221356"/>
                    </a:cubicBezTo>
                    <a:cubicBezTo>
                      <a:pt x="125873" y="221356"/>
                      <a:pt x="123050" y="218259"/>
                      <a:pt x="123050" y="214473"/>
                    </a:cubicBezTo>
                    <a:cubicBezTo>
                      <a:pt x="123050" y="209655"/>
                      <a:pt x="134344" y="167672"/>
                      <a:pt x="145991" y="129819"/>
                    </a:cubicBezTo>
                    <a:cubicBezTo>
                      <a:pt x="155521" y="98159"/>
                      <a:pt x="162933" y="70629"/>
                      <a:pt x="180933" y="1804"/>
                    </a:cubicBezTo>
                    <a:lnTo>
                      <a:pt x="179168" y="84"/>
                    </a:lnTo>
                    <a:cubicBezTo>
                      <a:pt x="160462" y="3869"/>
                      <a:pt x="147756" y="5934"/>
                      <a:pt x="125167" y="7999"/>
                    </a:cubicBezTo>
                    <a:lnTo>
                      <a:pt x="125167" y="13849"/>
                    </a:lnTo>
                    <a:cubicBezTo>
                      <a:pt x="144579" y="14537"/>
                      <a:pt x="147050" y="15569"/>
                      <a:pt x="147050" y="22796"/>
                    </a:cubicBezTo>
                    <a:cubicBezTo>
                      <a:pt x="147050" y="27270"/>
                      <a:pt x="146697" y="29334"/>
                      <a:pt x="141756" y="46885"/>
                    </a:cubicBezTo>
                    <a:lnTo>
                      <a:pt x="126226" y="103321"/>
                    </a:lnTo>
                    <a:cubicBezTo>
                      <a:pt x="123402" y="88868"/>
                      <a:pt x="117049" y="83362"/>
                      <a:pt x="103284" y="83362"/>
                    </a:cubicBezTo>
                    <a:cubicBezTo>
                      <a:pt x="57401" y="83362"/>
                      <a:pt x="224" y="148057"/>
                      <a:pt x="224" y="199676"/>
                    </a:cubicBezTo>
                    <a:cubicBezTo>
                      <a:pt x="224" y="224109"/>
                      <a:pt x="14342" y="238906"/>
                      <a:pt x="37283" y="238906"/>
                    </a:cubicBezTo>
                    <a:cubicBezTo>
                      <a:pt x="61284" y="238906"/>
                      <a:pt x="76813" y="227894"/>
                      <a:pt x="100814" y="193482"/>
                    </a:cubicBezTo>
                    <a:cubicBezTo>
                      <a:pt x="96931" y="211032"/>
                      <a:pt x="96225" y="216194"/>
                      <a:pt x="96225" y="224109"/>
                    </a:cubicBezTo>
                    <a:cubicBezTo>
                      <a:pt x="96225" y="233400"/>
                      <a:pt x="102226" y="239594"/>
                      <a:pt x="111049" y="239594"/>
                    </a:cubicBezTo>
                    <a:cubicBezTo>
                      <a:pt x="125873" y="239594"/>
                      <a:pt x="144226" y="225485"/>
                      <a:pt x="162580" y="200364"/>
                    </a:cubicBezTo>
                    <a:lnTo>
                      <a:pt x="158344" y="196923"/>
                    </a:lnTo>
                    <a:close/>
                    <a:moveTo>
                      <a:pt x="104696" y="91277"/>
                    </a:moveTo>
                    <a:cubicBezTo>
                      <a:pt x="115285" y="91965"/>
                      <a:pt x="120579" y="98503"/>
                      <a:pt x="120579" y="110892"/>
                    </a:cubicBezTo>
                    <a:cubicBezTo>
                      <a:pt x="120579" y="163199"/>
                      <a:pt x="83872" y="222388"/>
                      <a:pt x="51401" y="222388"/>
                    </a:cubicBezTo>
                    <a:cubicBezTo>
                      <a:pt x="39401" y="222388"/>
                      <a:pt x="30930" y="213097"/>
                      <a:pt x="30930" y="199676"/>
                    </a:cubicBezTo>
                    <a:cubicBezTo>
                      <a:pt x="30930" y="171114"/>
                      <a:pt x="48578" y="131195"/>
                      <a:pt x="71872" y="107106"/>
                    </a:cubicBezTo>
                    <a:cubicBezTo>
                      <a:pt x="81755" y="97127"/>
                      <a:pt x="94814" y="90588"/>
                      <a:pt x="104696" y="91277"/>
                    </a:cubicBezTo>
                    <a:close/>
                  </a:path>
                </a:pathLst>
              </a:custGeom>
              <a:solidFill>
                <a:srgbClr val="000000"/>
              </a:solidFill>
              <a:ln w="480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DEE2489D-AF0A-313F-533D-29DFB79F803A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10668544" y="5288132"/>
                <a:ext cx="91413" cy="191677"/>
              </a:xfrm>
              <a:custGeom>
                <a:avLst/>
                <a:gdLst>
                  <a:gd name="connsiteX0" fmla="*/ 91642 w 91413"/>
                  <a:gd name="connsiteY0" fmla="*/ 40691 h 191677"/>
                  <a:gd name="connsiteX1" fmla="*/ 63406 w 91413"/>
                  <a:gd name="connsiteY1" fmla="*/ 40691 h 191677"/>
                  <a:gd name="connsiteX2" fmla="*/ 73289 w 91413"/>
                  <a:gd name="connsiteY2" fmla="*/ 5246 h 191677"/>
                  <a:gd name="connsiteX3" fmla="*/ 73642 w 91413"/>
                  <a:gd name="connsiteY3" fmla="*/ 3525 h 191677"/>
                  <a:gd name="connsiteX4" fmla="*/ 70818 w 91413"/>
                  <a:gd name="connsiteY4" fmla="*/ 84 h 191677"/>
                  <a:gd name="connsiteX5" fmla="*/ 65524 w 91413"/>
                  <a:gd name="connsiteY5" fmla="*/ 3181 h 191677"/>
                  <a:gd name="connsiteX6" fmla="*/ 18582 w 91413"/>
                  <a:gd name="connsiteY6" fmla="*/ 41035 h 191677"/>
                  <a:gd name="connsiteX7" fmla="*/ 7288 w 91413"/>
                  <a:gd name="connsiteY7" fmla="*/ 49638 h 191677"/>
                  <a:gd name="connsiteX8" fmla="*/ 7641 w 91413"/>
                  <a:gd name="connsiteY8" fmla="*/ 51703 h 191677"/>
                  <a:gd name="connsiteX9" fmla="*/ 33759 w 91413"/>
                  <a:gd name="connsiteY9" fmla="*/ 51703 h 191677"/>
                  <a:gd name="connsiteX10" fmla="*/ 8346 w 91413"/>
                  <a:gd name="connsiteY10" fmla="*/ 146337 h 191677"/>
                  <a:gd name="connsiteX11" fmla="*/ 6229 w 91413"/>
                  <a:gd name="connsiteY11" fmla="*/ 153563 h 191677"/>
                  <a:gd name="connsiteX12" fmla="*/ 229 w 91413"/>
                  <a:gd name="connsiteY12" fmla="*/ 178684 h 191677"/>
                  <a:gd name="connsiteX13" fmla="*/ 17170 w 91413"/>
                  <a:gd name="connsiteY13" fmla="*/ 191761 h 191677"/>
                  <a:gd name="connsiteX14" fmla="*/ 67289 w 91413"/>
                  <a:gd name="connsiteY14" fmla="*/ 150122 h 191677"/>
                  <a:gd name="connsiteX15" fmla="*/ 62700 w 91413"/>
                  <a:gd name="connsiteY15" fmla="*/ 147713 h 191677"/>
                  <a:gd name="connsiteX16" fmla="*/ 34112 w 91413"/>
                  <a:gd name="connsiteY16" fmla="*/ 174899 h 191677"/>
                  <a:gd name="connsiteX17" fmla="*/ 28817 w 91413"/>
                  <a:gd name="connsiteY17" fmla="*/ 168017 h 191677"/>
                  <a:gd name="connsiteX18" fmla="*/ 29170 w 91413"/>
                  <a:gd name="connsiteY18" fmla="*/ 166296 h 191677"/>
                  <a:gd name="connsiteX19" fmla="*/ 60230 w 91413"/>
                  <a:gd name="connsiteY19" fmla="*/ 51703 h 191677"/>
                  <a:gd name="connsiteX20" fmla="*/ 89877 w 91413"/>
                  <a:gd name="connsiteY20" fmla="*/ 51703 h 191677"/>
                  <a:gd name="connsiteX21" fmla="*/ 91642 w 91413"/>
                  <a:gd name="connsiteY21" fmla="*/ 40691 h 19167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91413" h="191677">
                    <a:moveTo>
                      <a:pt x="91642" y="40691"/>
                    </a:moveTo>
                    <a:lnTo>
                      <a:pt x="63406" y="40691"/>
                    </a:lnTo>
                    <a:lnTo>
                      <a:pt x="73289" y="5246"/>
                    </a:lnTo>
                    <a:cubicBezTo>
                      <a:pt x="73642" y="4558"/>
                      <a:pt x="73642" y="3869"/>
                      <a:pt x="73642" y="3525"/>
                    </a:cubicBezTo>
                    <a:cubicBezTo>
                      <a:pt x="73642" y="1116"/>
                      <a:pt x="72583" y="84"/>
                      <a:pt x="70818" y="84"/>
                    </a:cubicBezTo>
                    <a:cubicBezTo>
                      <a:pt x="68701" y="84"/>
                      <a:pt x="67642" y="428"/>
                      <a:pt x="65524" y="3181"/>
                    </a:cubicBezTo>
                    <a:cubicBezTo>
                      <a:pt x="51759" y="20731"/>
                      <a:pt x="29876" y="37938"/>
                      <a:pt x="18582" y="41035"/>
                    </a:cubicBezTo>
                    <a:cubicBezTo>
                      <a:pt x="9758" y="43788"/>
                      <a:pt x="7288" y="45852"/>
                      <a:pt x="7288" y="49638"/>
                    </a:cubicBezTo>
                    <a:cubicBezTo>
                      <a:pt x="7288" y="49982"/>
                      <a:pt x="7288" y="50670"/>
                      <a:pt x="7641" y="51703"/>
                    </a:cubicBezTo>
                    <a:lnTo>
                      <a:pt x="33759" y="51703"/>
                    </a:lnTo>
                    <a:lnTo>
                      <a:pt x="8346" y="146337"/>
                    </a:lnTo>
                    <a:cubicBezTo>
                      <a:pt x="7641" y="149434"/>
                      <a:pt x="7288" y="150466"/>
                      <a:pt x="6229" y="153563"/>
                    </a:cubicBezTo>
                    <a:cubicBezTo>
                      <a:pt x="3052" y="163887"/>
                      <a:pt x="229" y="175931"/>
                      <a:pt x="229" y="178684"/>
                    </a:cubicBezTo>
                    <a:cubicBezTo>
                      <a:pt x="229" y="186255"/>
                      <a:pt x="7641" y="191761"/>
                      <a:pt x="17170" y="191761"/>
                    </a:cubicBezTo>
                    <a:cubicBezTo>
                      <a:pt x="33406" y="191761"/>
                      <a:pt x="45053" y="182126"/>
                      <a:pt x="67289" y="150122"/>
                    </a:cubicBezTo>
                    <a:lnTo>
                      <a:pt x="62700" y="147713"/>
                    </a:lnTo>
                    <a:cubicBezTo>
                      <a:pt x="45406" y="169393"/>
                      <a:pt x="39759" y="174899"/>
                      <a:pt x="34112" y="174899"/>
                    </a:cubicBezTo>
                    <a:cubicBezTo>
                      <a:pt x="30935" y="174899"/>
                      <a:pt x="28817" y="172146"/>
                      <a:pt x="28817" y="168017"/>
                    </a:cubicBezTo>
                    <a:cubicBezTo>
                      <a:pt x="28817" y="167672"/>
                      <a:pt x="28817" y="167328"/>
                      <a:pt x="29170" y="166296"/>
                    </a:cubicBezTo>
                    <a:lnTo>
                      <a:pt x="60230" y="51703"/>
                    </a:lnTo>
                    <a:lnTo>
                      <a:pt x="89877" y="51703"/>
                    </a:lnTo>
                    <a:lnTo>
                      <a:pt x="91642" y="40691"/>
                    </a:lnTo>
                    <a:close/>
                  </a:path>
                </a:pathLst>
              </a:custGeom>
              <a:solidFill>
                <a:srgbClr val="000000"/>
              </a:solidFill>
              <a:ln w="480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3F73C0B7-2076-37FC-6151-64AB87D41CC0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10798175" y="5217930"/>
                <a:ext cx="81883" cy="344124"/>
              </a:xfrm>
              <a:custGeom>
                <a:avLst/>
                <a:gdLst>
                  <a:gd name="connsiteX0" fmla="*/ 82116 w 81883"/>
                  <a:gd name="connsiteY0" fmla="*/ 172146 h 344124"/>
                  <a:gd name="connsiteX1" fmla="*/ 58821 w 81883"/>
                  <a:gd name="connsiteY1" fmla="*/ 64779 h 344124"/>
                  <a:gd name="connsiteX2" fmla="*/ 3762 w 81883"/>
                  <a:gd name="connsiteY2" fmla="*/ 84 h 344124"/>
                  <a:gd name="connsiteX3" fmla="*/ 232 w 81883"/>
                  <a:gd name="connsiteY3" fmla="*/ 3525 h 344124"/>
                  <a:gd name="connsiteX4" fmla="*/ 6938 w 81883"/>
                  <a:gd name="connsiteY4" fmla="*/ 11440 h 344124"/>
                  <a:gd name="connsiteX5" fmla="*/ 61645 w 81883"/>
                  <a:gd name="connsiteY5" fmla="*/ 172146 h 344124"/>
                  <a:gd name="connsiteX6" fmla="*/ 4820 w 81883"/>
                  <a:gd name="connsiteY6" fmla="*/ 334917 h 344124"/>
                  <a:gd name="connsiteX7" fmla="*/ 232 w 81883"/>
                  <a:gd name="connsiteY7" fmla="*/ 340767 h 344124"/>
                  <a:gd name="connsiteX8" fmla="*/ 3762 w 81883"/>
                  <a:gd name="connsiteY8" fmla="*/ 344208 h 344124"/>
                  <a:gd name="connsiteX9" fmla="*/ 59880 w 81883"/>
                  <a:gd name="connsiteY9" fmla="*/ 277104 h 344124"/>
                  <a:gd name="connsiteX10" fmla="*/ 82116 w 81883"/>
                  <a:gd name="connsiteY10" fmla="*/ 172146 h 344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1883" h="344124">
                    <a:moveTo>
                      <a:pt x="82116" y="172146"/>
                    </a:moveTo>
                    <a:cubicBezTo>
                      <a:pt x="82116" y="145304"/>
                      <a:pt x="78234" y="103665"/>
                      <a:pt x="58821" y="64779"/>
                    </a:cubicBezTo>
                    <a:cubicBezTo>
                      <a:pt x="37645" y="22452"/>
                      <a:pt x="7291" y="84"/>
                      <a:pt x="3762" y="84"/>
                    </a:cubicBezTo>
                    <a:cubicBezTo>
                      <a:pt x="1644" y="84"/>
                      <a:pt x="232" y="1461"/>
                      <a:pt x="232" y="3525"/>
                    </a:cubicBezTo>
                    <a:cubicBezTo>
                      <a:pt x="232" y="4558"/>
                      <a:pt x="232" y="5246"/>
                      <a:pt x="6938" y="11440"/>
                    </a:cubicBezTo>
                    <a:cubicBezTo>
                      <a:pt x="41527" y="45508"/>
                      <a:pt x="61645" y="100224"/>
                      <a:pt x="61645" y="172146"/>
                    </a:cubicBezTo>
                    <a:cubicBezTo>
                      <a:pt x="61645" y="230991"/>
                      <a:pt x="48586" y="291557"/>
                      <a:pt x="4820" y="334917"/>
                    </a:cubicBezTo>
                    <a:cubicBezTo>
                      <a:pt x="232" y="339046"/>
                      <a:pt x="232" y="339735"/>
                      <a:pt x="232" y="340767"/>
                    </a:cubicBezTo>
                    <a:cubicBezTo>
                      <a:pt x="232" y="342832"/>
                      <a:pt x="1644" y="344208"/>
                      <a:pt x="3762" y="344208"/>
                    </a:cubicBezTo>
                    <a:cubicBezTo>
                      <a:pt x="7291" y="344208"/>
                      <a:pt x="39056" y="320808"/>
                      <a:pt x="59880" y="277104"/>
                    </a:cubicBezTo>
                    <a:cubicBezTo>
                      <a:pt x="77881" y="239250"/>
                      <a:pt x="82116" y="201052"/>
                      <a:pt x="82116" y="172146"/>
                    </a:cubicBezTo>
                    <a:close/>
                  </a:path>
                </a:pathLst>
              </a:custGeom>
              <a:solidFill>
                <a:srgbClr val="000000"/>
              </a:solidFill>
              <a:ln w="480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9278830F-8C86-CC84-1EBC-08B3873D28E3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10918620" y="5389162"/>
                <a:ext cx="67645" cy="141841"/>
              </a:xfrm>
              <a:custGeom>
                <a:avLst/>
                <a:gdLst>
                  <a:gd name="connsiteX0" fmla="*/ 67881 w 67645"/>
                  <a:gd name="connsiteY0" fmla="*/ 30135 h 141841"/>
                  <a:gd name="connsiteX1" fmla="*/ 46987 w 67645"/>
                  <a:gd name="connsiteY1" fmla="*/ 30135 h 141841"/>
                  <a:gd name="connsiteX2" fmla="*/ 54300 w 67645"/>
                  <a:gd name="connsiteY2" fmla="*/ 3906 h 141841"/>
                  <a:gd name="connsiteX3" fmla="*/ 54561 w 67645"/>
                  <a:gd name="connsiteY3" fmla="*/ 2633 h 141841"/>
                  <a:gd name="connsiteX4" fmla="*/ 52472 w 67645"/>
                  <a:gd name="connsiteY4" fmla="*/ 86 h 141841"/>
                  <a:gd name="connsiteX5" fmla="*/ 48554 w 67645"/>
                  <a:gd name="connsiteY5" fmla="*/ 2378 h 141841"/>
                  <a:gd name="connsiteX6" fmla="*/ 13817 w 67645"/>
                  <a:gd name="connsiteY6" fmla="*/ 30390 h 141841"/>
                  <a:gd name="connsiteX7" fmla="*/ 5459 w 67645"/>
                  <a:gd name="connsiteY7" fmla="*/ 36756 h 141841"/>
                  <a:gd name="connsiteX8" fmla="*/ 5720 w 67645"/>
                  <a:gd name="connsiteY8" fmla="*/ 38284 h 141841"/>
                  <a:gd name="connsiteX9" fmla="*/ 25048 w 67645"/>
                  <a:gd name="connsiteY9" fmla="*/ 38284 h 141841"/>
                  <a:gd name="connsiteX10" fmla="*/ 6242 w 67645"/>
                  <a:gd name="connsiteY10" fmla="*/ 108313 h 141841"/>
                  <a:gd name="connsiteX11" fmla="*/ 4675 w 67645"/>
                  <a:gd name="connsiteY11" fmla="*/ 113661 h 141841"/>
                  <a:gd name="connsiteX12" fmla="*/ 235 w 67645"/>
                  <a:gd name="connsiteY12" fmla="*/ 132250 h 141841"/>
                  <a:gd name="connsiteX13" fmla="*/ 12772 w 67645"/>
                  <a:gd name="connsiteY13" fmla="*/ 141927 h 141841"/>
                  <a:gd name="connsiteX14" fmla="*/ 49860 w 67645"/>
                  <a:gd name="connsiteY14" fmla="*/ 111114 h 141841"/>
                  <a:gd name="connsiteX15" fmla="*/ 46464 w 67645"/>
                  <a:gd name="connsiteY15" fmla="*/ 109332 h 141841"/>
                  <a:gd name="connsiteX16" fmla="*/ 25309 w 67645"/>
                  <a:gd name="connsiteY16" fmla="*/ 129449 h 141841"/>
                  <a:gd name="connsiteX17" fmla="*/ 21391 w 67645"/>
                  <a:gd name="connsiteY17" fmla="*/ 124356 h 141841"/>
                  <a:gd name="connsiteX18" fmla="*/ 21652 w 67645"/>
                  <a:gd name="connsiteY18" fmla="*/ 123083 h 141841"/>
                  <a:gd name="connsiteX19" fmla="*/ 44636 w 67645"/>
                  <a:gd name="connsiteY19" fmla="*/ 38284 h 141841"/>
                  <a:gd name="connsiteX20" fmla="*/ 66575 w 67645"/>
                  <a:gd name="connsiteY20" fmla="*/ 38284 h 141841"/>
                  <a:gd name="connsiteX21" fmla="*/ 67881 w 67645"/>
                  <a:gd name="connsiteY21" fmla="*/ 30135 h 1418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67645" h="141841">
                    <a:moveTo>
                      <a:pt x="67881" y="30135"/>
                    </a:moveTo>
                    <a:lnTo>
                      <a:pt x="46987" y="30135"/>
                    </a:lnTo>
                    <a:lnTo>
                      <a:pt x="54300" y="3906"/>
                    </a:lnTo>
                    <a:cubicBezTo>
                      <a:pt x="54561" y="3397"/>
                      <a:pt x="54561" y="2887"/>
                      <a:pt x="54561" y="2633"/>
                    </a:cubicBezTo>
                    <a:cubicBezTo>
                      <a:pt x="54561" y="850"/>
                      <a:pt x="53778" y="86"/>
                      <a:pt x="52472" y="86"/>
                    </a:cubicBezTo>
                    <a:cubicBezTo>
                      <a:pt x="50905" y="86"/>
                      <a:pt x="50121" y="341"/>
                      <a:pt x="48554" y="2378"/>
                    </a:cubicBezTo>
                    <a:cubicBezTo>
                      <a:pt x="38368" y="15365"/>
                      <a:pt x="22175" y="28098"/>
                      <a:pt x="13817" y="30390"/>
                    </a:cubicBezTo>
                    <a:cubicBezTo>
                      <a:pt x="7287" y="32427"/>
                      <a:pt x="5459" y="33955"/>
                      <a:pt x="5459" y="36756"/>
                    </a:cubicBezTo>
                    <a:cubicBezTo>
                      <a:pt x="5459" y="37011"/>
                      <a:pt x="5459" y="37520"/>
                      <a:pt x="5720" y="38284"/>
                    </a:cubicBezTo>
                    <a:lnTo>
                      <a:pt x="25048" y="38284"/>
                    </a:lnTo>
                    <a:lnTo>
                      <a:pt x="6242" y="108313"/>
                    </a:lnTo>
                    <a:cubicBezTo>
                      <a:pt x="5720" y="110605"/>
                      <a:pt x="5459" y="111369"/>
                      <a:pt x="4675" y="113661"/>
                    </a:cubicBezTo>
                    <a:cubicBezTo>
                      <a:pt x="2325" y="121300"/>
                      <a:pt x="235" y="130213"/>
                      <a:pt x="235" y="132250"/>
                    </a:cubicBezTo>
                    <a:cubicBezTo>
                      <a:pt x="235" y="137853"/>
                      <a:pt x="5720" y="141927"/>
                      <a:pt x="12772" y="141927"/>
                    </a:cubicBezTo>
                    <a:cubicBezTo>
                      <a:pt x="24786" y="141927"/>
                      <a:pt x="33405" y="134797"/>
                      <a:pt x="49860" y="111114"/>
                    </a:cubicBezTo>
                    <a:lnTo>
                      <a:pt x="46464" y="109332"/>
                    </a:lnTo>
                    <a:cubicBezTo>
                      <a:pt x="33667" y="125375"/>
                      <a:pt x="29488" y="129449"/>
                      <a:pt x="25309" y="129449"/>
                    </a:cubicBezTo>
                    <a:cubicBezTo>
                      <a:pt x="22958" y="129449"/>
                      <a:pt x="21391" y="127412"/>
                      <a:pt x="21391" y="124356"/>
                    </a:cubicBezTo>
                    <a:cubicBezTo>
                      <a:pt x="21391" y="124102"/>
                      <a:pt x="21391" y="123847"/>
                      <a:pt x="21652" y="123083"/>
                    </a:cubicBezTo>
                    <a:lnTo>
                      <a:pt x="44636" y="38284"/>
                    </a:lnTo>
                    <a:lnTo>
                      <a:pt x="66575" y="38284"/>
                    </a:lnTo>
                    <a:lnTo>
                      <a:pt x="67881" y="30135"/>
                    </a:lnTo>
                    <a:close/>
                  </a:path>
                </a:pathLst>
              </a:custGeom>
              <a:solidFill>
                <a:srgbClr val="000000"/>
              </a:solidFill>
              <a:ln w="355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BBFF3DF-6873-6306-5E0B-D15A2E668F0A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11014285" y="5434745"/>
                <a:ext cx="173685" cy="59588"/>
              </a:xfrm>
              <a:custGeom>
                <a:avLst/>
                <a:gdLst>
                  <a:gd name="connsiteX0" fmla="*/ 165043 w 173685"/>
                  <a:gd name="connsiteY0" fmla="*/ 10272 h 59588"/>
                  <a:gd name="connsiteX1" fmla="*/ 173923 w 173685"/>
                  <a:gd name="connsiteY1" fmla="*/ 5179 h 59588"/>
                  <a:gd name="connsiteX2" fmla="*/ 165304 w 173685"/>
                  <a:gd name="connsiteY2" fmla="*/ 86 h 59588"/>
                  <a:gd name="connsiteX3" fmla="*/ 8857 w 173685"/>
                  <a:gd name="connsiteY3" fmla="*/ 86 h 59588"/>
                  <a:gd name="connsiteX4" fmla="*/ 238 w 173685"/>
                  <a:gd name="connsiteY4" fmla="*/ 5179 h 59588"/>
                  <a:gd name="connsiteX5" fmla="*/ 9118 w 173685"/>
                  <a:gd name="connsiteY5" fmla="*/ 10272 h 59588"/>
                  <a:gd name="connsiteX6" fmla="*/ 165043 w 173685"/>
                  <a:gd name="connsiteY6" fmla="*/ 10272 h 59588"/>
                  <a:gd name="connsiteX7" fmla="*/ 165304 w 173685"/>
                  <a:gd name="connsiteY7" fmla="*/ 59675 h 59588"/>
                  <a:gd name="connsiteX8" fmla="*/ 173923 w 173685"/>
                  <a:gd name="connsiteY8" fmla="*/ 54582 h 59588"/>
                  <a:gd name="connsiteX9" fmla="*/ 165043 w 173685"/>
                  <a:gd name="connsiteY9" fmla="*/ 49489 h 59588"/>
                  <a:gd name="connsiteX10" fmla="*/ 9118 w 173685"/>
                  <a:gd name="connsiteY10" fmla="*/ 49489 h 59588"/>
                  <a:gd name="connsiteX11" fmla="*/ 238 w 173685"/>
                  <a:gd name="connsiteY11" fmla="*/ 54582 h 59588"/>
                  <a:gd name="connsiteX12" fmla="*/ 8857 w 173685"/>
                  <a:gd name="connsiteY12" fmla="*/ 59675 h 59588"/>
                  <a:gd name="connsiteX13" fmla="*/ 165304 w 173685"/>
                  <a:gd name="connsiteY13" fmla="*/ 59675 h 5958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73685" h="59588">
                    <a:moveTo>
                      <a:pt x="165043" y="10272"/>
                    </a:moveTo>
                    <a:cubicBezTo>
                      <a:pt x="168961" y="10272"/>
                      <a:pt x="173923" y="10272"/>
                      <a:pt x="173923" y="5179"/>
                    </a:cubicBezTo>
                    <a:cubicBezTo>
                      <a:pt x="173923" y="86"/>
                      <a:pt x="168961" y="86"/>
                      <a:pt x="165304" y="86"/>
                    </a:cubicBezTo>
                    <a:lnTo>
                      <a:pt x="8857" y="86"/>
                    </a:lnTo>
                    <a:cubicBezTo>
                      <a:pt x="5200" y="86"/>
                      <a:pt x="238" y="86"/>
                      <a:pt x="238" y="5179"/>
                    </a:cubicBezTo>
                    <a:cubicBezTo>
                      <a:pt x="238" y="10272"/>
                      <a:pt x="5200" y="10272"/>
                      <a:pt x="9118" y="10272"/>
                    </a:cubicBezTo>
                    <a:lnTo>
                      <a:pt x="165043" y="10272"/>
                    </a:lnTo>
                    <a:close/>
                    <a:moveTo>
                      <a:pt x="165304" y="59675"/>
                    </a:moveTo>
                    <a:cubicBezTo>
                      <a:pt x="168961" y="59675"/>
                      <a:pt x="173923" y="59675"/>
                      <a:pt x="173923" y="54582"/>
                    </a:cubicBezTo>
                    <a:cubicBezTo>
                      <a:pt x="173923" y="49489"/>
                      <a:pt x="168961" y="49489"/>
                      <a:pt x="165043" y="49489"/>
                    </a:cubicBezTo>
                    <a:lnTo>
                      <a:pt x="9118" y="49489"/>
                    </a:lnTo>
                    <a:cubicBezTo>
                      <a:pt x="5200" y="49489"/>
                      <a:pt x="238" y="49489"/>
                      <a:pt x="238" y="54582"/>
                    </a:cubicBezTo>
                    <a:cubicBezTo>
                      <a:pt x="238" y="59675"/>
                      <a:pt x="5200" y="59675"/>
                      <a:pt x="8857" y="59675"/>
                    </a:cubicBezTo>
                    <a:lnTo>
                      <a:pt x="165304" y="59675"/>
                    </a:lnTo>
                    <a:close/>
                  </a:path>
                </a:pathLst>
              </a:custGeom>
              <a:solidFill>
                <a:srgbClr val="000000"/>
              </a:solidFill>
              <a:ln w="355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9135BA99-DBB0-5D5C-7F40-C840E5654327}"/>
                  </a:ext>
                </a:extLst>
              </p:cNvPr>
              <p:cNvSpPr/>
              <p:nvPr>
                <p:custDataLst>
                  <p:tags r:id="rId29"/>
                </p:custDataLst>
              </p:nvPr>
            </p:nvSpPr>
            <p:spPr>
              <a:xfrm>
                <a:off x="11209624" y="5356057"/>
                <a:ext cx="118053" cy="175709"/>
              </a:xfrm>
              <a:custGeom>
                <a:avLst/>
                <a:gdLst>
                  <a:gd name="connsiteX0" fmla="*/ 60315 w 118053"/>
                  <a:gd name="connsiteY0" fmla="*/ 86 h 175709"/>
                  <a:gd name="connsiteX1" fmla="*/ 25317 w 118053"/>
                  <a:gd name="connsiteY1" fmla="*/ 13328 h 175709"/>
                  <a:gd name="connsiteX2" fmla="*/ 244 w 118053"/>
                  <a:gd name="connsiteY2" fmla="*/ 86668 h 175709"/>
                  <a:gd name="connsiteX3" fmla="*/ 21138 w 118053"/>
                  <a:gd name="connsiteY3" fmla="*/ 158480 h 175709"/>
                  <a:gd name="connsiteX4" fmla="*/ 59271 w 118053"/>
                  <a:gd name="connsiteY4" fmla="*/ 175796 h 175709"/>
                  <a:gd name="connsiteX5" fmla="*/ 93224 w 118053"/>
                  <a:gd name="connsiteY5" fmla="*/ 162554 h 175709"/>
                  <a:gd name="connsiteX6" fmla="*/ 118298 w 118053"/>
                  <a:gd name="connsiteY6" fmla="*/ 88196 h 175709"/>
                  <a:gd name="connsiteX7" fmla="*/ 60315 w 118053"/>
                  <a:gd name="connsiteY7" fmla="*/ 86 h 175709"/>
                  <a:gd name="connsiteX8" fmla="*/ 59532 w 118053"/>
                  <a:gd name="connsiteY8" fmla="*/ 6707 h 175709"/>
                  <a:gd name="connsiteX9" fmla="*/ 93224 w 118053"/>
                  <a:gd name="connsiteY9" fmla="*/ 88705 h 175709"/>
                  <a:gd name="connsiteX10" fmla="*/ 59271 w 118053"/>
                  <a:gd name="connsiteY10" fmla="*/ 169175 h 175709"/>
                  <a:gd name="connsiteX11" fmla="*/ 25317 w 118053"/>
                  <a:gd name="connsiteY11" fmla="*/ 88960 h 175709"/>
                  <a:gd name="connsiteX12" fmla="*/ 59532 w 118053"/>
                  <a:gd name="connsiteY12" fmla="*/ 6707 h 1757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18053" h="175709">
                    <a:moveTo>
                      <a:pt x="60315" y="86"/>
                    </a:moveTo>
                    <a:cubicBezTo>
                      <a:pt x="45950" y="86"/>
                      <a:pt x="34981" y="4415"/>
                      <a:pt x="25317" y="13328"/>
                    </a:cubicBezTo>
                    <a:cubicBezTo>
                      <a:pt x="10169" y="27589"/>
                      <a:pt x="244" y="56874"/>
                      <a:pt x="244" y="86668"/>
                    </a:cubicBezTo>
                    <a:cubicBezTo>
                      <a:pt x="244" y="114425"/>
                      <a:pt x="8863" y="144219"/>
                      <a:pt x="21138" y="158480"/>
                    </a:cubicBezTo>
                    <a:cubicBezTo>
                      <a:pt x="30802" y="169684"/>
                      <a:pt x="44122" y="175796"/>
                      <a:pt x="59271" y="175796"/>
                    </a:cubicBezTo>
                    <a:cubicBezTo>
                      <a:pt x="72591" y="175796"/>
                      <a:pt x="83822" y="171467"/>
                      <a:pt x="93224" y="162554"/>
                    </a:cubicBezTo>
                    <a:cubicBezTo>
                      <a:pt x="108373" y="148548"/>
                      <a:pt x="118298" y="119009"/>
                      <a:pt x="118298" y="88196"/>
                    </a:cubicBezTo>
                    <a:cubicBezTo>
                      <a:pt x="118298" y="35992"/>
                      <a:pt x="94530" y="86"/>
                      <a:pt x="60315" y="86"/>
                    </a:cubicBezTo>
                    <a:close/>
                    <a:moveTo>
                      <a:pt x="59532" y="6707"/>
                    </a:moveTo>
                    <a:cubicBezTo>
                      <a:pt x="81471" y="6707"/>
                      <a:pt x="93224" y="35483"/>
                      <a:pt x="93224" y="88705"/>
                    </a:cubicBezTo>
                    <a:cubicBezTo>
                      <a:pt x="93224" y="141927"/>
                      <a:pt x="81732" y="169175"/>
                      <a:pt x="59271" y="169175"/>
                    </a:cubicBezTo>
                    <a:cubicBezTo>
                      <a:pt x="36809" y="169175"/>
                      <a:pt x="25317" y="141927"/>
                      <a:pt x="25317" y="88960"/>
                    </a:cubicBezTo>
                    <a:cubicBezTo>
                      <a:pt x="25317" y="34973"/>
                      <a:pt x="37070" y="6707"/>
                      <a:pt x="59532" y="6707"/>
                    </a:cubicBezTo>
                    <a:close/>
                  </a:path>
                </a:pathLst>
              </a:custGeom>
              <a:solidFill>
                <a:srgbClr val="000000"/>
              </a:solidFill>
              <a:ln w="3553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58D8314C-6C97-FEDC-ECCE-2C9A5A31D9D3}"/>
                  </a:ext>
                </a:extLst>
              </p:cNvPr>
              <p:cNvSpPr/>
              <p:nvPr>
                <p:custDataLst>
                  <p:tags r:id="rId30"/>
                </p:custDataLst>
              </p:nvPr>
            </p:nvSpPr>
            <p:spPr>
              <a:xfrm>
                <a:off x="11450639" y="5349730"/>
                <a:ext cx="234710" cy="80525"/>
              </a:xfrm>
              <a:custGeom>
                <a:avLst/>
                <a:gdLst>
                  <a:gd name="connsiteX0" fmla="*/ 222961 w 234710"/>
                  <a:gd name="connsiteY0" fmla="*/ 13849 h 80525"/>
                  <a:gd name="connsiteX1" fmla="*/ 234961 w 234710"/>
                  <a:gd name="connsiteY1" fmla="*/ 6967 h 80525"/>
                  <a:gd name="connsiteX2" fmla="*/ 223314 w 234710"/>
                  <a:gd name="connsiteY2" fmla="*/ 84 h 80525"/>
                  <a:gd name="connsiteX3" fmla="*/ 11898 w 234710"/>
                  <a:gd name="connsiteY3" fmla="*/ 84 h 80525"/>
                  <a:gd name="connsiteX4" fmla="*/ 251 w 234710"/>
                  <a:gd name="connsiteY4" fmla="*/ 6967 h 80525"/>
                  <a:gd name="connsiteX5" fmla="*/ 12251 w 234710"/>
                  <a:gd name="connsiteY5" fmla="*/ 13849 h 80525"/>
                  <a:gd name="connsiteX6" fmla="*/ 222961 w 234710"/>
                  <a:gd name="connsiteY6" fmla="*/ 13849 h 80525"/>
                  <a:gd name="connsiteX7" fmla="*/ 223314 w 234710"/>
                  <a:gd name="connsiteY7" fmla="*/ 80609 h 80525"/>
                  <a:gd name="connsiteX8" fmla="*/ 234961 w 234710"/>
                  <a:gd name="connsiteY8" fmla="*/ 73727 h 80525"/>
                  <a:gd name="connsiteX9" fmla="*/ 222961 w 234710"/>
                  <a:gd name="connsiteY9" fmla="*/ 66844 h 80525"/>
                  <a:gd name="connsiteX10" fmla="*/ 12251 w 234710"/>
                  <a:gd name="connsiteY10" fmla="*/ 66844 h 80525"/>
                  <a:gd name="connsiteX11" fmla="*/ 251 w 234710"/>
                  <a:gd name="connsiteY11" fmla="*/ 73727 h 80525"/>
                  <a:gd name="connsiteX12" fmla="*/ 11898 w 234710"/>
                  <a:gd name="connsiteY12" fmla="*/ 80609 h 80525"/>
                  <a:gd name="connsiteX13" fmla="*/ 223314 w 234710"/>
                  <a:gd name="connsiteY13" fmla="*/ 80609 h 80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34710" h="80525">
                    <a:moveTo>
                      <a:pt x="222961" y="13849"/>
                    </a:moveTo>
                    <a:cubicBezTo>
                      <a:pt x="228255" y="13849"/>
                      <a:pt x="234961" y="13849"/>
                      <a:pt x="234961" y="6967"/>
                    </a:cubicBezTo>
                    <a:cubicBezTo>
                      <a:pt x="234961" y="84"/>
                      <a:pt x="228255" y="84"/>
                      <a:pt x="223314" y="84"/>
                    </a:cubicBezTo>
                    <a:lnTo>
                      <a:pt x="11898" y="84"/>
                    </a:lnTo>
                    <a:cubicBezTo>
                      <a:pt x="6957" y="84"/>
                      <a:pt x="251" y="84"/>
                      <a:pt x="251" y="6967"/>
                    </a:cubicBezTo>
                    <a:cubicBezTo>
                      <a:pt x="251" y="13849"/>
                      <a:pt x="6957" y="13849"/>
                      <a:pt x="12251" y="13849"/>
                    </a:cubicBezTo>
                    <a:lnTo>
                      <a:pt x="222961" y="13849"/>
                    </a:lnTo>
                    <a:close/>
                    <a:moveTo>
                      <a:pt x="223314" y="80609"/>
                    </a:moveTo>
                    <a:cubicBezTo>
                      <a:pt x="228255" y="80609"/>
                      <a:pt x="234961" y="80609"/>
                      <a:pt x="234961" y="73727"/>
                    </a:cubicBezTo>
                    <a:cubicBezTo>
                      <a:pt x="234961" y="66844"/>
                      <a:pt x="228255" y="66844"/>
                      <a:pt x="222961" y="66844"/>
                    </a:cubicBezTo>
                    <a:lnTo>
                      <a:pt x="12251" y="66844"/>
                    </a:lnTo>
                    <a:cubicBezTo>
                      <a:pt x="6957" y="66844"/>
                      <a:pt x="251" y="66844"/>
                      <a:pt x="251" y="73727"/>
                    </a:cubicBezTo>
                    <a:cubicBezTo>
                      <a:pt x="251" y="80609"/>
                      <a:pt x="6957" y="80609"/>
                      <a:pt x="11898" y="80609"/>
                    </a:cubicBezTo>
                    <a:lnTo>
                      <a:pt x="223314" y="80609"/>
                    </a:lnTo>
                    <a:close/>
                  </a:path>
                </a:pathLst>
              </a:custGeom>
              <a:solidFill>
                <a:srgbClr val="000000"/>
              </a:solidFill>
              <a:ln w="480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7FFCF3C1-C730-0145-4630-617D45E5BC07}"/>
                  </a:ext>
                </a:extLst>
              </p:cNvPr>
              <p:cNvSpPr/>
              <p:nvPr>
                <p:custDataLst>
                  <p:tags r:id="rId31"/>
                </p:custDataLst>
              </p:nvPr>
            </p:nvSpPr>
            <p:spPr>
              <a:xfrm>
                <a:off x="11793335" y="5243396"/>
                <a:ext cx="159532" cy="237445"/>
              </a:xfrm>
              <a:custGeom>
                <a:avLst/>
                <a:gdLst>
                  <a:gd name="connsiteX0" fmla="*/ 81439 w 159532"/>
                  <a:gd name="connsiteY0" fmla="*/ 84 h 237445"/>
                  <a:gd name="connsiteX1" fmla="*/ 34144 w 159532"/>
                  <a:gd name="connsiteY1" fmla="*/ 17978 h 237445"/>
                  <a:gd name="connsiteX2" fmla="*/ 261 w 159532"/>
                  <a:gd name="connsiteY2" fmla="*/ 117086 h 237445"/>
                  <a:gd name="connsiteX3" fmla="*/ 28496 w 159532"/>
                  <a:gd name="connsiteY3" fmla="*/ 214129 h 237445"/>
                  <a:gd name="connsiteX4" fmla="*/ 80027 w 159532"/>
                  <a:gd name="connsiteY4" fmla="*/ 237529 h 237445"/>
                  <a:gd name="connsiteX5" fmla="*/ 125910 w 159532"/>
                  <a:gd name="connsiteY5" fmla="*/ 219635 h 237445"/>
                  <a:gd name="connsiteX6" fmla="*/ 159793 w 159532"/>
                  <a:gd name="connsiteY6" fmla="*/ 119151 h 237445"/>
                  <a:gd name="connsiteX7" fmla="*/ 81439 w 159532"/>
                  <a:gd name="connsiteY7" fmla="*/ 84 h 237445"/>
                  <a:gd name="connsiteX8" fmla="*/ 80380 w 159532"/>
                  <a:gd name="connsiteY8" fmla="*/ 9031 h 237445"/>
                  <a:gd name="connsiteX9" fmla="*/ 125910 w 159532"/>
                  <a:gd name="connsiteY9" fmla="*/ 119839 h 237445"/>
                  <a:gd name="connsiteX10" fmla="*/ 80027 w 159532"/>
                  <a:gd name="connsiteY10" fmla="*/ 228582 h 237445"/>
                  <a:gd name="connsiteX11" fmla="*/ 34144 w 159532"/>
                  <a:gd name="connsiteY11" fmla="*/ 120183 h 237445"/>
                  <a:gd name="connsiteX12" fmla="*/ 80380 w 159532"/>
                  <a:gd name="connsiteY12" fmla="*/ 9031 h 2374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59532" h="237445">
                    <a:moveTo>
                      <a:pt x="81439" y="84"/>
                    </a:moveTo>
                    <a:cubicBezTo>
                      <a:pt x="62027" y="84"/>
                      <a:pt x="47203" y="5934"/>
                      <a:pt x="34144" y="17978"/>
                    </a:cubicBezTo>
                    <a:cubicBezTo>
                      <a:pt x="13673" y="37249"/>
                      <a:pt x="261" y="76824"/>
                      <a:pt x="261" y="117086"/>
                    </a:cubicBezTo>
                    <a:cubicBezTo>
                      <a:pt x="261" y="154596"/>
                      <a:pt x="11908" y="194858"/>
                      <a:pt x="28496" y="214129"/>
                    </a:cubicBezTo>
                    <a:cubicBezTo>
                      <a:pt x="41556" y="229270"/>
                      <a:pt x="59556" y="237529"/>
                      <a:pt x="80027" y="237529"/>
                    </a:cubicBezTo>
                    <a:cubicBezTo>
                      <a:pt x="98027" y="237529"/>
                      <a:pt x="113204" y="231679"/>
                      <a:pt x="125910" y="219635"/>
                    </a:cubicBezTo>
                    <a:cubicBezTo>
                      <a:pt x="146381" y="200708"/>
                      <a:pt x="159793" y="160790"/>
                      <a:pt x="159793" y="119151"/>
                    </a:cubicBezTo>
                    <a:cubicBezTo>
                      <a:pt x="159793" y="48605"/>
                      <a:pt x="127675" y="84"/>
                      <a:pt x="81439" y="84"/>
                    </a:cubicBezTo>
                    <a:close/>
                    <a:moveTo>
                      <a:pt x="80380" y="9031"/>
                    </a:moveTo>
                    <a:cubicBezTo>
                      <a:pt x="110027" y="9031"/>
                      <a:pt x="125910" y="47917"/>
                      <a:pt x="125910" y="119839"/>
                    </a:cubicBezTo>
                    <a:cubicBezTo>
                      <a:pt x="125910" y="191761"/>
                      <a:pt x="110380" y="228582"/>
                      <a:pt x="80027" y="228582"/>
                    </a:cubicBezTo>
                    <a:cubicBezTo>
                      <a:pt x="49673" y="228582"/>
                      <a:pt x="34144" y="191761"/>
                      <a:pt x="34144" y="120183"/>
                    </a:cubicBezTo>
                    <a:cubicBezTo>
                      <a:pt x="34144" y="47229"/>
                      <a:pt x="50026" y="9031"/>
                      <a:pt x="80380" y="9031"/>
                    </a:cubicBezTo>
                    <a:close/>
                  </a:path>
                </a:pathLst>
              </a:custGeom>
              <a:solidFill>
                <a:srgbClr val="000000"/>
              </a:solidFill>
              <a:ln w="4801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89" name="Group 88" descr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\textit{(Initial Values)}&#10;\end{align*}&#10;}&#10;\end{document}" title="IguanaTex Shape Display">
            <a:extLst>
              <a:ext uri="{FF2B5EF4-FFF2-40B4-BE49-F238E27FC236}">
                <a16:creationId xmlns:a16="http://schemas.microsoft.com/office/drawing/2014/main" id="{7BB11C6A-6714-174E-AD4E-2D38EF30EFB7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2874297" y="5922306"/>
            <a:ext cx="2093724" cy="279534"/>
            <a:chOff x="9835431" y="5079389"/>
            <a:chExt cx="2093724" cy="279534"/>
          </a:xfrm>
        </p:grpSpPr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683685F-7B6C-0DEE-6EE8-FF9E1F9A022A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9835431" y="5083918"/>
              <a:ext cx="96763" cy="275005"/>
            </a:xfrm>
            <a:custGeom>
              <a:avLst/>
              <a:gdLst>
                <a:gd name="connsiteX0" fmla="*/ 41674 w 96763"/>
                <a:gd name="connsiteY0" fmla="*/ 273149 h 275005"/>
                <a:gd name="connsiteX1" fmla="*/ 24660 w 96763"/>
                <a:gd name="connsiteY1" fmla="*/ 189029 h 275005"/>
                <a:gd name="connsiteX2" fmla="*/ 51244 w 96763"/>
                <a:gd name="connsiteY2" fmla="*/ 67704 h 275005"/>
                <a:gd name="connsiteX3" fmla="*/ 96967 w 96763"/>
                <a:gd name="connsiteY3" fmla="*/ 4938 h 275005"/>
                <a:gd name="connsiteX4" fmla="*/ 92359 w 96763"/>
                <a:gd name="connsiteY4" fmla="*/ 85 h 275005"/>
                <a:gd name="connsiteX5" fmla="*/ 13318 w 96763"/>
                <a:gd name="connsiteY5" fmla="*/ 93263 h 275005"/>
                <a:gd name="connsiteX6" fmla="*/ 204 w 96763"/>
                <a:gd name="connsiteY6" fmla="*/ 158294 h 275005"/>
                <a:gd name="connsiteX7" fmla="*/ 12255 w 96763"/>
                <a:gd name="connsiteY7" fmla="*/ 229795 h 275005"/>
                <a:gd name="connsiteX8" fmla="*/ 35294 w 96763"/>
                <a:gd name="connsiteY8" fmla="*/ 275090 h 275005"/>
                <a:gd name="connsiteX9" fmla="*/ 41674 w 96763"/>
                <a:gd name="connsiteY9" fmla="*/ 273149 h 275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763" h="275005">
                  <a:moveTo>
                    <a:pt x="41674" y="273149"/>
                  </a:moveTo>
                  <a:cubicBezTo>
                    <a:pt x="28914" y="240472"/>
                    <a:pt x="24660" y="220089"/>
                    <a:pt x="24660" y="189029"/>
                  </a:cubicBezTo>
                  <a:cubicBezTo>
                    <a:pt x="24660" y="150205"/>
                    <a:pt x="34939" y="103616"/>
                    <a:pt x="51244" y="67704"/>
                  </a:cubicBezTo>
                  <a:cubicBezTo>
                    <a:pt x="62586" y="42144"/>
                    <a:pt x="73928" y="26938"/>
                    <a:pt x="96967" y="4938"/>
                  </a:cubicBezTo>
                  <a:lnTo>
                    <a:pt x="92359" y="85"/>
                  </a:lnTo>
                  <a:cubicBezTo>
                    <a:pt x="46282" y="38262"/>
                    <a:pt x="28205" y="59615"/>
                    <a:pt x="13318" y="93263"/>
                  </a:cubicBezTo>
                  <a:cubicBezTo>
                    <a:pt x="4103" y="113646"/>
                    <a:pt x="204" y="133705"/>
                    <a:pt x="204" y="158294"/>
                  </a:cubicBezTo>
                  <a:cubicBezTo>
                    <a:pt x="204" y="183206"/>
                    <a:pt x="4457" y="207471"/>
                    <a:pt x="12255" y="229795"/>
                  </a:cubicBezTo>
                  <a:cubicBezTo>
                    <a:pt x="17217" y="243707"/>
                    <a:pt x="22534" y="253737"/>
                    <a:pt x="35294" y="275090"/>
                  </a:cubicBezTo>
                  <a:lnTo>
                    <a:pt x="41674" y="273149"/>
                  </a:lnTo>
                  <a:close/>
                </a:path>
              </a:pathLst>
            </a:custGeom>
            <a:solidFill>
              <a:srgbClr val="000000"/>
            </a:solidFill>
            <a:ln w="356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545078E-180A-F678-52AF-2CD52A6B11D4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9936180" y="5089095"/>
              <a:ext cx="138941" cy="211268"/>
            </a:xfrm>
            <a:custGeom>
              <a:avLst/>
              <a:gdLst>
                <a:gd name="connsiteX0" fmla="*/ 207 w 138941"/>
                <a:gd name="connsiteY0" fmla="*/ 211353 h 211268"/>
                <a:gd name="connsiteX1" fmla="*/ 86691 w 138941"/>
                <a:gd name="connsiteY1" fmla="*/ 211353 h 211268"/>
                <a:gd name="connsiteX2" fmla="*/ 86691 w 138941"/>
                <a:gd name="connsiteY2" fmla="*/ 206177 h 211268"/>
                <a:gd name="connsiteX3" fmla="*/ 62589 w 138941"/>
                <a:gd name="connsiteY3" fmla="*/ 192912 h 211268"/>
                <a:gd name="connsiteX4" fmla="*/ 66488 w 138941"/>
                <a:gd name="connsiteY4" fmla="*/ 172529 h 211268"/>
                <a:gd name="connsiteX5" fmla="*/ 110085 w 138941"/>
                <a:gd name="connsiteY5" fmla="*/ 29203 h 211268"/>
                <a:gd name="connsiteX6" fmla="*/ 139149 w 138941"/>
                <a:gd name="connsiteY6" fmla="*/ 5261 h 211268"/>
                <a:gd name="connsiteX7" fmla="*/ 139149 w 138941"/>
                <a:gd name="connsiteY7" fmla="*/ 85 h 211268"/>
                <a:gd name="connsiteX8" fmla="*/ 51602 w 138941"/>
                <a:gd name="connsiteY8" fmla="*/ 85 h 211268"/>
                <a:gd name="connsiteX9" fmla="*/ 51602 w 138941"/>
                <a:gd name="connsiteY9" fmla="*/ 5261 h 211268"/>
                <a:gd name="connsiteX10" fmla="*/ 76413 w 138941"/>
                <a:gd name="connsiteY10" fmla="*/ 19173 h 211268"/>
                <a:gd name="connsiteX11" fmla="*/ 72514 w 138941"/>
                <a:gd name="connsiteY11" fmla="*/ 39232 h 211268"/>
                <a:gd name="connsiteX12" fmla="*/ 28917 w 138941"/>
                <a:gd name="connsiteY12" fmla="*/ 182235 h 211268"/>
                <a:gd name="connsiteX13" fmla="*/ 207 w 138941"/>
                <a:gd name="connsiteY13" fmla="*/ 206177 h 211268"/>
                <a:gd name="connsiteX14" fmla="*/ 207 w 138941"/>
                <a:gd name="connsiteY14" fmla="*/ 211353 h 2112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38941" h="211268">
                  <a:moveTo>
                    <a:pt x="207" y="211353"/>
                  </a:moveTo>
                  <a:lnTo>
                    <a:pt x="86691" y="211353"/>
                  </a:lnTo>
                  <a:lnTo>
                    <a:pt x="86691" y="206177"/>
                  </a:lnTo>
                  <a:cubicBezTo>
                    <a:pt x="66488" y="203912"/>
                    <a:pt x="62589" y="201971"/>
                    <a:pt x="62589" y="192912"/>
                  </a:cubicBezTo>
                  <a:cubicBezTo>
                    <a:pt x="62589" y="186765"/>
                    <a:pt x="63298" y="182882"/>
                    <a:pt x="66488" y="172529"/>
                  </a:cubicBezTo>
                  <a:lnTo>
                    <a:pt x="110085" y="29203"/>
                  </a:lnTo>
                  <a:cubicBezTo>
                    <a:pt x="116465" y="10438"/>
                    <a:pt x="118946" y="8497"/>
                    <a:pt x="139149" y="5261"/>
                  </a:cubicBezTo>
                  <a:lnTo>
                    <a:pt x="139149" y="85"/>
                  </a:lnTo>
                  <a:lnTo>
                    <a:pt x="51602" y="85"/>
                  </a:lnTo>
                  <a:lnTo>
                    <a:pt x="51602" y="5261"/>
                  </a:lnTo>
                  <a:cubicBezTo>
                    <a:pt x="72159" y="7526"/>
                    <a:pt x="76413" y="10114"/>
                    <a:pt x="76413" y="19173"/>
                  </a:cubicBezTo>
                  <a:cubicBezTo>
                    <a:pt x="76413" y="23703"/>
                    <a:pt x="74995" y="31144"/>
                    <a:pt x="72514" y="39232"/>
                  </a:cubicBezTo>
                  <a:lnTo>
                    <a:pt x="28917" y="182235"/>
                  </a:lnTo>
                  <a:cubicBezTo>
                    <a:pt x="22537" y="201000"/>
                    <a:pt x="20056" y="202942"/>
                    <a:pt x="207" y="206177"/>
                  </a:cubicBezTo>
                  <a:lnTo>
                    <a:pt x="207" y="211353"/>
                  </a:lnTo>
                  <a:close/>
                </a:path>
              </a:pathLst>
            </a:custGeom>
            <a:solidFill>
              <a:srgbClr val="000000"/>
            </a:solidFill>
            <a:ln w="356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9AAFE4C9-ECF3-DD66-9252-3A698D7DD97F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0062449" y="5157685"/>
              <a:ext cx="163043" cy="145591"/>
            </a:xfrm>
            <a:custGeom>
              <a:avLst/>
              <a:gdLst>
                <a:gd name="connsiteX0" fmla="*/ 158292 w 163043"/>
                <a:gd name="connsiteY0" fmla="*/ 104910 h 145591"/>
                <a:gd name="connsiteX1" fmla="*/ 150849 w 163043"/>
                <a:gd name="connsiteY1" fmla="*/ 113322 h 145591"/>
                <a:gd name="connsiteX2" fmla="*/ 129228 w 163043"/>
                <a:gd name="connsiteY2" fmla="*/ 130470 h 145591"/>
                <a:gd name="connsiteX3" fmla="*/ 123557 w 163043"/>
                <a:gd name="connsiteY3" fmla="*/ 125293 h 145591"/>
                <a:gd name="connsiteX4" fmla="*/ 128519 w 163043"/>
                <a:gd name="connsiteY4" fmla="*/ 104910 h 145591"/>
                <a:gd name="connsiteX5" fmla="*/ 148722 w 163043"/>
                <a:gd name="connsiteY5" fmla="*/ 38262 h 145591"/>
                <a:gd name="connsiteX6" fmla="*/ 151912 w 163043"/>
                <a:gd name="connsiteY6" fmla="*/ 19820 h 145591"/>
                <a:gd name="connsiteX7" fmla="*/ 128519 w 163043"/>
                <a:gd name="connsiteY7" fmla="*/ 85 h 145591"/>
                <a:gd name="connsiteX8" fmla="*/ 46997 w 163043"/>
                <a:gd name="connsiteY8" fmla="*/ 71263 h 145591"/>
                <a:gd name="connsiteX9" fmla="*/ 70745 w 163043"/>
                <a:gd name="connsiteY9" fmla="*/ 732 h 145591"/>
                <a:gd name="connsiteX10" fmla="*/ 69681 w 163043"/>
                <a:gd name="connsiteY10" fmla="*/ 85 h 145591"/>
                <a:gd name="connsiteX11" fmla="*/ 12262 w 163043"/>
                <a:gd name="connsiteY11" fmla="*/ 10114 h 145591"/>
                <a:gd name="connsiteX12" fmla="*/ 12262 w 163043"/>
                <a:gd name="connsiteY12" fmla="*/ 15291 h 145591"/>
                <a:gd name="connsiteX13" fmla="*/ 34946 w 163043"/>
                <a:gd name="connsiteY13" fmla="*/ 24026 h 145591"/>
                <a:gd name="connsiteX14" fmla="*/ 34237 w 163043"/>
                <a:gd name="connsiteY14" fmla="*/ 29526 h 145591"/>
                <a:gd name="connsiteX15" fmla="*/ 211 w 163043"/>
                <a:gd name="connsiteY15" fmla="*/ 142764 h 145591"/>
                <a:gd name="connsiteX16" fmla="*/ 26794 w 163043"/>
                <a:gd name="connsiteY16" fmla="*/ 142764 h 145591"/>
                <a:gd name="connsiteX17" fmla="*/ 62238 w 163043"/>
                <a:gd name="connsiteY17" fmla="*/ 62527 h 145591"/>
                <a:gd name="connsiteX18" fmla="*/ 114696 w 163043"/>
                <a:gd name="connsiteY18" fmla="*/ 16585 h 145591"/>
                <a:gd name="connsiteX19" fmla="*/ 123202 w 163043"/>
                <a:gd name="connsiteY19" fmla="*/ 25968 h 145591"/>
                <a:gd name="connsiteX20" fmla="*/ 118240 w 163043"/>
                <a:gd name="connsiteY20" fmla="*/ 50556 h 145591"/>
                <a:gd name="connsiteX21" fmla="*/ 102645 w 163043"/>
                <a:gd name="connsiteY21" fmla="*/ 103940 h 145591"/>
                <a:gd name="connsiteX22" fmla="*/ 96974 w 163043"/>
                <a:gd name="connsiteY22" fmla="*/ 128205 h 145591"/>
                <a:gd name="connsiteX23" fmla="*/ 113632 w 163043"/>
                <a:gd name="connsiteY23" fmla="*/ 145676 h 145591"/>
                <a:gd name="connsiteX24" fmla="*/ 163255 w 163043"/>
                <a:gd name="connsiteY24" fmla="*/ 109116 h 145591"/>
                <a:gd name="connsiteX25" fmla="*/ 158292 w 163043"/>
                <a:gd name="connsiteY25" fmla="*/ 104910 h 145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3043" h="145591">
                  <a:moveTo>
                    <a:pt x="158292" y="104910"/>
                  </a:moveTo>
                  <a:lnTo>
                    <a:pt x="150849" y="113322"/>
                  </a:lnTo>
                  <a:cubicBezTo>
                    <a:pt x="140570" y="125293"/>
                    <a:pt x="134190" y="130470"/>
                    <a:pt x="129228" y="130470"/>
                  </a:cubicBezTo>
                  <a:cubicBezTo>
                    <a:pt x="126392" y="130470"/>
                    <a:pt x="123557" y="127881"/>
                    <a:pt x="123557" y="125293"/>
                  </a:cubicBezTo>
                  <a:cubicBezTo>
                    <a:pt x="123557" y="123028"/>
                    <a:pt x="123557" y="123028"/>
                    <a:pt x="128519" y="104910"/>
                  </a:cubicBezTo>
                  <a:lnTo>
                    <a:pt x="148722" y="38262"/>
                  </a:lnTo>
                  <a:cubicBezTo>
                    <a:pt x="150495" y="31468"/>
                    <a:pt x="151912" y="24350"/>
                    <a:pt x="151912" y="19820"/>
                  </a:cubicBezTo>
                  <a:cubicBezTo>
                    <a:pt x="151912" y="8173"/>
                    <a:pt x="142342" y="85"/>
                    <a:pt x="128519" y="85"/>
                  </a:cubicBezTo>
                  <a:cubicBezTo>
                    <a:pt x="105835" y="85"/>
                    <a:pt x="83505" y="19497"/>
                    <a:pt x="46997" y="71263"/>
                  </a:cubicBezTo>
                  <a:lnTo>
                    <a:pt x="70745" y="732"/>
                  </a:lnTo>
                  <a:lnTo>
                    <a:pt x="69681" y="85"/>
                  </a:lnTo>
                  <a:cubicBezTo>
                    <a:pt x="50541" y="3644"/>
                    <a:pt x="43098" y="4938"/>
                    <a:pt x="12262" y="10114"/>
                  </a:cubicBezTo>
                  <a:lnTo>
                    <a:pt x="12262" y="15291"/>
                  </a:lnTo>
                  <a:cubicBezTo>
                    <a:pt x="30338" y="15614"/>
                    <a:pt x="34946" y="17556"/>
                    <a:pt x="34946" y="24026"/>
                  </a:cubicBezTo>
                  <a:cubicBezTo>
                    <a:pt x="34946" y="25968"/>
                    <a:pt x="34592" y="27909"/>
                    <a:pt x="34237" y="29526"/>
                  </a:cubicBezTo>
                  <a:lnTo>
                    <a:pt x="211" y="142764"/>
                  </a:lnTo>
                  <a:lnTo>
                    <a:pt x="26794" y="142764"/>
                  </a:lnTo>
                  <a:cubicBezTo>
                    <a:pt x="43453" y="91645"/>
                    <a:pt x="46643" y="84527"/>
                    <a:pt x="62238" y="62527"/>
                  </a:cubicBezTo>
                  <a:cubicBezTo>
                    <a:pt x="83505" y="32762"/>
                    <a:pt x="101581" y="16585"/>
                    <a:pt x="114696" y="16585"/>
                  </a:cubicBezTo>
                  <a:cubicBezTo>
                    <a:pt x="120012" y="16585"/>
                    <a:pt x="123202" y="20144"/>
                    <a:pt x="123202" y="25968"/>
                  </a:cubicBezTo>
                  <a:cubicBezTo>
                    <a:pt x="123202" y="29850"/>
                    <a:pt x="121076" y="40527"/>
                    <a:pt x="118240" y="50556"/>
                  </a:cubicBezTo>
                  <a:lnTo>
                    <a:pt x="102645" y="103940"/>
                  </a:lnTo>
                  <a:cubicBezTo>
                    <a:pt x="98037" y="120440"/>
                    <a:pt x="96974" y="124969"/>
                    <a:pt x="96974" y="128205"/>
                  </a:cubicBezTo>
                  <a:cubicBezTo>
                    <a:pt x="96974" y="140499"/>
                    <a:pt x="101936" y="145676"/>
                    <a:pt x="113632" y="145676"/>
                  </a:cubicBezTo>
                  <a:cubicBezTo>
                    <a:pt x="129582" y="145676"/>
                    <a:pt x="138798" y="138881"/>
                    <a:pt x="163255" y="109116"/>
                  </a:cubicBezTo>
                  <a:lnTo>
                    <a:pt x="158292" y="104910"/>
                  </a:lnTo>
                  <a:close/>
                </a:path>
              </a:pathLst>
            </a:custGeom>
            <a:solidFill>
              <a:srgbClr val="000000"/>
            </a:solidFill>
            <a:ln w="356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6A90CFEC-6F3B-E7E8-AC32-323DA92E5C77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0252741" y="5088772"/>
              <a:ext cx="76205" cy="215151"/>
            </a:xfrm>
            <a:custGeom>
              <a:avLst/>
              <a:gdLst>
                <a:gd name="connsiteX0" fmla="*/ 61534 w 76205"/>
                <a:gd name="connsiteY0" fmla="*/ 174794 h 215151"/>
                <a:gd name="connsiteX1" fmla="*/ 47002 w 76205"/>
                <a:gd name="connsiteY1" fmla="*/ 191294 h 215151"/>
                <a:gd name="connsiteX2" fmla="*/ 32470 w 76205"/>
                <a:gd name="connsiteY2" fmla="*/ 200030 h 215151"/>
                <a:gd name="connsiteX3" fmla="*/ 26799 w 76205"/>
                <a:gd name="connsiteY3" fmla="*/ 195177 h 215151"/>
                <a:gd name="connsiteX4" fmla="*/ 30343 w 76205"/>
                <a:gd name="connsiteY4" fmla="*/ 180941 h 215151"/>
                <a:gd name="connsiteX5" fmla="*/ 32115 w 76205"/>
                <a:gd name="connsiteY5" fmla="*/ 175117 h 215151"/>
                <a:gd name="connsiteX6" fmla="*/ 32115 w 76205"/>
                <a:gd name="connsiteY6" fmla="*/ 174470 h 215151"/>
                <a:gd name="connsiteX7" fmla="*/ 32470 w 76205"/>
                <a:gd name="connsiteY7" fmla="*/ 173823 h 215151"/>
                <a:gd name="connsiteX8" fmla="*/ 63661 w 76205"/>
                <a:gd name="connsiteY8" fmla="*/ 69645 h 215151"/>
                <a:gd name="connsiteX9" fmla="*/ 62598 w 76205"/>
                <a:gd name="connsiteY9" fmla="*/ 68998 h 215151"/>
                <a:gd name="connsiteX10" fmla="*/ 5887 w 76205"/>
                <a:gd name="connsiteY10" fmla="*/ 77086 h 215151"/>
                <a:gd name="connsiteX11" fmla="*/ 5887 w 76205"/>
                <a:gd name="connsiteY11" fmla="*/ 82263 h 215151"/>
                <a:gd name="connsiteX12" fmla="*/ 28217 w 76205"/>
                <a:gd name="connsiteY12" fmla="*/ 90028 h 215151"/>
                <a:gd name="connsiteX13" fmla="*/ 25027 w 76205"/>
                <a:gd name="connsiteY13" fmla="*/ 104263 h 215151"/>
                <a:gd name="connsiteX14" fmla="*/ 8013 w 76205"/>
                <a:gd name="connsiteY14" fmla="*/ 161529 h 215151"/>
                <a:gd name="connsiteX15" fmla="*/ 215 w 76205"/>
                <a:gd name="connsiteY15" fmla="*/ 196794 h 215151"/>
                <a:gd name="connsiteX16" fmla="*/ 16520 w 76205"/>
                <a:gd name="connsiteY16" fmla="*/ 215236 h 215151"/>
                <a:gd name="connsiteX17" fmla="*/ 66142 w 76205"/>
                <a:gd name="connsiteY17" fmla="*/ 178353 h 215151"/>
                <a:gd name="connsiteX18" fmla="*/ 61534 w 76205"/>
                <a:gd name="connsiteY18" fmla="*/ 174794 h 215151"/>
                <a:gd name="connsiteX19" fmla="*/ 58699 w 76205"/>
                <a:gd name="connsiteY19" fmla="*/ 85 h 215151"/>
                <a:gd name="connsiteX20" fmla="*/ 42040 w 76205"/>
                <a:gd name="connsiteY20" fmla="*/ 17232 h 215151"/>
                <a:gd name="connsiteX21" fmla="*/ 59053 w 76205"/>
                <a:gd name="connsiteY21" fmla="*/ 34379 h 215151"/>
                <a:gd name="connsiteX22" fmla="*/ 76421 w 76205"/>
                <a:gd name="connsiteY22" fmla="*/ 17879 h 215151"/>
                <a:gd name="connsiteX23" fmla="*/ 58699 w 76205"/>
                <a:gd name="connsiteY23" fmla="*/ 85 h 21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6205" h="215151">
                  <a:moveTo>
                    <a:pt x="61534" y="174794"/>
                  </a:moveTo>
                  <a:cubicBezTo>
                    <a:pt x="53028" y="185147"/>
                    <a:pt x="50546" y="187735"/>
                    <a:pt x="47002" y="191294"/>
                  </a:cubicBezTo>
                  <a:cubicBezTo>
                    <a:pt x="40976" y="196794"/>
                    <a:pt x="35660" y="200030"/>
                    <a:pt x="32470" y="200030"/>
                  </a:cubicBezTo>
                  <a:cubicBezTo>
                    <a:pt x="29634" y="200030"/>
                    <a:pt x="26799" y="197441"/>
                    <a:pt x="26799" y="195177"/>
                  </a:cubicBezTo>
                  <a:cubicBezTo>
                    <a:pt x="26799" y="191941"/>
                    <a:pt x="27862" y="187088"/>
                    <a:pt x="30343" y="180941"/>
                  </a:cubicBezTo>
                  <a:cubicBezTo>
                    <a:pt x="30343" y="179970"/>
                    <a:pt x="31407" y="177706"/>
                    <a:pt x="32115" y="175117"/>
                  </a:cubicBezTo>
                  <a:lnTo>
                    <a:pt x="32115" y="174470"/>
                  </a:lnTo>
                  <a:lnTo>
                    <a:pt x="32470" y="173823"/>
                  </a:lnTo>
                  <a:lnTo>
                    <a:pt x="63661" y="69645"/>
                  </a:lnTo>
                  <a:lnTo>
                    <a:pt x="62598" y="68998"/>
                  </a:lnTo>
                  <a:cubicBezTo>
                    <a:pt x="26799" y="75145"/>
                    <a:pt x="19710" y="76116"/>
                    <a:pt x="5887" y="77086"/>
                  </a:cubicBezTo>
                  <a:lnTo>
                    <a:pt x="5887" y="82263"/>
                  </a:lnTo>
                  <a:cubicBezTo>
                    <a:pt x="24672" y="82586"/>
                    <a:pt x="28217" y="83557"/>
                    <a:pt x="28217" y="90028"/>
                  </a:cubicBezTo>
                  <a:cubicBezTo>
                    <a:pt x="28217" y="92616"/>
                    <a:pt x="27153" y="97792"/>
                    <a:pt x="25027" y="104263"/>
                  </a:cubicBezTo>
                  <a:lnTo>
                    <a:pt x="8013" y="161529"/>
                  </a:lnTo>
                  <a:cubicBezTo>
                    <a:pt x="2342" y="180294"/>
                    <a:pt x="215" y="190324"/>
                    <a:pt x="215" y="196794"/>
                  </a:cubicBezTo>
                  <a:cubicBezTo>
                    <a:pt x="215" y="208765"/>
                    <a:pt x="5887" y="215236"/>
                    <a:pt x="16520" y="215236"/>
                  </a:cubicBezTo>
                  <a:cubicBezTo>
                    <a:pt x="32824" y="215236"/>
                    <a:pt x="45939" y="205530"/>
                    <a:pt x="66142" y="178353"/>
                  </a:cubicBezTo>
                  <a:lnTo>
                    <a:pt x="61534" y="174794"/>
                  </a:lnTo>
                  <a:close/>
                  <a:moveTo>
                    <a:pt x="58699" y="85"/>
                  </a:moveTo>
                  <a:cubicBezTo>
                    <a:pt x="49129" y="85"/>
                    <a:pt x="42040" y="7526"/>
                    <a:pt x="42040" y="17232"/>
                  </a:cubicBezTo>
                  <a:cubicBezTo>
                    <a:pt x="42040" y="27585"/>
                    <a:pt x="48774" y="34379"/>
                    <a:pt x="59053" y="34379"/>
                  </a:cubicBezTo>
                  <a:cubicBezTo>
                    <a:pt x="68269" y="34379"/>
                    <a:pt x="76421" y="26938"/>
                    <a:pt x="76421" y="17879"/>
                  </a:cubicBezTo>
                  <a:cubicBezTo>
                    <a:pt x="76421" y="8497"/>
                    <a:pt x="68269" y="85"/>
                    <a:pt x="58699" y="85"/>
                  </a:cubicBezTo>
                  <a:close/>
                </a:path>
              </a:pathLst>
            </a:custGeom>
            <a:solidFill>
              <a:srgbClr val="000000"/>
            </a:solidFill>
            <a:ln w="356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7FBC13A8-EEC1-A491-8DAC-5CCD48FB9A43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10347389" y="5123713"/>
              <a:ext cx="91800" cy="180209"/>
            </a:xfrm>
            <a:custGeom>
              <a:avLst/>
              <a:gdLst>
                <a:gd name="connsiteX0" fmla="*/ 92019 w 91800"/>
                <a:gd name="connsiteY0" fmla="*/ 38262 h 180209"/>
                <a:gd name="connsiteX1" fmla="*/ 63664 w 91800"/>
                <a:gd name="connsiteY1" fmla="*/ 38262 h 180209"/>
                <a:gd name="connsiteX2" fmla="*/ 73588 w 91800"/>
                <a:gd name="connsiteY2" fmla="*/ 4938 h 180209"/>
                <a:gd name="connsiteX3" fmla="*/ 73942 w 91800"/>
                <a:gd name="connsiteY3" fmla="*/ 3320 h 180209"/>
                <a:gd name="connsiteX4" fmla="*/ 71107 w 91800"/>
                <a:gd name="connsiteY4" fmla="*/ 85 h 180209"/>
                <a:gd name="connsiteX5" fmla="*/ 65790 w 91800"/>
                <a:gd name="connsiteY5" fmla="*/ 2997 h 180209"/>
                <a:gd name="connsiteX6" fmla="*/ 18649 w 91800"/>
                <a:gd name="connsiteY6" fmla="*/ 38585 h 180209"/>
                <a:gd name="connsiteX7" fmla="*/ 7307 w 91800"/>
                <a:gd name="connsiteY7" fmla="*/ 46674 h 180209"/>
                <a:gd name="connsiteX8" fmla="*/ 7662 w 91800"/>
                <a:gd name="connsiteY8" fmla="*/ 48615 h 180209"/>
                <a:gd name="connsiteX9" fmla="*/ 33890 w 91800"/>
                <a:gd name="connsiteY9" fmla="*/ 48615 h 180209"/>
                <a:gd name="connsiteX10" fmla="*/ 8370 w 91800"/>
                <a:gd name="connsiteY10" fmla="*/ 137587 h 180209"/>
                <a:gd name="connsiteX11" fmla="*/ 6244 w 91800"/>
                <a:gd name="connsiteY11" fmla="*/ 144382 h 180209"/>
                <a:gd name="connsiteX12" fmla="*/ 218 w 91800"/>
                <a:gd name="connsiteY12" fmla="*/ 168000 h 180209"/>
                <a:gd name="connsiteX13" fmla="*/ 17232 w 91800"/>
                <a:gd name="connsiteY13" fmla="*/ 180294 h 180209"/>
                <a:gd name="connsiteX14" fmla="*/ 67563 w 91800"/>
                <a:gd name="connsiteY14" fmla="*/ 141146 h 180209"/>
                <a:gd name="connsiteX15" fmla="*/ 62955 w 91800"/>
                <a:gd name="connsiteY15" fmla="*/ 138881 h 180209"/>
                <a:gd name="connsiteX16" fmla="*/ 34245 w 91800"/>
                <a:gd name="connsiteY16" fmla="*/ 164441 h 180209"/>
                <a:gd name="connsiteX17" fmla="*/ 28928 w 91800"/>
                <a:gd name="connsiteY17" fmla="*/ 157970 h 180209"/>
                <a:gd name="connsiteX18" fmla="*/ 29283 w 91800"/>
                <a:gd name="connsiteY18" fmla="*/ 156352 h 180209"/>
                <a:gd name="connsiteX19" fmla="*/ 60474 w 91800"/>
                <a:gd name="connsiteY19" fmla="*/ 48615 h 180209"/>
                <a:gd name="connsiteX20" fmla="*/ 90247 w 91800"/>
                <a:gd name="connsiteY20" fmla="*/ 48615 h 180209"/>
                <a:gd name="connsiteX21" fmla="*/ 92019 w 91800"/>
                <a:gd name="connsiteY21" fmla="*/ 38262 h 1802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1800" h="180209">
                  <a:moveTo>
                    <a:pt x="92019" y="38262"/>
                  </a:moveTo>
                  <a:lnTo>
                    <a:pt x="63664" y="38262"/>
                  </a:lnTo>
                  <a:lnTo>
                    <a:pt x="73588" y="4938"/>
                  </a:lnTo>
                  <a:cubicBezTo>
                    <a:pt x="73942" y="4291"/>
                    <a:pt x="73942" y="3644"/>
                    <a:pt x="73942" y="3320"/>
                  </a:cubicBezTo>
                  <a:cubicBezTo>
                    <a:pt x="73942" y="1055"/>
                    <a:pt x="72879" y="85"/>
                    <a:pt x="71107" y="85"/>
                  </a:cubicBezTo>
                  <a:cubicBezTo>
                    <a:pt x="68980" y="85"/>
                    <a:pt x="67917" y="408"/>
                    <a:pt x="65790" y="2997"/>
                  </a:cubicBezTo>
                  <a:cubicBezTo>
                    <a:pt x="51967" y="19497"/>
                    <a:pt x="29992" y="35674"/>
                    <a:pt x="18649" y="38585"/>
                  </a:cubicBezTo>
                  <a:cubicBezTo>
                    <a:pt x="9788" y="41174"/>
                    <a:pt x="7307" y="43115"/>
                    <a:pt x="7307" y="46674"/>
                  </a:cubicBezTo>
                  <a:cubicBezTo>
                    <a:pt x="7307" y="46997"/>
                    <a:pt x="7307" y="47644"/>
                    <a:pt x="7662" y="48615"/>
                  </a:cubicBezTo>
                  <a:lnTo>
                    <a:pt x="33890" y="48615"/>
                  </a:lnTo>
                  <a:lnTo>
                    <a:pt x="8370" y="137587"/>
                  </a:lnTo>
                  <a:cubicBezTo>
                    <a:pt x="7662" y="140499"/>
                    <a:pt x="7307" y="141470"/>
                    <a:pt x="6244" y="144382"/>
                  </a:cubicBezTo>
                  <a:cubicBezTo>
                    <a:pt x="3054" y="154088"/>
                    <a:pt x="218" y="165411"/>
                    <a:pt x="218" y="168000"/>
                  </a:cubicBezTo>
                  <a:cubicBezTo>
                    <a:pt x="218" y="175117"/>
                    <a:pt x="7662" y="180294"/>
                    <a:pt x="17232" y="180294"/>
                  </a:cubicBezTo>
                  <a:cubicBezTo>
                    <a:pt x="33536" y="180294"/>
                    <a:pt x="45233" y="171235"/>
                    <a:pt x="67563" y="141146"/>
                  </a:cubicBezTo>
                  <a:lnTo>
                    <a:pt x="62955" y="138881"/>
                  </a:lnTo>
                  <a:cubicBezTo>
                    <a:pt x="45587" y="159264"/>
                    <a:pt x="39916" y="164441"/>
                    <a:pt x="34245" y="164441"/>
                  </a:cubicBezTo>
                  <a:cubicBezTo>
                    <a:pt x="31055" y="164441"/>
                    <a:pt x="28928" y="161852"/>
                    <a:pt x="28928" y="157970"/>
                  </a:cubicBezTo>
                  <a:cubicBezTo>
                    <a:pt x="28928" y="157647"/>
                    <a:pt x="28928" y="157323"/>
                    <a:pt x="29283" y="156352"/>
                  </a:cubicBezTo>
                  <a:lnTo>
                    <a:pt x="60474" y="48615"/>
                  </a:lnTo>
                  <a:lnTo>
                    <a:pt x="90247" y="48615"/>
                  </a:lnTo>
                  <a:lnTo>
                    <a:pt x="92019" y="38262"/>
                  </a:lnTo>
                  <a:close/>
                </a:path>
              </a:pathLst>
            </a:custGeom>
            <a:solidFill>
              <a:srgbClr val="000000"/>
            </a:solidFill>
            <a:ln w="356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9CA17F1-59C6-F6FA-7C04-6A547DD424FC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0450544" y="5088772"/>
              <a:ext cx="76205" cy="215151"/>
            </a:xfrm>
            <a:custGeom>
              <a:avLst/>
              <a:gdLst>
                <a:gd name="connsiteX0" fmla="*/ 61540 w 76205"/>
                <a:gd name="connsiteY0" fmla="*/ 174794 h 215151"/>
                <a:gd name="connsiteX1" fmla="*/ 47008 w 76205"/>
                <a:gd name="connsiteY1" fmla="*/ 191294 h 215151"/>
                <a:gd name="connsiteX2" fmla="*/ 32475 w 76205"/>
                <a:gd name="connsiteY2" fmla="*/ 200030 h 215151"/>
                <a:gd name="connsiteX3" fmla="*/ 26804 w 76205"/>
                <a:gd name="connsiteY3" fmla="*/ 195177 h 215151"/>
                <a:gd name="connsiteX4" fmla="*/ 30349 w 76205"/>
                <a:gd name="connsiteY4" fmla="*/ 180941 h 215151"/>
                <a:gd name="connsiteX5" fmla="*/ 32121 w 76205"/>
                <a:gd name="connsiteY5" fmla="*/ 175117 h 215151"/>
                <a:gd name="connsiteX6" fmla="*/ 32121 w 76205"/>
                <a:gd name="connsiteY6" fmla="*/ 174470 h 215151"/>
                <a:gd name="connsiteX7" fmla="*/ 32475 w 76205"/>
                <a:gd name="connsiteY7" fmla="*/ 173823 h 215151"/>
                <a:gd name="connsiteX8" fmla="*/ 63666 w 76205"/>
                <a:gd name="connsiteY8" fmla="*/ 69645 h 215151"/>
                <a:gd name="connsiteX9" fmla="*/ 62603 w 76205"/>
                <a:gd name="connsiteY9" fmla="*/ 68998 h 215151"/>
                <a:gd name="connsiteX10" fmla="*/ 5892 w 76205"/>
                <a:gd name="connsiteY10" fmla="*/ 77086 h 215151"/>
                <a:gd name="connsiteX11" fmla="*/ 5892 w 76205"/>
                <a:gd name="connsiteY11" fmla="*/ 82263 h 215151"/>
                <a:gd name="connsiteX12" fmla="*/ 28222 w 76205"/>
                <a:gd name="connsiteY12" fmla="*/ 90028 h 215151"/>
                <a:gd name="connsiteX13" fmla="*/ 25032 w 76205"/>
                <a:gd name="connsiteY13" fmla="*/ 104263 h 215151"/>
                <a:gd name="connsiteX14" fmla="*/ 8019 w 76205"/>
                <a:gd name="connsiteY14" fmla="*/ 161529 h 215151"/>
                <a:gd name="connsiteX15" fmla="*/ 221 w 76205"/>
                <a:gd name="connsiteY15" fmla="*/ 196794 h 215151"/>
                <a:gd name="connsiteX16" fmla="*/ 16525 w 76205"/>
                <a:gd name="connsiteY16" fmla="*/ 215236 h 215151"/>
                <a:gd name="connsiteX17" fmla="*/ 66148 w 76205"/>
                <a:gd name="connsiteY17" fmla="*/ 178353 h 215151"/>
                <a:gd name="connsiteX18" fmla="*/ 61540 w 76205"/>
                <a:gd name="connsiteY18" fmla="*/ 174794 h 215151"/>
                <a:gd name="connsiteX19" fmla="*/ 58704 w 76205"/>
                <a:gd name="connsiteY19" fmla="*/ 85 h 215151"/>
                <a:gd name="connsiteX20" fmla="*/ 42045 w 76205"/>
                <a:gd name="connsiteY20" fmla="*/ 17232 h 215151"/>
                <a:gd name="connsiteX21" fmla="*/ 59059 w 76205"/>
                <a:gd name="connsiteY21" fmla="*/ 34379 h 215151"/>
                <a:gd name="connsiteX22" fmla="*/ 76426 w 76205"/>
                <a:gd name="connsiteY22" fmla="*/ 17879 h 215151"/>
                <a:gd name="connsiteX23" fmla="*/ 58704 w 76205"/>
                <a:gd name="connsiteY23" fmla="*/ 85 h 215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6205" h="215151">
                  <a:moveTo>
                    <a:pt x="61540" y="174794"/>
                  </a:moveTo>
                  <a:cubicBezTo>
                    <a:pt x="53033" y="185147"/>
                    <a:pt x="50552" y="187735"/>
                    <a:pt x="47008" y="191294"/>
                  </a:cubicBezTo>
                  <a:cubicBezTo>
                    <a:pt x="40982" y="196794"/>
                    <a:pt x="35665" y="200030"/>
                    <a:pt x="32475" y="200030"/>
                  </a:cubicBezTo>
                  <a:cubicBezTo>
                    <a:pt x="29640" y="200030"/>
                    <a:pt x="26804" y="197441"/>
                    <a:pt x="26804" y="195177"/>
                  </a:cubicBezTo>
                  <a:cubicBezTo>
                    <a:pt x="26804" y="191941"/>
                    <a:pt x="27868" y="187088"/>
                    <a:pt x="30349" y="180941"/>
                  </a:cubicBezTo>
                  <a:cubicBezTo>
                    <a:pt x="30349" y="179970"/>
                    <a:pt x="31412" y="177706"/>
                    <a:pt x="32121" y="175117"/>
                  </a:cubicBezTo>
                  <a:lnTo>
                    <a:pt x="32121" y="174470"/>
                  </a:lnTo>
                  <a:lnTo>
                    <a:pt x="32475" y="173823"/>
                  </a:lnTo>
                  <a:lnTo>
                    <a:pt x="63666" y="69645"/>
                  </a:lnTo>
                  <a:lnTo>
                    <a:pt x="62603" y="68998"/>
                  </a:lnTo>
                  <a:cubicBezTo>
                    <a:pt x="26804" y="75145"/>
                    <a:pt x="19715" y="76116"/>
                    <a:pt x="5892" y="77086"/>
                  </a:cubicBezTo>
                  <a:lnTo>
                    <a:pt x="5892" y="82263"/>
                  </a:lnTo>
                  <a:cubicBezTo>
                    <a:pt x="24678" y="82586"/>
                    <a:pt x="28222" y="83557"/>
                    <a:pt x="28222" y="90028"/>
                  </a:cubicBezTo>
                  <a:cubicBezTo>
                    <a:pt x="28222" y="92616"/>
                    <a:pt x="27159" y="97792"/>
                    <a:pt x="25032" y="104263"/>
                  </a:cubicBezTo>
                  <a:lnTo>
                    <a:pt x="8019" y="161529"/>
                  </a:lnTo>
                  <a:cubicBezTo>
                    <a:pt x="2348" y="180294"/>
                    <a:pt x="221" y="190324"/>
                    <a:pt x="221" y="196794"/>
                  </a:cubicBezTo>
                  <a:cubicBezTo>
                    <a:pt x="221" y="208765"/>
                    <a:pt x="5892" y="215236"/>
                    <a:pt x="16525" y="215236"/>
                  </a:cubicBezTo>
                  <a:cubicBezTo>
                    <a:pt x="32830" y="215236"/>
                    <a:pt x="45944" y="205530"/>
                    <a:pt x="66148" y="178353"/>
                  </a:cubicBezTo>
                  <a:lnTo>
                    <a:pt x="61540" y="174794"/>
                  </a:lnTo>
                  <a:close/>
                  <a:moveTo>
                    <a:pt x="58704" y="85"/>
                  </a:moveTo>
                  <a:cubicBezTo>
                    <a:pt x="49134" y="85"/>
                    <a:pt x="42045" y="7526"/>
                    <a:pt x="42045" y="17232"/>
                  </a:cubicBezTo>
                  <a:cubicBezTo>
                    <a:pt x="42045" y="27585"/>
                    <a:pt x="48780" y="34379"/>
                    <a:pt x="59059" y="34379"/>
                  </a:cubicBezTo>
                  <a:cubicBezTo>
                    <a:pt x="68274" y="34379"/>
                    <a:pt x="76426" y="26938"/>
                    <a:pt x="76426" y="17879"/>
                  </a:cubicBezTo>
                  <a:cubicBezTo>
                    <a:pt x="76426" y="8497"/>
                    <a:pt x="68274" y="85"/>
                    <a:pt x="58704" y="85"/>
                  </a:cubicBezTo>
                  <a:close/>
                </a:path>
              </a:pathLst>
            </a:custGeom>
            <a:solidFill>
              <a:srgbClr val="000000"/>
            </a:solidFill>
            <a:ln w="356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37C98A16-03E2-93C8-744E-868E46BFDC0E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0538103" y="5157685"/>
              <a:ext cx="162689" cy="146238"/>
            </a:xfrm>
            <a:custGeom>
              <a:avLst/>
              <a:gdLst>
                <a:gd name="connsiteX0" fmla="*/ 158660 w 162689"/>
                <a:gd name="connsiteY0" fmla="*/ 107175 h 146238"/>
                <a:gd name="connsiteX1" fmla="*/ 148736 w 162689"/>
                <a:gd name="connsiteY1" fmla="*/ 116234 h 146238"/>
                <a:gd name="connsiteX2" fmla="*/ 130305 w 162689"/>
                <a:gd name="connsiteY2" fmla="*/ 129499 h 146238"/>
                <a:gd name="connsiteX3" fmla="*/ 125342 w 162689"/>
                <a:gd name="connsiteY3" fmla="*/ 125293 h 146238"/>
                <a:gd name="connsiteX4" fmla="*/ 156888 w 162689"/>
                <a:gd name="connsiteY4" fmla="*/ 7850 h 146238"/>
                <a:gd name="connsiteX5" fmla="*/ 159014 w 162689"/>
                <a:gd name="connsiteY5" fmla="*/ 1055 h 146238"/>
                <a:gd name="connsiteX6" fmla="*/ 156533 w 162689"/>
                <a:gd name="connsiteY6" fmla="*/ 85 h 146238"/>
                <a:gd name="connsiteX7" fmla="*/ 134912 w 162689"/>
                <a:gd name="connsiteY7" fmla="*/ 2349 h 146238"/>
                <a:gd name="connsiteX8" fmla="*/ 133849 w 162689"/>
                <a:gd name="connsiteY8" fmla="*/ 3320 h 146238"/>
                <a:gd name="connsiteX9" fmla="*/ 129950 w 162689"/>
                <a:gd name="connsiteY9" fmla="*/ 18850 h 146238"/>
                <a:gd name="connsiteX10" fmla="*/ 101595 w 162689"/>
                <a:gd name="connsiteY10" fmla="*/ 85 h 146238"/>
                <a:gd name="connsiteX11" fmla="*/ 224 w 162689"/>
                <a:gd name="connsiteY11" fmla="*/ 110410 h 146238"/>
                <a:gd name="connsiteX12" fmla="*/ 36377 w 162689"/>
                <a:gd name="connsiteY12" fmla="*/ 146323 h 146238"/>
                <a:gd name="connsiteX13" fmla="*/ 107620 w 162689"/>
                <a:gd name="connsiteY13" fmla="*/ 95528 h 146238"/>
                <a:gd name="connsiteX14" fmla="*/ 99468 w 162689"/>
                <a:gd name="connsiteY14" fmla="*/ 132734 h 146238"/>
                <a:gd name="connsiteX15" fmla="*/ 113646 w 162689"/>
                <a:gd name="connsiteY15" fmla="*/ 145999 h 146238"/>
                <a:gd name="connsiteX16" fmla="*/ 162913 w 162689"/>
                <a:gd name="connsiteY16" fmla="*/ 110410 h 146238"/>
                <a:gd name="connsiteX17" fmla="*/ 158660 w 162689"/>
                <a:gd name="connsiteY17" fmla="*/ 107175 h 146238"/>
                <a:gd name="connsiteX18" fmla="*/ 103721 w 162689"/>
                <a:gd name="connsiteY18" fmla="*/ 7202 h 146238"/>
                <a:gd name="connsiteX19" fmla="*/ 123570 w 162689"/>
                <a:gd name="connsiteY19" fmla="*/ 26938 h 146238"/>
                <a:gd name="connsiteX20" fmla="*/ 81391 w 162689"/>
                <a:gd name="connsiteY20" fmla="*/ 116234 h 146238"/>
                <a:gd name="connsiteX21" fmla="*/ 50555 w 162689"/>
                <a:gd name="connsiteY21" fmla="*/ 130470 h 146238"/>
                <a:gd name="connsiteX22" fmla="*/ 29997 w 162689"/>
                <a:gd name="connsiteY22" fmla="*/ 106204 h 146238"/>
                <a:gd name="connsiteX23" fmla="*/ 58707 w 162689"/>
                <a:gd name="connsiteY23" fmla="*/ 35350 h 146238"/>
                <a:gd name="connsiteX24" fmla="*/ 103721 w 162689"/>
                <a:gd name="connsiteY24" fmla="*/ 7202 h 146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2689" h="146238">
                  <a:moveTo>
                    <a:pt x="158660" y="107175"/>
                  </a:moveTo>
                  <a:cubicBezTo>
                    <a:pt x="153343" y="112028"/>
                    <a:pt x="151217" y="113646"/>
                    <a:pt x="148736" y="116234"/>
                  </a:cubicBezTo>
                  <a:cubicBezTo>
                    <a:pt x="138102" y="126264"/>
                    <a:pt x="133495" y="129499"/>
                    <a:pt x="130305" y="129499"/>
                  </a:cubicBezTo>
                  <a:cubicBezTo>
                    <a:pt x="127469" y="129499"/>
                    <a:pt x="125342" y="127558"/>
                    <a:pt x="125342" y="125293"/>
                  </a:cubicBezTo>
                  <a:cubicBezTo>
                    <a:pt x="125342" y="118822"/>
                    <a:pt x="140229" y="63498"/>
                    <a:pt x="156888" y="7850"/>
                  </a:cubicBezTo>
                  <a:cubicBezTo>
                    <a:pt x="157951" y="4614"/>
                    <a:pt x="158306" y="3967"/>
                    <a:pt x="159014" y="1055"/>
                  </a:cubicBezTo>
                  <a:lnTo>
                    <a:pt x="156533" y="85"/>
                  </a:lnTo>
                  <a:lnTo>
                    <a:pt x="134912" y="2349"/>
                  </a:lnTo>
                  <a:lnTo>
                    <a:pt x="133849" y="3320"/>
                  </a:lnTo>
                  <a:lnTo>
                    <a:pt x="129950" y="18850"/>
                  </a:lnTo>
                  <a:cubicBezTo>
                    <a:pt x="127115" y="6879"/>
                    <a:pt x="116836" y="85"/>
                    <a:pt x="101595" y="85"/>
                  </a:cubicBezTo>
                  <a:cubicBezTo>
                    <a:pt x="54808" y="85"/>
                    <a:pt x="224" y="59292"/>
                    <a:pt x="224" y="110410"/>
                  </a:cubicBezTo>
                  <a:cubicBezTo>
                    <a:pt x="224" y="133058"/>
                    <a:pt x="13693" y="146323"/>
                    <a:pt x="36377" y="146323"/>
                  </a:cubicBezTo>
                  <a:cubicBezTo>
                    <a:pt x="61188" y="146323"/>
                    <a:pt x="76429" y="135646"/>
                    <a:pt x="107620" y="95528"/>
                  </a:cubicBezTo>
                  <a:cubicBezTo>
                    <a:pt x="100531" y="120763"/>
                    <a:pt x="99468" y="124969"/>
                    <a:pt x="99468" y="132734"/>
                  </a:cubicBezTo>
                  <a:cubicBezTo>
                    <a:pt x="99468" y="142117"/>
                    <a:pt x="103721" y="145999"/>
                    <a:pt x="113646" y="145999"/>
                  </a:cubicBezTo>
                  <a:cubicBezTo>
                    <a:pt x="127823" y="145999"/>
                    <a:pt x="136685" y="139852"/>
                    <a:pt x="162913" y="110410"/>
                  </a:cubicBezTo>
                  <a:lnTo>
                    <a:pt x="158660" y="107175"/>
                  </a:lnTo>
                  <a:close/>
                  <a:moveTo>
                    <a:pt x="103721" y="7202"/>
                  </a:moveTo>
                  <a:cubicBezTo>
                    <a:pt x="115772" y="7850"/>
                    <a:pt x="123570" y="15614"/>
                    <a:pt x="123570" y="26938"/>
                  </a:cubicBezTo>
                  <a:cubicBezTo>
                    <a:pt x="123570" y="54115"/>
                    <a:pt x="105848" y="92292"/>
                    <a:pt x="81391" y="116234"/>
                  </a:cubicBezTo>
                  <a:cubicBezTo>
                    <a:pt x="72885" y="124969"/>
                    <a:pt x="60834" y="130470"/>
                    <a:pt x="50555" y="130470"/>
                  </a:cubicBezTo>
                  <a:cubicBezTo>
                    <a:pt x="38149" y="130470"/>
                    <a:pt x="29997" y="121087"/>
                    <a:pt x="29997" y="106204"/>
                  </a:cubicBezTo>
                  <a:cubicBezTo>
                    <a:pt x="29997" y="88733"/>
                    <a:pt x="43466" y="55409"/>
                    <a:pt x="58707" y="35350"/>
                  </a:cubicBezTo>
                  <a:cubicBezTo>
                    <a:pt x="72885" y="16585"/>
                    <a:pt x="89544" y="6232"/>
                    <a:pt x="103721" y="7202"/>
                  </a:cubicBezTo>
                  <a:close/>
                </a:path>
              </a:pathLst>
            </a:custGeom>
            <a:solidFill>
              <a:srgbClr val="000000"/>
            </a:solidFill>
            <a:ln w="356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FA2A719A-F1C1-E628-FCB4-E4591A2ED278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0724141" y="5079389"/>
              <a:ext cx="84711" cy="224533"/>
            </a:xfrm>
            <a:custGeom>
              <a:avLst/>
              <a:gdLst>
                <a:gd name="connsiteX0" fmla="*/ 66864 w 84711"/>
                <a:gd name="connsiteY0" fmla="*/ 181265 h 224533"/>
                <a:gd name="connsiteX1" fmla="*/ 57294 w 84711"/>
                <a:gd name="connsiteY1" fmla="*/ 192265 h 224533"/>
                <a:gd name="connsiteX2" fmla="*/ 32838 w 84711"/>
                <a:gd name="connsiteY2" fmla="*/ 210706 h 224533"/>
                <a:gd name="connsiteX3" fmla="*/ 27521 w 84711"/>
                <a:gd name="connsiteY3" fmla="*/ 204883 h 224533"/>
                <a:gd name="connsiteX4" fmla="*/ 30356 w 84711"/>
                <a:gd name="connsiteY4" fmla="*/ 192265 h 224533"/>
                <a:gd name="connsiteX5" fmla="*/ 31420 w 84711"/>
                <a:gd name="connsiteY5" fmla="*/ 189029 h 224533"/>
                <a:gd name="connsiteX6" fmla="*/ 84941 w 84711"/>
                <a:gd name="connsiteY6" fmla="*/ 1702 h 224533"/>
                <a:gd name="connsiteX7" fmla="*/ 83169 w 84711"/>
                <a:gd name="connsiteY7" fmla="*/ 85 h 224533"/>
                <a:gd name="connsiteX8" fmla="*/ 27875 w 84711"/>
                <a:gd name="connsiteY8" fmla="*/ 8820 h 224533"/>
                <a:gd name="connsiteX9" fmla="*/ 27875 w 84711"/>
                <a:gd name="connsiteY9" fmla="*/ 13997 h 224533"/>
                <a:gd name="connsiteX10" fmla="*/ 51978 w 84711"/>
                <a:gd name="connsiteY10" fmla="*/ 21438 h 224533"/>
                <a:gd name="connsiteX11" fmla="*/ 50560 w 84711"/>
                <a:gd name="connsiteY11" fmla="*/ 27262 h 224533"/>
                <a:gd name="connsiteX12" fmla="*/ 2001 w 84711"/>
                <a:gd name="connsiteY12" fmla="*/ 198088 h 224533"/>
                <a:gd name="connsiteX13" fmla="*/ 229 w 84711"/>
                <a:gd name="connsiteY13" fmla="*/ 206500 h 224533"/>
                <a:gd name="connsiteX14" fmla="*/ 17596 w 84711"/>
                <a:gd name="connsiteY14" fmla="*/ 224618 h 224533"/>
                <a:gd name="connsiteX15" fmla="*/ 71472 w 84711"/>
                <a:gd name="connsiteY15" fmla="*/ 184176 h 224533"/>
                <a:gd name="connsiteX16" fmla="*/ 66864 w 84711"/>
                <a:gd name="connsiteY16" fmla="*/ 181265 h 224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4711" h="224533">
                  <a:moveTo>
                    <a:pt x="66864" y="181265"/>
                  </a:moveTo>
                  <a:cubicBezTo>
                    <a:pt x="63674" y="184824"/>
                    <a:pt x="60484" y="188382"/>
                    <a:pt x="57294" y="192265"/>
                  </a:cubicBezTo>
                  <a:cubicBezTo>
                    <a:pt x="45952" y="205853"/>
                    <a:pt x="39218" y="210706"/>
                    <a:pt x="32838" y="210706"/>
                  </a:cubicBezTo>
                  <a:cubicBezTo>
                    <a:pt x="29293" y="210706"/>
                    <a:pt x="27521" y="208442"/>
                    <a:pt x="27521" y="204883"/>
                  </a:cubicBezTo>
                  <a:cubicBezTo>
                    <a:pt x="27521" y="202618"/>
                    <a:pt x="28584" y="198736"/>
                    <a:pt x="30356" y="192265"/>
                  </a:cubicBezTo>
                  <a:cubicBezTo>
                    <a:pt x="30711" y="191294"/>
                    <a:pt x="31065" y="189677"/>
                    <a:pt x="31420" y="189029"/>
                  </a:cubicBezTo>
                  <a:lnTo>
                    <a:pt x="84941" y="1702"/>
                  </a:lnTo>
                  <a:lnTo>
                    <a:pt x="83169" y="85"/>
                  </a:lnTo>
                  <a:cubicBezTo>
                    <a:pt x="62256" y="4291"/>
                    <a:pt x="48788" y="6555"/>
                    <a:pt x="27875" y="8820"/>
                  </a:cubicBezTo>
                  <a:lnTo>
                    <a:pt x="27875" y="13997"/>
                  </a:lnTo>
                  <a:cubicBezTo>
                    <a:pt x="44889" y="13997"/>
                    <a:pt x="51978" y="16261"/>
                    <a:pt x="51978" y="21438"/>
                  </a:cubicBezTo>
                  <a:cubicBezTo>
                    <a:pt x="51978" y="22409"/>
                    <a:pt x="51623" y="24350"/>
                    <a:pt x="50560" y="27262"/>
                  </a:cubicBezTo>
                  <a:lnTo>
                    <a:pt x="2001" y="198088"/>
                  </a:lnTo>
                  <a:cubicBezTo>
                    <a:pt x="938" y="201647"/>
                    <a:pt x="229" y="204883"/>
                    <a:pt x="229" y="206500"/>
                  </a:cubicBezTo>
                  <a:cubicBezTo>
                    <a:pt x="229" y="218148"/>
                    <a:pt x="6254" y="224618"/>
                    <a:pt x="17596" y="224618"/>
                  </a:cubicBezTo>
                  <a:cubicBezTo>
                    <a:pt x="36028" y="224618"/>
                    <a:pt x="48433" y="215236"/>
                    <a:pt x="71472" y="184176"/>
                  </a:cubicBezTo>
                  <a:lnTo>
                    <a:pt x="66864" y="181265"/>
                  </a:lnTo>
                  <a:close/>
                </a:path>
              </a:pathLst>
            </a:custGeom>
            <a:solidFill>
              <a:srgbClr val="000000"/>
            </a:solidFill>
            <a:ln w="356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2CAABA54-36FA-BBD9-C016-73760526C7B2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0924746" y="5089095"/>
              <a:ext cx="216919" cy="217092"/>
            </a:xfrm>
            <a:custGeom>
              <a:avLst/>
              <a:gdLst>
                <a:gd name="connsiteX0" fmla="*/ 217153 w 216919"/>
                <a:gd name="connsiteY0" fmla="*/ 85 h 217092"/>
                <a:gd name="connsiteX1" fmla="*/ 151227 w 216919"/>
                <a:gd name="connsiteY1" fmla="*/ 85 h 217092"/>
                <a:gd name="connsiteX2" fmla="*/ 151227 w 216919"/>
                <a:gd name="connsiteY2" fmla="*/ 5261 h 217092"/>
                <a:gd name="connsiteX3" fmla="*/ 173557 w 216919"/>
                <a:gd name="connsiteY3" fmla="*/ 16261 h 217092"/>
                <a:gd name="connsiteX4" fmla="*/ 155126 w 216919"/>
                <a:gd name="connsiteY4" fmla="*/ 54762 h 217092"/>
                <a:gd name="connsiteX5" fmla="*/ 82110 w 216919"/>
                <a:gd name="connsiteY5" fmla="*/ 169941 h 217092"/>
                <a:gd name="connsiteX6" fmla="*/ 58717 w 216919"/>
                <a:gd name="connsiteY6" fmla="*/ 26615 h 217092"/>
                <a:gd name="connsiteX7" fmla="*/ 58363 w 216919"/>
                <a:gd name="connsiteY7" fmla="*/ 21762 h 217092"/>
                <a:gd name="connsiteX8" fmla="*/ 85655 w 216919"/>
                <a:gd name="connsiteY8" fmla="*/ 5261 h 217092"/>
                <a:gd name="connsiteX9" fmla="*/ 85655 w 216919"/>
                <a:gd name="connsiteY9" fmla="*/ 85 h 217092"/>
                <a:gd name="connsiteX10" fmla="*/ 234 w 216919"/>
                <a:gd name="connsiteY10" fmla="*/ 85 h 217092"/>
                <a:gd name="connsiteX11" fmla="*/ 234 w 216919"/>
                <a:gd name="connsiteY11" fmla="*/ 5261 h 217092"/>
                <a:gd name="connsiteX12" fmla="*/ 28235 w 216919"/>
                <a:gd name="connsiteY12" fmla="*/ 48939 h 217092"/>
                <a:gd name="connsiteX13" fmla="*/ 58363 w 216919"/>
                <a:gd name="connsiteY13" fmla="*/ 217177 h 217092"/>
                <a:gd name="connsiteX14" fmla="*/ 65097 w 216919"/>
                <a:gd name="connsiteY14" fmla="*/ 217177 h 217092"/>
                <a:gd name="connsiteX15" fmla="*/ 197305 w 216919"/>
                <a:gd name="connsiteY15" fmla="*/ 18203 h 217092"/>
                <a:gd name="connsiteX16" fmla="*/ 217153 w 216919"/>
                <a:gd name="connsiteY16" fmla="*/ 5261 h 217092"/>
                <a:gd name="connsiteX17" fmla="*/ 217153 w 216919"/>
                <a:gd name="connsiteY17" fmla="*/ 85 h 2170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16919" h="217092">
                  <a:moveTo>
                    <a:pt x="217153" y="85"/>
                  </a:moveTo>
                  <a:lnTo>
                    <a:pt x="151227" y="85"/>
                  </a:lnTo>
                  <a:lnTo>
                    <a:pt x="151227" y="5261"/>
                  </a:lnTo>
                  <a:cubicBezTo>
                    <a:pt x="167177" y="6879"/>
                    <a:pt x="173557" y="10114"/>
                    <a:pt x="173557" y="16261"/>
                  </a:cubicBezTo>
                  <a:cubicBezTo>
                    <a:pt x="173557" y="22409"/>
                    <a:pt x="166822" y="36321"/>
                    <a:pt x="155126" y="54762"/>
                  </a:cubicBezTo>
                  <a:lnTo>
                    <a:pt x="82110" y="169941"/>
                  </a:lnTo>
                  <a:lnTo>
                    <a:pt x="58717" y="26615"/>
                  </a:lnTo>
                  <a:cubicBezTo>
                    <a:pt x="58363" y="24997"/>
                    <a:pt x="58363" y="23703"/>
                    <a:pt x="58363" y="21762"/>
                  </a:cubicBezTo>
                  <a:cubicBezTo>
                    <a:pt x="58363" y="10761"/>
                    <a:pt x="63325" y="7526"/>
                    <a:pt x="85655" y="5261"/>
                  </a:cubicBezTo>
                  <a:lnTo>
                    <a:pt x="85655" y="85"/>
                  </a:lnTo>
                  <a:lnTo>
                    <a:pt x="234" y="85"/>
                  </a:lnTo>
                  <a:lnTo>
                    <a:pt x="234" y="5261"/>
                  </a:lnTo>
                  <a:cubicBezTo>
                    <a:pt x="20083" y="7526"/>
                    <a:pt x="20792" y="8497"/>
                    <a:pt x="28235" y="48939"/>
                  </a:cubicBezTo>
                  <a:lnTo>
                    <a:pt x="58363" y="217177"/>
                  </a:lnTo>
                  <a:lnTo>
                    <a:pt x="65097" y="217177"/>
                  </a:lnTo>
                  <a:lnTo>
                    <a:pt x="197305" y="18203"/>
                  </a:lnTo>
                  <a:cubicBezTo>
                    <a:pt x="203330" y="9467"/>
                    <a:pt x="209001" y="5585"/>
                    <a:pt x="217153" y="5261"/>
                  </a:cubicBezTo>
                  <a:lnTo>
                    <a:pt x="217153" y="85"/>
                  </a:lnTo>
                  <a:close/>
                </a:path>
              </a:pathLst>
            </a:custGeom>
            <a:solidFill>
              <a:srgbClr val="000000"/>
            </a:solidFill>
            <a:ln w="356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8890DF9B-D45C-99A3-334F-1595BA972037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1081720" y="5157685"/>
              <a:ext cx="162689" cy="146238"/>
            </a:xfrm>
            <a:custGeom>
              <a:avLst/>
              <a:gdLst>
                <a:gd name="connsiteX0" fmla="*/ 158675 w 162689"/>
                <a:gd name="connsiteY0" fmla="*/ 107175 h 146238"/>
                <a:gd name="connsiteX1" fmla="*/ 148751 w 162689"/>
                <a:gd name="connsiteY1" fmla="*/ 116234 h 146238"/>
                <a:gd name="connsiteX2" fmla="*/ 130320 w 162689"/>
                <a:gd name="connsiteY2" fmla="*/ 129499 h 146238"/>
                <a:gd name="connsiteX3" fmla="*/ 125358 w 162689"/>
                <a:gd name="connsiteY3" fmla="*/ 125293 h 146238"/>
                <a:gd name="connsiteX4" fmla="*/ 156903 w 162689"/>
                <a:gd name="connsiteY4" fmla="*/ 7850 h 146238"/>
                <a:gd name="connsiteX5" fmla="*/ 159030 w 162689"/>
                <a:gd name="connsiteY5" fmla="*/ 1055 h 146238"/>
                <a:gd name="connsiteX6" fmla="*/ 156549 w 162689"/>
                <a:gd name="connsiteY6" fmla="*/ 85 h 146238"/>
                <a:gd name="connsiteX7" fmla="*/ 134928 w 162689"/>
                <a:gd name="connsiteY7" fmla="*/ 2349 h 146238"/>
                <a:gd name="connsiteX8" fmla="*/ 133864 w 162689"/>
                <a:gd name="connsiteY8" fmla="*/ 3320 h 146238"/>
                <a:gd name="connsiteX9" fmla="*/ 129965 w 162689"/>
                <a:gd name="connsiteY9" fmla="*/ 18850 h 146238"/>
                <a:gd name="connsiteX10" fmla="*/ 101610 w 162689"/>
                <a:gd name="connsiteY10" fmla="*/ 85 h 146238"/>
                <a:gd name="connsiteX11" fmla="*/ 239 w 162689"/>
                <a:gd name="connsiteY11" fmla="*/ 110410 h 146238"/>
                <a:gd name="connsiteX12" fmla="*/ 36392 w 162689"/>
                <a:gd name="connsiteY12" fmla="*/ 146323 h 146238"/>
                <a:gd name="connsiteX13" fmla="*/ 107635 w 162689"/>
                <a:gd name="connsiteY13" fmla="*/ 95528 h 146238"/>
                <a:gd name="connsiteX14" fmla="*/ 99483 w 162689"/>
                <a:gd name="connsiteY14" fmla="*/ 132734 h 146238"/>
                <a:gd name="connsiteX15" fmla="*/ 113661 w 162689"/>
                <a:gd name="connsiteY15" fmla="*/ 145999 h 146238"/>
                <a:gd name="connsiteX16" fmla="*/ 162929 w 162689"/>
                <a:gd name="connsiteY16" fmla="*/ 110410 h 146238"/>
                <a:gd name="connsiteX17" fmla="*/ 158675 w 162689"/>
                <a:gd name="connsiteY17" fmla="*/ 107175 h 146238"/>
                <a:gd name="connsiteX18" fmla="*/ 103737 w 162689"/>
                <a:gd name="connsiteY18" fmla="*/ 7202 h 146238"/>
                <a:gd name="connsiteX19" fmla="*/ 123585 w 162689"/>
                <a:gd name="connsiteY19" fmla="*/ 26938 h 146238"/>
                <a:gd name="connsiteX20" fmla="*/ 81407 w 162689"/>
                <a:gd name="connsiteY20" fmla="*/ 116234 h 146238"/>
                <a:gd name="connsiteX21" fmla="*/ 50570 w 162689"/>
                <a:gd name="connsiteY21" fmla="*/ 130470 h 146238"/>
                <a:gd name="connsiteX22" fmla="*/ 30012 w 162689"/>
                <a:gd name="connsiteY22" fmla="*/ 106204 h 146238"/>
                <a:gd name="connsiteX23" fmla="*/ 58722 w 162689"/>
                <a:gd name="connsiteY23" fmla="*/ 35350 h 146238"/>
                <a:gd name="connsiteX24" fmla="*/ 103737 w 162689"/>
                <a:gd name="connsiteY24" fmla="*/ 7202 h 146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2689" h="146238">
                  <a:moveTo>
                    <a:pt x="158675" y="107175"/>
                  </a:moveTo>
                  <a:cubicBezTo>
                    <a:pt x="153359" y="112028"/>
                    <a:pt x="151232" y="113646"/>
                    <a:pt x="148751" y="116234"/>
                  </a:cubicBezTo>
                  <a:cubicBezTo>
                    <a:pt x="138118" y="126264"/>
                    <a:pt x="133510" y="129499"/>
                    <a:pt x="130320" y="129499"/>
                  </a:cubicBezTo>
                  <a:cubicBezTo>
                    <a:pt x="127484" y="129499"/>
                    <a:pt x="125358" y="127558"/>
                    <a:pt x="125358" y="125293"/>
                  </a:cubicBezTo>
                  <a:cubicBezTo>
                    <a:pt x="125358" y="118822"/>
                    <a:pt x="140244" y="63498"/>
                    <a:pt x="156903" y="7850"/>
                  </a:cubicBezTo>
                  <a:cubicBezTo>
                    <a:pt x="157966" y="4614"/>
                    <a:pt x="158321" y="3967"/>
                    <a:pt x="159030" y="1055"/>
                  </a:cubicBezTo>
                  <a:lnTo>
                    <a:pt x="156549" y="85"/>
                  </a:lnTo>
                  <a:lnTo>
                    <a:pt x="134928" y="2349"/>
                  </a:lnTo>
                  <a:lnTo>
                    <a:pt x="133864" y="3320"/>
                  </a:lnTo>
                  <a:lnTo>
                    <a:pt x="129965" y="18850"/>
                  </a:lnTo>
                  <a:cubicBezTo>
                    <a:pt x="127130" y="6879"/>
                    <a:pt x="116851" y="85"/>
                    <a:pt x="101610" y="85"/>
                  </a:cubicBezTo>
                  <a:cubicBezTo>
                    <a:pt x="54823" y="85"/>
                    <a:pt x="239" y="59292"/>
                    <a:pt x="239" y="110410"/>
                  </a:cubicBezTo>
                  <a:cubicBezTo>
                    <a:pt x="239" y="133058"/>
                    <a:pt x="13708" y="146323"/>
                    <a:pt x="36392" y="146323"/>
                  </a:cubicBezTo>
                  <a:cubicBezTo>
                    <a:pt x="61203" y="146323"/>
                    <a:pt x="76444" y="135646"/>
                    <a:pt x="107635" y="95528"/>
                  </a:cubicBezTo>
                  <a:cubicBezTo>
                    <a:pt x="100547" y="120763"/>
                    <a:pt x="99483" y="124969"/>
                    <a:pt x="99483" y="132734"/>
                  </a:cubicBezTo>
                  <a:cubicBezTo>
                    <a:pt x="99483" y="142117"/>
                    <a:pt x="103737" y="145999"/>
                    <a:pt x="113661" y="145999"/>
                  </a:cubicBezTo>
                  <a:cubicBezTo>
                    <a:pt x="127839" y="145999"/>
                    <a:pt x="136700" y="139852"/>
                    <a:pt x="162929" y="110410"/>
                  </a:cubicBezTo>
                  <a:lnTo>
                    <a:pt x="158675" y="107175"/>
                  </a:lnTo>
                  <a:close/>
                  <a:moveTo>
                    <a:pt x="103737" y="7202"/>
                  </a:moveTo>
                  <a:cubicBezTo>
                    <a:pt x="115788" y="7850"/>
                    <a:pt x="123585" y="15614"/>
                    <a:pt x="123585" y="26938"/>
                  </a:cubicBezTo>
                  <a:cubicBezTo>
                    <a:pt x="123585" y="54115"/>
                    <a:pt x="105863" y="92292"/>
                    <a:pt x="81407" y="116234"/>
                  </a:cubicBezTo>
                  <a:cubicBezTo>
                    <a:pt x="72900" y="124969"/>
                    <a:pt x="60849" y="130470"/>
                    <a:pt x="50570" y="130470"/>
                  </a:cubicBezTo>
                  <a:cubicBezTo>
                    <a:pt x="38164" y="130470"/>
                    <a:pt x="30012" y="121087"/>
                    <a:pt x="30012" y="106204"/>
                  </a:cubicBezTo>
                  <a:cubicBezTo>
                    <a:pt x="30012" y="88733"/>
                    <a:pt x="43481" y="55409"/>
                    <a:pt x="58722" y="35350"/>
                  </a:cubicBezTo>
                  <a:cubicBezTo>
                    <a:pt x="72900" y="16585"/>
                    <a:pt x="89559" y="6232"/>
                    <a:pt x="103737" y="7202"/>
                  </a:cubicBezTo>
                  <a:close/>
                </a:path>
              </a:pathLst>
            </a:custGeom>
            <a:solidFill>
              <a:srgbClr val="000000"/>
            </a:solidFill>
            <a:ln w="356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798BF87F-2A81-587F-418A-5A51F2742DCF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1267758" y="5079389"/>
              <a:ext cx="84711" cy="224533"/>
            </a:xfrm>
            <a:custGeom>
              <a:avLst/>
              <a:gdLst>
                <a:gd name="connsiteX0" fmla="*/ 66879 w 84711"/>
                <a:gd name="connsiteY0" fmla="*/ 181265 h 224533"/>
                <a:gd name="connsiteX1" fmla="*/ 57309 w 84711"/>
                <a:gd name="connsiteY1" fmla="*/ 192265 h 224533"/>
                <a:gd name="connsiteX2" fmla="*/ 32853 w 84711"/>
                <a:gd name="connsiteY2" fmla="*/ 210706 h 224533"/>
                <a:gd name="connsiteX3" fmla="*/ 27536 w 84711"/>
                <a:gd name="connsiteY3" fmla="*/ 204883 h 224533"/>
                <a:gd name="connsiteX4" fmla="*/ 30372 w 84711"/>
                <a:gd name="connsiteY4" fmla="*/ 192265 h 224533"/>
                <a:gd name="connsiteX5" fmla="*/ 31435 w 84711"/>
                <a:gd name="connsiteY5" fmla="*/ 189029 h 224533"/>
                <a:gd name="connsiteX6" fmla="*/ 84956 w 84711"/>
                <a:gd name="connsiteY6" fmla="*/ 1702 h 224533"/>
                <a:gd name="connsiteX7" fmla="*/ 83184 w 84711"/>
                <a:gd name="connsiteY7" fmla="*/ 85 h 224533"/>
                <a:gd name="connsiteX8" fmla="*/ 27891 w 84711"/>
                <a:gd name="connsiteY8" fmla="*/ 8820 h 224533"/>
                <a:gd name="connsiteX9" fmla="*/ 27891 w 84711"/>
                <a:gd name="connsiteY9" fmla="*/ 13997 h 224533"/>
                <a:gd name="connsiteX10" fmla="*/ 51993 w 84711"/>
                <a:gd name="connsiteY10" fmla="*/ 21438 h 224533"/>
                <a:gd name="connsiteX11" fmla="*/ 50575 w 84711"/>
                <a:gd name="connsiteY11" fmla="*/ 27262 h 224533"/>
                <a:gd name="connsiteX12" fmla="*/ 2016 w 84711"/>
                <a:gd name="connsiteY12" fmla="*/ 198088 h 224533"/>
                <a:gd name="connsiteX13" fmla="*/ 244 w 84711"/>
                <a:gd name="connsiteY13" fmla="*/ 206500 h 224533"/>
                <a:gd name="connsiteX14" fmla="*/ 17612 w 84711"/>
                <a:gd name="connsiteY14" fmla="*/ 224618 h 224533"/>
                <a:gd name="connsiteX15" fmla="*/ 71487 w 84711"/>
                <a:gd name="connsiteY15" fmla="*/ 184176 h 224533"/>
                <a:gd name="connsiteX16" fmla="*/ 66879 w 84711"/>
                <a:gd name="connsiteY16" fmla="*/ 181265 h 224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4711" h="224533">
                  <a:moveTo>
                    <a:pt x="66879" y="181265"/>
                  </a:moveTo>
                  <a:cubicBezTo>
                    <a:pt x="63689" y="184824"/>
                    <a:pt x="60499" y="188382"/>
                    <a:pt x="57309" y="192265"/>
                  </a:cubicBezTo>
                  <a:cubicBezTo>
                    <a:pt x="45967" y="205853"/>
                    <a:pt x="39233" y="210706"/>
                    <a:pt x="32853" y="210706"/>
                  </a:cubicBezTo>
                  <a:cubicBezTo>
                    <a:pt x="29308" y="210706"/>
                    <a:pt x="27536" y="208442"/>
                    <a:pt x="27536" y="204883"/>
                  </a:cubicBezTo>
                  <a:cubicBezTo>
                    <a:pt x="27536" y="202618"/>
                    <a:pt x="28599" y="198736"/>
                    <a:pt x="30372" y="192265"/>
                  </a:cubicBezTo>
                  <a:cubicBezTo>
                    <a:pt x="30726" y="191294"/>
                    <a:pt x="31081" y="189677"/>
                    <a:pt x="31435" y="189029"/>
                  </a:cubicBezTo>
                  <a:lnTo>
                    <a:pt x="84956" y="1702"/>
                  </a:lnTo>
                  <a:lnTo>
                    <a:pt x="83184" y="85"/>
                  </a:lnTo>
                  <a:cubicBezTo>
                    <a:pt x="62272" y="4291"/>
                    <a:pt x="48803" y="6555"/>
                    <a:pt x="27891" y="8820"/>
                  </a:cubicBezTo>
                  <a:lnTo>
                    <a:pt x="27891" y="13997"/>
                  </a:lnTo>
                  <a:cubicBezTo>
                    <a:pt x="44904" y="13997"/>
                    <a:pt x="51993" y="16261"/>
                    <a:pt x="51993" y="21438"/>
                  </a:cubicBezTo>
                  <a:cubicBezTo>
                    <a:pt x="51993" y="22409"/>
                    <a:pt x="51638" y="24350"/>
                    <a:pt x="50575" y="27262"/>
                  </a:cubicBezTo>
                  <a:lnTo>
                    <a:pt x="2016" y="198088"/>
                  </a:lnTo>
                  <a:cubicBezTo>
                    <a:pt x="953" y="201647"/>
                    <a:pt x="244" y="204883"/>
                    <a:pt x="244" y="206500"/>
                  </a:cubicBezTo>
                  <a:cubicBezTo>
                    <a:pt x="244" y="218148"/>
                    <a:pt x="6270" y="224618"/>
                    <a:pt x="17612" y="224618"/>
                  </a:cubicBezTo>
                  <a:cubicBezTo>
                    <a:pt x="36043" y="224618"/>
                    <a:pt x="48448" y="215236"/>
                    <a:pt x="71487" y="184176"/>
                  </a:cubicBezTo>
                  <a:lnTo>
                    <a:pt x="66879" y="181265"/>
                  </a:lnTo>
                  <a:close/>
                </a:path>
              </a:pathLst>
            </a:custGeom>
            <a:solidFill>
              <a:srgbClr val="000000"/>
            </a:solidFill>
            <a:ln w="356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CBF61DD-ACF1-0C91-F91E-53034C85C3CB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1367368" y="5157685"/>
              <a:ext cx="153473" cy="146238"/>
            </a:xfrm>
            <a:custGeom>
              <a:avLst/>
              <a:gdLst>
                <a:gd name="connsiteX0" fmla="*/ 148759 w 153473"/>
                <a:gd name="connsiteY0" fmla="*/ 104910 h 146238"/>
                <a:gd name="connsiteX1" fmla="*/ 119340 w 153473"/>
                <a:gd name="connsiteY1" fmla="*/ 130470 h 146238"/>
                <a:gd name="connsiteX2" fmla="*/ 115441 w 153473"/>
                <a:gd name="connsiteY2" fmla="*/ 124969 h 146238"/>
                <a:gd name="connsiteX3" fmla="*/ 122175 w 153473"/>
                <a:gd name="connsiteY3" fmla="*/ 99734 h 146238"/>
                <a:gd name="connsiteX4" fmla="*/ 150176 w 153473"/>
                <a:gd name="connsiteY4" fmla="*/ 2997 h 146238"/>
                <a:gd name="connsiteX5" fmla="*/ 123948 w 153473"/>
                <a:gd name="connsiteY5" fmla="*/ 2997 h 146238"/>
                <a:gd name="connsiteX6" fmla="*/ 84959 w 153473"/>
                <a:gd name="connsiteY6" fmla="*/ 81939 h 146238"/>
                <a:gd name="connsiteX7" fmla="*/ 34982 w 153473"/>
                <a:gd name="connsiteY7" fmla="*/ 129175 h 146238"/>
                <a:gd name="connsiteX8" fmla="*/ 27539 w 153473"/>
                <a:gd name="connsiteY8" fmla="*/ 121087 h 146238"/>
                <a:gd name="connsiteX9" fmla="*/ 27893 w 153473"/>
                <a:gd name="connsiteY9" fmla="*/ 118175 h 146238"/>
                <a:gd name="connsiteX10" fmla="*/ 60148 w 153473"/>
                <a:gd name="connsiteY10" fmla="*/ 732 h 146238"/>
                <a:gd name="connsiteX11" fmla="*/ 59084 w 153473"/>
                <a:gd name="connsiteY11" fmla="*/ 85 h 146238"/>
                <a:gd name="connsiteX12" fmla="*/ 5918 w 153473"/>
                <a:gd name="connsiteY12" fmla="*/ 8820 h 146238"/>
                <a:gd name="connsiteX13" fmla="*/ 5918 w 153473"/>
                <a:gd name="connsiteY13" fmla="*/ 13350 h 146238"/>
                <a:gd name="connsiteX14" fmla="*/ 23286 w 153473"/>
                <a:gd name="connsiteY14" fmla="*/ 15291 h 146238"/>
                <a:gd name="connsiteX15" fmla="*/ 27184 w 153473"/>
                <a:gd name="connsiteY15" fmla="*/ 21114 h 146238"/>
                <a:gd name="connsiteX16" fmla="*/ 22222 w 153473"/>
                <a:gd name="connsiteY16" fmla="*/ 42791 h 146238"/>
                <a:gd name="connsiteX17" fmla="*/ 9108 w 153473"/>
                <a:gd name="connsiteY17" fmla="*/ 88733 h 146238"/>
                <a:gd name="connsiteX18" fmla="*/ 247 w 153473"/>
                <a:gd name="connsiteY18" fmla="*/ 128528 h 146238"/>
                <a:gd name="connsiteX19" fmla="*/ 19032 w 153473"/>
                <a:gd name="connsiteY19" fmla="*/ 146323 h 146238"/>
                <a:gd name="connsiteX20" fmla="*/ 103744 w 153473"/>
                <a:gd name="connsiteY20" fmla="*/ 66409 h 146238"/>
                <a:gd name="connsiteX21" fmla="*/ 87794 w 153473"/>
                <a:gd name="connsiteY21" fmla="*/ 130146 h 146238"/>
                <a:gd name="connsiteX22" fmla="*/ 104808 w 153473"/>
                <a:gd name="connsiteY22" fmla="*/ 145676 h 146238"/>
                <a:gd name="connsiteX23" fmla="*/ 153721 w 153473"/>
                <a:gd name="connsiteY23" fmla="*/ 107822 h 146238"/>
                <a:gd name="connsiteX24" fmla="*/ 148759 w 153473"/>
                <a:gd name="connsiteY24" fmla="*/ 104910 h 146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3473" h="146238">
                  <a:moveTo>
                    <a:pt x="148759" y="104910"/>
                  </a:moveTo>
                  <a:cubicBezTo>
                    <a:pt x="130328" y="125940"/>
                    <a:pt x="125011" y="130470"/>
                    <a:pt x="119340" y="130470"/>
                  </a:cubicBezTo>
                  <a:cubicBezTo>
                    <a:pt x="116859" y="130470"/>
                    <a:pt x="115441" y="128528"/>
                    <a:pt x="115441" y="124969"/>
                  </a:cubicBezTo>
                  <a:cubicBezTo>
                    <a:pt x="115441" y="123028"/>
                    <a:pt x="115441" y="123028"/>
                    <a:pt x="122175" y="99734"/>
                  </a:cubicBezTo>
                  <a:lnTo>
                    <a:pt x="150176" y="2997"/>
                  </a:lnTo>
                  <a:lnTo>
                    <a:pt x="123948" y="2997"/>
                  </a:lnTo>
                  <a:cubicBezTo>
                    <a:pt x="103744" y="53145"/>
                    <a:pt x="101263" y="58321"/>
                    <a:pt x="84959" y="81939"/>
                  </a:cubicBezTo>
                  <a:cubicBezTo>
                    <a:pt x="63692" y="112675"/>
                    <a:pt x="46324" y="129175"/>
                    <a:pt x="34982" y="129175"/>
                  </a:cubicBezTo>
                  <a:cubicBezTo>
                    <a:pt x="30729" y="129175"/>
                    <a:pt x="27539" y="125940"/>
                    <a:pt x="27539" y="121087"/>
                  </a:cubicBezTo>
                  <a:cubicBezTo>
                    <a:pt x="27539" y="119793"/>
                    <a:pt x="27539" y="119146"/>
                    <a:pt x="27893" y="118175"/>
                  </a:cubicBezTo>
                  <a:lnTo>
                    <a:pt x="60148" y="732"/>
                  </a:lnTo>
                  <a:lnTo>
                    <a:pt x="59084" y="85"/>
                  </a:lnTo>
                  <a:cubicBezTo>
                    <a:pt x="38881" y="4291"/>
                    <a:pt x="26121" y="6555"/>
                    <a:pt x="5918" y="8820"/>
                  </a:cubicBezTo>
                  <a:lnTo>
                    <a:pt x="5918" y="13350"/>
                  </a:lnTo>
                  <a:cubicBezTo>
                    <a:pt x="19387" y="13350"/>
                    <a:pt x="20096" y="13673"/>
                    <a:pt x="23286" y="15291"/>
                  </a:cubicBezTo>
                  <a:cubicBezTo>
                    <a:pt x="25412" y="15938"/>
                    <a:pt x="27184" y="18850"/>
                    <a:pt x="27184" y="21114"/>
                  </a:cubicBezTo>
                  <a:cubicBezTo>
                    <a:pt x="27184" y="23703"/>
                    <a:pt x="25412" y="31791"/>
                    <a:pt x="22222" y="42791"/>
                  </a:cubicBezTo>
                  <a:lnTo>
                    <a:pt x="9108" y="88733"/>
                  </a:lnTo>
                  <a:cubicBezTo>
                    <a:pt x="2728" y="111704"/>
                    <a:pt x="247" y="122705"/>
                    <a:pt x="247" y="128528"/>
                  </a:cubicBezTo>
                  <a:cubicBezTo>
                    <a:pt x="247" y="140176"/>
                    <a:pt x="6627" y="146323"/>
                    <a:pt x="19032" y="146323"/>
                  </a:cubicBezTo>
                  <a:cubicBezTo>
                    <a:pt x="44198" y="146323"/>
                    <a:pt x="62983" y="128852"/>
                    <a:pt x="103744" y="66409"/>
                  </a:cubicBezTo>
                  <a:cubicBezTo>
                    <a:pt x="93465" y="101028"/>
                    <a:pt x="87794" y="123352"/>
                    <a:pt x="87794" y="130146"/>
                  </a:cubicBezTo>
                  <a:cubicBezTo>
                    <a:pt x="87794" y="139852"/>
                    <a:pt x="94174" y="145676"/>
                    <a:pt x="104808" y="145676"/>
                  </a:cubicBezTo>
                  <a:cubicBezTo>
                    <a:pt x="121466" y="145676"/>
                    <a:pt x="129619" y="139205"/>
                    <a:pt x="153721" y="107822"/>
                  </a:cubicBezTo>
                  <a:lnTo>
                    <a:pt x="148759" y="104910"/>
                  </a:lnTo>
                  <a:close/>
                </a:path>
              </a:pathLst>
            </a:custGeom>
            <a:solidFill>
              <a:srgbClr val="000000"/>
            </a:solidFill>
            <a:ln w="356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A7A0A81-1FCC-C226-430E-E0790DD8E11B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1541356" y="5157685"/>
              <a:ext cx="135042" cy="146238"/>
            </a:xfrm>
            <a:custGeom>
              <a:avLst/>
              <a:gdLst>
                <a:gd name="connsiteX0" fmla="*/ 116155 w 135042"/>
                <a:gd name="connsiteY0" fmla="*/ 107498 h 146238"/>
                <a:gd name="connsiteX1" fmla="*/ 64406 w 135042"/>
                <a:gd name="connsiteY1" fmla="*/ 131764 h 146238"/>
                <a:gd name="connsiteX2" fmla="*/ 31088 w 135042"/>
                <a:gd name="connsiteY2" fmla="*/ 102645 h 146238"/>
                <a:gd name="connsiteX3" fmla="*/ 34633 w 135042"/>
                <a:gd name="connsiteY3" fmla="*/ 82586 h 146238"/>
                <a:gd name="connsiteX4" fmla="*/ 44557 w 135042"/>
                <a:gd name="connsiteY4" fmla="*/ 81292 h 146238"/>
                <a:gd name="connsiteX5" fmla="*/ 135295 w 135042"/>
                <a:gd name="connsiteY5" fmla="*/ 22085 h 146238"/>
                <a:gd name="connsiteX6" fmla="*/ 106939 w 135042"/>
                <a:gd name="connsiteY6" fmla="*/ 85 h 146238"/>
                <a:gd name="connsiteX7" fmla="*/ 252 w 135042"/>
                <a:gd name="connsiteY7" fmla="*/ 101998 h 146238"/>
                <a:gd name="connsiteX8" fmla="*/ 47038 w 135042"/>
                <a:gd name="connsiteY8" fmla="*/ 146323 h 146238"/>
                <a:gd name="connsiteX9" fmla="*/ 120408 w 135042"/>
                <a:gd name="connsiteY9" fmla="*/ 111381 h 146238"/>
                <a:gd name="connsiteX10" fmla="*/ 116155 w 135042"/>
                <a:gd name="connsiteY10" fmla="*/ 107498 h 146238"/>
                <a:gd name="connsiteX11" fmla="*/ 43139 w 135042"/>
                <a:gd name="connsiteY11" fmla="*/ 61233 h 146238"/>
                <a:gd name="connsiteX12" fmla="*/ 99496 w 135042"/>
                <a:gd name="connsiteY12" fmla="*/ 7526 h 146238"/>
                <a:gd name="connsiteX13" fmla="*/ 111901 w 135042"/>
                <a:gd name="connsiteY13" fmla="*/ 20144 h 146238"/>
                <a:gd name="connsiteX14" fmla="*/ 94179 w 135042"/>
                <a:gd name="connsiteY14" fmla="*/ 51527 h 146238"/>
                <a:gd name="connsiteX15" fmla="*/ 37114 w 135042"/>
                <a:gd name="connsiteY15" fmla="*/ 75468 h 146238"/>
                <a:gd name="connsiteX16" fmla="*/ 43139 w 135042"/>
                <a:gd name="connsiteY16" fmla="*/ 61233 h 146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5042" h="146238">
                  <a:moveTo>
                    <a:pt x="116155" y="107498"/>
                  </a:moveTo>
                  <a:cubicBezTo>
                    <a:pt x="90635" y="126587"/>
                    <a:pt x="79647" y="131764"/>
                    <a:pt x="64406" y="131764"/>
                  </a:cubicBezTo>
                  <a:cubicBezTo>
                    <a:pt x="44203" y="131764"/>
                    <a:pt x="31088" y="120116"/>
                    <a:pt x="31088" y="102645"/>
                  </a:cubicBezTo>
                  <a:cubicBezTo>
                    <a:pt x="31088" y="97792"/>
                    <a:pt x="31797" y="92939"/>
                    <a:pt x="34633" y="82586"/>
                  </a:cubicBezTo>
                  <a:lnTo>
                    <a:pt x="44557" y="81292"/>
                  </a:lnTo>
                  <a:cubicBezTo>
                    <a:pt x="97724" y="74498"/>
                    <a:pt x="135295" y="49909"/>
                    <a:pt x="135295" y="22085"/>
                  </a:cubicBezTo>
                  <a:cubicBezTo>
                    <a:pt x="135295" y="8497"/>
                    <a:pt x="124661" y="85"/>
                    <a:pt x="106939" y="85"/>
                  </a:cubicBezTo>
                  <a:cubicBezTo>
                    <a:pt x="55899" y="85"/>
                    <a:pt x="252" y="53468"/>
                    <a:pt x="252" y="101998"/>
                  </a:cubicBezTo>
                  <a:cubicBezTo>
                    <a:pt x="252" y="128205"/>
                    <a:pt x="19392" y="146323"/>
                    <a:pt x="47038" y="146323"/>
                  </a:cubicBezTo>
                  <a:cubicBezTo>
                    <a:pt x="72204" y="146323"/>
                    <a:pt x="99496" y="133058"/>
                    <a:pt x="120408" y="111381"/>
                  </a:cubicBezTo>
                  <a:lnTo>
                    <a:pt x="116155" y="107498"/>
                  </a:lnTo>
                  <a:close/>
                  <a:moveTo>
                    <a:pt x="43139" y="61233"/>
                  </a:moveTo>
                  <a:cubicBezTo>
                    <a:pt x="55190" y="32438"/>
                    <a:pt x="81419" y="7526"/>
                    <a:pt x="99496" y="7526"/>
                  </a:cubicBezTo>
                  <a:cubicBezTo>
                    <a:pt x="106939" y="7526"/>
                    <a:pt x="111901" y="12703"/>
                    <a:pt x="111901" y="20144"/>
                  </a:cubicBezTo>
                  <a:cubicBezTo>
                    <a:pt x="111901" y="30173"/>
                    <a:pt x="105167" y="41821"/>
                    <a:pt x="94179" y="51527"/>
                  </a:cubicBezTo>
                  <a:cubicBezTo>
                    <a:pt x="81065" y="62851"/>
                    <a:pt x="67596" y="68674"/>
                    <a:pt x="37114" y="75468"/>
                  </a:cubicBezTo>
                  <a:lnTo>
                    <a:pt x="43139" y="61233"/>
                  </a:lnTo>
                  <a:close/>
                </a:path>
              </a:pathLst>
            </a:custGeom>
            <a:solidFill>
              <a:srgbClr val="000000"/>
            </a:solidFill>
            <a:ln w="356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EDC275FE-459D-3783-CFB9-26EB4820A579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1694000" y="5157361"/>
              <a:ext cx="124055" cy="147208"/>
            </a:xfrm>
            <a:custGeom>
              <a:avLst/>
              <a:gdLst>
                <a:gd name="connsiteX0" fmla="*/ 7345 w 124055"/>
                <a:gd name="connsiteY0" fmla="*/ 95851 h 147208"/>
                <a:gd name="connsiteX1" fmla="*/ 256 w 124055"/>
                <a:gd name="connsiteY1" fmla="*/ 147293 h 147208"/>
                <a:gd name="connsiteX2" fmla="*/ 5927 w 124055"/>
                <a:gd name="connsiteY2" fmla="*/ 147293 h 147208"/>
                <a:gd name="connsiteX3" fmla="*/ 14434 w 124055"/>
                <a:gd name="connsiteY3" fmla="*/ 140499 h 147208"/>
                <a:gd name="connsiteX4" fmla="*/ 31802 w 124055"/>
                <a:gd name="connsiteY4" fmla="*/ 143411 h 147208"/>
                <a:gd name="connsiteX5" fmla="*/ 51296 w 124055"/>
                <a:gd name="connsiteY5" fmla="*/ 146646 h 147208"/>
                <a:gd name="connsiteX6" fmla="*/ 102336 w 124055"/>
                <a:gd name="connsiteY6" fmla="*/ 104587 h 147208"/>
                <a:gd name="connsiteX7" fmla="*/ 78234 w 124055"/>
                <a:gd name="connsiteY7" fmla="*/ 59292 h 147208"/>
                <a:gd name="connsiteX8" fmla="*/ 59094 w 124055"/>
                <a:gd name="connsiteY8" fmla="*/ 25320 h 147208"/>
                <a:gd name="connsiteX9" fmla="*/ 78943 w 124055"/>
                <a:gd name="connsiteY9" fmla="*/ 7850 h 147208"/>
                <a:gd name="connsiteX10" fmla="*/ 111551 w 124055"/>
                <a:gd name="connsiteY10" fmla="*/ 45056 h 147208"/>
                <a:gd name="connsiteX11" fmla="*/ 117223 w 124055"/>
                <a:gd name="connsiteY11" fmla="*/ 45056 h 147208"/>
                <a:gd name="connsiteX12" fmla="*/ 124311 w 124055"/>
                <a:gd name="connsiteY12" fmla="*/ 85 h 147208"/>
                <a:gd name="connsiteX13" fmla="*/ 119349 w 124055"/>
                <a:gd name="connsiteY13" fmla="*/ 85 h 147208"/>
                <a:gd name="connsiteX14" fmla="*/ 108716 w 124055"/>
                <a:gd name="connsiteY14" fmla="*/ 5908 h 147208"/>
                <a:gd name="connsiteX15" fmla="*/ 95956 w 124055"/>
                <a:gd name="connsiteY15" fmla="*/ 3644 h 147208"/>
                <a:gd name="connsiteX16" fmla="*/ 76107 w 124055"/>
                <a:gd name="connsiteY16" fmla="*/ 408 h 147208"/>
                <a:gd name="connsiteX17" fmla="*/ 33219 w 124055"/>
                <a:gd name="connsiteY17" fmla="*/ 35997 h 147208"/>
                <a:gd name="connsiteX18" fmla="*/ 55549 w 124055"/>
                <a:gd name="connsiteY18" fmla="*/ 77733 h 147208"/>
                <a:gd name="connsiteX19" fmla="*/ 75398 w 124055"/>
                <a:gd name="connsiteY19" fmla="*/ 114940 h 147208"/>
                <a:gd name="connsiteX20" fmla="*/ 49169 w 124055"/>
                <a:gd name="connsiteY20" fmla="*/ 139852 h 147208"/>
                <a:gd name="connsiteX21" fmla="*/ 13016 w 124055"/>
                <a:gd name="connsiteY21" fmla="*/ 95851 h 147208"/>
                <a:gd name="connsiteX22" fmla="*/ 7345 w 124055"/>
                <a:gd name="connsiteY22" fmla="*/ 95851 h 147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24055" h="147208">
                  <a:moveTo>
                    <a:pt x="7345" y="95851"/>
                  </a:moveTo>
                  <a:lnTo>
                    <a:pt x="256" y="147293"/>
                  </a:lnTo>
                  <a:lnTo>
                    <a:pt x="5927" y="147293"/>
                  </a:lnTo>
                  <a:cubicBezTo>
                    <a:pt x="8763" y="142117"/>
                    <a:pt x="10889" y="140499"/>
                    <a:pt x="14434" y="140499"/>
                  </a:cubicBezTo>
                  <a:cubicBezTo>
                    <a:pt x="18333" y="140499"/>
                    <a:pt x="24713" y="141793"/>
                    <a:pt x="31802" y="143411"/>
                  </a:cubicBezTo>
                  <a:cubicBezTo>
                    <a:pt x="39599" y="145676"/>
                    <a:pt x="45625" y="146646"/>
                    <a:pt x="51296" y="146646"/>
                  </a:cubicBezTo>
                  <a:cubicBezTo>
                    <a:pt x="81069" y="146646"/>
                    <a:pt x="102336" y="129175"/>
                    <a:pt x="102336" y="104587"/>
                  </a:cubicBezTo>
                  <a:cubicBezTo>
                    <a:pt x="102336" y="92292"/>
                    <a:pt x="94893" y="78057"/>
                    <a:pt x="78234" y="59292"/>
                  </a:cubicBezTo>
                  <a:cubicBezTo>
                    <a:pt x="64765" y="44086"/>
                    <a:pt x="59094" y="34056"/>
                    <a:pt x="59094" y="25320"/>
                  </a:cubicBezTo>
                  <a:cubicBezTo>
                    <a:pt x="59094" y="14644"/>
                    <a:pt x="66537" y="7850"/>
                    <a:pt x="78943" y="7850"/>
                  </a:cubicBezTo>
                  <a:cubicBezTo>
                    <a:pt x="97374" y="7850"/>
                    <a:pt x="108007" y="19820"/>
                    <a:pt x="111551" y="45056"/>
                  </a:cubicBezTo>
                  <a:lnTo>
                    <a:pt x="117223" y="45056"/>
                  </a:lnTo>
                  <a:lnTo>
                    <a:pt x="124311" y="85"/>
                  </a:lnTo>
                  <a:lnTo>
                    <a:pt x="119349" y="85"/>
                  </a:lnTo>
                  <a:cubicBezTo>
                    <a:pt x="116514" y="4614"/>
                    <a:pt x="113678" y="5908"/>
                    <a:pt x="108716" y="5908"/>
                  </a:cubicBezTo>
                  <a:cubicBezTo>
                    <a:pt x="106235" y="5908"/>
                    <a:pt x="102690" y="5261"/>
                    <a:pt x="95956" y="3644"/>
                  </a:cubicBezTo>
                  <a:cubicBezTo>
                    <a:pt x="87095" y="1055"/>
                    <a:pt x="81778" y="408"/>
                    <a:pt x="76107" y="408"/>
                  </a:cubicBezTo>
                  <a:cubicBezTo>
                    <a:pt x="50233" y="408"/>
                    <a:pt x="33219" y="14320"/>
                    <a:pt x="33219" y="35997"/>
                  </a:cubicBezTo>
                  <a:cubicBezTo>
                    <a:pt x="33219" y="46350"/>
                    <a:pt x="40663" y="60262"/>
                    <a:pt x="55549" y="77733"/>
                  </a:cubicBezTo>
                  <a:cubicBezTo>
                    <a:pt x="69373" y="94234"/>
                    <a:pt x="75398" y="105557"/>
                    <a:pt x="75398" y="114940"/>
                  </a:cubicBezTo>
                  <a:cubicBezTo>
                    <a:pt x="75398" y="129499"/>
                    <a:pt x="64765" y="139852"/>
                    <a:pt x="49169" y="139852"/>
                  </a:cubicBezTo>
                  <a:cubicBezTo>
                    <a:pt x="29675" y="139852"/>
                    <a:pt x="18687" y="126587"/>
                    <a:pt x="13016" y="95851"/>
                  </a:cubicBezTo>
                  <a:lnTo>
                    <a:pt x="7345" y="95851"/>
                  </a:lnTo>
                  <a:close/>
                </a:path>
              </a:pathLst>
            </a:custGeom>
            <a:solidFill>
              <a:srgbClr val="000000"/>
            </a:solidFill>
            <a:ln w="356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80C1F75-D559-846F-6DAD-2413939A4B06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1832392" y="5083918"/>
              <a:ext cx="96763" cy="274681"/>
            </a:xfrm>
            <a:custGeom>
              <a:avLst/>
              <a:gdLst>
                <a:gd name="connsiteX0" fmla="*/ 4868 w 96763"/>
                <a:gd name="connsiteY0" fmla="*/ 274766 h 274681"/>
                <a:gd name="connsiteX1" fmla="*/ 82845 w 96763"/>
                <a:gd name="connsiteY1" fmla="*/ 183853 h 274681"/>
                <a:gd name="connsiteX2" fmla="*/ 97023 w 96763"/>
                <a:gd name="connsiteY2" fmla="*/ 118175 h 274681"/>
                <a:gd name="connsiteX3" fmla="*/ 89225 w 96763"/>
                <a:gd name="connsiteY3" fmla="*/ 59615 h 274681"/>
                <a:gd name="connsiteX4" fmla="*/ 61933 w 96763"/>
                <a:gd name="connsiteY4" fmla="*/ 85 h 274681"/>
                <a:gd name="connsiteX5" fmla="*/ 55199 w 96763"/>
                <a:gd name="connsiteY5" fmla="*/ 1702 h 274681"/>
                <a:gd name="connsiteX6" fmla="*/ 72567 w 96763"/>
                <a:gd name="connsiteY6" fmla="*/ 86469 h 274681"/>
                <a:gd name="connsiteX7" fmla="*/ 42793 w 96763"/>
                <a:gd name="connsiteY7" fmla="*/ 214589 h 274681"/>
                <a:gd name="connsiteX8" fmla="*/ 260 w 96763"/>
                <a:gd name="connsiteY8" fmla="*/ 269913 h 274681"/>
                <a:gd name="connsiteX9" fmla="*/ 4868 w 96763"/>
                <a:gd name="connsiteY9" fmla="*/ 274766 h 274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763" h="274681">
                  <a:moveTo>
                    <a:pt x="4868" y="274766"/>
                  </a:moveTo>
                  <a:cubicBezTo>
                    <a:pt x="48819" y="239825"/>
                    <a:pt x="66895" y="219118"/>
                    <a:pt x="82845" y="183853"/>
                  </a:cubicBezTo>
                  <a:cubicBezTo>
                    <a:pt x="92770" y="162500"/>
                    <a:pt x="97023" y="142117"/>
                    <a:pt x="97023" y="118175"/>
                  </a:cubicBezTo>
                  <a:cubicBezTo>
                    <a:pt x="97023" y="99734"/>
                    <a:pt x="94188" y="79027"/>
                    <a:pt x="89225" y="59615"/>
                  </a:cubicBezTo>
                  <a:cubicBezTo>
                    <a:pt x="83200" y="37615"/>
                    <a:pt x="77883" y="25968"/>
                    <a:pt x="61933" y="85"/>
                  </a:cubicBezTo>
                  <a:lnTo>
                    <a:pt x="55199" y="1702"/>
                  </a:lnTo>
                  <a:cubicBezTo>
                    <a:pt x="67250" y="27909"/>
                    <a:pt x="72567" y="54115"/>
                    <a:pt x="72567" y="86469"/>
                  </a:cubicBezTo>
                  <a:cubicBezTo>
                    <a:pt x="72567" y="127558"/>
                    <a:pt x="60515" y="179971"/>
                    <a:pt x="42793" y="214589"/>
                  </a:cubicBezTo>
                  <a:cubicBezTo>
                    <a:pt x="32514" y="235619"/>
                    <a:pt x="21881" y="249207"/>
                    <a:pt x="260" y="269913"/>
                  </a:cubicBezTo>
                  <a:lnTo>
                    <a:pt x="4868" y="274766"/>
                  </a:lnTo>
                  <a:close/>
                </a:path>
              </a:pathLst>
            </a:custGeom>
            <a:solidFill>
              <a:srgbClr val="000000"/>
            </a:solidFill>
            <a:ln w="356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09086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937E4-7CAB-0EF1-3F2B-6CCBFF824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7"/>
            <a:ext cx="6858001" cy="1325563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B9F3E-A79F-0665-37C7-D273DE77F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1147" y="904568"/>
            <a:ext cx="9940413" cy="5535561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dirty="0" err="1"/>
              <a:t>Conside</a:t>
            </a:r>
            <a:r>
              <a:rPr lang="en-US" dirty="0"/>
              <a:t> the following first order ODE with the given initial condition: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Using Taylor expansion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</p:txBody>
      </p:sp>
      <p:grpSp>
        <p:nvGrpSpPr>
          <p:cNvPr id="18" name="Group 17" descr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\textbf{Euler Method}&#10;\end{align*}&#10;}&#10;\end{document}" title="IguanaTex Shape Display">
            <a:extLst>
              <a:ext uri="{FF2B5EF4-FFF2-40B4-BE49-F238E27FC236}">
                <a16:creationId xmlns:a16="http://schemas.microsoft.com/office/drawing/2014/main" id="{3B1F3F49-384F-4E3D-693D-02A101EB0900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058220" y="376899"/>
            <a:ext cx="2110446" cy="234836"/>
            <a:chOff x="9826212" y="5213688"/>
            <a:chExt cx="2110446" cy="234836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564C67E-3752-F502-6BBB-95B80AD8F1FE}"/>
                </a:ext>
              </a:extLst>
            </p:cNvPr>
            <p:cNvSpPr/>
            <p:nvPr>
              <p:custDataLst>
                <p:tags r:id="rId158"/>
              </p:custDataLst>
            </p:nvPr>
          </p:nvSpPr>
          <p:spPr>
            <a:xfrm>
              <a:off x="9826212" y="5213688"/>
              <a:ext cx="221527" cy="230071"/>
            </a:xfrm>
            <a:custGeom>
              <a:avLst/>
              <a:gdLst>
                <a:gd name="connsiteX0" fmla="*/ 204718 w 221527"/>
                <a:gd name="connsiteY0" fmla="*/ 85 h 230071"/>
                <a:gd name="connsiteX1" fmla="*/ 204 w 221527"/>
                <a:gd name="connsiteY1" fmla="*/ 85 h 230071"/>
                <a:gd name="connsiteX2" fmla="*/ 204 w 221527"/>
                <a:gd name="connsiteY2" fmla="*/ 8593 h 230071"/>
                <a:gd name="connsiteX3" fmla="*/ 31395 w 221527"/>
                <a:gd name="connsiteY3" fmla="*/ 32758 h 230071"/>
                <a:gd name="connsiteX4" fmla="*/ 31395 w 221527"/>
                <a:gd name="connsiteY4" fmla="*/ 197483 h 230071"/>
                <a:gd name="connsiteX5" fmla="*/ 204 w 221527"/>
                <a:gd name="connsiteY5" fmla="*/ 221648 h 230071"/>
                <a:gd name="connsiteX6" fmla="*/ 204 w 221527"/>
                <a:gd name="connsiteY6" fmla="*/ 230156 h 230071"/>
                <a:gd name="connsiteX7" fmla="*/ 207553 w 221527"/>
                <a:gd name="connsiteY7" fmla="*/ 230156 h 230071"/>
                <a:gd name="connsiteX8" fmla="*/ 221731 w 221527"/>
                <a:gd name="connsiteY8" fmla="*/ 159365 h 230071"/>
                <a:gd name="connsiteX9" fmla="*/ 211807 w 221527"/>
                <a:gd name="connsiteY9" fmla="*/ 159365 h 230071"/>
                <a:gd name="connsiteX10" fmla="*/ 180970 w 221527"/>
                <a:gd name="connsiteY10" fmla="*/ 201568 h 230071"/>
                <a:gd name="connsiteX11" fmla="*/ 118234 w 221527"/>
                <a:gd name="connsiteY11" fmla="*/ 219606 h 230071"/>
                <a:gd name="connsiteX12" fmla="*/ 88815 w 221527"/>
                <a:gd name="connsiteY12" fmla="*/ 200547 h 230071"/>
                <a:gd name="connsiteX13" fmla="*/ 88815 w 221527"/>
                <a:gd name="connsiteY13" fmla="*/ 118184 h 230071"/>
                <a:gd name="connsiteX14" fmla="*/ 146235 w 221527"/>
                <a:gd name="connsiteY14" fmla="*/ 170937 h 230071"/>
                <a:gd name="connsiteX15" fmla="*/ 155450 w 221527"/>
                <a:gd name="connsiteY15" fmla="*/ 170937 h 230071"/>
                <a:gd name="connsiteX16" fmla="*/ 155450 w 221527"/>
                <a:gd name="connsiteY16" fmla="*/ 55901 h 230071"/>
                <a:gd name="connsiteX17" fmla="*/ 146235 w 221527"/>
                <a:gd name="connsiteY17" fmla="*/ 55901 h 230071"/>
                <a:gd name="connsiteX18" fmla="*/ 88815 w 221527"/>
                <a:gd name="connsiteY18" fmla="*/ 106612 h 230071"/>
                <a:gd name="connsiteX19" fmla="*/ 88815 w 221527"/>
                <a:gd name="connsiteY19" fmla="*/ 27652 h 230071"/>
                <a:gd name="connsiteX20" fmla="*/ 111854 w 221527"/>
                <a:gd name="connsiteY20" fmla="*/ 11656 h 230071"/>
                <a:gd name="connsiteX21" fmla="*/ 195857 w 221527"/>
                <a:gd name="connsiteY21" fmla="*/ 68494 h 230071"/>
                <a:gd name="connsiteX22" fmla="*/ 204718 w 221527"/>
                <a:gd name="connsiteY22" fmla="*/ 68494 h 230071"/>
                <a:gd name="connsiteX23" fmla="*/ 204718 w 221527"/>
                <a:gd name="connsiteY23" fmla="*/ 85 h 230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21527" h="230071">
                  <a:moveTo>
                    <a:pt x="204718" y="85"/>
                  </a:moveTo>
                  <a:lnTo>
                    <a:pt x="204" y="85"/>
                  </a:lnTo>
                  <a:lnTo>
                    <a:pt x="204" y="8593"/>
                  </a:lnTo>
                  <a:cubicBezTo>
                    <a:pt x="24660" y="9955"/>
                    <a:pt x="31395" y="15400"/>
                    <a:pt x="31395" y="32758"/>
                  </a:cubicBezTo>
                  <a:lnTo>
                    <a:pt x="31395" y="197483"/>
                  </a:lnTo>
                  <a:cubicBezTo>
                    <a:pt x="31395" y="215181"/>
                    <a:pt x="26433" y="218925"/>
                    <a:pt x="204" y="221648"/>
                  </a:cubicBezTo>
                  <a:lnTo>
                    <a:pt x="204" y="230156"/>
                  </a:lnTo>
                  <a:lnTo>
                    <a:pt x="207553" y="230156"/>
                  </a:lnTo>
                  <a:lnTo>
                    <a:pt x="221731" y="159365"/>
                  </a:lnTo>
                  <a:lnTo>
                    <a:pt x="211807" y="159365"/>
                  </a:lnTo>
                  <a:cubicBezTo>
                    <a:pt x="200819" y="182168"/>
                    <a:pt x="193730" y="191698"/>
                    <a:pt x="180970" y="201568"/>
                  </a:cubicBezTo>
                  <a:cubicBezTo>
                    <a:pt x="164666" y="214160"/>
                    <a:pt x="145171" y="219606"/>
                    <a:pt x="118234" y="219606"/>
                  </a:cubicBezTo>
                  <a:cubicBezTo>
                    <a:pt x="95549" y="219606"/>
                    <a:pt x="88815" y="215181"/>
                    <a:pt x="88815" y="200547"/>
                  </a:cubicBezTo>
                  <a:lnTo>
                    <a:pt x="88815" y="118184"/>
                  </a:lnTo>
                  <a:cubicBezTo>
                    <a:pt x="127449" y="118184"/>
                    <a:pt x="141981" y="131457"/>
                    <a:pt x="146235" y="170937"/>
                  </a:cubicBezTo>
                  <a:lnTo>
                    <a:pt x="155450" y="170937"/>
                  </a:lnTo>
                  <a:lnTo>
                    <a:pt x="155450" y="55901"/>
                  </a:lnTo>
                  <a:lnTo>
                    <a:pt x="146235" y="55901"/>
                  </a:lnTo>
                  <a:cubicBezTo>
                    <a:pt x="140918" y="94700"/>
                    <a:pt x="127095" y="106952"/>
                    <a:pt x="88815" y="106612"/>
                  </a:cubicBezTo>
                  <a:lnTo>
                    <a:pt x="88815" y="27652"/>
                  </a:lnTo>
                  <a:cubicBezTo>
                    <a:pt x="88815" y="14719"/>
                    <a:pt x="93422" y="11656"/>
                    <a:pt x="111854" y="11656"/>
                  </a:cubicBezTo>
                  <a:cubicBezTo>
                    <a:pt x="169628" y="11656"/>
                    <a:pt x="186996" y="23228"/>
                    <a:pt x="195857" y="68494"/>
                  </a:cubicBezTo>
                  <a:lnTo>
                    <a:pt x="204718" y="68494"/>
                  </a:lnTo>
                  <a:lnTo>
                    <a:pt x="204718" y="85"/>
                  </a:lnTo>
                  <a:close/>
                </a:path>
              </a:pathLst>
            </a:custGeom>
            <a:solidFill>
              <a:srgbClr val="000000"/>
            </a:solidFill>
            <a:ln w="356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AAC393E-1706-BD05-4A35-31771E9CCC17}"/>
                </a:ext>
              </a:extLst>
            </p:cNvPr>
            <p:cNvSpPr/>
            <p:nvPr>
              <p:custDataLst>
                <p:tags r:id="rId159"/>
              </p:custDataLst>
            </p:nvPr>
          </p:nvSpPr>
          <p:spPr>
            <a:xfrm>
              <a:off x="10063510" y="5286861"/>
              <a:ext cx="184665" cy="161662"/>
            </a:xfrm>
            <a:custGeom>
              <a:avLst/>
              <a:gdLst>
                <a:gd name="connsiteX0" fmla="*/ 116114 w 184665"/>
                <a:gd name="connsiteY0" fmla="*/ 161407 h 161662"/>
                <a:gd name="connsiteX1" fmla="*/ 162900 w 184665"/>
                <a:gd name="connsiteY1" fmla="*/ 152558 h 161662"/>
                <a:gd name="connsiteX2" fmla="*/ 184876 w 184665"/>
                <a:gd name="connsiteY2" fmla="*/ 150176 h 161662"/>
                <a:gd name="connsiteX3" fmla="*/ 184876 w 184665"/>
                <a:gd name="connsiteY3" fmla="*/ 142348 h 161662"/>
                <a:gd name="connsiteX4" fmla="*/ 165027 w 184665"/>
                <a:gd name="connsiteY4" fmla="*/ 122608 h 161662"/>
                <a:gd name="connsiteX5" fmla="*/ 165027 w 184665"/>
                <a:gd name="connsiteY5" fmla="*/ 85 h 161662"/>
                <a:gd name="connsiteX6" fmla="*/ 93784 w 184665"/>
                <a:gd name="connsiteY6" fmla="*/ 85 h 161662"/>
                <a:gd name="connsiteX7" fmla="*/ 93784 w 184665"/>
                <a:gd name="connsiteY7" fmla="*/ 8253 h 161662"/>
                <a:gd name="connsiteX8" fmla="*/ 115759 w 184665"/>
                <a:gd name="connsiteY8" fmla="*/ 28333 h 161662"/>
                <a:gd name="connsiteX9" fmla="*/ 115759 w 184665"/>
                <a:gd name="connsiteY9" fmla="*/ 124650 h 161662"/>
                <a:gd name="connsiteX10" fmla="*/ 86695 w 184665"/>
                <a:gd name="connsiteY10" fmla="*/ 139625 h 161662"/>
                <a:gd name="connsiteX11" fmla="*/ 66846 w 184665"/>
                <a:gd name="connsiteY11" fmla="*/ 115461 h 161662"/>
                <a:gd name="connsiteX12" fmla="*/ 66846 w 184665"/>
                <a:gd name="connsiteY12" fmla="*/ 85 h 161662"/>
                <a:gd name="connsiteX13" fmla="*/ 211 w 184665"/>
                <a:gd name="connsiteY13" fmla="*/ 85 h 161662"/>
                <a:gd name="connsiteX14" fmla="*/ 211 w 184665"/>
                <a:gd name="connsiteY14" fmla="*/ 8253 h 161662"/>
                <a:gd name="connsiteX15" fmla="*/ 17578 w 184665"/>
                <a:gd name="connsiteY15" fmla="*/ 28333 h 161662"/>
                <a:gd name="connsiteX16" fmla="*/ 17578 w 184665"/>
                <a:gd name="connsiteY16" fmla="*/ 114099 h 161662"/>
                <a:gd name="connsiteX17" fmla="*/ 64719 w 184665"/>
                <a:gd name="connsiteY17" fmla="*/ 161747 h 161662"/>
                <a:gd name="connsiteX18" fmla="*/ 116114 w 184665"/>
                <a:gd name="connsiteY18" fmla="*/ 139285 h 161662"/>
                <a:gd name="connsiteX19" fmla="*/ 116114 w 184665"/>
                <a:gd name="connsiteY19" fmla="*/ 161407 h 161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84665" h="161662">
                  <a:moveTo>
                    <a:pt x="116114" y="161407"/>
                  </a:moveTo>
                  <a:cubicBezTo>
                    <a:pt x="131355" y="156302"/>
                    <a:pt x="139861" y="154941"/>
                    <a:pt x="162900" y="152558"/>
                  </a:cubicBezTo>
                  <a:lnTo>
                    <a:pt x="184876" y="150176"/>
                  </a:lnTo>
                  <a:lnTo>
                    <a:pt x="184876" y="142348"/>
                  </a:lnTo>
                  <a:cubicBezTo>
                    <a:pt x="169280" y="141667"/>
                    <a:pt x="165027" y="137243"/>
                    <a:pt x="165027" y="122608"/>
                  </a:cubicBezTo>
                  <a:lnTo>
                    <a:pt x="165027" y="85"/>
                  </a:lnTo>
                  <a:lnTo>
                    <a:pt x="93784" y="85"/>
                  </a:lnTo>
                  <a:lnTo>
                    <a:pt x="93784" y="8253"/>
                  </a:lnTo>
                  <a:cubicBezTo>
                    <a:pt x="111506" y="9614"/>
                    <a:pt x="115759" y="13698"/>
                    <a:pt x="115759" y="28333"/>
                  </a:cubicBezTo>
                  <a:lnTo>
                    <a:pt x="115759" y="124650"/>
                  </a:lnTo>
                  <a:cubicBezTo>
                    <a:pt x="104062" y="135881"/>
                    <a:pt x="96619" y="139625"/>
                    <a:pt x="86695" y="139625"/>
                  </a:cubicBezTo>
                  <a:cubicBezTo>
                    <a:pt x="72163" y="139625"/>
                    <a:pt x="66846" y="132818"/>
                    <a:pt x="66846" y="115461"/>
                  </a:cubicBezTo>
                  <a:lnTo>
                    <a:pt x="66846" y="85"/>
                  </a:lnTo>
                  <a:lnTo>
                    <a:pt x="211" y="85"/>
                  </a:lnTo>
                  <a:lnTo>
                    <a:pt x="211" y="8253"/>
                  </a:lnTo>
                  <a:cubicBezTo>
                    <a:pt x="14743" y="10976"/>
                    <a:pt x="17578" y="14039"/>
                    <a:pt x="17578" y="28333"/>
                  </a:cubicBezTo>
                  <a:lnTo>
                    <a:pt x="17578" y="114099"/>
                  </a:lnTo>
                  <a:cubicBezTo>
                    <a:pt x="17578" y="144050"/>
                    <a:pt x="35300" y="161747"/>
                    <a:pt x="64719" y="161747"/>
                  </a:cubicBezTo>
                  <a:cubicBezTo>
                    <a:pt x="83150" y="161747"/>
                    <a:pt x="95556" y="156302"/>
                    <a:pt x="116114" y="139285"/>
                  </a:cubicBezTo>
                  <a:lnTo>
                    <a:pt x="116114" y="161407"/>
                  </a:lnTo>
                  <a:close/>
                </a:path>
              </a:pathLst>
            </a:custGeom>
            <a:solidFill>
              <a:srgbClr val="000000"/>
            </a:solidFill>
            <a:ln w="356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DE80696-BB67-D5E6-ACD1-219D36A74312}"/>
                </a:ext>
              </a:extLst>
            </p:cNvPr>
            <p:cNvSpPr/>
            <p:nvPr>
              <p:custDataLst>
                <p:tags r:id="rId160"/>
              </p:custDataLst>
            </p:nvPr>
          </p:nvSpPr>
          <p:spPr>
            <a:xfrm>
              <a:off x="10261317" y="5213688"/>
              <a:ext cx="84711" cy="230071"/>
            </a:xfrm>
            <a:custGeom>
              <a:avLst/>
              <a:gdLst>
                <a:gd name="connsiteX0" fmla="*/ 67560 w 84711"/>
                <a:gd name="connsiteY0" fmla="*/ 85 h 230071"/>
                <a:gd name="connsiteX1" fmla="*/ 216 w 84711"/>
                <a:gd name="connsiteY1" fmla="*/ 85 h 230071"/>
                <a:gd name="connsiteX2" fmla="*/ 216 w 84711"/>
                <a:gd name="connsiteY2" fmla="*/ 8253 h 230071"/>
                <a:gd name="connsiteX3" fmla="*/ 18293 w 84711"/>
                <a:gd name="connsiteY3" fmla="*/ 27993 h 230071"/>
                <a:gd name="connsiteX4" fmla="*/ 18293 w 84711"/>
                <a:gd name="connsiteY4" fmla="*/ 201568 h 230071"/>
                <a:gd name="connsiteX5" fmla="*/ 216 w 84711"/>
                <a:gd name="connsiteY5" fmla="*/ 221988 h 230071"/>
                <a:gd name="connsiteX6" fmla="*/ 216 w 84711"/>
                <a:gd name="connsiteY6" fmla="*/ 230156 h 230071"/>
                <a:gd name="connsiteX7" fmla="*/ 84928 w 84711"/>
                <a:gd name="connsiteY7" fmla="*/ 230156 h 230071"/>
                <a:gd name="connsiteX8" fmla="*/ 84928 w 84711"/>
                <a:gd name="connsiteY8" fmla="*/ 221988 h 230071"/>
                <a:gd name="connsiteX9" fmla="*/ 67560 w 84711"/>
                <a:gd name="connsiteY9" fmla="*/ 201568 h 230071"/>
                <a:gd name="connsiteX10" fmla="*/ 67560 w 84711"/>
                <a:gd name="connsiteY10" fmla="*/ 85 h 230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4711" h="230071">
                  <a:moveTo>
                    <a:pt x="67560" y="85"/>
                  </a:moveTo>
                  <a:lnTo>
                    <a:pt x="216" y="85"/>
                  </a:lnTo>
                  <a:lnTo>
                    <a:pt x="216" y="8253"/>
                  </a:lnTo>
                  <a:cubicBezTo>
                    <a:pt x="12622" y="9274"/>
                    <a:pt x="18293" y="15400"/>
                    <a:pt x="18293" y="27993"/>
                  </a:cubicBezTo>
                  <a:lnTo>
                    <a:pt x="18293" y="201568"/>
                  </a:lnTo>
                  <a:cubicBezTo>
                    <a:pt x="18293" y="214160"/>
                    <a:pt x="12267" y="220967"/>
                    <a:pt x="216" y="221988"/>
                  </a:cubicBezTo>
                  <a:lnTo>
                    <a:pt x="216" y="230156"/>
                  </a:lnTo>
                  <a:lnTo>
                    <a:pt x="84928" y="230156"/>
                  </a:lnTo>
                  <a:lnTo>
                    <a:pt x="84928" y="221988"/>
                  </a:lnTo>
                  <a:cubicBezTo>
                    <a:pt x="73231" y="221648"/>
                    <a:pt x="67560" y="215181"/>
                    <a:pt x="67560" y="201568"/>
                  </a:cubicBezTo>
                  <a:lnTo>
                    <a:pt x="67560" y="85"/>
                  </a:lnTo>
                  <a:close/>
                </a:path>
              </a:pathLst>
            </a:custGeom>
            <a:solidFill>
              <a:srgbClr val="000000"/>
            </a:solidFill>
            <a:ln w="356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66FDA46E-DBA3-93E3-8FFC-1E6B40DE8ABC}"/>
                </a:ext>
              </a:extLst>
            </p:cNvPr>
            <p:cNvSpPr/>
            <p:nvPr>
              <p:custDataLst>
                <p:tags r:id="rId161"/>
              </p:custDataLst>
            </p:nvPr>
          </p:nvSpPr>
          <p:spPr>
            <a:xfrm>
              <a:off x="10363408" y="5282777"/>
              <a:ext cx="142131" cy="165746"/>
            </a:xfrm>
            <a:custGeom>
              <a:avLst/>
              <a:gdLst>
                <a:gd name="connsiteX0" fmla="*/ 133844 w 142131"/>
                <a:gd name="connsiteY0" fmla="*/ 118524 h 165746"/>
                <a:gd name="connsiteX1" fmla="*/ 93437 w 142131"/>
                <a:gd name="connsiteY1" fmla="*/ 141327 h 165746"/>
                <a:gd name="connsiteX2" fmla="*/ 61892 w 142131"/>
                <a:gd name="connsiteY2" fmla="*/ 123289 h 165746"/>
                <a:gd name="connsiteX3" fmla="*/ 51259 w 142131"/>
                <a:gd name="connsiteY3" fmla="*/ 77683 h 165746"/>
                <a:gd name="connsiteX4" fmla="*/ 140578 w 142131"/>
                <a:gd name="connsiteY4" fmla="*/ 77683 h 165746"/>
                <a:gd name="connsiteX5" fmla="*/ 121793 w 142131"/>
                <a:gd name="connsiteY5" fmla="*/ 20165 h 165746"/>
                <a:gd name="connsiteX6" fmla="*/ 74298 w 142131"/>
                <a:gd name="connsiteY6" fmla="*/ 85 h 165746"/>
                <a:gd name="connsiteX7" fmla="*/ 219 w 142131"/>
                <a:gd name="connsiteY7" fmla="*/ 83469 h 165746"/>
                <a:gd name="connsiteX8" fmla="*/ 73234 w 142131"/>
                <a:gd name="connsiteY8" fmla="*/ 165832 h 165746"/>
                <a:gd name="connsiteX9" fmla="*/ 142351 w 142131"/>
                <a:gd name="connsiteY9" fmla="*/ 123289 h 165746"/>
                <a:gd name="connsiteX10" fmla="*/ 133844 w 142131"/>
                <a:gd name="connsiteY10" fmla="*/ 118524 h 165746"/>
                <a:gd name="connsiteX11" fmla="*/ 49486 w 142131"/>
                <a:gd name="connsiteY11" fmla="*/ 65090 h 165746"/>
                <a:gd name="connsiteX12" fmla="*/ 74298 w 142131"/>
                <a:gd name="connsiteY12" fmla="*/ 10635 h 165746"/>
                <a:gd name="connsiteX13" fmla="*/ 93792 w 142131"/>
                <a:gd name="connsiteY13" fmla="*/ 26631 h 165746"/>
                <a:gd name="connsiteX14" fmla="*/ 96982 w 142131"/>
                <a:gd name="connsiteY14" fmla="*/ 59985 h 165746"/>
                <a:gd name="connsiteX15" fmla="*/ 96982 w 142131"/>
                <a:gd name="connsiteY15" fmla="*/ 65090 h 165746"/>
                <a:gd name="connsiteX16" fmla="*/ 49486 w 142131"/>
                <a:gd name="connsiteY16" fmla="*/ 65090 h 16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2131" h="165746">
                  <a:moveTo>
                    <a:pt x="133844" y="118524"/>
                  </a:moveTo>
                  <a:cubicBezTo>
                    <a:pt x="119666" y="135201"/>
                    <a:pt x="108679" y="141327"/>
                    <a:pt x="93437" y="141327"/>
                  </a:cubicBezTo>
                  <a:cubicBezTo>
                    <a:pt x="79614" y="141327"/>
                    <a:pt x="69335" y="135201"/>
                    <a:pt x="61892" y="123289"/>
                  </a:cubicBezTo>
                  <a:cubicBezTo>
                    <a:pt x="55512" y="112398"/>
                    <a:pt x="52676" y="101166"/>
                    <a:pt x="51259" y="77683"/>
                  </a:cubicBezTo>
                  <a:lnTo>
                    <a:pt x="140578" y="77683"/>
                  </a:lnTo>
                  <a:cubicBezTo>
                    <a:pt x="138452" y="49094"/>
                    <a:pt x="133135" y="33098"/>
                    <a:pt x="121793" y="20165"/>
                  </a:cubicBezTo>
                  <a:cubicBezTo>
                    <a:pt x="110096" y="6892"/>
                    <a:pt x="93792" y="85"/>
                    <a:pt x="74298" y="85"/>
                  </a:cubicBezTo>
                  <a:cubicBezTo>
                    <a:pt x="29992" y="85"/>
                    <a:pt x="219" y="33779"/>
                    <a:pt x="219" y="83469"/>
                  </a:cubicBezTo>
                  <a:cubicBezTo>
                    <a:pt x="219" y="133159"/>
                    <a:pt x="29283" y="165832"/>
                    <a:pt x="73234" y="165832"/>
                  </a:cubicBezTo>
                  <a:cubicBezTo>
                    <a:pt x="101944" y="165832"/>
                    <a:pt x="119312" y="154941"/>
                    <a:pt x="142351" y="123289"/>
                  </a:cubicBezTo>
                  <a:lnTo>
                    <a:pt x="133844" y="118524"/>
                  </a:lnTo>
                  <a:close/>
                  <a:moveTo>
                    <a:pt x="49486" y="65090"/>
                  </a:moveTo>
                  <a:cubicBezTo>
                    <a:pt x="50550" y="24249"/>
                    <a:pt x="56930" y="10635"/>
                    <a:pt x="74298" y="10635"/>
                  </a:cubicBezTo>
                  <a:cubicBezTo>
                    <a:pt x="84222" y="10635"/>
                    <a:pt x="90956" y="16081"/>
                    <a:pt x="93792" y="26631"/>
                  </a:cubicBezTo>
                  <a:cubicBezTo>
                    <a:pt x="95564" y="33098"/>
                    <a:pt x="96273" y="42628"/>
                    <a:pt x="96982" y="59985"/>
                  </a:cubicBezTo>
                  <a:lnTo>
                    <a:pt x="96982" y="65090"/>
                  </a:lnTo>
                  <a:lnTo>
                    <a:pt x="49486" y="65090"/>
                  </a:lnTo>
                  <a:close/>
                </a:path>
              </a:pathLst>
            </a:custGeom>
            <a:solidFill>
              <a:srgbClr val="000000"/>
            </a:solidFill>
            <a:ln w="356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1A0B0F2-3B2D-4ECC-7420-95D5AE5334F7}"/>
                </a:ext>
              </a:extLst>
            </p:cNvPr>
            <p:cNvSpPr/>
            <p:nvPr>
              <p:custDataLst>
                <p:tags r:id="rId162"/>
              </p:custDataLst>
            </p:nvPr>
          </p:nvSpPr>
          <p:spPr>
            <a:xfrm>
              <a:off x="10522787" y="5282777"/>
              <a:ext cx="143549" cy="160982"/>
            </a:xfrm>
            <a:custGeom>
              <a:avLst/>
              <a:gdLst>
                <a:gd name="connsiteX0" fmla="*/ 67213 w 143549"/>
                <a:gd name="connsiteY0" fmla="*/ 4169 h 160982"/>
                <a:gd name="connsiteX1" fmla="*/ 223 w 143549"/>
                <a:gd name="connsiteY1" fmla="*/ 4169 h 160982"/>
                <a:gd name="connsiteX2" fmla="*/ 223 w 143549"/>
                <a:gd name="connsiteY2" fmla="*/ 12337 h 160982"/>
                <a:gd name="connsiteX3" fmla="*/ 19363 w 143549"/>
                <a:gd name="connsiteY3" fmla="*/ 32417 h 160982"/>
                <a:gd name="connsiteX4" fmla="*/ 19363 w 143549"/>
                <a:gd name="connsiteY4" fmla="*/ 132478 h 160982"/>
                <a:gd name="connsiteX5" fmla="*/ 223 w 143549"/>
                <a:gd name="connsiteY5" fmla="*/ 152899 h 160982"/>
                <a:gd name="connsiteX6" fmla="*/ 223 w 143549"/>
                <a:gd name="connsiteY6" fmla="*/ 161067 h 160982"/>
                <a:gd name="connsiteX7" fmla="*/ 94505 w 143549"/>
                <a:gd name="connsiteY7" fmla="*/ 161067 h 160982"/>
                <a:gd name="connsiteX8" fmla="*/ 94505 w 143549"/>
                <a:gd name="connsiteY8" fmla="*/ 152899 h 160982"/>
                <a:gd name="connsiteX9" fmla="*/ 68631 w 143549"/>
                <a:gd name="connsiteY9" fmla="*/ 126011 h 160982"/>
                <a:gd name="connsiteX10" fmla="*/ 68631 w 143549"/>
                <a:gd name="connsiteY10" fmla="*/ 61687 h 160982"/>
                <a:gd name="connsiteX11" fmla="*/ 90252 w 143549"/>
                <a:gd name="connsiteY11" fmla="*/ 29354 h 160982"/>
                <a:gd name="connsiteX12" fmla="*/ 100176 w 143549"/>
                <a:gd name="connsiteY12" fmla="*/ 37182 h 160982"/>
                <a:gd name="connsiteX13" fmla="*/ 121443 w 143549"/>
                <a:gd name="connsiteY13" fmla="*/ 49434 h 160982"/>
                <a:gd name="connsiteX14" fmla="*/ 143773 w 143549"/>
                <a:gd name="connsiteY14" fmla="*/ 26631 h 160982"/>
                <a:gd name="connsiteX15" fmla="*/ 115063 w 143549"/>
                <a:gd name="connsiteY15" fmla="*/ 85 h 160982"/>
                <a:gd name="connsiteX16" fmla="*/ 67213 w 143549"/>
                <a:gd name="connsiteY16" fmla="*/ 32077 h 160982"/>
                <a:gd name="connsiteX17" fmla="*/ 67213 w 143549"/>
                <a:gd name="connsiteY17" fmla="*/ 4169 h 160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3549" h="160982">
                  <a:moveTo>
                    <a:pt x="67213" y="4169"/>
                  </a:moveTo>
                  <a:lnTo>
                    <a:pt x="223" y="4169"/>
                  </a:lnTo>
                  <a:lnTo>
                    <a:pt x="223" y="12337"/>
                  </a:lnTo>
                  <a:cubicBezTo>
                    <a:pt x="15464" y="14379"/>
                    <a:pt x="19363" y="18804"/>
                    <a:pt x="19363" y="32417"/>
                  </a:cubicBezTo>
                  <a:lnTo>
                    <a:pt x="19363" y="132478"/>
                  </a:lnTo>
                  <a:cubicBezTo>
                    <a:pt x="19363" y="146432"/>
                    <a:pt x="15819" y="150176"/>
                    <a:pt x="223" y="152899"/>
                  </a:cubicBezTo>
                  <a:lnTo>
                    <a:pt x="223" y="161067"/>
                  </a:lnTo>
                  <a:lnTo>
                    <a:pt x="94505" y="161067"/>
                  </a:lnTo>
                  <a:lnTo>
                    <a:pt x="94505" y="152899"/>
                  </a:lnTo>
                  <a:cubicBezTo>
                    <a:pt x="72884" y="151537"/>
                    <a:pt x="68631" y="147113"/>
                    <a:pt x="68631" y="126011"/>
                  </a:cubicBezTo>
                  <a:lnTo>
                    <a:pt x="68631" y="61687"/>
                  </a:lnTo>
                  <a:cubicBezTo>
                    <a:pt x="68631" y="43989"/>
                    <a:pt x="78555" y="29354"/>
                    <a:pt x="90252" y="29354"/>
                  </a:cubicBezTo>
                  <a:cubicBezTo>
                    <a:pt x="93087" y="29354"/>
                    <a:pt x="96277" y="31737"/>
                    <a:pt x="100176" y="37182"/>
                  </a:cubicBezTo>
                  <a:cubicBezTo>
                    <a:pt x="106911" y="46371"/>
                    <a:pt x="112227" y="49434"/>
                    <a:pt x="121443" y="49434"/>
                  </a:cubicBezTo>
                  <a:cubicBezTo>
                    <a:pt x="134557" y="49434"/>
                    <a:pt x="143773" y="39905"/>
                    <a:pt x="143773" y="26631"/>
                  </a:cubicBezTo>
                  <a:cubicBezTo>
                    <a:pt x="143773" y="11316"/>
                    <a:pt x="131722" y="85"/>
                    <a:pt x="115063" y="85"/>
                  </a:cubicBezTo>
                  <a:cubicBezTo>
                    <a:pt x="97341" y="85"/>
                    <a:pt x="83872" y="9274"/>
                    <a:pt x="67213" y="32077"/>
                  </a:cubicBezTo>
                  <a:lnTo>
                    <a:pt x="67213" y="4169"/>
                  </a:lnTo>
                  <a:close/>
                </a:path>
              </a:pathLst>
            </a:custGeom>
            <a:solidFill>
              <a:srgbClr val="000000"/>
            </a:solidFill>
            <a:ln w="356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71072CC-13F0-D7B7-A4F6-C636D685C7AD}"/>
                </a:ext>
              </a:extLst>
            </p:cNvPr>
            <p:cNvSpPr/>
            <p:nvPr>
              <p:custDataLst>
                <p:tags r:id="rId163"/>
              </p:custDataLst>
            </p:nvPr>
          </p:nvSpPr>
          <p:spPr>
            <a:xfrm>
              <a:off x="10764375" y="5213688"/>
              <a:ext cx="321480" cy="230071"/>
            </a:xfrm>
            <a:custGeom>
              <a:avLst/>
              <a:gdLst>
                <a:gd name="connsiteX0" fmla="*/ 235581 w 321480"/>
                <a:gd name="connsiteY0" fmla="*/ 22888 h 230071"/>
                <a:gd name="connsiteX1" fmla="*/ 235581 w 321480"/>
                <a:gd name="connsiteY1" fmla="*/ 196122 h 230071"/>
                <a:gd name="connsiteX2" fmla="*/ 204035 w 321480"/>
                <a:gd name="connsiteY2" fmla="*/ 221648 h 230071"/>
                <a:gd name="connsiteX3" fmla="*/ 204035 w 321480"/>
                <a:gd name="connsiteY3" fmla="*/ 230156 h 230071"/>
                <a:gd name="connsiteX4" fmla="*/ 321710 w 321480"/>
                <a:gd name="connsiteY4" fmla="*/ 230156 h 230071"/>
                <a:gd name="connsiteX5" fmla="*/ 321710 w 321480"/>
                <a:gd name="connsiteY5" fmla="*/ 221648 h 230071"/>
                <a:gd name="connsiteX6" fmla="*/ 290519 w 321480"/>
                <a:gd name="connsiteY6" fmla="*/ 190336 h 230071"/>
                <a:gd name="connsiteX7" fmla="*/ 290519 w 321480"/>
                <a:gd name="connsiteY7" fmla="*/ 39905 h 230071"/>
                <a:gd name="connsiteX8" fmla="*/ 321710 w 321480"/>
                <a:gd name="connsiteY8" fmla="*/ 8593 h 230071"/>
                <a:gd name="connsiteX9" fmla="*/ 321710 w 321480"/>
                <a:gd name="connsiteY9" fmla="*/ 85 h 230071"/>
                <a:gd name="connsiteX10" fmla="*/ 232391 w 321480"/>
                <a:gd name="connsiteY10" fmla="*/ 85 h 230071"/>
                <a:gd name="connsiteX11" fmla="*/ 161502 w 321480"/>
                <a:gd name="connsiteY11" fmla="*/ 160726 h 230071"/>
                <a:gd name="connsiteX12" fmla="*/ 90613 w 321480"/>
                <a:gd name="connsiteY12" fmla="*/ 85 h 230071"/>
                <a:gd name="connsiteX13" fmla="*/ 939 w 321480"/>
                <a:gd name="connsiteY13" fmla="*/ 85 h 230071"/>
                <a:gd name="connsiteX14" fmla="*/ 939 w 321480"/>
                <a:gd name="connsiteY14" fmla="*/ 8593 h 230071"/>
                <a:gd name="connsiteX15" fmla="*/ 32485 w 321480"/>
                <a:gd name="connsiteY15" fmla="*/ 32758 h 230071"/>
                <a:gd name="connsiteX16" fmla="*/ 32485 w 321480"/>
                <a:gd name="connsiteY16" fmla="*/ 194420 h 230071"/>
                <a:gd name="connsiteX17" fmla="*/ 230 w 321480"/>
                <a:gd name="connsiteY17" fmla="*/ 221648 h 230071"/>
                <a:gd name="connsiteX18" fmla="*/ 230 w 321480"/>
                <a:gd name="connsiteY18" fmla="*/ 230156 h 230071"/>
                <a:gd name="connsiteX19" fmla="*/ 83170 w 321480"/>
                <a:gd name="connsiteY19" fmla="*/ 230156 h 230071"/>
                <a:gd name="connsiteX20" fmla="*/ 83170 w 321480"/>
                <a:gd name="connsiteY20" fmla="*/ 221648 h 230071"/>
                <a:gd name="connsiteX21" fmla="*/ 47371 w 321480"/>
                <a:gd name="connsiteY21" fmla="*/ 187954 h 230071"/>
                <a:gd name="connsiteX22" fmla="*/ 47371 w 321480"/>
                <a:gd name="connsiteY22" fmla="*/ 27993 h 230071"/>
                <a:gd name="connsiteX23" fmla="*/ 136691 w 321480"/>
                <a:gd name="connsiteY23" fmla="*/ 230156 h 230071"/>
                <a:gd name="connsiteX24" fmla="*/ 146261 w 321480"/>
                <a:gd name="connsiteY24" fmla="*/ 230156 h 230071"/>
                <a:gd name="connsiteX25" fmla="*/ 235581 w 321480"/>
                <a:gd name="connsiteY25" fmla="*/ 22888 h 230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321480" h="230071">
                  <a:moveTo>
                    <a:pt x="235581" y="22888"/>
                  </a:moveTo>
                  <a:lnTo>
                    <a:pt x="235581" y="196122"/>
                  </a:lnTo>
                  <a:cubicBezTo>
                    <a:pt x="235581" y="215181"/>
                    <a:pt x="230618" y="219265"/>
                    <a:pt x="204035" y="221648"/>
                  </a:cubicBezTo>
                  <a:lnTo>
                    <a:pt x="204035" y="230156"/>
                  </a:lnTo>
                  <a:lnTo>
                    <a:pt x="321710" y="230156"/>
                  </a:lnTo>
                  <a:lnTo>
                    <a:pt x="321710" y="221648"/>
                  </a:lnTo>
                  <a:cubicBezTo>
                    <a:pt x="294064" y="218244"/>
                    <a:pt x="290519" y="214501"/>
                    <a:pt x="290519" y="190336"/>
                  </a:cubicBezTo>
                  <a:lnTo>
                    <a:pt x="290519" y="39905"/>
                  </a:lnTo>
                  <a:cubicBezTo>
                    <a:pt x="290519" y="15400"/>
                    <a:pt x="295836" y="10295"/>
                    <a:pt x="321710" y="8593"/>
                  </a:cubicBezTo>
                  <a:lnTo>
                    <a:pt x="321710" y="85"/>
                  </a:lnTo>
                  <a:lnTo>
                    <a:pt x="232391" y="85"/>
                  </a:lnTo>
                  <a:lnTo>
                    <a:pt x="161502" y="160726"/>
                  </a:lnTo>
                  <a:lnTo>
                    <a:pt x="90613" y="85"/>
                  </a:lnTo>
                  <a:lnTo>
                    <a:pt x="939" y="85"/>
                  </a:lnTo>
                  <a:lnTo>
                    <a:pt x="939" y="8593"/>
                  </a:lnTo>
                  <a:cubicBezTo>
                    <a:pt x="26813" y="10635"/>
                    <a:pt x="32485" y="15060"/>
                    <a:pt x="32485" y="32758"/>
                  </a:cubicBezTo>
                  <a:lnTo>
                    <a:pt x="32485" y="194420"/>
                  </a:lnTo>
                  <a:cubicBezTo>
                    <a:pt x="32485" y="214841"/>
                    <a:pt x="27877" y="218925"/>
                    <a:pt x="230" y="221648"/>
                  </a:cubicBezTo>
                  <a:lnTo>
                    <a:pt x="230" y="230156"/>
                  </a:lnTo>
                  <a:lnTo>
                    <a:pt x="83170" y="230156"/>
                  </a:lnTo>
                  <a:lnTo>
                    <a:pt x="83170" y="221648"/>
                  </a:lnTo>
                  <a:cubicBezTo>
                    <a:pt x="54106" y="219606"/>
                    <a:pt x="47371" y="213139"/>
                    <a:pt x="47371" y="187954"/>
                  </a:cubicBezTo>
                  <a:lnTo>
                    <a:pt x="47371" y="27993"/>
                  </a:lnTo>
                  <a:lnTo>
                    <a:pt x="136691" y="230156"/>
                  </a:lnTo>
                  <a:lnTo>
                    <a:pt x="146261" y="230156"/>
                  </a:lnTo>
                  <a:lnTo>
                    <a:pt x="235581" y="22888"/>
                  </a:lnTo>
                  <a:close/>
                </a:path>
              </a:pathLst>
            </a:custGeom>
            <a:solidFill>
              <a:srgbClr val="000000"/>
            </a:solidFill>
            <a:ln w="356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25202BB-2E03-6160-9B8C-541508F3B8DD}"/>
                </a:ext>
              </a:extLst>
            </p:cNvPr>
            <p:cNvSpPr/>
            <p:nvPr>
              <p:custDataLst>
                <p:tags r:id="rId164"/>
              </p:custDataLst>
            </p:nvPr>
          </p:nvSpPr>
          <p:spPr>
            <a:xfrm>
              <a:off x="11104121" y="5282777"/>
              <a:ext cx="142131" cy="165746"/>
            </a:xfrm>
            <a:custGeom>
              <a:avLst/>
              <a:gdLst>
                <a:gd name="connsiteX0" fmla="*/ 133865 w 142131"/>
                <a:gd name="connsiteY0" fmla="*/ 118524 h 165746"/>
                <a:gd name="connsiteX1" fmla="*/ 93458 w 142131"/>
                <a:gd name="connsiteY1" fmla="*/ 141327 h 165746"/>
                <a:gd name="connsiteX2" fmla="*/ 61913 w 142131"/>
                <a:gd name="connsiteY2" fmla="*/ 123289 h 165746"/>
                <a:gd name="connsiteX3" fmla="*/ 51279 w 142131"/>
                <a:gd name="connsiteY3" fmla="*/ 77683 h 165746"/>
                <a:gd name="connsiteX4" fmla="*/ 140599 w 142131"/>
                <a:gd name="connsiteY4" fmla="*/ 77683 h 165746"/>
                <a:gd name="connsiteX5" fmla="*/ 121814 w 142131"/>
                <a:gd name="connsiteY5" fmla="*/ 20165 h 165746"/>
                <a:gd name="connsiteX6" fmla="*/ 74318 w 142131"/>
                <a:gd name="connsiteY6" fmla="*/ 85 h 165746"/>
                <a:gd name="connsiteX7" fmla="*/ 240 w 142131"/>
                <a:gd name="connsiteY7" fmla="*/ 83469 h 165746"/>
                <a:gd name="connsiteX8" fmla="*/ 73255 w 142131"/>
                <a:gd name="connsiteY8" fmla="*/ 165832 h 165746"/>
                <a:gd name="connsiteX9" fmla="*/ 142371 w 142131"/>
                <a:gd name="connsiteY9" fmla="*/ 123289 h 165746"/>
                <a:gd name="connsiteX10" fmla="*/ 133865 w 142131"/>
                <a:gd name="connsiteY10" fmla="*/ 118524 h 165746"/>
                <a:gd name="connsiteX11" fmla="*/ 49507 w 142131"/>
                <a:gd name="connsiteY11" fmla="*/ 65090 h 165746"/>
                <a:gd name="connsiteX12" fmla="*/ 74318 w 142131"/>
                <a:gd name="connsiteY12" fmla="*/ 10635 h 165746"/>
                <a:gd name="connsiteX13" fmla="*/ 93813 w 142131"/>
                <a:gd name="connsiteY13" fmla="*/ 26631 h 165746"/>
                <a:gd name="connsiteX14" fmla="*/ 97003 w 142131"/>
                <a:gd name="connsiteY14" fmla="*/ 59985 h 165746"/>
                <a:gd name="connsiteX15" fmla="*/ 97003 w 142131"/>
                <a:gd name="connsiteY15" fmla="*/ 65090 h 165746"/>
                <a:gd name="connsiteX16" fmla="*/ 49507 w 142131"/>
                <a:gd name="connsiteY16" fmla="*/ 65090 h 16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42131" h="165746">
                  <a:moveTo>
                    <a:pt x="133865" y="118524"/>
                  </a:moveTo>
                  <a:cubicBezTo>
                    <a:pt x="119687" y="135201"/>
                    <a:pt x="108699" y="141327"/>
                    <a:pt x="93458" y="141327"/>
                  </a:cubicBezTo>
                  <a:cubicBezTo>
                    <a:pt x="79635" y="141327"/>
                    <a:pt x="69356" y="135201"/>
                    <a:pt x="61913" y="123289"/>
                  </a:cubicBezTo>
                  <a:cubicBezTo>
                    <a:pt x="55533" y="112398"/>
                    <a:pt x="52697" y="101166"/>
                    <a:pt x="51279" y="77683"/>
                  </a:cubicBezTo>
                  <a:lnTo>
                    <a:pt x="140599" y="77683"/>
                  </a:lnTo>
                  <a:cubicBezTo>
                    <a:pt x="138473" y="49094"/>
                    <a:pt x="133156" y="33098"/>
                    <a:pt x="121814" y="20165"/>
                  </a:cubicBezTo>
                  <a:cubicBezTo>
                    <a:pt x="110117" y="6892"/>
                    <a:pt x="93813" y="85"/>
                    <a:pt x="74318" y="85"/>
                  </a:cubicBezTo>
                  <a:cubicBezTo>
                    <a:pt x="30013" y="85"/>
                    <a:pt x="240" y="33779"/>
                    <a:pt x="240" y="83469"/>
                  </a:cubicBezTo>
                  <a:cubicBezTo>
                    <a:pt x="240" y="133159"/>
                    <a:pt x="29304" y="165832"/>
                    <a:pt x="73255" y="165832"/>
                  </a:cubicBezTo>
                  <a:cubicBezTo>
                    <a:pt x="101965" y="165832"/>
                    <a:pt x="119333" y="154941"/>
                    <a:pt x="142371" y="123289"/>
                  </a:cubicBezTo>
                  <a:lnTo>
                    <a:pt x="133865" y="118524"/>
                  </a:lnTo>
                  <a:close/>
                  <a:moveTo>
                    <a:pt x="49507" y="65090"/>
                  </a:moveTo>
                  <a:cubicBezTo>
                    <a:pt x="50571" y="24249"/>
                    <a:pt x="56951" y="10635"/>
                    <a:pt x="74318" y="10635"/>
                  </a:cubicBezTo>
                  <a:cubicBezTo>
                    <a:pt x="84243" y="10635"/>
                    <a:pt x="90977" y="16081"/>
                    <a:pt x="93813" y="26631"/>
                  </a:cubicBezTo>
                  <a:cubicBezTo>
                    <a:pt x="95585" y="33098"/>
                    <a:pt x="96294" y="42628"/>
                    <a:pt x="97003" y="59985"/>
                  </a:cubicBezTo>
                  <a:lnTo>
                    <a:pt x="97003" y="65090"/>
                  </a:lnTo>
                  <a:lnTo>
                    <a:pt x="49507" y="65090"/>
                  </a:lnTo>
                  <a:close/>
                </a:path>
              </a:pathLst>
            </a:custGeom>
            <a:solidFill>
              <a:srgbClr val="000000"/>
            </a:solidFill>
            <a:ln w="356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2B4353D-96A6-04D6-A995-D78DBE0E1998}"/>
                </a:ext>
              </a:extLst>
            </p:cNvPr>
            <p:cNvSpPr/>
            <p:nvPr>
              <p:custDataLst>
                <p:tags r:id="rId165"/>
              </p:custDataLst>
            </p:nvPr>
          </p:nvSpPr>
          <p:spPr>
            <a:xfrm>
              <a:off x="11260310" y="5229344"/>
              <a:ext cx="110586" cy="218499"/>
            </a:xfrm>
            <a:custGeom>
              <a:avLst/>
              <a:gdLst>
                <a:gd name="connsiteX0" fmla="*/ 101260 w 110586"/>
                <a:gd name="connsiteY0" fmla="*/ 57603 h 218499"/>
                <a:gd name="connsiteX1" fmla="*/ 67943 w 110586"/>
                <a:gd name="connsiteY1" fmla="*/ 57603 h 218499"/>
                <a:gd name="connsiteX2" fmla="*/ 67943 w 110586"/>
                <a:gd name="connsiteY2" fmla="*/ 85 h 218499"/>
                <a:gd name="connsiteX3" fmla="*/ 59082 w 110586"/>
                <a:gd name="connsiteY3" fmla="*/ 85 h 218499"/>
                <a:gd name="connsiteX4" fmla="*/ 244 w 110586"/>
                <a:gd name="connsiteY4" fmla="*/ 63388 h 218499"/>
                <a:gd name="connsiteX5" fmla="*/ 244 w 110586"/>
                <a:gd name="connsiteY5" fmla="*/ 72578 h 218499"/>
                <a:gd name="connsiteX6" fmla="*/ 18675 w 110586"/>
                <a:gd name="connsiteY6" fmla="*/ 72578 h 218499"/>
                <a:gd name="connsiteX7" fmla="*/ 18675 w 110586"/>
                <a:gd name="connsiteY7" fmla="*/ 182849 h 218499"/>
                <a:gd name="connsiteX8" fmla="*/ 58373 w 110586"/>
                <a:gd name="connsiteY8" fmla="*/ 218585 h 218499"/>
                <a:gd name="connsiteX9" fmla="*/ 110830 w 110586"/>
                <a:gd name="connsiteY9" fmla="*/ 180466 h 218499"/>
                <a:gd name="connsiteX10" fmla="*/ 101969 w 110586"/>
                <a:gd name="connsiteY10" fmla="*/ 176722 h 218499"/>
                <a:gd name="connsiteX11" fmla="*/ 81766 w 110586"/>
                <a:gd name="connsiteY11" fmla="*/ 194420 h 218499"/>
                <a:gd name="connsiteX12" fmla="*/ 67943 w 110586"/>
                <a:gd name="connsiteY12" fmla="*/ 175021 h 218499"/>
                <a:gd name="connsiteX13" fmla="*/ 67943 w 110586"/>
                <a:gd name="connsiteY13" fmla="*/ 72578 h 218499"/>
                <a:gd name="connsiteX14" fmla="*/ 101260 w 110586"/>
                <a:gd name="connsiteY14" fmla="*/ 72578 h 218499"/>
                <a:gd name="connsiteX15" fmla="*/ 101260 w 110586"/>
                <a:gd name="connsiteY15" fmla="*/ 57603 h 21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0586" h="218499">
                  <a:moveTo>
                    <a:pt x="101260" y="57603"/>
                  </a:moveTo>
                  <a:lnTo>
                    <a:pt x="67943" y="57603"/>
                  </a:lnTo>
                  <a:lnTo>
                    <a:pt x="67943" y="85"/>
                  </a:lnTo>
                  <a:lnTo>
                    <a:pt x="59082" y="85"/>
                  </a:lnTo>
                  <a:cubicBezTo>
                    <a:pt x="37461" y="29354"/>
                    <a:pt x="23283" y="44670"/>
                    <a:pt x="244" y="63388"/>
                  </a:cubicBezTo>
                  <a:lnTo>
                    <a:pt x="244" y="72578"/>
                  </a:lnTo>
                  <a:lnTo>
                    <a:pt x="18675" y="72578"/>
                  </a:lnTo>
                  <a:lnTo>
                    <a:pt x="18675" y="182849"/>
                  </a:lnTo>
                  <a:cubicBezTo>
                    <a:pt x="18675" y="204971"/>
                    <a:pt x="33916" y="218585"/>
                    <a:pt x="58373" y="218585"/>
                  </a:cubicBezTo>
                  <a:cubicBezTo>
                    <a:pt x="82120" y="218585"/>
                    <a:pt x="96298" y="208374"/>
                    <a:pt x="110830" y="180466"/>
                  </a:cubicBezTo>
                  <a:lnTo>
                    <a:pt x="101969" y="176722"/>
                  </a:lnTo>
                  <a:cubicBezTo>
                    <a:pt x="94880" y="189656"/>
                    <a:pt x="89209" y="194420"/>
                    <a:pt x="81766" y="194420"/>
                  </a:cubicBezTo>
                  <a:cubicBezTo>
                    <a:pt x="71842" y="194420"/>
                    <a:pt x="67943" y="188634"/>
                    <a:pt x="67943" y="175021"/>
                  </a:cubicBezTo>
                  <a:lnTo>
                    <a:pt x="67943" y="72578"/>
                  </a:lnTo>
                  <a:lnTo>
                    <a:pt x="101260" y="72578"/>
                  </a:lnTo>
                  <a:lnTo>
                    <a:pt x="101260" y="57603"/>
                  </a:lnTo>
                  <a:close/>
                </a:path>
              </a:pathLst>
            </a:custGeom>
            <a:solidFill>
              <a:srgbClr val="000000"/>
            </a:solidFill>
            <a:ln w="356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66AACC8F-35F0-21A4-0FFC-8211643B4341}"/>
                </a:ext>
              </a:extLst>
            </p:cNvPr>
            <p:cNvSpPr/>
            <p:nvPr>
              <p:custDataLst>
                <p:tags r:id="rId166"/>
              </p:custDataLst>
            </p:nvPr>
          </p:nvSpPr>
          <p:spPr>
            <a:xfrm>
              <a:off x="11377363" y="5213688"/>
              <a:ext cx="183601" cy="230071"/>
            </a:xfrm>
            <a:custGeom>
              <a:avLst/>
              <a:gdLst>
                <a:gd name="connsiteX0" fmla="*/ 68300 w 183601"/>
                <a:gd name="connsiteY0" fmla="*/ 85 h 230071"/>
                <a:gd name="connsiteX1" fmla="*/ 247 w 183601"/>
                <a:gd name="connsiteY1" fmla="*/ 85 h 230071"/>
                <a:gd name="connsiteX2" fmla="*/ 247 w 183601"/>
                <a:gd name="connsiteY2" fmla="*/ 8253 h 230071"/>
                <a:gd name="connsiteX3" fmla="*/ 19033 w 183601"/>
                <a:gd name="connsiteY3" fmla="*/ 27993 h 230071"/>
                <a:gd name="connsiteX4" fmla="*/ 19033 w 183601"/>
                <a:gd name="connsiteY4" fmla="*/ 201568 h 230071"/>
                <a:gd name="connsiteX5" fmla="*/ 247 w 183601"/>
                <a:gd name="connsiteY5" fmla="*/ 221988 h 230071"/>
                <a:gd name="connsiteX6" fmla="*/ 247 w 183601"/>
                <a:gd name="connsiteY6" fmla="*/ 230156 h 230071"/>
                <a:gd name="connsiteX7" fmla="*/ 85668 w 183601"/>
                <a:gd name="connsiteY7" fmla="*/ 230156 h 230071"/>
                <a:gd name="connsiteX8" fmla="*/ 85668 w 183601"/>
                <a:gd name="connsiteY8" fmla="*/ 221988 h 230071"/>
                <a:gd name="connsiteX9" fmla="*/ 68300 w 183601"/>
                <a:gd name="connsiteY9" fmla="*/ 202589 h 230071"/>
                <a:gd name="connsiteX10" fmla="*/ 68300 w 183601"/>
                <a:gd name="connsiteY10" fmla="*/ 111717 h 230071"/>
                <a:gd name="connsiteX11" fmla="*/ 74326 w 183601"/>
                <a:gd name="connsiteY11" fmla="*/ 103889 h 230071"/>
                <a:gd name="connsiteX12" fmla="*/ 98783 w 183601"/>
                <a:gd name="connsiteY12" fmla="*/ 91977 h 230071"/>
                <a:gd name="connsiteX13" fmla="*/ 117214 w 183601"/>
                <a:gd name="connsiteY13" fmla="*/ 120226 h 230071"/>
                <a:gd name="connsiteX14" fmla="*/ 117214 w 183601"/>
                <a:gd name="connsiteY14" fmla="*/ 202589 h 230071"/>
                <a:gd name="connsiteX15" fmla="*/ 100555 w 183601"/>
                <a:gd name="connsiteY15" fmla="*/ 221988 h 230071"/>
                <a:gd name="connsiteX16" fmla="*/ 100555 w 183601"/>
                <a:gd name="connsiteY16" fmla="*/ 230156 h 230071"/>
                <a:gd name="connsiteX17" fmla="*/ 183849 w 183601"/>
                <a:gd name="connsiteY17" fmla="*/ 230156 h 230071"/>
                <a:gd name="connsiteX18" fmla="*/ 183849 w 183601"/>
                <a:gd name="connsiteY18" fmla="*/ 221988 h 230071"/>
                <a:gd name="connsiteX19" fmla="*/ 166481 w 183601"/>
                <a:gd name="connsiteY19" fmla="*/ 201568 h 230071"/>
                <a:gd name="connsiteX20" fmla="*/ 166481 w 183601"/>
                <a:gd name="connsiteY20" fmla="*/ 117163 h 230071"/>
                <a:gd name="connsiteX21" fmla="*/ 118631 w 183601"/>
                <a:gd name="connsiteY21" fmla="*/ 69174 h 230071"/>
                <a:gd name="connsiteX22" fmla="*/ 68300 w 183601"/>
                <a:gd name="connsiteY22" fmla="*/ 95721 h 230071"/>
                <a:gd name="connsiteX23" fmla="*/ 68300 w 183601"/>
                <a:gd name="connsiteY23" fmla="*/ 85 h 2300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3601" h="230071">
                  <a:moveTo>
                    <a:pt x="68300" y="85"/>
                  </a:moveTo>
                  <a:lnTo>
                    <a:pt x="247" y="85"/>
                  </a:lnTo>
                  <a:lnTo>
                    <a:pt x="247" y="8253"/>
                  </a:lnTo>
                  <a:cubicBezTo>
                    <a:pt x="16552" y="11316"/>
                    <a:pt x="19033" y="14039"/>
                    <a:pt x="19033" y="27993"/>
                  </a:cubicBezTo>
                  <a:lnTo>
                    <a:pt x="19033" y="201568"/>
                  </a:lnTo>
                  <a:cubicBezTo>
                    <a:pt x="19033" y="215862"/>
                    <a:pt x="16197" y="218925"/>
                    <a:pt x="247" y="221988"/>
                  </a:cubicBezTo>
                  <a:lnTo>
                    <a:pt x="247" y="230156"/>
                  </a:lnTo>
                  <a:lnTo>
                    <a:pt x="85668" y="230156"/>
                  </a:lnTo>
                  <a:lnTo>
                    <a:pt x="85668" y="221988"/>
                  </a:lnTo>
                  <a:cubicBezTo>
                    <a:pt x="72554" y="220286"/>
                    <a:pt x="68300" y="215181"/>
                    <a:pt x="68300" y="202589"/>
                  </a:cubicBezTo>
                  <a:lnTo>
                    <a:pt x="68300" y="111717"/>
                  </a:lnTo>
                  <a:cubicBezTo>
                    <a:pt x="68300" y="110356"/>
                    <a:pt x="70782" y="106952"/>
                    <a:pt x="74326" y="103889"/>
                  </a:cubicBezTo>
                  <a:cubicBezTo>
                    <a:pt x="82124" y="96061"/>
                    <a:pt x="90630" y="91977"/>
                    <a:pt x="98783" y="91977"/>
                  </a:cubicBezTo>
                  <a:cubicBezTo>
                    <a:pt x="111188" y="91977"/>
                    <a:pt x="117214" y="101166"/>
                    <a:pt x="117214" y="120226"/>
                  </a:cubicBezTo>
                  <a:lnTo>
                    <a:pt x="117214" y="202589"/>
                  </a:lnTo>
                  <a:cubicBezTo>
                    <a:pt x="117214" y="215181"/>
                    <a:pt x="112606" y="220627"/>
                    <a:pt x="100555" y="221988"/>
                  </a:cubicBezTo>
                  <a:lnTo>
                    <a:pt x="100555" y="230156"/>
                  </a:lnTo>
                  <a:lnTo>
                    <a:pt x="183849" y="230156"/>
                  </a:lnTo>
                  <a:lnTo>
                    <a:pt x="183849" y="221988"/>
                  </a:lnTo>
                  <a:cubicBezTo>
                    <a:pt x="171089" y="220967"/>
                    <a:pt x="166481" y="215862"/>
                    <a:pt x="166481" y="201568"/>
                  </a:cubicBezTo>
                  <a:lnTo>
                    <a:pt x="166481" y="117163"/>
                  </a:lnTo>
                  <a:cubicBezTo>
                    <a:pt x="166481" y="87893"/>
                    <a:pt x="147696" y="69174"/>
                    <a:pt x="118631" y="69174"/>
                  </a:cubicBezTo>
                  <a:cubicBezTo>
                    <a:pt x="99846" y="69174"/>
                    <a:pt x="86732" y="75981"/>
                    <a:pt x="68300" y="95721"/>
                  </a:cubicBezTo>
                  <a:lnTo>
                    <a:pt x="68300" y="85"/>
                  </a:lnTo>
                  <a:close/>
                </a:path>
              </a:pathLst>
            </a:custGeom>
            <a:solidFill>
              <a:srgbClr val="000000"/>
            </a:solidFill>
            <a:ln w="356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98127F8-53BE-8EE2-A892-16B44604D0C2}"/>
                </a:ext>
              </a:extLst>
            </p:cNvPr>
            <p:cNvSpPr/>
            <p:nvPr>
              <p:custDataLst>
                <p:tags r:id="rId167"/>
              </p:custDataLst>
            </p:nvPr>
          </p:nvSpPr>
          <p:spPr>
            <a:xfrm>
              <a:off x="11578361" y="5282777"/>
              <a:ext cx="159854" cy="165746"/>
            </a:xfrm>
            <a:custGeom>
              <a:avLst/>
              <a:gdLst>
                <a:gd name="connsiteX0" fmla="*/ 80357 w 159854"/>
                <a:gd name="connsiteY0" fmla="*/ 85 h 165746"/>
                <a:gd name="connsiteX1" fmla="*/ 253 w 159854"/>
                <a:gd name="connsiteY1" fmla="*/ 82107 h 165746"/>
                <a:gd name="connsiteX2" fmla="*/ 80357 w 159854"/>
                <a:gd name="connsiteY2" fmla="*/ 165832 h 165746"/>
                <a:gd name="connsiteX3" fmla="*/ 160107 w 159854"/>
                <a:gd name="connsiteY3" fmla="*/ 83128 h 165746"/>
                <a:gd name="connsiteX4" fmla="*/ 80357 w 159854"/>
                <a:gd name="connsiteY4" fmla="*/ 85 h 165746"/>
                <a:gd name="connsiteX5" fmla="*/ 80712 w 159854"/>
                <a:gd name="connsiteY5" fmla="*/ 10635 h 165746"/>
                <a:gd name="connsiteX6" fmla="*/ 108004 w 159854"/>
                <a:gd name="connsiteY6" fmla="*/ 85170 h 165746"/>
                <a:gd name="connsiteX7" fmla="*/ 80357 w 159854"/>
                <a:gd name="connsiteY7" fmla="*/ 155281 h 165746"/>
                <a:gd name="connsiteX8" fmla="*/ 52356 w 159854"/>
                <a:gd name="connsiteY8" fmla="*/ 88233 h 165746"/>
                <a:gd name="connsiteX9" fmla="*/ 80712 w 159854"/>
                <a:gd name="connsiteY9" fmla="*/ 10635 h 16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9854" h="165746">
                  <a:moveTo>
                    <a:pt x="80357" y="85"/>
                  </a:moveTo>
                  <a:cubicBezTo>
                    <a:pt x="35343" y="85"/>
                    <a:pt x="253" y="35821"/>
                    <a:pt x="253" y="82107"/>
                  </a:cubicBezTo>
                  <a:cubicBezTo>
                    <a:pt x="253" y="130776"/>
                    <a:pt x="33925" y="165832"/>
                    <a:pt x="80357" y="165832"/>
                  </a:cubicBezTo>
                  <a:cubicBezTo>
                    <a:pt x="126080" y="165832"/>
                    <a:pt x="160107" y="130436"/>
                    <a:pt x="160107" y="83128"/>
                  </a:cubicBezTo>
                  <a:cubicBezTo>
                    <a:pt x="160107" y="35480"/>
                    <a:pt x="126080" y="85"/>
                    <a:pt x="80357" y="85"/>
                  </a:cubicBezTo>
                  <a:close/>
                  <a:moveTo>
                    <a:pt x="80712" y="10635"/>
                  </a:moveTo>
                  <a:cubicBezTo>
                    <a:pt x="101269" y="10635"/>
                    <a:pt x="108004" y="29354"/>
                    <a:pt x="108004" y="85170"/>
                  </a:cubicBezTo>
                  <a:cubicBezTo>
                    <a:pt x="108004" y="137583"/>
                    <a:pt x="100915" y="155281"/>
                    <a:pt x="80357" y="155281"/>
                  </a:cubicBezTo>
                  <a:cubicBezTo>
                    <a:pt x="59445" y="155281"/>
                    <a:pt x="52356" y="137923"/>
                    <a:pt x="52356" y="88233"/>
                  </a:cubicBezTo>
                  <a:cubicBezTo>
                    <a:pt x="52356" y="28333"/>
                    <a:pt x="58736" y="10635"/>
                    <a:pt x="80712" y="10635"/>
                  </a:cubicBezTo>
                  <a:close/>
                </a:path>
              </a:pathLst>
            </a:custGeom>
            <a:solidFill>
              <a:srgbClr val="000000"/>
            </a:solidFill>
            <a:ln w="356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B04C263-2415-6A18-23A7-B78A02EBE02F}"/>
                </a:ext>
              </a:extLst>
            </p:cNvPr>
            <p:cNvSpPr/>
            <p:nvPr>
              <p:custDataLst>
                <p:tags r:id="rId168"/>
              </p:custDataLst>
            </p:nvPr>
          </p:nvSpPr>
          <p:spPr>
            <a:xfrm>
              <a:off x="11756247" y="5213688"/>
              <a:ext cx="180411" cy="234836"/>
            </a:xfrm>
            <a:custGeom>
              <a:avLst/>
              <a:gdLst>
                <a:gd name="connsiteX0" fmla="*/ 111553 w 180411"/>
                <a:gd name="connsiteY0" fmla="*/ 234581 h 234836"/>
                <a:gd name="connsiteX1" fmla="*/ 158694 w 180411"/>
                <a:gd name="connsiteY1" fmla="*/ 226072 h 234836"/>
                <a:gd name="connsiteX2" fmla="*/ 180670 w 180411"/>
                <a:gd name="connsiteY2" fmla="*/ 223349 h 234836"/>
                <a:gd name="connsiteX3" fmla="*/ 180670 w 180411"/>
                <a:gd name="connsiteY3" fmla="*/ 215522 h 234836"/>
                <a:gd name="connsiteX4" fmla="*/ 159757 w 180411"/>
                <a:gd name="connsiteY4" fmla="*/ 195782 h 234836"/>
                <a:gd name="connsiteX5" fmla="*/ 159757 w 180411"/>
                <a:gd name="connsiteY5" fmla="*/ 85 h 234836"/>
                <a:gd name="connsiteX6" fmla="*/ 83552 w 180411"/>
                <a:gd name="connsiteY6" fmla="*/ 85 h 234836"/>
                <a:gd name="connsiteX7" fmla="*/ 83552 w 180411"/>
                <a:gd name="connsiteY7" fmla="*/ 8253 h 234836"/>
                <a:gd name="connsiteX8" fmla="*/ 110490 w 180411"/>
                <a:gd name="connsiteY8" fmla="*/ 27993 h 234836"/>
                <a:gd name="connsiteX9" fmla="*/ 110490 w 180411"/>
                <a:gd name="connsiteY9" fmla="*/ 90275 h 234836"/>
                <a:gd name="connsiteX10" fmla="*/ 68311 w 180411"/>
                <a:gd name="connsiteY10" fmla="*/ 69174 h 234836"/>
                <a:gd name="connsiteX11" fmla="*/ 258 w 180411"/>
                <a:gd name="connsiteY11" fmla="*/ 154941 h 234836"/>
                <a:gd name="connsiteX12" fmla="*/ 64412 w 180411"/>
                <a:gd name="connsiteY12" fmla="*/ 234921 h 234836"/>
                <a:gd name="connsiteX13" fmla="*/ 111553 w 180411"/>
                <a:gd name="connsiteY13" fmla="*/ 212459 h 234836"/>
                <a:gd name="connsiteX14" fmla="*/ 111553 w 180411"/>
                <a:gd name="connsiteY14" fmla="*/ 234581 h 234836"/>
                <a:gd name="connsiteX15" fmla="*/ 110490 w 180411"/>
                <a:gd name="connsiteY15" fmla="*/ 192038 h 234836"/>
                <a:gd name="connsiteX16" fmla="*/ 102692 w 180411"/>
                <a:gd name="connsiteY16" fmla="*/ 204290 h 234836"/>
                <a:gd name="connsiteX17" fmla="*/ 80362 w 180411"/>
                <a:gd name="connsiteY17" fmla="*/ 215862 h 234836"/>
                <a:gd name="connsiteX18" fmla="*/ 52715 w 180411"/>
                <a:gd name="connsiteY18" fmla="*/ 152218 h 234836"/>
                <a:gd name="connsiteX19" fmla="*/ 82843 w 180411"/>
                <a:gd name="connsiteY19" fmla="*/ 88233 h 234836"/>
                <a:gd name="connsiteX20" fmla="*/ 110490 w 180411"/>
                <a:gd name="connsiteY20" fmla="*/ 109335 h 234836"/>
                <a:gd name="connsiteX21" fmla="*/ 110490 w 180411"/>
                <a:gd name="connsiteY21" fmla="*/ 192038 h 234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80411" h="234836">
                  <a:moveTo>
                    <a:pt x="111553" y="234581"/>
                  </a:moveTo>
                  <a:cubicBezTo>
                    <a:pt x="127858" y="230156"/>
                    <a:pt x="136719" y="228455"/>
                    <a:pt x="158694" y="226072"/>
                  </a:cubicBezTo>
                  <a:lnTo>
                    <a:pt x="180670" y="223349"/>
                  </a:lnTo>
                  <a:lnTo>
                    <a:pt x="180670" y="215522"/>
                  </a:lnTo>
                  <a:cubicBezTo>
                    <a:pt x="164365" y="214501"/>
                    <a:pt x="159757" y="210076"/>
                    <a:pt x="159757" y="195782"/>
                  </a:cubicBezTo>
                  <a:lnTo>
                    <a:pt x="159757" y="85"/>
                  </a:lnTo>
                  <a:lnTo>
                    <a:pt x="83552" y="85"/>
                  </a:lnTo>
                  <a:lnTo>
                    <a:pt x="83552" y="8253"/>
                  </a:lnTo>
                  <a:cubicBezTo>
                    <a:pt x="107300" y="9955"/>
                    <a:pt x="110490" y="12337"/>
                    <a:pt x="110490" y="27993"/>
                  </a:cubicBezTo>
                  <a:lnTo>
                    <a:pt x="110490" y="90275"/>
                  </a:lnTo>
                  <a:cubicBezTo>
                    <a:pt x="95249" y="74620"/>
                    <a:pt x="84615" y="69174"/>
                    <a:pt x="68311" y="69174"/>
                  </a:cubicBezTo>
                  <a:cubicBezTo>
                    <a:pt x="29322" y="69174"/>
                    <a:pt x="258" y="105591"/>
                    <a:pt x="258" y="154941"/>
                  </a:cubicBezTo>
                  <a:cubicBezTo>
                    <a:pt x="258" y="201227"/>
                    <a:pt x="27196" y="234921"/>
                    <a:pt x="64412" y="234921"/>
                  </a:cubicBezTo>
                  <a:cubicBezTo>
                    <a:pt x="83198" y="234921"/>
                    <a:pt x="94894" y="229476"/>
                    <a:pt x="111553" y="212459"/>
                  </a:cubicBezTo>
                  <a:lnTo>
                    <a:pt x="111553" y="234581"/>
                  </a:lnTo>
                  <a:close/>
                  <a:moveTo>
                    <a:pt x="110490" y="192038"/>
                  </a:moveTo>
                  <a:cubicBezTo>
                    <a:pt x="110490" y="194080"/>
                    <a:pt x="106945" y="199866"/>
                    <a:pt x="102692" y="204290"/>
                  </a:cubicBezTo>
                  <a:cubicBezTo>
                    <a:pt x="95603" y="212118"/>
                    <a:pt x="88160" y="215862"/>
                    <a:pt x="80362" y="215862"/>
                  </a:cubicBezTo>
                  <a:cubicBezTo>
                    <a:pt x="61577" y="215862"/>
                    <a:pt x="52715" y="195441"/>
                    <a:pt x="52715" y="152218"/>
                  </a:cubicBezTo>
                  <a:cubicBezTo>
                    <a:pt x="52715" y="108314"/>
                    <a:pt x="62285" y="88233"/>
                    <a:pt x="82843" y="88233"/>
                  </a:cubicBezTo>
                  <a:cubicBezTo>
                    <a:pt x="94540" y="88233"/>
                    <a:pt x="105528" y="96402"/>
                    <a:pt x="110490" y="109335"/>
                  </a:cubicBezTo>
                  <a:lnTo>
                    <a:pt x="110490" y="192038"/>
                  </a:lnTo>
                  <a:close/>
                </a:path>
              </a:pathLst>
            </a:custGeom>
            <a:solidFill>
              <a:srgbClr val="000000"/>
            </a:solidFill>
            <a:ln w="35678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7" name="Group 46" descr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\left(&#10;\frac{dy}{dx}&#10;\right) = F(x,y); \quad y(x=x_0)=y_0&#10;\end{align*}&#10;}&#10;\end{document}" title="IguanaTex Shape Display">
            <a:extLst>
              <a:ext uri="{FF2B5EF4-FFF2-40B4-BE49-F238E27FC236}">
                <a16:creationId xmlns:a16="http://schemas.microsoft.com/office/drawing/2014/main" id="{82C92594-D14C-DD96-07FC-346337CF6CA3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4168666" y="1900903"/>
            <a:ext cx="4829793" cy="846722"/>
            <a:chOff x="8457241" y="5161303"/>
            <a:chExt cx="4829793" cy="846722"/>
          </a:xfrm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32EB88F-8C71-A9C3-193C-7AA12FC910B6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>
              <a:off x="8457241" y="5161303"/>
              <a:ext cx="173650" cy="846722"/>
            </a:xfrm>
            <a:custGeom>
              <a:avLst/>
              <a:gdLst>
                <a:gd name="connsiteX0" fmla="*/ 173815 w 173650"/>
                <a:gd name="connsiteY0" fmla="*/ 843267 h 846722"/>
                <a:gd name="connsiteX1" fmla="*/ 172403 w 173650"/>
                <a:gd name="connsiteY1" fmla="*/ 840090 h 846722"/>
                <a:gd name="connsiteX2" fmla="*/ 112049 w 173650"/>
                <a:gd name="connsiteY2" fmla="*/ 765265 h 846722"/>
                <a:gd name="connsiteX3" fmla="*/ 29459 w 173650"/>
                <a:gd name="connsiteY3" fmla="*/ 423612 h 846722"/>
                <a:gd name="connsiteX4" fmla="*/ 100402 w 173650"/>
                <a:gd name="connsiteY4" fmla="*/ 101017 h 846722"/>
                <a:gd name="connsiteX5" fmla="*/ 172756 w 173650"/>
                <a:gd name="connsiteY5" fmla="*/ 6427 h 846722"/>
                <a:gd name="connsiteX6" fmla="*/ 173815 w 173650"/>
                <a:gd name="connsiteY6" fmla="*/ 3604 h 846722"/>
                <a:gd name="connsiteX7" fmla="*/ 166403 w 173650"/>
                <a:gd name="connsiteY7" fmla="*/ 74 h 846722"/>
                <a:gd name="connsiteX8" fmla="*/ 155461 w 173650"/>
                <a:gd name="connsiteY8" fmla="*/ 5368 h 846722"/>
                <a:gd name="connsiteX9" fmla="*/ 164 w 173650"/>
                <a:gd name="connsiteY9" fmla="*/ 423259 h 846722"/>
                <a:gd name="connsiteX10" fmla="*/ 121578 w 173650"/>
                <a:gd name="connsiteY10" fmla="*/ 807266 h 846722"/>
                <a:gd name="connsiteX11" fmla="*/ 156520 w 173650"/>
                <a:gd name="connsiteY11" fmla="*/ 842561 h 846722"/>
                <a:gd name="connsiteX12" fmla="*/ 166403 w 173650"/>
                <a:gd name="connsiteY12" fmla="*/ 846796 h 846722"/>
                <a:gd name="connsiteX13" fmla="*/ 173815 w 173650"/>
                <a:gd name="connsiteY13" fmla="*/ 843267 h 84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3650" h="846722">
                  <a:moveTo>
                    <a:pt x="173815" y="843267"/>
                  </a:moveTo>
                  <a:cubicBezTo>
                    <a:pt x="173815" y="841855"/>
                    <a:pt x="173109" y="841149"/>
                    <a:pt x="172403" y="840090"/>
                  </a:cubicBezTo>
                  <a:cubicBezTo>
                    <a:pt x="159344" y="827031"/>
                    <a:pt x="135696" y="803384"/>
                    <a:pt x="112049" y="765265"/>
                  </a:cubicBezTo>
                  <a:cubicBezTo>
                    <a:pt x="55224" y="674205"/>
                    <a:pt x="29459" y="559497"/>
                    <a:pt x="29459" y="423612"/>
                  </a:cubicBezTo>
                  <a:cubicBezTo>
                    <a:pt x="29459" y="328669"/>
                    <a:pt x="42165" y="206196"/>
                    <a:pt x="100402" y="101017"/>
                  </a:cubicBezTo>
                  <a:cubicBezTo>
                    <a:pt x="128284" y="50899"/>
                    <a:pt x="157226" y="21957"/>
                    <a:pt x="172756" y="6427"/>
                  </a:cubicBezTo>
                  <a:cubicBezTo>
                    <a:pt x="173815" y="5368"/>
                    <a:pt x="173815" y="4662"/>
                    <a:pt x="173815" y="3604"/>
                  </a:cubicBezTo>
                  <a:cubicBezTo>
                    <a:pt x="173815" y="74"/>
                    <a:pt x="171344" y="74"/>
                    <a:pt x="166403" y="74"/>
                  </a:cubicBezTo>
                  <a:cubicBezTo>
                    <a:pt x="161462" y="74"/>
                    <a:pt x="160756" y="74"/>
                    <a:pt x="155461" y="5368"/>
                  </a:cubicBezTo>
                  <a:cubicBezTo>
                    <a:pt x="37224" y="113017"/>
                    <a:pt x="164" y="274668"/>
                    <a:pt x="164" y="423259"/>
                  </a:cubicBezTo>
                  <a:cubicBezTo>
                    <a:pt x="164" y="561967"/>
                    <a:pt x="31930" y="701735"/>
                    <a:pt x="121578" y="807266"/>
                  </a:cubicBezTo>
                  <a:cubicBezTo>
                    <a:pt x="128637" y="815384"/>
                    <a:pt x="142049" y="829855"/>
                    <a:pt x="156520" y="842561"/>
                  </a:cubicBezTo>
                  <a:cubicBezTo>
                    <a:pt x="160756" y="846796"/>
                    <a:pt x="161462" y="846796"/>
                    <a:pt x="166403" y="846796"/>
                  </a:cubicBezTo>
                  <a:cubicBezTo>
                    <a:pt x="171344" y="846796"/>
                    <a:pt x="173815" y="846796"/>
                    <a:pt x="173815" y="843267"/>
                  </a:cubicBezTo>
                  <a:close/>
                </a:path>
              </a:pathLst>
            </a:custGeom>
            <a:solidFill>
              <a:srgbClr val="000000"/>
            </a:solidFill>
            <a:ln w="355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248E817-FAD4-9B59-4766-DF55C082B640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>
              <a:off x="8692908" y="5194221"/>
              <a:ext cx="180709" cy="245651"/>
            </a:xfrm>
            <a:custGeom>
              <a:avLst/>
              <a:gdLst>
                <a:gd name="connsiteX0" fmla="*/ 158294 w 180709"/>
                <a:gd name="connsiteY0" fmla="*/ 201968 h 245651"/>
                <a:gd name="connsiteX1" fmla="*/ 129352 w 180709"/>
                <a:gd name="connsiteY1" fmla="*/ 227027 h 245651"/>
                <a:gd name="connsiteX2" fmla="*/ 122999 w 180709"/>
                <a:gd name="connsiteY2" fmla="*/ 219968 h 245651"/>
                <a:gd name="connsiteX3" fmla="*/ 145940 w 180709"/>
                <a:gd name="connsiteY3" fmla="*/ 133143 h 245651"/>
                <a:gd name="connsiteX4" fmla="*/ 180882 w 180709"/>
                <a:gd name="connsiteY4" fmla="*/ 1846 h 245651"/>
                <a:gd name="connsiteX5" fmla="*/ 179117 w 180709"/>
                <a:gd name="connsiteY5" fmla="*/ 81 h 245651"/>
                <a:gd name="connsiteX6" fmla="*/ 125116 w 180709"/>
                <a:gd name="connsiteY6" fmla="*/ 8199 h 245651"/>
                <a:gd name="connsiteX7" fmla="*/ 125116 w 180709"/>
                <a:gd name="connsiteY7" fmla="*/ 14199 h 245651"/>
                <a:gd name="connsiteX8" fmla="*/ 146999 w 180709"/>
                <a:gd name="connsiteY8" fmla="*/ 23376 h 245651"/>
                <a:gd name="connsiteX9" fmla="*/ 141705 w 180709"/>
                <a:gd name="connsiteY9" fmla="*/ 48082 h 245651"/>
                <a:gd name="connsiteX10" fmla="*/ 126175 w 180709"/>
                <a:gd name="connsiteY10" fmla="*/ 105966 h 245651"/>
                <a:gd name="connsiteX11" fmla="*/ 103234 w 180709"/>
                <a:gd name="connsiteY11" fmla="*/ 85495 h 245651"/>
                <a:gd name="connsiteX12" fmla="*/ 173 w 180709"/>
                <a:gd name="connsiteY12" fmla="*/ 204791 h 245651"/>
                <a:gd name="connsiteX13" fmla="*/ 37232 w 180709"/>
                <a:gd name="connsiteY13" fmla="*/ 245027 h 245651"/>
                <a:gd name="connsiteX14" fmla="*/ 100763 w 180709"/>
                <a:gd name="connsiteY14" fmla="*/ 198438 h 245651"/>
                <a:gd name="connsiteX15" fmla="*/ 96175 w 180709"/>
                <a:gd name="connsiteY15" fmla="*/ 229851 h 245651"/>
                <a:gd name="connsiteX16" fmla="*/ 110999 w 180709"/>
                <a:gd name="connsiteY16" fmla="*/ 245733 h 245651"/>
                <a:gd name="connsiteX17" fmla="*/ 162529 w 180709"/>
                <a:gd name="connsiteY17" fmla="*/ 205497 h 245651"/>
                <a:gd name="connsiteX18" fmla="*/ 158294 w 180709"/>
                <a:gd name="connsiteY18" fmla="*/ 201968 h 245651"/>
                <a:gd name="connsiteX19" fmla="*/ 104645 w 180709"/>
                <a:gd name="connsiteY19" fmla="*/ 93613 h 245651"/>
                <a:gd name="connsiteX20" fmla="*/ 120528 w 180709"/>
                <a:gd name="connsiteY20" fmla="*/ 113731 h 245651"/>
                <a:gd name="connsiteX21" fmla="*/ 51350 w 180709"/>
                <a:gd name="connsiteY21" fmla="*/ 228086 h 245651"/>
                <a:gd name="connsiteX22" fmla="*/ 30879 w 180709"/>
                <a:gd name="connsiteY22" fmla="*/ 204791 h 245651"/>
                <a:gd name="connsiteX23" fmla="*/ 71821 w 180709"/>
                <a:gd name="connsiteY23" fmla="*/ 109848 h 245651"/>
                <a:gd name="connsiteX24" fmla="*/ 104645 w 180709"/>
                <a:gd name="connsiteY24" fmla="*/ 93613 h 245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709" h="245651">
                  <a:moveTo>
                    <a:pt x="158294" y="201968"/>
                  </a:moveTo>
                  <a:cubicBezTo>
                    <a:pt x="139234" y="223850"/>
                    <a:pt x="135352" y="227027"/>
                    <a:pt x="129352" y="227027"/>
                  </a:cubicBezTo>
                  <a:cubicBezTo>
                    <a:pt x="125822" y="227027"/>
                    <a:pt x="122999" y="223850"/>
                    <a:pt x="122999" y="219968"/>
                  </a:cubicBezTo>
                  <a:cubicBezTo>
                    <a:pt x="122999" y="215027"/>
                    <a:pt x="134293" y="171967"/>
                    <a:pt x="145940" y="133143"/>
                  </a:cubicBezTo>
                  <a:cubicBezTo>
                    <a:pt x="155470" y="100672"/>
                    <a:pt x="162882" y="72436"/>
                    <a:pt x="180882" y="1846"/>
                  </a:cubicBezTo>
                  <a:lnTo>
                    <a:pt x="179117" y="81"/>
                  </a:lnTo>
                  <a:cubicBezTo>
                    <a:pt x="160411" y="3964"/>
                    <a:pt x="147705" y="6082"/>
                    <a:pt x="125116" y="8199"/>
                  </a:cubicBezTo>
                  <a:lnTo>
                    <a:pt x="125116" y="14199"/>
                  </a:lnTo>
                  <a:cubicBezTo>
                    <a:pt x="144529" y="14905"/>
                    <a:pt x="146999" y="15964"/>
                    <a:pt x="146999" y="23376"/>
                  </a:cubicBezTo>
                  <a:cubicBezTo>
                    <a:pt x="146999" y="27964"/>
                    <a:pt x="146646" y="30082"/>
                    <a:pt x="141705" y="48082"/>
                  </a:cubicBezTo>
                  <a:lnTo>
                    <a:pt x="126175" y="105966"/>
                  </a:lnTo>
                  <a:cubicBezTo>
                    <a:pt x="123352" y="91142"/>
                    <a:pt x="116999" y="85495"/>
                    <a:pt x="103234" y="85495"/>
                  </a:cubicBezTo>
                  <a:cubicBezTo>
                    <a:pt x="57350" y="85495"/>
                    <a:pt x="173" y="151849"/>
                    <a:pt x="173" y="204791"/>
                  </a:cubicBezTo>
                  <a:cubicBezTo>
                    <a:pt x="173" y="229851"/>
                    <a:pt x="14291" y="245027"/>
                    <a:pt x="37232" y="245027"/>
                  </a:cubicBezTo>
                  <a:cubicBezTo>
                    <a:pt x="61233" y="245027"/>
                    <a:pt x="76763" y="233733"/>
                    <a:pt x="100763" y="198438"/>
                  </a:cubicBezTo>
                  <a:cubicBezTo>
                    <a:pt x="96881" y="216439"/>
                    <a:pt x="96175" y="221733"/>
                    <a:pt x="96175" y="229851"/>
                  </a:cubicBezTo>
                  <a:cubicBezTo>
                    <a:pt x="96175" y="239380"/>
                    <a:pt x="102175" y="245733"/>
                    <a:pt x="110999" y="245733"/>
                  </a:cubicBezTo>
                  <a:cubicBezTo>
                    <a:pt x="125822" y="245733"/>
                    <a:pt x="144176" y="231262"/>
                    <a:pt x="162529" y="205497"/>
                  </a:cubicBezTo>
                  <a:lnTo>
                    <a:pt x="158294" y="201968"/>
                  </a:lnTo>
                  <a:close/>
                  <a:moveTo>
                    <a:pt x="104645" y="93613"/>
                  </a:moveTo>
                  <a:cubicBezTo>
                    <a:pt x="115234" y="94319"/>
                    <a:pt x="120528" y="101025"/>
                    <a:pt x="120528" y="113731"/>
                  </a:cubicBezTo>
                  <a:cubicBezTo>
                    <a:pt x="120528" y="167379"/>
                    <a:pt x="83822" y="228086"/>
                    <a:pt x="51350" y="228086"/>
                  </a:cubicBezTo>
                  <a:cubicBezTo>
                    <a:pt x="39350" y="228086"/>
                    <a:pt x="30879" y="218556"/>
                    <a:pt x="30879" y="204791"/>
                  </a:cubicBezTo>
                  <a:cubicBezTo>
                    <a:pt x="30879" y="175497"/>
                    <a:pt x="48527" y="134555"/>
                    <a:pt x="71821" y="109848"/>
                  </a:cubicBezTo>
                  <a:cubicBezTo>
                    <a:pt x="81704" y="99613"/>
                    <a:pt x="94763" y="92907"/>
                    <a:pt x="104645" y="93613"/>
                  </a:cubicBezTo>
                  <a:close/>
                </a:path>
              </a:pathLst>
            </a:custGeom>
            <a:solidFill>
              <a:srgbClr val="000000"/>
            </a:solidFill>
            <a:ln w="355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467B2CE-7828-1A74-93F5-F3EB4764DCCD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>
            <a:xfrm>
              <a:off x="8874697" y="5279634"/>
              <a:ext cx="158826" cy="228357"/>
            </a:xfrm>
            <a:custGeom>
              <a:avLst/>
              <a:gdLst>
                <a:gd name="connsiteX0" fmla="*/ 13943 w 158826"/>
                <a:gd name="connsiteY0" fmla="*/ 14552 h 228357"/>
                <a:gd name="connsiteX1" fmla="*/ 24885 w 158826"/>
                <a:gd name="connsiteY1" fmla="*/ 13140 h 228357"/>
                <a:gd name="connsiteX2" fmla="*/ 66533 w 158826"/>
                <a:gd name="connsiteY2" fmla="*/ 82671 h 228357"/>
                <a:gd name="connsiteX3" fmla="*/ 81003 w 158826"/>
                <a:gd name="connsiteY3" fmla="*/ 152908 h 228357"/>
                <a:gd name="connsiteX4" fmla="*/ 73592 w 158826"/>
                <a:gd name="connsiteY4" fmla="*/ 170555 h 228357"/>
                <a:gd name="connsiteX5" fmla="*/ 51709 w 158826"/>
                <a:gd name="connsiteY5" fmla="*/ 198438 h 228357"/>
                <a:gd name="connsiteX6" fmla="*/ 35473 w 158826"/>
                <a:gd name="connsiteY6" fmla="*/ 209027 h 228357"/>
                <a:gd name="connsiteX7" fmla="*/ 27002 w 158826"/>
                <a:gd name="connsiteY7" fmla="*/ 205144 h 228357"/>
                <a:gd name="connsiteX8" fmla="*/ 13943 w 158826"/>
                <a:gd name="connsiteY8" fmla="*/ 199144 h 228357"/>
                <a:gd name="connsiteX9" fmla="*/ 178 w 158826"/>
                <a:gd name="connsiteY9" fmla="*/ 212909 h 228357"/>
                <a:gd name="connsiteX10" fmla="*/ 18179 w 158826"/>
                <a:gd name="connsiteY10" fmla="*/ 228439 h 228357"/>
                <a:gd name="connsiteX11" fmla="*/ 125122 w 158826"/>
                <a:gd name="connsiteY11" fmla="*/ 105613 h 228357"/>
                <a:gd name="connsiteX12" fmla="*/ 159005 w 158826"/>
                <a:gd name="connsiteY12" fmla="*/ 19494 h 228357"/>
                <a:gd name="connsiteX13" fmla="*/ 139593 w 158826"/>
                <a:gd name="connsiteY13" fmla="*/ 81 h 228357"/>
                <a:gd name="connsiteX14" fmla="*/ 125828 w 158826"/>
                <a:gd name="connsiteY14" fmla="*/ 13140 h 228357"/>
                <a:gd name="connsiteX15" fmla="*/ 135710 w 158826"/>
                <a:gd name="connsiteY15" fmla="*/ 26905 h 228357"/>
                <a:gd name="connsiteX16" fmla="*/ 144887 w 158826"/>
                <a:gd name="connsiteY16" fmla="*/ 38906 h 228357"/>
                <a:gd name="connsiteX17" fmla="*/ 101827 w 158826"/>
                <a:gd name="connsiteY17" fmla="*/ 130319 h 228357"/>
                <a:gd name="connsiteX18" fmla="*/ 94768 w 158826"/>
                <a:gd name="connsiteY18" fmla="*/ 89377 h 228357"/>
                <a:gd name="connsiteX19" fmla="*/ 64415 w 158826"/>
                <a:gd name="connsiteY19" fmla="*/ 81 h 228357"/>
                <a:gd name="connsiteX20" fmla="*/ 63003 w 158826"/>
                <a:gd name="connsiteY20" fmla="*/ 81 h 228357"/>
                <a:gd name="connsiteX21" fmla="*/ 59827 w 158826"/>
                <a:gd name="connsiteY21" fmla="*/ 434 h 228357"/>
                <a:gd name="connsiteX22" fmla="*/ 25238 w 158826"/>
                <a:gd name="connsiteY22" fmla="*/ 6434 h 228357"/>
                <a:gd name="connsiteX23" fmla="*/ 13943 w 158826"/>
                <a:gd name="connsiteY23" fmla="*/ 8552 h 228357"/>
                <a:gd name="connsiteX24" fmla="*/ 13943 w 158826"/>
                <a:gd name="connsiteY24" fmla="*/ 14552 h 228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8826" h="228357">
                  <a:moveTo>
                    <a:pt x="13943" y="14552"/>
                  </a:moveTo>
                  <a:cubicBezTo>
                    <a:pt x="18532" y="13493"/>
                    <a:pt x="21002" y="13140"/>
                    <a:pt x="24885" y="13140"/>
                  </a:cubicBezTo>
                  <a:cubicBezTo>
                    <a:pt x="45003" y="13140"/>
                    <a:pt x="50297" y="21964"/>
                    <a:pt x="66533" y="82671"/>
                  </a:cubicBezTo>
                  <a:cubicBezTo>
                    <a:pt x="72533" y="105613"/>
                    <a:pt x="81003" y="146908"/>
                    <a:pt x="81003" y="152908"/>
                  </a:cubicBezTo>
                  <a:cubicBezTo>
                    <a:pt x="81003" y="158555"/>
                    <a:pt x="78886" y="164202"/>
                    <a:pt x="73592" y="170555"/>
                  </a:cubicBezTo>
                  <a:cubicBezTo>
                    <a:pt x="62650" y="185026"/>
                    <a:pt x="55591" y="194203"/>
                    <a:pt x="51709" y="198438"/>
                  </a:cubicBezTo>
                  <a:cubicBezTo>
                    <a:pt x="44297" y="206203"/>
                    <a:pt x="40061" y="209027"/>
                    <a:pt x="35473" y="209027"/>
                  </a:cubicBezTo>
                  <a:cubicBezTo>
                    <a:pt x="33355" y="209027"/>
                    <a:pt x="30885" y="207968"/>
                    <a:pt x="27002" y="205144"/>
                  </a:cubicBezTo>
                  <a:cubicBezTo>
                    <a:pt x="21708" y="200909"/>
                    <a:pt x="17826" y="199144"/>
                    <a:pt x="13943" y="199144"/>
                  </a:cubicBezTo>
                  <a:cubicBezTo>
                    <a:pt x="6178" y="199144"/>
                    <a:pt x="178" y="205144"/>
                    <a:pt x="178" y="212909"/>
                  </a:cubicBezTo>
                  <a:cubicBezTo>
                    <a:pt x="178" y="221733"/>
                    <a:pt x="7943" y="228439"/>
                    <a:pt x="18179" y="228439"/>
                  </a:cubicBezTo>
                  <a:cubicBezTo>
                    <a:pt x="40767" y="228439"/>
                    <a:pt x="87004" y="175497"/>
                    <a:pt x="125122" y="105613"/>
                  </a:cubicBezTo>
                  <a:cubicBezTo>
                    <a:pt x="149122" y="62200"/>
                    <a:pt x="159005" y="36788"/>
                    <a:pt x="159005" y="19494"/>
                  </a:cubicBezTo>
                  <a:cubicBezTo>
                    <a:pt x="159005" y="8905"/>
                    <a:pt x="150181" y="81"/>
                    <a:pt x="139593" y="81"/>
                  </a:cubicBezTo>
                  <a:cubicBezTo>
                    <a:pt x="131475" y="81"/>
                    <a:pt x="125828" y="5376"/>
                    <a:pt x="125828" y="13140"/>
                  </a:cubicBezTo>
                  <a:cubicBezTo>
                    <a:pt x="125828" y="18435"/>
                    <a:pt x="128651" y="22317"/>
                    <a:pt x="135710" y="26905"/>
                  </a:cubicBezTo>
                  <a:cubicBezTo>
                    <a:pt x="142416" y="30788"/>
                    <a:pt x="144887" y="33964"/>
                    <a:pt x="144887" y="38906"/>
                  </a:cubicBezTo>
                  <a:cubicBezTo>
                    <a:pt x="144887" y="53024"/>
                    <a:pt x="131828" y="80554"/>
                    <a:pt x="101827" y="130319"/>
                  </a:cubicBezTo>
                  <a:lnTo>
                    <a:pt x="94768" y="89377"/>
                  </a:lnTo>
                  <a:cubicBezTo>
                    <a:pt x="89474" y="58318"/>
                    <a:pt x="69709" y="81"/>
                    <a:pt x="64415" y="81"/>
                  </a:cubicBezTo>
                  <a:lnTo>
                    <a:pt x="63003" y="81"/>
                  </a:lnTo>
                  <a:cubicBezTo>
                    <a:pt x="62650" y="434"/>
                    <a:pt x="61238" y="434"/>
                    <a:pt x="59827" y="434"/>
                  </a:cubicBezTo>
                  <a:cubicBezTo>
                    <a:pt x="56650" y="787"/>
                    <a:pt x="43944" y="2905"/>
                    <a:pt x="25238" y="6434"/>
                  </a:cubicBezTo>
                  <a:cubicBezTo>
                    <a:pt x="23473" y="6787"/>
                    <a:pt x="18885" y="7846"/>
                    <a:pt x="13943" y="8552"/>
                  </a:cubicBezTo>
                  <a:lnTo>
                    <a:pt x="13943" y="14552"/>
                  </a:lnTo>
                  <a:close/>
                </a:path>
              </a:pathLst>
            </a:custGeom>
            <a:solidFill>
              <a:srgbClr val="000000"/>
            </a:solidFill>
            <a:ln w="355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4CB62DC-854D-9265-220F-E70887A766CF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>
            <a:xfrm>
              <a:off x="8687084" y="5579471"/>
              <a:ext cx="353907" cy="14167"/>
            </a:xfrm>
            <a:custGeom>
              <a:avLst/>
              <a:gdLst>
                <a:gd name="connsiteX0" fmla="*/ 0 w 353907"/>
                <a:gd name="connsiteY0" fmla="*/ 0 h 14167"/>
                <a:gd name="connsiteX1" fmla="*/ 353908 w 353907"/>
                <a:gd name="connsiteY1" fmla="*/ 0 h 14167"/>
                <a:gd name="connsiteX2" fmla="*/ 353908 w 353907"/>
                <a:gd name="connsiteY2" fmla="*/ 14167 h 14167"/>
                <a:gd name="connsiteX3" fmla="*/ 0 w 353907"/>
                <a:gd name="connsiteY3" fmla="*/ 14167 h 14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3907" h="14167">
                  <a:moveTo>
                    <a:pt x="0" y="0"/>
                  </a:moveTo>
                  <a:lnTo>
                    <a:pt x="353908" y="0"/>
                  </a:lnTo>
                  <a:lnTo>
                    <a:pt x="353908" y="14167"/>
                  </a:lnTo>
                  <a:lnTo>
                    <a:pt x="0" y="14167"/>
                  </a:lnTo>
                  <a:close/>
                </a:path>
              </a:pathLst>
            </a:custGeom>
            <a:solidFill>
              <a:srgbClr val="000000"/>
            </a:solidFill>
            <a:ln w="355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838BE64-C39C-971F-29ED-4C312C261AAD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>
            <a:xfrm>
              <a:off x="8692378" y="5677089"/>
              <a:ext cx="180709" cy="245651"/>
            </a:xfrm>
            <a:custGeom>
              <a:avLst/>
              <a:gdLst>
                <a:gd name="connsiteX0" fmla="*/ 158294 w 180709"/>
                <a:gd name="connsiteY0" fmla="*/ 201981 h 245651"/>
                <a:gd name="connsiteX1" fmla="*/ 129352 w 180709"/>
                <a:gd name="connsiteY1" fmla="*/ 227041 h 245651"/>
                <a:gd name="connsiteX2" fmla="*/ 122999 w 180709"/>
                <a:gd name="connsiteY2" fmla="*/ 219982 h 245651"/>
                <a:gd name="connsiteX3" fmla="*/ 145940 w 180709"/>
                <a:gd name="connsiteY3" fmla="*/ 133156 h 245651"/>
                <a:gd name="connsiteX4" fmla="*/ 180882 w 180709"/>
                <a:gd name="connsiteY4" fmla="*/ 1860 h 245651"/>
                <a:gd name="connsiteX5" fmla="*/ 179117 w 180709"/>
                <a:gd name="connsiteY5" fmla="*/ 95 h 245651"/>
                <a:gd name="connsiteX6" fmla="*/ 125116 w 180709"/>
                <a:gd name="connsiteY6" fmla="*/ 8213 h 245651"/>
                <a:gd name="connsiteX7" fmla="*/ 125116 w 180709"/>
                <a:gd name="connsiteY7" fmla="*/ 14213 h 245651"/>
                <a:gd name="connsiteX8" fmla="*/ 146999 w 180709"/>
                <a:gd name="connsiteY8" fmla="*/ 23390 h 245651"/>
                <a:gd name="connsiteX9" fmla="*/ 141705 w 180709"/>
                <a:gd name="connsiteY9" fmla="*/ 48096 h 245651"/>
                <a:gd name="connsiteX10" fmla="*/ 126175 w 180709"/>
                <a:gd name="connsiteY10" fmla="*/ 105979 h 245651"/>
                <a:gd name="connsiteX11" fmla="*/ 103234 w 180709"/>
                <a:gd name="connsiteY11" fmla="*/ 85508 h 245651"/>
                <a:gd name="connsiteX12" fmla="*/ 173 w 180709"/>
                <a:gd name="connsiteY12" fmla="*/ 204805 h 245651"/>
                <a:gd name="connsiteX13" fmla="*/ 37232 w 180709"/>
                <a:gd name="connsiteY13" fmla="*/ 245041 h 245651"/>
                <a:gd name="connsiteX14" fmla="*/ 100763 w 180709"/>
                <a:gd name="connsiteY14" fmla="*/ 198452 h 245651"/>
                <a:gd name="connsiteX15" fmla="*/ 96175 w 180709"/>
                <a:gd name="connsiteY15" fmla="*/ 229864 h 245651"/>
                <a:gd name="connsiteX16" fmla="*/ 110999 w 180709"/>
                <a:gd name="connsiteY16" fmla="*/ 245747 h 245651"/>
                <a:gd name="connsiteX17" fmla="*/ 162529 w 180709"/>
                <a:gd name="connsiteY17" fmla="*/ 205511 h 245651"/>
                <a:gd name="connsiteX18" fmla="*/ 158294 w 180709"/>
                <a:gd name="connsiteY18" fmla="*/ 201981 h 245651"/>
                <a:gd name="connsiteX19" fmla="*/ 104645 w 180709"/>
                <a:gd name="connsiteY19" fmla="*/ 93626 h 245651"/>
                <a:gd name="connsiteX20" fmla="*/ 120528 w 180709"/>
                <a:gd name="connsiteY20" fmla="*/ 113744 h 245651"/>
                <a:gd name="connsiteX21" fmla="*/ 51350 w 180709"/>
                <a:gd name="connsiteY21" fmla="*/ 228099 h 245651"/>
                <a:gd name="connsiteX22" fmla="*/ 30879 w 180709"/>
                <a:gd name="connsiteY22" fmla="*/ 204805 h 245651"/>
                <a:gd name="connsiteX23" fmla="*/ 71821 w 180709"/>
                <a:gd name="connsiteY23" fmla="*/ 109862 h 245651"/>
                <a:gd name="connsiteX24" fmla="*/ 104645 w 180709"/>
                <a:gd name="connsiteY24" fmla="*/ 93626 h 2456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709" h="245651">
                  <a:moveTo>
                    <a:pt x="158294" y="201981"/>
                  </a:moveTo>
                  <a:cubicBezTo>
                    <a:pt x="139234" y="223864"/>
                    <a:pt x="135352" y="227041"/>
                    <a:pt x="129352" y="227041"/>
                  </a:cubicBezTo>
                  <a:cubicBezTo>
                    <a:pt x="125822" y="227041"/>
                    <a:pt x="122999" y="223864"/>
                    <a:pt x="122999" y="219982"/>
                  </a:cubicBezTo>
                  <a:cubicBezTo>
                    <a:pt x="122999" y="215040"/>
                    <a:pt x="134293" y="171981"/>
                    <a:pt x="145940" y="133156"/>
                  </a:cubicBezTo>
                  <a:cubicBezTo>
                    <a:pt x="155470" y="100685"/>
                    <a:pt x="162882" y="72449"/>
                    <a:pt x="180882" y="1860"/>
                  </a:cubicBezTo>
                  <a:lnTo>
                    <a:pt x="179117" y="95"/>
                  </a:lnTo>
                  <a:cubicBezTo>
                    <a:pt x="160411" y="3977"/>
                    <a:pt x="147705" y="6095"/>
                    <a:pt x="125116" y="8213"/>
                  </a:cubicBezTo>
                  <a:lnTo>
                    <a:pt x="125116" y="14213"/>
                  </a:lnTo>
                  <a:cubicBezTo>
                    <a:pt x="144529" y="14919"/>
                    <a:pt x="146999" y="15978"/>
                    <a:pt x="146999" y="23390"/>
                  </a:cubicBezTo>
                  <a:cubicBezTo>
                    <a:pt x="146999" y="27978"/>
                    <a:pt x="146646" y="30096"/>
                    <a:pt x="141705" y="48096"/>
                  </a:cubicBezTo>
                  <a:lnTo>
                    <a:pt x="126175" y="105979"/>
                  </a:lnTo>
                  <a:cubicBezTo>
                    <a:pt x="123352" y="91156"/>
                    <a:pt x="116999" y="85508"/>
                    <a:pt x="103234" y="85508"/>
                  </a:cubicBezTo>
                  <a:cubicBezTo>
                    <a:pt x="57350" y="85508"/>
                    <a:pt x="173" y="151863"/>
                    <a:pt x="173" y="204805"/>
                  </a:cubicBezTo>
                  <a:cubicBezTo>
                    <a:pt x="173" y="229864"/>
                    <a:pt x="14291" y="245041"/>
                    <a:pt x="37232" y="245041"/>
                  </a:cubicBezTo>
                  <a:cubicBezTo>
                    <a:pt x="61233" y="245041"/>
                    <a:pt x="76763" y="233747"/>
                    <a:pt x="100763" y="198452"/>
                  </a:cubicBezTo>
                  <a:cubicBezTo>
                    <a:pt x="96881" y="216452"/>
                    <a:pt x="96175" y="221746"/>
                    <a:pt x="96175" y="229864"/>
                  </a:cubicBezTo>
                  <a:cubicBezTo>
                    <a:pt x="96175" y="239394"/>
                    <a:pt x="102175" y="245747"/>
                    <a:pt x="110999" y="245747"/>
                  </a:cubicBezTo>
                  <a:cubicBezTo>
                    <a:pt x="125822" y="245747"/>
                    <a:pt x="144176" y="231276"/>
                    <a:pt x="162529" y="205511"/>
                  </a:cubicBezTo>
                  <a:lnTo>
                    <a:pt x="158294" y="201981"/>
                  </a:lnTo>
                  <a:close/>
                  <a:moveTo>
                    <a:pt x="104645" y="93626"/>
                  </a:moveTo>
                  <a:cubicBezTo>
                    <a:pt x="115234" y="94332"/>
                    <a:pt x="120528" y="101038"/>
                    <a:pt x="120528" y="113744"/>
                  </a:cubicBezTo>
                  <a:cubicBezTo>
                    <a:pt x="120528" y="167392"/>
                    <a:pt x="83822" y="228099"/>
                    <a:pt x="51350" y="228099"/>
                  </a:cubicBezTo>
                  <a:cubicBezTo>
                    <a:pt x="39350" y="228099"/>
                    <a:pt x="30879" y="218570"/>
                    <a:pt x="30879" y="204805"/>
                  </a:cubicBezTo>
                  <a:cubicBezTo>
                    <a:pt x="30879" y="175510"/>
                    <a:pt x="48527" y="134568"/>
                    <a:pt x="71821" y="109862"/>
                  </a:cubicBezTo>
                  <a:cubicBezTo>
                    <a:pt x="81704" y="99626"/>
                    <a:pt x="94763" y="92920"/>
                    <a:pt x="104645" y="93626"/>
                  </a:cubicBezTo>
                  <a:close/>
                </a:path>
              </a:pathLst>
            </a:custGeom>
            <a:solidFill>
              <a:srgbClr val="000000"/>
            </a:solidFill>
            <a:ln w="355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E3BDEED-8312-2514-951D-24CB1B8B5479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>
            <a:xfrm>
              <a:off x="8873108" y="5762502"/>
              <a:ext cx="167297" cy="159532"/>
            </a:xfrm>
            <a:custGeom>
              <a:avLst/>
              <a:gdLst>
                <a:gd name="connsiteX0" fmla="*/ 151593 w 167297"/>
                <a:gd name="connsiteY0" fmla="*/ 116568 h 159532"/>
                <a:gd name="connsiteX1" fmla="*/ 143828 w 167297"/>
                <a:gd name="connsiteY1" fmla="*/ 126097 h 159532"/>
                <a:gd name="connsiteX2" fmla="*/ 127593 w 167297"/>
                <a:gd name="connsiteY2" fmla="*/ 140215 h 159532"/>
                <a:gd name="connsiteX3" fmla="*/ 116651 w 167297"/>
                <a:gd name="connsiteY3" fmla="*/ 125744 h 159532"/>
                <a:gd name="connsiteX4" fmla="*/ 115239 w 167297"/>
                <a:gd name="connsiteY4" fmla="*/ 119744 h 159532"/>
                <a:gd name="connsiteX5" fmla="*/ 102533 w 167297"/>
                <a:gd name="connsiteY5" fmla="*/ 62567 h 159532"/>
                <a:gd name="connsiteX6" fmla="*/ 137122 w 167297"/>
                <a:gd name="connsiteY6" fmla="*/ 19860 h 159532"/>
                <a:gd name="connsiteX7" fmla="*/ 145593 w 167297"/>
                <a:gd name="connsiteY7" fmla="*/ 22684 h 159532"/>
                <a:gd name="connsiteX8" fmla="*/ 155123 w 167297"/>
                <a:gd name="connsiteY8" fmla="*/ 25860 h 159532"/>
                <a:gd name="connsiteX9" fmla="*/ 167476 w 167297"/>
                <a:gd name="connsiteY9" fmla="*/ 13154 h 159532"/>
                <a:gd name="connsiteX10" fmla="*/ 153005 w 167297"/>
                <a:gd name="connsiteY10" fmla="*/ 95 h 159532"/>
                <a:gd name="connsiteX11" fmla="*/ 99710 w 167297"/>
                <a:gd name="connsiteY11" fmla="*/ 50567 h 159532"/>
                <a:gd name="connsiteX12" fmla="*/ 95827 w 167297"/>
                <a:gd name="connsiteY12" fmla="*/ 31154 h 159532"/>
                <a:gd name="connsiteX13" fmla="*/ 77474 w 167297"/>
                <a:gd name="connsiteY13" fmla="*/ 95 h 159532"/>
                <a:gd name="connsiteX14" fmla="*/ 36179 w 167297"/>
                <a:gd name="connsiteY14" fmla="*/ 10330 h 159532"/>
                <a:gd name="connsiteX15" fmla="*/ 32297 w 167297"/>
                <a:gd name="connsiteY15" fmla="*/ 11742 h 159532"/>
                <a:gd name="connsiteX16" fmla="*/ 33708 w 167297"/>
                <a:gd name="connsiteY16" fmla="*/ 17036 h 159532"/>
                <a:gd name="connsiteX17" fmla="*/ 53473 w 167297"/>
                <a:gd name="connsiteY17" fmla="*/ 13154 h 159532"/>
                <a:gd name="connsiteX18" fmla="*/ 69356 w 167297"/>
                <a:gd name="connsiteY18" fmla="*/ 37507 h 159532"/>
                <a:gd name="connsiteX19" fmla="*/ 79592 w 167297"/>
                <a:gd name="connsiteY19" fmla="*/ 80920 h 159532"/>
                <a:gd name="connsiteX20" fmla="*/ 50650 w 167297"/>
                <a:gd name="connsiteY20" fmla="*/ 122215 h 159532"/>
                <a:gd name="connsiteX21" fmla="*/ 32650 w 167297"/>
                <a:gd name="connsiteY21" fmla="*/ 139156 h 159532"/>
                <a:gd name="connsiteX22" fmla="*/ 23473 w 167297"/>
                <a:gd name="connsiteY22" fmla="*/ 135980 h 159532"/>
                <a:gd name="connsiteX23" fmla="*/ 12179 w 167297"/>
                <a:gd name="connsiteY23" fmla="*/ 132450 h 159532"/>
                <a:gd name="connsiteX24" fmla="*/ 178 w 167297"/>
                <a:gd name="connsiteY24" fmla="*/ 144804 h 159532"/>
                <a:gd name="connsiteX25" fmla="*/ 17826 w 167297"/>
                <a:gd name="connsiteY25" fmla="*/ 159627 h 159532"/>
                <a:gd name="connsiteX26" fmla="*/ 50650 w 167297"/>
                <a:gd name="connsiteY26" fmla="*/ 134921 h 159532"/>
                <a:gd name="connsiteX27" fmla="*/ 82415 w 167297"/>
                <a:gd name="connsiteY27" fmla="*/ 93626 h 159532"/>
                <a:gd name="connsiteX28" fmla="*/ 93004 w 167297"/>
                <a:gd name="connsiteY28" fmla="*/ 135980 h 159532"/>
                <a:gd name="connsiteX29" fmla="*/ 113475 w 167297"/>
                <a:gd name="connsiteY29" fmla="*/ 159627 h 159532"/>
                <a:gd name="connsiteX30" fmla="*/ 156534 w 167297"/>
                <a:gd name="connsiteY30" fmla="*/ 119391 h 159532"/>
                <a:gd name="connsiteX31" fmla="*/ 151593 w 167297"/>
                <a:gd name="connsiteY31" fmla="*/ 116568 h 15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9532">
                  <a:moveTo>
                    <a:pt x="151593" y="116568"/>
                  </a:moveTo>
                  <a:cubicBezTo>
                    <a:pt x="148769" y="119744"/>
                    <a:pt x="147005" y="121862"/>
                    <a:pt x="143828" y="126097"/>
                  </a:cubicBezTo>
                  <a:cubicBezTo>
                    <a:pt x="135710" y="136686"/>
                    <a:pt x="131475" y="140215"/>
                    <a:pt x="127593" y="140215"/>
                  </a:cubicBezTo>
                  <a:cubicBezTo>
                    <a:pt x="122298" y="140215"/>
                    <a:pt x="119122" y="135627"/>
                    <a:pt x="116651" y="125744"/>
                  </a:cubicBezTo>
                  <a:cubicBezTo>
                    <a:pt x="115945" y="122921"/>
                    <a:pt x="115592" y="120803"/>
                    <a:pt x="115239" y="119744"/>
                  </a:cubicBezTo>
                  <a:cubicBezTo>
                    <a:pt x="106416" y="84097"/>
                    <a:pt x="102533" y="67861"/>
                    <a:pt x="102533" y="62567"/>
                  </a:cubicBezTo>
                  <a:cubicBezTo>
                    <a:pt x="118063" y="35390"/>
                    <a:pt x="130769" y="19860"/>
                    <a:pt x="137122" y="19860"/>
                  </a:cubicBezTo>
                  <a:cubicBezTo>
                    <a:pt x="139240" y="19860"/>
                    <a:pt x="142063" y="20919"/>
                    <a:pt x="145593" y="22684"/>
                  </a:cubicBezTo>
                  <a:cubicBezTo>
                    <a:pt x="149828" y="25154"/>
                    <a:pt x="152299" y="25860"/>
                    <a:pt x="155123" y="25860"/>
                  </a:cubicBezTo>
                  <a:cubicBezTo>
                    <a:pt x="162534" y="25860"/>
                    <a:pt x="167476" y="20566"/>
                    <a:pt x="167476" y="13154"/>
                  </a:cubicBezTo>
                  <a:cubicBezTo>
                    <a:pt x="167476" y="5742"/>
                    <a:pt x="161476" y="95"/>
                    <a:pt x="153005" y="95"/>
                  </a:cubicBezTo>
                  <a:cubicBezTo>
                    <a:pt x="137475" y="95"/>
                    <a:pt x="124063" y="12801"/>
                    <a:pt x="99710" y="50567"/>
                  </a:cubicBezTo>
                  <a:lnTo>
                    <a:pt x="95827" y="31154"/>
                  </a:lnTo>
                  <a:cubicBezTo>
                    <a:pt x="90886" y="7154"/>
                    <a:pt x="87004" y="95"/>
                    <a:pt x="77474" y="95"/>
                  </a:cubicBezTo>
                  <a:cubicBezTo>
                    <a:pt x="69709" y="95"/>
                    <a:pt x="57709" y="3272"/>
                    <a:pt x="36179" y="10330"/>
                  </a:cubicBezTo>
                  <a:lnTo>
                    <a:pt x="32297" y="11742"/>
                  </a:lnTo>
                  <a:lnTo>
                    <a:pt x="33708" y="17036"/>
                  </a:lnTo>
                  <a:cubicBezTo>
                    <a:pt x="47120" y="13860"/>
                    <a:pt x="50297" y="13154"/>
                    <a:pt x="53473" y="13154"/>
                  </a:cubicBezTo>
                  <a:cubicBezTo>
                    <a:pt x="62297" y="13154"/>
                    <a:pt x="64415" y="16331"/>
                    <a:pt x="69356" y="37507"/>
                  </a:cubicBezTo>
                  <a:lnTo>
                    <a:pt x="79592" y="80920"/>
                  </a:lnTo>
                  <a:lnTo>
                    <a:pt x="50650" y="122215"/>
                  </a:lnTo>
                  <a:cubicBezTo>
                    <a:pt x="43591" y="132803"/>
                    <a:pt x="36532" y="139156"/>
                    <a:pt x="32650" y="139156"/>
                  </a:cubicBezTo>
                  <a:cubicBezTo>
                    <a:pt x="30532" y="139156"/>
                    <a:pt x="27002" y="138098"/>
                    <a:pt x="23473" y="135980"/>
                  </a:cubicBezTo>
                  <a:cubicBezTo>
                    <a:pt x="18885" y="133509"/>
                    <a:pt x="15002" y="132450"/>
                    <a:pt x="12179" y="132450"/>
                  </a:cubicBezTo>
                  <a:cubicBezTo>
                    <a:pt x="5473" y="132450"/>
                    <a:pt x="178" y="137745"/>
                    <a:pt x="178" y="144804"/>
                  </a:cubicBezTo>
                  <a:cubicBezTo>
                    <a:pt x="178" y="153980"/>
                    <a:pt x="7237" y="159627"/>
                    <a:pt x="17826" y="159627"/>
                  </a:cubicBezTo>
                  <a:cubicBezTo>
                    <a:pt x="28767" y="159627"/>
                    <a:pt x="33003" y="156451"/>
                    <a:pt x="50650" y="134921"/>
                  </a:cubicBezTo>
                  <a:cubicBezTo>
                    <a:pt x="60180" y="123627"/>
                    <a:pt x="67591" y="114097"/>
                    <a:pt x="82415" y="93626"/>
                  </a:cubicBezTo>
                  <a:lnTo>
                    <a:pt x="93004" y="135980"/>
                  </a:lnTo>
                  <a:cubicBezTo>
                    <a:pt x="97592" y="153980"/>
                    <a:pt x="102180" y="159627"/>
                    <a:pt x="113475" y="159627"/>
                  </a:cubicBezTo>
                  <a:cubicBezTo>
                    <a:pt x="126887" y="159627"/>
                    <a:pt x="136063" y="151157"/>
                    <a:pt x="156534" y="119391"/>
                  </a:cubicBezTo>
                  <a:lnTo>
                    <a:pt x="151593" y="116568"/>
                  </a:lnTo>
                  <a:close/>
                </a:path>
              </a:pathLst>
            </a:custGeom>
            <a:solidFill>
              <a:srgbClr val="000000"/>
            </a:solidFill>
            <a:ln w="355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3856307C-702F-E7BA-4E7B-9A90AAB75A4B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>
            <a:xfrm>
              <a:off x="9095857" y="5161303"/>
              <a:ext cx="173650" cy="846722"/>
            </a:xfrm>
            <a:custGeom>
              <a:avLst/>
              <a:gdLst>
                <a:gd name="connsiteX0" fmla="*/ 173834 w 173650"/>
                <a:gd name="connsiteY0" fmla="*/ 423612 h 846722"/>
                <a:gd name="connsiteX1" fmla="*/ 52420 w 173650"/>
                <a:gd name="connsiteY1" fmla="*/ 39604 h 846722"/>
                <a:gd name="connsiteX2" fmla="*/ 17478 w 173650"/>
                <a:gd name="connsiteY2" fmla="*/ 4309 h 846722"/>
                <a:gd name="connsiteX3" fmla="*/ 7596 w 173650"/>
                <a:gd name="connsiteY3" fmla="*/ 74 h 846722"/>
                <a:gd name="connsiteX4" fmla="*/ 184 w 173650"/>
                <a:gd name="connsiteY4" fmla="*/ 3604 h 846722"/>
                <a:gd name="connsiteX5" fmla="*/ 2302 w 173650"/>
                <a:gd name="connsiteY5" fmla="*/ 7133 h 846722"/>
                <a:gd name="connsiteX6" fmla="*/ 61950 w 173650"/>
                <a:gd name="connsiteY6" fmla="*/ 81605 h 846722"/>
                <a:gd name="connsiteX7" fmla="*/ 144540 w 173650"/>
                <a:gd name="connsiteY7" fmla="*/ 423259 h 846722"/>
                <a:gd name="connsiteX8" fmla="*/ 73597 w 173650"/>
                <a:gd name="connsiteY8" fmla="*/ 745853 h 846722"/>
                <a:gd name="connsiteX9" fmla="*/ 1596 w 173650"/>
                <a:gd name="connsiteY9" fmla="*/ 840090 h 846722"/>
                <a:gd name="connsiteX10" fmla="*/ 184 w 173650"/>
                <a:gd name="connsiteY10" fmla="*/ 843267 h 846722"/>
                <a:gd name="connsiteX11" fmla="*/ 7596 w 173650"/>
                <a:gd name="connsiteY11" fmla="*/ 846796 h 846722"/>
                <a:gd name="connsiteX12" fmla="*/ 18537 w 173650"/>
                <a:gd name="connsiteY12" fmla="*/ 841502 h 846722"/>
                <a:gd name="connsiteX13" fmla="*/ 173834 w 173650"/>
                <a:gd name="connsiteY13" fmla="*/ 423612 h 846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73650" h="846722">
                  <a:moveTo>
                    <a:pt x="173834" y="423612"/>
                  </a:moveTo>
                  <a:cubicBezTo>
                    <a:pt x="173834" y="284903"/>
                    <a:pt x="142069" y="145136"/>
                    <a:pt x="52420" y="39604"/>
                  </a:cubicBezTo>
                  <a:cubicBezTo>
                    <a:pt x="45361" y="31487"/>
                    <a:pt x="31949" y="17016"/>
                    <a:pt x="17478" y="4309"/>
                  </a:cubicBezTo>
                  <a:cubicBezTo>
                    <a:pt x="13243" y="74"/>
                    <a:pt x="12537" y="74"/>
                    <a:pt x="7596" y="74"/>
                  </a:cubicBezTo>
                  <a:cubicBezTo>
                    <a:pt x="3361" y="74"/>
                    <a:pt x="184" y="74"/>
                    <a:pt x="184" y="3604"/>
                  </a:cubicBezTo>
                  <a:cubicBezTo>
                    <a:pt x="184" y="5015"/>
                    <a:pt x="1596" y="6427"/>
                    <a:pt x="2302" y="7133"/>
                  </a:cubicBezTo>
                  <a:cubicBezTo>
                    <a:pt x="14655" y="19839"/>
                    <a:pt x="38302" y="43487"/>
                    <a:pt x="61950" y="81605"/>
                  </a:cubicBezTo>
                  <a:cubicBezTo>
                    <a:pt x="118775" y="172666"/>
                    <a:pt x="144540" y="287374"/>
                    <a:pt x="144540" y="423259"/>
                  </a:cubicBezTo>
                  <a:cubicBezTo>
                    <a:pt x="144540" y="518202"/>
                    <a:pt x="131834" y="640675"/>
                    <a:pt x="73597" y="745853"/>
                  </a:cubicBezTo>
                  <a:cubicBezTo>
                    <a:pt x="45714" y="795972"/>
                    <a:pt x="16420" y="825266"/>
                    <a:pt x="1596" y="840090"/>
                  </a:cubicBezTo>
                  <a:cubicBezTo>
                    <a:pt x="890" y="841149"/>
                    <a:pt x="184" y="842208"/>
                    <a:pt x="184" y="843267"/>
                  </a:cubicBezTo>
                  <a:cubicBezTo>
                    <a:pt x="184" y="846796"/>
                    <a:pt x="3361" y="846796"/>
                    <a:pt x="7596" y="846796"/>
                  </a:cubicBezTo>
                  <a:cubicBezTo>
                    <a:pt x="12537" y="846796"/>
                    <a:pt x="13243" y="846796"/>
                    <a:pt x="18537" y="841502"/>
                  </a:cubicBezTo>
                  <a:cubicBezTo>
                    <a:pt x="136775" y="733853"/>
                    <a:pt x="173834" y="572203"/>
                    <a:pt x="173834" y="423612"/>
                  </a:cubicBezTo>
                  <a:close/>
                </a:path>
              </a:pathLst>
            </a:custGeom>
            <a:solidFill>
              <a:srgbClr val="000000"/>
            </a:solidFill>
            <a:ln w="355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8559A95-889B-3650-97EB-5B51CD953D2A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>
            <a:xfrm>
              <a:off x="9442737" y="5545591"/>
              <a:ext cx="234710" cy="82589"/>
            </a:xfrm>
            <a:custGeom>
              <a:avLst/>
              <a:gdLst>
                <a:gd name="connsiteX0" fmla="*/ 222905 w 234710"/>
                <a:gd name="connsiteY0" fmla="*/ 14205 h 82589"/>
                <a:gd name="connsiteX1" fmla="*/ 234905 w 234710"/>
                <a:gd name="connsiteY1" fmla="*/ 7146 h 82589"/>
                <a:gd name="connsiteX2" fmla="*/ 223258 w 234710"/>
                <a:gd name="connsiteY2" fmla="*/ 88 h 82589"/>
                <a:gd name="connsiteX3" fmla="*/ 11842 w 234710"/>
                <a:gd name="connsiteY3" fmla="*/ 88 h 82589"/>
                <a:gd name="connsiteX4" fmla="*/ 195 w 234710"/>
                <a:gd name="connsiteY4" fmla="*/ 7146 h 82589"/>
                <a:gd name="connsiteX5" fmla="*/ 12195 w 234710"/>
                <a:gd name="connsiteY5" fmla="*/ 14205 h 82589"/>
                <a:gd name="connsiteX6" fmla="*/ 222905 w 234710"/>
                <a:gd name="connsiteY6" fmla="*/ 14205 h 82589"/>
                <a:gd name="connsiteX7" fmla="*/ 223258 w 234710"/>
                <a:gd name="connsiteY7" fmla="*/ 82677 h 82589"/>
                <a:gd name="connsiteX8" fmla="*/ 234905 w 234710"/>
                <a:gd name="connsiteY8" fmla="*/ 75618 h 82589"/>
                <a:gd name="connsiteX9" fmla="*/ 222905 w 234710"/>
                <a:gd name="connsiteY9" fmla="*/ 68559 h 82589"/>
                <a:gd name="connsiteX10" fmla="*/ 12195 w 234710"/>
                <a:gd name="connsiteY10" fmla="*/ 68559 h 82589"/>
                <a:gd name="connsiteX11" fmla="*/ 195 w 234710"/>
                <a:gd name="connsiteY11" fmla="*/ 75618 h 82589"/>
                <a:gd name="connsiteX12" fmla="*/ 11842 w 234710"/>
                <a:gd name="connsiteY12" fmla="*/ 82677 h 82589"/>
                <a:gd name="connsiteX13" fmla="*/ 223258 w 234710"/>
                <a:gd name="connsiteY13" fmla="*/ 82677 h 82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710" h="82589">
                  <a:moveTo>
                    <a:pt x="222905" y="14205"/>
                  </a:moveTo>
                  <a:cubicBezTo>
                    <a:pt x="228199" y="14205"/>
                    <a:pt x="234905" y="14205"/>
                    <a:pt x="234905" y="7146"/>
                  </a:cubicBezTo>
                  <a:cubicBezTo>
                    <a:pt x="234905" y="88"/>
                    <a:pt x="228199" y="88"/>
                    <a:pt x="223258" y="88"/>
                  </a:cubicBezTo>
                  <a:lnTo>
                    <a:pt x="11842" y="88"/>
                  </a:lnTo>
                  <a:cubicBezTo>
                    <a:pt x="6901" y="88"/>
                    <a:pt x="195" y="88"/>
                    <a:pt x="195" y="7146"/>
                  </a:cubicBezTo>
                  <a:cubicBezTo>
                    <a:pt x="195" y="14205"/>
                    <a:pt x="6901" y="14205"/>
                    <a:pt x="12195" y="14205"/>
                  </a:cubicBezTo>
                  <a:lnTo>
                    <a:pt x="222905" y="14205"/>
                  </a:lnTo>
                  <a:close/>
                  <a:moveTo>
                    <a:pt x="223258" y="82677"/>
                  </a:moveTo>
                  <a:cubicBezTo>
                    <a:pt x="228199" y="82677"/>
                    <a:pt x="234905" y="82677"/>
                    <a:pt x="234905" y="75618"/>
                  </a:cubicBezTo>
                  <a:cubicBezTo>
                    <a:pt x="234905" y="68559"/>
                    <a:pt x="228199" y="68559"/>
                    <a:pt x="222905" y="68559"/>
                  </a:cubicBezTo>
                  <a:lnTo>
                    <a:pt x="12195" y="68559"/>
                  </a:lnTo>
                  <a:cubicBezTo>
                    <a:pt x="6901" y="68559"/>
                    <a:pt x="195" y="68559"/>
                    <a:pt x="195" y="75618"/>
                  </a:cubicBezTo>
                  <a:cubicBezTo>
                    <a:pt x="195" y="82677"/>
                    <a:pt x="6901" y="82677"/>
                    <a:pt x="11842" y="82677"/>
                  </a:cubicBezTo>
                  <a:lnTo>
                    <a:pt x="223258" y="82677"/>
                  </a:lnTo>
                  <a:close/>
                </a:path>
              </a:pathLst>
            </a:custGeom>
            <a:solidFill>
              <a:srgbClr val="000000"/>
            </a:solidFill>
            <a:ln w="480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917F7C1-9324-EA30-8C99-CB3724AFBBF7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>
            <a:xfrm>
              <a:off x="9779786" y="5444648"/>
              <a:ext cx="224827" cy="230474"/>
            </a:xfrm>
            <a:custGeom>
              <a:avLst/>
              <a:gdLst>
                <a:gd name="connsiteX0" fmla="*/ 225031 w 224827"/>
                <a:gd name="connsiteY0" fmla="*/ 88 h 230474"/>
                <a:gd name="connsiteX1" fmla="*/ 49263 w 224827"/>
                <a:gd name="connsiteY1" fmla="*/ 88 h 230474"/>
                <a:gd name="connsiteX2" fmla="*/ 49263 w 224827"/>
                <a:gd name="connsiteY2" fmla="*/ 5735 h 230474"/>
                <a:gd name="connsiteX3" fmla="*/ 76440 w 224827"/>
                <a:gd name="connsiteY3" fmla="*/ 20206 h 230474"/>
                <a:gd name="connsiteX4" fmla="*/ 72558 w 224827"/>
                <a:gd name="connsiteY4" fmla="*/ 42795 h 230474"/>
                <a:gd name="connsiteX5" fmla="*/ 29145 w 224827"/>
                <a:gd name="connsiteY5" fmla="*/ 198798 h 230474"/>
                <a:gd name="connsiteX6" fmla="*/ 204 w 224827"/>
                <a:gd name="connsiteY6" fmla="*/ 224916 h 230474"/>
                <a:gd name="connsiteX7" fmla="*/ 204 w 224827"/>
                <a:gd name="connsiteY7" fmla="*/ 230563 h 230474"/>
                <a:gd name="connsiteX8" fmla="*/ 89146 w 224827"/>
                <a:gd name="connsiteY8" fmla="*/ 230563 h 230474"/>
                <a:gd name="connsiteX9" fmla="*/ 89146 w 224827"/>
                <a:gd name="connsiteY9" fmla="*/ 224916 h 230474"/>
                <a:gd name="connsiteX10" fmla="*/ 62322 w 224827"/>
                <a:gd name="connsiteY10" fmla="*/ 209386 h 230474"/>
                <a:gd name="connsiteX11" fmla="*/ 65499 w 224827"/>
                <a:gd name="connsiteY11" fmla="*/ 193504 h 230474"/>
                <a:gd name="connsiteX12" fmla="*/ 87382 w 224827"/>
                <a:gd name="connsiteY12" fmla="*/ 114796 h 230474"/>
                <a:gd name="connsiteX13" fmla="*/ 115970 w 224827"/>
                <a:gd name="connsiteY13" fmla="*/ 115855 h 230474"/>
                <a:gd name="connsiteX14" fmla="*/ 135383 w 224827"/>
                <a:gd name="connsiteY14" fmla="*/ 117620 h 230474"/>
                <a:gd name="connsiteX15" fmla="*/ 143147 w 224827"/>
                <a:gd name="connsiteY15" fmla="*/ 132091 h 230474"/>
                <a:gd name="connsiteX16" fmla="*/ 140324 w 224827"/>
                <a:gd name="connsiteY16" fmla="*/ 152915 h 230474"/>
                <a:gd name="connsiteX17" fmla="*/ 146324 w 224827"/>
                <a:gd name="connsiteY17" fmla="*/ 154679 h 230474"/>
                <a:gd name="connsiteX18" fmla="*/ 173148 w 224827"/>
                <a:gd name="connsiteY18" fmla="*/ 72090 h 230474"/>
                <a:gd name="connsiteX19" fmla="*/ 166795 w 224827"/>
                <a:gd name="connsiteY19" fmla="*/ 70325 h 230474"/>
                <a:gd name="connsiteX20" fmla="*/ 90558 w 224827"/>
                <a:gd name="connsiteY20" fmla="*/ 103149 h 230474"/>
                <a:gd name="connsiteX21" fmla="*/ 113853 w 224827"/>
                <a:gd name="connsiteY21" fmla="*/ 20912 h 230474"/>
                <a:gd name="connsiteX22" fmla="*/ 135383 w 224827"/>
                <a:gd name="connsiteY22" fmla="*/ 11735 h 230474"/>
                <a:gd name="connsiteX23" fmla="*/ 207384 w 224827"/>
                <a:gd name="connsiteY23" fmla="*/ 38207 h 230474"/>
                <a:gd name="connsiteX24" fmla="*/ 207031 w 224827"/>
                <a:gd name="connsiteY24" fmla="*/ 46677 h 230474"/>
                <a:gd name="connsiteX25" fmla="*/ 206325 w 224827"/>
                <a:gd name="connsiteY25" fmla="*/ 53383 h 230474"/>
                <a:gd name="connsiteX26" fmla="*/ 213737 w 224827"/>
                <a:gd name="connsiteY26" fmla="*/ 54089 h 230474"/>
                <a:gd name="connsiteX27" fmla="*/ 225031 w 224827"/>
                <a:gd name="connsiteY27" fmla="*/ 88 h 230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827" h="230474">
                  <a:moveTo>
                    <a:pt x="225031" y="88"/>
                  </a:moveTo>
                  <a:lnTo>
                    <a:pt x="49263" y="88"/>
                  </a:lnTo>
                  <a:lnTo>
                    <a:pt x="49263" y="5735"/>
                  </a:lnTo>
                  <a:cubicBezTo>
                    <a:pt x="72205" y="7853"/>
                    <a:pt x="76440" y="9971"/>
                    <a:pt x="76440" y="20206"/>
                  </a:cubicBezTo>
                  <a:cubicBezTo>
                    <a:pt x="76440" y="25500"/>
                    <a:pt x="75028" y="34324"/>
                    <a:pt x="72558" y="42795"/>
                  </a:cubicBezTo>
                  <a:lnTo>
                    <a:pt x="29145" y="198798"/>
                  </a:lnTo>
                  <a:cubicBezTo>
                    <a:pt x="22792" y="219975"/>
                    <a:pt x="20322" y="222092"/>
                    <a:pt x="204" y="224916"/>
                  </a:cubicBezTo>
                  <a:lnTo>
                    <a:pt x="204" y="230563"/>
                  </a:lnTo>
                  <a:lnTo>
                    <a:pt x="89146" y="230563"/>
                  </a:lnTo>
                  <a:lnTo>
                    <a:pt x="89146" y="224916"/>
                  </a:lnTo>
                  <a:cubicBezTo>
                    <a:pt x="68675" y="223857"/>
                    <a:pt x="62322" y="219975"/>
                    <a:pt x="62322" y="209386"/>
                  </a:cubicBezTo>
                  <a:cubicBezTo>
                    <a:pt x="62322" y="206563"/>
                    <a:pt x="63381" y="201268"/>
                    <a:pt x="65499" y="193504"/>
                  </a:cubicBezTo>
                  <a:lnTo>
                    <a:pt x="87382" y="114796"/>
                  </a:lnTo>
                  <a:cubicBezTo>
                    <a:pt x="100441" y="115502"/>
                    <a:pt x="108206" y="115855"/>
                    <a:pt x="115970" y="115855"/>
                  </a:cubicBezTo>
                  <a:cubicBezTo>
                    <a:pt x="129735" y="115855"/>
                    <a:pt x="132206" y="116208"/>
                    <a:pt x="135383" y="117620"/>
                  </a:cubicBezTo>
                  <a:cubicBezTo>
                    <a:pt x="140677" y="120443"/>
                    <a:pt x="143147" y="125032"/>
                    <a:pt x="143147" y="132091"/>
                  </a:cubicBezTo>
                  <a:cubicBezTo>
                    <a:pt x="143147" y="137738"/>
                    <a:pt x="142442" y="141973"/>
                    <a:pt x="140324" y="152915"/>
                  </a:cubicBezTo>
                  <a:lnTo>
                    <a:pt x="146324" y="154679"/>
                  </a:lnTo>
                  <a:lnTo>
                    <a:pt x="173148" y="72090"/>
                  </a:lnTo>
                  <a:lnTo>
                    <a:pt x="166795" y="70325"/>
                  </a:lnTo>
                  <a:cubicBezTo>
                    <a:pt x="150912" y="102090"/>
                    <a:pt x="149853" y="102443"/>
                    <a:pt x="90558" y="103149"/>
                  </a:cubicBezTo>
                  <a:lnTo>
                    <a:pt x="113853" y="20912"/>
                  </a:lnTo>
                  <a:cubicBezTo>
                    <a:pt x="115970" y="13853"/>
                    <a:pt x="120912" y="11735"/>
                    <a:pt x="135383" y="11735"/>
                  </a:cubicBezTo>
                  <a:cubicBezTo>
                    <a:pt x="194678" y="11735"/>
                    <a:pt x="207384" y="16324"/>
                    <a:pt x="207384" y="38207"/>
                  </a:cubicBezTo>
                  <a:cubicBezTo>
                    <a:pt x="207384" y="40324"/>
                    <a:pt x="207384" y="42089"/>
                    <a:pt x="207031" y="46677"/>
                  </a:cubicBezTo>
                  <a:cubicBezTo>
                    <a:pt x="206678" y="48795"/>
                    <a:pt x="206678" y="49148"/>
                    <a:pt x="206325" y="53383"/>
                  </a:cubicBezTo>
                  <a:lnTo>
                    <a:pt x="213737" y="54089"/>
                  </a:lnTo>
                  <a:lnTo>
                    <a:pt x="225031" y="88"/>
                  </a:lnTo>
                  <a:close/>
                </a:path>
              </a:pathLst>
            </a:custGeom>
            <a:solidFill>
              <a:srgbClr val="000000"/>
            </a:solidFill>
            <a:ln w="355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632067DD-644E-F7F4-E9D9-B220CA6D7F4B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>
            <a:xfrm>
              <a:off x="10058122" y="5410412"/>
              <a:ext cx="81883" cy="352947"/>
            </a:xfrm>
            <a:custGeom>
              <a:avLst/>
              <a:gdLst>
                <a:gd name="connsiteX0" fmla="*/ 82095 w 81883"/>
                <a:gd name="connsiteY0" fmla="*/ 349506 h 352947"/>
                <a:gd name="connsiteX1" fmla="*/ 76095 w 81883"/>
                <a:gd name="connsiteY1" fmla="*/ 341741 h 352947"/>
                <a:gd name="connsiteX2" fmla="*/ 20682 w 81883"/>
                <a:gd name="connsiteY2" fmla="*/ 176561 h 352947"/>
                <a:gd name="connsiteX3" fmla="*/ 77507 w 81883"/>
                <a:gd name="connsiteY3" fmla="*/ 9617 h 352947"/>
                <a:gd name="connsiteX4" fmla="*/ 82095 w 81883"/>
                <a:gd name="connsiteY4" fmla="*/ 3617 h 352947"/>
                <a:gd name="connsiteX5" fmla="*/ 78565 w 81883"/>
                <a:gd name="connsiteY5" fmla="*/ 88 h 352947"/>
                <a:gd name="connsiteX6" fmla="*/ 22447 w 81883"/>
                <a:gd name="connsiteY6" fmla="*/ 68912 h 352947"/>
                <a:gd name="connsiteX7" fmla="*/ 211 w 81883"/>
                <a:gd name="connsiteY7" fmla="*/ 176561 h 352947"/>
                <a:gd name="connsiteX8" fmla="*/ 23506 w 81883"/>
                <a:gd name="connsiteY8" fmla="*/ 286681 h 352947"/>
                <a:gd name="connsiteX9" fmla="*/ 78565 w 81883"/>
                <a:gd name="connsiteY9" fmla="*/ 353035 h 352947"/>
                <a:gd name="connsiteX10" fmla="*/ 82095 w 81883"/>
                <a:gd name="connsiteY10" fmla="*/ 349506 h 35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2947">
                  <a:moveTo>
                    <a:pt x="82095" y="349506"/>
                  </a:moveTo>
                  <a:cubicBezTo>
                    <a:pt x="82095" y="348447"/>
                    <a:pt x="82095" y="347741"/>
                    <a:pt x="76095" y="341741"/>
                  </a:cubicBezTo>
                  <a:cubicBezTo>
                    <a:pt x="31976" y="297270"/>
                    <a:pt x="20682" y="230562"/>
                    <a:pt x="20682" y="176561"/>
                  </a:cubicBezTo>
                  <a:cubicBezTo>
                    <a:pt x="20682" y="115148"/>
                    <a:pt x="34094" y="53736"/>
                    <a:pt x="77507" y="9617"/>
                  </a:cubicBezTo>
                  <a:cubicBezTo>
                    <a:pt x="82095" y="5382"/>
                    <a:pt x="82095" y="4676"/>
                    <a:pt x="82095" y="3617"/>
                  </a:cubicBezTo>
                  <a:cubicBezTo>
                    <a:pt x="82095" y="1146"/>
                    <a:pt x="80683" y="88"/>
                    <a:pt x="78565" y="88"/>
                  </a:cubicBezTo>
                  <a:cubicBezTo>
                    <a:pt x="75036" y="88"/>
                    <a:pt x="43271" y="24088"/>
                    <a:pt x="22447" y="68912"/>
                  </a:cubicBezTo>
                  <a:cubicBezTo>
                    <a:pt x="4446" y="107737"/>
                    <a:pt x="211" y="146914"/>
                    <a:pt x="211" y="176561"/>
                  </a:cubicBezTo>
                  <a:cubicBezTo>
                    <a:pt x="211" y="204091"/>
                    <a:pt x="4093" y="246798"/>
                    <a:pt x="23506" y="286681"/>
                  </a:cubicBezTo>
                  <a:cubicBezTo>
                    <a:pt x="44682" y="330094"/>
                    <a:pt x="75036" y="353035"/>
                    <a:pt x="78565" y="353035"/>
                  </a:cubicBezTo>
                  <a:cubicBezTo>
                    <a:pt x="80683" y="353035"/>
                    <a:pt x="82095" y="351976"/>
                    <a:pt x="82095" y="349506"/>
                  </a:cubicBezTo>
                  <a:close/>
                </a:path>
              </a:pathLst>
            </a:custGeom>
            <a:solidFill>
              <a:srgbClr val="000000"/>
            </a:solidFill>
            <a:ln w="480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12FC456-B632-F951-7B06-13B4DED9DC8A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>
            <a:xfrm>
              <a:off x="10151103" y="5519473"/>
              <a:ext cx="167297" cy="159532"/>
            </a:xfrm>
            <a:custGeom>
              <a:avLst/>
              <a:gdLst>
                <a:gd name="connsiteX0" fmla="*/ 151629 w 167297"/>
                <a:gd name="connsiteY0" fmla="*/ 116561 h 159532"/>
                <a:gd name="connsiteX1" fmla="*/ 143864 w 167297"/>
                <a:gd name="connsiteY1" fmla="*/ 126091 h 159532"/>
                <a:gd name="connsiteX2" fmla="*/ 127628 w 167297"/>
                <a:gd name="connsiteY2" fmla="*/ 140209 h 159532"/>
                <a:gd name="connsiteX3" fmla="*/ 116687 w 167297"/>
                <a:gd name="connsiteY3" fmla="*/ 125738 h 159532"/>
                <a:gd name="connsiteX4" fmla="*/ 115275 w 167297"/>
                <a:gd name="connsiteY4" fmla="*/ 119738 h 159532"/>
                <a:gd name="connsiteX5" fmla="*/ 102569 w 167297"/>
                <a:gd name="connsiteY5" fmla="*/ 62560 h 159532"/>
                <a:gd name="connsiteX6" fmla="*/ 137158 w 167297"/>
                <a:gd name="connsiteY6" fmla="*/ 19853 h 159532"/>
                <a:gd name="connsiteX7" fmla="*/ 145629 w 167297"/>
                <a:gd name="connsiteY7" fmla="*/ 22677 h 159532"/>
                <a:gd name="connsiteX8" fmla="*/ 155158 w 167297"/>
                <a:gd name="connsiteY8" fmla="*/ 25853 h 159532"/>
                <a:gd name="connsiteX9" fmla="*/ 167512 w 167297"/>
                <a:gd name="connsiteY9" fmla="*/ 13147 h 159532"/>
                <a:gd name="connsiteX10" fmla="*/ 153041 w 167297"/>
                <a:gd name="connsiteY10" fmla="*/ 88 h 159532"/>
                <a:gd name="connsiteX11" fmla="*/ 99746 w 167297"/>
                <a:gd name="connsiteY11" fmla="*/ 50560 h 159532"/>
                <a:gd name="connsiteX12" fmla="*/ 95863 w 167297"/>
                <a:gd name="connsiteY12" fmla="*/ 31148 h 159532"/>
                <a:gd name="connsiteX13" fmla="*/ 77510 w 167297"/>
                <a:gd name="connsiteY13" fmla="*/ 88 h 159532"/>
                <a:gd name="connsiteX14" fmla="*/ 36215 w 167297"/>
                <a:gd name="connsiteY14" fmla="*/ 10324 h 159532"/>
                <a:gd name="connsiteX15" fmla="*/ 32333 w 167297"/>
                <a:gd name="connsiteY15" fmla="*/ 11735 h 159532"/>
                <a:gd name="connsiteX16" fmla="*/ 33744 w 167297"/>
                <a:gd name="connsiteY16" fmla="*/ 17030 h 159532"/>
                <a:gd name="connsiteX17" fmla="*/ 53509 w 167297"/>
                <a:gd name="connsiteY17" fmla="*/ 13147 h 159532"/>
                <a:gd name="connsiteX18" fmla="*/ 69392 w 167297"/>
                <a:gd name="connsiteY18" fmla="*/ 37501 h 159532"/>
                <a:gd name="connsiteX19" fmla="*/ 79628 w 167297"/>
                <a:gd name="connsiteY19" fmla="*/ 80913 h 159532"/>
                <a:gd name="connsiteX20" fmla="*/ 50686 w 167297"/>
                <a:gd name="connsiteY20" fmla="*/ 122208 h 159532"/>
                <a:gd name="connsiteX21" fmla="*/ 32685 w 167297"/>
                <a:gd name="connsiteY21" fmla="*/ 139150 h 159532"/>
                <a:gd name="connsiteX22" fmla="*/ 23509 w 167297"/>
                <a:gd name="connsiteY22" fmla="*/ 135973 h 159532"/>
                <a:gd name="connsiteX23" fmla="*/ 12215 w 167297"/>
                <a:gd name="connsiteY23" fmla="*/ 132444 h 159532"/>
                <a:gd name="connsiteX24" fmla="*/ 214 w 167297"/>
                <a:gd name="connsiteY24" fmla="*/ 144797 h 159532"/>
                <a:gd name="connsiteX25" fmla="*/ 17862 w 167297"/>
                <a:gd name="connsiteY25" fmla="*/ 159621 h 159532"/>
                <a:gd name="connsiteX26" fmla="*/ 50686 w 167297"/>
                <a:gd name="connsiteY26" fmla="*/ 134914 h 159532"/>
                <a:gd name="connsiteX27" fmla="*/ 82451 w 167297"/>
                <a:gd name="connsiteY27" fmla="*/ 93619 h 159532"/>
                <a:gd name="connsiteX28" fmla="*/ 93040 w 167297"/>
                <a:gd name="connsiteY28" fmla="*/ 135973 h 159532"/>
                <a:gd name="connsiteX29" fmla="*/ 113511 w 167297"/>
                <a:gd name="connsiteY29" fmla="*/ 159621 h 159532"/>
                <a:gd name="connsiteX30" fmla="*/ 156570 w 167297"/>
                <a:gd name="connsiteY30" fmla="*/ 119385 h 159532"/>
                <a:gd name="connsiteX31" fmla="*/ 151629 w 167297"/>
                <a:gd name="connsiteY31" fmla="*/ 116561 h 15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9532">
                  <a:moveTo>
                    <a:pt x="151629" y="116561"/>
                  </a:moveTo>
                  <a:cubicBezTo>
                    <a:pt x="148805" y="119738"/>
                    <a:pt x="147041" y="121855"/>
                    <a:pt x="143864" y="126091"/>
                  </a:cubicBezTo>
                  <a:cubicBezTo>
                    <a:pt x="135746" y="136679"/>
                    <a:pt x="131511" y="140209"/>
                    <a:pt x="127628" y="140209"/>
                  </a:cubicBezTo>
                  <a:cubicBezTo>
                    <a:pt x="122334" y="140209"/>
                    <a:pt x="119158" y="135620"/>
                    <a:pt x="116687" y="125738"/>
                  </a:cubicBezTo>
                  <a:cubicBezTo>
                    <a:pt x="115981" y="122914"/>
                    <a:pt x="115628" y="120796"/>
                    <a:pt x="115275" y="119738"/>
                  </a:cubicBezTo>
                  <a:cubicBezTo>
                    <a:pt x="106452" y="84090"/>
                    <a:pt x="102569" y="67854"/>
                    <a:pt x="102569" y="62560"/>
                  </a:cubicBezTo>
                  <a:cubicBezTo>
                    <a:pt x="118099" y="35383"/>
                    <a:pt x="130805" y="19853"/>
                    <a:pt x="137158" y="19853"/>
                  </a:cubicBezTo>
                  <a:cubicBezTo>
                    <a:pt x="139276" y="19853"/>
                    <a:pt x="142099" y="20912"/>
                    <a:pt x="145629" y="22677"/>
                  </a:cubicBezTo>
                  <a:cubicBezTo>
                    <a:pt x="149864" y="25147"/>
                    <a:pt x="152335" y="25853"/>
                    <a:pt x="155158" y="25853"/>
                  </a:cubicBezTo>
                  <a:cubicBezTo>
                    <a:pt x="162570" y="25853"/>
                    <a:pt x="167512" y="20559"/>
                    <a:pt x="167512" y="13147"/>
                  </a:cubicBezTo>
                  <a:cubicBezTo>
                    <a:pt x="167512" y="5735"/>
                    <a:pt x="161512" y="88"/>
                    <a:pt x="153041" y="88"/>
                  </a:cubicBezTo>
                  <a:cubicBezTo>
                    <a:pt x="137511" y="88"/>
                    <a:pt x="124099" y="12794"/>
                    <a:pt x="99746" y="50560"/>
                  </a:cubicBezTo>
                  <a:lnTo>
                    <a:pt x="95863" y="31148"/>
                  </a:lnTo>
                  <a:cubicBezTo>
                    <a:pt x="90922" y="7147"/>
                    <a:pt x="87039" y="88"/>
                    <a:pt x="77510" y="88"/>
                  </a:cubicBezTo>
                  <a:cubicBezTo>
                    <a:pt x="69745" y="88"/>
                    <a:pt x="57745" y="3265"/>
                    <a:pt x="36215" y="10324"/>
                  </a:cubicBezTo>
                  <a:lnTo>
                    <a:pt x="32333" y="11735"/>
                  </a:lnTo>
                  <a:lnTo>
                    <a:pt x="33744" y="17030"/>
                  </a:lnTo>
                  <a:cubicBezTo>
                    <a:pt x="47156" y="13853"/>
                    <a:pt x="50333" y="13147"/>
                    <a:pt x="53509" y="13147"/>
                  </a:cubicBezTo>
                  <a:cubicBezTo>
                    <a:pt x="62333" y="13147"/>
                    <a:pt x="64451" y="16324"/>
                    <a:pt x="69392" y="37501"/>
                  </a:cubicBezTo>
                  <a:lnTo>
                    <a:pt x="79628" y="80913"/>
                  </a:lnTo>
                  <a:lnTo>
                    <a:pt x="50686" y="122208"/>
                  </a:lnTo>
                  <a:cubicBezTo>
                    <a:pt x="43627" y="132797"/>
                    <a:pt x="36568" y="139150"/>
                    <a:pt x="32685" y="139150"/>
                  </a:cubicBezTo>
                  <a:cubicBezTo>
                    <a:pt x="30568" y="139150"/>
                    <a:pt x="27038" y="138091"/>
                    <a:pt x="23509" y="135973"/>
                  </a:cubicBezTo>
                  <a:cubicBezTo>
                    <a:pt x="18921" y="133503"/>
                    <a:pt x="15038" y="132444"/>
                    <a:pt x="12215" y="132444"/>
                  </a:cubicBezTo>
                  <a:cubicBezTo>
                    <a:pt x="5509" y="132444"/>
                    <a:pt x="214" y="137738"/>
                    <a:pt x="214" y="144797"/>
                  </a:cubicBezTo>
                  <a:cubicBezTo>
                    <a:pt x="214" y="153973"/>
                    <a:pt x="7273" y="159621"/>
                    <a:pt x="17862" y="159621"/>
                  </a:cubicBezTo>
                  <a:cubicBezTo>
                    <a:pt x="28803" y="159621"/>
                    <a:pt x="33038" y="156444"/>
                    <a:pt x="50686" y="134914"/>
                  </a:cubicBezTo>
                  <a:cubicBezTo>
                    <a:pt x="60215" y="123620"/>
                    <a:pt x="67627" y="114090"/>
                    <a:pt x="82451" y="93619"/>
                  </a:cubicBezTo>
                  <a:lnTo>
                    <a:pt x="93040" y="135973"/>
                  </a:lnTo>
                  <a:cubicBezTo>
                    <a:pt x="97628" y="153973"/>
                    <a:pt x="102216" y="159621"/>
                    <a:pt x="113511" y="159621"/>
                  </a:cubicBezTo>
                  <a:cubicBezTo>
                    <a:pt x="126923" y="159621"/>
                    <a:pt x="136099" y="151150"/>
                    <a:pt x="156570" y="119385"/>
                  </a:cubicBezTo>
                  <a:lnTo>
                    <a:pt x="151629" y="116561"/>
                  </a:lnTo>
                  <a:close/>
                </a:path>
              </a:pathLst>
            </a:custGeom>
            <a:solidFill>
              <a:srgbClr val="000000"/>
            </a:solidFill>
            <a:ln w="355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C9CF56AE-807E-E576-01C6-5C6D0A61E374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>
            <a:xfrm>
              <a:off x="10349340" y="5637710"/>
              <a:ext cx="41294" cy="105531"/>
            </a:xfrm>
            <a:custGeom>
              <a:avLst/>
              <a:gdLst>
                <a:gd name="connsiteX0" fmla="*/ 41514 w 41294"/>
                <a:gd name="connsiteY0" fmla="*/ 37148 h 105531"/>
                <a:gd name="connsiteX1" fmla="*/ 18925 w 41294"/>
                <a:gd name="connsiteY1" fmla="*/ 88 h 105531"/>
                <a:gd name="connsiteX2" fmla="*/ 219 w 41294"/>
                <a:gd name="connsiteY2" fmla="*/ 18794 h 105531"/>
                <a:gd name="connsiteX3" fmla="*/ 18925 w 41294"/>
                <a:gd name="connsiteY3" fmla="*/ 37501 h 105531"/>
                <a:gd name="connsiteX4" fmla="*/ 31278 w 41294"/>
                <a:gd name="connsiteY4" fmla="*/ 32912 h 105531"/>
                <a:gd name="connsiteX5" fmla="*/ 33043 w 41294"/>
                <a:gd name="connsiteY5" fmla="*/ 31853 h 105531"/>
                <a:gd name="connsiteX6" fmla="*/ 33749 w 41294"/>
                <a:gd name="connsiteY6" fmla="*/ 37148 h 105531"/>
                <a:gd name="connsiteX7" fmla="*/ 9748 w 41294"/>
                <a:gd name="connsiteY7" fmla="*/ 96090 h 105531"/>
                <a:gd name="connsiteX8" fmla="*/ 5866 w 41294"/>
                <a:gd name="connsiteY8" fmla="*/ 101737 h 105531"/>
                <a:gd name="connsiteX9" fmla="*/ 9395 w 41294"/>
                <a:gd name="connsiteY9" fmla="*/ 105620 h 105531"/>
                <a:gd name="connsiteX10" fmla="*/ 41514 w 41294"/>
                <a:gd name="connsiteY10" fmla="*/ 37148 h 1055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294" h="105531">
                  <a:moveTo>
                    <a:pt x="41514" y="37148"/>
                  </a:moveTo>
                  <a:cubicBezTo>
                    <a:pt x="41514" y="13853"/>
                    <a:pt x="32690" y="88"/>
                    <a:pt x="18925" y="88"/>
                  </a:cubicBezTo>
                  <a:cubicBezTo>
                    <a:pt x="7278" y="88"/>
                    <a:pt x="219" y="8912"/>
                    <a:pt x="219" y="18794"/>
                  </a:cubicBezTo>
                  <a:cubicBezTo>
                    <a:pt x="219" y="28324"/>
                    <a:pt x="7278" y="37501"/>
                    <a:pt x="18925" y="37501"/>
                  </a:cubicBezTo>
                  <a:cubicBezTo>
                    <a:pt x="23160" y="37501"/>
                    <a:pt x="27749" y="36089"/>
                    <a:pt x="31278" y="32912"/>
                  </a:cubicBezTo>
                  <a:cubicBezTo>
                    <a:pt x="32337" y="32206"/>
                    <a:pt x="32690" y="31853"/>
                    <a:pt x="33043" y="31853"/>
                  </a:cubicBezTo>
                  <a:cubicBezTo>
                    <a:pt x="33396" y="31853"/>
                    <a:pt x="33749" y="32206"/>
                    <a:pt x="33749" y="37148"/>
                  </a:cubicBezTo>
                  <a:cubicBezTo>
                    <a:pt x="33749" y="63266"/>
                    <a:pt x="21396" y="84443"/>
                    <a:pt x="9748" y="96090"/>
                  </a:cubicBezTo>
                  <a:cubicBezTo>
                    <a:pt x="5866" y="99972"/>
                    <a:pt x="5866" y="100678"/>
                    <a:pt x="5866" y="101737"/>
                  </a:cubicBezTo>
                  <a:cubicBezTo>
                    <a:pt x="5866" y="104208"/>
                    <a:pt x="7631" y="105620"/>
                    <a:pt x="9395" y="105620"/>
                  </a:cubicBezTo>
                  <a:cubicBezTo>
                    <a:pt x="13278" y="105620"/>
                    <a:pt x="41514" y="78443"/>
                    <a:pt x="41514" y="37148"/>
                  </a:cubicBezTo>
                  <a:close/>
                </a:path>
              </a:pathLst>
            </a:custGeom>
            <a:solidFill>
              <a:srgbClr val="000000"/>
            </a:solidFill>
            <a:ln w="355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32A4F23-FCCC-D019-A723-949DB69CCE0B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>
            <a:xfrm>
              <a:off x="10448008" y="5519473"/>
              <a:ext cx="158826" cy="228357"/>
            </a:xfrm>
            <a:custGeom>
              <a:avLst/>
              <a:gdLst>
                <a:gd name="connsiteX0" fmla="*/ 13988 w 158826"/>
                <a:gd name="connsiteY0" fmla="*/ 14559 h 228357"/>
                <a:gd name="connsiteX1" fmla="*/ 24929 w 158826"/>
                <a:gd name="connsiteY1" fmla="*/ 13147 h 228357"/>
                <a:gd name="connsiteX2" fmla="*/ 66577 w 158826"/>
                <a:gd name="connsiteY2" fmla="*/ 82678 h 228357"/>
                <a:gd name="connsiteX3" fmla="*/ 81048 w 158826"/>
                <a:gd name="connsiteY3" fmla="*/ 152915 h 228357"/>
                <a:gd name="connsiteX4" fmla="*/ 73636 w 158826"/>
                <a:gd name="connsiteY4" fmla="*/ 170562 h 228357"/>
                <a:gd name="connsiteX5" fmla="*/ 51753 w 158826"/>
                <a:gd name="connsiteY5" fmla="*/ 198445 h 228357"/>
                <a:gd name="connsiteX6" fmla="*/ 35517 w 158826"/>
                <a:gd name="connsiteY6" fmla="*/ 209033 h 228357"/>
                <a:gd name="connsiteX7" fmla="*/ 27047 w 158826"/>
                <a:gd name="connsiteY7" fmla="*/ 205151 h 228357"/>
                <a:gd name="connsiteX8" fmla="*/ 13988 w 158826"/>
                <a:gd name="connsiteY8" fmla="*/ 199151 h 228357"/>
                <a:gd name="connsiteX9" fmla="*/ 223 w 158826"/>
                <a:gd name="connsiteY9" fmla="*/ 212916 h 228357"/>
                <a:gd name="connsiteX10" fmla="*/ 18223 w 158826"/>
                <a:gd name="connsiteY10" fmla="*/ 228445 h 228357"/>
                <a:gd name="connsiteX11" fmla="*/ 125166 w 158826"/>
                <a:gd name="connsiteY11" fmla="*/ 105620 h 228357"/>
                <a:gd name="connsiteX12" fmla="*/ 159049 w 158826"/>
                <a:gd name="connsiteY12" fmla="*/ 19500 h 228357"/>
                <a:gd name="connsiteX13" fmla="*/ 139637 w 158826"/>
                <a:gd name="connsiteY13" fmla="*/ 88 h 228357"/>
                <a:gd name="connsiteX14" fmla="*/ 125872 w 158826"/>
                <a:gd name="connsiteY14" fmla="*/ 13147 h 228357"/>
                <a:gd name="connsiteX15" fmla="*/ 135755 w 158826"/>
                <a:gd name="connsiteY15" fmla="*/ 26912 h 228357"/>
                <a:gd name="connsiteX16" fmla="*/ 144931 w 158826"/>
                <a:gd name="connsiteY16" fmla="*/ 38912 h 228357"/>
                <a:gd name="connsiteX17" fmla="*/ 101872 w 158826"/>
                <a:gd name="connsiteY17" fmla="*/ 130326 h 228357"/>
                <a:gd name="connsiteX18" fmla="*/ 94813 w 158826"/>
                <a:gd name="connsiteY18" fmla="*/ 89384 h 228357"/>
                <a:gd name="connsiteX19" fmla="*/ 64459 w 158826"/>
                <a:gd name="connsiteY19" fmla="*/ 88 h 228357"/>
                <a:gd name="connsiteX20" fmla="*/ 63047 w 158826"/>
                <a:gd name="connsiteY20" fmla="*/ 88 h 228357"/>
                <a:gd name="connsiteX21" fmla="*/ 59871 w 158826"/>
                <a:gd name="connsiteY21" fmla="*/ 441 h 228357"/>
                <a:gd name="connsiteX22" fmla="*/ 25282 w 158826"/>
                <a:gd name="connsiteY22" fmla="*/ 6441 h 228357"/>
                <a:gd name="connsiteX23" fmla="*/ 13988 w 158826"/>
                <a:gd name="connsiteY23" fmla="*/ 8559 h 228357"/>
                <a:gd name="connsiteX24" fmla="*/ 13988 w 158826"/>
                <a:gd name="connsiteY24" fmla="*/ 14559 h 228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8826" h="228357">
                  <a:moveTo>
                    <a:pt x="13988" y="14559"/>
                  </a:moveTo>
                  <a:cubicBezTo>
                    <a:pt x="18576" y="13500"/>
                    <a:pt x="21047" y="13147"/>
                    <a:pt x="24929" y="13147"/>
                  </a:cubicBezTo>
                  <a:cubicBezTo>
                    <a:pt x="45047" y="13147"/>
                    <a:pt x="50341" y="21971"/>
                    <a:pt x="66577" y="82678"/>
                  </a:cubicBezTo>
                  <a:cubicBezTo>
                    <a:pt x="72577" y="105620"/>
                    <a:pt x="81048" y="146915"/>
                    <a:pt x="81048" y="152915"/>
                  </a:cubicBezTo>
                  <a:cubicBezTo>
                    <a:pt x="81048" y="158562"/>
                    <a:pt x="78930" y="164209"/>
                    <a:pt x="73636" y="170562"/>
                  </a:cubicBezTo>
                  <a:cubicBezTo>
                    <a:pt x="62694" y="185033"/>
                    <a:pt x="55635" y="194210"/>
                    <a:pt x="51753" y="198445"/>
                  </a:cubicBezTo>
                  <a:cubicBezTo>
                    <a:pt x="44341" y="206210"/>
                    <a:pt x="40106" y="209033"/>
                    <a:pt x="35517" y="209033"/>
                  </a:cubicBezTo>
                  <a:cubicBezTo>
                    <a:pt x="33400" y="209033"/>
                    <a:pt x="30929" y="207974"/>
                    <a:pt x="27047" y="205151"/>
                  </a:cubicBezTo>
                  <a:cubicBezTo>
                    <a:pt x="21752" y="200916"/>
                    <a:pt x="17870" y="199151"/>
                    <a:pt x="13988" y="199151"/>
                  </a:cubicBezTo>
                  <a:cubicBezTo>
                    <a:pt x="6223" y="199151"/>
                    <a:pt x="223" y="205151"/>
                    <a:pt x="223" y="212916"/>
                  </a:cubicBezTo>
                  <a:cubicBezTo>
                    <a:pt x="223" y="221739"/>
                    <a:pt x="7987" y="228445"/>
                    <a:pt x="18223" y="228445"/>
                  </a:cubicBezTo>
                  <a:cubicBezTo>
                    <a:pt x="40812" y="228445"/>
                    <a:pt x="87048" y="175503"/>
                    <a:pt x="125166" y="105620"/>
                  </a:cubicBezTo>
                  <a:cubicBezTo>
                    <a:pt x="149167" y="62207"/>
                    <a:pt x="159049" y="36795"/>
                    <a:pt x="159049" y="19500"/>
                  </a:cubicBezTo>
                  <a:cubicBezTo>
                    <a:pt x="159049" y="8912"/>
                    <a:pt x="150225" y="88"/>
                    <a:pt x="139637" y="88"/>
                  </a:cubicBezTo>
                  <a:cubicBezTo>
                    <a:pt x="131519" y="88"/>
                    <a:pt x="125872" y="5382"/>
                    <a:pt x="125872" y="13147"/>
                  </a:cubicBezTo>
                  <a:cubicBezTo>
                    <a:pt x="125872" y="18441"/>
                    <a:pt x="128696" y="22324"/>
                    <a:pt x="135755" y="26912"/>
                  </a:cubicBezTo>
                  <a:cubicBezTo>
                    <a:pt x="142461" y="30795"/>
                    <a:pt x="144931" y="33971"/>
                    <a:pt x="144931" y="38912"/>
                  </a:cubicBezTo>
                  <a:cubicBezTo>
                    <a:pt x="144931" y="53030"/>
                    <a:pt x="131872" y="80560"/>
                    <a:pt x="101872" y="130326"/>
                  </a:cubicBezTo>
                  <a:lnTo>
                    <a:pt x="94813" y="89384"/>
                  </a:lnTo>
                  <a:cubicBezTo>
                    <a:pt x="89518" y="58325"/>
                    <a:pt x="69753" y="88"/>
                    <a:pt x="64459" y="88"/>
                  </a:cubicBezTo>
                  <a:lnTo>
                    <a:pt x="63047" y="88"/>
                  </a:lnTo>
                  <a:cubicBezTo>
                    <a:pt x="62694" y="441"/>
                    <a:pt x="61283" y="441"/>
                    <a:pt x="59871" y="441"/>
                  </a:cubicBezTo>
                  <a:cubicBezTo>
                    <a:pt x="56694" y="794"/>
                    <a:pt x="43988" y="2912"/>
                    <a:pt x="25282" y="6441"/>
                  </a:cubicBezTo>
                  <a:cubicBezTo>
                    <a:pt x="23517" y="6794"/>
                    <a:pt x="18929" y="7853"/>
                    <a:pt x="13988" y="8559"/>
                  </a:cubicBezTo>
                  <a:lnTo>
                    <a:pt x="13988" y="14559"/>
                  </a:lnTo>
                  <a:close/>
                </a:path>
              </a:pathLst>
            </a:custGeom>
            <a:solidFill>
              <a:srgbClr val="000000"/>
            </a:solidFill>
            <a:ln w="355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E25CE74E-F075-5216-6D36-0A2F063515E4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>
            <a:xfrm>
              <a:off x="10633891" y="5410412"/>
              <a:ext cx="81883" cy="352947"/>
            </a:xfrm>
            <a:custGeom>
              <a:avLst/>
              <a:gdLst>
                <a:gd name="connsiteX0" fmla="*/ 82111 w 81883"/>
                <a:gd name="connsiteY0" fmla="*/ 176561 h 352947"/>
                <a:gd name="connsiteX1" fmla="*/ 58817 w 81883"/>
                <a:gd name="connsiteY1" fmla="*/ 66442 h 352947"/>
                <a:gd name="connsiteX2" fmla="*/ 3757 w 81883"/>
                <a:gd name="connsiteY2" fmla="*/ 88 h 352947"/>
                <a:gd name="connsiteX3" fmla="*/ 227 w 81883"/>
                <a:gd name="connsiteY3" fmla="*/ 3617 h 352947"/>
                <a:gd name="connsiteX4" fmla="*/ 6933 w 81883"/>
                <a:gd name="connsiteY4" fmla="*/ 11735 h 352947"/>
                <a:gd name="connsiteX5" fmla="*/ 61640 w 81883"/>
                <a:gd name="connsiteY5" fmla="*/ 176561 h 352947"/>
                <a:gd name="connsiteX6" fmla="*/ 4816 w 81883"/>
                <a:gd name="connsiteY6" fmla="*/ 343506 h 352947"/>
                <a:gd name="connsiteX7" fmla="*/ 227 w 81883"/>
                <a:gd name="connsiteY7" fmla="*/ 349506 h 352947"/>
                <a:gd name="connsiteX8" fmla="*/ 3757 w 81883"/>
                <a:gd name="connsiteY8" fmla="*/ 353035 h 352947"/>
                <a:gd name="connsiteX9" fmla="*/ 59876 w 81883"/>
                <a:gd name="connsiteY9" fmla="*/ 284210 h 352947"/>
                <a:gd name="connsiteX10" fmla="*/ 82111 w 81883"/>
                <a:gd name="connsiteY10" fmla="*/ 176561 h 35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2947">
                  <a:moveTo>
                    <a:pt x="82111" y="176561"/>
                  </a:moveTo>
                  <a:cubicBezTo>
                    <a:pt x="82111" y="149031"/>
                    <a:pt x="78229" y="106325"/>
                    <a:pt x="58817" y="66442"/>
                  </a:cubicBezTo>
                  <a:cubicBezTo>
                    <a:pt x="37640" y="23029"/>
                    <a:pt x="7286" y="88"/>
                    <a:pt x="3757" y="88"/>
                  </a:cubicBezTo>
                  <a:cubicBezTo>
                    <a:pt x="1639" y="88"/>
                    <a:pt x="227" y="1499"/>
                    <a:pt x="227" y="3617"/>
                  </a:cubicBezTo>
                  <a:cubicBezTo>
                    <a:pt x="227" y="4676"/>
                    <a:pt x="227" y="5382"/>
                    <a:pt x="6933" y="11735"/>
                  </a:cubicBezTo>
                  <a:cubicBezTo>
                    <a:pt x="41522" y="46677"/>
                    <a:pt x="61640" y="102795"/>
                    <a:pt x="61640" y="176561"/>
                  </a:cubicBezTo>
                  <a:cubicBezTo>
                    <a:pt x="61640" y="236915"/>
                    <a:pt x="48581" y="299034"/>
                    <a:pt x="4816" y="343506"/>
                  </a:cubicBezTo>
                  <a:cubicBezTo>
                    <a:pt x="227" y="347741"/>
                    <a:pt x="227" y="348447"/>
                    <a:pt x="227" y="349506"/>
                  </a:cubicBezTo>
                  <a:cubicBezTo>
                    <a:pt x="227" y="351624"/>
                    <a:pt x="1639" y="353035"/>
                    <a:pt x="3757" y="353035"/>
                  </a:cubicBezTo>
                  <a:cubicBezTo>
                    <a:pt x="7286" y="353035"/>
                    <a:pt x="39052" y="329035"/>
                    <a:pt x="59876" y="284210"/>
                  </a:cubicBezTo>
                  <a:cubicBezTo>
                    <a:pt x="77876" y="245386"/>
                    <a:pt x="82111" y="206209"/>
                    <a:pt x="82111" y="176561"/>
                  </a:cubicBezTo>
                  <a:close/>
                </a:path>
              </a:pathLst>
            </a:custGeom>
            <a:solidFill>
              <a:srgbClr val="000000"/>
            </a:solidFill>
            <a:ln w="480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2F3FB88D-2117-76AF-98CF-596E18B342B2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>
            <a:xfrm>
              <a:off x="10779462" y="5513120"/>
              <a:ext cx="49059" cy="211768"/>
            </a:xfrm>
            <a:custGeom>
              <a:avLst/>
              <a:gdLst>
                <a:gd name="connsiteX0" fmla="*/ 9761 w 49059"/>
                <a:gd name="connsiteY0" fmla="*/ 211856 h 211768"/>
                <a:gd name="connsiteX1" fmla="*/ 49291 w 49059"/>
                <a:gd name="connsiteY1" fmla="*/ 157502 h 211768"/>
                <a:gd name="connsiteX2" fmla="*/ 21055 w 49059"/>
                <a:gd name="connsiteY2" fmla="*/ 126090 h 211768"/>
                <a:gd name="connsiteX3" fmla="*/ 231 w 49059"/>
                <a:gd name="connsiteY3" fmla="*/ 145855 h 211768"/>
                <a:gd name="connsiteX4" fmla="*/ 21055 w 49059"/>
                <a:gd name="connsiteY4" fmla="*/ 164208 h 211768"/>
                <a:gd name="connsiteX5" fmla="*/ 27761 w 49059"/>
                <a:gd name="connsiteY5" fmla="*/ 163503 h 211768"/>
                <a:gd name="connsiteX6" fmla="*/ 30585 w 49059"/>
                <a:gd name="connsiteY6" fmla="*/ 162797 h 211768"/>
                <a:gd name="connsiteX7" fmla="*/ 35526 w 49059"/>
                <a:gd name="connsiteY7" fmla="*/ 167738 h 211768"/>
                <a:gd name="connsiteX8" fmla="*/ 6584 w 49059"/>
                <a:gd name="connsiteY8" fmla="*/ 205150 h 211768"/>
                <a:gd name="connsiteX9" fmla="*/ 9761 w 49059"/>
                <a:gd name="connsiteY9" fmla="*/ 211856 h 211768"/>
                <a:gd name="connsiteX10" fmla="*/ 19996 w 49059"/>
                <a:gd name="connsiteY10" fmla="*/ 88 h 211768"/>
                <a:gd name="connsiteX11" fmla="*/ 584 w 49059"/>
                <a:gd name="connsiteY11" fmla="*/ 20206 h 211768"/>
                <a:gd name="connsiteX12" fmla="*/ 19643 w 49059"/>
                <a:gd name="connsiteY12" fmla="*/ 39265 h 211768"/>
                <a:gd name="connsiteX13" fmla="*/ 39761 w 49059"/>
                <a:gd name="connsiteY13" fmla="*/ 20206 h 211768"/>
                <a:gd name="connsiteX14" fmla="*/ 19996 w 49059"/>
                <a:gd name="connsiteY14" fmla="*/ 88 h 2117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9059" h="211768">
                  <a:moveTo>
                    <a:pt x="9761" y="211856"/>
                  </a:moveTo>
                  <a:cubicBezTo>
                    <a:pt x="34114" y="199856"/>
                    <a:pt x="49291" y="178679"/>
                    <a:pt x="49291" y="157502"/>
                  </a:cubicBezTo>
                  <a:cubicBezTo>
                    <a:pt x="49291" y="139855"/>
                    <a:pt x="36938" y="126090"/>
                    <a:pt x="21055" y="126090"/>
                  </a:cubicBezTo>
                  <a:cubicBezTo>
                    <a:pt x="8702" y="126090"/>
                    <a:pt x="231" y="133855"/>
                    <a:pt x="231" y="145855"/>
                  </a:cubicBezTo>
                  <a:cubicBezTo>
                    <a:pt x="231" y="157502"/>
                    <a:pt x="7996" y="164208"/>
                    <a:pt x="21055" y="164208"/>
                  </a:cubicBezTo>
                  <a:cubicBezTo>
                    <a:pt x="23173" y="164208"/>
                    <a:pt x="25644" y="163856"/>
                    <a:pt x="27761" y="163503"/>
                  </a:cubicBezTo>
                  <a:cubicBezTo>
                    <a:pt x="30232" y="162797"/>
                    <a:pt x="30232" y="162797"/>
                    <a:pt x="30585" y="162797"/>
                  </a:cubicBezTo>
                  <a:cubicBezTo>
                    <a:pt x="33408" y="162797"/>
                    <a:pt x="35526" y="164914"/>
                    <a:pt x="35526" y="167738"/>
                  </a:cubicBezTo>
                  <a:cubicBezTo>
                    <a:pt x="35526" y="179032"/>
                    <a:pt x="25644" y="192091"/>
                    <a:pt x="6584" y="205150"/>
                  </a:cubicBezTo>
                  <a:lnTo>
                    <a:pt x="9761" y="211856"/>
                  </a:lnTo>
                  <a:close/>
                  <a:moveTo>
                    <a:pt x="19996" y="88"/>
                  </a:moveTo>
                  <a:cubicBezTo>
                    <a:pt x="9408" y="88"/>
                    <a:pt x="584" y="9264"/>
                    <a:pt x="584" y="20206"/>
                  </a:cubicBezTo>
                  <a:cubicBezTo>
                    <a:pt x="584" y="30441"/>
                    <a:pt x="9408" y="39265"/>
                    <a:pt x="19643" y="39265"/>
                  </a:cubicBezTo>
                  <a:cubicBezTo>
                    <a:pt x="30585" y="39265"/>
                    <a:pt x="39761" y="30441"/>
                    <a:pt x="39761" y="20206"/>
                  </a:cubicBezTo>
                  <a:cubicBezTo>
                    <a:pt x="39761" y="9264"/>
                    <a:pt x="30585" y="88"/>
                    <a:pt x="19996" y="88"/>
                  </a:cubicBezTo>
                  <a:close/>
                </a:path>
              </a:pathLst>
            </a:custGeom>
            <a:solidFill>
              <a:srgbClr val="000000"/>
            </a:solidFill>
            <a:ln w="480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2EB84D8-D33A-713A-63A0-8248E52330E5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>
            <a:xfrm>
              <a:off x="11234874" y="5519473"/>
              <a:ext cx="158826" cy="228357"/>
            </a:xfrm>
            <a:custGeom>
              <a:avLst/>
              <a:gdLst>
                <a:gd name="connsiteX0" fmla="*/ 14010 w 158826"/>
                <a:gd name="connsiteY0" fmla="*/ 14559 h 228357"/>
                <a:gd name="connsiteX1" fmla="*/ 24951 w 158826"/>
                <a:gd name="connsiteY1" fmla="*/ 13147 h 228357"/>
                <a:gd name="connsiteX2" fmla="*/ 66599 w 158826"/>
                <a:gd name="connsiteY2" fmla="*/ 82678 h 228357"/>
                <a:gd name="connsiteX3" fmla="*/ 81070 w 158826"/>
                <a:gd name="connsiteY3" fmla="*/ 152915 h 228357"/>
                <a:gd name="connsiteX4" fmla="*/ 73658 w 158826"/>
                <a:gd name="connsiteY4" fmla="*/ 170562 h 228357"/>
                <a:gd name="connsiteX5" fmla="*/ 51775 w 158826"/>
                <a:gd name="connsiteY5" fmla="*/ 198445 h 228357"/>
                <a:gd name="connsiteX6" fmla="*/ 35540 w 158826"/>
                <a:gd name="connsiteY6" fmla="*/ 209033 h 228357"/>
                <a:gd name="connsiteX7" fmla="*/ 27069 w 158826"/>
                <a:gd name="connsiteY7" fmla="*/ 205151 h 228357"/>
                <a:gd name="connsiteX8" fmla="*/ 14010 w 158826"/>
                <a:gd name="connsiteY8" fmla="*/ 199151 h 228357"/>
                <a:gd name="connsiteX9" fmla="*/ 245 w 158826"/>
                <a:gd name="connsiteY9" fmla="*/ 212916 h 228357"/>
                <a:gd name="connsiteX10" fmla="*/ 18245 w 158826"/>
                <a:gd name="connsiteY10" fmla="*/ 228445 h 228357"/>
                <a:gd name="connsiteX11" fmla="*/ 125188 w 158826"/>
                <a:gd name="connsiteY11" fmla="*/ 105620 h 228357"/>
                <a:gd name="connsiteX12" fmla="*/ 159071 w 158826"/>
                <a:gd name="connsiteY12" fmla="*/ 19500 h 228357"/>
                <a:gd name="connsiteX13" fmla="*/ 139659 w 158826"/>
                <a:gd name="connsiteY13" fmla="*/ 88 h 228357"/>
                <a:gd name="connsiteX14" fmla="*/ 125894 w 158826"/>
                <a:gd name="connsiteY14" fmla="*/ 13147 h 228357"/>
                <a:gd name="connsiteX15" fmla="*/ 135777 w 158826"/>
                <a:gd name="connsiteY15" fmla="*/ 26912 h 228357"/>
                <a:gd name="connsiteX16" fmla="*/ 144953 w 158826"/>
                <a:gd name="connsiteY16" fmla="*/ 38912 h 228357"/>
                <a:gd name="connsiteX17" fmla="*/ 101894 w 158826"/>
                <a:gd name="connsiteY17" fmla="*/ 130326 h 228357"/>
                <a:gd name="connsiteX18" fmla="*/ 94835 w 158826"/>
                <a:gd name="connsiteY18" fmla="*/ 89384 h 228357"/>
                <a:gd name="connsiteX19" fmla="*/ 64481 w 158826"/>
                <a:gd name="connsiteY19" fmla="*/ 88 h 228357"/>
                <a:gd name="connsiteX20" fmla="*/ 63069 w 158826"/>
                <a:gd name="connsiteY20" fmla="*/ 88 h 228357"/>
                <a:gd name="connsiteX21" fmla="*/ 59893 w 158826"/>
                <a:gd name="connsiteY21" fmla="*/ 441 h 228357"/>
                <a:gd name="connsiteX22" fmla="*/ 25304 w 158826"/>
                <a:gd name="connsiteY22" fmla="*/ 6441 h 228357"/>
                <a:gd name="connsiteX23" fmla="*/ 14010 w 158826"/>
                <a:gd name="connsiteY23" fmla="*/ 8559 h 228357"/>
                <a:gd name="connsiteX24" fmla="*/ 14010 w 158826"/>
                <a:gd name="connsiteY24" fmla="*/ 14559 h 228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8826" h="228357">
                  <a:moveTo>
                    <a:pt x="14010" y="14559"/>
                  </a:moveTo>
                  <a:cubicBezTo>
                    <a:pt x="18598" y="13500"/>
                    <a:pt x="21069" y="13147"/>
                    <a:pt x="24951" y="13147"/>
                  </a:cubicBezTo>
                  <a:cubicBezTo>
                    <a:pt x="45069" y="13147"/>
                    <a:pt x="50363" y="21971"/>
                    <a:pt x="66599" y="82678"/>
                  </a:cubicBezTo>
                  <a:cubicBezTo>
                    <a:pt x="72599" y="105620"/>
                    <a:pt x="81070" y="146915"/>
                    <a:pt x="81070" y="152915"/>
                  </a:cubicBezTo>
                  <a:cubicBezTo>
                    <a:pt x="81070" y="158562"/>
                    <a:pt x="78952" y="164209"/>
                    <a:pt x="73658" y="170562"/>
                  </a:cubicBezTo>
                  <a:cubicBezTo>
                    <a:pt x="62717" y="185033"/>
                    <a:pt x="55658" y="194210"/>
                    <a:pt x="51775" y="198445"/>
                  </a:cubicBezTo>
                  <a:cubicBezTo>
                    <a:pt x="44363" y="206210"/>
                    <a:pt x="40128" y="209033"/>
                    <a:pt x="35540" y="209033"/>
                  </a:cubicBezTo>
                  <a:cubicBezTo>
                    <a:pt x="33422" y="209033"/>
                    <a:pt x="30951" y="207974"/>
                    <a:pt x="27069" y="205151"/>
                  </a:cubicBezTo>
                  <a:cubicBezTo>
                    <a:pt x="21775" y="200916"/>
                    <a:pt x="17892" y="199151"/>
                    <a:pt x="14010" y="199151"/>
                  </a:cubicBezTo>
                  <a:cubicBezTo>
                    <a:pt x="6245" y="199151"/>
                    <a:pt x="245" y="205151"/>
                    <a:pt x="245" y="212916"/>
                  </a:cubicBezTo>
                  <a:cubicBezTo>
                    <a:pt x="245" y="221739"/>
                    <a:pt x="8010" y="228445"/>
                    <a:pt x="18245" y="228445"/>
                  </a:cubicBezTo>
                  <a:cubicBezTo>
                    <a:pt x="40834" y="228445"/>
                    <a:pt x="87070" y="175503"/>
                    <a:pt x="125188" y="105620"/>
                  </a:cubicBezTo>
                  <a:cubicBezTo>
                    <a:pt x="149189" y="62207"/>
                    <a:pt x="159071" y="36795"/>
                    <a:pt x="159071" y="19500"/>
                  </a:cubicBezTo>
                  <a:cubicBezTo>
                    <a:pt x="159071" y="8912"/>
                    <a:pt x="150248" y="88"/>
                    <a:pt x="139659" y="88"/>
                  </a:cubicBezTo>
                  <a:cubicBezTo>
                    <a:pt x="131541" y="88"/>
                    <a:pt x="125894" y="5382"/>
                    <a:pt x="125894" y="13147"/>
                  </a:cubicBezTo>
                  <a:cubicBezTo>
                    <a:pt x="125894" y="18441"/>
                    <a:pt x="128718" y="22324"/>
                    <a:pt x="135777" y="26912"/>
                  </a:cubicBezTo>
                  <a:cubicBezTo>
                    <a:pt x="142483" y="30795"/>
                    <a:pt x="144953" y="33971"/>
                    <a:pt x="144953" y="38912"/>
                  </a:cubicBezTo>
                  <a:cubicBezTo>
                    <a:pt x="144953" y="53030"/>
                    <a:pt x="131894" y="80560"/>
                    <a:pt x="101894" y="130326"/>
                  </a:cubicBezTo>
                  <a:lnTo>
                    <a:pt x="94835" y="89384"/>
                  </a:lnTo>
                  <a:cubicBezTo>
                    <a:pt x="89541" y="58325"/>
                    <a:pt x="69776" y="88"/>
                    <a:pt x="64481" y="88"/>
                  </a:cubicBezTo>
                  <a:lnTo>
                    <a:pt x="63069" y="88"/>
                  </a:lnTo>
                  <a:cubicBezTo>
                    <a:pt x="62717" y="441"/>
                    <a:pt x="61305" y="441"/>
                    <a:pt x="59893" y="441"/>
                  </a:cubicBezTo>
                  <a:cubicBezTo>
                    <a:pt x="56716" y="794"/>
                    <a:pt x="44010" y="2912"/>
                    <a:pt x="25304" y="6441"/>
                  </a:cubicBezTo>
                  <a:cubicBezTo>
                    <a:pt x="23539" y="6794"/>
                    <a:pt x="18951" y="7853"/>
                    <a:pt x="14010" y="8559"/>
                  </a:cubicBezTo>
                  <a:lnTo>
                    <a:pt x="14010" y="14559"/>
                  </a:lnTo>
                  <a:close/>
                </a:path>
              </a:pathLst>
            </a:custGeom>
            <a:solidFill>
              <a:srgbClr val="000000"/>
            </a:solidFill>
            <a:ln w="355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7877A090-ABF3-9C86-0BB5-FE9D84C4CAE9}"/>
                </a:ext>
              </a:extLst>
            </p:cNvPr>
            <p:cNvSpPr/>
            <p:nvPr>
              <p:custDataLst>
                <p:tags r:id="rId149"/>
              </p:custDataLst>
            </p:nvPr>
          </p:nvSpPr>
          <p:spPr>
            <a:xfrm>
              <a:off x="11435581" y="5410412"/>
              <a:ext cx="81883" cy="352947"/>
            </a:xfrm>
            <a:custGeom>
              <a:avLst/>
              <a:gdLst>
                <a:gd name="connsiteX0" fmla="*/ 82134 w 81883"/>
                <a:gd name="connsiteY0" fmla="*/ 349506 h 352947"/>
                <a:gd name="connsiteX1" fmla="*/ 76134 w 81883"/>
                <a:gd name="connsiteY1" fmla="*/ 341741 h 352947"/>
                <a:gd name="connsiteX2" fmla="*/ 20721 w 81883"/>
                <a:gd name="connsiteY2" fmla="*/ 176561 h 352947"/>
                <a:gd name="connsiteX3" fmla="*/ 77545 w 81883"/>
                <a:gd name="connsiteY3" fmla="*/ 9617 h 352947"/>
                <a:gd name="connsiteX4" fmla="*/ 82134 w 81883"/>
                <a:gd name="connsiteY4" fmla="*/ 3617 h 352947"/>
                <a:gd name="connsiteX5" fmla="*/ 78604 w 81883"/>
                <a:gd name="connsiteY5" fmla="*/ 88 h 352947"/>
                <a:gd name="connsiteX6" fmla="*/ 22485 w 81883"/>
                <a:gd name="connsiteY6" fmla="*/ 68912 h 352947"/>
                <a:gd name="connsiteX7" fmla="*/ 250 w 81883"/>
                <a:gd name="connsiteY7" fmla="*/ 176561 h 352947"/>
                <a:gd name="connsiteX8" fmla="*/ 23544 w 81883"/>
                <a:gd name="connsiteY8" fmla="*/ 286681 h 352947"/>
                <a:gd name="connsiteX9" fmla="*/ 78604 w 81883"/>
                <a:gd name="connsiteY9" fmla="*/ 353035 h 352947"/>
                <a:gd name="connsiteX10" fmla="*/ 82134 w 81883"/>
                <a:gd name="connsiteY10" fmla="*/ 349506 h 35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2947">
                  <a:moveTo>
                    <a:pt x="82134" y="349506"/>
                  </a:moveTo>
                  <a:cubicBezTo>
                    <a:pt x="82134" y="348447"/>
                    <a:pt x="82134" y="347741"/>
                    <a:pt x="76134" y="341741"/>
                  </a:cubicBezTo>
                  <a:cubicBezTo>
                    <a:pt x="32015" y="297270"/>
                    <a:pt x="20721" y="230562"/>
                    <a:pt x="20721" y="176561"/>
                  </a:cubicBezTo>
                  <a:cubicBezTo>
                    <a:pt x="20721" y="115148"/>
                    <a:pt x="34133" y="53736"/>
                    <a:pt x="77545" y="9617"/>
                  </a:cubicBezTo>
                  <a:cubicBezTo>
                    <a:pt x="82134" y="5382"/>
                    <a:pt x="82134" y="4676"/>
                    <a:pt x="82134" y="3617"/>
                  </a:cubicBezTo>
                  <a:cubicBezTo>
                    <a:pt x="82134" y="1146"/>
                    <a:pt x="80722" y="88"/>
                    <a:pt x="78604" y="88"/>
                  </a:cubicBezTo>
                  <a:cubicBezTo>
                    <a:pt x="75075" y="88"/>
                    <a:pt x="43309" y="24088"/>
                    <a:pt x="22485" y="68912"/>
                  </a:cubicBezTo>
                  <a:cubicBezTo>
                    <a:pt x="4485" y="107737"/>
                    <a:pt x="250" y="146914"/>
                    <a:pt x="250" y="176561"/>
                  </a:cubicBezTo>
                  <a:cubicBezTo>
                    <a:pt x="250" y="204091"/>
                    <a:pt x="4132" y="246798"/>
                    <a:pt x="23544" y="286681"/>
                  </a:cubicBezTo>
                  <a:cubicBezTo>
                    <a:pt x="44721" y="330094"/>
                    <a:pt x="75075" y="353035"/>
                    <a:pt x="78604" y="353035"/>
                  </a:cubicBezTo>
                  <a:cubicBezTo>
                    <a:pt x="80722" y="353035"/>
                    <a:pt x="82134" y="351976"/>
                    <a:pt x="82134" y="349506"/>
                  </a:cubicBezTo>
                  <a:close/>
                </a:path>
              </a:pathLst>
            </a:custGeom>
            <a:solidFill>
              <a:srgbClr val="000000"/>
            </a:solidFill>
            <a:ln w="480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CDD01F85-13A0-C766-18D5-10E239F2417F}"/>
                </a:ext>
              </a:extLst>
            </p:cNvPr>
            <p:cNvSpPr/>
            <p:nvPr>
              <p:custDataLst>
                <p:tags r:id="rId150"/>
              </p:custDataLst>
            </p:nvPr>
          </p:nvSpPr>
          <p:spPr>
            <a:xfrm>
              <a:off x="11528563" y="5519473"/>
              <a:ext cx="167297" cy="159532"/>
            </a:xfrm>
            <a:custGeom>
              <a:avLst/>
              <a:gdLst>
                <a:gd name="connsiteX0" fmla="*/ 151668 w 167297"/>
                <a:gd name="connsiteY0" fmla="*/ 116561 h 159532"/>
                <a:gd name="connsiteX1" fmla="*/ 143903 w 167297"/>
                <a:gd name="connsiteY1" fmla="*/ 126091 h 159532"/>
                <a:gd name="connsiteX2" fmla="*/ 127667 w 167297"/>
                <a:gd name="connsiteY2" fmla="*/ 140209 h 159532"/>
                <a:gd name="connsiteX3" fmla="*/ 116726 w 167297"/>
                <a:gd name="connsiteY3" fmla="*/ 125738 h 159532"/>
                <a:gd name="connsiteX4" fmla="*/ 115314 w 167297"/>
                <a:gd name="connsiteY4" fmla="*/ 119738 h 159532"/>
                <a:gd name="connsiteX5" fmla="*/ 102608 w 167297"/>
                <a:gd name="connsiteY5" fmla="*/ 62560 h 159532"/>
                <a:gd name="connsiteX6" fmla="*/ 137197 w 167297"/>
                <a:gd name="connsiteY6" fmla="*/ 19853 h 159532"/>
                <a:gd name="connsiteX7" fmla="*/ 145668 w 167297"/>
                <a:gd name="connsiteY7" fmla="*/ 22677 h 159532"/>
                <a:gd name="connsiteX8" fmla="*/ 155197 w 167297"/>
                <a:gd name="connsiteY8" fmla="*/ 25853 h 159532"/>
                <a:gd name="connsiteX9" fmla="*/ 167550 w 167297"/>
                <a:gd name="connsiteY9" fmla="*/ 13147 h 159532"/>
                <a:gd name="connsiteX10" fmla="*/ 153079 w 167297"/>
                <a:gd name="connsiteY10" fmla="*/ 88 h 159532"/>
                <a:gd name="connsiteX11" fmla="*/ 99784 w 167297"/>
                <a:gd name="connsiteY11" fmla="*/ 50560 h 159532"/>
                <a:gd name="connsiteX12" fmla="*/ 95902 w 167297"/>
                <a:gd name="connsiteY12" fmla="*/ 31148 h 159532"/>
                <a:gd name="connsiteX13" fmla="*/ 77549 w 167297"/>
                <a:gd name="connsiteY13" fmla="*/ 88 h 159532"/>
                <a:gd name="connsiteX14" fmla="*/ 36254 w 167297"/>
                <a:gd name="connsiteY14" fmla="*/ 10324 h 159532"/>
                <a:gd name="connsiteX15" fmla="*/ 32371 w 167297"/>
                <a:gd name="connsiteY15" fmla="*/ 11735 h 159532"/>
                <a:gd name="connsiteX16" fmla="*/ 33783 w 167297"/>
                <a:gd name="connsiteY16" fmla="*/ 17030 h 159532"/>
                <a:gd name="connsiteX17" fmla="*/ 53548 w 167297"/>
                <a:gd name="connsiteY17" fmla="*/ 13147 h 159532"/>
                <a:gd name="connsiteX18" fmla="*/ 69431 w 167297"/>
                <a:gd name="connsiteY18" fmla="*/ 37501 h 159532"/>
                <a:gd name="connsiteX19" fmla="*/ 79666 w 167297"/>
                <a:gd name="connsiteY19" fmla="*/ 80913 h 159532"/>
                <a:gd name="connsiteX20" fmla="*/ 50725 w 167297"/>
                <a:gd name="connsiteY20" fmla="*/ 122208 h 159532"/>
                <a:gd name="connsiteX21" fmla="*/ 32724 w 167297"/>
                <a:gd name="connsiteY21" fmla="*/ 139150 h 159532"/>
                <a:gd name="connsiteX22" fmla="*/ 23548 w 167297"/>
                <a:gd name="connsiteY22" fmla="*/ 135973 h 159532"/>
                <a:gd name="connsiteX23" fmla="*/ 12253 w 167297"/>
                <a:gd name="connsiteY23" fmla="*/ 132444 h 159532"/>
                <a:gd name="connsiteX24" fmla="*/ 253 w 167297"/>
                <a:gd name="connsiteY24" fmla="*/ 144797 h 159532"/>
                <a:gd name="connsiteX25" fmla="*/ 17900 w 167297"/>
                <a:gd name="connsiteY25" fmla="*/ 159621 h 159532"/>
                <a:gd name="connsiteX26" fmla="*/ 50725 w 167297"/>
                <a:gd name="connsiteY26" fmla="*/ 134914 h 159532"/>
                <a:gd name="connsiteX27" fmla="*/ 82490 w 167297"/>
                <a:gd name="connsiteY27" fmla="*/ 93619 h 159532"/>
                <a:gd name="connsiteX28" fmla="*/ 93078 w 167297"/>
                <a:gd name="connsiteY28" fmla="*/ 135973 h 159532"/>
                <a:gd name="connsiteX29" fmla="*/ 113549 w 167297"/>
                <a:gd name="connsiteY29" fmla="*/ 159621 h 159532"/>
                <a:gd name="connsiteX30" fmla="*/ 156609 w 167297"/>
                <a:gd name="connsiteY30" fmla="*/ 119385 h 159532"/>
                <a:gd name="connsiteX31" fmla="*/ 151668 w 167297"/>
                <a:gd name="connsiteY31" fmla="*/ 116561 h 15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9532">
                  <a:moveTo>
                    <a:pt x="151668" y="116561"/>
                  </a:moveTo>
                  <a:cubicBezTo>
                    <a:pt x="148844" y="119738"/>
                    <a:pt x="147079" y="121855"/>
                    <a:pt x="143903" y="126091"/>
                  </a:cubicBezTo>
                  <a:cubicBezTo>
                    <a:pt x="135785" y="136679"/>
                    <a:pt x="131550" y="140209"/>
                    <a:pt x="127667" y="140209"/>
                  </a:cubicBezTo>
                  <a:cubicBezTo>
                    <a:pt x="122373" y="140209"/>
                    <a:pt x="119196" y="135620"/>
                    <a:pt x="116726" y="125738"/>
                  </a:cubicBezTo>
                  <a:cubicBezTo>
                    <a:pt x="116020" y="122914"/>
                    <a:pt x="115667" y="120796"/>
                    <a:pt x="115314" y="119738"/>
                  </a:cubicBezTo>
                  <a:cubicBezTo>
                    <a:pt x="106490" y="84090"/>
                    <a:pt x="102608" y="67854"/>
                    <a:pt x="102608" y="62560"/>
                  </a:cubicBezTo>
                  <a:cubicBezTo>
                    <a:pt x="118138" y="35383"/>
                    <a:pt x="130844" y="19853"/>
                    <a:pt x="137197" y="19853"/>
                  </a:cubicBezTo>
                  <a:cubicBezTo>
                    <a:pt x="139315" y="19853"/>
                    <a:pt x="142138" y="20912"/>
                    <a:pt x="145668" y="22677"/>
                  </a:cubicBezTo>
                  <a:cubicBezTo>
                    <a:pt x="149903" y="25147"/>
                    <a:pt x="152374" y="25853"/>
                    <a:pt x="155197" y="25853"/>
                  </a:cubicBezTo>
                  <a:cubicBezTo>
                    <a:pt x="162609" y="25853"/>
                    <a:pt x="167550" y="20559"/>
                    <a:pt x="167550" y="13147"/>
                  </a:cubicBezTo>
                  <a:cubicBezTo>
                    <a:pt x="167550" y="5735"/>
                    <a:pt x="161550" y="88"/>
                    <a:pt x="153079" y="88"/>
                  </a:cubicBezTo>
                  <a:cubicBezTo>
                    <a:pt x="137550" y="88"/>
                    <a:pt x="124138" y="12794"/>
                    <a:pt x="99784" y="50560"/>
                  </a:cubicBezTo>
                  <a:lnTo>
                    <a:pt x="95902" y="31148"/>
                  </a:lnTo>
                  <a:cubicBezTo>
                    <a:pt x="90961" y="7147"/>
                    <a:pt x="87078" y="88"/>
                    <a:pt x="77549" y="88"/>
                  </a:cubicBezTo>
                  <a:cubicBezTo>
                    <a:pt x="69784" y="88"/>
                    <a:pt x="57784" y="3265"/>
                    <a:pt x="36254" y="10324"/>
                  </a:cubicBezTo>
                  <a:lnTo>
                    <a:pt x="32371" y="11735"/>
                  </a:lnTo>
                  <a:lnTo>
                    <a:pt x="33783" y="17030"/>
                  </a:lnTo>
                  <a:cubicBezTo>
                    <a:pt x="47195" y="13853"/>
                    <a:pt x="50372" y="13147"/>
                    <a:pt x="53548" y="13147"/>
                  </a:cubicBezTo>
                  <a:cubicBezTo>
                    <a:pt x="62372" y="13147"/>
                    <a:pt x="64490" y="16324"/>
                    <a:pt x="69431" y="37501"/>
                  </a:cubicBezTo>
                  <a:lnTo>
                    <a:pt x="79666" y="80913"/>
                  </a:lnTo>
                  <a:lnTo>
                    <a:pt x="50725" y="122208"/>
                  </a:lnTo>
                  <a:cubicBezTo>
                    <a:pt x="43666" y="132797"/>
                    <a:pt x="36607" y="139150"/>
                    <a:pt x="32724" y="139150"/>
                  </a:cubicBezTo>
                  <a:cubicBezTo>
                    <a:pt x="30607" y="139150"/>
                    <a:pt x="27077" y="138091"/>
                    <a:pt x="23548" y="135973"/>
                  </a:cubicBezTo>
                  <a:cubicBezTo>
                    <a:pt x="18959" y="133503"/>
                    <a:pt x="15077" y="132444"/>
                    <a:pt x="12253" y="132444"/>
                  </a:cubicBezTo>
                  <a:cubicBezTo>
                    <a:pt x="5547" y="132444"/>
                    <a:pt x="253" y="137738"/>
                    <a:pt x="253" y="144797"/>
                  </a:cubicBezTo>
                  <a:cubicBezTo>
                    <a:pt x="253" y="153973"/>
                    <a:pt x="7312" y="159621"/>
                    <a:pt x="17900" y="159621"/>
                  </a:cubicBezTo>
                  <a:cubicBezTo>
                    <a:pt x="28842" y="159621"/>
                    <a:pt x="33077" y="156444"/>
                    <a:pt x="50725" y="134914"/>
                  </a:cubicBezTo>
                  <a:cubicBezTo>
                    <a:pt x="60254" y="123620"/>
                    <a:pt x="67666" y="114090"/>
                    <a:pt x="82490" y="93619"/>
                  </a:cubicBezTo>
                  <a:lnTo>
                    <a:pt x="93078" y="135973"/>
                  </a:lnTo>
                  <a:cubicBezTo>
                    <a:pt x="97667" y="153973"/>
                    <a:pt x="102255" y="159621"/>
                    <a:pt x="113549" y="159621"/>
                  </a:cubicBezTo>
                  <a:cubicBezTo>
                    <a:pt x="126961" y="159621"/>
                    <a:pt x="136138" y="151150"/>
                    <a:pt x="156609" y="119385"/>
                  </a:cubicBezTo>
                  <a:lnTo>
                    <a:pt x="151668" y="116561"/>
                  </a:lnTo>
                  <a:close/>
                </a:path>
              </a:pathLst>
            </a:custGeom>
            <a:solidFill>
              <a:srgbClr val="000000"/>
            </a:solidFill>
            <a:ln w="355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2D51B56F-7305-C26E-1084-F30A7B593F7D}"/>
                </a:ext>
              </a:extLst>
            </p:cNvPr>
            <p:cNvSpPr/>
            <p:nvPr>
              <p:custDataLst>
                <p:tags r:id="rId151"/>
              </p:custDataLst>
            </p:nvPr>
          </p:nvSpPr>
          <p:spPr>
            <a:xfrm>
              <a:off x="11794936" y="5545591"/>
              <a:ext cx="234710" cy="82589"/>
            </a:xfrm>
            <a:custGeom>
              <a:avLst/>
              <a:gdLst>
                <a:gd name="connsiteX0" fmla="*/ 222971 w 234710"/>
                <a:gd name="connsiteY0" fmla="*/ 14205 h 82589"/>
                <a:gd name="connsiteX1" fmla="*/ 234971 w 234710"/>
                <a:gd name="connsiteY1" fmla="*/ 7146 h 82589"/>
                <a:gd name="connsiteX2" fmla="*/ 223324 w 234710"/>
                <a:gd name="connsiteY2" fmla="*/ 88 h 82589"/>
                <a:gd name="connsiteX3" fmla="*/ 11908 w 234710"/>
                <a:gd name="connsiteY3" fmla="*/ 88 h 82589"/>
                <a:gd name="connsiteX4" fmla="*/ 261 w 234710"/>
                <a:gd name="connsiteY4" fmla="*/ 7146 h 82589"/>
                <a:gd name="connsiteX5" fmla="*/ 12261 w 234710"/>
                <a:gd name="connsiteY5" fmla="*/ 14205 h 82589"/>
                <a:gd name="connsiteX6" fmla="*/ 222971 w 234710"/>
                <a:gd name="connsiteY6" fmla="*/ 14205 h 82589"/>
                <a:gd name="connsiteX7" fmla="*/ 223324 w 234710"/>
                <a:gd name="connsiteY7" fmla="*/ 82677 h 82589"/>
                <a:gd name="connsiteX8" fmla="*/ 234971 w 234710"/>
                <a:gd name="connsiteY8" fmla="*/ 75618 h 82589"/>
                <a:gd name="connsiteX9" fmla="*/ 222971 w 234710"/>
                <a:gd name="connsiteY9" fmla="*/ 68559 h 82589"/>
                <a:gd name="connsiteX10" fmla="*/ 12261 w 234710"/>
                <a:gd name="connsiteY10" fmla="*/ 68559 h 82589"/>
                <a:gd name="connsiteX11" fmla="*/ 261 w 234710"/>
                <a:gd name="connsiteY11" fmla="*/ 75618 h 82589"/>
                <a:gd name="connsiteX12" fmla="*/ 11908 w 234710"/>
                <a:gd name="connsiteY12" fmla="*/ 82677 h 82589"/>
                <a:gd name="connsiteX13" fmla="*/ 223324 w 234710"/>
                <a:gd name="connsiteY13" fmla="*/ 82677 h 82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710" h="82589">
                  <a:moveTo>
                    <a:pt x="222971" y="14205"/>
                  </a:moveTo>
                  <a:cubicBezTo>
                    <a:pt x="228265" y="14205"/>
                    <a:pt x="234971" y="14205"/>
                    <a:pt x="234971" y="7146"/>
                  </a:cubicBezTo>
                  <a:cubicBezTo>
                    <a:pt x="234971" y="88"/>
                    <a:pt x="228265" y="88"/>
                    <a:pt x="223324" y="88"/>
                  </a:cubicBezTo>
                  <a:lnTo>
                    <a:pt x="11908" y="88"/>
                  </a:lnTo>
                  <a:cubicBezTo>
                    <a:pt x="6967" y="88"/>
                    <a:pt x="261" y="88"/>
                    <a:pt x="261" y="7146"/>
                  </a:cubicBezTo>
                  <a:cubicBezTo>
                    <a:pt x="261" y="14205"/>
                    <a:pt x="6967" y="14205"/>
                    <a:pt x="12261" y="14205"/>
                  </a:cubicBezTo>
                  <a:lnTo>
                    <a:pt x="222971" y="14205"/>
                  </a:lnTo>
                  <a:close/>
                  <a:moveTo>
                    <a:pt x="223324" y="82677"/>
                  </a:moveTo>
                  <a:cubicBezTo>
                    <a:pt x="228265" y="82677"/>
                    <a:pt x="234971" y="82677"/>
                    <a:pt x="234971" y="75618"/>
                  </a:cubicBezTo>
                  <a:cubicBezTo>
                    <a:pt x="234971" y="68559"/>
                    <a:pt x="228265" y="68559"/>
                    <a:pt x="222971" y="68559"/>
                  </a:cubicBezTo>
                  <a:lnTo>
                    <a:pt x="12261" y="68559"/>
                  </a:lnTo>
                  <a:cubicBezTo>
                    <a:pt x="6967" y="68559"/>
                    <a:pt x="261" y="68559"/>
                    <a:pt x="261" y="75618"/>
                  </a:cubicBezTo>
                  <a:cubicBezTo>
                    <a:pt x="261" y="82677"/>
                    <a:pt x="6967" y="82677"/>
                    <a:pt x="11908" y="82677"/>
                  </a:cubicBezTo>
                  <a:lnTo>
                    <a:pt x="223324" y="82677"/>
                  </a:lnTo>
                  <a:close/>
                </a:path>
              </a:pathLst>
            </a:custGeom>
            <a:solidFill>
              <a:srgbClr val="000000"/>
            </a:solidFill>
            <a:ln w="480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88DF645C-8B0F-2731-D583-9905C8486F32}"/>
                </a:ext>
              </a:extLst>
            </p:cNvPr>
            <p:cNvSpPr/>
            <p:nvPr>
              <p:custDataLst>
                <p:tags r:id="rId152"/>
              </p:custDataLst>
            </p:nvPr>
          </p:nvSpPr>
          <p:spPr>
            <a:xfrm>
              <a:off x="12119632" y="5519473"/>
              <a:ext cx="167297" cy="159532"/>
            </a:xfrm>
            <a:custGeom>
              <a:avLst/>
              <a:gdLst>
                <a:gd name="connsiteX0" fmla="*/ 151684 w 167297"/>
                <a:gd name="connsiteY0" fmla="*/ 116561 h 159532"/>
                <a:gd name="connsiteX1" fmla="*/ 143919 w 167297"/>
                <a:gd name="connsiteY1" fmla="*/ 126091 h 159532"/>
                <a:gd name="connsiteX2" fmla="*/ 127684 w 167297"/>
                <a:gd name="connsiteY2" fmla="*/ 140209 h 159532"/>
                <a:gd name="connsiteX3" fmla="*/ 116742 w 167297"/>
                <a:gd name="connsiteY3" fmla="*/ 125738 h 159532"/>
                <a:gd name="connsiteX4" fmla="*/ 115331 w 167297"/>
                <a:gd name="connsiteY4" fmla="*/ 119738 h 159532"/>
                <a:gd name="connsiteX5" fmla="*/ 102625 w 167297"/>
                <a:gd name="connsiteY5" fmla="*/ 62560 h 159532"/>
                <a:gd name="connsiteX6" fmla="*/ 137213 w 167297"/>
                <a:gd name="connsiteY6" fmla="*/ 19853 h 159532"/>
                <a:gd name="connsiteX7" fmla="*/ 145684 w 167297"/>
                <a:gd name="connsiteY7" fmla="*/ 22677 h 159532"/>
                <a:gd name="connsiteX8" fmla="*/ 155214 w 167297"/>
                <a:gd name="connsiteY8" fmla="*/ 25853 h 159532"/>
                <a:gd name="connsiteX9" fmla="*/ 167567 w 167297"/>
                <a:gd name="connsiteY9" fmla="*/ 13147 h 159532"/>
                <a:gd name="connsiteX10" fmla="*/ 153096 w 167297"/>
                <a:gd name="connsiteY10" fmla="*/ 88 h 159532"/>
                <a:gd name="connsiteX11" fmla="*/ 99801 w 167297"/>
                <a:gd name="connsiteY11" fmla="*/ 50560 h 159532"/>
                <a:gd name="connsiteX12" fmla="*/ 95919 w 167297"/>
                <a:gd name="connsiteY12" fmla="*/ 31148 h 159532"/>
                <a:gd name="connsiteX13" fmla="*/ 77565 w 167297"/>
                <a:gd name="connsiteY13" fmla="*/ 88 h 159532"/>
                <a:gd name="connsiteX14" fmla="*/ 36270 w 167297"/>
                <a:gd name="connsiteY14" fmla="*/ 10324 h 159532"/>
                <a:gd name="connsiteX15" fmla="*/ 32388 w 167297"/>
                <a:gd name="connsiteY15" fmla="*/ 11735 h 159532"/>
                <a:gd name="connsiteX16" fmla="*/ 33800 w 167297"/>
                <a:gd name="connsiteY16" fmla="*/ 17030 h 159532"/>
                <a:gd name="connsiteX17" fmla="*/ 53565 w 167297"/>
                <a:gd name="connsiteY17" fmla="*/ 13147 h 159532"/>
                <a:gd name="connsiteX18" fmla="*/ 69447 w 167297"/>
                <a:gd name="connsiteY18" fmla="*/ 37501 h 159532"/>
                <a:gd name="connsiteX19" fmla="*/ 79683 w 167297"/>
                <a:gd name="connsiteY19" fmla="*/ 80913 h 159532"/>
                <a:gd name="connsiteX20" fmla="*/ 50741 w 167297"/>
                <a:gd name="connsiteY20" fmla="*/ 122208 h 159532"/>
                <a:gd name="connsiteX21" fmla="*/ 32741 w 167297"/>
                <a:gd name="connsiteY21" fmla="*/ 139150 h 159532"/>
                <a:gd name="connsiteX22" fmla="*/ 23564 w 167297"/>
                <a:gd name="connsiteY22" fmla="*/ 135973 h 159532"/>
                <a:gd name="connsiteX23" fmla="*/ 12270 w 167297"/>
                <a:gd name="connsiteY23" fmla="*/ 132444 h 159532"/>
                <a:gd name="connsiteX24" fmla="*/ 270 w 167297"/>
                <a:gd name="connsiteY24" fmla="*/ 144797 h 159532"/>
                <a:gd name="connsiteX25" fmla="*/ 17917 w 167297"/>
                <a:gd name="connsiteY25" fmla="*/ 159621 h 159532"/>
                <a:gd name="connsiteX26" fmla="*/ 50741 w 167297"/>
                <a:gd name="connsiteY26" fmla="*/ 134914 h 159532"/>
                <a:gd name="connsiteX27" fmla="*/ 82507 w 167297"/>
                <a:gd name="connsiteY27" fmla="*/ 93619 h 159532"/>
                <a:gd name="connsiteX28" fmla="*/ 93095 w 167297"/>
                <a:gd name="connsiteY28" fmla="*/ 135973 h 159532"/>
                <a:gd name="connsiteX29" fmla="*/ 113566 w 167297"/>
                <a:gd name="connsiteY29" fmla="*/ 159621 h 159532"/>
                <a:gd name="connsiteX30" fmla="*/ 156626 w 167297"/>
                <a:gd name="connsiteY30" fmla="*/ 119385 h 159532"/>
                <a:gd name="connsiteX31" fmla="*/ 151684 w 167297"/>
                <a:gd name="connsiteY31" fmla="*/ 116561 h 15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59532">
                  <a:moveTo>
                    <a:pt x="151684" y="116561"/>
                  </a:moveTo>
                  <a:cubicBezTo>
                    <a:pt x="148861" y="119738"/>
                    <a:pt x="147096" y="121855"/>
                    <a:pt x="143919" y="126091"/>
                  </a:cubicBezTo>
                  <a:cubicBezTo>
                    <a:pt x="135802" y="136679"/>
                    <a:pt x="131566" y="140209"/>
                    <a:pt x="127684" y="140209"/>
                  </a:cubicBezTo>
                  <a:cubicBezTo>
                    <a:pt x="122390" y="140209"/>
                    <a:pt x="119213" y="135620"/>
                    <a:pt x="116742" y="125738"/>
                  </a:cubicBezTo>
                  <a:cubicBezTo>
                    <a:pt x="116037" y="122914"/>
                    <a:pt x="115684" y="120796"/>
                    <a:pt x="115331" y="119738"/>
                  </a:cubicBezTo>
                  <a:cubicBezTo>
                    <a:pt x="106507" y="84090"/>
                    <a:pt x="102625" y="67854"/>
                    <a:pt x="102625" y="62560"/>
                  </a:cubicBezTo>
                  <a:cubicBezTo>
                    <a:pt x="118154" y="35383"/>
                    <a:pt x="130860" y="19853"/>
                    <a:pt x="137213" y="19853"/>
                  </a:cubicBezTo>
                  <a:cubicBezTo>
                    <a:pt x="139331" y="19853"/>
                    <a:pt x="142155" y="20912"/>
                    <a:pt x="145684" y="22677"/>
                  </a:cubicBezTo>
                  <a:cubicBezTo>
                    <a:pt x="149920" y="25147"/>
                    <a:pt x="152390" y="25853"/>
                    <a:pt x="155214" y="25853"/>
                  </a:cubicBezTo>
                  <a:cubicBezTo>
                    <a:pt x="162626" y="25853"/>
                    <a:pt x="167567" y="20559"/>
                    <a:pt x="167567" y="13147"/>
                  </a:cubicBezTo>
                  <a:cubicBezTo>
                    <a:pt x="167567" y="5735"/>
                    <a:pt x="161567" y="88"/>
                    <a:pt x="153096" y="88"/>
                  </a:cubicBezTo>
                  <a:cubicBezTo>
                    <a:pt x="137566" y="88"/>
                    <a:pt x="124154" y="12794"/>
                    <a:pt x="99801" y="50560"/>
                  </a:cubicBezTo>
                  <a:lnTo>
                    <a:pt x="95919" y="31148"/>
                  </a:lnTo>
                  <a:cubicBezTo>
                    <a:pt x="90977" y="7147"/>
                    <a:pt x="87095" y="88"/>
                    <a:pt x="77565" y="88"/>
                  </a:cubicBezTo>
                  <a:cubicBezTo>
                    <a:pt x="69800" y="88"/>
                    <a:pt x="57800" y="3265"/>
                    <a:pt x="36270" y="10324"/>
                  </a:cubicBezTo>
                  <a:lnTo>
                    <a:pt x="32388" y="11735"/>
                  </a:lnTo>
                  <a:lnTo>
                    <a:pt x="33800" y="17030"/>
                  </a:lnTo>
                  <a:cubicBezTo>
                    <a:pt x="47212" y="13853"/>
                    <a:pt x="50388" y="13147"/>
                    <a:pt x="53565" y="13147"/>
                  </a:cubicBezTo>
                  <a:cubicBezTo>
                    <a:pt x="62389" y="13147"/>
                    <a:pt x="64506" y="16324"/>
                    <a:pt x="69447" y="37501"/>
                  </a:cubicBezTo>
                  <a:lnTo>
                    <a:pt x="79683" y="80913"/>
                  </a:lnTo>
                  <a:lnTo>
                    <a:pt x="50741" y="122208"/>
                  </a:lnTo>
                  <a:cubicBezTo>
                    <a:pt x="43682" y="132797"/>
                    <a:pt x="36623" y="139150"/>
                    <a:pt x="32741" y="139150"/>
                  </a:cubicBezTo>
                  <a:cubicBezTo>
                    <a:pt x="30623" y="139150"/>
                    <a:pt x="27094" y="138091"/>
                    <a:pt x="23564" y="135973"/>
                  </a:cubicBezTo>
                  <a:cubicBezTo>
                    <a:pt x="18976" y="133503"/>
                    <a:pt x="15093" y="132444"/>
                    <a:pt x="12270" y="132444"/>
                  </a:cubicBezTo>
                  <a:cubicBezTo>
                    <a:pt x="5564" y="132444"/>
                    <a:pt x="270" y="137738"/>
                    <a:pt x="270" y="144797"/>
                  </a:cubicBezTo>
                  <a:cubicBezTo>
                    <a:pt x="270" y="153973"/>
                    <a:pt x="7329" y="159621"/>
                    <a:pt x="17917" y="159621"/>
                  </a:cubicBezTo>
                  <a:cubicBezTo>
                    <a:pt x="28858" y="159621"/>
                    <a:pt x="33094" y="156444"/>
                    <a:pt x="50741" y="134914"/>
                  </a:cubicBezTo>
                  <a:cubicBezTo>
                    <a:pt x="60271" y="123620"/>
                    <a:pt x="67683" y="114090"/>
                    <a:pt x="82507" y="93619"/>
                  </a:cubicBezTo>
                  <a:lnTo>
                    <a:pt x="93095" y="135973"/>
                  </a:lnTo>
                  <a:cubicBezTo>
                    <a:pt x="97683" y="153973"/>
                    <a:pt x="102272" y="159621"/>
                    <a:pt x="113566" y="159621"/>
                  </a:cubicBezTo>
                  <a:cubicBezTo>
                    <a:pt x="126978" y="159621"/>
                    <a:pt x="136155" y="151150"/>
                    <a:pt x="156626" y="119385"/>
                  </a:cubicBezTo>
                  <a:lnTo>
                    <a:pt x="151684" y="116561"/>
                  </a:lnTo>
                  <a:close/>
                </a:path>
              </a:pathLst>
            </a:custGeom>
            <a:solidFill>
              <a:srgbClr val="000000"/>
            </a:solidFill>
            <a:ln w="355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4F36F4A1-A5DC-BFEF-FD19-F6E306ECF3FD}"/>
                </a:ext>
              </a:extLst>
            </p:cNvPr>
            <p:cNvSpPr/>
            <p:nvPr>
              <p:custDataLst>
                <p:tags r:id="rId153"/>
              </p:custDataLst>
            </p:nvPr>
          </p:nvSpPr>
          <p:spPr>
            <a:xfrm>
              <a:off x="12292724" y="5552081"/>
              <a:ext cx="118053" cy="180215"/>
            </a:xfrm>
            <a:custGeom>
              <a:avLst/>
              <a:gdLst>
                <a:gd name="connsiteX0" fmla="*/ 60346 w 118053"/>
                <a:gd name="connsiteY0" fmla="*/ 90 h 180215"/>
                <a:gd name="connsiteX1" fmla="*/ 25348 w 118053"/>
                <a:gd name="connsiteY1" fmla="*/ 13671 h 180215"/>
                <a:gd name="connsiteX2" fmla="*/ 274 w 118053"/>
                <a:gd name="connsiteY2" fmla="*/ 88891 h 180215"/>
                <a:gd name="connsiteX3" fmla="*/ 21169 w 118053"/>
                <a:gd name="connsiteY3" fmla="*/ 162544 h 180215"/>
                <a:gd name="connsiteX4" fmla="*/ 59301 w 118053"/>
                <a:gd name="connsiteY4" fmla="*/ 180305 h 180215"/>
                <a:gd name="connsiteX5" fmla="*/ 93255 w 118053"/>
                <a:gd name="connsiteY5" fmla="*/ 166723 h 180215"/>
                <a:gd name="connsiteX6" fmla="*/ 118328 w 118053"/>
                <a:gd name="connsiteY6" fmla="*/ 90458 h 180215"/>
                <a:gd name="connsiteX7" fmla="*/ 60346 w 118053"/>
                <a:gd name="connsiteY7" fmla="*/ 90 h 180215"/>
                <a:gd name="connsiteX8" fmla="*/ 59562 w 118053"/>
                <a:gd name="connsiteY8" fmla="*/ 6880 h 180215"/>
                <a:gd name="connsiteX9" fmla="*/ 93255 w 118053"/>
                <a:gd name="connsiteY9" fmla="*/ 90981 h 180215"/>
                <a:gd name="connsiteX10" fmla="*/ 59301 w 118053"/>
                <a:gd name="connsiteY10" fmla="*/ 173514 h 180215"/>
                <a:gd name="connsiteX11" fmla="*/ 25348 w 118053"/>
                <a:gd name="connsiteY11" fmla="*/ 91242 h 180215"/>
                <a:gd name="connsiteX12" fmla="*/ 59562 w 118053"/>
                <a:gd name="connsiteY12" fmla="*/ 6880 h 180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8053" h="180215">
                  <a:moveTo>
                    <a:pt x="60346" y="90"/>
                  </a:moveTo>
                  <a:cubicBezTo>
                    <a:pt x="45981" y="90"/>
                    <a:pt x="35011" y="4530"/>
                    <a:pt x="25348" y="13671"/>
                  </a:cubicBezTo>
                  <a:cubicBezTo>
                    <a:pt x="10199" y="28297"/>
                    <a:pt x="274" y="58333"/>
                    <a:pt x="274" y="88891"/>
                  </a:cubicBezTo>
                  <a:cubicBezTo>
                    <a:pt x="274" y="117360"/>
                    <a:pt x="8893" y="147918"/>
                    <a:pt x="21169" y="162544"/>
                  </a:cubicBezTo>
                  <a:cubicBezTo>
                    <a:pt x="30832" y="174036"/>
                    <a:pt x="44153" y="180305"/>
                    <a:pt x="59301" y="180305"/>
                  </a:cubicBezTo>
                  <a:cubicBezTo>
                    <a:pt x="72621" y="180305"/>
                    <a:pt x="83852" y="175865"/>
                    <a:pt x="93255" y="166723"/>
                  </a:cubicBezTo>
                  <a:cubicBezTo>
                    <a:pt x="108403" y="152358"/>
                    <a:pt x="118328" y="122061"/>
                    <a:pt x="118328" y="90458"/>
                  </a:cubicBezTo>
                  <a:cubicBezTo>
                    <a:pt x="118328" y="36916"/>
                    <a:pt x="94561" y="90"/>
                    <a:pt x="60346" y="90"/>
                  </a:cubicBezTo>
                  <a:close/>
                  <a:moveTo>
                    <a:pt x="59562" y="6880"/>
                  </a:moveTo>
                  <a:cubicBezTo>
                    <a:pt x="81501" y="6880"/>
                    <a:pt x="93255" y="36394"/>
                    <a:pt x="93255" y="90981"/>
                  </a:cubicBezTo>
                  <a:cubicBezTo>
                    <a:pt x="93255" y="145568"/>
                    <a:pt x="81763" y="173514"/>
                    <a:pt x="59301" y="173514"/>
                  </a:cubicBezTo>
                  <a:cubicBezTo>
                    <a:pt x="36839" y="173514"/>
                    <a:pt x="25348" y="145568"/>
                    <a:pt x="25348" y="91242"/>
                  </a:cubicBezTo>
                  <a:cubicBezTo>
                    <a:pt x="25348" y="35871"/>
                    <a:pt x="37101" y="6880"/>
                    <a:pt x="59562" y="6880"/>
                  </a:cubicBezTo>
                  <a:close/>
                </a:path>
              </a:pathLst>
            </a:custGeom>
            <a:solidFill>
              <a:srgbClr val="000000"/>
            </a:solidFill>
            <a:ln w="355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E56B8A2C-51A8-4E6E-15D1-E47366CABDAE}"/>
                </a:ext>
              </a:extLst>
            </p:cNvPr>
            <p:cNvSpPr/>
            <p:nvPr>
              <p:custDataLst>
                <p:tags r:id="rId154"/>
              </p:custDataLst>
            </p:nvPr>
          </p:nvSpPr>
          <p:spPr>
            <a:xfrm>
              <a:off x="12455368" y="5410412"/>
              <a:ext cx="81883" cy="352947"/>
            </a:xfrm>
            <a:custGeom>
              <a:avLst/>
              <a:gdLst>
                <a:gd name="connsiteX0" fmla="*/ 82163 w 81883"/>
                <a:gd name="connsiteY0" fmla="*/ 176561 h 352947"/>
                <a:gd name="connsiteX1" fmla="*/ 58868 w 81883"/>
                <a:gd name="connsiteY1" fmla="*/ 66442 h 352947"/>
                <a:gd name="connsiteX2" fmla="*/ 3808 w 81883"/>
                <a:gd name="connsiteY2" fmla="*/ 88 h 352947"/>
                <a:gd name="connsiteX3" fmla="*/ 279 w 81883"/>
                <a:gd name="connsiteY3" fmla="*/ 3617 h 352947"/>
                <a:gd name="connsiteX4" fmla="*/ 6985 w 81883"/>
                <a:gd name="connsiteY4" fmla="*/ 11735 h 352947"/>
                <a:gd name="connsiteX5" fmla="*/ 61692 w 81883"/>
                <a:gd name="connsiteY5" fmla="*/ 176561 h 352947"/>
                <a:gd name="connsiteX6" fmla="*/ 4867 w 81883"/>
                <a:gd name="connsiteY6" fmla="*/ 343506 h 352947"/>
                <a:gd name="connsiteX7" fmla="*/ 279 w 81883"/>
                <a:gd name="connsiteY7" fmla="*/ 349506 h 352947"/>
                <a:gd name="connsiteX8" fmla="*/ 3808 w 81883"/>
                <a:gd name="connsiteY8" fmla="*/ 353035 h 352947"/>
                <a:gd name="connsiteX9" fmla="*/ 59927 w 81883"/>
                <a:gd name="connsiteY9" fmla="*/ 284210 h 352947"/>
                <a:gd name="connsiteX10" fmla="*/ 82163 w 81883"/>
                <a:gd name="connsiteY10" fmla="*/ 176561 h 35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52947">
                  <a:moveTo>
                    <a:pt x="82163" y="176561"/>
                  </a:moveTo>
                  <a:cubicBezTo>
                    <a:pt x="82163" y="149031"/>
                    <a:pt x="78280" y="106325"/>
                    <a:pt x="58868" y="66442"/>
                  </a:cubicBezTo>
                  <a:cubicBezTo>
                    <a:pt x="37691" y="23029"/>
                    <a:pt x="7338" y="88"/>
                    <a:pt x="3808" y="88"/>
                  </a:cubicBezTo>
                  <a:cubicBezTo>
                    <a:pt x="1690" y="88"/>
                    <a:pt x="279" y="1499"/>
                    <a:pt x="279" y="3617"/>
                  </a:cubicBezTo>
                  <a:cubicBezTo>
                    <a:pt x="279" y="4676"/>
                    <a:pt x="279" y="5382"/>
                    <a:pt x="6985" y="11735"/>
                  </a:cubicBezTo>
                  <a:cubicBezTo>
                    <a:pt x="41574" y="46677"/>
                    <a:pt x="61692" y="102795"/>
                    <a:pt x="61692" y="176561"/>
                  </a:cubicBezTo>
                  <a:cubicBezTo>
                    <a:pt x="61692" y="236915"/>
                    <a:pt x="48633" y="299034"/>
                    <a:pt x="4867" y="343506"/>
                  </a:cubicBezTo>
                  <a:cubicBezTo>
                    <a:pt x="279" y="347741"/>
                    <a:pt x="279" y="348447"/>
                    <a:pt x="279" y="349506"/>
                  </a:cubicBezTo>
                  <a:cubicBezTo>
                    <a:pt x="279" y="351624"/>
                    <a:pt x="1690" y="353035"/>
                    <a:pt x="3808" y="353035"/>
                  </a:cubicBezTo>
                  <a:cubicBezTo>
                    <a:pt x="7338" y="353035"/>
                    <a:pt x="39103" y="329035"/>
                    <a:pt x="59927" y="284210"/>
                  </a:cubicBezTo>
                  <a:cubicBezTo>
                    <a:pt x="77927" y="245386"/>
                    <a:pt x="82163" y="206209"/>
                    <a:pt x="82163" y="176561"/>
                  </a:cubicBezTo>
                  <a:close/>
                </a:path>
              </a:pathLst>
            </a:custGeom>
            <a:solidFill>
              <a:srgbClr val="000000"/>
            </a:solidFill>
            <a:ln w="480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ED591ABB-7422-E86A-B499-CAE569F7ED22}"/>
                </a:ext>
              </a:extLst>
            </p:cNvPr>
            <p:cNvSpPr/>
            <p:nvPr>
              <p:custDataLst>
                <p:tags r:id="rId155"/>
              </p:custDataLst>
            </p:nvPr>
          </p:nvSpPr>
          <p:spPr>
            <a:xfrm>
              <a:off x="12671193" y="5545591"/>
              <a:ext cx="234710" cy="82589"/>
            </a:xfrm>
            <a:custGeom>
              <a:avLst/>
              <a:gdLst>
                <a:gd name="connsiteX0" fmla="*/ 222995 w 234710"/>
                <a:gd name="connsiteY0" fmla="*/ 14205 h 82589"/>
                <a:gd name="connsiteX1" fmla="*/ 234996 w 234710"/>
                <a:gd name="connsiteY1" fmla="*/ 7146 h 82589"/>
                <a:gd name="connsiteX2" fmla="*/ 223348 w 234710"/>
                <a:gd name="connsiteY2" fmla="*/ 88 h 82589"/>
                <a:gd name="connsiteX3" fmla="*/ 11933 w 234710"/>
                <a:gd name="connsiteY3" fmla="*/ 88 h 82589"/>
                <a:gd name="connsiteX4" fmla="*/ 285 w 234710"/>
                <a:gd name="connsiteY4" fmla="*/ 7146 h 82589"/>
                <a:gd name="connsiteX5" fmla="*/ 12286 w 234710"/>
                <a:gd name="connsiteY5" fmla="*/ 14205 h 82589"/>
                <a:gd name="connsiteX6" fmla="*/ 222995 w 234710"/>
                <a:gd name="connsiteY6" fmla="*/ 14205 h 82589"/>
                <a:gd name="connsiteX7" fmla="*/ 223348 w 234710"/>
                <a:gd name="connsiteY7" fmla="*/ 82677 h 82589"/>
                <a:gd name="connsiteX8" fmla="*/ 234996 w 234710"/>
                <a:gd name="connsiteY8" fmla="*/ 75618 h 82589"/>
                <a:gd name="connsiteX9" fmla="*/ 222995 w 234710"/>
                <a:gd name="connsiteY9" fmla="*/ 68559 h 82589"/>
                <a:gd name="connsiteX10" fmla="*/ 12286 w 234710"/>
                <a:gd name="connsiteY10" fmla="*/ 68559 h 82589"/>
                <a:gd name="connsiteX11" fmla="*/ 285 w 234710"/>
                <a:gd name="connsiteY11" fmla="*/ 75618 h 82589"/>
                <a:gd name="connsiteX12" fmla="*/ 11933 w 234710"/>
                <a:gd name="connsiteY12" fmla="*/ 82677 h 82589"/>
                <a:gd name="connsiteX13" fmla="*/ 223348 w 234710"/>
                <a:gd name="connsiteY13" fmla="*/ 82677 h 825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710" h="82589">
                  <a:moveTo>
                    <a:pt x="222995" y="14205"/>
                  </a:moveTo>
                  <a:cubicBezTo>
                    <a:pt x="228290" y="14205"/>
                    <a:pt x="234996" y="14205"/>
                    <a:pt x="234996" y="7146"/>
                  </a:cubicBezTo>
                  <a:cubicBezTo>
                    <a:pt x="234996" y="88"/>
                    <a:pt x="228290" y="88"/>
                    <a:pt x="223348" y="88"/>
                  </a:cubicBezTo>
                  <a:lnTo>
                    <a:pt x="11933" y="88"/>
                  </a:lnTo>
                  <a:cubicBezTo>
                    <a:pt x="6991" y="88"/>
                    <a:pt x="285" y="88"/>
                    <a:pt x="285" y="7146"/>
                  </a:cubicBezTo>
                  <a:cubicBezTo>
                    <a:pt x="285" y="14205"/>
                    <a:pt x="6991" y="14205"/>
                    <a:pt x="12286" y="14205"/>
                  </a:cubicBezTo>
                  <a:lnTo>
                    <a:pt x="222995" y="14205"/>
                  </a:lnTo>
                  <a:close/>
                  <a:moveTo>
                    <a:pt x="223348" y="82677"/>
                  </a:moveTo>
                  <a:cubicBezTo>
                    <a:pt x="228290" y="82677"/>
                    <a:pt x="234996" y="82677"/>
                    <a:pt x="234996" y="75618"/>
                  </a:cubicBezTo>
                  <a:cubicBezTo>
                    <a:pt x="234996" y="68559"/>
                    <a:pt x="228290" y="68559"/>
                    <a:pt x="222995" y="68559"/>
                  </a:cubicBezTo>
                  <a:lnTo>
                    <a:pt x="12286" y="68559"/>
                  </a:lnTo>
                  <a:cubicBezTo>
                    <a:pt x="6991" y="68559"/>
                    <a:pt x="285" y="68559"/>
                    <a:pt x="285" y="75618"/>
                  </a:cubicBezTo>
                  <a:cubicBezTo>
                    <a:pt x="285" y="82677"/>
                    <a:pt x="6991" y="82677"/>
                    <a:pt x="11933" y="82677"/>
                  </a:cubicBezTo>
                  <a:lnTo>
                    <a:pt x="223348" y="82677"/>
                  </a:lnTo>
                  <a:close/>
                </a:path>
              </a:pathLst>
            </a:custGeom>
            <a:solidFill>
              <a:srgbClr val="000000"/>
            </a:solidFill>
            <a:ln w="4803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43558CD-F41E-078A-FFCF-0B3AFA1C9D3D}"/>
                </a:ext>
              </a:extLst>
            </p:cNvPr>
            <p:cNvSpPr/>
            <p:nvPr>
              <p:custDataLst>
                <p:tags r:id="rId156"/>
              </p:custDataLst>
            </p:nvPr>
          </p:nvSpPr>
          <p:spPr>
            <a:xfrm>
              <a:off x="12996948" y="5519473"/>
              <a:ext cx="158826" cy="228357"/>
            </a:xfrm>
            <a:custGeom>
              <a:avLst/>
              <a:gdLst>
                <a:gd name="connsiteX0" fmla="*/ 14059 w 158826"/>
                <a:gd name="connsiteY0" fmla="*/ 14559 h 228357"/>
                <a:gd name="connsiteX1" fmla="*/ 25001 w 158826"/>
                <a:gd name="connsiteY1" fmla="*/ 13147 h 228357"/>
                <a:gd name="connsiteX2" fmla="*/ 66649 w 158826"/>
                <a:gd name="connsiteY2" fmla="*/ 82678 h 228357"/>
                <a:gd name="connsiteX3" fmla="*/ 81119 w 158826"/>
                <a:gd name="connsiteY3" fmla="*/ 152915 h 228357"/>
                <a:gd name="connsiteX4" fmla="*/ 73707 w 158826"/>
                <a:gd name="connsiteY4" fmla="*/ 170562 h 228357"/>
                <a:gd name="connsiteX5" fmla="*/ 51825 w 158826"/>
                <a:gd name="connsiteY5" fmla="*/ 198445 h 228357"/>
                <a:gd name="connsiteX6" fmla="*/ 35589 w 158826"/>
                <a:gd name="connsiteY6" fmla="*/ 209033 h 228357"/>
                <a:gd name="connsiteX7" fmla="*/ 27118 w 158826"/>
                <a:gd name="connsiteY7" fmla="*/ 205151 h 228357"/>
                <a:gd name="connsiteX8" fmla="*/ 14059 w 158826"/>
                <a:gd name="connsiteY8" fmla="*/ 199151 h 228357"/>
                <a:gd name="connsiteX9" fmla="*/ 294 w 158826"/>
                <a:gd name="connsiteY9" fmla="*/ 212916 h 228357"/>
                <a:gd name="connsiteX10" fmla="*/ 18295 w 158826"/>
                <a:gd name="connsiteY10" fmla="*/ 228445 h 228357"/>
                <a:gd name="connsiteX11" fmla="*/ 125238 w 158826"/>
                <a:gd name="connsiteY11" fmla="*/ 105620 h 228357"/>
                <a:gd name="connsiteX12" fmla="*/ 159121 w 158826"/>
                <a:gd name="connsiteY12" fmla="*/ 19500 h 228357"/>
                <a:gd name="connsiteX13" fmla="*/ 139709 w 158826"/>
                <a:gd name="connsiteY13" fmla="*/ 88 h 228357"/>
                <a:gd name="connsiteX14" fmla="*/ 125944 w 158826"/>
                <a:gd name="connsiteY14" fmla="*/ 13147 h 228357"/>
                <a:gd name="connsiteX15" fmla="*/ 135826 w 158826"/>
                <a:gd name="connsiteY15" fmla="*/ 26912 h 228357"/>
                <a:gd name="connsiteX16" fmla="*/ 145003 w 158826"/>
                <a:gd name="connsiteY16" fmla="*/ 38912 h 228357"/>
                <a:gd name="connsiteX17" fmla="*/ 101943 w 158826"/>
                <a:gd name="connsiteY17" fmla="*/ 130326 h 228357"/>
                <a:gd name="connsiteX18" fmla="*/ 94884 w 158826"/>
                <a:gd name="connsiteY18" fmla="*/ 89384 h 228357"/>
                <a:gd name="connsiteX19" fmla="*/ 64531 w 158826"/>
                <a:gd name="connsiteY19" fmla="*/ 88 h 228357"/>
                <a:gd name="connsiteX20" fmla="*/ 63119 w 158826"/>
                <a:gd name="connsiteY20" fmla="*/ 88 h 228357"/>
                <a:gd name="connsiteX21" fmla="*/ 59943 w 158826"/>
                <a:gd name="connsiteY21" fmla="*/ 441 h 228357"/>
                <a:gd name="connsiteX22" fmla="*/ 25354 w 158826"/>
                <a:gd name="connsiteY22" fmla="*/ 6441 h 228357"/>
                <a:gd name="connsiteX23" fmla="*/ 14059 w 158826"/>
                <a:gd name="connsiteY23" fmla="*/ 8559 h 228357"/>
                <a:gd name="connsiteX24" fmla="*/ 14059 w 158826"/>
                <a:gd name="connsiteY24" fmla="*/ 14559 h 2283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8826" h="228357">
                  <a:moveTo>
                    <a:pt x="14059" y="14559"/>
                  </a:moveTo>
                  <a:cubicBezTo>
                    <a:pt x="18648" y="13500"/>
                    <a:pt x="21118" y="13147"/>
                    <a:pt x="25001" y="13147"/>
                  </a:cubicBezTo>
                  <a:cubicBezTo>
                    <a:pt x="45119" y="13147"/>
                    <a:pt x="50413" y="21971"/>
                    <a:pt x="66649" y="82678"/>
                  </a:cubicBezTo>
                  <a:cubicBezTo>
                    <a:pt x="72649" y="105620"/>
                    <a:pt x="81119" y="146915"/>
                    <a:pt x="81119" y="152915"/>
                  </a:cubicBezTo>
                  <a:cubicBezTo>
                    <a:pt x="81119" y="158562"/>
                    <a:pt x="79002" y="164209"/>
                    <a:pt x="73707" y="170562"/>
                  </a:cubicBezTo>
                  <a:cubicBezTo>
                    <a:pt x="62766" y="185033"/>
                    <a:pt x="55707" y="194210"/>
                    <a:pt x="51825" y="198445"/>
                  </a:cubicBezTo>
                  <a:cubicBezTo>
                    <a:pt x="44413" y="206210"/>
                    <a:pt x="40177" y="209033"/>
                    <a:pt x="35589" y="209033"/>
                  </a:cubicBezTo>
                  <a:cubicBezTo>
                    <a:pt x="33471" y="209033"/>
                    <a:pt x="31001" y="207974"/>
                    <a:pt x="27118" y="205151"/>
                  </a:cubicBezTo>
                  <a:cubicBezTo>
                    <a:pt x="21824" y="200916"/>
                    <a:pt x="17942" y="199151"/>
                    <a:pt x="14059" y="199151"/>
                  </a:cubicBezTo>
                  <a:cubicBezTo>
                    <a:pt x="6294" y="199151"/>
                    <a:pt x="294" y="205151"/>
                    <a:pt x="294" y="212916"/>
                  </a:cubicBezTo>
                  <a:cubicBezTo>
                    <a:pt x="294" y="221739"/>
                    <a:pt x="8059" y="228445"/>
                    <a:pt x="18295" y="228445"/>
                  </a:cubicBezTo>
                  <a:cubicBezTo>
                    <a:pt x="40883" y="228445"/>
                    <a:pt x="87119" y="175503"/>
                    <a:pt x="125238" y="105620"/>
                  </a:cubicBezTo>
                  <a:cubicBezTo>
                    <a:pt x="149238" y="62207"/>
                    <a:pt x="159121" y="36795"/>
                    <a:pt x="159121" y="19500"/>
                  </a:cubicBezTo>
                  <a:cubicBezTo>
                    <a:pt x="159121" y="8912"/>
                    <a:pt x="150297" y="88"/>
                    <a:pt x="139709" y="88"/>
                  </a:cubicBezTo>
                  <a:cubicBezTo>
                    <a:pt x="131591" y="88"/>
                    <a:pt x="125944" y="5382"/>
                    <a:pt x="125944" y="13147"/>
                  </a:cubicBezTo>
                  <a:cubicBezTo>
                    <a:pt x="125944" y="18441"/>
                    <a:pt x="128767" y="22324"/>
                    <a:pt x="135826" y="26912"/>
                  </a:cubicBezTo>
                  <a:cubicBezTo>
                    <a:pt x="142532" y="30795"/>
                    <a:pt x="145003" y="33971"/>
                    <a:pt x="145003" y="38912"/>
                  </a:cubicBezTo>
                  <a:cubicBezTo>
                    <a:pt x="145003" y="53030"/>
                    <a:pt x="131944" y="80560"/>
                    <a:pt x="101943" y="130326"/>
                  </a:cubicBezTo>
                  <a:lnTo>
                    <a:pt x="94884" y="89384"/>
                  </a:lnTo>
                  <a:cubicBezTo>
                    <a:pt x="89590" y="58325"/>
                    <a:pt x="69825" y="88"/>
                    <a:pt x="64531" y="88"/>
                  </a:cubicBezTo>
                  <a:lnTo>
                    <a:pt x="63119" y="88"/>
                  </a:lnTo>
                  <a:cubicBezTo>
                    <a:pt x="62766" y="441"/>
                    <a:pt x="61354" y="441"/>
                    <a:pt x="59943" y="441"/>
                  </a:cubicBezTo>
                  <a:cubicBezTo>
                    <a:pt x="56766" y="794"/>
                    <a:pt x="44060" y="2912"/>
                    <a:pt x="25354" y="6441"/>
                  </a:cubicBezTo>
                  <a:cubicBezTo>
                    <a:pt x="23589" y="6794"/>
                    <a:pt x="19001" y="7853"/>
                    <a:pt x="14059" y="8559"/>
                  </a:cubicBezTo>
                  <a:lnTo>
                    <a:pt x="14059" y="14559"/>
                  </a:lnTo>
                  <a:close/>
                </a:path>
              </a:pathLst>
            </a:custGeom>
            <a:solidFill>
              <a:srgbClr val="000000"/>
            </a:solidFill>
            <a:ln w="355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74B9F9D7-7F39-9C2F-FDCE-327BB846F22F}"/>
                </a:ext>
              </a:extLst>
            </p:cNvPr>
            <p:cNvSpPr/>
            <p:nvPr>
              <p:custDataLst>
                <p:tags r:id="rId157"/>
              </p:custDataLst>
            </p:nvPr>
          </p:nvSpPr>
          <p:spPr>
            <a:xfrm>
              <a:off x="13168981" y="5552081"/>
              <a:ext cx="118053" cy="180215"/>
            </a:xfrm>
            <a:custGeom>
              <a:avLst/>
              <a:gdLst>
                <a:gd name="connsiteX0" fmla="*/ 60370 w 118053"/>
                <a:gd name="connsiteY0" fmla="*/ 90 h 180215"/>
                <a:gd name="connsiteX1" fmla="*/ 25372 w 118053"/>
                <a:gd name="connsiteY1" fmla="*/ 13671 h 180215"/>
                <a:gd name="connsiteX2" fmla="*/ 299 w 118053"/>
                <a:gd name="connsiteY2" fmla="*/ 88891 h 180215"/>
                <a:gd name="connsiteX3" fmla="*/ 21193 w 118053"/>
                <a:gd name="connsiteY3" fmla="*/ 162544 h 180215"/>
                <a:gd name="connsiteX4" fmla="*/ 59326 w 118053"/>
                <a:gd name="connsiteY4" fmla="*/ 180305 h 180215"/>
                <a:gd name="connsiteX5" fmla="*/ 93279 w 118053"/>
                <a:gd name="connsiteY5" fmla="*/ 166723 h 180215"/>
                <a:gd name="connsiteX6" fmla="*/ 118353 w 118053"/>
                <a:gd name="connsiteY6" fmla="*/ 90458 h 180215"/>
                <a:gd name="connsiteX7" fmla="*/ 60370 w 118053"/>
                <a:gd name="connsiteY7" fmla="*/ 90 h 180215"/>
                <a:gd name="connsiteX8" fmla="*/ 59587 w 118053"/>
                <a:gd name="connsiteY8" fmla="*/ 6880 h 180215"/>
                <a:gd name="connsiteX9" fmla="*/ 93279 w 118053"/>
                <a:gd name="connsiteY9" fmla="*/ 90981 h 180215"/>
                <a:gd name="connsiteX10" fmla="*/ 59326 w 118053"/>
                <a:gd name="connsiteY10" fmla="*/ 173514 h 180215"/>
                <a:gd name="connsiteX11" fmla="*/ 25372 w 118053"/>
                <a:gd name="connsiteY11" fmla="*/ 91242 h 180215"/>
                <a:gd name="connsiteX12" fmla="*/ 59587 w 118053"/>
                <a:gd name="connsiteY12" fmla="*/ 6880 h 180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8053" h="180215">
                  <a:moveTo>
                    <a:pt x="60370" y="90"/>
                  </a:moveTo>
                  <a:cubicBezTo>
                    <a:pt x="46005" y="90"/>
                    <a:pt x="35036" y="4530"/>
                    <a:pt x="25372" y="13671"/>
                  </a:cubicBezTo>
                  <a:cubicBezTo>
                    <a:pt x="10224" y="28297"/>
                    <a:pt x="299" y="58333"/>
                    <a:pt x="299" y="88891"/>
                  </a:cubicBezTo>
                  <a:cubicBezTo>
                    <a:pt x="299" y="117360"/>
                    <a:pt x="8918" y="147918"/>
                    <a:pt x="21193" y="162544"/>
                  </a:cubicBezTo>
                  <a:cubicBezTo>
                    <a:pt x="30857" y="174036"/>
                    <a:pt x="44177" y="180305"/>
                    <a:pt x="59326" y="180305"/>
                  </a:cubicBezTo>
                  <a:cubicBezTo>
                    <a:pt x="72646" y="180305"/>
                    <a:pt x="83877" y="175865"/>
                    <a:pt x="93279" y="166723"/>
                  </a:cubicBezTo>
                  <a:cubicBezTo>
                    <a:pt x="108428" y="152358"/>
                    <a:pt x="118353" y="122061"/>
                    <a:pt x="118353" y="90458"/>
                  </a:cubicBezTo>
                  <a:cubicBezTo>
                    <a:pt x="118353" y="36916"/>
                    <a:pt x="94585" y="90"/>
                    <a:pt x="60370" y="90"/>
                  </a:cubicBezTo>
                  <a:close/>
                  <a:moveTo>
                    <a:pt x="59587" y="6880"/>
                  </a:moveTo>
                  <a:cubicBezTo>
                    <a:pt x="81526" y="6880"/>
                    <a:pt x="93279" y="36394"/>
                    <a:pt x="93279" y="90981"/>
                  </a:cubicBezTo>
                  <a:cubicBezTo>
                    <a:pt x="93279" y="145568"/>
                    <a:pt x="81787" y="173514"/>
                    <a:pt x="59326" y="173514"/>
                  </a:cubicBezTo>
                  <a:cubicBezTo>
                    <a:pt x="36864" y="173514"/>
                    <a:pt x="25372" y="145568"/>
                    <a:pt x="25372" y="91242"/>
                  </a:cubicBezTo>
                  <a:cubicBezTo>
                    <a:pt x="25372" y="35871"/>
                    <a:pt x="37125" y="6880"/>
                    <a:pt x="59587" y="6880"/>
                  </a:cubicBezTo>
                  <a:close/>
                </a:path>
              </a:pathLst>
            </a:custGeom>
            <a:solidFill>
              <a:srgbClr val="000000"/>
            </a:solidFill>
            <a:ln w="3554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78" name="Group 177" descr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y(x­_{i+1})=y(x_i+h) = y(x_i) + \frac{h}{1!} y'(x_i)+ \frac{h^2}{2!} y''(x_i) + \cdots&#10;\end{align*}&#10;}&#10;\end{document}" title="IguanaTex Shape Display">
            <a:extLst>
              <a:ext uri="{FF2B5EF4-FFF2-40B4-BE49-F238E27FC236}">
                <a16:creationId xmlns:a16="http://schemas.microsoft.com/office/drawing/2014/main" id="{6050D1E9-797D-E172-653D-7E752431445F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2471174" y="3267758"/>
            <a:ext cx="7667539" cy="809180"/>
            <a:chOff x="6994483" y="6213049"/>
            <a:chExt cx="7667539" cy="809180"/>
          </a:xfrm>
        </p:grpSpPr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0B61E2AF-9ED3-32C1-5C2C-5D1E39A92D0F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6994483" y="6611241"/>
              <a:ext cx="158826" cy="233547"/>
            </a:xfrm>
            <a:custGeom>
              <a:avLst/>
              <a:gdLst>
                <a:gd name="connsiteX0" fmla="*/ 13891 w 158826"/>
                <a:gd name="connsiteY0" fmla="*/ 14888 h 233547"/>
                <a:gd name="connsiteX1" fmla="*/ 24832 w 158826"/>
                <a:gd name="connsiteY1" fmla="*/ 13445 h 233547"/>
                <a:gd name="connsiteX2" fmla="*/ 66480 w 158826"/>
                <a:gd name="connsiteY2" fmla="*/ 84556 h 233547"/>
                <a:gd name="connsiteX3" fmla="*/ 80951 w 158826"/>
                <a:gd name="connsiteY3" fmla="*/ 156388 h 233547"/>
                <a:gd name="connsiteX4" fmla="*/ 73539 w 158826"/>
                <a:gd name="connsiteY4" fmla="*/ 174437 h 233547"/>
                <a:gd name="connsiteX5" fmla="*/ 51656 w 158826"/>
                <a:gd name="connsiteY5" fmla="*/ 202953 h 233547"/>
                <a:gd name="connsiteX6" fmla="*/ 35421 w 158826"/>
                <a:gd name="connsiteY6" fmla="*/ 213783 h 233547"/>
                <a:gd name="connsiteX7" fmla="*/ 26950 w 158826"/>
                <a:gd name="connsiteY7" fmla="*/ 209812 h 233547"/>
                <a:gd name="connsiteX8" fmla="*/ 13891 w 158826"/>
                <a:gd name="connsiteY8" fmla="*/ 203675 h 233547"/>
                <a:gd name="connsiteX9" fmla="*/ 126 w 158826"/>
                <a:gd name="connsiteY9" fmla="*/ 217753 h 233547"/>
                <a:gd name="connsiteX10" fmla="*/ 18126 w 158826"/>
                <a:gd name="connsiteY10" fmla="*/ 233636 h 233547"/>
                <a:gd name="connsiteX11" fmla="*/ 125070 w 158826"/>
                <a:gd name="connsiteY11" fmla="*/ 108019 h 233547"/>
                <a:gd name="connsiteX12" fmla="*/ 158953 w 158826"/>
                <a:gd name="connsiteY12" fmla="*/ 19942 h 233547"/>
                <a:gd name="connsiteX13" fmla="*/ 139540 w 158826"/>
                <a:gd name="connsiteY13" fmla="*/ 89 h 233547"/>
                <a:gd name="connsiteX14" fmla="*/ 125775 w 158826"/>
                <a:gd name="connsiteY14" fmla="*/ 13445 h 233547"/>
                <a:gd name="connsiteX15" fmla="*/ 135658 w 158826"/>
                <a:gd name="connsiteY15" fmla="*/ 27522 h 233547"/>
                <a:gd name="connsiteX16" fmla="*/ 144835 w 158826"/>
                <a:gd name="connsiteY16" fmla="*/ 39795 h 233547"/>
                <a:gd name="connsiteX17" fmla="*/ 101775 w 158826"/>
                <a:gd name="connsiteY17" fmla="*/ 133286 h 233547"/>
                <a:gd name="connsiteX18" fmla="*/ 94716 w 158826"/>
                <a:gd name="connsiteY18" fmla="*/ 91414 h 233547"/>
                <a:gd name="connsiteX19" fmla="*/ 64363 w 158826"/>
                <a:gd name="connsiteY19" fmla="*/ 89 h 233547"/>
                <a:gd name="connsiteX20" fmla="*/ 62951 w 158826"/>
                <a:gd name="connsiteY20" fmla="*/ 89 h 233547"/>
                <a:gd name="connsiteX21" fmla="*/ 59774 w 158826"/>
                <a:gd name="connsiteY21" fmla="*/ 450 h 233547"/>
                <a:gd name="connsiteX22" fmla="*/ 25185 w 158826"/>
                <a:gd name="connsiteY22" fmla="*/ 6586 h 233547"/>
                <a:gd name="connsiteX23" fmla="*/ 13891 w 158826"/>
                <a:gd name="connsiteY23" fmla="*/ 8752 h 233547"/>
                <a:gd name="connsiteX24" fmla="*/ 13891 w 158826"/>
                <a:gd name="connsiteY24" fmla="*/ 14888 h 233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8826" h="233547">
                  <a:moveTo>
                    <a:pt x="13891" y="14888"/>
                  </a:moveTo>
                  <a:cubicBezTo>
                    <a:pt x="18479" y="13806"/>
                    <a:pt x="20950" y="13445"/>
                    <a:pt x="24832" y="13445"/>
                  </a:cubicBezTo>
                  <a:cubicBezTo>
                    <a:pt x="44950" y="13445"/>
                    <a:pt x="50245" y="22469"/>
                    <a:pt x="66480" y="84556"/>
                  </a:cubicBezTo>
                  <a:cubicBezTo>
                    <a:pt x="72480" y="108019"/>
                    <a:pt x="80951" y="150252"/>
                    <a:pt x="80951" y="156388"/>
                  </a:cubicBezTo>
                  <a:cubicBezTo>
                    <a:pt x="80951" y="162164"/>
                    <a:pt x="78833" y="167939"/>
                    <a:pt x="73539" y="174437"/>
                  </a:cubicBezTo>
                  <a:cubicBezTo>
                    <a:pt x="62598" y="189237"/>
                    <a:pt x="55539" y="198622"/>
                    <a:pt x="51656" y="202953"/>
                  </a:cubicBezTo>
                  <a:cubicBezTo>
                    <a:pt x="44244" y="210895"/>
                    <a:pt x="40009" y="213783"/>
                    <a:pt x="35421" y="213783"/>
                  </a:cubicBezTo>
                  <a:cubicBezTo>
                    <a:pt x="33303" y="213783"/>
                    <a:pt x="30832" y="212700"/>
                    <a:pt x="26950" y="209812"/>
                  </a:cubicBezTo>
                  <a:cubicBezTo>
                    <a:pt x="21656" y="205480"/>
                    <a:pt x="17773" y="203675"/>
                    <a:pt x="13891" y="203675"/>
                  </a:cubicBezTo>
                  <a:cubicBezTo>
                    <a:pt x="6126" y="203675"/>
                    <a:pt x="126" y="209812"/>
                    <a:pt x="126" y="217753"/>
                  </a:cubicBezTo>
                  <a:cubicBezTo>
                    <a:pt x="126" y="226777"/>
                    <a:pt x="7891" y="233636"/>
                    <a:pt x="18126" y="233636"/>
                  </a:cubicBezTo>
                  <a:cubicBezTo>
                    <a:pt x="40715" y="233636"/>
                    <a:pt x="86951" y="179490"/>
                    <a:pt x="125070" y="108019"/>
                  </a:cubicBezTo>
                  <a:cubicBezTo>
                    <a:pt x="149070" y="63619"/>
                    <a:pt x="158953" y="37630"/>
                    <a:pt x="158953" y="19942"/>
                  </a:cubicBezTo>
                  <a:cubicBezTo>
                    <a:pt x="158953" y="9113"/>
                    <a:pt x="150129" y="89"/>
                    <a:pt x="139540" y="89"/>
                  </a:cubicBezTo>
                  <a:cubicBezTo>
                    <a:pt x="131423" y="89"/>
                    <a:pt x="125775" y="5503"/>
                    <a:pt x="125775" y="13445"/>
                  </a:cubicBezTo>
                  <a:cubicBezTo>
                    <a:pt x="125775" y="18859"/>
                    <a:pt x="128599" y="22830"/>
                    <a:pt x="135658" y="27522"/>
                  </a:cubicBezTo>
                  <a:cubicBezTo>
                    <a:pt x="142364" y="31493"/>
                    <a:pt x="144835" y="34742"/>
                    <a:pt x="144835" y="39795"/>
                  </a:cubicBezTo>
                  <a:cubicBezTo>
                    <a:pt x="144835" y="54234"/>
                    <a:pt x="131776" y="82390"/>
                    <a:pt x="101775" y="133286"/>
                  </a:cubicBezTo>
                  <a:lnTo>
                    <a:pt x="94716" y="91414"/>
                  </a:lnTo>
                  <a:cubicBezTo>
                    <a:pt x="89422" y="59649"/>
                    <a:pt x="69657" y="89"/>
                    <a:pt x="64363" y="89"/>
                  </a:cubicBezTo>
                  <a:lnTo>
                    <a:pt x="62951" y="89"/>
                  </a:lnTo>
                  <a:cubicBezTo>
                    <a:pt x="62598" y="450"/>
                    <a:pt x="61186" y="450"/>
                    <a:pt x="59774" y="450"/>
                  </a:cubicBezTo>
                  <a:cubicBezTo>
                    <a:pt x="56598" y="811"/>
                    <a:pt x="43892" y="2976"/>
                    <a:pt x="25185" y="6586"/>
                  </a:cubicBezTo>
                  <a:cubicBezTo>
                    <a:pt x="23421" y="6947"/>
                    <a:pt x="18832" y="8030"/>
                    <a:pt x="13891" y="8752"/>
                  </a:cubicBezTo>
                  <a:lnTo>
                    <a:pt x="13891" y="14888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9F9AA35-87C8-9936-CB78-CA87F414AF08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7195191" y="6499701"/>
              <a:ext cx="81883" cy="360969"/>
            </a:xfrm>
            <a:custGeom>
              <a:avLst/>
              <a:gdLst>
                <a:gd name="connsiteX0" fmla="*/ 82014 w 81883"/>
                <a:gd name="connsiteY0" fmla="*/ 357448 h 360969"/>
                <a:gd name="connsiteX1" fmla="*/ 76014 w 81883"/>
                <a:gd name="connsiteY1" fmla="*/ 349507 h 360969"/>
                <a:gd name="connsiteX2" fmla="*/ 20601 w 81883"/>
                <a:gd name="connsiteY2" fmla="*/ 180573 h 360969"/>
                <a:gd name="connsiteX3" fmla="*/ 77426 w 81883"/>
                <a:gd name="connsiteY3" fmla="*/ 9835 h 360969"/>
                <a:gd name="connsiteX4" fmla="*/ 82014 w 81883"/>
                <a:gd name="connsiteY4" fmla="*/ 3698 h 360969"/>
                <a:gd name="connsiteX5" fmla="*/ 78485 w 81883"/>
                <a:gd name="connsiteY5" fmla="*/ 88 h 360969"/>
                <a:gd name="connsiteX6" fmla="*/ 22366 w 81883"/>
                <a:gd name="connsiteY6" fmla="*/ 70477 h 360969"/>
                <a:gd name="connsiteX7" fmla="*/ 130 w 81883"/>
                <a:gd name="connsiteY7" fmla="*/ 180573 h 360969"/>
                <a:gd name="connsiteX8" fmla="*/ 23425 w 81883"/>
                <a:gd name="connsiteY8" fmla="*/ 293195 h 360969"/>
                <a:gd name="connsiteX9" fmla="*/ 78485 w 81883"/>
                <a:gd name="connsiteY9" fmla="*/ 361058 h 360969"/>
                <a:gd name="connsiteX10" fmla="*/ 82014 w 81883"/>
                <a:gd name="connsiteY10" fmla="*/ 357448 h 360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60969">
                  <a:moveTo>
                    <a:pt x="82014" y="357448"/>
                  </a:moveTo>
                  <a:cubicBezTo>
                    <a:pt x="82014" y="356365"/>
                    <a:pt x="82014" y="355643"/>
                    <a:pt x="76014" y="349507"/>
                  </a:cubicBezTo>
                  <a:cubicBezTo>
                    <a:pt x="31896" y="304025"/>
                    <a:pt x="20601" y="235801"/>
                    <a:pt x="20601" y="180573"/>
                  </a:cubicBezTo>
                  <a:cubicBezTo>
                    <a:pt x="20601" y="117764"/>
                    <a:pt x="34013" y="54956"/>
                    <a:pt x="77426" y="9835"/>
                  </a:cubicBezTo>
                  <a:cubicBezTo>
                    <a:pt x="82014" y="5503"/>
                    <a:pt x="82014" y="4781"/>
                    <a:pt x="82014" y="3698"/>
                  </a:cubicBezTo>
                  <a:cubicBezTo>
                    <a:pt x="82014" y="1171"/>
                    <a:pt x="80603" y="88"/>
                    <a:pt x="78485" y="88"/>
                  </a:cubicBezTo>
                  <a:cubicBezTo>
                    <a:pt x="74955" y="88"/>
                    <a:pt x="43190" y="24634"/>
                    <a:pt x="22366" y="70477"/>
                  </a:cubicBezTo>
                  <a:cubicBezTo>
                    <a:pt x="4366" y="110184"/>
                    <a:pt x="130" y="150252"/>
                    <a:pt x="130" y="180573"/>
                  </a:cubicBezTo>
                  <a:cubicBezTo>
                    <a:pt x="130" y="208729"/>
                    <a:pt x="4013" y="252406"/>
                    <a:pt x="23425" y="293195"/>
                  </a:cubicBezTo>
                  <a:cubicBezTo>
                    <a:pt x="44602" y="337595"/>
                    <a:pt x="74955" y="361058"/>
                    <a:pt x="78485" y="361058"/>
                  </a:cubicBezTo>
                  <a:cubicBezTo>
                    <a:pt x="80603" y="361058"/>
                    <a:pt x="82014" y="359975"/>
                    <a:pt x="82014" y="357448"/>
                  </a:cubicBez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AC138ED3-C089-83B0-09D5-98FDF1D8BAFD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7288172" y="6611241"/>
              <a:ext cx="167297" cy="163158"/>
            </a:xfrm>
            <a:custGeom>
              <a:avLst/>
              <a:gdLst>
                <a:gd name="connsiteX0" fmla="*/ 151549 w 167297"/>
                <a:gd name="connsiteY0" fmla="*/ 119208 h 163158"/>
                <a:gd name="connsiteX1" fmla="*/ 143784 w 167297"/>
                <a:gd name="connsiteY1" fmla="*/ 128955 h 163158"/>
                <a:gd name="connsiteX2" fmla="*/ 127549 w 167297"/>
                <a:gd name="connsiteY2" fmla="*/ 143393 h 163158"/>
                <a:gd name="connsiteX3" fmla="*/ 116607 w 167297"/>
                <a:gd name="connsiteY3" fmla="*/ 128594 h 163158"/>
                <a:gd name="connsiteX4" fmla="*/ 115195 w 167297"/>
                <a:gd name="connsiteY4" fmla="*/ 122457 h 163158"/>
                <a:gd name="connsiteX5" fmla="*/ 102489 w 167297"/>
                <a:gd name="connsiteY5" fmla="*/ 63980 h 163158"/>
                <a:gd name="connsiteX6" fmla="*/ 137078 w 167297"/>
                <a:gd name="connsiteY6" fmla="*/ 20303 h 163158"/>
                <a:gd name="connsiteX7" fmla="*/ 145549 w 167297"/>
                <a:gd name="connsiteY7" fmla="*/ 23191 h 163158"/>
                <a:gd name="connsiteX8" fmla="*/ 155078 w 167297"/>
                <a:gd name="connsiteY8" fmla="*/ 26439 h 163158"/>
                <a:gd name="connsiteX9" fmla="*/ 167432 w 167297"/>
                <a:gd name="connsiteY9" fmla="*/ 13444 h 163158"/>
                <a:gd name="connsiteX10" fmla="*/ 152961 w 167297"/>
                <a:gd name="connsiteY10" fmla="*/ 88 h 163158"/>
                <a:gd name="connsiteX11" fmla="*/ 99666 w 167297"/>
                <a:gd name="connsiteY11" fmla="*/ 51707 h 163158"/>
                <a:gd name="connsiteX12" fmla="*/ 95783 w 167297"/>
                <a:gd name="connsiteY12" fmla="*/ 31854 h 163158"/>
                <a:gd name="connsiteX13" fmla="*/ 77430 w 167297"/>
                <a:gd name="connsiteY13" fmla="*/ 88 h 163158"/>
                <a:gd name="connsiteX14" fmla="*/ 36135 w 167297"/>
                <a:gd name="connsiteY14" fmla="*/ 10557 h 163158"/>
                <a:gd name="connsiteX15" fmla="*/ 32253 w 167297"/>
                <a:gd name="connsiteY15" fmla="*/ 12000 h 163158"/>
                <a:gd name="connsiteX16" fmla="*/ 33664 w 167297"/>
                <a:gd name="connsiteY16" fmla="*/ 17415 h 163158"/>
                <a:gd name="connsiteX17" fmla="*/ 53429 w 167297"/>
                <a:gd name="connsiteY17" fmla="*/ 13444 h 163158"/>
                <a:gd name="connsiteX18" fmla="*/ 69312 w 167297"/>
                <a:gd name="connsiteY18" fmla="*/ 38351 h 163158"/>
                <a:gd name="connsiteX19" fmla="*/ 79548 w 167297"/>
                <a:gd name="connsiteY19" fmla="*/ 82750 h 163158"/>
                <a:gd name="connsiteX20" fmla="*/ 50606 w 167297"/>
                <a:gd name="connsiteY20" fmla="*/ 124984 h 163158"/>
                <a:gd name="connsiteX21" fmla="*/ 32606 w 167297"/>
                <a:gd name="connsiteY21" fmla="*/ 142310 h 163158"/>
                <a:gd name="connsiteX22" fmla="*/ 23429 w 167297"/>
                <a:gd name="connsiteY22" fmla="*/ 139062 h 163158"/>
                <a:gd name="connsiteX23" fmla="*/ 12135 w 167297"/>
                <a:gd name="connsiteY23" fmla="*/ 135452 h 163158"/>
                <a:gd name="connsiteX24" fmla="*/ 134 w 167297"/>
                <a:gd name="connsiteY24" fmla="*/ 148086 h 163158"/>
                <a:gd name="connsiteX25" fmla="*/ 17782 w 167297"/>
                <a:gd name="connsiteY25" fmla="*/ 163247 h 163158"/>
                <a:gd name="connsiteX26" fmla="*/ 50606 w 167297"/>
                <a:gd name="connsiteY26" fmla="*/ 137979 h 163158"/>
                <a:gd name="connsiteX27" fmla="*/ 82371 w 167297"/>
                <a:gd name="connsiteY27" fmla="*/ 95745 h 163158"/>
                <a:gd name="connsiteX28" fmla="*/ 92960 w 167297"/>
                <a:gd name="connsiteY28" fmla="*/ 139062 h 163158"/>
                <a:gd name="connsiteX29" fmla="*/ 113431 w 167297"/>
                <a:gd name="connsiteY29" fmla="*/ 163247 h 163158"/>
                <a:gd name="connsiteX30" fmla="*/ 156490 w 167297"/>
                <a:gd name="connsiteY30" fmla="*/ 122096 h 163158"/>
                <a:gd name="connsiteX31" fmla="*/ 151549 w 167297"/>
                <a:gd name="connsiteY31" fmla="*/ 119208 h 16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63158">
                  <a:moveTo>
                    <a:pt x="151549" y="119208"/>
                  </a:moveTo>
                  <a:cubicBezTo>
                    <a:pt x="148725" y="122457"/>
                    <a:pt x="146961" y="124623"/>
                    <a:pt x="143784" y="128955"/>
                  </a:cubicBezTo>
                  <a:cubicBezTo>
                    <a:pt x="135666" y="139784"/>
                    <a:pt x="131431" y="143393"/>
                    <a:pt x="127549" y="143393"/>
                  </a:cubicBezTo>
                  <a:cubicBezTo>
                    <a:pt x="122254" y="143393"/>
                    <a:pt x="119078" y="138701"/>
                    <a:pt x="116607" y="128594"/>
                  </a:cubicBezTo>
                  <a:cubicBezTo>
                    <a:pt x="115901" y="125706"/>
                    <a:pt x="115548" y="123540"/>
                    <a:pt x="115195" y="122457"/>
                  </a:cubicBezTo>
                  <a:cubicBezTo>
                    <a:pt x="106372" y="85999"/>
                    <a:pt x="102489" y="69395"/>
                    <a:pt x="102489" y="63980"/>
                  </a:cubicBezTo>
                  <a:cubicBezTo>
                    <a:pt x="118019" y="36185"/>
                    <a:pt x="130725" y="20303"/>
                    <a:pt x="137078" y="20303"/>
                  </a:cubicBezTo>
                  <a:cubicBezTo>
                    <a:pt x="139196" y="20303"/>
                    <a:pt x="142019" y="21386"/>
                    <a:pt x="145549" y="23191"/>
                  </a:cubicBezTo>
                  <a:cubicBezTo>
                    <a:pt x="149784" y="25717"/>
                    <a:pt x="152255" y="26439"/>
                    <a:pt x="155078" y="26439"/>
                  </a:cubicBezTo>
                  <a:cubicBezTo>
                    <a:pt x="162490" y="26439"/>
                    <a:pt x="167432" y="21025"/>
                    <a:pt x="167432" y="13444"/>
                  </a:cubicBezTo>
                  <a:cubicBezTo>
                    <a:pt x="167432" y="5864"/>
                    <a:pt x="161432" y="88"/>
                    <a:pt x="152961" y="88"/>
                  </a:cubicBezTo>
                  <a:cubicBezTo>
                    <a:pt x="137431" y="88"/>
                    <a:pt x="124019" y="13083"/>
                    <a:pt x="99666" y="51707"/>
                  </a:cubicBezTo>
                  <a:lnTo>
                    <a:pt x="95783" y="31854"/>
                  </a:lnTo>
                  <a:cubicBezTo>
                    <a:pt x="90842" y="7308"/>
                    <a:pt x="86960" y="88"/>
                    <a:pt x="77430" y="88"/>
                  </a:cubicBezTo>
                  <a:cubicBezTo>
                    <a:pt x="69665" y="88"/>
                    <a:pt x="57665" y="3337"/>
                    <a:pt x="36135" y="10557"/>
                  </a:cubicBezTo>
                  <a:lnTo>
                    <a:pt x="32253" y="12000"/>
                  </a:lnTo>
                  <a:lnTo>
                    <a:pt x="33664" y="17415"/>
                  </a:lnTo>
                  <a:cubicBezTo>
                    <a:pt x="47076" y="14166"/>
                    <a:pt x="50253" y="13444"/>
                    <a:pt x="53429" y="13444"/>
                  </a:cubicBezTo>
                  <a:cubicBezTo>
                    <a:pt x="62253" y="13444"/>
                    <a:pt x="64371" y="16693"/>
                    <a:pt x="69312" y="38351"/>
                  </a:cubicBezTo>
                  <a:lnTo>
                    <a:pt x="79548" y="82750"/>
                  </a:lnTo>
                  <a:lnTo>
                    <a:pt x="50606" y="124984"/>
                  </a:lnTo>
                  <a:cubicBezTo>
                    <a:pt x="43547" y="135813"/>
                    <a:pt x="36488" y="142310"/>
                    <a:pt x="32606" y="142310"/>
                  </a:cubicBezTo>
                  <a:cubicBezTo>
                    <a:pt x="30488" y="142310"/>
                    <a:pt x="26958" y="141228"/>
                    <a:pt x="23429" y="139062"/>
                  </a:cubicBezTo>
                  <a:cubicBezTo>
                    <a:pt x="18841" y="136535"/>
                    <a:pt x="14958" y="135452"/>
                    <a:pt x="12135" y="135452"/>
                  </a:cubicBezTo>
                  <a:cubicBezTo>
                    <a:pt x="5429" y="135452"/>
                    <a:pt x="134" y="140867"/>
                    <a:pt x="134" y="148086"/>
                  </a:cubicBezTo>
                  <a:cubicBezTo>
                    <a:pt x="134" y="157471"/>
                    <a:pt x="7193" y="163247"/>
                    <a:pt x="17782" y="163247"/>
                  </a:cubicBezTo>
                  <a:cubicBezTo>
                    <a:pt x="28723" y="163247"/>
                    <a:pt x="32958" y="159998"/>
                    <a:pt x="50606" y="137979"/>
                  </a:cubicBezTo>
                  <a:cubicBezTo>
                    <a:pt x="60135" y="126428"/>
                    <a:pt x="67547" y="116682"/>
                    <a:pt x="82371" y="95745"/>
                  </a:cubicBezTo>
                  <a:lnTo>
                    <a:pt x="92960" y="139062"/>
                  </a:lnTo>
                  <a:cubicBezTo>
                    <a:pt x="97548" y="157471"/>
                    <a:pt x="102136" y="163247"/>
                    <a:pt x="113431" y="163247"/>
                  </a:cubicBezTo>
                  <a:cubicBezTo>
                    <a:pt x="126843" y="163247"/>
                    <a:pt x="136019" y="154583"/>
                    <a:pt x="156490" y="122096"/>
                  </a:cubicBezTo>
                  <a:lnTo>
                    <a:pt x="151549" y="119208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82EAD06-BD5A-A3C3-F61A-8B663C6344D0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7468853" y="6650466"/>
              <a:ext cx="56153" cy="177632"/>
            </a:xfrm>
            <a:custGeom>
              <a:avLst/>
              <a:gdLst>
                <a:gd name="connsiteX0" fmla="*/ 45323 w 56153"/>
                <a:gd name="connsiteY0" fmla="*/ 144334 h 177632"/>
                <a:gd name="connsiteX1" fmla="*/ 34614 w 56153"/>
                <a:gd name="connsiteY1" fmla="*/ 157957 h 177632"/>
                <a:gd name="connsiteX2" fmla="*/ 23906 w 56153"/>
                <a:gd name="connsiteY2" fmla="*/ 165169 h 177632"/>
                <a:gd name="connsiteX3" fmla="*/ 19727 w 56153"/>
                <a:gd name="connsiteY3" fmla="*/ 161162 h 177632"/>
                <a:gd name="connsiteX4" fmla="*/ 22339 w 56153"/>
                <a:gd name="connsiteY4" fmla="*/ 149409 h 177632"/>
                <a:gd name="connsiteX5" fmla="*/ 23645 w 56153"/>
                <a:gd name="connsiteY5" fmla="*/ 144601 h 177632"/>
                <a:gd name="connsiteX6" fmla="*/ 23645 w 56153"/>
                <a:gd name="connsiteY6" fmla="*/ 144067 h 177632"/>
                <a:gd name="connsiteX7" fmla="*/ 23906 w 56153"/>
                <a:gd name="connsiteY7" fmla="*/ 143532 h 177632"/>
                <a:gd name="connsiteX8" fmla="*/ 46890 w 56153"/>
                <a:gd name="connsiteY8" fmla="*/ 57521 h 177632"/>
                <a:gd name="connsiteX9" fmla="*/ 46106 w 56153"/>
                <a:gd name="connsiteY9" fmla="*/ 56986 h 177632"/>
                <a:gd name="connsiteX10" fmla="*/ 4317 w 56153"/>
                <a:gd name="connsiteY10" fmla="*/ 63664 h 177632"/>
                <a:gd name="connsiteX11" fmla="*/ 4317 w 56153"/>
                <a:gd name="connsiteY11" fmla="*/ 67938 h 177632"/>
                <a:gd name="connsiteX12" fmla="*/ 20772 w 56153"/>
                <a:gd name="connsiteY12" fmla="*/ 74349 h 177632"/>
                <a:gd name="connsiteX13" fmla="*/ 18421 w 56153"/>
                <a:gd name="connsiteY13" fmla="*/ 86102 h 177632"/>
                <a:gd name="connsiteX14" fmla="*/ 5884 w 56153"/>
                <a:gd name="connsiteY14" fmla="*/ 133382 h 177632"/>
                <a:gd name="connsiteX15" fmla="*/ 138 w 56153"/>
                <a:gd name="connsiteY15" fmla="*/ 162498 h 177632"/>
                <a:gd name="connsiteX16" fmla="*/ 12153 w 56153"/>
                <a:gd name="connsiteY16" fmla="*/ 177723 h 177632"/>
                <a:gd name="connsiteX17" fmla="*/ 48718 w 56153"/>
                <a:gd name="connsiteY17" fmla="*/ 147272 h 177632"/>
                <a:gd name="connsiteX18" fmla="*/ 45323 w 56153"/>
                <a:gd name="connsiteY18" fmla="*/ 144334 h 177632"/>
                <a:gd name="connsiteX19" fmla="*/ 43233 w 56153"/>
                <a:gd name="connsiteY19" fmla="*/ 91 h 177632"/>
                <a:gd name="connsiteX20" fmla="*/ 30958 w 56153"/>
                <a:gd name="connsiteY20" fmla="*/ 14248 h 177632"/>
                <a:gd name="connsiteX21" fmla="*/ 43494 w 56153"/>
                <a:gd name="connsiteY21" fmla="*/ 28405 h 177632"/>
                <a:gd name="connsiteX22" fmla="*/ 56292 w 56153"/>
                <a:gd name="connsiteY22" fmla="*/ 14782 h 177632"/>
                <a:gd name="connsiteX23" fmla="*/ 43233 w 56153"/>
                <a:gd name="connsiteY23" fmla="*/ 91 h 177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6153" h="177632">
                  <a:moveTo>
                    <a:pt x="45323" y="144334"/>
                  </a:moveTo>
                  <a:cubicBezTo>
                    <a:pt x="39054" y="152882"/>
                    <a:pt x="37226" y="155018"/>
                    <a:pt x="34614" y="157957"/>
                  </a:cubicBezTo>
                  <a:cubicBezTo>
                    <a:pt x="30174" y="162498"/>
                    <a:pt x="26256" y="165169"/>
                    <a:pt x="23906" y="165169"/>
                  </a:cubicBezTo>
                  <a:cubicBezTo>
                    <a:pt x="21816" y="165169"/>
                    <a:pt x="19727" y="163032"/>
                    <a:pt x="19727" y="161162"/>
                  </a:cubicBezTo>
                  <a:cubicBezTo>
                    <a:pt x="19727" y="158491"/>
                    <a:pt x="20510" y="154484"/>
                    <a:pt x="22339" y="149409"/>
                  </a:cubicBezTo>
                  <a:cubicBezTo>
                    <a:pt x="22339" y="148608"/>
                    <a:pt x="23122" y="146738"/>
                    <a:pt x="23645" y="144601"/>
                  </a:cubicBezTo>
                  <a:lnTo>
                    <a:pt x="23645" y="144067"/>
                  </a:lnTo>
                  <a:lnTo>
                    <a:pt x="23906" y="143532"/>
                  </a:lnTo>
                  <a:lnTo>
                    <a:pt x="46890" y="57521"/>
                  </a:lnTo>
                  <a:lnTo>
                    <a:pt x="46106" y="56986"/>
                  </a:lnTo>
                  <a:cubicBezTo>
                    <a:pt x="19727" y="62062"/>
                    <a:pt x="14503" y="62863"/>
                    <a:pt x="4317" y="63664"/>
                  </a:cubicBezTo>
                  <a:lnTo>
                    <a:pt x="4317" y="67938"/>
                  </a:lnTo>
                  <a:cubicBezTo>
                    <a:pt x="18160" y="68205"/>
                    <a:pt x="20772" y="69007"/>
                    <a:pt x="20772" y="74349"/>
                  </a:cubicBezTo>
                  <a:cubicBezTo>
                    <a:pt x="20772" y="76486"/>
                    <a:pt x="19988" y="80760"/>
                    <a:pt x="18421" y="86102"/>
                  </a:cubicBezTo>
                  <a:lnTo>
                    <a:pt x="5884" y="133382"/>
                  </a:lnTo>
                  <a:cubicBezTo>
                    <a:pt x="1705" y="148875"/>
                    <a:pt x="138" y="157155"/>
                    <a:pt x="138" y="162498"/>
                  </a:cubicBezTo>
                  <a:cubicBezTo>
                    <a:pt x="138" y="172381"/>
                    <a:pt x="4317" y="177723"/>
                    <a:pt x="12153" y="177723"/>
                  </a:cubicBezTo>
                  <a:cubicBezTo>
                    <a:pt x="24167" y="177723"/>
                    <a:pt x="33831" y="169710"/>
                    <a:pt x="48718" y="147272"/>
                  </a:cubicBezTo>
                  <a:lnTo>
                    <a:pt x="45323" y="144334"/>
                  </a:lnTo>
                  <a:close/>
                  <a:moveTo>
                    <a:pt x="43233" y="91"/>
                  </a:moveTo>
                  <a:cubicBezTo>
                    <a:pt x="36181" y="91"/>
                    <a:pt x="30958" y="6234"/>
                    <a:pt x="30958" y="14248"/>
                  </a:cubicBezTo>
                  <a:cubicBezTo>
                    <a:pt x="30958" y="22795"/>
                    <a:pt x="35920" y="28405"/>
                    <a:pt x="43494" y="28405"/>
                  </a:cubicBezTo>
                  <a:cubicBezTo>
                    <a:pt x="50285" y="28405"/>
                    <a:pt x="56292" y="22261"/>
                    <a:pt x="56292" y="14782"/>
                  </a:cubicBezTo>
                  <a:cubicBezTo>
                    <a:pt x="56292" y="7036"/>
                    <a:pt x="50285" y="91"/>
                    <a:pt x="43233" y="91"/>
                  </a:cubicBez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FB54FEF-B556-2002-BE08-74B16903B3C3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7543560" y="6669432"/>
              <a:ext cx="173685" cy="177900"/>
            </a:xfrm>
            <a:custGeom>
              <a:avLst/>
              <a:gdLst>
                <a:gd name="connsiteX0" fmla="*/ 92337 w 173685"/>
                <a:gd name="connsiteY0" fmla="*/ 94383 h 177900"/>
                <a:gd name="connsiteX1" fmla="*/ 165207 w 173685"/>
                <a:gd name="connsiteY1" fmla="*/ 94383 h 177900"/>
                <a:gd name="connsiteX2" fmla="*/ 173826 w 173685"/>
                <a:gd name="connsiteY2" fmla="*/ 89041 h 177900"/>
                <a:gd name="connsiteX3" fmla="*/ 165207 w 173685"/>
                <a:gd name="connsiteY3" fmla="*/ 83698 h 177900"/>
                <a:gd name="connsiteX4" fmla="*/ 92337 w 173685"/>
                <a:gd name="connsiteY4" fmla="*/ 83698 h 177900"/>
                <a:gd name="connsiteX5" fmla="*/ 92337 w 173685"/>
                <a:gd name="connsiteY5" fmla="*/ 8905 h 177900"/>
                <a:gd name="connsiteX6" fmla="*/ 87114 w 173685"/>
                <a:gd name="connsiteY6" fmla="*/ 91 h 177900"/>
                <a:gd name="connsiteX7" fmla="*/ 81890 w 173685"/>
                <a:gd name="connsiteY7" fmla="*/ 8905 h 177900"/>
                <a:gd name="connsiteX8" fmla="*/ 81890 w 173685"/>
                <a:gd name="connsiteY8" fmla="*/ 83698 h 177900"/>
                <a:gd name="connsiteX9" fmla="*/ 8759 w 173685"/>
                <a:gd name="connsiteY9" fmla="*/ 83698 h 177900"/>
                <a:gd name="connsiteX10" fmla="*/ 140 w 173685"/>
                <a:gd name="connsiteY10" fmla="*/ 89041 h 177900"/>
                <a:gd name="connsiteX11" fmla="*/ 8759 w 173685"/>
                <a:gd name="connsiteY11" fmla="*/ 94383 h 177900"/>
                <a:gd name="connsiteX12" fmla="*/ 81890 w 173685"/>
                <a:gd name="connsiteY12" fmla="*/ 94383 h 177900"/>
                <a:gd name="connsiteX13" fmla="*/ 81890 w 173685"/>
                <a:gd name="connsiteY13" fmla="*/ 169176 h 177900"/>
                <a:gd name="connsiteX14" fmla="*/ 87114 w 173685"/>
                <a:gd name="connsiteY14" fmla="*/ 177991 h 177900"/>
                <a:gd name="connsiteX15" fmla="*/ 92337 w 173685"/>
                <a:gd name="connsiteY15" fmla="*/ 169176 h 177900"/>
                <a:gd name="connsiteX16" fmla="*/ 92337 w 173685"/>
                <a:gd name="connsiteY16" fmla="*/ 94383 h 1779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3685" h="177900">
                  <a:moveTo>
                    <a:pt x="92337" y="94383"/>
                  </a:moveTo>
                  <a:lnTo>
                    <a:pt x="165207" y="94383"/>
                  </a:lnTo>
                  <a:cubicBezTo>
                    <a:pt x="168863" y="94383"/>
                    <a:pt x="173826" y="94383"/>
                    <a:pt x="173826" y="89041"/>
                  </a:cubicBezTo>
                  <a:cubicBezTo>
                    <a:pt x="173826" y="83698"/>
                    <a:pt x="168863" y="83698"/>
                    <a:pt x="165207" y="83698"/>
                  </a:cubicBezTo>
                  <a:lnTo>
                    <a:pt x="92337" y="83698"/>
                  </a:lnTo>
                  <a:lnTo>
                    <a:pt x="92337" y="8905"/>
                  </a:lnTo>
                  <a:cubicBezTo>
                    <a:pt x="92337" y="5166"/>
                    <a:pt x="92337" y="91"/>
                    <a:pt x="87114" y="91"/>
                  </a:cubicBezTo>
                  <a:cubicBezTo>
                    <a:pt x="81890" y="91"/>
                    <a:pt x="81890" y="5166"/>
                    <a:pt x="81890" y="8905"/>
                  </a:cubicBezTo>
                  <a:lnTo>
                    <a:pt x="81890" y="83698"/>
                  </a:lnTo>
                  <a:lnTo>
                    <a:pt x="8759" y="83698"/>
                  </a:lnTo>
                  <a:cubicBezTo>
                    <a:pt x="5103" y="83698"/>
                    <a:pt x="140" y="83698"/>
                    <a:pt x="140" y="89041"/>
                  </a:cubicBezTo>
                  <a:cubicBezTo>
                    <a:pt x="140" y="94383"/>
                    <a:pt x="5103" y="94383"/>
                    <a:pt x="8759" y="94383"/>
                  </a:cubicBezTo>
                  <a:lnTo>
                    <a:pt x="81890" y="94383"/>
                  </a:lnTo>
                  <a:lnTo>
                    <a:pt x="81890" y="169176"/>
                  </a:lnTo>
                  <a:cubicBezTo>
                    <a:pt x="81890" y="172915"/>
                    <a:pt x="81890" y="177991"/>
                    <a:pt x="87114" y="177991"/>
                  </a:cubicBezTo>
                  <a:cubicBezTo>
                    <a:pt x="92337" y="177991"/>
                    <a:pt x="92337" y="172915"/>
                    <a:pt x="92337" y="169176"/>
                  </a:cubicBezTo>
                  <a:lnTo>
                    <a:pt x="92337" y="94383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9629D43-BF06-342A-C367-2C239445EF2F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7761621" y="6644590"/>
              <a:ext cx="73914" cy="180571"/>
            </a:xfrm>
            <a:custGeom>
              <a:avLst/>
              <a:gdLst>
                <a:gd name="connsiteX0" fmla="*/ 47159 w 73914"/>
                <a:gd name="connsiteY0" fmla="*/ 91 h 180571"/>
                <a:gd name="connsiteX1" fmla="*/ 146 w 73914"/>
                <a:gd name="connsiteY1" fmla="*/ 24398 h 180571"/>
                <a:gd name="connsiteX2" fmla="*/ 146 w 73914"/>
                <a:gd name="connsiteY2" fmla="*/ 28138 h 180571"/>
                <a:gd name="connsiteX3" fmla="*/ 7198 w 73914"/>
                <a:gd name="connsiteY3" fmla="*/ 25200 h 180571"/>
                <a:gd name="connsiteX4" fmla="*/ 18951 w 73914"/>
                <a:gd name="connsiteY4" fmla="*/ 22261 h 180571"/>
                <a:gd name="connsiteX5" fmla="*/ 26787 w 73914"/>
                <a:gd name="connsiteY5" fmla="*/ 34816 h 180571"/>
                <a:gd name="connsiteX6" fmla="*/ 26787 w 73914"/>
                <a:gd name="connsiteY6" fmla="*/ 155820 h 180571"/>
                <a:gd name="connsiteX7" fmla="*/ 20518 w 73914"/>
                <a:gd name="connsiteY7" fmla="*/ 173182 h 180571"/>
                <a:gd name="connsiteX8" fmla="*/ 1974 w 73914"/>
                <a:gd name="connsiteY8" fmla="*/ 176655 h 180571"/>
                <a:gd name="connsiteX9" fmla="*/ 1974 w 73914"/>
                <a:gd name="connsiteY9" fmla="*/ 180662 h 180571"/>
                <a:gd name="connsiteX10" fmla="*/ 74060 w 73914"/>
                <a:gd name="connsiteY10" fmla="*/ 180662 h 180571"/>
                <a:gd name="connsiteX11" fmla="*/ 74060 w 73914"/>
                <a:gd name="connsiteY11" fmla="*/ 176655 h 180571"/>
                <a:gd name="connsiteX12" fmla="*/ 49248 w 73914"/>
                <a:gd name="connsiteY12" fmla="*/ 160895 h 180571"/>
                <a:gd name="connsiteX13" fmla="*/ 49248 w 73914"/>
                <a:gd name="connsiteY13" fmla="*/ 625 h 180571"/>
                <a:gd name="connsiteX14" fmla="*/ 47159 w 73914"/>
                <a:gd name="connsiteY14" fmla="*/ 91 h 18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3914" h="180571">
                  <a:moveTo>
                    <a:pt x="47159" y="91"/>
                  </a:moveTo>
                  <a:lnTo>
                    <a:pt x="146" y="24398"/>
                  </a:lnTo>
                  <a:lnTo>
                    <a:pt x="146" y="28138"/>
                  </a:lnTo>
                  <a:cubicBezTo>
                    <a:pt x="3280" y="26802"/>
                    <a:pt x="6153" y="25734"/>
                    <a:pt x="7198" y="25200"/>
                  </a:cubicBezTo>
                  <a:cubicBezTo>
                    <a:pt x="11899" y="23330"/>
                    <a:pt x="16339" y="22261"/>
                    <a:pt x="18951" y="22261"/>
                  </a:cubicBezTo>
                  <a:cubicBezTo>
                    <a:pt x="24436" y="22261"/>
                    <a:pt x="26787" y="26268"/>
                    <a:pt x="26787" y="34816"/>
                  </a:cubicBezTo>
                  <a:lnTo>
                    <a:pt x="26787" y="155820"/>
                  </a:lnTo>
                  <a:cubicBezTo>
                    <a:pt x="26787" y="164635"/>
                    <a:pt x="24697" y="170778"/>
                    <a:pt x="20518" y="173182"/>
                  </a:cubicBezTo>
                  <a:cubicBezTo>
                    <a:pt x="16600" y="175587"/>
                    <a:pt x="12944" y="176388"/>
                    <a:pt x="1974" y="176655"/>
                  </a:cubicBezTo>
                  <a:lnTo>
                    <a:pt x="1974" y="180662"/>
                  </a:lnTo>
                  <a:lnTo>
                    <a:pt x="74060" y="180662"/>
                  </a:lnTo>
                  <a:lnTo>
                    <a:pt x="74060" y="176655"/>
                  </a:lnTo>
                  <a:cubicBezTo>
                    <a:pt x="53427" y="176388"/>
                    <a:pt x="49248" y="173717"/>
                    <a:pt x="49248" y="160895"/>
                  </a:cubicBezTo>
                  <a:lnTo>
                    <a:pt x="49248" y="625"/>
                  </a:lnTo>
                  <a:lnTo>
                    <a:pt x="47159" y="91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63616774-2B0B-2056-B78D-C7BD2F1EB3E3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7901541" y="6499701"/>
              <a:ext cx="81883" cy="360969"/>
            </a:xfrm>
            <a:custGeom>
              <a:avLst/>
              <a:gdLst>
                <a:gd name="connsiteX0" fmla="*/ 82035 w 81883"/>
                <a:gd name="connsiteY0" fmla="*/ 180573 h 360969"/>
                <a:gd name="connsiteX1" fmla="*/ 58740 w 81883"/>
                <a:gd name="connsiteY1" fmla="*/ 67951 h 360969"/>
                <a:gd name="connsiteX2" fmla="*/ 3680 w 81883"/>
                <a:gd name="connsiteY2" fmla="*/ 88 h 360969"/>
                <a:gd name="connsiteX3" fmla="*/ 151 w 81883"/>
                <a:gd name="connsiteY3" fmla="*/ 3698 h 360969"/>
                <a:gd name="connsiteX4" fmla="*/ 6857 w 81883"/>
                <a:gd name="connsiteY4" fmla="*/ 12000 h 360969"/>
                <a:gd name="connsiteX5" fmla="*/ 61564 w 81883"/>
                <a:gd name="connsiteY5" fmla="*/ 180573 h 360969"/>
                <a:gd name="connsiteX6" fmla="*/ 4739 w 81883"/>
                <a:gd name="connsiteY6" fmla="*/ 351312 h 360969"/>
                <a:gd name="connsiteX7" fmla="*/ 151 w 81883"/>
                <a:gd name="connsiteY7" fmla="*/ 357448 h 360969"/>
                <a:gd name="connsiteX8" fmla="*/ 3680 w 81883"/>
                <a:gd name="connsiteY8" fmla="*/ 361058 h 360969"/>
                <a:gd name="connsiteX9" fmla="*/ 59799 w 81883"/>
                <a:gd name="connsiteY9" fmla="*/ 290669 h 360969"/>
                <a:gd name="connsiteX10" fmla="*/ 82035 w 81883"/>
                <a:gd name="connsiteY10" fmla="*/ 180573 h 360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60969">
                  <a:moveTo>
                    <a:pt x="82035" y="180573"/>
                  </a:moveTo>
                  <a:cubicBezTo>
                    <a:pt x="82035" y="152417"/>
                    <a:pt x="78152" y="108740"/>
                    <a:pt x="58740" y="67951"/>
                  </a:cubicBezTo>
                  <a:cubicBezTo>
                    <a:pt x="37563" y="23551"/>
                    <a:pt x="7210" y="88"/>
                    <a:pt x="3680" y="88"/>
                  </a:cubicBezTo>
                  <a:cubicBezTo>
                    <a:pt x="1562" y="88"/>
                    <a:pt x="151" y="1532"/>
                    <a:pt x="151" y="3698"/>
                  </a:cubicBezTo>
                  <a:cubicBezTo>
                    <a:pt x="151" y="4781"/>
                    <a:pt x="151" y="5503"/>
                    <a:pt x="6857" y="12000"/>
                  </a:cubicBezTo>
                  <a:cubicBezTo>
                    <a:pt x="41446" y="47736"/>
                    <a:pt x="61564" y="105130"/>
                    <a:pt x="61564" y="180573"/>
                  </a:cubicBezTo>
                  <a:cubicBezTo>
                    <a:pt x="61564" y="242299"/>
                    <a:pt x="48504" y="305829"/>
                    <a:pt x="4739" y="351312"/>
                  </a:cubicBezTo>
                  <a:cubicBezTo>
                    <a:pt x="151" y="355643"/>
                    <a:pt x="151" y="356365"/>
                    <a:pt x="151" y="357448"/>
                  </a:cubicBezTo>
                  <a:cubicBezTo>
                    <a:pt x="151" y="359614"/>
                    <a:pt x="1562" y="361058"/>
                    <a:pt x="3680" y="361058"/>
                  </a:cubicBezTo>
                  <a:cubicBezTo>
                    <a:pt x="7210" y="361058"/>
                    <a:pt x="38975" y="336512"/>
                    <a:pt x="59799" y="290669"/>
                  </a:cubicBezTo>
                  <a:cubicBezTo>
                    <a:pt x="77799" y="250962"/>
                    <a:pt x="82035" y="210894"/>
                    <a:pt x="82035" y="180573"/>
                  </a:cubicBez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E0B5815F-C108-2AB5-1677-075C28B02AE1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8117366" y="6637953"/>
              <a:ext cx="234710" cy="84466"/>
            </a:xfrm>
            <a:custGeom>
              <a:avLst/>
              <a:gdLst>
                <a:gd name="connsiteX0" fmla="*/ 222867 w 234710"/>
                <a:gd name="connsiteY0" fmla="*/ 14527 h 84466"/>
                <a:gd name="connsiteX1" fmla="*/ 234868 w 234710"/>
                <a:gd name="connsiteY1" fmla="*/ 7308 h 84466"/>
                <a:gd name="connsiteX2" fmla="*/ 223220 w 234710"/>
                <a:gd name="connsiteY2" fmla="*/ 88 h 84466"/>
                <a:gd name="connsiteX3" fmla="*/ 11805 w 234710"/>
                <a:gd name="connsiteY3" fmla="*/ 88 h 84466"/>
                <a:gd name="connsiteX4" fmla="*/ 157 w 234710"/>
                <a:gd name="connsiteY4" fmla="*/ 7308 h 84466"/>
                <a:gd name="connsiteX5" fmla="*/ 12158 w 234710"/>
                <a:gd name="connsiteY5" fmla="*/ 14527 h 84466"/>
                <a:gd name="connsiteX6" fmla="*/ 222867 w 234710"/>
                <a:gd name="connsiteY6" fmla="*/ 14527 h 84466"/>
                <a:gd name="connsiteX7" fmla="*/ 223220 w 234710"/>
                <a:gd name="connsiteY7" fmla="*/ 84555 h 84466"/>
                <a:gd name="connsiteX8" fmla="*/ 234868 w 234710"/>
                <a:gd name="connsiteY8" fmla="*/ 77336 h 84466"/>
                <a:gd name="connsiteX9" fmla="*/ 222867 w 234710"/>
                <a:gd name="connsiteY9" fmla="*/ 70116 h 84466"/>
                <a:gd name="connsiteX10" fmla="*/ 12158 w 234710"/>
                <a:gd name="connsiteY10" fmla="*/ 70116 h 84466"/>
                <a:gd name="connsiteX11" fmla="*/ 157 w 234710"/>
                <a:gd name="connsiteY11" fmla="*/ 77336 h 84466"/>
                <a:gd name="connsiteX12" fmla="*/ 11805 w 234710"/>
                <a:gd name="connsiteY12" fmla="*/ 84555 h 84466"/>
                <a:gd name="connsiteX13" fmla="*/ 223220 w 234710"/>
                <a:gd name="connsiteY13" fmla="*/ 84555 h 8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710" h="84466">
                  <a:moveTo>
                    <a:pt x="222867" y="14527"/>
                  </a:moveTo>
                  <a:cubicBezTo>
                    <a:pt x="228162" y="14527"/>
                    <a:pt x="234868" y="14527"/>
                    <a:pt x="234868" y="7308"/>
                  </a:cubicBezTo>
                  <a:cubicBezTo>
                    <a:pt x="234868" y="88"/>
                    <a:pt x="228162" y="88"/>
                    <a:pt x="223220" y="88"/>
                  </a:cubicBezTo>
                  <a:lnTo>
                    <a:pt x="11805" y="88"/>
                  </a:lnTo>
                  <a:cubicBezTo>
                    <a:pt x="6863" y="88"/>
                    <a:pt x="157" y="88"/>
                    <a:pt x="157" y="7308"/>
                  </a:cubicBezTo>
                  <a:cubicBezTo>
                    <a:pt x="157" y="14527"/>
                    <a:pt x="6863" y="14527"/>
                    <a:pt x="12158" y="14527"/>
                  </a:cubicBezTo>
                  <a:lnTo>
                    <a:pt x="222867" y="14527"/>
                  </a:lnTo>
                  <a:close/>
                  <a:moveTo>
                    <a:pt x="223220" y="84555"/>
                  </a:moveTo>
                  <a:cubicBezTo>
                    <a:pt x="228162" y="84555"/>
                    <a:pt x="234868" y="84555"/>
                    <a:pt x="234868" y="77336"/>
                  </a:cubicBezTo>
                  <a:cubicBezTo>
                    <a:pt x="234868" y="70116"/>
                    <a:pt x="228162" y="70116"/>
                    <a:pt x="222867" y="70116"/>
                  </a:cubicBezTo>
                  <a:lnTo>
                    <a:pt x="12158" y="70116"/>
                  </a:lnTo>
                  <a:cubicBezTo>
                    <a:pt x="6863" y="70116"/>
                    <a:pt x="157" y="70116"/>
                    <a:pt x="157" y="77336"/>
                  </a:cubicBezTo>
                  <a:cubicBezTo>
                    <a:pt x="157" y="84555"/>
                    <a:pt x="6863" y="84555"/>
                    <a:pt x="11805" y="84555"/>
                  </a:cubicBezTo>
                  <a:lnTo>
                    <a:pt x="223220" y="84555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C82E112-0A6C-153A-4BF7-876F4423BC1A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8443121" y="6611241"/>
              <a:ext cx="158826" cy="233547"/>
            </a:xfrm>
            <a:custGeom>
              <a:avLst/>
              <a:gdLst>
                <a:gd name="connsiteX0" fmla="*/ 13932 w 158826"/>
                <a:gd name="connsiteY0" fmla="*/ 14888 h 233547"/>
                <a:gd name="connsiteX1" fmla="*/ 24873 w 158826"/>
                <a:gd name="connsiteY1" fmla="*/ 13445 h 233547"/>
                <a:gd name="connsiteX2" fmla="*/ 66521 w 158826"/>
                <a:gd name="connsiteY2" fmla="*/ 84556 h 233547"/>
                <a:gd name="connsiteX3" fmla="*/ 80992 w 158826"/>
                <a:gd name="connsiteY3" fmla="*/ 156388 h 233547"/>
                <a:gd name="connsiteX4" fmla="*/ 73580 w 158826"/>
                <a:gd name="connsiteY4" fmla="*/ 174437 h 233547"/>
                <a:gd name="connsiteX5" fmla="*/ 51697 w 158826"/>
                <a:gd name="connsiteY5" fmla="*/ 202953 h 233547"/>
                <a:gd name="connsiteX6" fmla="*/ 35462 w 158826"/>
                <a:gd name="connsiteY6" fmla="*/ 213783 h 233547"/>
                <a:gd name="connsiteX7" fmla="*/ 26991 w 158826"/>
                <a:gd name="connsiteY7" fmla="*/ 209812 h 233547"/>
                <a:gd name="connsiteX8" fmla="*/ 13932 w 158826"/>
                <a:gd name="connsiteY8" fmla="*/ 203675 h 233547"/>
                <a:gd name="connsiteX9" fmla="*/ 167 w 158826"/>
                <a:gd name="connsiteY9" fmla="*/ 217753 h 233547"/>
                <a:gd name="connsiteX10" fmla="*/ 18167 w 158826"/>
                <a:gd name="connsiteY10" fmla="*/ 233636 h 233547"/>
                <a:gd name="connsiteX11" fmla="*/ 125110 w 158826"/>
                <a:gd name="connsiteY11" fmla="*/ 108019 h 233547"/>
                <a:gd name="connsiteX12" fmla="*/ 158993 w 158826"/>
                <a:gd name="connsiteY12" fmla="*/ 19942 h 233547"/>
                <a:gd name="connsiteX13" fmla="*/ 139581 w 158826"/>
                <a:gd name="connsiteY13" fmla="*/ 89 h 233547"/>
                <a:gd name="connsiteX14" fmla="*/ 125816 w 158826"/>
                <a:gd name="connsiteY14" fmla="*/ 13445 h 233547"/>
                <a:gd name="connsiteX15" fmla="*/ 135699 w 158826"/>
                <a:gd name="connsiteY15" fmla="*/ 27522 h 233547"/>
                <a:gd name="connsiteX16" fmla="*/ 144875 w 158826"/>
                <a:gd name="connsiteY16" fmla="*/ 39795 h 233547"/>
                <a:gd name="connsiteX17" fmla="*/ 101816 w 158826"/>
                <a:gd name="connsiteY17" fmla="*/ 133286 h 233547"/>
                <a:gd name="connsiteX18" fmla="*/ 94757 w 158826"/>
                <a:gd name="connsiteY18" fmla="*/ 91414 h 233547"/>
                <a:gd name="connsiteX19" fmla="*/ 64403 w 158826"/>
                <a:gd name="connsiteY19" fmla="*/ 89 h 233547"/>
                <a:gd name="connsiteX20" fmla="*/ 62991 w 158826"/>
                <a:gd name="connsiteY20" fmla="*/ 89 h 233547"/>
                <a:gd name="connsiteX21" fmla="*/ 59815 w 158826"/>
                <a:gd name="connsiteY21" fmla="*/ 450 h 233547"/>
                <a:gd name="connsiteX22" fmla="*/ 25226 w 158826"/>
                <a:gd name="connsiteY22" fmla="*/ 6586 h 233547"/>
                <a:gd name="connsiteX23" fmla="*/ 13932 w 158826"/>
                <a:gd name="connsiteY23" fmla="*/ 8752 h 233547"/>
                <a:gd name="connsiteX24" fmla="*/ 13932 w 158826"/>
                <a:gd name="connsiteY24" fmla="*/ 14888 h 233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8826" h="233547">
                  <a:moveTo>
                    <a:pt x="13932" y="14888"/>
                  </a:moveTo>
                  <a:cubicBezTo>
                    <a:pt x="18520" y="13806"/>
                    <a:pt x="20991" y="13445"/>
                    <a:pt x="24873" y="13445"/>
                  </a:cubicBezTo>
                  <a:cubicBezTo>
                    <a:pt x="44991" y="13445"/>
                    <a:pt x="50285" y="22469"/>
                    <a:pt x="66521" y="84556"/>
                  </a:cubicBezTo>
                  <a:cubicBezTo>
                    <a:pt x="72521" y="108019"/>
                    <a:pt x="80992" y="150252"/>
                    <a:pt x="80992" y="156388"/>
                  </a:cubicBezTo>
                  <a:cubicBezTo>
                    <a:pt x="80992" y="162164"/>
                    <a:pt x="78874" y="167939"/>
                    <a:pt x="73580" y="174437"/>
                  </a:cubicBezTo>
                  <a:cubicBezTo>
                    <a:pt x="62639" y="189237"/>
                    <a:pt x="55580" y="198622"/>
                    <a:pt x="51697" y="202953"/>
                  </a:cubicBezTo>
                  <a:cubicBezTo>
                    <a:pt x="44285" y="210895"/>
                    <a:pt x="40050" y="213783"/>
                    <a:pt x="35462" y="213783"/>
                  </a:cubicBezTo>
                  <a:cubicBezTo>
                    <a:pt x="33344" y="213783"/>
                    <a:pt x="30873" y="212700"/>
                    <a:pt x="26991" y="209812"/>
                  </a:cubicBezTo>
                  <a:cubicBezTo>
                    <a:pt x="21697" y="205480"/>
                    <a:pt x="17814" y="203675"/>
                    <a:pt x="13932" y="203675"/>
                  </a:cubicBezTo>
                  <a:cubicBezTo>
                    <a:pt x="6167" y="203675"/>
                    <a:pt x="167" y="209812"/>
                    <a:pt x="167" y="217753"/>
                  </a:cubicBezTo>
                  <a:cubicBezTo>
                    <a:pt x="167" y="226777"/>
                    <a:pt x="7932" y="233636"/>
                    <a:pt x="18167" y="233636"/>
                  </a:cubicBezTo>
                  <a:cubicBezTo>
                    <a:pt x="40756" y="233636"/>
                    <a:pt x="86992" y="179490"/>
                    <a:pt x="125110" y="108019"/>
                  </a:cubicBezTo>
                  <a:cubicBezTo>
                    <a:pt x="149111" y="63619"/>
                    <a:pt x="158993" y="37630"/>
                    <a:pt x="158993" y="19942"/>
                  </a:cubicBezTo>
                  <a:cubicBezTo>
                    <a:pt x="158993" y="9113"/>
                    <a:pt x="150170" y="89"/>
                    <a:pt x="139581" y="89"/>
                  </a:cubicBezTo>
                  <a:cubicBezTo>
                    <a:pt x="131463" y="89"/>
                    <a:pt x="125816" y="5503"/>
                    <a:pt x="125816" y="13445"/>
                  </a:cubicBezTo>
                  <a:cubicBezTo>
                    <a:pt x="125816" y="18859"/>
                    <a:pt x="128640" y="22830"/>
                    <a:pt x="135699" y="27522"/>
                  </a:cubicBezTo>
                  <a:cubicBezTo>
                    <a:pt x="142405" y="31493"/>
                    <a:pt x="144875" y="34742"/>
                    <a:pt x="144875" y="39795"/>
                  </a:cubicBezTo>
                  <a:cubicBezTo>
                    <a:pt x="144875" y="54234"/>
                    <a:pt x="131816" y="82390"/>
                    <a:pt x="101816" y="133286"/>
                  </a:cubicBezTo>
                  <a:lnTo>
                    <a:pt x="94757" y="91414"/>
                  </a:lnTo>
                  <a:cubicBezTo>
                    <a:pt x="89463" y="59649"/>
                    <a:pt x="69697" y="89"/>
                    <a:pt x="64403" y="89"/>
                  </a:cubicBezTo>
                  <a:lnTo>
                    <a:pt x="62991" y="89"/>
                  </a:lnTo>
                  <a:cubicBezTo>
                    <a:pt x="62639" y="450"/>
                    <a:pt x="61227" y="450"/>
                    <a:pt x="59815" y="450"/>
                  </a:cubicBezTo>
                  <a:cubicBezTo>
                    <a:pt x="56638" y="811"/>
                    <a:pt x="43932" y="2976"/>
                    <a:pt x="25226" y="6586"/>
                  </a:cubicBezTo>
                  <a:cubicBezTo>
                    <a:pt x="23461" y="6947"/>
                    <a:pt x="18873" y="8030"/>
                    <a:pt x="13932" y="8752"/>
                  </a:cubicBezTo>
                  <a:lnTo>
                    <a:pt x="13932" y="14888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28FD38B0-7E3C-64D8-4B5A-95B33B03ED33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8643828" y="6499701"/>
              <a:ext cx="81883" cy="360969"/>
            </a:xfrm>
            <a:custGeom>
              <a:avLst/>
              <a:gdLst>
                <a:gd name="connsiteX0" fmla="*/ 82055 w 81883"/>
                <a:gd name="connsiteY0" fmla="*/ 357448 h 360969"/>
                <a:gd name="connsiteX1" fmla="*/ 76055 w 81883"/>
                <a:gd name="connsiteY1" fmla="*/ 349507 h 360969"/>
                <a:gd name="connsiteX2" fmla="*/ 20642 w 81883"/>
                <a:gd name="connsiteY2" fmla="*/ 180573 h 360969"/>
                <a:gd name="connsiteX3" fmla="*/ 77467 w 81883"/>
                <a:gd name="connsiteY3" fmla="*/ 9835 h 360969"/>
                <a:gd name="connsiteX4" fmla="*/ 82055 w 81883"/>
                <a:gd name="connsiteY4" fmla="*/ 3698 h 360969"/>
                <a:gd name="connsiteX5" fmla="*/ 78526 w 81883"/>
                <a:gd name="connsiteY5" fmla="*/ 88 h 360969"/>
                <a:gd name="connsiteX6" fmla="*/ 22407 w 81883"/>
                <a:gd name="connsiteY6" fmla="*/ 70477 h 360969"/>
                <a:gd name="connsiteX7" fmla="*/ 171 w 81883"/>
                <a:gd name="connsiteY7" fmla="*/ 180573 h 360969"/>
                <a:gd name="connsiteX8" fmla="*/ 23466 w 81883"/>
                <a:gd name="connsiteY8" fmla="*/ 293195 h 360969"/>
                <a:gd name="connsiteX9" fmla="*/ 78526 w 81883"/>
                <a:gd name="connsiteY9" fmla="*/ 361058 h 360969"/>
                <a:gd name="connsiteX10" fmla="*/ 82055 w 81883"/>
                <a:gd name="connsiteY10" fmla="*/ 357448 h 360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60969">
                  <a:moveTo>
                    <a:pt x="82055" y="357448"/>
                  </a:moveTo>
                  <a:cubicBezTo>
                    <a:pt x="82055" y="356365"/>
                    <a:pt x="82055" y="355643"/>
                    <a:pt x="76055" y="349507"/>
                  </a:cubicBezTo>
                  <a:cubicBezTo>
                    <a:pt x="31937" y="304025"/>
                    <a:pt x="20642" y="235801"/>
                    <a:pt x="20642" y="180573"/>
                  </a:cubicBezTo>
                  <a:cubicBezTo>
                    <a:pt x="20642" y="117764"/>
                    <a:pt x="34054" y="54956"/>
                    <a:pt x="77467" y="9835"/>
                  </a:cubicBezTo>
                  <a:cubicBezTo>
                    <a:pt x="82055" y="5503"/>
                    <a:pt x="82055" y="4781"/>
                    <a:pt x="82055" y="3698"/>
                  </a:cubicBezTo>
                  <a:cubicBezTo>
                    <a:pt x="82055" y="1171"/>
                    <a:pt x="80643" y="88"/>
                    <a:pt x="78526" y="88"/>
                  </a:cubicBezTo>
                  <a:cubicBezTo>
                    <a:pt x="74996" y="88"/>
                    <a:pt x="43231" y="24634"/>
                    <a:pt x="22407" y="70477"/>
                  </a:cubicBezTo>
                  <a:cubicBezTo>
                    <a:pt x="4407" y="110184"/>
                    <a:pt x="171" y="150252"/>
                    <a:pt x="171" y="180573"/>
                  </a:cubicBezTo>
                  <a:cubicBezTo>
                    <a:pt x="171" y="208729"/>
                    <a:pt x="4054" y="252406"/>
                    <a:pt x="23466" y="293195"/>
                  </a:cubicBezTo>
                  <a:cubicBezTo>
                    <a:pt x="44643" y="337595"/>
                    <a:pt x="74996" y="361058"/>
                    <a:pt x="78526" y="361058"/>
                  </a:cubicBezTo>
                  <a:cubicBezTo>
                    <a:pt x="80643" y="361058"/>
                    <a:pt x="82055" y="359975"/>
                    <a:pt x="82055" y="357448"/>
                  </a:cubicBez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7657951-A24A-55CC-F900-D51F1FB7DDEE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8736810" y="6611241"/>
              <a:ext cx="167297" cy="163158"/>
            </a:xfrm>
            <a:custGeom>
              <a:avLst/>
              <a:gdLst>
                <a:gd name="connsiteX0" fmla="*/ 151590 w 167297"/>
                <a:gd name="connsiteY0" fmla="*/ 119208 h 163158"/>
                <a:gd name="connsiteX1" fmla="*/ 143825 w 167297"/>
                <a:gd name="connsiteY1" fmla="*/ 128955 h 163158"/>
                <a:gd name="connsiteX2" fmla="*/ 127589 w 167297"/>
                <a:gd name="connsiteY2" fmla="*/ 143393 h 163158"/>
                <a:gd name="connsiteX3" fmla="*/ 116648 w 167297"/>
                <a:gd name="connsiteY3" fmla="*/ 128594 h 163158"/>
                <a:gd name="connsiteX4" fmla="*/ 115236 w 167297"/>
                <a:gd name="connsiteY4" fmla="*/ 122457 h 163158"/>
                <a:gd name="connsiteX5" fmla="*/ 102530 w 167297"/>
                <a:gd name="connsiteY5" fmla="*/ 63980 h 163158"/>
                <a:gd name="connsiteX6" fmla="*/ 137119 w 167297"/>
                <a:gd name="connsiteY6" fmla="*/ 20303 h 163158"/>
                <a:gd name="connsiteX7" fmla="*/ 145590 w 167297"/>
                <a:gd name="connsiteY7" fmla="*/ 23191 h 163158"/>
                <a:gd name="connsiteX8" fmla="*/ 155119 w 167297"/>
                <a:gd name="connsiteY8" fmla="*/ 26439 h 163158"/>
                <a:gd name="connsiteX9" fmla="*/ 167472 w 167297"/>
                <a:gd name="connsiteY9" fmla="*/ 13444 h 163158"/>
                <a:gd name="connsiteX10" fmla="*/ 153002 w 167297"/>
                <a:gd name="connsiteY10" fmla="*/ 88 h 163158"/>
                <a:gd name="connsiteX11" fmla="*/ 99706 w 167297"/>
                <a:gd name="connsiteY11" fmla="*/ 51707 h 163158"/>
                <a:gd name="connsiteX12" fmla="*/ 95824 w 167297"/>
                <a:gd name="connsiteY12" fmla="*/ 31854 h 163158"/>
                <a:gd name="connsiteX13" fmla="*/ 77471 w 167297"/>
                <a:gd name="connsiteY13" fmla="*/ 88 h 163158"/>
                <a:gd name="connsiteX14" fmla="*/ 36176 w 167297"/>
                <a:gd name="connsiteY14" fmla="*/ 10557 h 163158"/>
                <a:gd name="connsiteX15" fmla="*/ 32293 w 167297"/>
                <a:gd name="connsiteY15" fmla="*/ 12000 h 163158"/>
                <a:gd name="connsiteX16" fmla="*/ 33705 w 167297"/>
                <a:gd name="connsiteY16" fmla="*/ 17415 h 163158"/>
                <a:gd name="connsiteX17" fmla="*/ 53470 w 167297"/>
                <a:gd name="connsiteY17" fmla="*/ 13444 h 163158"/>
                <a:gd name="connsiteX18" fmla="*/ 69353 w 167297"/>
                <a:gd name="connsiteY18" fmla="*/ 38351 h 163158"/>
                <a:gd name="connsiteX19" fmla="*/ 79588 w 167297"/>
                <a:gd name="connsiteY19" fmla="*/ 82750 h 163158"/>
                <a:gd name="connsiteX20" fmla="*/ 50647 w 167297"/>
                <a:gd name="connsiteY20" fmla="*/ 124984 h 163158"/>
                <a:gd name="connsiteX21" fmla="*/ 32646 w 167297"/>
                <a:gd name="connsiteY21" fmla="*/ 142310 h 163158"/>
                <a:gd name="connsiteX22" fmla="*/ 23470 w 167297"/>
                <a:gd name="connsiteY22" fmla="*/ 139062 h 163158"/>
                <a:gd name="connsiteX23" fmla="*/ 12175 w 167297"/>
                <a:gd name="connsiteY23" fmla="*/ 135452 h 163158"/>
                <a:gd name="connsiteX24" fmla="*/ 175 w 167297"/>
                <a:gd name="connsiteY24" fmla="*/ 148086 h 163158"/>
                <a:gd name="connsiteX25" fmla="*/ 17823 w 167297"/>
                <a:gd name="connsiteY25" fmla="*/ 163247 h 163158"/>
                <a:gd name="connsiteX26" fmla="*/ 50647 w 167297"/>
                <a:gd name="connsiteY26" fmla="*/ 137979 h 163158"/>
                <a:gd name="connsiteX27" fmla="*/ 82412 w 167297"/>
                <a:gd name="connsiteY27" fmla="*/ 95745 h 163158"/>
                <a:gd name="connsiteX28" fmla="*/ 93000 w 167297"/>
                <a:gd name="connsiteY28" fmla="*/ 139062 h 163158"/>
                <a:gd name="connsiteX29" fmla="*/ 113471 w 167297"/>
                <a:gd name="connsiteY29" fmla="*/ 163247 h 163158"/>
                <a:gd name="connsiteX30" fmla="*/ 156531 w 167297"/>
                <a:gd name="connsiteY30" fmla="*/ 122096 h 163158"/>
                <a:gd name="connsiteX31" fmla="*/ 151590 w 167297"/>
                <a:gd name="connsiteY31" fmla="*/ 119208 h 16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63158">
                  <a:moveTo>
                    <a:pt x="151590" y="119208"/>
                  </a:moveTo>
                  <a:cubicBezTo>
                    <a:pt x="148766" y="122457"/>
                    <a:pt x="147001" y="124623"/>
                    <a:pt x="143825" y="128955"/>
                  </a:cubicBezTo>
                  <a:cubicBezTo>
                    <a:pt x="135707" y="139784"/>
                    <a:pt x="131472" y="143393"/>
                    <a:pt x="127589" y="143393"/>
                  </a:cubicBezTo>
                  <a:cubicBezTo>
                    <a:pt x="122295" y="143393"/>
                    <a:pt x="119119" y="138701"/>
                    <a:pt x="116648" y="128594"/>
                  </a:cubicBezTo>
                  <a:cubicBezTo>
                    <a:pt x="115942" y="125706"/>
                    <a:pt x="115589" y="123540"/>
                    <a:pt x="115236" y="122457"/>
                  </a:cubicBezTo>
                  <a:cubicBezTo>
                    <a:pt x="106412" y="85999"/>
                    <a:pt x="102530" y="69395"/>
                    <a:pt x="102530" y="63980"/>
                  </a:cubicBezTo>
                  <a:cubicBezTo>
                    <a:pt x="118060" y="36185"/>
                    <a:pt x="130766" y="20303"/>
                    <a:pt x="137119" y="20303"/>
                  </a:cubicBezTo>
                  <a:cubicBezTo>
                    <a:pt x="139237" y="20303"/>
                    <a:pt x="142060" y="21386"/>
                    <a:pt x="145590" y="23191"/>
                  </a:cubicBezTo>
                  <a:cubicBezTo>
                    <a:pt x="149825" y="25717"/>
                    <a:pt x="152296" y="26439"/>
                    <a:pt x="155119" y="26439"/>
                  </a:cubicBezTo>
                  <a:cubicBezTo>
                    <a:pt x="162531" y="26439"/>
                    <a:pt x="167472" y="21025"/>
                    <a:pt x="167472" y="13444"/>
                  </a:cubicBezTo>
                  <a:cubicBezTo>
                    <a:pt x="167472" y="5864"/>
                    <a:pt x="161472" y="88"/>
                    <a:pt x="153002" y="88"/>
                  </a:cubicBezTo>
                  <a:cubicBezTo>
                    <a:pt x="137472" y="88"/>
                    <a:pt x="124060" y="13083"/>
                    <a:pt x="99706" y="51707"/>
                  </a:cubicBezTo>
                  <a:lnTo>
                    <a:pt x="95824" y="31854"/>
                  </a:lnTo>
                  <a:cubicBezTo>
                    <a:pt x="90883" y="7308"/>
                    <a:pt x="87000" y="88"/>
                    <a:pt x="77471" y="88"/>
                  </a:cubicBezTo>
                  <a:cubicBezTo>
                    <a:pt x="69706" y="88"/>
                    <a:pt x="57706" y="3337"/>
                    <a:pt x="36176" y="10557"/>
                  </a:cubicBezTo>
                  <a:lnTo>
                    <a:pt x="32293" y="12000"/>
                  </a:lnTo>
                  <a:lnTo>
                    <a:pt x="33705" y="17415"/>
                  </a:lnTo>
                  <a:cubicBezTo>
                    <a:pt x="47117" y="14166"/>
                    <a:pt x="50294" y="13444"/>
                    <a:pt x="53470" y="13444"/>
                  </a:cubicBezTo>
                  <a:cubicBezTo>
                    <a:pt x="62294" y="13444"/>
                    <a:pt x="64412" y="16693"/>
                    <a:pt x="69353" y="38351"/>
                  </a:cubicBezTo>
                  <a:lnTo>
                    <a:pt x="79588" y="82750"/>
                  </a:lnTo>
                  <a:lnTo>
                    <a:pt x="50647" y="124984"/>
                  </a:lnTo>
                  <a:cubicBezTo>
                    <a:pt x="43588" y="135813"/>
                    <a:pt x="36529" y="142310"/>
                    <a:pt x="32646" y="142310"/>
                  </a:cubicBezTo>
                  <a:cubicBezTo>
                    <a:pt x="30529" y="142310"/>
                    <a:pt x="26999" y="141228"/>
                    <a:pt x="23470" y="139062"/>
                  </a:cubicBezTo>
                  <a:cubicBezTo>
                    <a:pt x="18881" y="136535"/>
                    <a:pt x="14999" y="135452"/>
                    <a:pt x="12175" y="135452"/>
                  </a:cubicBezTo>
                  <a:cubicBezTo>
                    <a:pt x="5469" y="135452"/>
                    <a:pt x="175" y="140867"/>
                    <a:pt x="175" y="148086"/>
                  </a:cubicBezTo>
                  <a:cubicBezTo>
                    <a:pt x="175" y="157471"/>
                    <a:pt x="7234" y="163247"/>
                    <a:pt x="17823" y="163247"/>
                  </a:cubicBezTo>
                  <a:cubicBezTo>
                    <a:pt x="28764" y="163247"/>
                    <a:pt x="32999" y="159998"/>
                    <a:pt x="50647" y="137979"/>
                  </a:cubicBezTo>
                  <a:cubicBezTo>
                    <a:pt x="60176" y="126428"/>
                    <a:pt x="67588" y="116682"/>
                    <a:pt x="82412" y="95745"/>
                  </a:cubicBezTo>
                  <a:lnTo>
                    <a:pt x="93000" y="139062"/>
                  </a:lnTo>
                  <a:cubicBezTo>
                    <a:pt x="97589" y="157471"/>
                    <a:pt x="102177" y="163247"/>
                    <a:pt x="113471" y="163247"/>
                  </a:cubicBezTo>
                  <a:cubicBezTo>
                    <a:pt x="126883" y="163247"/>
                    <a:pt x="136060" y="154583"/>
                    <a:pt x="156531" y="122096"/>
                  </a:cubicBezTo>
                  <a:lnTo>
                    <a:pt x="151590" y="119208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E53BB336-14FC-49A8-DB6D-08D81831384A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8916432" y="6650082"/>
              <a:ext cx="56153" cy="177632"/>
            </a:xfrm>
            <a:custGeom>
              <a:avLst/>
              <a:gdLst>
                <a:gd name="connsiteX0" fmla="*/ 45363 w 56153"/>
                <a:gd name="connsiteY0" fmla="*/ 144334 h 177632"/>
                <a:gd name="connsiteX1" fmla="*/ 34655 w 56153"/>
                <a:gd name="connsiteY1" fmla="*/ 157957 h 177632"/>
                <a:gd name="connsiteX2" fmla="*/ 23946 w 56153"/>
                <a:gd name="connsiteY2" fmla="*/ 165169 h 177632"/>
                <a:gd name="connsiteX3" fmla="*/ 19768 w 56153"/>
                <a:gd name="connsiteY3" fmla="*/ 161162 h 177632"/>
                <a:gd name="connsiteX4" fmla="*/ 22379 w 56153"/>
                <a:gd name="connsiteY4" fmla="*/ 149409 h 177632"/>
                <a:gd name="connsiteX5" fmla="*/ 23685 w 56153"/>
                <a:gd name="connsiteY5" fmla="*/ 144601 h 177632"/>
                <a:gd name="connsiteX6" fmla="*/ 23685 w 56153"/>
                <a:gd name="connsiteY6" fmla="*/ 144067 h 177632"/>
                <a:gd name="connsiteX7" fmla="*/ 23946 w 56153"/>
                <a:gd name="connsiteY7" fmla="*/ 143532 h 177632"/>
                <a:gd name="connsiteX8" fmla="*/ 46930 w 56153"/>
                <a:gd name="connsiteY8" fmla="*/ 57521 h 177632"/>
                <a:gd name="connsiteX9" fmla="*/ 46147 w 56153"/>
                <a:gd name="connsiteY9" fmla="*/ 56986 h 177632"/>
                <a:gd name="connsiteX10" fmla="*/ 4358 w 56153"/>
                <a:gd name="connsiteY10" fmla="*/ 63664 h 177632"/>
                <a:gd name="connsiteX11" fmla="*/ 4358 w 56153"/>
                <a:gd name="connsiteY11" fmla="*/ 67938 h 177632"/>
                <a:gd name="connsiteX12" fmla="*/ 20812 w 56153"/>
                <a:gd name="connsiteY12" fmla="*/ 74349 h 177632"/>
                <a:gd name="connsiteX13" fmla="*/ 18462 w 56153"/>
                <a:gd name="connsiteY13" fmla="*/ 86102 h 177632"/>
                <a:gd name="connsiteX14" fmla="*/ 5925 w 56153"/>
                <a:gd name="connsiteY14" fmla="*/ 133382 h 177632"/>
                <a:gd name="connsiteX15" fmla="*/ 179 w 56153"/>
                <a:gd name="connsiteY15" fmla="*/ 162498 h 177632"/>
                <a:gd name="connsiteX16" fmla="*/ 12193 w 56153"/>
                <a:gd name="connsiteY16" fmla="*/ 177723 h 177632"/>
                <a:gd name="connsiteX17" fmla="*/ 48759 w 56153"/>
                <a:gd name="connsiteY17" fmla="*/ 147272 h 177632"/>
                <a:gd name="connsiteX18" fmla="*/ 45363 w 56153"/>
                <a:gd name="connsiteY18" fmla="*/ 144334 h 177632"/>
                <a:gd name="connsiteX19" fmla="*/ 43274 w 56153"/>
                <a:gd name="connsiteY19" fmla="*/ 91 h 177632"/>
                <a:gd name="connsiteX20" fmla="*/ 30998 w 56153"/>
                <a:gd name="connsiteY20" fmla="*/ 14248 h 177632"/>
                <a:gd name="connsiteX21" fmla="*/ 43535 w 56153"/>
                <a:gd name="connsiteY21" fmla="*/ 28405 h 177632"/>
                <a:gd name="connsiteX22" fmla="*/ 56333 w 56153"/>
                <a:gd name="connsiteY22" fmla="*/ 14782 h 177632"/>
                <a:gd name="connsiteX23" fmla="*/ 43274 w 56153"/>
                <a:gd name="connsiteY23" fmla="*/ 91 h 177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6153" h="177632">
                  <a:moveTo>
                    <a:pt x="45363" y="144334"/>
                  </a:moveTo>
                  <a:cubicBezTo>
                    <a:pt x="39095" y="152882"/>
                    <a:pt x="37267" y="155018"/>
                    <a:pt x="34655" y="157957"/>
                  </a:cubicBezTo>
                  <a:cubicBezTo>
                    <a:pt x="30215" y="162498"/>
                    <a:pt x="26297" y="165169"/>
                    <a:pt x="23946" y="165169"/>
                  </a:cubicBezTo>
                  <a:cubicBezTo>
                    <a:pt x="21857" y="165169"/>
                    <a:pt x="19768" y="163032"/>
                    <a:pt x="19768" y="161162"/>
                  </a:cubicBezTo>
                  <a:cubicBezTo>
                    <a:pt x="19768" y="158491"/>
                    <a:pt x="20551" y="154484"/>
                    <a:pt x="22379" y="149409"/>
                  </a:cubicBezTo>
                  <a:cubicBezTo>
                    <a:pt x="22379" y="148608"/>
                    <a:pt x="23163" y="146738"/>
                    <a:pt x="23685" y="144601"/>
                  </a:cubicBezTo>
                  <a:lnTo>
                    <a:pt x="23685" y="144067"/>
                  </a:lnTo>
                  <a:lnTo>
                    <a:pt x="23946" y="143532"/>
                  </a:lnTo>
                  <a:lnTo>
                    <a:pt x="46930" y="57521"/>
                  </a:lnTo>
                  <a:lnTo>
                    <a:pt x="46147" y="56986"/>
                  </a:lnTo>
                  <a:cubicBezTo>
                    <a:pt x="19768" y="62062"/>
                    <a:pt x="14544" y="62863"/>
                    <a:pt x="4358" y="63664"/>
                  </a:cubicBezTo>
                  <a:lnTo>
                    <a:pt x="4358" y="67938"/>
                  </a:lnTo>
                  <a:cubicBezTo>
                    <a:pt x="18200" y="68205"/>
                    <a:pt x="20812" y="69007"/>
                    <a:pt x="20812" y="74349"/>
                  </a:cubicBezTo>
                  <a:cubicBezTo>
                    <a:pt x="20812" y="76486"/>
                    <a:pt x="20029" y="80760"/>
                    <a:pt x="18462" y="86102"/>
                  </a:cubicBezTo>
                  <a:lnTo>
                    <a:pt x="5925" y="133382"/>
                  </a:lnTo>
                  <a:cubicBezTo>
                    <a:pt x="1746" y="148875"/>
                    <a:pt x="179" y="157155"/>
                    <a:pt x="179" y="162498"/>
                  </a:cubicBezTo>
                  <a:cubicBezTo>
                    <a:pt x="179" y="172381"/>
                    <a:pt x="4358" y="177723"/>
                    <a:pt x="12193" y="177723"/>
                  </a:cubicBezTo>
                  <a:cubicBezTo>
                    <a:pt x="24208" y="177723"/>
                    <a:pt x="33871" y="169710"/>
                    <a:pt x="48759" y="147272"/>
                  </a:cubicBezTo>
                  <a:lnTo>
                    <a:pt x="45363" y="144334"/>
                  </a:lnTo>
                  <a:close/>
                  <a:moveTo>
                    <a:pt x="43274" y="91"/>
                  </a:moveTo>
                  <a:cubicBezTo>
                    <a:pt x="36222" y="91"/>
                    <a:pt x="30998" y="6234"/>
                    <a:pt x="30998" y="14248"/>
                  </a:cubicBezTo>
                  <a:cubicBezTo>
                    <a:pt x="30998" y="22795"/>
                    <a:pt x="35961" y="28405"/>
                    <a:pt x="43535" y="28405"/>
                  </a:cubicBezTo>
                  <a:cubicBezTo>
                    <a:pt x="50326" y="28405"/>
                    <a:pt x="56333" y="22261"/>
                    <a:pt x="56333" y="14782"/>
                  </a:cubicBezTo>
                  <a:cubicBezTo>
                    <a:pt x="56333" y="7036"/>
                    <a:pt x="50326" y="91"/>
                    <a:pt x="43274" y="91"/>
                  </a:cubicBez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6534D87-FC22-6484-FB07-1D60AFEF87AC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9063194" y="6559983"/>
              <a:ext cx="234710" cy="240405"/>
            </a:xfrm>
            <a:custGeom>
              <a:avLst/>
              <a:gdLst>
                <a:gd name="connsiteX0" fmla="*/ 124774 w 234710"/>
                <a:gd name="connsiteY0" fmla="*/ 127511 h 240405"/>
                <a:gd name="connsiteX1" fmla="*/ 223247 w 234710"/>
                <a:gd name="connsiteY1" fmla="*/ 127511 h 240405"/>
                <a:gd name="connsiteX2" fmla="*/ 234894 w 234710"/>
                <a:gd name="connsiteY2" fmla="*/ 120291 h 240405"/>
                <a:gd name="connsiteX3" fmla="*/ 223247 w 234710"/>
                <a:gd name="connsiteY3" fmla="*/ 113072 h 240405"/>
                <a:gd name="connsiteX4" fmla="*/ 124774 w 234710"/>
                <a:gd name="connsiteY4" fmla="*/ 113072 h 240405"/>
                <a:gd name="connsiteX5" fmla="*/ 124774 w 234710"/>
                <a:gd name="connsiteY5" fmla="*/ 12000 h 240405"/>
                <a:gd name="connsiteX6" fmla="*/ 117716 w 234710"/>
                <a:gd name="connsiteY6" fmla="*/ 88 h 240405"/>
                <a:gd name="connsiteX7" fmla="*/ 110657 w 234710"/>
                <a:gd name="connsiteY7" fmla="*/ 12000 h 240405"/>
                <a:gd name="connsiteX8" fmla="*/ 110657 w 234710"/>
                <a:gd name="connsiteY8" fmla="*/ 113072 h 240405"/>
                <a:gd name="connsiteX9" fmla="*/ 11831 w 234710"/>
                <a:gd name="connsiteY9" fmla="*/ 113072 h 240405"/>
                <a:gd name="connsiteX10" fmla="*/ 184 w 234710"/>
                <a:gd name="connsiteY10" fmla="*/ 120291 h 240405"/>
                <a:gd name="connsiteX11" fmla="*/ 11831 w 234710"/>
                <a:gd name="connsiteY11" fmla="*/ 127511 h 240405"/>
                <a:gd name="connsiteX12" fmla="*/ 110657 w 234710"/>
                <a:gd name="connsiteY12" fmla="*/ 127511 h 240405"/>
                <a:gd name="connsiteX13" fmla="*/ 110657 w 234710"/>
                <a:gd name="connsiteY13" fmla="*/ 228582 h 240405"/>
                <a:gd name="connsiteX14" fmla="*/ 117716 w 234710"/>
                <a:gd name="connsiteY14" fmla="*/ 240494 h 240405"/>
                <a:gd name="connsiteX15" fmla="*/ 124774 w 234710"/>
                <a:gd name="connsiteY15" fmla="*/ 228582 h 240405"/>
                <a:gd name="connsiteX16" fmla="*/ 124774 w 234710"/>
                <a:gd name="connsiteY16" fmla="*/ 127511 h 240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4710" h="240405">
                  <a:moveTo>
                    <a:pt x="124774" y="127511"/>
                  </a:moveTo>
                  <a:lnTo>
                    <a:pt x="223247" y="127511"/>
                  </a:lnTo>
                  <a:cubicBezTo>
                    <a:pt x="228188" y="127511"/>
                    <a:pt x="234894" y="127511"/>
                    <a:pt x="234894" y="120291"/>
                  </a:cubicBezTo>
                  <a:cubicBezTo>
                    <a:pt x="234894" y="113072"/>
                    <a:pt x="228188" y="113072"/>
                    <a:pt x="223247" y="113072"/>
                  </a:cubicBezTo>
                  <a:lnTo>
                    <a:pt x="124774" y="113072"/>
                  </a:lnTo>
                  <a:lnTo>
                    <a:pt x="124774" y="12000"/>
                  </a:lnTo>
                  <a:cubicBezTo>
                    <a:pt x="124774" y="6947"/>
                    <a:pt x="124774" y="88"/>
                    <a:pt x="117716" y="88"/>
                  </a:cubicBezTo>
                  <a:cubicBezTo>
                    <a:pt x="110657" y="88"/>
                    <a:pt x="110657" y="6947"/>
                    <a:pt x="110657" y="12000"/>
                  </a:cubicBezTo>
                  <a:lnTo>
                    <a:pt x="110657" y="113072"/>
                  </a:lnTo>
                  <a:lnTo>
                    <a:pt x="11831" y="113072"/>
                  </a:lnTo>
                  <a:cubicBezTo>
                    <a:pt x="6890" y="113072"/>
                    <a:pt x="184" y="113072"/>
                    <a:pt x="184" y="120291"/>
                  </a:cubicBezTo>
                  <a:cubicBezTo>
                    <a:pt x="184" y="127511"/>
                    <a:pt x="6890" y="127511"/>
                    <a:pt x="11831" y="127511"/>
                  </a:cubicBezTo>
                  <a:lnTo>
                    <a:pt x="110657" y="127511"/>
                  </a:lnTo>
                  <a:lnTo>
                    <a:pt x="110657" y="228582"/>
                  </a:lnTo>
                  <a:cubicBezTo>
                    <a:pt x="110657" y="233636"/>
                    <a:pt x="110657" y="240494"/>
                    <a:pt x="117716" y="240494"/>
                  </a:cubicBezTo>
                  <a:cubicBezTo>
                    <a:pt x="124774" y="240494"/>
                    <a:pt x="124774" y="233636"/>
                    <a:pt x="124774" y="228582"/>
                  </a:cubicBezTo>
                  <a:lnTo>
                    <a:pt x="124774" y="127511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354E1ECE-423B-66C3-4E90-99742C66B101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9374603" y="6523886"/>
              <a:ext cx="162003" cy="249790"/>
            </a:xfrm>
            <a:custGeom>
              <a:avLst/>
              <a:gdLst>
                <a:gd name="connsiteX0" fmla="*/ 157607 w 162003"/>
                <a:gd name="connsiteY0" fmla="*/ 204397 h 249790"/>
                <a:gd name="connsiteX1" fmla="*/ 128666 w 162003"/>
                <a:gd name="connsiteY1" fmla="*/ 232913 h 249790"/>
                <a:gd name="connsiteX2" fmla="*/ 123019 w 162003"/>
                <a:gd name="connsiteY2" fmla="*/ 226416 h 249790"/>
                <a:gd name="connsiteX3" fmla="*/ 134666 w 162003"/>
                <a:gd name="connsiteY3" fmla="*/ 181295 h 249790"/>
                <a:gd name="connsiteX4" fmla="*/ 151607 w 162003"/>
                <a:gd name="connsiteY4" fmla="*/ 111628 h 249790"/>
                <a:gd name="connsiteX5" fmla="*/ 128313 w 162003"/>
                <a:gd name="connsiteY5" fmla="*/ 87443 h 249790"/>
                <a:gd name="connsiteX6" fmla="*/ 47488 w 162003"/>
                <a:gd name="connsiteY6" fmla="*/ 163607 h 249790"/>
                <a:gd name="connsiteX7" fmla="*/ 89841 w 162003"/>
                <a:gd name="connsiteY7" fmla="*/ 1893 h 249790"/>
                <a:gd name="connsiteX8" fmla="*/ 88077 w 162003"/>
                <a:gd name="connsiteY8" fmla="*/ 88 h 249790"/>
                <a:gd name="connsiteX9" fmla="*/ 32664 w 162003"/>
                <a:gd name="connsiteY9" fmla="*/ 9834 h 249790"/>
                <a:gd name="connsiteX10" fmla="*/ 32664 w 162003"/>
                <a:gd name="connsiteY10" fmla="*/ 15249 h 249790"/>
                <a:gd name="connsiteX11" fmla="*/ 41841 w 162003"/>
                <a:gd name="connsiteY11" fmla="*/ 15249 h 249790"/>
                <a:gd name="connsiteX12" fmla="*/ 42899 w 162003"/>
                <a:gd name="connsiteY12" fmla="*/ 14888 h 249790"/>
                <a:gd name="connsiteX13" fmla="*/ 56311 w 162003"/>
                <a:gd name="connsiteY13" fmla="*/ 23912 h 249790"/>
                <a:gd name="connsiteX14" fmla="*/ 51370 w 162003"/>
                <a:gd name="connsiteY14" fmla="*/ 48458 h 249790"/>
                <a:gd name="connsiteX15" fmla="*/ 47841 w 162003"/>
                <a:gd name="connsiteY15" fmla="*/ 61814 h 249790"/>
                <a:gd name="connsiteX16" fmla="*/ 193 w 162003"/>
                <a:gd name="connsiteY16" fmla="*/ 246630 h 249790"/>
                <a:gd name="connsiteX17" fmla="*/ 26664 w 162003"/>
                <a:gd name="connsiteY17" fmla="*/ 246630 h 249790"/>
                <a:gd name="connsiteX18" fmla="*/ 59488 w 162003"/>
                <a:gd name="connsiteY18" fmla="*/ 156749 h 249790"/>
                <a:gd name="connsiteX19" fmla="*/ 114195 w 162003"/>
                <a:gd name="connsiteY19" fmla="*/ 105852 h 249790"/>
                <a:gd name="connsiteX20" fmla="*/ 124077 w 162003"/>
                <a:gd name="connsiteY20" fmla="*/ 114876 h 249790"/>
                <a:gd name="connsiteX21" fmla="*/ 121607 w 162003"/>
                <a:gd name="connsiteY21" fmla="*/ 126788 h 249790"/>
                <a:gd name="connsiteX22" fmla="*/ 102195 w 162003"/>
                <a:gd name="connsiteY22" fmla="*/ 201509 h 249790"/>
                <a:gd name="connsiteX23" fmla="*/ 95136 w 162003"/>
                <a:gd name="connsiteY23" fmla="*/ 234718 h 249790"/>
                <a:gd name="connsiteX24" fmla="*/ 110665 w 162003"/>
                <a:gd name="connsiteY24" fmla="*/ 249879 h 249790"/>
                <a:gd name="connsiteX25" fmla="*/ 162196 w 162003"/>
                <a:gd name="connsiteY25" fmla="*/ 208728 h 249790"/>
                <a:gd name="connsiteX26" fmla="*/ 157607 w 162003"/>
                <a:gd name="connsiteY26" fmla="*/ 204397 h 249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003" h="249790">
                  <a:moveTo>
                    <a:pt x="157607" y="204397"/>
                  </a:moveTo>
                  <a:cubicBezTo>
                    <a:pt x="138548" y="228943"/>
                    <a:pt x="134313" y="232913"/>
                    <a:pt x="128666" y="232913"/>
                  </a:cubicBezTo>
                  <a:cubicBezTo>
                    <a:pt x="125489" y="232913"/>
                    <a:pt x="123019" y="229665"/>
                    <a:pt x="123019" y="226416"/>
                  </a:cubicBezTo>
                  <a:cubicBezTo>
                    <a:pt x="123019" y="222806"/>
                    <a:pt x="128666" y="200065"/>
                    <a:pt x="134666" y="181295"/>
                  </a:cubicBezTo>
                  <a:cubicBezTo>
                    <a:pt x="144901" y="147003"/>
                    <a:pt x="151607" y="120291"/>
                    <a:pt x="151607" y="111628"/>
                  </a:cubicBezTo>
                  <a:cubicBezTo>
                    <a:pt x="151607" y="97189"/>
                    <a:pt x="142078" y="87443"/>
                    <a:pt x="128313" y="87443"/>
                  </a:cubicBezTo>
                  <a:cubicBezTo>
                    <a:pt x="105371" y="87443"/>
                    <a:pt x="80312" y="111267"/>
                    <a:pt x="47488" y="163607"/>
                  </a:cubicBezTo>
                  <a:lnTo>
                    <a:pt x="89841" y="1893"/>
                  </a:lnTo>
                  <a:lnTo>
                    <a:pt x="88077" y="88"/>
                  </a:lnTo>
                  <a:cubicBezTo>
                    <a:pt x="67606" y="4781"/>
                    <a:pt x="53841" y="7308"/>
                    <a:pt x="32664" y="9834"/>
                  </a:cubicBezTo>
                  <a:lnTo>
                    <a:pt x="32664" y="15249"/>
                  </a:lnTo>
                  <a:lnTo>
                    <a:pt x="41841" y="15249"/>
                  </a:lnTo>
                  <a:cubicBezTo>
                    <a:pt x="42193" y="15249"/>
                    <a:pt x="42546" y="15249"/>
                    <a:pt x="42899" y="14888"/>
                  </a:cubicBezTo>
                  <a:cubicBezTo>
                    <a:pt x="47841" y="12722"/>
                    <a:pt x="56311" y="18859"/>
                    <a:pt x="56311" y="23912"/>
                  </a:cubicBezTo>
                  <a:cubicBezTo>
                    <a:pt x="56311" y="28966"/>
                    <a:pt x="54547" y="37990"/>
                    <a:pt x="51370" y="48458"/>
                  </a:cubicBezTo>
                  <a:cubicBezTo>
                    <a:pt x="51017" y="48819"/>
                    <a:pt x="49958" y="53873"/>
                    <a:pt x="47841" y="61814"/>
                  </a:cubicBezTo>
                  <a:lnTo>
                    <a:pt x="193" y="246630"/>
                  </a:lnTo>
                  <a:lnTo>
                    <a:pt x="26664" y="246630"/>
                  </a:lnTo>
                  <a:cubicBezTo>
                    <a:pt x="40782" y="191041"/>
                    <a:pt x="45370" y="178768"/>
                    <a:pt x="59488" y="156749"/>
                  </a:cubicBezTo>
                  <a:cubicBezTo>
                    <a:pt x="77841" y="128232"/>
                    <a:pt x="101842" y="105852"/>
                    <a:pt x="114195" y="105852"/>
                  </a:cubicBezTo>
                  <a:cubicBezTo>
                    <a:pt x="119489" y="105852"/>
                    <a:pt x="124077" y="110184"/>
                    <a:pt x="124077" y="114876"/>
                  </a:cubicBezTo>
                  <a:cubicBezTo>
                    <a:pt x="124077" y="116320"/>
                    <a:pt x="123019" y="121013"/>
                    <a:pt x="121607" y="126788"/>
                  </a:cubicBezTo>
                  <a:lnTo>
                    <a:pt x="102195" y="201509"/>
                  </a:lnTo>
                  <a:cubicBezTo>
                    <a:pt x="97606" y="219197"/>
                    <a:pt x="95136" y="230387"/>
                    <a:pt x="95136" y="234718"/>
                  </a:cubicBezTo>
                  <a:cubicBezTo>
                    <a:pt x="95136" y="244103"/>
                    <a:pt x="101136" y="249879"/>
                    <a:pt x="110665" y="249879"/>
                  </a:cubicBezTo>
                  <a:cubicBezTo>
                    <a:pt x="128666" y="249879"/>
                    <a:pt x="141019" y="240133"/>
                    <a:pt x="162196" y="208728"/>
                  </a:cubicBezTo>
                  <a:lnTo>
                    <a:pt x="157607" y="204397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5885E818-E1BC-EE3E-53F8-3B914853D265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9565151" y="6499701"/>
              <a:ext cx="81883" cy="360969"/>
            </a:xfrm>
            <a:custGeom>
              <a:avLst/>
              <a:gdLst>
                <a:gd name="connsiteX0" fmla="*/ 82081 w 81883"/>
                <a:gd name="connsiteY0" fmla="*/ 180573 h 360969"/>
                <a:gd name="connsiteX1" fmla="*/ 58787 w 81883"/>
                <a:gd name="connsiteY1" fmla="*/ 67951 h 360969"/>
                <a:gd name="connsiteX2" fmla="*/ 3727 w 81883"/>
                <a:gd name="connsiteY2" fmla="*/ 88 h 360969"/>
                <a:gd name="connsiteX3" fmla="*/ 197 w 81883"/>
                <a:gd name="connsiteY3" fmla="*/ 3698 h 360969"/>
                <a:gd name="connsiteX4" fmla="*/ 6903 w 81883"/>
                <a:gd name="connsiteY4" fmla="*/ 12000 h 360969"/>
                <a:gd name="connsiteX5" fmla="*/ 61610 w 81883"/>
                <a:gd name="connsiteY5" fmla="*/ 180573 h 360969"/>
                <a:gd name="connsiteX6" fmla="*/ 4786 w 81883"/>
                <a:gd name="connsiteY6" fmla="*/ 351312 h 360969"/>
                <a:gd name="connsiteX7" fmla="*/ 197 w 81883"/>
                <a:gd name="connsiteY7" fmla="*/ 357448 h 360969"/>
                <a:gd name="connsiteX8" fmla="*/ 3727 w 81883"/>
                <a:gd name="connsiteY8" fmla="*/ 361058 h 360969"/>
                <a:gd name="connsiteX9" fmla="*/ 59846 w 81883"/>
                <a:gd name="connsiteY9" fmla="*/ 290669 h 360969"/>
                <a:gd name="connsiteX10" fmla="*/ 82081 w 81883"/>
                <a:gd name="connsiteY10" fmla="*/ 180573 h 360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60969">
                  <a:moveTo>
                    <a:pt x="82081" y="180573"/>
                  </a:moveTo>
                  <a:cubicBezTo>
                    <a:pt x="82081" y="152417"/>
                    <a:pt x="78199" y="108740"/>
                    <a:pt x="58787" y="67951"/>
                  </a:cubicBezTo>
                  <a:cubicBezTo>
                    <a:pt x="37610" y="23551"/>
                    <a:pt x="7256" y="88"/>
                    <a:pt x="3727" y="88"/>
                  </a:cubicBezTo>
                  <a:cubicBezTo>
                    <a:pt x="1609" y="88"/>
                    <a:pt x="197" y="1532"/>
                    <a:pt x="197" y="3698"/>
                  </a:cubicBezTo>
                  <a:cubicBezTo>
                    <a:pt x="197" y="4781"/>
                    <a:pt x="197" y="5503"/>
                    <a:pt x="6903" y="12000"/>
                  </a:cubicBezTo>
                  <a:cubicBezTo>
                    <a:pt x="41492" y="47736"/>
                    <a:pt x="61610" y="105130"/>
                    <a:pt x="61610" y="180573"/>
                  </a:cubicBezTo>
                  <a:cubicBezTo>
                    <a:pt x="61610" y="242299"/>
                    <a:pt x="48551" y="305829"/>
                    <a:pt x="4786" y="351312"/>
                  </a:cubicBezTo>
                  <a:cubicBezTo>
                    <a:pt x="197" y="355643"/>
                    <a:pt x="197" y="356365"/>
                    <a:pt x="197" y="357448"/>
                  </a:cubicBezTo>
                  <a:cubicBezTo>
                    <a:pt x="197" y="359614"/>
                    <a:pt x="1609" y="361058"/>
                    <a:pt x="3727" y="361058"/>
                  </a:cubicBezTo>
                  <a:cubicBezTo>
                    <a:pt x="7256" y="361058"/>
                    <a:pt x="39022" y="336512"/>
                    <a:pt x="59846" y="290669"/>
                  </a:cubicBezTo>
                  <a:cubicBezTo>
                    <a:pt x="77846" y="250962"/>
                    <a:pt x="82081" y="210894"/>
                    <a:pt x="82081" y="180573"/>
                  </a:cubicBez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2875623E-BC9F-A240-D4D4-3A869884789D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9780976" y="6637953"/>
              <a:ext cx="234710" cy="84466"/>
            </a:xfrm>
            <a:custGeom>
              <a:avLst/>
              <a:gdLst>
                <a:gd name="connsiteX0" fmla="*/ 222914 w 234710"/>
                <a:gd name="connsiteY0" fmla="*/ 14527 h 84466"/>
                <a:gd name="connsiteX1" fmla="*/ 234914 w 234710"/>
                <a:gd name="connsiteY1" fmla="*/ 7308 h 84466"/>
                <a:gd name="connsiteX2" fmla="*/ 223267 w 234710"/>
                <a:gd name="connsiteY2" fmla="*/ 88 h 84466"/>
                <a:gd name="connsiteX3" fmla="*/ 11851 w 234710"/>
                <a:gd name="connsiteY3" fmla="*/ 88 h 84466"/>
                <a:gd name="connsiteX4" fmla="*/ 204 w 234710"/>
                <a:gd name="connsiteY4" fmla="*/ 7308 h 84466"/>
                <a:gd name="connsiteX5" fmla="*/ 12204 w 234710"/>
                <a:gd name="connsiteY5" fmla="*/ 14527 h 84466"/>
                <a:gd name="connsiteX6" fmla="*/ 222914 w 234710"/>
                <a:gd name="connsiteY6" fmla="*/ 14527 h 84466"/>
                <a:gd name="connsiteX7" fmla="*/ 223267 w 234710"/>
                <a:gd name="connsiteY7" fmla="*/ 84555 h 84466"/>
                <a:gd name="connsiteX8" fmla="*/ 234914 w 234710"/>
                <a:gd name="connsiteY8" fmla="*/ 77336 h 84466"/>
                <a:gd name="connsiteX9" fmla="*/ 222914 w 234710"/>
                <a:gd name="connsiteY9" fmla="*/ 70116 h 84466"/>
                <a:gd name="connsiteX10" fmla="*/ 12204 w 234710"/>
                <a:gd name="connsiteY10" fmla="*/ 70116 h 84466"/>
                <a:gd name="connsiteX11" fmla="*/ 204 w 234710"/>
                <a:gd name="connsiteY11" fmla="*/ 77336 h 84466"/>
                <a:gd name="connsiteX12" fmla="*/ 11851 w 234710"/>
                <a:gd name="connsiteY12" fmla="*/ 84555 h 84466"/>
                <a:gd name="connsiteX13" fmla="*/ 223267 w 234710"/>
                <a:gd name="connsiteY13" fmla="*/ 84555 h 84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710" h="84466">
                  <a:moveTo>
                    <a:pt x="222914" y="14527"/>
                  </a:moveTo>
                  <a:cubicBezTo>
                    <a:pt x="228208" y="14527"/>
                    <a:pt x="234914" y="14527"/>
                    <a:pt x="234914" y="7308"/>
                  </a:cubicBezTo>
                  <a:cubicBezTo>
                    <a:pt x="234914" y="88"/>
                    <a:pt x="228208" y="88"/>
                    <a:pt x="223267" y="88"/>
                  </a:cubicBezTo>
                  <a:lnTo>
                    <a:pt x="11851" y="88"/>
                  </a:lnTo>
                  <a:cubicBezTo>
                    <a:pt x="6910" y="88"/>
                    <a:pt x="204" y="88"/>
                    <a:pt x="204" y="7308"/>
                  </a:cubicBezTo>
                  <a:cubicBezTo>
                    <a:pt x="204" y="14527"/>
                    <a:pt x="6910" y="14527"/>
                    <a:pt x="12204" y="14527"/>
                  </a:cubicBezTo>
                  <a:lnTo>
                    <a:pt x="222914" y="14527"/>
                  </a:lnTo>
                  <a:close/>
                  <a:moveTo>
                    <a:pt x="223267" y="84555"/>
                  </a:moveTo>
                  <a:cubicBezTo>
                    <a:pt x="228208" y="84555"/>
                    <a:pt x="234914" y="84555"/>
                    <a:pt x="234914" y="77336"/>
                  </a:cubicBezTo>
                  <a:cubicBezTo>
                    <a:pt x="234914" y="70116"/>
                    <a:pt x="228208" y="70116"/>
                    <a:pt x="222914" y="70116"/>
                  </a:cubicBezTo>
                  <a:lnTo>
                    <a:pt x="12204" y="70116"/>
                  </a:lnTo>
                  <a:cubicBezTo>
                    <a:pt x="6910" y="70116"/>
                    <a:pt x="204" y="70116"/>
                    <a:pt x="204" y="77336"/>
                  </a:cubicBezTo>
                  <a:cubicBezTo>
                    <a:pt x="204" y="84555"/>
                    <a:pt x="6910" y="84555"/>
                    <a:pt x="11851" y="84555"/>
                  </a:cubicBezTo>
                  <a:lnTo>
                    <a:pt x="223267" y="84555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67D6A6FB-8AEF-7377-3C53-C22ABD508427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10106731" y="6611241"/>
              <a:ext cx="158826" cy="233547"/>
            </a:xfrm>
            <a:custGeom>
              <a:avLst/>
              <a:gdLst>
                <a:gd name="connsiteX0" fmla="*/ 13978 w 158826"/>
                <a:gd name="connsiteY0" fmla="*/ 14888 h 233547"/>
                <a:gd name="connsiteX1" fmla="*/ 24920 w 158826"/>
                <a:gd name="connsiteY1" fmla="*/ 13445 h 233547"/>
                <a:gd name="connsiteX2" fmla="*/ 66568 w 158826"/>
                <a:gd name="connsiteY2" fmla="*/ 84556 h 233547"/>
                <a:gd name="connsiteX3" fmla="*/ 81039 w 158826"/>
                <a:gd name="connsiteY3" fmla="*/ 156388 h 233547"/>
                <a:gd name="connsiteX4" fmla="*/ 73627 w 158826"/>
                <a:gd name="connsiteY4" fmla="*/ 174437 h 233547"/>
                <a:gd name="connsiteX5" fmla="*/ 51744 w 158826"/>
                <a:gd name="connsiteY5" fmla="*/ 202953 h 233547"/>
                <a:gd name="connsiteX6" fmla="*/ 35508 w 158826"/>
                <a:gd name="connsiteY6" fmla="*/ 213783 h 233547"/>
                <a:gd name="connsiteX7" fmla="*/ 27038 w 158826"/>
                <a:gd name="connsiteY7" fmla="*/ 209812 h 233547"/>
                <a:gd name="connsiteX8" fmla="*/ 13978 w 158826"/>
                <a:gd name="connsiteY8" fmla="*/ 203675 h 233547"/>
                <a:gd name="connsiteX9" fmla="*/ 214 w 158826"/>
                <a:gd name="connsiteY9" fmla="*/ 217753 h 233547"/>
                <a:gd name="connsiteX10" fmla="*/ 18214 w 158826"/>
                <a:gd name="connsiteY10" fmla="*/ 233636 h 233547"/>
                <a:gd name="connsiteX11" fmla="*/ 125157 w 158826"/>
                <a:gd name="connsiteY11" fmla="*/ 108019 h 233547"/>
                <a:gd name="connsiteX12" fmla="*/ 159040 w 158826"/>
                <a:gd name="connsiteY12" fmla="*/ 19942 h 233547"/>
                <a:gd name="connsiteX13" fmla="*/ 139628 w 158826"/>
                <a:gd name="connsiteY13" fmla="*/ 89 h 233547"/>
                <a:gd name="connsiteX14" fmla="*/ 125863 w 158826"/>
                <a:gd name="connsiteY14" fmla="*/ 13445 h 233547"/>
                <a:gd name="connsiteX15" fmla="*/ 135746 w 158826"/>
                <a:gd name="connsiteY15" fmla="*/ 27522 h 233547"/>
                <a:gd name="connsiteX16" fmla="*/ 144922 w 158826"/>
                <a:gd name="connsiteY16" fmla="*/ 39795 h 233547"/>
                <a:gd name="connsiteX17" fmla="*/ 101862 w 158826"/>
                <a:gd name="connsiteY17" fmla="*/ 133286 h 233547"/>
                <a:gd name="connsiteX18" fmla="*/ 94804 w 158826"/>
                <a:gd name="connsiteY18" fmla="*/ 91414 h 233547"/>
                <a:gd name="connsiteX19" fmla="*/ 64450 w 158826"/>
                <a:gd name="connsiteY19" fmla="*/ 89 h 233547"/>
                <a:gd name="connsiteX20" fmla="*/ 63038 w 158826"/>
                <a:gd name="connsiteY20" fmla="*/ 89 h 233547"/>
                <a:gd name="connsiteX21" fmla="*/ 59862 w 158826"/>
                <a:gd name="connsiteY21" fmla="*/ 450 h 233547"/>
                <a:gd name="connsiteX22" fmla="*/ 25273 w 158826"/>
                <a:gd name="connsiteY22" fmla="*/ 6586 h 233547"/>
                <a:gd name="connsiteX23" fmla="*/ 13978 w 158826"/>
                <a:gd name="connsiteY23" fmla="*/ 8752 h 233547"/>
                <a:gd name="connsiteX24" fmla="*/ 13978 w 158826"/>
                <a:gd name="connsiteY24" fmla="*/ 14888 h 233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8826" h="233547">
                  <a:moveTo>
                    <a:pt x="13978" y="14888"/>
                  </a:moveTo>
                  <a:cubicBezTo>
                    <a:pt x="18567" y="13806"/>
                    <a:pt x="21037" y="13445"/>
                    <a:pt x="24920" y="13445"/>
                  </a:cubicBezTo>
                  <a:cubicBezTo>
                    <a:pt x="45038" y="13445"/>
                    <a:pt x="50332" y="22469"/>
                    <a:pt x="66568" y="84556"/>
                  </a:cubicBezTo>
                  <a:cubicBezTo>
                    <a:pt x="72568" y="108019"/>
                    <a:pt x="81039" y="150252"/>
                    <a:pt x="81039" y="156388"/>
                  </a:cubicBezTo>
                  <a:cubicBezTo>
                    <a:pt x="81039" y="162164"/>
                    <a:pt x="78921" y="167939"/>
                    <a:pt x="73627" y="174437"/>
                  </a:cubicBezTo>
                  <a:cubicBezTo>
                    <a:pt x="62685" y="189237"/>
                    <a:pt x="55626" y="198622"/>
                    <a:pt x="51744" y="202953"/>
                  </a:cubicBezTo>
                  <a:cubicBezTo>
                    <a:pt x="44332" y="210895"/>
                    <a:pt x="40097" y="213783"/>
                    <a:pt x="35508" y="213783"/>
                  </a:cubicBezTo>
                  <a:cubicBezTo>
                    <a:pt x="33391" y="213783"/>
                    <a:pt x="30920" y="212700"/>
                    <a:pt x="27038" y="209812"/>
                  </a:cubicBezTo>
                  <a:cubicBezTo>
                    <a:pt x="21743" y="205480"/>
                    <a:pt x="17861" y="203675"/>
                    <a:pt x="13978" y="203675"/>
                  </a:cubicBezTo>
                  <a:cubicBezTo>
                    <a:pt x="6214" y="203675"/>
                    <a:pt x="214" y="209812"/>
                    <a:pt x="214" y="217753"/>
                  </a:cubicBezTo>
                  <a:cubicBezTo>
                    <a:pt x="214" y="226777"/>
                    <a:pt x="7978" y="233636"/>
                    <a:pt x="18214" y="233636"/>
                  </a:cubicBezTo>
                  <a:cubicBezTo>
                    <a:pt x="40803" y="233636"/>
                    <a:pt x="87039" y="179490"/>
                    <a:pt x="125157" y="108019"/>
                  </a:cubicBezTo>
                  <a:cubicBezTo>
                    <a:pt x="149158" y="63619"/>
                    <a:pt x="159040" y="37630"/>
                    <a:pt x="159040" y="19942"/>
                  </a:cubicBezTo>
                  <a:cubicBezTo>
                    <a:pt x="159040" y="9113"/>
                    <a:pt x="150216" y="89"/>
                    <a:pt x="139628" y="89"/>
                  </a:cubicBezTo>
                  <a:cubicBezTo>
                    <a:pt x="131510" y="89"/>
                    <a:pt x="125863" y="5503"/>
                    <a:pt x="125863" y="13445"/>
                  </a:cubicBezTo>
                  <a:cubicBezTo>
                    <a:pt x="125863" y="18859"/>
                    <a:pt x="128687" y="22830"/>
                    <a:pt x="135746" y="27522"/>
                  </a:cubicBezTo>
                  <a:cubicBezTo>
                    <a:pt x="142452" y="31493"/>
                    <a:pt x="144922" y="34742"/>
                    <a:pt x="144922" y="39795"/>
                  </a:cubicBezTo>
                  <a:cubicBezTo>
                    <a:pt x="144922" y="54234"/>
                    <a:pt x="131863" y="82390"/>
                    <a:pt x="101862" y="133286"/>
                  </a:cubicBezTo>
                  <a:lnTo>
                    <a:pt x="94804" y="91414"/>
                  </a:lnTo>
                  <a:cubicBezTo>
                    <a:pt x="89509" y="59649"/>
                    <a:pt x="69744" y="89"/>
                    <a:pt x="64450" y="89"/>
                  </a:cubicBezTo>
                  <a:lnTo>
                    <a:pt x="63038" y="89"/>
                  </a:lnTo>
                  <a:cubicBezTo>
                    <a:pt x="62685" y="450"/>
                    <a:pt x="61274" y="450"/>
                    <a:pt x="59862" y="450"/>
                  </a:cubicBezTo>
                  <a:cubicBezTo>
                    <a:pt x="56685" y="811"/>
                    <a:pt x="43979" y="2976"/>
                    <a:pt x="25273" y="6586"/>
                  </a:cubicBezTo>
                  <a:cubicBezTo>
                    <a:pt x="23508" y="6947"/>
                    <a:pt x="18920" y="8030"/>
                    <a:pt x="13978" y="8752"/>
                  </a:cubicBezTo>
                  <a:lnTo>
                    <a:pt x="13978" y="14888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A5B2833-AD64-27D9-EE2A-ACFD7F22DB26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10307438" y="6499701"/>
              <a:ext cx="81883" cy="360969"/>
            </a:xfrm>
            <a:custGeom>
              <a:avLst/>
              <a:gdLst>
                <a:gd name="connsiteX0" fmla="*/ 82102 w 81883"/>
                <a:gd name="connsiteY0" fmla="*/ 357448 h 360969"/>
                <a:gd name="connsiteX1" fmla="*/ 76102 w 81883"/>
                <a:gd name="connsiteY1" fmla="*/ 349507 h 360969"/>
                <a:gd name="connsiteX2" fmla="*/ 20689 w 81883"/>
                <a:gd name="connsiteY2" fmla="*/ 180573 h 360969"/>
                <a:gd name="connsiteX3" fmla="*/ 77514 w 81883"/>
                <a:gd name="connsiteY3" fmla="*/ 9835 h 360969"/>
                <a:gd name="connsiteX4" fmla="*/ 82102 w 81883"/>
                <a:gd name="connsiteY4" fmla="*/ 3698 h 360969"/>
                <a:gd name="connsiteX5" fmla="*/ 78572 w 81883"/>
                <a:gd name="connsiteY5" fmla="*/ 88 h 360969"/>
                <a:gd name="connsiteX6" fmla="*/ 22454 w 81883"/>
                <a:gd name="connsiteY6" fmla="*/ 70477 h 360969"/>
                <a:gd name="connsiteX7" fmla="*/ 218 w 81883"/>
                <a:gd name="connsiteY7" fmla="*/ 180573 h 360969"/>
                <a:gd name="connsiteX8" fmla="*/ 23513 w 81883"/>
                <a:gd name="connsiteY8" fmla="*/ 293195 h 360969"/>
                <a:gd name="connsiteX9" fmla="*/ 78572 w 81883"/>
                <a:gd name="connsiteY9" fmla="*/ 361058 h 360969"/>
                <a:gd name="connsiteX10" fmla="*/ 82102 w 81883"/>
                <a:gd name="connsiteY10" fmla="*/ 357448 h 360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60969">
                  <a:moveTo>
                    <a:pt x="82102" y="357448"/>
                  </a:moveTo>
                  <a:cubicBezTo>
                    <a:pt x="82102" y="356365"/>
                    <a:pt x="82102" y="355643"/>
                    <a:pt x="76102" y="349507"/>
                  </a:cubicBezTo>
                  <a:cubicBezTo>
                    <a:pt x="31983" y="304025"/>
                    <a:pt x="20689" y="235801"/>
                    <a:pt x="20689" y="180573"/>
                  </a:cubicBezTo>
                  <a:cubicBezTo>
                    <a:pt x="20689" y="117764"/>
                    <a:pt x="34101" y="54956"/>
                    <a:pt x="77514" y="9835"/>
                  </a:cubicBezTo>
                  <a:cubicBezTo>
                    <a:pt x="82102" y="5503"/>
                    <a:pt x="82102" y="4781"/>
                    <a:pt x="82102" y="3698"/>
                  </a:cubicBezTo>
                  <a:cubicBezTo>
                    <a:pt x="82102" y="1171"/>
                    <a:pt x="80690" y="88"/>
                    <a:pt x="78572" y="88"/>
                  </a:cubicBezTo>
                  <a:cubicBezTo>
                    <a:pt x="75043" y="88"/>
                    <a:pt x="43278" y="24634"/>
                    <a:pt x="22454" y="70477"/>
                  </a:cubicBezTo>
                  <a:cubicBezTo>
                    <a:pt x="4453" y="110184"/>
                    <a:pt x="218" y="150252"/>
                    <a:pt x="218" y="180573"/>
                  </a:cubicBezTo>
                  <a:cubicBezTo>
                    <a:pt x="218" y="208729"/>
                    <a:pt x="4100" y="252406"/>
                    <a:pt x="23513" y="293195"/>
                  </a:cubicBezTo>
                  <a:cubicBezTo>
                    <a:pt x="44689" y="337595"/>
                    <a:pt x="75043" y="361058"/>
                    <a:pt x="78572" y="361058"/>
                  </a:cubicBezTo>
                  <a:cubicBezTo>
                    <a:pt x="80690" y="361058"/>
                    <a:pt x="82102" y="359975"/>
                    <a:pt x="82102" y="357448"/>
                  </a:cubicBez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0621238E-83E7-FCDB-9FD2-8A5B61C608B2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10400420" y="6611241"/>
              <a:ext cx="167297" cy="163158"/>
            </a:xfrm>
            <a:custGeom>
              <a:avLst/>
              <a:gdLst>
                <a:gd name="connsiteX0" fmla="*/ 151636 w 167297"/>
                <a:gd name="connsiteY0" fmla="*/ 119208 h 163158"/>
                <a:gd name="connsiteX1" fmla="*/ 143872 w 167297"/>
                <a:gd name="connsiteY1" fmla="*/ 128955 h 163158"/>
                <a:gd name="connsiteX2" fmla="*/ 127636 w 167297"/>
                <a:gd name="connsiteY2" fmla="*/ 143393 h 163158"/>
                <a:gd name="connsiteX3" fmla="*/ 116695 w 167297"/>
                <a:gd name="connsiteY3" fmla="*/ 128594 h 163158"/>
                <a:gd name="connsiteX4" fmla="*/ 115283 w 167297"/>
                <a:gd name="connsiteY4" fmla="*/ 122457 h 163158"/>
                <a:gd name="connsiteX5" fmla="*/ 102577 w 167297"/>
                <a:gd name="connsiteY5" fmla="*/ 63980 h 163158"/>
                <a:gd name="connsiteX6" fmla="*/ 137166 w 167297"/>
                <a:gd name="connsiteY6" fmla="*/ 20303 h 163158"/>
                <a:gd name="connsiteX7" fmla="*/ 145636 w 167297"/>
                <a:gd name="connsiteY7" fmla="*/ 23191 h 163158"/>
                <a:gd name="connsiteX8" fmla="*/ 155166 w 167297"/>
                <a:gd name="connsiteY8" fmla="*/ 26439 h 163158"/>
                <a:gd name="connsiteX9" fmla="*/ 167519 w 167297"/>
                <a:gd name="connsiteY9" fmla="*/ 13444 h 163158"/>
                <a:gd name="connsiteX10" fmla="*/ 153048 w 167297"/>
                <a:gd name="connsiteY10" fmla="*/ 88 h 163158"/>
                <a:gd name="connsiteX11" fmla="*/ 99753 w 167297"/>
                <a:gd name="connsiteY11" fmla="*/ 51707 h 163158"/>
                <a:gd name="connsiteX12" fmla="*/ 95871 w 167297"/>
                <a:gd name="connsiteY12" fmla="*/ 31854 h 163158"/>
                <a:gd name="connsiteX13" fmla="*/ 77517 w 167297"/>
                <a:gd name="connsiteY13" fmla="*/ 88 h 163158"/>
                <a:gd name="connsiteX14" fmla="*/ 36223 w 167297"/>
                <a:gd name="connsiteY14" fmla="*/ 10557 h 163158"/>
                <a:gd name="connsiteX15" fmla="*/ 32340 w 167297"/>
                <a:gd name="connsiteY15" fmla="*/ 12000 h 163158"/>
                <a:gd name="connsiteX16" fmla="*/ 33752 w 167297"/>
                <a:gd name="connsiteY16" fmla="*/ 17415 h 163158"/>
                <a:gd name="connsiteX17" fmla="*/ 53517 w 167297"/>
                <a:gd name="connsiteY17" fmla="*/ 13444 h 163158"/>
                <a:gd name="connsiteX18" fmla="*/ 69400 w 167297"/>
                <a:gd name="connsiteY18" fmla="*/ 38351 h 163158"/>
                <a:gd name="connsiteX19" fmla="*/ 79635 w 167297"/>
                <a:gd name="connsiteY19" fmla="*/ 82750 h 163158"/>
                <a:gd name="connsiteX20" fmla="*/ 50693 w 167297"/>
                <a:gd name="connsiteY20" fmla="*/ 124984 h 163158"/>
                <a:gd name="connsiteX21" fmla="*/ 32693 w 167297"/>
                <a:gd name="connsiteY21" fmla="*/ 142310 h 163158"/>
                <a:gd name="connsiteX22" fmla="*/ 23516 w 167297"/>
                <a:gd name="connsiteY22" fmla="*/ 139062 h 163158"/>
                <a:gd name="connsiteX23" fmla="*/ 12222 w 167297"/>
                <a:gd name="connsiteY23" fmla="*/ 135452 h 163158"/>
                <a:gd name="connsiteX24" fmla="*/ 222 w 167297"/>
                <a:gd name="connsiteY24" fmla="*/ 148086 h 163158"/>
                <a:gd name="connsiteX25" fmla="*/ 17869 w 167297"/>
                <a:gd name="connsiteY25" fmla="*/ 163247 h 163158"/>
                <a:gd name="connsiteX26" fmla="*/ 50693 w 167297"/>
                <a:gd name="connsiteY26" fmla="*/ 137979 h 163158"/>
                <a:gd name="connsiteX27" fmla="*/ 82459 w 167297"/>
                <a:gd name="connsiteY27" fmla="*/ 95745 h 163158"/>
                <a:gd name="connsiteX28" fmla="*/ 93047 w 167297"/>
                <a:gd name="connsiteY28" fmla="*/ 139062 h 163158"/>
                <a:gd name="connsiteX29" fmla="*/ 113518 w 167297"/>
                <a:gd name="connsiteY29" fmla="*/ 163247 h 163158"/>
                <a:gd name="connsiteX30" fmla="*/ 156578 w 167297"/>
                <a:gd name="connsiteY30" fmla="*/ 122096 h 163158"/>
                <a:gd name="connsiteX31" fmla="*/ 151636 w 167297"/>
                <a:gd name="connsiteY31" fmla="*/ 119208 h 16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63158">
                  <a:moveTo>
                    <a:pt x="151636" y="119208"/>
                  </a:moveTo>
                  <a:cubicBezTo>
                    <a:pt x="148813" y="122457"/>
                    <a:pt x="147048" y="124623"/>
                    <a:pt x="143872" y="128955"/>
                  </a:cubicBezTo>
                  <a:cubicBezTo>
                    <a:pt x="135754" y="139784"/>
                    <a:pt x="131518" y="143393"/>
                    <a:pt x="127636" y="143393"/>
                  </a:cubicBezTo>
                  <a:cubicBezTo>
                    <a:pt x="122342" y="143393"/>
                    <a:pt x="119165" y="138701"/>
                    <a:pt x="116695" y="128594"/>
                  </a:cubicBezTo>
                  <a:cubicBezTo>
                    <a:pt x="115989" y="125706"/>
                    <a:pt x="115636" y="123540"/>
                    <a:pt x="115283" y="122457"/>
                  </a:cubicBezTo>
                  <a:cubicBezTo>
                    <a:pt x="106459" y="85999"/>
                    <a:pt x="102577" y="69395"/>
                    <a:pt x="102577" y="63980"/>
                  </a:cubicBezTo>
                  <a:cubicBezTo>
                    <a:pt x="118106" y="36185"/>
                    <a:pt x="130813" y="20303"/>
                    <a:pt x="137166" y="20303"/>
                  </a:cubicBezTo>
                  <a:cubicBezTo>
                    <a:pt x="139283" y="20303"/>
                    <a:pt x="142107" y="21386"/>
                    <a:pt x="145636" y="23191"/>
                  </a:cubicBezTo>
                  <a:cubicBezTo>
                    <a:pt x="149872" y="25717"/>
                    <a:pt x="152342" y="26439"/>
                    <a:pt x="155166" y="26439"/>
                  </a:cubicBezTo>
                  <a:cubicBezTo>
                    <a:pt x="162578" y="26439"/>
                    <a:pt x="167519" y="21025"/>
                    <a:pt x="167519" y="13444"/>
                  </a:cubicBezTo>
                  <a:cubicBezTo>
                    <a:pt x="167519" y="5864"/>
                    <a:pt x="161519" y="88"/>
                    <a:pt x="153048" y="88"/>
                  </a:cubicBezTo>
                  <a:cubicBezTo>
                    <a:pt x="137519" y="88"/>
                    <a:pt x="124107" y="13083"/>
                    <a:pt x="99753" y="51707"/>
                  </a:cubicBezTo>
                  <a:lnTo>
                    <a:pt x="95871" y="31854"/>
                  </a:lnTo>
                  <a:cubicBezTo>
                    <a:pt x="90929" y="7308"/>
                    <a:pt x="87047" y="88"/>
                    <a:pt x="77517" y="88"/>
                  </a:cubicBezTo>
                  <a:cubicBezTo>
                    <a:pt x="69753" y="88"/>
                    <a:pt x="57752" y="3337"/>
                    <a:pt x="36223" y="10557"/>
                  </a:cubicBezTo>
                  <a:lnTo>
                    <a:pt x="32340" y="12000"/>
                  </a:lnTo>
                  <a:lnTo>
                    <a:pt x="33752" y="17415"/>
                  </a:lnTo>
                  <a:cubicBezTo>
                    <a:pt x="47164" y="14166"/>
                    <a:pt x="50340" y="13444"/>
                    <a:pt x="53517" y="13444"/>
                  </a:cubicBezTo>
                  <a:cubicBezTo>
                    <a:pt x="62341" y="13444"/>
                    <a:pt x="64458" y="16693"/>
                    <a:pt x="69400" y="38351"/>
                  </a:cubicBezTo>
                  <a:lnTo>
                    <a:pt x="79635" y="82750"/>
                  </a:lnTo>
                  <a:lnTo>
                    <a:pt x="50693" y="124984"/>
                  </a:lnTo>
                  <a:cubicBezTo>
                    <a:pt x="43634" y="135813"/>
                    <a:pt x="36575" y="142310"/>
                    <a:pt x="32693" y="142310"/>
                  </a:cubicBezTo>
                  <a:cubicBezTo>
                    <a:pt x="30575" y="142310"/>
                    <a:pt x="27046" y="141228"/>
                    <a:pt x="23516" y="139062"/>
                  </a:cubicBezTo>
                  <a:cubicBezTo>
                    <a:pt x="18928" y="136535"/>
                    <a:pt x="15046" y="135452"/>
                    <a:pt x="12222" y="135452"/>
                  </a:cubicBezTo>
                  <a:cubicBezTo>
                    <a:pt x="5516" y="135452"/>
                    <a:pt x="222" y="140867"/>
                    <a:pt x="222" y="148086"/>
                  </a:cubicBezTo>
                  <a:cubicBezTo>
                    <a:pt x="222" y="157471"/>
                    <a:pt x="7281" y="163247"/>
                    <a:pt x="17869" y="163247"/>
                  </a:cubicBezTo>
                  <a:cubicBezTo>
                    <a:pt x="28811" y="163247"/>
                    <a:pt x="33046" y="159998"/>
                    <a:pt x="50693" y="137979"/>
                  </a:cubicBezTo>
                  <a:cubicBezTo>
                    <a:pt x="60223" y="126428"/>
                    <a:pt x="67635" y="116682"/>
                    <a:pt x="82459" y="95745"/>
                  </a:cubicBezTo>
                  <a:lnTo>
                    <a:pt x="93047" y="139062"/>
                  </a:lnTo>
                  <a:cubicBezTo>
                    <a:pt x="97635" y="157471"/>
                    <a:pt x="102224" y="163247"/>
                    <a:pt x="113518" y="163247"/>
                  </a:cubicBezTo>
                  <a:cubicBezTo>
                    <a:pt x="126930" y="163247"/>
                    <a:pt x="136107" y="154583"/>
                    <a:pt x="156578" y="122096"/>
                  </a:cubicBezTo>
                  <a:lnTo>
                    <a:pt x="151636" y="119208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6864B10-A4BC-10F7-34A8-35465EDF8A42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10580042" y="6650082"/>
              <a:ext cx="56153" cy="177632"/>
            </a:xfrm>
            <a:custGeom>
              <a:avLst/>
              <a:gdLst>
                <a:gd name="connsiteX0" fmla="*/ 45410 w 56153"/>
                <a:gd name="connsiteY0" fmla="*/ 144334 h 177632"/>
                <a:gd name="connsiteX1" fmla="*/ 34702 w 56153"/>
                <a:gd name="connsiteY1" fmla="*/ 157957 h 177632"/>
                <a:gd name="connsiteX2" fmla="*/ 23993 w 56153"/>
                <a:gd name="connsiteY2" fmla="*/ 165169 h 177632"/>
                <a:gd name="connsiteX3" fmla="*/ 19814 w 56153"/>
                <a:gd name="connsiteY3" fmla="*/ 161162 h 177632"/>
                <a:gd name="connsiteX4" fmla="*/ 22426 w 56153"/>
                <a:gd name="connsiteY4" fmla="*/ 149409 h 177632"/>
                <a:gd name="connsiteX5" fmla="*/ 23732 w 56153"/>
                <a:gd name="connsiteY5" fmla="*/ 144601 h 177632"/>
                <a:gd name="connsiteX6" fmla="*/ 23732 w 56153"/>
                <a:gd name="connsiteY6" fmla="*/ 144067 h 177632"/>
                <a:gd name="connsiteX7" fmla="*/ 23993 w 56153"/>
                <a:gd name="connsiteY7" fmla="*/ 143532 h 177632"/>
                <a:gd name="connsiteX8" fmla="*/ 46977 w 56153"/>
                <a:gd name="connsiteY8" fmla="*/ 57521 h 177632"/>
                <a:gd name="connsiteX9" fmla="*/ 46194 w 56153"/>
                <a:gd name="connsiteY9" fmla="*/ 56986 h 177632"/>
                <a:gd name="connsiteX10" fmla="*/ 4405 w 56153"/>
                <a:gd name="connsiteY10" fmla="*/ 63664 h 177632"/>
                <a:gd name="connsiteX11" fmla="*/ 4405 w 56153"/>
                <a:gd name="connsiteY11" fmla="*/ 67938 h 177632"/>
                <a:gd name="connsiteX12" fmla="*/ 20859 w 56153"/>
                <a:gd name="connsiteY12" fmla="*/ 74349 h 177632"/>
                <a:gd name="connsiteX13" fmla="*/ 18508 w 56153"/>
                <a:gd name="connsiteY13" fmla="*/ 86102 h 177632"/>
                <a:gd name="connsiteX14" fmla="*/ 5972 w 56153"/>
                <a:gd name="connsiteY14" fmla="*/ 133382 h 177632"/>
                <a:gd name="connsiteX15" fmla="*/ 226 w 56153"/>
                <a:gd name="connsiteY15" fmla="*/ 162498 h 177632"/>
                <a:gd name="connsiteX16" fmla="*/ 12240 w 56153"/>
                <a:gd name="connsiteY16" fmla="*/ 177723 h 177632"/>
                <a:gd name="connsiteX17" fmla="*/ 48805 w 56153"/>
                <a:gd name="connsiteY17" fmla="*/ 147272 h 177632"/>
                <a:gd name="connsiteX18" fmla="*/ 45410 w 56153"/>
                <a:gd name="connsiteY18" fmla="*/ 144334 h 177632"/>
                <a:gd name="connsiteX19" fmla="*/ 43321 w 56153"/>
                <a:gd name="connsiteY19" fmla="*/ 91 h 177632"/>
                <a:gd name="connsiteX20" fmla="*/ 31045 w 56153"/>
                <a:gd name="connsiteY20" fmla="*/ 14248 h 177632"/>
                <a:gd name="connsiteX21" fmla="*/ 43582 w 56153"/>
                <a:gd name="connsiteY21" fmla="*/ 28405 h 177632"/>
                <a:gd name="connsiteX22" fmla="*/ 56380 w 56153"/>
                <a:gd name="connsiteY22" fmla="*/ 14782 h 177632"/>
                <a:gd name="connsiteX23" fmla="*/ 43321 w 56153"/>
                <a:gd name="connsiteY23" fmla="*/ 91 h 177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6153" h="177632">
                  <a:moveTo>
                    <a:pt x="45410" y="144334"/>
                  </a:moveTo>
                  <a:cubicBezTo>
                    <a:pt x="39142" y="152882"/>
                    <a:pt x="37314" y="155018"/>
                    <a:pt x="34702" y="157957"/>
                  </a:cubicBezTo>
                  <a:cubicBezTo>
                    <a:pt x="30262" y="162498"/>
                    <a:pt x="26344" y="165169"/>
                    <a:pt x="23993" y="165169"/>
                  </a:cubicBezTo>
                  <a:cubicBezTo>
                    <a:pt x="21904" y="165169"/>
                    <a:pt x="19814" y="163032"/>
                    <a:pt x="19814" y="161162"/>
                  </a:cubicBezTo>
                  <a:cubicBezTo>
                    <a:pt x="19814" y="158491"/>
                    <a:pt x="20598" y="154484"/>
                    <a:pt x="22426" y="149409"/>
                  </a:cubicBezTo>
                  <a:cubicBezTo>
                    <a:pt x="22426" y="148608"/>
                    <a:pt x="23210" y="146738"/>
                    <a:pt x="23732" y="144601"/>
                  </a:cubicBezTo>
                  <a:lnTo>
                    <a:pt x="23732" y="144067"/>
                  </a:lnTo>
                  <a:lnTo>
                    <a:pt x="23993" y="143532"/>
                  </a:lnTo>
                  <a:lnTo>
                    <a:pt x="46977" y="57521"/>
                  </a:lnTo>
                  <a:lnTo>
                    <a:pt x="46194" y="56986"/>
                  </a:lnTo>
                  <a:cubicBezTo>
                    <a:pt x="19814" y="62062"/>
                    <a:pt x="14591" y="62863"/>
                    <a:pt x="4405" y="63664"/>
                  </a:cubicBezTo>
                  <a:lnTo>
                    <a:pt x="4405" y="67938"/>
                  </a:lnTo>
                  <a:cubicBezTo>
                    <a:pt x="18247" y="68205"/>
                    <a:pt x="20859" y="69007"/>
                    <a:pt x="20859" y="74349"/>
                  </a:cubicBezTo>
                  <a:cubicBezTo>
                    <a:pt x="20859" y="76486"/>
                    <a:pt x="20076" y="80760"/>
                    <a:pt x="18508" y="86102"/>
                  </a:cubicBezTo>
                  <a:lnTo>
                    <a:pt x="5972" y="133382"/>
                  </a:lnTo>
                  <a:cubicBezTo>
                    <a:pt x="1793" y="148875"/>
                    <a:pt x="226" y="157155"/>
                    <a:pt x="226" y="162498"/>
                  </a:cubicBezTo>
                  <a:cubicBezTo>
                    <a:pt x="226" y="172381"/>
                    <a:pt x="4405" y="177723"/>
                    <a:pt x="12240" y="177723"/>
                  </a:cubicBezTo>
                  <a:cubicBezTo>
                    <a:pt x="24254" y="177723"/>
                    <a:pt x="33918" y="169710"/>
                    <a:pt x="48805" y="147272"/>
                  </a:cubicBezTo>
                  <a:lnTo>
                    <a:pt x="45410" y="144334"/>
                  </a:lnTo>
                  <a:close/>
                  <a:moveTo>
                    <a:pt x="43321" y="91"/>
                  </a:moveTo>
                  <a:cubicBezTo>
                    <a:pt x="36269" y="91"/>
                    <a:pt x="31045" y="6234"/>
                    <a:pt x="31045" y="14248"/>
                  </a:cubicBezTo>
                  <a:cubicBezTo>
                    <a:pt x="31045" y="22795"/>
                    <a:pt x="36008" y="28405"/>
                    <a:pt x="43582" y="28405"/>
                  </a:cubicBezTo>
                  <a:cubicBezTo>
                    <a:pt x="50373" y="28405"/>
                    <a:pt x="56380" y="22261"/>
                    <a:pt x="56380" y="14782"/>
                  </a:cubicBezTo>
                  <a:cubicBezTo>
                    <a:pt x="56380" y="7036"/>
                    <a:pt x="50373" y="91"/>
                    <a:pt x="43321" y="91"/>
                  </a:cubicBez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BD180EF5-CC2D-33FF-9BA3-0DB41563334F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10677953" y="6499701"/>
              <a:ext cx="81883" cy="360969"/>
            </a:xfrm>
            <a:custGeom>
              <a:avLst/>
              <a:gdLst>
                <a:gd name="connsiteX0" fmla="*/ 82113 w 81883"/>
                <a:gd name="connsiteY0" fmla="*/ 180573 h 360969"/>
                <a:gd name="connsiteX1" fmla="*/ 58818 w 81883"/>
                <a:gd name="connsiteY1" fmla="*/ 67951 h 360969"/>
                <a:gd name="connsiteX2" fmla="*/ 3758 w 81883"/>
                <a:gd name="connsiteY2" fmla="*/ 88 h 360969"/>
                <a:gd name="connsiteX3" fmla="*/ 229 w 81883"/>
                <a:gd name="connsiteY3" fmla="*/ 3698 h 360969"/>
                <a:gd name="connsiteX4" fmla="*/ 6935 w 81883"/>
                <a:gd name="connsiteY4" fmla="*/ 12000 h 360969"/>
                <a:gd name="connsiteX5" fmla="*/ 61642 w 81883"/>
                <a:gd name="connsiteY5" fmla="*/ 180573 h 360969"/>
                <a:gd name="connsiteX6" fmla="*/ 4817 w 81883"/>
                <a:gd name="connsiteY6" fmla="*/ 351312 h 360969"/>
                <a:gd name="connsiteX7" fmla="*/ 229 w 81883"/>
                <a:gd name="connsiteY7" fmla="*/ 357448 h 360969"/>
                <a:gd name="connsiteX8" fmla="*/ 3758 w 81883"/>
                <a:gd name="connsiteY8" fmla="*/ 361058 h 360969"/>
                <a:gd name="connsiteX9" fmla="*/ 59877 w 81883"/>
                <a:gd name="connsiteY9" fmla="*/ 290669 h 360969"/>
                <a:gd name="connsiteX10" fmla="*/ 82113 w 81883"/>
                <a:gd name="connsiteY10" fmla="*/ 180573 h 360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60969">
                  <a:moveTo>
                    <a:pt x="82113" y="180573"/>
                  </a:moveTo>
                  <a:cubicBezTo>
                    <a:pt x="82113" y="152417"/>
                    <a:pt x="78230" y="108740"/>
                    <a:pt x="58818" y="67951"/>
                  </a:cubicBezTo>
                  <a:cubicBezTo>
                    <a:pt x="37641" y="23551"/>
                    <a:pt x="7288" y="88"/>
                    <a:pt x="3758" y="88"/>
                  </a:cubicBezTo>
                  <a:cubicBezTo>
                    <a:pt x="1641" y="88"/>
                    <a:pt x="229" y="1532"/>
                    <a:pt x="229" y="3698"/>
                  </a:cubicBezTo>
                  <a:cubicBezTo>
                    <a:pt x="229" y="4781"/>
                    <a:pt x="229" y="5503"/>
                    <a:pt x="6935" y="12000"/>
                  </a:cubicBezTo>
                  <a:cubicBezTo>
                    <a:pt x="41524" y="47736"/>
                    <a:pt x="61642" y="105130"/>
                    <a:pt x="61642" y="180573"/>
                  </a:cubicBezTo>
                  <a:cubicBezTo>
                    <a:pt x="61642" y="242299"/>
                    <a:pt x="48583" y="305829"/>
                    <a:pt x="4817" y="351312"/>
                  </a:cubicBezTo>
                  <a:cubicBezTo>
                    <a:pt x="229" y="355643"/>
                    <a:pt x="229" y="356365"/>
                    <a:pt x="229" y="357448"/>
                  </a:cubicBezTo>
                  <a:cubicBezTo>
                    <a:pt x="229" y="359614"/>
                    <a:pt x="1641" y="361058"/>
                    <a:pt x="3758" y="361058"/>
                  </a:cubicBezTo>
                  <a:cubicBezTo>
                    <a:pt x="7288" y="361058"/>
                    <a:pt x="39053" y="336512"/>
                    <a:pt x="59877" y="290669"/>
                  </a:cubicBezTo>
                  <a:cubicBezTo>
                    <a:pt x="77877" y="250962"/>
                    <a:pt x="82113" y="210894"/>
                    <a:pt x="82113" y="180573"/>
                  </a:cubicBez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79A57073-F9A5-52DE-818F-2188C03A061D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10864257" y="6559983"/>
              <a:ext cx="234710" cy="240405"/>
            </a:xfrm>
            <a:custGeom>
              <a:avLst/>
              <a:gdLst>
                <a:gd name="connsiteX0" fmla="*/ 124825 w 234710"/>
                <a:gd name="connsiteY0" fmla="*/ 127511 h 240405"/>
                <a:gd name="connsiteX1" fmla="*/ 223298 w 234710"/>
                <a:gd name="connsiteY1" fmla="*/ 127511 h 240405"/>
                <a:gd name="connsiteX2" fmla="*/ 234945 w 234710"/>
                <a:gd name="connsiteY2" fmla="*/ 120291 h 240405"/>
                <a:gd name="connsiteX3" fmla="*/ 223298 w 234710"/>
                <a:gd name="connsiteY3" fmla="*/ 113072 h 240405"/>
                <a:gd name="connsiteX4" fmla="*/ 124825 w 234710"/>
                <a:gd name="connsiteY4" fmla="*/ 113072 h 240405"/>
                <a:gd name="connsiteX5" fmla="*/ 124825 w 234710"/>
                <a:gd name="connsiteY5" fmla="*/ 12000 h 240405"/>
                <a:gd name="connsiteX6" fmla="*/ 117766 w 234710"/>
                <a:gd name="connsiteY6" fmla="*/ 88 h 240405"/>
                <a:gd name="connsiteX7" fmla="*/ 110707 w 234710"/>
                <a:gd name="connsiteY7" fmla="*/ 12000 h 240405"/>
                <a:gd name="connsiteX8" fmla="*/ 110707 w 234710"/>
                <a:gd name="connsiteY8" fmla="*/ 113072 h 240405"/>
                <a:gd name="connsiteX9" fmla="*/ 11882 w 234710"/>
                <a:gd name="connsiteY9" fmla="*/ 113072 h 240405"/>
                <a:gd name="connsiteX10" fmla="*/ 235 w 234710"/>
                <a:gd name="connsiteY10" fmla="*/ 120291 h 240405"/>
                <a:gd name="connsiteX11" fmla="*/ 11882 w 234710"/>
                <a:gd name="connsiteY11" fmla="*/ 127511 h 240405"/>
                <a:gd name="connsiteX12" fmla="*/ 110707 w 234710"/>
                <a:gd name="connsiteY12" fmla="*/ 127511 h 240405"/>
                <a:gd name="connsiteX13" fmla="*/ 110707 w 234710"/>
                <a:gd name="connsiteY13" fmla="*/ 228582 h 240405"/>
                <a:gd name="connsiteX14" fmla="*/ 117766 w 234710"/>
                <a:gd name="connsiteY14" fmla="*/ 240494 h 240405"/>
                <a:gd name="connsiteX15" fmla="*/ 124825 w 234710"/>
                <a:gd name="connsiteY15" fmla="*/ 228582 h 240405"/>
                <a:gd name="connsiteX16" fmla="*/ 124825 w 234710"/>
                <a:gd name="connsiteY16" fmla="*/ 127511 h 240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4710" h="240405">
                  <a:moveTo>
                    <a:pt x="124825" y="127511"/>
                  </a:moveTo>
                  <a:lnTo>
                    <a:pt x="223298" y="127511"/>
                  </a:lnTo>
                  <a:cubicBezTo>
                    <a:pt x="228239" y="127511"/>
                    <a:pt x="234945" y="127511"/>
                    <a:pt x="234945" y="120291"/>
                  </a:cubicBezTo>
                  <a:cubicBezTo>
                    <a:pt x="234945" y="113072"/>
                    <a:pt x="228239" y="113072"/>
                    <a:pt x="223298" y="113072"/>
                  </a:cubicBezTo>
                  <a:lnTo>
                    <a:pt x="124825" y="113072"/>
                  </a:lnTo>
                  <a:lnTo>
                    <a:pt x="124825" y="12000"/>
                  </a:lnTo>
                  <a:cubicBezTo>
                    <a:pt x="124825" y="6947"/>
                    <a:pt x="124825" y="88"/>
                    <a:pt x="117766" y="88"/>
                  </a:cubicBezTo>
                  <a:cubicBezTo>
                    <a:pt x="110707" y="88"/>
                    <a:pt x="110707" y="6947"/>
                    <a:pt x="110707" y="12000"/>
                  </a:cubicBezTo>
                  <a:lnTo>
                    <a:pt x="110707" y="113072"/>
                  </a:lnTo>
                  <a:lnTo>
                    <a:pt x="11882" y="113072"/>
                  </a:lnTo>
                  <a:cubicBezTo>
                    <a:pt x="6941" y="113072"/>
                    <a:pt x="235" y="113072"/>
                    <a:pt x="235" y="120291"/>
                  </a:cubicBezTo>
                  <a:cubicBezTo>
                    <a:pt x="235" y="127511"/>
                    <a:pt x="6941" y="127511"/>
                    <a:pt x="11882" y="127511"/>
                  </a:cubicBezTo>
                  <a:lnTo>
                    <a:pt x="110707" y="127511"/>
                  </a:lnTo>
                  <a:lnTo>
                    <a:pt x="110707" y="228582"/>
                  </a:lnTo>
                  <a:cubicBezTo>
                    <a:pt x="110707" y="233636"/>
                    <a:pt x="110707" y="240494"/>
                    <a:pt x="117766" y="240494"/>
                  </a:cubicBezTo>
                  <a:cubicBezTo>
                    <a:pt x="124825" y="240494"/>
                    <a:pt x="124825" y="233636"/>
                    <a:pt x="124825" y="228582"/>
                  </a:cubicBezTo>
                  <a:lnTo>
                    <a:pt x="124825" y="127511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B94CD212-E145-F9C9-3137-0554FA91D1FB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11277164" y="6278597"/>
              <a:ext cx="162003" cy="249790"/>
            </a:xfrm>
            <a:custGeom>
              <a:avLst/>
              <a:gdLst>
                <a:gd name="connsiteX0" fmla="*/ 157661 w 162003"/>
                <a:gd name="connsiteY0" fmla="*/ 204390 h 249790"/>
                <a:gd name="connsiteX1" fmla="*/ 128719 w 162003"/>
                <a:gd name="connsiteY1" fmla="*/ 232907 h 249790"/>
                <a:gd name="connsiteX2" fmla="*/ 123072 w 162003"/>
                <a:gd name="connsiteY2" fmla="*/ 226409 h 249790"/>
                <a:gd name="connsiteX3" fmla="*/ 134719 w 162003"/>
                <a:gd name="connsiteY3" fmla="*/ 181288 h 249790"/>
                <a:gd name="connsiteX4" fmla="*/ 151661 w 162003"/>
                <a:gd name="connsiteY4" fmla="*/ 111621 h 249790"/>
                <a:gd name="connsiteX5" fmla="*/ 128366 w 162003"/>
                <a:gd name="connsiteY5" fmla="*/ 87436 h 249790"/>
                <a:gd name="connsiteX6" fmla="*/ 47541 w 162003"/>
                <a:gd name="connsiteY6" fmla="*/ 163601 h 249790"/>
                <a:gd name="connsiteX7" fmla="*/ 89895 w 162003"/>
                <a:gd name="connsiteY7" fmla="*/ 1886 h 249790"/>
                <a:gd name="connsiteX8" fmla="*/ 88130 w 162003"/>
                <a:gd name="connsiteY8" fmla="*/ 81 h 249790"/>
                <a:gd name="connsiteX9" fmla="*/ 32717 w 162003"/>
                <a:gd name="connsiteY9" fmla="*/ 9828 h 249790"/>
                <a:gd name="connsiteX10" fmla="*/ 32717 w 162003"/>
                <a:gd name="connsiteY10" fmla="*/ 15242 h 249790"/>
                <a:gd name="connsiteX11" fmla="*/ 41894 w 162003"/>
                <a:gd name="connsiteY11" fmla="*/ 15242 h 249790"/>
                <a:gd name="connsiteX12" fmla="*/ 42953 w 162003"/>
                <a:gd name="connsiteY12" fmla="*/ 14881 h 249790"/>
                <a:gd name="connsiteX13" fmla="*/ 56365 w 162003"/>
                <a:gd name="connsiteY13" fmla="*/ 23905 h 249790"/>
                <a:gd name="connsiteX14" fmla="*/ 51424 w 162003"/>
                <a:gd name="connsiteY14" fmla="*/ 48451 h 249790"/>
                <a:gd name="connsiteX15" fmla="*/ 47894 w 162003"/>
                <a:gd name="connsiteY15" fmla="*/ 61807 h 249790"/>
                <a:gd name="connsiteX16" fmla="*/ 246 w 162003"/>
                <a:gd name="connsiteY16" fmla="*/ 246623 h 249790"/>
                <a:gd name="connsiteX17" fmla="*/ 26717 w 162003"/>
                <a:gd name="connsiteY17" fmla="*/ 246623 h 249790"/>
                <a:gd name="connsiteX18" fmla="*/ 59541 w 162003"/>
                <a:gd name="connsiteY18" fmla="*/ 156742 h 249790"/>
                <a:gd name="connsiteX19" fmla="*/ 114248 w 162003"/>
                <a:gd name="connsiteY19" fmla="*/ 105845 h 249790"/>
                <a:gd name="connsiteX20" fmla="*/ 124131 w 162003"/>
                <a:gd name="connsiteY20" fmla="*/ 114870 h 249790"/>
                <a:gd name="connsiteX21" fmla="*/ 121660 w 162003"/>
                <a:gd name="connsiteY21" fmla="*/ 126782 h 249790"/>
                <a:gd name="connsiteX22" fmla="*/ 102248 w 162003"/>
                <a:gd name="connsiteY22" fmla="*/ 201502 h 249790"/>
                <a:gd name="connsiteX23" fmla="*/ 95189 w 162003"/>
                <a:gd name="connsiteY23" fmla="*/ 234711 h 249790"/>
                <a:gd name="connsiteX24" fmla="*/ 110719 w 162003"/>
                <a:gd name="connsiteY24" fmla="*/ 249872 h 249790"/>
                <a:gd name="connsiteX25" fmla="*/ 162249 w 162003"/>
                <a:gd name="connsiteY25" fmla="*/ 208722 h 249790"/>
                <a:gd name="connsiteX26" fmla="*/ 157661 w 162003"/>
                <a:gd name="connsiteY26" fmla="*/ 204390 h 249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003" h="249790">
                  <a:moveTo>
                    <a:pt x="157661" y="204390"/>
                  </a:moveTo>
                  <a:cubicBezTo>
                    <a:pt x="138602" y="228936"/>
                    <a:pt x="134366" y="232907"/>
                    <a:pt x="128719" y="232907"/>
                  </a:cubicBezTo>
                  <a:cubicBezTo>
                    <a:pt x="125543" y="232907"/>
                    <a:pt x="123072" y="229658"/>
                    <a:pt x="123072" y="226409"/>
                  </a:cubicBezTo>
                  <a:cubicBezTo>
                    <a:pt x="123072" y="222800"/>
                    <a:pt x="128719" y="200058"/>
                    <a:pt x="134719" y="181288"/>
                  </a:cubicBezTo>
                  <a:cubicBezTo>
                    <a:pt x="144955" y="146996"/>
                    <a:pt x="151661" y="120284"/>
                    <a:pt x="151661" y="111621"/>
                  </a:cubicBezTo>
                  <a:cubicBezTo>
                    <a:pt x="151661" y="97182"/>
                    <a:pt x="142131" y="87436"/>
                    <a:pt x="128366" y="87436"/>
                  </a:cubicBezTo>
                  <a:cubicBezTo>
                    <a:pt x="105425" y="87436"/>
                    <a:pt x="80365" y="111260"/>
                    <a:pt x="47541" y="163601"/>
                  </a:cubicBezTo>
                  <a:lnTo>
                    <a:pt x="89895" y="1886"/>
                  </a:lnTo>
                  <a:lnTo>
                    <a:pt x="88130" y="81"/>
                  </a:lnTo>
                  <a:cubicBezTo>
                    <a:pt x="67659" y="4774"/>
                    <a:pt x="53894" y="7301"/>
                    <a:pt x="32717" y="9828"/>
                  </a:cubicBezTo>
                  <a:lnTo>
                    <a:pt x="32717" y="15242"/>
                  </a:lnTo>
                  <a:lnTo>
                    <a:pt x="41894" y="15242"/>
                  </a:lnTo>
                  <a:cubicBezTo>
                    <a:pt x="42247" y="15242"/>
                    <a:pt x="42600" y="15242"/>
                    <a:pt x="42953" y="14881"/>
                  </a:cubicBezTo>
                  <a:cubicBezTo>
                    <a:pt x="47894" y="12715"/>
                    <a:pt x="56365" y="18852"/>
                    <a:pt x="56365" y="23905"/>
                  </a:cubicBezTo>
                  <a:cubicBezTo>
                    <a:pt x="56365" y="28959"/>
                    <a:pt x="54600" y="37983"/>
                    <a:pt x="51424" y="48451"/>
                  </a:cubicBezTo>
                  <a:cubicBezTo>
                    <a:pt x="51071" y="48812"/>
                    <a:pt x="50012" y="53866"/>
                    <a:pt x="47894" y="61807"/>
                  </a:cubicBezTo>
                  <a:lnTo>
                    <a:pt x="246" y="246623"/>
                  </a:lnTo>
                  <a:lnTo>
                    <a:pt x="26717" y="246623"/>
                  </a:lnTo>
                  <a:cubicBezTo>
                    <a:pt x="40835" y="191034"/>
                    <a:pt x="45423" y="178761"/>
                    <a:pt x="59541" y="156742"/>
                  </a:cubicBezTo>
                  <a:cubicBezTo>
                    <a:pt x="77895" y="128226"/>
                    <a:pt x="101895" y="105845"/>
                    <a:pt x="114248" y="105845"/>
                  </a:cubicBezTo>
                  <a:cubicBezTo>
                    <a:pt x="119543" y="105845"/>
                    <a:pt x="124131" y="110177"/>
                    <a:pt x="124131" y="114870"/>
                  </a:cubicBezTo>
                  <a:cubicBezTo>
                    <a:pt x="124131" y="116314"/>
                    <a:pt x="123072" y="121006"/>
                    <a:pt x="121660" y="126782"/>
                  </a:cubicBezTo>
                  <a:lnTo>
                    <a:pt x="102248" y="201502"/>
                  </a:lnTo>
                  <a:cubicBezTo>
                    <a:pt x="97660" y="219190"/>
                    <a:pt x="95189" y="230380"/>
                    <a:pt x="95189" y="234711"/>
                  </a:cubicBezTo>
                  <a:cubicBezTo>
                    <a:pt x="95189" y="244097"/>
                    <a:pt x="101189" y="249872"/>
                    <a:pt x="110719" y="249872"/>
                  </a:cubicBezTo>
                  <a:cubicBezTo>
                    <a:pt x="128719" y="249872"/>
                    <a:pt x="141072" y="240126"/>
                    <a:pt x="162249" y="208722"/>
                  </a:cubicBezTo>
                  <a:lnTo>
                    <a:pt x="157661" y="204390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AEE0DDE6-8AEE-7FAB-752B-FEBA4B936E96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11211473" y="6672603"/>
              <a:ext cx="295106" cy="14489"/>
            </a:xfrm>
            <a:custGeom>
              <a:avLst/>
              <a:gdLst>
                <a:gd name="connsiteX0" fmla="*/ 0 w 295106"/>
                <a:gd name="connsiteY0" fmla="*/ 0 h 14489"/>
                <a:gd name="connsiteX1" fmla="*/ 295107 w 295106"/>
                <a:gd name="connsiteY1" fmla="*/ 0 h 14489"/>
                <a:gd name="connsiteX2" fmla="*/ 295107 w 295106"/>
                <a:gd name="connsiteY2" fmla="*/ 14489 h 14489"/>
                <a:gd name="connsiteX3" fmla="*/ 0 w 295106"/>
                <a:gd name="connsiteY3" fmla="*/ 14489 h 14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5106" h="14489">
                  <a:moveTo>
                    <a:pt x="0" y="0"/>
                  </a:moveTo>
                  <a:lnTo>
                    <a:pt x="295107" y="0"/>
                  </a:lnTo>
                  <a:lnTo>
                    <a:pt x="295107" y="14489"/>
                  </a:lnTo>
                  <a:lnTo>
                    <a:pt x="0" y="14489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3EE36813-B0EE-96BA-7CF0-4FE929AAA7D4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11250650" y="6774966"/>
              <a:ext cx="99884" cy="244015"/>
            </a:xfrm>
            <a:custGeom>
              <a:avLst/>
              <a:gdLst>
                <a:gd name="connsiteX0" fmla="*/ 63775 w 99884"/>
                <a:gd name="connsiteY0" fmla="*/ 95 h 244015"/>
                <a:gd name="connsiteX1" fmla="*/ 245 w 99884"/>
                <a:gd name="connsiteY1" fmla="*/ 32943 h 244015"/>
                <a:gd name="connsiteX2" fmla="*/ 245 w 99884"/>
                <a:gd name="connsiteY2" fmla="*/ 37997 h 244015"/>
                <a:gd name="connsiteX3" fmla="*/ 9774 w 99884"/>
                <a:gd name="connsiteY3" fmla="*/ 34026 h 244015"/>
                <a:gd name="connsiteX4" fmla="*/ 25657 w 99884"/>
                <a:gd name="connsiteY4" fmla="*/ 30055 h 244015"/>
                <a:gd name="connsiteX5" fmla="*/ 36245 w 99884"/>
                <a:gd name="connsiteY5" fmla="*/ 47021 h 244015"/>
                <a:gd name="connsiteX6" fmla="*/ 36245 w 99884"/>
                <a:gd name="connsiteY6" fmla="*/ 210540 h 244015"/>
                <a:gd name="connsiteX7" fmla="*/ 27774 w 99884"/>
                <a:gd name="connsiteY7" fmla="*/ 234003 h 244015"/>
                <a:gd name="connsiteX8" fmla="*/ 2715 w 99884"/>
                <a:gd name="connsiteY8" fmla="*/ 238696 h 244015"/>
                <a:gd name="connsiteX9" fmla="*/ 2715 w 99884"/>
                <a:gd name="connsiteY9" fmla="*/ 244110 h 244015"/>
                <a:gd name="connsiteX10" fmla="*/ 100129 w 99884"/>
                <a:gd name="connsiteY10" fmla="*/ 244110 h 244015"/>
                <a:gd name="connsiteX11" fmla="*/ 100129 w 99884"/>
                <a:gd name="connsiteY11" fmla="*/ 238696 h 244015"/>
                <a:gd name="connsiteX12" fmla="*/ 66599 w 99884"/>
                <a:gd name="connsiteY12" fmla="*/ 217399 h 244015"/>
                <a:gd name="connsiteX13" fmla="*/ 66599 w 99884"/>
                <a:gd name="connsiteY13" fmla="*/ 817 h 244015"/>
                <a:gd name="connsiteX14" fmla="*/ 63775 w 99884"/>
                <a:gd name="connsiteY14" fmla="*/ 95 h 244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884" h="244015">
                  <a:moveTo>
                    <a:pt x="63775" y="95"/>
                  </a:moveTo>
                  <a:lnTo>
                    <a:pt x="245" y="32943"/>
                  </a:lnTo>
                  <a:lnTo>
                    <a:pt x="245" y="37997"/>
                  </a:lnTo>
                  <a:cubicBezTo>
                    <a:pt x="4480" y="36192"/>
                    <a:pt x="8362" y="34748"/>
                    <a:pt x="9774" y="34026"/>
                  </a:cubicBezTo>
                  <a:cubicBezTo>
                    <a:pt x="16127" y="31499"/>
                    <a:pt x="22127" y="30055"/>
                    <a:pt x="25657" y="30055"/>
                  </a:cubicBezTo>
                  <a:cubicBezTo>
                    <a:pt x="33069" y="30055"/>
                    <a:pt x="36245" y="35470"/>
                    <a:pt x="36245" y="47021"/>
                  </a:cubicBezTo>
                  <a:lnTo>
                    <a:pt x="36245" y="210540"/>
                  </a:lnTo>
                  <a:cubicBezTo>
                    <a:pt x="36245" y="222452"/>
                    <a:pt x="33422" y="230754"/>
                    <a:pt x="27774" y="234003"/>
                  </a:cubicBezTo>
                  <a:cubicBezTo>
                    <a:pt x="22480" y="237252"/>
                    <a:pt x="17539" y="238335"/>
                    <a:pt x="2715" y="238696"/>
                  </a:cubicBezTo>
                  <a:lnTo>
                    <a:pt x="2715" y="244110"/>
                  </a:lnTo>
                  <a:lnTo>
                    <a:pt x="100129" y="244110"/>
                  </a:lnTo>
                  <a:lnTo>
                    <a:pt x="100129" y="238696"/>
                  </a:lnTo>
                  <a:cubicBezTo>
                    <a:pt x="72246" y="238335"/>
                    <a:pt x="66599" y="234725"/>
                    <a:pt x="66599" y="217399"/>
                  </a:cubicBezTo>
                  <a:lnTo>
                    <a:pt x="66599" y="817"/>
                  </a:lnTo>
                  <a:lnTo>
                    <a:pt x="63775" y="95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7444DE6-90C5-FD31-9CDC-327F58311E30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11434492" y="6774966"/>
              <a:ext cx="37765" cy="247263"/>
            </a:xfrm>
            <a:custGeom>
              <a:avLst/>
              <a:gdLst>
                <a:gd name="connsiteX0" fmla="*/ 21073 w 37765"/>
                <a:gd name="connsiteY0" fmla="*/ 180580 h 247263"/>
                <a:gd name="connsiteX1" fmla="*/ 36956 w 37765"/>
                <a:gd name="connsiteY1" fmla="*/ 42328 h 247263"/>
                <a:gd name="connsiteX2" fmla="*/ 37662 w 37765"/>
                <a:gd name="connsiteY2" fmla="*/ 28973 h 247263"/>
                <a:gd name="connsiteX3" fmla="*/ 18956 w 37765"/>
                <a:gd name="connsiteY3" fmla="*/ 95 h 247263"/>
                <a:gd name="connsiteX4" fmla="*/ 249 w 37765"/>
                <a:gd name="connsiteY4" fmla="*/ 27890 h 247263"/>
                <a:gd name="connsiteX5" fmla="*/ 7308 w 37765"/>
                <a:gd name="connsiteY5" fmla="*/ 91781 h 247263"/>
                <a:gd name="connsiteX6" fmla="*/ 13308 w 37765"/>
                <a:gd name="connsiteY6" fmla="*/ 141595 h 247263"/>
                <a:gd name="connsiteX7" fmla="*/ 16485 w 37765"/>
                <a:gd name="connsiteY7" fmla="*/ 180580 h 247263"/>
                <a:gd name="connsiteX8" fmla="*/ 21073 w 37765"/>
                <a:gd name="connsiteY8" fmla="*/ 180580 h 247263"/>
                <a:gd name="connsiteX9" fmla="*/ 18956 w 37765"/>
                <a:gd name="connsiteY9" fmla="*/ 208735 h 247263"/>
                <a:gd name="connsiteX10" fmla="*/ 249 w 37765"/>
                <a:gd name="connsiteY10" fmla="*/ 228589 h 247263"/>
                <a:gd name="connsiteX11" fmla="*/ 18603 w 37765"/>
                <a:gd name="connsiteY11" fmla="*/ 247359 h 247263"/>
                <a:gd name="connsiteX12" fmla="*/ 38015 w 37765"/>
                <a:gd name="connsiteY12" fmla="*/ 228589 h 247263"/>
                <a:gd name="connsiteX13" fmla="*/ 18956 w 37765"/>
                <a:gd name="connsiteY13" fmla="*/ 208735 h 247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765" h="247263">
                  <a:moveTo>
                    <a:pt x="21073" y="180580"/>
                  </a:moveTo>
                  <a:lnTo>
                    <a:pt x="36956" y="42328"/>
                  </a:lnTo>
                  <a:cubicBezTo>
                    <a:pt x="37309" y="37997"/>
                    <a:pt x="37662" y="34026"/>
                    <a:pt x="37662" y="28973"/>
                  </a:cubicBezTo>
                  <a:cubicBezTo>
                    <a:pt x="37662" y="10202"/>
                    <a:pt x="30956" y="95"/>
                    <a:pt x="18956" y="95"/>
                  </a:cubicBezTo>
                  <a:cubicBezTo>
                    <a:pt x="7308" y="95"/>
                    <a:pt x="249" y="10924"/>
                    <a:pt x="249" y="27890"/>
                  </a:cubicBezTo>
                  <a:cubicBezTo>
                    <a:pt x="249" y="36192"/>
                    <a:pt x="3426" y="65791"/>
                    <a:pt x="7308" y="91781"/>
                  </a:cubicBezTo>
                  <a:cubicBezTo>
                    <a:pt x="10485" y="113439"/>
                    <a:pt x="12602" y="132571"/>
                    <a:pt x="13308" y="141595"/>
                  </a:cubicBezTo>
                  <a:lnTo>
                    <a:pt x="16485" y="180580"/>
                  </a:lnTo>
                  <a:lnTo>
                    <a:pt x="21073" y="180580"/>
                  </a:lnTo>
                  <a:close/>
                  <a:moveTo>
                    <a:pt x="18956" y="208735"/>
                  </a:moveTo>
                  <a:cubicBezTo>
                    <a:pt x="8367" y="208735"/>
                    <a:pt x="249" y="217399"/>
                    <a:pt x="249" y="228589"/>
                  </a:cubicBezTo>
                  <a:cubicBezTo>
                    <a:pt x="249" y="239418"/>
                    <a:pt x="8014" y="247359"/>
                    <a:pt x="18603" y="247359"/>
                  </a:cubicBezTo>
                  <a:cubicBezTo>
                    <a:pt x="29897" y="247359"/>
                    <a:pt x="38015" y="239418"/>
                    <a:pt x="38015" y="228589"/>
                  </a:cubicBezTo>
                  <a:cubicBezTo>
                    <a:pt x="38015" y="217759"/>
                    <a:pt x="29544" y="208735"/>
                    <a:pt x="18956" y="208735"/>
                  </a:cubicBez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73D053D3-0598-8C82-E1C7-A1754E300661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11540621" y="6611241"/>
              <a:ext cx="158826" cy="233547"/>
            </a:xfrm>
            <a:custGeom>
              <a:avLst/>
              <a:gdLst>
                <a:gd name="connsiteX0" fmla="*/ 14019 w 158826"/>
                <a:gd name="connsiteY0" fmla="*/ 14888 h 233547"/>
                <a:gd name="connsiteX1" fmla="*/ 24960 w 158826"/>
                <a:gd name="connsiteY1" fmla="*/ 13445 h 233547"/>
                <a:gd name="connsiteX2" fmla="*/ 66608 w 158826"/>
                <a:gd name="connsiteY2" fmla="*/ 84556 h 233547"/>
                <a:gd name="connsiteX3" fmla="*/ 81079 w 158826"/>
                <a:gd name="connsiteY3" fmla="*/ 156388 h 233547"/>
                <a:gd name="connsiteX4" fmla="*/ 73667 w 158826"/>
                <a:gd name="connsiteY4" fmla="*/ 174437 h 233547"/>
                <a:gd name="connsiteX5" fmla="*/ 51784 w 158826"/>
                <a:gd name="connsiteY5" fmla="*/ 202953 h 233547"/>
                <a:gd name="connsiteX6" fmla="*/ 35549 w 158826"/>
                <a:gd name="connsiteY6" fmla="*/ 213783 h 233547"/>
                <a:gd name="connsiteX7" fmla="*/ 27078 w 158826"/>
                <a:gd name="connsiteY7" fmla="*/ 209812 h 233547"/>
                <a:gd name="connsiteX8" fmla="*/ 14019 w 158826"/>
                <a:gd name="connsiteY8" fmla="*/ 203675 h 233547"/>
                <a:gd name="connsiteX9" fmla="*/ 254 w 158826"/>
                <a:gd name="connsiteY9" fmla="*/ 217753 h 233547"/>
                <a:gd name="connsiteX10" fmla="*/ 18254 w 158826"/>
                <a:gd name="connsiteY10" fmla="*/ 233636 h 233547"/>
                <a:gd name="connsiteX11" fmla="*/ 125197 w 158826"/>
                <a:gd name="connsiteY11" fmla="*/ 108019 h 233547"/>
                <a:gd name="connsiteX12" fmla="*/ 159080 w 158826"/>
                <a:gd name="connsiteY12" fmla="*/ 19942 h 233547"/>
                <a:gd name="connsiteX13" fmla="*/ 139668 w 158826"/>
                <a:gd name="connsiteY13" fmla="*/ 89 h 233547"/>
                <a:gd name="connsiteX14" fmla="*/ 125903 w 158826"/>
                <a:gd name="connsiteY14" fmla="*/ 13445 h 233547"/>
                <a:gd name="connsiteX15" fmla="*/ 135786 w 158826"/>
                <a:gd name="connsiteY15" fmla="*/ 27522 h 233547"/>
                <a:gd name="connsiteX16" fmla="*/ 144962 w 158826"/>
                <a:gd name="connsiteY16" fmla="*/ 39795 h 233547"/>
                <a:gd name="connsiteX17" fmla="*/ 101903 w 158826"/>
                <a:gd name="connsiteY17" fmla="*/ 133286 h 233547"/>
                <a:gd name="connsiteX18" fmla="*/ 94844 w 158826"/>
                <a:gd name="connsiteY18" fmla="*/ 91414 h 233547"/>
                <a:gd name="connsiteX19" fmla="*/ 64490 w 158826"/>
                <a:gd name="connsiteY19" fmla="*/ 89 h 233547"/>
                <a:gd name="connsiteX20" fmla="*/ 63079 w 158826"/>
                <a:gd name="connsiteY20" fmla="*/ 89 h 233547"/>
                <a:gd name="connsiteX21" fmla="*/ 59902 w 158826"/>
                <a:gd name="connsiteY21" fmla="*/ 450 h 233547"/>
                <a:gd name="connsiteX22" fmla="*/ 25313 w 158826"/>
                <a:gd name="connsiteY22" fmla="*/ 6586 h 233547"/>
                <a:gd name="connsiteX23" fmla="*/ 14019 w 158826"/>
                <a:gd name="connsiteY23" fmla="*/ 8752 h 233547"/>
                <a:gd name="connsiteX24" fmla="*/ 14019 w 158826"/>
                <a:gd name="connsiteY24" fmla="*/ 14888 h 233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8826" h="233547">
                  <a:moveTo>
                    <a:pt x="14019" y="14888"/>
                  </a:moveTo>
                  <a:cubicBezTo>
                    <a:pt x="18607" y="13806"/>
                    <a:pt x="21078" y="13445"/>
                    <a:pt x="24960" y="13445"/>
                  </a:cubicBezTo>
                  <a:cubicBezTo>
                    <a:pt x="45078" y="13445"/>
                    <a:pt x="50372" y="22469"/>
                    <a:pt x="66608" y="84556"/>
                  </a:cubicBezTo>
                  <a:cubicBezTo>
                    <a:pt x="72608" y="108019"/>
                    <a:pt x="81079" y="150252"/>
                    <a:pt x="81079" y="156388"/>
                  </a:cubicBezTo>
                  <a:cubicBezTo>
                    <a:pt x="81079" y="162164"/>
                    <a:pt x="78961" y="167939"/>
                    <a:pt x="73667" y="174437"/>
                  </a:cubicBezTo>
                  <a:cubicBezTo>
                    <a:pt x="62726" y="189237"/>
                    <a:pt x="55667" y="198622"/>
                    <a:pt x="51784" y="202953"/>
                  </a:cubicBezTo>
                  <a:cubicBezTo>
                    <a:pt x="44372" y="210895"/>
                    <a:pt x="40137" y="213783"/>
                    <a:pt x="35549" y="213783"/>
                  </a:cubicBezTo>
                  <a:cubicBezTo>
                    <a:pt x="33431" y="213783"/>
                    <a:pt x="30960" y="212700"/>
                    <a:pt x="27078" y="209812"/>
                  </a:cubicBezTo>
                  <a:cubicBezTo>
                    <a:pt x="21784" y="205480"/>
                    <a:pt x="17901" y="203675"/>
                    <a:pt x="14019" y="203675"/>
                  </a:cubicBezTo>
                  <a:cubicBezTo>
                    <a:pt x="6254" y="203675"/>
                    <a:pt x="254" y="209812"/>
                    <a:pt x="254" y="217753"/>
                  </a:cubicBezTo>
                  <a:cubicBezTo>
                    <a:pt x="254" y="226777"/>
                    <a:pt x="8019" y="233636"/>
                    <a:pt x="18254" y="233636"/>
                  </a:cubicBezTo>
                  <a:cubicBezTo>
                    <a:pt x="40843" y="233636"/>
                    <a:pt x="87079" y="179490"/>
                    <a:pt x="125197" y="108019"/>
                  </a:cubicBezTo>
                  <a:cubicBezTo>
                    <a:pt x="149198" y="63619"/>
                    <a:pt x="159080" y="37630"/>
                    <a:pt x="159080" y="19942"/>
                  </a:cubicBezTo>
                  <a:cubicBezTo>
                    <a:pt x="159080" y="9113"/>
                    <a:pt x="150257" y="89"/>
                    <a:pt x="139668" y="89"/>
                  </a:cubicBezTo>
                  <a:cubicBezTo>
                    <a:pt x="131550" y="89"/>
                    <a:pt x="125903" y="5503"/>
                    <a:pt x="125903" y="13445"/>
                  </a:cubicBezTo>
                  <a:cubicBezTo>
                    <a:pt x="125903" y="18859"/>
                    <a:pt x="128727" y="22830"/>
                    <a:pt x="135786" y="27522"/>
                  </a:cubicBezTo>
                  <a:cubicBezTo>
                    <a:pt x="142492" y="31493"/>
                    <a:pt x="144962" y="34742"/>
                    <a:pt x="144962" y="39795"/>
                  </a:cubicBezTo>
                  <a:cubicBezTo>
                    <a:pt x="144962" y="54234"/>
                    <a:pt x="131903" y="82390"/>
                    <a:pt x="101903" y="133286"/>
                  </a:cubicBezTo>
                  <a:lnTo>
                    <a:pt x="94844" y="91414"/>
                  </a:lnTo>
                  <a:cubicBezTo>
                    <a:pt x="89550" y="59649"/>
                    <a:pt x="69785" y="89"/>
                    <a:pt x="64490" y="89"/>
                  </a:cubicBezTo>
                  <a:lnTo>
                    <a:pt x="63079" y="89"/>
                  </a:lnTo>
                  <a:cubicBezTo>
                    <a:pt x="62726" y="450"/>
                    <a:pt x="61314" y="450"/>
                    <a:pt x="59902" y="450"/>
                  </a:cubicBezTo>
                  <a:cubicBezTo>
                    <a:pt x="56725" y="811"/>
                    <a:pt x="44019" y="2976"/>
                    <a:pt x="25313" y="6586"/>
                  </a:cubicBezTo>
                  <a:cubicBezTo>
                    <a:pt x="23548" y="6947"/>
                    <a:pt x="18960" y="8030"/>
                    <a:pt x="14019" y="8752"/>
                  </a:cubicBezTo>
                  <a:lnTo>
                    <a:pt x="14019" y="14888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D0FAF5CA-3ADF-068C-34C3-C215A73887E5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11713961" y="6471475"/>
              <a:ext cx="60855" cy="137298"/>
            </a:xfrm>
            <a:custGeom>
              <a:avLst/>
              <a:gdLst>
                <a:gd name="connsiteX0" fmla="*/ 58762 w 60855"/>
                <a:gd name="connsiteY0" fmla="*/ 22523 h 137298"/>
                <a:gd name="connsiteX1" fmla="*/ 61113 w 60855"/>
                <a:gd name="connsiteY1" fmla="*/ 14242 h 137298"/>
                <a:gd name="connsiteX2" fmla="*/ 46226 w 60855"/>
                <a:gd name="connsiteY2" fmla="*/ 85 h 137298"/>
                <a:gd name="connsiteX3" fmla="*/ 32383 w 60855"/>
                <a:gd name="connsiteY3" fmla="*/ 12105 h 137298"/>
                <a:gd name="connsiteX4" fmla="*/ 1303 w 60855"/>
                <a:gd name="connsiteY4" fmla="*/ 128835 h 137298"/>
                <a:gd name="connsiteX5" fmla="*/ 258 w 60855"/>
                <a:gd name="connsiteY5" fmla="*/ 132575 h 137298"/>
                <a:gd name="connsiteX6" fmla="*/ 9138 w 60855"/>
                <a:gd name="connsiteY6" fmla="*/ 137383 h 137298"/>
                <a:gd name="connsiteX7" fmla="*/ 12533 w 60855"/>
                <a:gd name="connsiteY7" fmla="*/ 133109 h 137298"/>
                <a:gd name="connsiteX8" fmla="*/ 58762 w 60855"/>
                <a:gd name="connsiteY8" fmla="*/ 22523 h 137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855" h="137298">
                  <a:moveTo>
                    <a:pt x="58762" y="22523"/>
                  </a:moveTo>
                  <a:cubicBezTo>
                    <a:pt x="60068" y="19317"/>
                    <a:pt x="61113" y="16913"/>
                    <a:pt x="61113" y="14242"/>
                  </a:cubicBezTo>
                  <a:cubicBezTo>
                    <a:pt x="61113" y="6496"/>
                    <a:pt x="54322" y="85"/>
                    <a:pt x="46226" y="85"/>
                  </a:cubicBezTo>
                  <a:cubicBezTo>
                    <a:pt x="38913" y="85"/>
                    <a:pt x="34211" y="5160"/>
                    <a:pt x="32383" y="12105"/>
                  </a:cubicBezTo>
                  <a:lnTo>
                    <a:pt x="1303" y="128835"/>
                  </a:lnTo>
                  <a:cubicBezTo>
                    <a:pt x="1303" y="129370"/>
                    <a:pt x="258" y="132308"/>
                    <a:pt x="258" y="132575"/>
                  </a:cubicBezTo>
                  <a:cubicBezTo>
                    <a:pt x="258" y="135513"/>
                    <a:pt x="7048" y="137383"/>
                    <a:pt x="9138" y="137383"/>
                  </a:cubicBezTo>
                  <a:cubicBezTo>
                    <a:pt x="10705" y="137383"/>
                    <a:pt x="10966" y="136582"/>
                    <a:pt x="12533" y="133109"/>
                  </a:cubicBezTo>
                  <a:lnTo>
                    <a:pt x="58762" y="22523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4BFBC909-F6E8-E367-209C-9C5F29FC9BB9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11831136" y="6499701"/>
              <a:ext cx="81883" cy="360969"/>
            </a:xfrm>
            <a:custGeom>
              <a:avLst/>
              <a:gdLst>
                <a:gd name="connsiteX0" fmla="*/ 82145 w 81883"/>
                <a:gd name="connsiteY0" fmla="*/ 357448 h 360969"/>
                <a:gd name="connsiteX1" fmla="*/ 76145 w 81883"/>
                <a:gd name="connsiteY1" fmla="*/ 349507 h 360969"/>
                <a:gd name="connsiteX2" fmla="*/ 20732 w 81883"/>
                <a:gd name="connsiteY2" fmla="*/ 180573 h 360969"/>
                <a:gd name="connsiteX3" fmla="*/ 77556 w 81883"/>
                <a:gd name="connsiteY3" fmla="*/ 9835 h 360969"/>
                <a:gd name="connsiteX4" fmla="*/ 82145 w 81883"/>
                <a:gd name="connsiteY4" fmla="*/ 3698 h 360969"/>
                <a:gd name="connsiteX5" fmla="*/ 78615 w 81883"/>
                <a:gd name="connsiteY5" fmla="*/ 88 h 360969"/>
                <a:gd name="connsiteX6" fmla="*/ 22497 w 81883"/>
                <a:gd name="connsiteY6" fmla="*/ 70477 h 360969"/>
                <a:gd name="connsiteX7" fmla="*/ 261 w 81883"/>
                <a:gd name="connsiteY7" fmla="*/ 180573 h 360969"/>
                <a:gd name="connsiteX8" fmla="*/ 23555 w 81883"/>
                <a:gd name="connsiteY8" fmla="*/ 293195 h 360969"/>
                <a:gd name="connsiteX9" fmla="*/ 78615 w 81883"/>
                <a:gd name="connsiteY9" fmla="*/ 361058 h 360969"/>
                <a:gd name="connsiteX10" fmla="*/ 82145 w 81883"/>
                <a:gd name="connsiteY10" fmla="*/ 357448 h 360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60969">
                  <a:moveTo>
                    <a:pt x="82145" y="357448"/>
                  </a:moveTo>
                  <a:cubicBezTo>
                    <a:pt x="82145" y="356365"/>
                    <a:pt x="82145" y="355643"/>
                    <a:pt x="76145" y="349507"/>
                  </a:cubicBezTo>
                  <a:cubicBezTo>
                    <a:pt x="32026" y="304025"/>
                    <a:pt x="20732" y="235801"/>
                    <a:pt x="20732" y="180573"/>
                  </a:cubicBezTo>
                  <a:cubicBezTo>
                    <a:pt x="20732" y="117764"/>
                    <a:pt x="34144" y="54956"/>
                    <a:pt x="77556" y="9835"/>
                  </a:cubicBezTo>
                  <a:cubicBezTo>
                    <a:pt x="82145" y="5503"/>
                    <a:pt x="82145" y="4781"/>
                    <a:pt x="82145" y="3698"/>
                  </a:cubicBezTo>
                  <a:cubicBezTo>
                    <a:pt x="82145" y="1171"/>
                    <a:pt x="80733" y="88"/>
                    <a:pt x="78615" y="88"/>
                  </a:cubicBezTo>
                  <a:cubicBezTo>
                    <a:pt x="75086" y="88"/>
                    <a:pt x="43320" y="24634"/>
                    <a:pt x="22497" y="70477"/>
                  </a:cubicBezTo>
                  <a:cubicBezTo>
                    <a:pt x="4496" y="110184"/>
                    <a:pt x="261" y="150252"/>
                    <a:pt x="261" y="180573"/>
                  </a:cubicBezTo>
                  <a:cubicBezTo>
                    <a:pt x="261" y="208729"/>
                    <a:pt x="4143" y="252406"/>
                    <a:pt x="23555" y="293195"/>
                  </a:cubicBezTo>
                  <a:cubicBezTo>
                    <a:pt x="44732" y="337595"/>
                    <a:pt x="75086" y="361058"/>
                    <a:pt x="78615" y="361058"/>
                  </a:cubicBezTo>
                  <a:cubicBezTo>
                    <a:pt x="80733" y="361058"/>
                    <a:pt x="82145" y="359975"/>
                    <a:pt x="82145" y="357448"/>
                  </a:cubicBez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732BAFA3-F719-6802-06C2-5FB93F289C0B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11924117" y="6611241"/>
              <a:ext cx="167297" cy="163158"/>
            </a:xfrm>
            <a:custGeom>
              <a:avLst/>
              <a:gdLst>
                <a:gd name="connsiteX0" fmla="*/ 151679 w 167297"/>
                <a:gd name="connsiteY0" fmla="*/ 119208 h 163158"/>
                <a:gd name="connsiteX1" fmla="*/ 143915 w 167297"/>
                <a:gd name="connsiteY1" fmla="*/ 128955 h 163158"/>
                <a:gd name="connsiteX2" fmla="*/ 127679 w 167297"/>
                <a:gd name="connsiteY2" fmla="*/ 143393 h 163158"/>
                <a:gd name="connsiteX3" fmla="*/ 116738 w 167297"/>
                <a:gd name="connsiteY3" fmla="*/ 128594 h 163158"/>
                <a:gd name="connsiteX4" fmla="*/ 115326 w 167297"/>
                <a:gd name="connsiteY4" fmla="*/ 122457 h 163158"/>
                <a:gd name="connsiteX5" fmla="*/ 102620 w 167297"/>
                <a:gd name="connsiteY5" fmla="*/ 63980 h 163158"/>
                <a:gd name="connsiteX6" fmla="*/ 137208 w 167297"/>
                <a:gd name="connsiteY6" fmla="*/ 20303 h 163158"/>
                <a:gd name="connsiteX7" fmla="*/ 145679 w 167297"/>
                <a:gd name="connsiteY7" fmla="*/ 23191 h 163158"/>
                <a:gd name="connsiteX8" fmla="*/ 155209 w 167297"/>
                <a:gd name="connsiteY8" fmla="*/ 26439 h 163158"/>
                <a:gd name="connsiteX9" fmla="*/ 167562 w 167297"/>
                <a:gd name="connsiteY9" fmla="*/ 13444 h 163158"/>
                <a:gd name="connsiteX10" fmla="*/ 153091 w 167297"/>
                <a:gd name="connsiteY10" fmla="*/ 88 h 163158"/>
                <a:gd name="connsiteX11" fmla="*/ 99796 w 167297"/>
                <a:gd name="connsiteY11" fmla="*/ 51707 h 163158"/>
                <a:gd name="connsiteX12" fmla="*/ 95914 w 167297"/>
                <a:gd name="connsiteY12" fmla="*/ 31854 h 163158"/>
                <a:gd name="connsiteX13" fmla="*/ 77560 w 167297"/>
                <a:gd name="connsiteY13" fmla="*/ 88 h 163158"/>
                <a:gd name="connsiteX14" fmla="*/ 36265 w 167297"/>
                <a:gd name="connsiteY14" fmla="*/ 10557 h 163158"/>
                <a:gd name="connsiteX15" fmla="*/ 32383 w 167297"/>
                <a:gd name="connsiteY15" fmla="*/ 12000 h 163158"/>
                <a:gd name="connsiteX16" fmla="*/ 33795 w 167297"/>
                <a:gd name="connsiteY16" fmla="*/ 17415 h 163158"/>
                <a:gd name="connsiteX17" fmla="*/ 53560 w 167297"/>
                <a:gd name="connsiteY17" fmla="*/ 13444 h 163158"/>
                <a:gd name="connsiteX18" fmla="*/ 69443 w 167297"/>
                <a:gd name="connsiteY18" fmla="*/ 38351 h 163158"/>
                <a:gd name="connsiteX19" fmla="*/ 79678 w 167297"/>
                <a:gd name="connsiteY19" fmla="*/ 82750 h 163158"/>
                <a:gd name="connsiteX20" fmla="*/ 50736 w 167297"/>
                <a:gd name="connsiteY20" fmla="*/ 124984 h 163158"/>
                <a:gd name="connsiteX21" fmla="*/ 32736 w 167297"/>
                <a:gd name="connsiteY21" fmla="*/ 142310 h 163158"/>
                <a:gd name="connsiteX22" fmla="*/ 23559 w 167297"/>
                <a:gd name="connsiteY22" fmla="*/ 139062 h 163158"/>
                <a:gd name="connsiteX23" fmla="*/ 12265 w 167297"/>
                <a:gd name="connsiteY23" fmla="*/ 135452 h 163158"/>
                <a:gd name="connsiteX24" fmla="*/ 265 w 167297"/>
                <a:gd name="connsiteY24" fmla="*/ 148086 h 163158"/>
                <a:gd name="connsiteX25" fmla="*/ 17912 w 167297"/>
                <a:gd name="connsiteY25" fmla="*/ 163247 h 163158"/>
                <a:gd name="connsiteX26" fmla="*/ 50736 w 167297"/>
                <a:gd name="connsiteY26" fmla="*/ 137979 h 163158"/>
                <a:gd name="connsiteX27" fmla="*/ 82502 w 167297"/>
                <a:gd name="connsiteY27" fmla="*/ 95745 h 163158"/>
                <a:gd name="connsiteX28" fmla="*/ 93090 w 167297"/>
                <a:gd name="connsiteY28" fmla="*/ 139062 h 163158"/>
                <a:gd name="connsiteX29" fmla="*/ 113561 w 167297"/>
                <a:gd name="connsiteY29" fmla="*/ 163247 h 163158"/>
                <a:gd name="connsiteX30" fmla="*/ 156621 w 167297"/>
                <a:gd name="connsiteY30" fmla="*/ 122096 h 163158"/>
                <a:gd name="connsiteX31" fmla="*/ 151679 w 167297"/>
                <a:gd name="connsiteY31" fmla="*/ 119208 h 16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63158">
                  <a:moveTo>
                    <a:pt x="151679" y="119208"/>
                  </a:moveTo>
                  <a:cubicBezTo>
                    <a:pt x="148856" y="122457"/>
                    <a:pt x="147091" y="124623"/>
                    <a:pt x="143915" y="128955"/>
                  </a:cubicBezTo>
                  <a:cubicBezTo>
                    <a:pt x="135797" y="139784"/>
                    <a:pt x="131561" y="143393"/>
                    <a:pt x="127679" y="143393"/>
                  </a:cubicBezTo>
                  <a:cubicBezTo>
                    <a:pt x="122385" y="143393"/>
                    <a:pt x="119208" y="138701"/>
                    <a:pt x="116738" y="128594"/>
                  </a:cubicBezTo>
                  <a:cubicBezTo>
                    <a:pt x="116032" y="125706"/>
                    <a:pt x="115679" y="123540"/>
                    <a:pt x="115326" y="122457"/>
                  </a:cubicBezTo>
                  <a:cubicBezTo>
                    <a:pt x="106502" y="85999"/>
                    <a:pt x="102620" y="69395"/>
                    <a:pt x="102620" y="63980"/>
                  </a:cubicBezTo>
                  <a:cubicBezTo>
                    <a:pt x="118149" y="36185"/>
                    <a:pt x="130855" y="20303"/>
                    <a:pt x="137208" y="20303"/>
                  </a:cubicBezTo>
                  <a:cubicBezTo>
                    <a:pt x="139326" y="20303"/>
                    <a:pt x="142150" y="21386"/>
                    <a:pt x="145679" y="23191"/>
                  </a:cubicBezTo>
                  <a:cubicBezTo>
                    <a:pt x="149915" y="25717"/>
                    <a:pt x="152385" y="26439"/>
                    <a:pt x="155209" y="26439"/>
                  </a:cubicBezTo>
                  <a:cubicBezTo>
                    <a:pt x="162621" y="26439"/>
                    <a:pt x="167562" y="21025"/>
                    <a:pt x="167562" y="13444"/>
                  </a:cubicBezTo>
                  <a:cubicBezTo>
                    <a:pt x="167562" y="5864"/>
                    <a:pt x="161562" y="88"/>
                    <a:pt x="153091" y="88"/>
                  </a:cubicBezTo>
                  <a:cubicBezTo>
                    <a:pt x="137561" y="88"/>
                    <a:pt x="124149" y="13083"/>
                    <a:pt x="99796" y="51707"/>
                  </a:cubicBezTo>
                  <a:lnTo>
                    <a:pt x="95914" y="31854"/>
                  </a:lnTo>
                  <a:cubicBezTo>
                    <a:pt x="90972" y="7308"/>
                    <a:pt x="87090" y="88"/>
                    <a:pt x="77560" y="88"/>
                  </a:cubicBezTo>
                  <a:cubicBezTo>
                    <a:pt x="69795" y="88"/>
                    <a:pt x="57795" y="3337"/>
                    <a:pt x="36265" y="10557"/>
                  </a:cubicBezTo>
                  <a:lnTo>
                    <a:pt x="32383" y="12000"/>
                  </a:lnTo>
                  <a:lnTo>
                    <a:pt x="33795" y="17415"/>
                  </a:lnTo>
                  <a:cubicBezTo>
                    <a:pt x="47207" y="14166"/>
                    <a:pt x="50383" y="13444"/>
                    <a:pt x="53560" y="13444"/>
                  </a:cubicBezTo>
                  <a:cubicBezTo>
                    <a:pt x="62384" y="13444"/>
                    <a:pt x="64501" y="16693"/>
                    <a:pt x="69443" y="38351"/>
                  </a:cubicBezTo>
                  <a:lnTo>
                    <a:pt x="79678" y="82750"/>
                  </a:lnTo>
                  <a:lnTo>
                    <a:pt x="50736" y="124984"/>
                  </a:lnTo>
                  <a:cubicBezTo>
                    <a:pt x="43677" y="135813"/>
                    <a:pt x="36618" y="142310"/>
                    <a:pt x="32736" y="142310"/>
                  </a:cubicBezTo>
                  <a:cubicBezTo>
                    <a:pt x="30618" y="142310"/>
                    <a:pt x="27089" y="141228"/>
                    <a:pt x="23559" y="139062"/>
                  </a:cubicBezTo>
                  <a:cubicBezTo>
                    <a:pt x="18971" y="136535"/>
                    <a:pt x="15089" y="135452"/>
                    <a:pt x="12265" y="135452"/>
                  </a:cubicBezTo>
                  <a:cubicBezTo>
                    <a:pt x="5559" y="135452"/>
                    <a:pt x="265" y="140867"/>
                    <a:pt x="265" y="148086"/>
                  </a:cubicBezTo>
                  <a:cubicBezTo>
                    <a:pt x="265" y="157471"/>
                    <a:pt x="7324" y="163247"/>
                    <a:pt x="17912" y="163247"/>
                  </a:cubicBezTo>
                  <a:cubicBezTo>
                    <a:pt x="28853" y="163247"/>
                    <a:pt x="33089" y="159998"/>
                    <a:pt x="50736" y="137979"/>
                  </a:cubicBezTo>
                  <a:cubicBezTo>
                    <a:pt x="60266" y="126428"/>
                    <a:pt x="67678" y="116682"/>
                    <a:pt x="82502" y="95745"/>
                  </a:cubicBezTo>
                  <a:lnTo>
                    <a:pt x="93090" y="139062"/>
                  </a:lnTo>
                  <a:cubicBezTo>
                    <a:pt x="97678" y="157471"/>
                    <a:pt x="102267" y="163247"/>
                    <a:pt x="113561" y="163247"/>
                  </a:cubicBezTo>
                  <a:cubicBezTo>
                    <a:pt x="126973" y="163247"/>
                    <a:pt x="136150" y="154583"/>
                    <a:pt x="156621" y="122096"/>
                  </a:cubicBezTo>
                  <a:lnTo>
                    <a:pt x="151679" y="119208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229E1E9-DF29-31B3-C3B3-ECE8C6790E37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12103739" y="6650082"/>
              <a:ext cx="56153" cy="177632"/>
            </a:xfrm>
            <a:custGeom>
              <a:avLst/>
              <a:gdLst>
                <a:gd name="connsiteX0" fmla="*/ 45453 w 56153"/>
                <a:gd name="connsiteY0" fmla="*/ 144334 h 177632"/>
                <a:gd name="connsiteX1" fmla="*/ 34745 w 56153"/>
                <a:gd name="connsiteY1" fmla="*/ 157957 h 177632"/>
                <a:gd name="connsiteX2" fmla="*/ 24036 w 56153"/>
                <a:gd name="connsiteY2" fmla="*/ 165169 h 177632"/>
                <a:gd name="connsiteX3" fmla="*/ 19857 w 56153"/>
                <a:gd name="connsiteY3" fmla="*/ 161162 h 177632"/>
                <a:gd name="connsiteX4" fmla="*/ 22469 w 56153"/>
                <a:gd name="connsiteY4" fmla="*/ 149409 h 177632"/>
                <a:gd name="connsiteX5" fmla="*/ 23775 w 56153"/>
                <a:gd name="connsiteY5" fmla="*/ 144601 h 177632"/>
                <a:gd name="connsiteX6" fmla="*/ 23775 w 56153"/>
                <a:gd name="connsiteY6" fmla="*/ 144067 h 177632"/>
                <a:gd name="connsiteX7" fmla="*/ 24036 w 56153"/>
                <a:gd name="connsiteY7" fmla="*/ 143532 h 177632"/>
                <a:gd name="connsiteX8" fmla="*/ 47020 w 56153"/>
                <a:gd name="connsiteY8" fmla="*/ 57521 h 177632"/>
                <a:gd name="connsiteX9" fmla="*/ 46237 w 56153"/>
                <a:gd name="connsiteY9" fmla="*/ 56986 h 177632"/>
                <a:gd name="connsiteX10" fmla="*/ 4447 w 56153"/>
                <a:gd name="connsiteY10" fmla="*/ 63664 h 177632"/>
                <a:gd name="connsiteX11" fmla="*/ 4447 w 56153"/>
                <a:gd name="connsiteY11" fmla="*/ 67938 h 177632"/>
                <a:gd name="connsiteX12" fmla="*/ 20902 w 56153"/>
                <a:gd name="connsiteY12" fmla="*/ 74349 h 177632"/>
                <a:gd name="connsiteX13" fmla="*/ 18551 w 56153"/>
                <a:gd name="connsiteY13" fmla="*/ 86102 h 177632"/>
                <a:gd name="connsiteX14" fmla="*/ 6015 w 56153"/>
                <a:gd name="connsiteY14" fmla="*/ 133382 h 177632"/>
                <a:gd name="connsiteX15" fmla="*/ 269 w 56153"/>
                <a:gd name="connsiteY15" fmla="*/ 162498 h 177632"/>
                <a:gd name="connsiteX16" fmla="*/ 12283 w 56153"/>
                <a:gd name="connsiteY16" fmla="*/ 177723 h 177632"/>
                <a:gd name="connsiteX17" fmla="*/ 48848 w 56153"/>
                <a:gd name="connsiteY17" fmla="*/ 147272 h 177632"/>
                <a:gd name="connsiteX18" fmla="*/ 45453 w 56153"/>
                <a:gd name="connsiteY18" fmla="*/ 144334 h 177632"/>
                <a:gd name="connsiteX19" fmla="*/ 43364 w 56153"/>
                <a:gd name="connsiteY19" fmla="*/ 91 h 177632"/>
                <a:gd name="connsiteX20" fmla="*/ 31088 w 56153"/>
                <a:gd name="connsiteY20" fmla="*/ 14248 h 177632"/>
                <a:gd name="connsiteX21" fmla="*/ 43625 w 56153"/>
                <a:gd name="connsiteY21" fmla="*/ 28405 h 177632"/>
                <a:gd name="connsiteX22" fmla="*/ 56423 w 56153"/>
                <a:gd name="connsiteY22" fmla="*/ 14782 h 177632"/>
                <a:gd name="connsiteX23" fmla="*/ 43364 w 56153"/>
                <a:gd name="connsiteY23" fmla="*/ 91 h 177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6153" h="177632">
                  <a:moveTo>
                    <a:pt x="45453" y="144334"/>
                  </a:moveTo>
                  <a:cubicBezTo>
                    <a:pt x="39185" y="152882"/>
                    <a:pt x="37356" y="155018"/>
                    <a:pt x="34745" y="157957"/>
                  </a:cubicBezTo>
                  <a:cubicBezTo>
                    <a:pt x="30304" y="162498"/>
                    <a:pt x="26387" y="165169"/>
                    <a:pt x="24036" y="165169"/>
                  </a:cubicBezTo>
                  <a:cubicBezTo>
                    <a:pt x="21947" y="165169"/>
                    <a:pt x="19857" y="163032"/>
                    <a:pt x="19857" y="161162"/>
                  </a:cubicBezTo>
                  <a:cubicBezTo>
                    <a:pt x="19857" y="158491"/>
                    <a:pt x="20641" y="154484"/>
                    <a:pt x="22469" y="149409"/>
                  </a:cubicBezTo>
                  <a:cubicBezTo>
                    <a:pt x="22469" y="148608"/>
                    <a:pt x="23253" y="146738"/>
                    <a:pt x="23775" y="144601"/>
                  </a:cubicBezTo>
                  <a:lnTo>
                    <a:pt x="23775" y="144067"/>
                  </a:lnTo>
                  <a:lnTo>
                    <a:pt x="24036" y="143532"/>
                  </a:lnTo>
                  <a:lnTo>
                    <a:pt x="47020" y="57521"/>
                  </a:lnTo>
                  <a:lnTo>
                    <a:pt x="46237" y="56986"/>
                  </a:lnTo>
                  <a:cubicBezTo>
                    <a:pt x="19857" y="62062"/>
                    <a:pt x="14634" y="62863"/>
                    <a:pt x="4447" y="63664"/>
                  </a:cubicBezTo>
                  <a:lnTo>
                    <a:pt x="4447" y="67938"/>
                  </a:lnTo>
                  <a:cubicBezTo>
                    <a:pt x="18290" y="68205"/>
                    <a:pt x="20902" y="69007"/>
                    <a:pt x="20902" y="74349"/>
                  </a:cubicBezTo>
                  <a:cubicBezTo>
                    <a:pt x="20902" y="76486"/>
                    <a:pt x="20118" y="80760"/>
                    <a:pt x="18551" y="86102"/>
                  </a:cubicBezTo>
                  <a:lnTo>
                    <a:pt x="6015" y="133382"/>
                  </a:lnTo>
                  <a:cubicBezTo>
                    <a:pt x="1836" y="148875"/>
                    <a:pt x="269" y="157155"/>
                    <a:pt x="269" y="162498"/>
                  </a:cubicBezTo>
                  <a:cubicBezTo>
                    <a:pt x="269" y="172381"/>
                    <a:pt x="4447" y="177723"/>
                    <a:pt x="12283" y="177723"/>
                  </a:cubicBezTo>
                  <a:cubicBezTo>
                    <a:pt x="24297" y="177723"/>
                    <a:pt x="33961" y="169710"/>
                    <a:pt x="48848" y="147272"/>
                  </a:cubicBezTo>
                  <a:lnTo>
                    <a:pt x="45453" y="144334"/>
                  </a:lnTo>
                  <a:close/>
                  <a:moveTo>
                    <a:pt x="43364" y="91"/>
                  </a:moveTo>
                  <a:cubicBezTo>
                    <a:pt x="36312" y="91"/>
                    <a:pt x="31088" y="6234"/>
                    <a:pt x="31088" y="14248"/>
                  </a:cubicBezTo>
                  <a:cubicBezTo>
                    <a:pt x="31088" y="22795"/>
                    <a:pt x="36050" y="28405"/>
                    <a:pt x="43625" y="28405"/>
                  </a:cubicBezTo>
                  <a:cubicBezTo>
                    <a:pt x="50415" y="28405"/>
                    <a:pt x="56423" y="22261"/>
                    <a:pt x="56423" y="14782"/>
                  </a:cubicBezTo>
                  <a:cubicBezTo>
                    <a:pt x="56423" y="7036"/>
                    <a:pt x="50415" y="91"/>
                    <a:pt x="43364" y="91"/>
                  </a:cubicBez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943635B2-818D-29FB-21F3-8E5ADDB3E0A9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12201651" y="6499701"/>
              <a:ext cx="81883" cy="360969"/>
            </a:xfrm>
            <a:custGeom>
              <a:avLst/>
              <a:gdLst>
                <a:gd name="connsiteX0" fmla="*/ 82156 w 81883"/>
                <a:gd name="connsiteY0" fmla="*/ 180573 h 360969"/>
                <a:gd name="connsiteX1" fmla="*/ 58861 w 81883"/>
                <a:gd name="connsiteY1" fmla="*/ 67951 h 360969"/>
                <a:gd name="connsiteX2" fmla="*/ 3801 w 81883"/>
                <a:gd name="connsiteY2" fmla="*/ 88 h 360969"/>
                <a:gd name="connsiteX3" fmla="*/ 272 w 81883"/>
                <a:gd name="connsiteY3" fmla="*/ 3698 h 360969"/>
                <a:gd name="connsiteX4" fmla="*/ 6978 w 81883"/>
                <a:gd name="connsiteY4" fmla="*/ 12000 h 360969"/>
                <a:gd name="connsiteX5" fmla="*/ 61685 w 81883"/>
                <a:gd name="connsiteY5" fmla="*/ 180573 h 360969"/>
                <a:gd name="connsiteX6" fmla="*/ 4860 w 81883"/>
                <a:gd name="connsiteY6" fmla="*/ 351312 h 360969"/>
                <a:gd name="connsiteX7" fmla="*/ 272 w 81883"/>
                <a:gd name="connsiteY7" fmla="*/ 357448 h 360969"/>
                <a:gd name="connsiteX8" fmla="*/ 3801 w 81883"/>
                <a:gd name="connsiteY8" fmla="*/ 361058 h 360969"/>
                <a:gd name="connsiteX9" fmla="*/ 59920 w 81883"/>
                <a:gd name="connsiteY9" fmla="*/ 290669 h 360969"/>
                <a:gd name="connsiteX10" fmla="*/ 82156 w 81883"/>
                <a:gd name="connsiteY10" fmla="*/ 180573 h 360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60969">
                  <a:moveTo>
                    <a:pt x="82156" y="180573"/>
                  </a:moveTo>
                  <a:cubicBezTo>
                    <a:pt x="82156" y="152417"/>
                    <a:pt x="78273" y="108740"/>
                    <a:pt x="58861" y="67951"/>
                  </a:cubicBezTo>
                  <a:cubicBezTo>
                    <a:pt x="37684" y="23551"/>
                    <a:pt x="7331" y="88"/>
                    <a:pt x="3801" y="88"/>
                  </a:cubicBezTo>
                  <a:cubicBezTo>
                    <a:pt x="1683" y="88"/>
                    <a:pt x="272" y="1532"/>
                    <a:pt x="272" y="3698"/>
                  </a:cubicBezTo>
                  <a:cubicBezTo>
                    <a:pt x="272" y="4781"/>
                    <a:pt x="272" y="5503"/>
                    <a:pt x="6978" y="12000"/>
                  </a:cubicBezTo>
                  <a:cubicBezTo>
                    <a:pt x="41566" y="47736"/>
                    <a:pt x="61685" y="105130"/>
                    <a:pt x="61685" y="180573"/>
                  </a:cubicBezTo>
                  <a:cubicBezTo>
                    <a:pt x="61685" y="242299"/>
                    <a:pt x="48625" y="305829"/>
                    <a:pt x="4860" y="351312"/>
                  </a:cubicBezTo>
                  <a:cubicBezTo>
                    <a:pt x="272" y="355643"/>
                    <a:pt x="272" y="356365"/>
                    <a:pt x="272" y="357448"/>
                  </a:cubicBezTo>
                  <a:cubicBezTo>
                    <a:pt x="272" y="359614"/>
                    <a:pt x="1683" y="361058"/>
                    <a:pt x="3801" y="361058"/>
                  </a:cubicBezTo>
                  <a:cubicBezTo>
                    <a:pt x="7331" y="361058"/>
                    <a:pt x="39096" y="336512"/>
                    <a:pt x="59920" y="290669"/>
                  </a:cubicBezTo>
                  <a:cubicBezTo>
                    <a:pt x="77920" y="250962"/>
                    <a:pt x="82156" y="210894"/>
                    <a:pt x="82156" y="180573"/>
                  </a:cubicBez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C8FBB811-522D-270D-038D-689B62BDDA1C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12387954" y="6559983"/>
              <a:ext cx="234710" cy="240405"/>
            </a:xfrm>
            <a:custGeom>
              <a:avLst/>
              <a:gdLst>
                <a:gd name="connsiteX0" fmla="*/ 124868 w 234710"/>
                <a:gd name="connsiteY0" fmla="*/ 127511 h 240405"/>
                <a:gd name="connsiteX1" fmla="*/ 223340 w 234710"/>
                <a:gd name="connsiteY1" fmla="*/ 127511 h 240405"/>
                <a:gd name="connsiteX2" fmla="*/ 234988 w 234710"/>
                <a:gd name="connsiteY2" fmla="*/ 120291 h 240405"/>
                <a:gd name="connsiteX3" fmla="*/ 223340 w 234710"/>
                <a:gd name="connsiteY3" fmla="*/ 113072 h 240405"/>
                <a:gd name="connsiteX4" fmla="*/ 124868 w 234710"/>
                <a:gd name="connsiteY4" fmla="*/ 113072 h 240405"/>
                <a:gd name="connsiteX5" fmla="*/ 124868 w 234710"/>
                <a:gd name="connsiteY5" fmla="*/ 12000 h 240405"/>
                <a:gd name="connsiteX6" fmla="*/ 117809 w 234710"/>
                <a:gd name="connsiteY6" fmla="*/ 88 h 240405"/>
                <a:gd name="connsiteX7" fmla="*/ 110750 w 234710"/>
                <a:gd name="connsiteY7" fmla="*/ 12000 h 240405"/>
                <a:gd name="connsiteX8" fmla="*/ 110750 w 234710"/>
                <a:gd name="connsiteY8" fmla="*/ 113072 h 240405"/>
                <a:gd name="connsiteX9" fmla="*/ 11925 w 234710"/>
                <a:gd name="connsiteY9" fmla="*/ 113072 h 240405"/>
                <a:gd name="connsiteX10" fmla="*/ 277 w 234710"/>
                <a:gd name="connsiteY10" fmla="*/ 120291 h 240405"/>
                <a:gd name="connsiteX11" fmla="*/ 11925 w 234710"/>
                <a:gd name="connsiteY11" fmla="*/ 127511 h 240405"/>
                <a:gd name="connsiteX12" fmla="*/ 110750 w 234710"/>
                <a:gd name="connsiteY12" fmla="*/ 127511 h 240405"/>
                <a:gd name="connsiteX13" fmla="*/ 110750 w 234710"/>
                <a:gd name="connsiteY13" fmla="*/ 228582 h 240405"/>
                <a:gd name="connsiteX14" fmla="*/ 117809 w 234710"/>
                <a:gd name="connsiteY14" fmla="*/ 240494 h 240405"/>
                <a:gd name="connsiteX15" fmla="*/ 124868 w 234710"/>
                <a:gd name="connsiteY15" fmla="*/ 228582 h 240405"/>
                <a:gd name="connsiteX16" fmla="*/ 124868 w 234710"/>
                <a:gd name="connsiteY16" fmla="*/ 127511 h 240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4710" h="240405">
                  <a:moveTo>
                    <a:pt x="124868" y="127511"/>
                  </a:moveTo>
                  <a:lnTo>
                    <a:pt x="223340" y="127511"/>
                  </a:lnTo>
                  <a:cubicBezTo>
                    <a:pt x="228282" y="127511"/>
                    <a:pt x="234988" y="127511"/>
                    <a:pt x="234988" y="120291"/>
                  </a:cubicBezTo>
                  <a:cubicBezTo>
                    <a:pt x="234988" y="113072"/>
                    <a:pt x="228282" y="113072"/>
                    <a:pt x="223340" y="113072"/>
                  </a:cubicBezTo>
                  <a:lnTo>
                    <a:pt x="124868" y="113072"/>
                  </a:lnTo>
                  <a:lnTo>
                    <a:pt x="124868" y="12000"/>
                  </a:lnTo>
                  <a:cubicBezTo>
                    <a:pt x="124868" y="6947"/>
                    <a:pt x="124868" y="88"/>
                    <a:pt x="117809" y="88"/>
                  </a:cubicBezTo>
                  <a:cubicBezTo>
                    <a:pt x="110750" y="88"/>
                    <a:pt x="110750" y="6947"/>
                    <a:pt x="110750" y="12000"/>
                  </a:cubicBezTo>
                  <a:lnTo>
                    <a:pt x="110750" y="113072"/>
                  </a:lnTo>
                  <a:lnTo>
                    <a:pt x="11925" y="113072"/>
                  </a:lnTo>
                  <a:cubicBezTo>
                    <a:pt x="6983" y="113072"/>
                    <a:pt x="277" y="113072"/>
                    <a:pt x="277" y="120291"/>
                  </a:cubicBezTo>
                  <a:cubicBezTo>
                    <a:pt x="277" y="127511"/>
                    <a:pt x="6983" y="127511"/>
                    <a:pt x="11925" y="127511"/>
                  </a:cubicBezTo>
                  <a:lnTo>
                    <a:pt x="110750" y="127511"/>
                  </a:lnTo>
                  <a:lnTo>
                    <a:pt x="110750" y="228582"/>
                  </a:lnTo>
                  <a:cubicBezTo>
                    <a:pt x="110750" y="233636"/>
                    <a:pt x="110750" y="240494"/>
                    <a:pt x="117809" y="240494"/>
                  </a:cubicBezTo>
                  <a:cubicBezTo>
                    <a:pt x="124868" y="240494"/>
                    <a:pt x="124868" y="233636"/>
                    <a:pt x="124868" y="228582"/>
                  </a:cubicBezTo>
                  <a:lnTo>
                    <a:pt x="124868" y="127511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97E803F4-58E3-6A64-E321-A3B41401FD7E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12741876" y="6278597"/>
              <a:ext cx="162003" cy="249790"/>
            </a:xfrm>
            <a:custGeom>
              <a:avLst/>
              <a:gdLst>
                <a:gd name="connsiteX0" fmla="*/ 157702 w 162003"/>
                <a:gd name="connsiteY0" fmla="*/ 204390 h 249790"/>
                <a:gd name="connsiteX1" fmla="*/ 128760 w 162003"/>
                <a:gd name="connsiteY1" fmla="*/ 232907 h 249790"/>
                <a:gd name="connsiteX2" fmla="*/ 123113 w 162003"/>
                <a:gd name="connsiteY2" fmla="*/ 226409 h 249790"/>
                <a:gd name="connsiteX3" fmla="*/ 134761 w 162003"/>
                <a:gd name="connsiteY3" fmla="*/ 181288 h 249790"/>
                <a:gd name="connsiteX4" fmla="*/ 151702 w 162003"/>
                <a:gd name="connsiteY4" fmla="*/ 111621 h 249790"/>
                <a:gd name="connsiteX5" fmla="*/ 128407 w 162003"/>
                <a:gd name="connsiteY5" fmla="*/ 87436 h 249790"/>
                <a:gd name="connsiteX6" fmla="*/ 47582 w 162003"/>
                <a:gd name="connsiteY6" fmla="*/ 163601 h 249790"/>
                <a:gd name="connsiteX7" fmla="*/ 89936 w 162003"/>
                <a:gd name="connsiteY7" fmla="*/ 1886 h 249790"/>
                <a:gd name="connsiteX8" fmla="*/ 88171 w 162003"/>
                <a:gd name="connsiteY8" fmla="*/ 81 h 249790"/>
                <a:gd name="connsiteX9" fmla="*/ 32759 w 162003"/>
                <a:gd name="connsiteY9" fmla="*/ 9828 h 249790"/>
                <a:gd name="connsiteX10" fmla="*/ 32759 w 162003"/>
                <a:gd name="connsiteY10" fmla="*/ 15242 h 249790"/>
                <a:gd name="connsiteX11" fmla="*/ 41935 w 162003"/>
                <a:gd name="connsiteY11" fmla="*/ 15242 h 249790"/>
                <a:gd name="connsiteX12" fmla="*/ 42994 w 162003"/>
                <a:gd name="connsiteY12" fmla="*/ 14881 h 249790"/>
                <a:gd name="connsiteX13" fmla="*/ 56406 w 162003"/>
                <a:gd name="connsiteY13" fmla="*/ 23905 h 249790"/>
                <a:gd name="connsiteX14" fmla="*/ 51465 w 162003"/>
                <a:gd name="connsiteY14" fmla="*/ 48451 h 249790"/>
                <a:gd name="connsiteX15" fmla="*/ 47935 w 162003"/>
                <a:gd name="connsiteY15" fmla="*/ 61807 h 249790"/>
                <a:gd name="connsiteX16" fmla="*/ 287 w 162003"/>
                <a:gd name="connsiteY16" fmla="*/ 246623 h 249790"/>
                <a:gd name="connsiteX17" fmla="*/ 26758 w 162003"/>
                <a:gd name="connsiteY17" fmla="*/ 246623 h 249790"/>
                <a:gd name="connsiteX18" fmla="*/ 59583 w 162003"/>
                <a:gd name="connsiteY18" fmla="*/ 156742 h 249790"/>
                <a:gd name="connsiteX19" fmla="*/ 114290 w 162003"/>
                <a:gd name="connsiteY19" fmla="*/ 105845 h 249790"/>
                <a:gd name="connsiteX20" fmla="*/ 124172 w 162003"/>
                <a:gd name="connsiteY20" fmla="*/ 114870 h 249790"/>
                <a:gd name="connsiteX21" fmla="*/ 121701 w 162003"/>
                <a:gd name="connsiteY21" fmla="*/ 126782 h 249790"/>
                <a:gd name="connsiteX22" fmla="*/ 102289 w 162003"/>
                <a:gd name="connsiteY22" fmla="*/ 201502 h 249790"/>
                <a:gd name="connsiteX23" fmla="*/ 95230 w 162003"/>
                <a:gd name="connsiteY23" fmla="*/ 234711 h 249790"/>
                <a:gd name="connsiteX24" fmla="*/ 110760 w 162003"/>
                <a:gd name="connsiteY24" fmla="*/ 249872 h 249790"/>
                <a:gd name="connsiteX25" fmla="*/ 162290 w 162003"/>
                <a:gd name="connsiteY25" fmla="*/ 208722 h 249790"/>
                <a:gd name="connsiteX26" fmla="*/ 157702 w 162003"/>
                <a:gd name="connsiteY26" fmla="*/ 204390 h 249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003" h="249790">
                  <a:moveTo>
                    <a:pt x="157702" y="204390"/>
                  </a:moveTo>
                  <a:cubicBezTo>
                    <a:pt x="138643" y="228936"/>
                    <a:pt x="134408" y="232907"/>
                    <a:pt x="128760" y="232907"/>
                  </a:cubicBezTo>
                  <a:cubicBezTo>
                    <a:pt x="125584" y="232907"/>
                    <a:pt x="123113" y="229658"/>
                    <a:pt x="123113" y="226409"/>
                  </a:cubicBezTo>
                  <a:cubicBezTo>
                    <a:pt x="123113" y="222800"/>
                    <a:pt x="128760" y="200058"/>
                    <a:pt x="134761" y="181288"/>
                  </a:cubicBezTo>
                  <a:cubicBezTo>
                    <a:pt x="144996" y="146996"/>
                    <a:pt x="151702" y="120284"/>
                    <a:pt x="151702" y="111621"/>
                  </a:cubicBezTo>
                  <a:cubicBezTo>
                    <a:pt x="151702" y="97182"/>
                    <a:pt x="142172" y="87436"/>
                    <a:pt x="128407" y="87436"/>
                  </a:cubicBezTo>
                  <a:cubicBezTo>
                    <a:pt x="105466" y="87436"/>
                    <a:pt x="80407" y="111260"/>
                    <a:pt x="47582" y="163601"/>
                  </a:cubicBezTo>
                  <a:lnTo>
                    <a:pt x="89936" y="1886"/>
                  </a:lnTo>
                  <a:lnTo>
                    <a:pt x="88171" y="81"/>
                  </a:lnTo>
                  <a:cubicBezTo>
                    <a:pt x="67700" y="4774"/>
                    <a:pt x="53935" y="7301"/>
                    <a:pt x="32759" y="9828"/>
                  </a:cubicBezTo>
                  <a:lnTo>
                    <a:pt x="32759" y="15242"/>
                  </a:lnTo>
                  <a:lnTo>
                    <a:pt x="41935" y="15242"/>
                  </a:lnTo>
                  <a:cubicBezTo>
                    <a:pt x="42288" y="15242"/>
                    <a:pt x="42641" y="15242"/>
                    <a:pt x="42994" y="14881"/>
                  </a:cubicBezTo>
                  <a:cubicBezTo>
                    <a:pt x="47935" y="12715"/>
                    <a:pt x="56406" y="18852"/>
                    <a:pt x="56406" y="23905"/>
                  </a:cubicBezTo>
                  <a:cubicBezTo>
                    <a:pt x="56406" y="28959"/>
                    <a:pt x="54641" y="37983"/>
                    <a:pt x="51465" y="48451"/>
                  </a:cubicBezTo>
                  <a:cubicBezTo>
                    <a:pt x="51112" y="48812"/>
                    <a:pt x="50053" y="53866"/>
                    <a:pt x="47935" y="61807"/>
                  </a:cubicBezTo>
                  <a:lnTo>
                    <a:pt x="287" y="246623"/>
                  </a:lnTo>
                  <a:lnTo>
                    <a:pt x="26758" y="246623"/>
                  </a:lnTo>
                  <a:cubicBezTo>
                    <a:pt x="40876" y="191034"/>
                    <a:pt x="45465" y="178761"/>
                    <a:pt x="59583" y="156742"/>
                  </a:cubicBezTo>
                  <a:cubicBezTo>
                    <a:pt x="77936" y="128226"/>
                    <a:pt x="101936" y="105845"/>
                    <a:pt x="114290" y="105845"/>
                  </a:cubicBezTo>
                  <a:cubicBezTo>
                    <a:pt x="119584" y="105845"/>
                    <a:pt x="124172" y="110177"/>
                    <a:pt x="124172" y="114870"/>
                  </a:cubicBezTo>
                  <a:cubicBezTo>
                    <a:pt x="124172" y="116314"/>
                    <a:pt x="123113" y="121006"/>
                    <a:pt x="121701" y="126782"/>
                  </a:cubicBezTo>
                  <a:lnTo>
                    <a:pt x="102289" y="201502"/>
                  </a:lnTo>
                  <a:cubicBezTo>
                    <a:pt x="97701" y="219190"/>
                    <a:pt x="95230" y="230380"/>
                    <a:pt x="95230" y="234711"/>
                  </a:cubicBezTo>
                  <a:cubicBezTo>
                    <a:pt x="95230" y="244097"/>
                    <a:pt x="101230" y="249872"/>
                    <a:pt x="110760" y="249872"/>
                  </a:cubicBezTo>
                  <a:cubicBezTo>
                    <a:pt x="128760" y="249872"/>
                    <a:pt x="141114" y="240126"/>
                    <a:pt x="162290" y="208722"/>
                  </a:cubicBezTo>
                  <a:lnTo>
                    <a:pt x="157702" y="204390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A6C455DD-3894-41FE-E32F-A1B642247873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12920141" y="6213049"/>
              <a:ext cx="116225" cy="180571"/>
            </a:xfrm>
            <a:custGeom>
              <a:avLst/>
              <a:gdLst>
                <a:gd name="connsiteX0" fmla="*/ 116517 w 116225"/>
                <a:gd name="connsiteY0" fmla="*/ 144055 h 180571"/>
                <a:gd name="connsiteX1" fmla="*/ 113122 w 116225"/>
                <a:gd name="connsiteY1" fmla="*/ 142719 h 180571"/>
                <a:gd name="connsiteX2" fmla="*/ 88310 w 116225"/>
                <a:gd name="connsiteY2" fmla="*/ 160349 h 180571"/>
                <a:gd name="connsiteX3" fmla="*/ 25887 w 116225"/>
                <a:gd name="connsiteY3" fmla="*/ 160349 h 180571"/>
                <a:gd name="connsiteX4" fmla="*/ 69766 w 116225"/>
                <a:gd name="connsiteY4" fmla="*/ 113336 h 180571"/>
                <a:gd name="connsiteX5" fmla="*/ 103197 w 116225"/>
                <a:gd name="connsiteY5" fmla="*/ 47358 h 180571"/>
                <a:gd name="connsiteX6" fmla="*/ 54879 w 116225"/>
                <a:gd name="connsiteY6" fmla="*/ 79 h 180571"/>
                <a:gd name="connsiteX7" fmla="*/ 17268 w 116225"/>
                <a:gd name="connsiteY7" fmla="*/ 16640 h 180571"/>
                <a:gd name="connsiteX8" fmla="*/ 553 w 116225"/>
                <a:gd name="connsiteY8" fmla="*/ 53235 h 180571"/>
                <a:gd name="connsiteX9" fmla="*/ 6038 w 116225"/>
                <a:gd name="connsiteY9" fmla="*/ 54571 h 180571"/>
                <a:gd name="connsiteX10" fmla="*/ 43909 w 116225"/>
                <a:gd name="connsiteY10" fmla="*/ 19845 h 180571"/>
                <a:gd name="connsiteX11" fmla="*/ 80736 w 116225"/>
                <a:gd name="connsiteY11" fmla="*/ 57509 h 180571"/>
                <a:gd name="connsiteX12" fmla="*/ 46782 w 116225"/>
                <a:gd name="connsiteY12" fmla="*/ 126959 h 180571"/>
                <a:gd name="connsiteX13" fmla="*/ 292 w 116225"/>
                <a:gd name="connsiteY13" fmla="*/ 177444 h 180571"/>
                <a:gd name="connsiteX14" fmla="*/ 292 w 116225"/>
                <a:gd name="connsiteY14" fmla="*/ 180650 h 180571"/>
                <a:gd name="connsiteX15" fmla="*/ 102152 w 116225"/>
                <a:gd name="connsiteY15" fmla="*/ 180650 h 180571"/>
                <a:gd name="connsiteX16" fmla="*/ 116517 w 116225"/>
                <a:gd name="connsiteY16" fmla="*/ 144055 h 1805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6225" h="180571">
                  <a:moveTo>
                    <a:pt x="116517" y="144055"/>
                  </a:moveTo>
                  <a:lnTo>
                    <a:pt x="113122" y="142719"/>
                  </a:lnTo>
                  <a:cubicBezTo>
                    <a:pt x="103458" y="157945"/>
                    <a:pt x="100063" y="160349"/>
                    <a:pt x="88310" y="160349"/>
                  </a:cubicBezTo>
                  <a:lnTo>
                    <a:pt x="25887" y="160349"/>
                  </a:lnTo>
                  <a:lnTo>
                    <a:pt x="69766" y="113336"/>
                  </a:lnTo>
                  <a:cubicBezTo>
                    <a:pt x="93011" y="88494"/>
                    <a:pt x="103197" y="68194"/>
                    <a:pt x="103197" y="47358"/>
                  </a:cubicBezTo>
                  <a:cubicBezTo>
                    <a:pt x="103197" y="20647"/>
                    <a:pt x="82041" y="79"/>
                    <a:pt x="54879" y="79"/>
                  </a:cubicBezTo>
                  <a:cubicBezTo>
                    <a:pt x="40514" y="79"/>
                    <a:pt x="26932" y="5955"/>
                    <a:pt x="17268" y="16640"/>
                  </a:cubicBezTo>
                  <a:cubicBezTo>
                    <a:pt x="8911" y="25722"/>
                    <a:pt x="4993" y="34270"/>
                    <a:pt x="553" y="53235"/>
                  </a:cubicBezTo>
                  <a:lnTo>
                    <a:pt x="6038" y="54571"/>
                  </a:lnTo>
                  <a:cubicBezTo>
                    <a:pt x="16485" y="28393"/>
                    <a:pt x="25887" y="19845"/>
                    <a:pt x="43909" y="19845"/>
                  </a:cubicBezTo>
                  <a:cubicBezTo>
                    <a:pt x="65848" y="19845"/>
                    <a:pt x="80736" y="35071"/>
                    <a:pt x="80736" y="57509"/>
                  </a:cubicBezTo>
                  <a:cubicBezTo>
                    <a:pt x="80736" y="78344"/>
                    <a:pt x="68721" y="103186"/>
                    <a:pt x="46782" y="126959"/>
                  </a:cubicBezTo>
                  <a:lnTo>
                    <a:pt x="292" y="177444"/>
                  </a:lnTo>
                  <a:lnTo>
                    <a:pt x="292" y="180650"/>
                  </a:lnTo>
                  <a:lnTo>
                    <a:pt x="102152" y="180650"/>
                  </a:lnTo>
                  <a:lnTo>
                    <a:pt x="116517" y="144055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770D89BB-03E0-B39F-754D-2D11394E9EAF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12735170" y="6672603"/>
              <a:ext cx="325929" cy="14489"/>
            </a:xfrm>
            <a:custGeom>
              <a:avLst/>
              <a:gdLst>
                <a:gd name="connsiteX0" fmla="*/ 0 w 325929"/>
                <a:gd name="connsiteY0" fmla="*/ 0 h 14489"/>
                <a:gd name="connsiteX1" fmla="*/ 325930 w 325929"/>
                <a:gd name="connsiteY1" fmla="*/ 0 h 14489"/>
                <a:gd name="connsiteX2" fmla="*/ 325930 w 325929"/>
                <a:gd name="connsiteY2" fmla="*/ 14489 h 14489"/>
                <a:gd name="connsiteX3" fmla="*/ 0 w 325929"/>
                <a:gd name="connsiteY3" fmla="*/ 14489 h 14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5929" h="14489">
                  <a:moveTo>
                    <a:pt x="0" y="0"/>
                  </a:moveTo>
                  <a:lnTo>
                    <a:pt x="325930" y="0"/>
                  </a:lnTo>
                  <a:lnTo>
                    <a:pt x="325930" y="14489"/>
                  </a:lnTo>
                  <a:lnTo>
                    <a:pt x="0" y="14489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210D9A34-388E-26CE-47E9-BF9D56656F2A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12761170" y="6774966"/>
              <a:ext cx="157061" cy="244015"/>
            </a:xfrm>
            <a:custGeom>
              <a:avLst/>
              <a:gdLst>
                <a:gd name="connsiteX0" fmla="*/ 157350 w 157061"/>
                <a:gd name="connsiteY0" fmla="*/ 194657 h 244015"/>
                <a:gd name="connsiteX1" fmla="*/ 152761 w 157061"/>
                <a:gd name="connsiteY1" fmla="*/ 192853 h 244015"/>
                <a:gd name="connsiteX2" fmla="*/ 119231 w 157061"/>
                <a:gd name="connsiteY2" fmla="*/ 216677 h 244015"/>
                <a:gd name="connsiteX3" fmla="*/ 34877 w 157061"/>
                <a:gd name="connsiteY3" fmla="*/ 216677 h 244015"/>
                <a:gd name="connsiteX4" fmla="*/ 94172 w 157061"/>
                <a:gd name="connsiteY4" fmla="*/ 153146 h 244015"/>
                <a:gd name="connsiteX5" fmla="*/ 139349 w 157061"/>
                <a:gd name="connsiteY5" fmla="*/ 63987 h 244015"/>
                <a:gd name="connsiteX6" fmla="*/ 74054 w 157061"/>
                <a:gd name="connsiteY6" fmla="*/ 95 h 244015"/>
                <a:gd name="connsiteX7" fmla="*/ 23229 w 157061"/>
                <a:gd name="connsiteY7" fmla="*/ 22475 h 244015"/>
                <a:gd name="connsiteX8" fmla="*/ 641 w 157061"/>
                <a:gd name="connsiteY8" fmla="*/ 71928 h 244015"/>
                <a:gd name="connsiteX9" fmla="*/ 8053 w 157061"/>
                <a:gd name="connsiteY9" fmla="*/ 73733 h 244015"/>
                <a:gd name="connsiteX10" fmla="*/ 59230 w 157061"/>
                <a:gd name="connsiteY10" fmla="*/ 26807 h 244015"/>
                <a:gd name="connsiteX11" fmla="*/ 108996 w 157061"/>
                <a:gd name="connsiteY11" fmla="*/ 77703 h 244015"/>
                <a:gd name="connsiteX12" fmla="*/ 63112 w 157061"/>
                <a:gd name="connsiteY12" fmla="*/ 171555 h 244015"/>
                <a:gd name="connsiteX13" fmla="*/ 288 w 157061"/>
                <a:gd name="connsiteY13" fmla="*/ 239779 h 244015"/>
                <a:gd name="connsiteX14" fmla="*/ 288 w 157061"/>
                <a:gd name="connsiteY14" fmla="*/ 244110 h 244015"/>
                <a:gd name="connsiteX15" fmla="*/ 137937 w 157061"/>
                <a:gd name="connsiteY15" fmla="*/ 244110 h 244015"/>
                <a:gd name="connsiteX16" fmla="*/ 157350 w 157061"/>
                <a:gd name="connsiteY16" fmla="*/ 194657 h 244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7061" h="244015">
                  <a:moveTo>
                    <a:pt x="157350" y="194657"/>
                  </a:moveTo>
                  <a:lnTo>
                    <a:pt x="152761" y="192853"/>
                  </a:lnTo>
                  <a:cubicBezTo>
                    <a:pt x="139702" y="213428"/>
                    <a:pt x="135114" y="216677"/>
                    <a:pt x="119231" y="216677"/>
                  </a:cubicBezTo>
                  <a:lnTo>
                    <a:pt x="34877" y="216677"/>
                  </a:lnTo>
                  <a:lnTo>
                    <a:pt x="94172" y="153146"/>
                  </a:lnTo>
                  <a:cubicBezTo>
                    <a:pt x="125584" y="119576"/>
                    <a:pt x="139349" y="92142"/>
                    <a:pt x="139349" y="63987"/>
                  </a:cubicBezTo>
                  <a:cubicBezTo>
                    <a:pt x="139349" y="27890"/>
                    <a:pt x="110760" y="95"/>
                    <a:pt x="74054" y="95"/>
                  </a:cubicBezTo>
                  <a:cubicBezTo>
                    <a:pt x="54642" y="95"/>
                    <a:pt x="36288" y="8036"/>
                    <a:pt x="23229" y="22475"/>
                  </a:cubicBezTo>
                  <a:cubicBezTo>
                    <a:pt x="11935" y="34748"/>
                    <a:pt x="6641" y="46299"/>
                    <a:pt x="641" y="71928"/>
                  </a:cubicBezTo>
                  <a:lnTo>
                    <a:pt x="8053" y="73733"/>
                  </a:lnTo>
                  <a:cubicBezTo>
                    <a:pt x="22171" y="38358"/>
                    <a:pt x="34877" y="26807"/>
                    <a:pt x="59230" y="26807"/>
                  </a:cubicBezTo>
                  <a:cubicBezTo>
                    <a:pt x="88878" y="26807"/>
                    <a:pt x="108996" y="47382"/>
                    <a:pt x="108996" y="77703"/>
                  </a:cubicBezTo>
                  <a:cubicBezTo>
                    <a:pt x="108996" y="105859"/>
                    <a:pt x="92760" y="139429"/>
                    <a:pt x="63112" y="171555"/>
                  </a:cubicBezTo>
                  <a:lnTo>
                    <a:pt x="288" y="239779"/>
                  </a:lnTo>
                  <a:lnTo>
                    <a:pt x="288" y="244110"/>
                  </a:lnTo>
                  <a:lnTo>
                    <a:pt x="137937" y="244110"/>
                  </a:lnTo>
                  <a:lnTo>
                    <a:pt x="157350" y="194657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2F31BA17-84F8-5399-D1A7-632695301C52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12973601" y="6774966"/>
              <a:ext cx="37765" cy="247263"/>
            </a:xfrm>
            <a:custGeom>
              <a:avLst/>
              <a:gdLst>
                <a:gd name="connsiteX0" fmla="*/ 21116 w 37765"/>
                <a:gd name="connsiteY0" fmla="*/ 180580 h 247263"/>
                <a:gd name="connsiteX1" fmla="*/ 36999 w 37765"/>
                <a:gd name="connsiteY1" fmla="*/ 42328 h 247263"/>
                <a:gd name="connsiteX2" fmla="*/ 37705 w 37765"/>
                <a:gd name="connsiteY2" fmla="*/ 28973 h 247263"/>
                <a:gd name="connsiteX3" fmla="*/ 18999 w 37765"/>
                <a:gd name="connsiteY3" fmla="*/ 95 h 247263"/>
                <a:gd name="connsiteX4" fmla="*/ 293 w 37765"/>
                <a:gd name="connsiteY4" fmla="*/ 27890 h 247263"/>
                <a:gd name="connsiteX5" fmla="*/ 7352 w 37765"/>
                <a:gd name="connsiteY5" fmla="*/ 91781 h 247263"/>
                <a:gd name="connsiteX6" fmla="*/ 13352 w 37765"/>
                <a:gd name="connsiteY6" fmla="*/ 141595 h 247263"/>
                <a:gd name="connsiteX7" fmla="*/ 16528 w 37765"/>
                <a:gd name="connsiteY7" fmla="*/ 180580 h 247263"/>
                <a:gd name="connsiteX8" fmla="*/ 21116 w 37765"/>
                <a:gd name="connsiteY8" fmla="*/ 180580 h 247263"/>
                <a:gd name="connsiteX9" fmla="*/ 18999 w 37765"/>
                <a:gd name="connsiteY9" fmla="*/ 208735 h 247263"/>
                <a:gd name="connsiteX10" fmla="*/ 293 w 37765"/>
                <a:gd name="connsiteY10" fmla="*/ 228589 h 247263"/>
                <a:gd name="connsiteX11" fmla="*/ 18646 w 37765"/>
                <a:gd name="connsiteY11" fmla="*/ 247359 h 247263"/>
                <a:gd name="connsiteX12" fmla="*/ 38058 w 37765"/>
                <a:gd name="connsiteY12" fmla="*/ 228589 h 247263"/>
                <a:gd name="connsiteX13" fmla="*/ 18999 w 37765"/>
                <a:gd name="connsiteY13" fmla="*/ 208735 h 247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7765" h="247263">
                  <a:moveTo>
                    <a:pt x="21116" y="180580"/>
                  </a:moveTo>
                  <a:lnTo>
                    <a:pt x="36999" y="42328"/>
                  </a:lnTo>
                  <a:cubicBezTo>
                    <a:pt x="37352" y="37997"/>
                    <a:pt x="37705" y="34026"/>
                    <a:pt x="37705" y="28973"/>
                  </a:cubicBezTo>
                  <a:cubicBezTo>
                    <a:pt x="37705" y="10202"/>
                    <a:pt x="30999" y="95"/>
                    <a:pt x="18999" y="95"/>
                  </a:cubicBezTo>
                  <a:cubicBezTo>
                    <a:pt x="7352" y="95"/>
                    <a:pt x="293" y="10924"/>
                    <a:pt x="293" y="27890"/>
                  </a:cubicBezTo>
                  <a:cubicBezTo>
                    <a:pt x="293" y="36192"/>
                    <a:pt x="3469" y="65791"/>
                    <a:pt x="7352" y="91781"/>
                  </a:cubicBezTo>
                  <a:cubicBezTo>
                    <a:pt x="10528" y="113439"/>
                    <a:pt x="12646" y="132571"/>
                    <a:pt x="13352" y="141595"/>
                  </a:cubicBezTo>
                  <a:lnTo>
                    <a:pt x="16528" y="180580"/>
                  </a:lnTo>
                  <a:lnTo>
                    <a:pt x="21116" y="180580"/>
                  </a:lnTo>
                  <a:close/>
                  <a:moveTo>
                    <a:pt x="18999" y="208735"/>
                  </a:moveTo>
                  <a:cubicBezTo>
                    <a:pt x="8410" y="208735"/>
                    <a:pt x="293" y="217399"/>
                    <a:pt x="293" y="228589"/>
                  </a:cubicBezTo>
                  <a:cubicBezTo>
                    <a:pt x="293" y="239418"/>
                    <a:pt x="8057" y="247359"/>
                    <a:pt x="18646" y="247359"/>
                  </a:cubicBezTo>
                  <a:cubicBezTo>
                    <a:pt x="29940" y="247359"/>
                    <a:pt x="38058" y="239418"/>
                    <a:pt x="38058" y="228589"/>
                  </a:cubicBezTo>
                  <a:cubicBezTo>
                    <a:pt x="38058" y="217759"/>
                    <a:pt x="29587" y="208735"/>
                    <a:pt x="18999" y="208735"/>
                  </a:cubicBez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73A44C13-BDE4-86CC-A1A6-0284FD0B95B7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13095142" y="6611241"/>
              <a:ext cx="158826" cy="233547"/>
            </a:xfrm>
            <a:custGeom>
              <a:avLst/>
              <a:gdLst>
                <a:gd name="connsiteX0" fmla="*/ 14063 w 158826"/>
                <a:gd name="connsiteY0" fmla="*/ 14888 h 233547"/>
                <a:gd name="connsiteX1" fmla="*/ 25004 w 158826"/>
                <a:gd name="connsiteY1" fmla="*/ 13445 h 233547"/>
                <a:gd name="connsiteX2" fmla="*/ 66652 w 158826"/>
                <a:gd name="connsiteY2" fmla="*/ 84556 h 233547"/>
                <a:gd name="connsiteX3" fmla="*/ 81123 w 158826"/>
                <a:gd name="connsiteY3" fmla="*/ 156388 h 233547"/>
                <a:gd name="connsiteX4" fmla="*/ 73711 w 158826"/>
                <a:gd name="connsiteY4" fmla="*/ 174437 h 233547"/>
                <a:gd name="connsiteX5" fmla="*/ 51828 w 158826"/>
                <a:gd name="connsiteY5" fmla="*/ 202953 h 233547"/>
                <a:gd name="connsiteX6" fmla="*/ 35592 w 158826"/>
                <a:gd name="connsiteY6" fmla="*/ 213783 h 233547"/>
                <a:gd name="connsiteX7" fmla="*/ 27122 w 158826"/>
                <a:gd name="connsiteY7" fmla="*/ 209812 h 233547"/>
                <a:gd name="connsiteX8" fmla="*/ 14063 w 158826"/>
                <a:gd name="connsiteY8" fmla="*/ 203675 h 233547"/>
                <a:gd name="connsiteX9" fmla="*/ 298 w 158826"/>
                <a:gd name="connsiteY9" fmla="*/ 217753 h 233547"/>
                <a:gd name="connsiteX10" fmla="*/ 18298 w 158826"/>
                <a:gd name="connsiteY10" fmla="*/ 233636 h 233547"/>
                <a:gd name="connsiteX11" fmla="*/ 125241 w 158826"/>
                <a:gd name="connsiteY11" fmla="*/ 108019 h 233547"/>
                <a:gd name="connsiteX12" fmla="*/ 159124 w 158826"/>
                <a:gd name="connsiteY12" fmla="*/ 19942 h 233547"/>
                <a:gd name="connsiteX13" fmla="*/ 139712 w 158826"/>
                <a:gd name="connsiteY13" fmla="*/ 89 h 233547"/>
                <a:gd name="connsiteX14" fmla="*/ 125947 w 158826"/>
                <a:gd name="connsiteY14" fmla="*/ 13445 h 233547"/>
                <a:gd name="connsiteX15" fmla="*/ 135830 w 158826"/>
                <a:gd name="connsiteY15" fmla="*/ 27522 h 233547"/>
                <a:gd name="connsiteX16" fmla="*/ 145006 w 158826"/>
                <a:gd name="connsiteY16" fmla="*/ 39795 h 233547"/>
                <a:gd name="connsiteX17" fmla="*/ 101947 w 158826"/>
                <a:gd name="connsiteY17" fmla="*/ 133286 h 233547"/>
                <a:gd name="connsiteX18" fmla="*/ 94888 w 158826"/>
                <a:gd name="connsiteY18" fmla="*/ 91414 h 233547"/>
                <a:gd name="connsiteX19" fmla="*/ 64534 w 158826"/>
                <a:gd name="connsiteY19" fmla="*/ 89 h 233547"/>
                <a:gd name="connsiteX20" fmla="*/ 63122 w 158826"/>
                <a:gd name="connsiteY20" fmla="*/ 89 h 233547"/>
                <a:gd name="connsiteX21" fmla="*/ 59946 w 158826"/>
                <a:gd name="connsiteY21" fmla="*/ 450 h 233547"/>
                <a:gd name="connsiteX22" fmla="*/ 25357 w 158826"/>
                <a:gd name="connsiteY22" fmla="*/ 6586 h 233547"/>
                <a:gd name="connsiteX23" fmla="*/ 14063 w 158826"/>
                <a:gd name="connsiteY23" fmla="*/ 8752 h 233547"/>
                <a:gd name="connsiteX24" fmla="*/ 14063 w 158826"/>
                <a:gd name="connsiteY24" fmla="*/ 14888 h 233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8826" h="233547">
                  <a:moveTo>
                    <a:pt x="14063" y="14888"/>
                  </a:moveTo>
                  <a:cubicBezTo>
                    <a:pt x="18651" y="13806"/>
                    <a:pt x="21121" y="13445"/>
                    <a:pt x="25004" y="13445"/>
                  </a:cubicBezTo>
                  <a:cubicBezTo>
                    <a:pt x="45122" y="13445"/>
                    <a:pt x="50416" y="22469"/>
                    <a:pt x="66652" y="84556"/>
                  </a:cubicBezTo>
                  <a:cubicBezTo>
                    <a:pt x="72652" y="108019"/>
                    <a:pt x="81123" y="150252"/>
                    <a:pt x="81123" y="156388"/>
                  </a:cubicBezTo>
                  <a:cubicBezTo>
                    <a:pt x="81123" y="162164"/>
                    <a:pt x="79005" y="167939"/>
                    <a:pt x="73711" y="174437"/>
                  </a:cubicBezTo>
                  <a:cubicBezTo>
                    <a:pt x="62769" y="189237"/>
                    <a:pt x="55710" y="198622"/>
                    <a:pt x="51828" y="202953"/>
                  </a:cubicBezTo>
                  <a:cubicBezTo>
                    <a:pt x="44416" y="210895"/>
                    <a:pt x="40181" y="213783"/>
                    <a:pt x="35592" y="213783"/>
                  </a:cubicBezTo>
                  <a:cubicBezTo>
                    <a:pt x="33475" y="213783"/>
                    <a:pt x="31004" y="212700"/>
                    <a:pt x="27122" y="209812"/>
                  </a:cubicBezTo>
                  <a:cubicBezTo>
                    <a:pt x="21827" y="205480"/>
                    <a:pt x="17945" y="203675"/>
                    <a:pt x="14063" y="203675"/>
                  </a:cubicBezTo>
                  <a:cubicBezTo>
                    <a:pt x="6298" y="203675"/>
                    <a:pt x="298" y="209812"/>
                    <a:pt x="298" y="217753"/>
                  </a:cubicBezTo>
                  <a:cubicBezTo>
                    <a:pt x="298" y="226777"/>
                    <a:pt x="8062" y="233636"/>
                    <a:pt x="18298" y="233636"/>
                  </a:cubicBezTo>
                  <a:cubicBezTo>
                    <a:pt x="40887" y="233636"/>
                    <a:pt x="87123" y="179490"/>
                    <a:pt x="125241" y="108019"/>
                  </a:cubicBezTo>
                  <a:cubicBezTo>
                    <a:pt x="149242" y="63619"/>
                    <a:pt x="159124" y="37630"/>
                    <a:pt x="159124" y="19942"/>
                  </a:cubicBezTo>
                  <a:cubicBezTo>
                    <a:pt x="159124" y="9113"/>
                    <a:pt x="150300" y="89"/>
                    <a:pt x="139712" y="89"/>
                  </a:cubicBezTo>
                  <a:cubicBezTo>
                    <a:pt x="131594" y="89"/>
                    <a:pt x="125947" y="5503"/>
                    <a:pt x="125947" y="13445"/>
                  </a:cubicBezTo>
                  <a:cubicBezTo>
                    <a:pt x="125947" y="18859"/>
                    <a:pt x="128771" y="22830"/>
                    <a:pt x="135830" y="27522"/>
                  </a:cubicBezTo>
                  <a:cubicBezTo>
                    <a:pt x="142536" y="31493"/>
                    <a:pt x="145006" y="34742"/>
                    <a:pt x="145006" y="39795"/>
                  </a:cubicBezTo>
                  <a:cubicBezTo>
                    <a:pt x="145006" y="54234"/>
                    <a:pt x="131947" y="82390"/>
                    <a:pt x="101947" y="133286"/>
                  </a:cubicBezTo>
                  <a:lnTo>
                    <a:pt x="94888" y="91414"/>
                  </a:lnTo>
                  <a:cubicBezTo>
                    <a:pt x="89593" y="59649"/>
                    <a:pt x="69828" y="89"/>
                    <a:pt x="64534" y="89"/>
                  </a:cubicBezTo>
                  <a:lnTo>
                    <a:pt x="63122" y="89"/>
                  </a:lnTo>
                  <a:cubicBezTo>
                    <a:pt x="62769" y="450"/>
                    <a:pt x="61358" y="450"/>
                    <a:pt x="59946" y="450"/>
                  </a:cubicBezTo>
                  <a:cubicBezTo>
                    <a:pt x="56769" y="811"/>
                    <a:pt x="44063" y="2976"/>
                    <a:pt x="25357" y="6586"/>
                  </a:cubicBezTo>
                  <a:cubicBezTo>
                    <a:pt x="23592" y="6947"/>
                    <a:pt x="19004" y="8030"/>
                    <a:pt x="14063" y="8752"/>
                  </a:cubicBezTo>
                  <a:lnTo>
                    <a:pt x="14063" y="14888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ACA8BDCC-8B09-16E2-07F3-2A5200728FDC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13268481" y="6471475"/>
              <a:ext cx="60855" cy="137298"/>
            </a:xfrm>
            <a:custGeom>
              <a:avLst/>
              <a:gdLst>
                <a:gd name="connsiteX0" fmla="*/ 58806 w 60855"/>
                <a:gd name="connsiteY0" fmla="*/ 22523 h 137298"/>
                <a:gd name="connsiteX1" fmla="*/ 61157 w 60855"/>
                <a:gd name="connsiteY1" fmla="*/ 14242 h 137298"/>
                <a:gd name="connsiteX2" fmla="*/ 46269 w 60855"/>
                <a:gd name="connsiteY2" fmla="*/ 85 h 137298"/>
                <a:gd name="connsiteX3" fmla="*/ 32427 w 60855"/>
                <a:gd name="connsiteY3" fmla="*/ 12105 h 137298"/>
                <a:gd name="connsiteX4" fmla="*/ 1346 w 60855"/>
                <a:gd name="connsiteY4" fmla="*/ 128835 h 137298"/>
                <a:gd name="connsiteX5" fmla="*/ 301 w 60855"/>
                <a:gd name="connsiteY5" fmla="*/ 132575 h 137298"/>
                <a:gd name="connsiteX6" fmla="*/ 9182 w 60855"/>
                <a:gd name="connsiteY6" fmla="*/ 137383 h 137298"/>
                <a:gd name="connsiteX7" fmla="*/ 12577 w 60855"/>
                <a:gd name="connsiteY7" fmla="*/ 133109 h 137298"/>
                <a:gd name="connsiteX8" fmla="*/ 58806 w 60855"/>
                <a:gd name="connsiteY8" fmla="*/ 22523 h 137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855" h="137298">
                  <a:moveTo>
                    <a:pt x="58806" y="22523"/>
                  </a:moveTo>
                  <a:cubicBezTo>
                    <a:pt x="60112" y="19317"/>
                    <a:pt x="61157" y="16913"/>
                    <a:pt x="61157" y="14242"/>
                  </a:cubicBezTo>
                  <a:cubicBezTo>
                    <a:pt x="61157" y="6496"/>
                    <a:pt x="54366" y="85"/>
                    <a:pt x="46269" y="85"/>
                  </a:cubicBezTo>
                  <a:cubicBezTo>
                    <a:pt x="38956" y="85"/>
                    <a:pt x="34255" y="5160"/>
                    <a:pt x="32427" y="12105"/>
                  </a:cubicBezTo>
                  <a:lnTo>
                    <a:pt x="1346" y="128835"/>
                  </a:lnTo>
                  <a:cubicBezTo>
                    <a:pt x="1346" y="129370"/>
                    <a:pt x="301" y="132308"/>
                    <a:pt x="301" y="132575"/>
                  </a:cubicBezTo>
                  <a:cubicBezTo>
                    <a:pt x="301" y="135513"/>
                    <a:pt x="7092" y="137383"/>
                    <a:pt x="9182" y="137383"/>
                  </a:cubicBezTo>
                  <a:cubicBezTo>
                    <a:pt x="10749" y="137383"/>
                    <a:pt x="11010" y="136582"/>
                    <a:pt x="12577" y="133109"/>
                  </a:cubicBezTo>
                  <a:lnTo>
                    <a:pt x="58806" y="22523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9D77ABD7-4CA5-A3CC-C406-DFBE0A97F207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13340575" y="6471475"/>
              <a:ext cx="60855" cy="137298"/>
            </a:xfrm>
            <a:custGeom>
              <a:avLst/>
              <a:gdLst>
                <a:gd name="connsiteX0" fmla="*/ 58808 w 60855"/>
                <a:gd name="connsiteY0" fmla="*/ 22523 h 137298"/>
                <a:gd name="connsiteX1" fmla="*/ 61159 w 60855"/>
                <a:gd name="connsiteY1" fmla="*/ 14242 h 137298"/>
                <a:gd name="connsiteX2" fmla="*/ 46271 w 60855"/>
                <a:gd name="connsiteY2" fmla="*/ 85 h 137298"/>
                <a:gd name="connsiteX3" fmla="*/ 32429 w 60855"/>
                <a:gd name="connsiteY3" fmla="*/ 12105 h 137298"/>
                <a:gd name="connsiteX4" fmla="*/ 1348 w 60855"/>
                <a:gd name="connsiteY4" fmla="*/ 128835 h 137298"/>
                <a:gd name="connsiteX5" fmla="*/ 304 w 60855"/>
                <a:gd name="connsiteY5" fmla="*/ 132575 h 137298"/>
                <a:gd name="connsiteX6" fmla="*/ 9184 w 60855"/>
                <a:gd name="connsiteY6" fmla="*/ 137383 h 137298"/>
                <a:gd name="connsiteX7" fmla="*/ 12579 w 60855"/>
                <a:gd name="connsiteY7" fmla="*/ 133109 h 137298"/>
                <a:gd name="connsiteX8" fmla="*/ 58808 w 60855"/>
                <a:gd name="connsiteY8" fmla="*/ 22523 h 137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855" h="137298">
                  <a:moveTo>
                    <a:pt x="58808" y="22523"/>
                  </a:moveTo>
                  <a:cubicBezTo>
                    <a:pt x="60114" y="19317"/>
                    <a:pt x="61159" y="16913"/>
                    <a:pt x="61159" y="14242"/>
                  </a:cubicBezTo>
                  <a:cubicBezTo>
                    <a:pt x="61159" y="6496"/>
                    <a:pt x="54368" y="85"/>
                    <a:pt x="46271" y="85"/>
                  </a:cubicBezTo>
                  <a:cubicBezTo>
                    <a:pt x="38958" y="85"/>
                    <a:pt x="34257" y="5160"/>
                    <a:pt x="32429" y="12105"/>
                  </a:cubicBezTo>
                  <a:lnTo>
                    <a:pt x="1348" y="128835"/>
                  </a:lnTo>
                  <a:cubicBezTo>
                    <a:pt x="1348" y="129370"/>
                    <a:pt x="304" y="132308"/>
                    <a:pt x="304" y="132575"/>
                  </a:cubicBezTo>
                  <a:cubicBezTo>
                    <a:pt x="304" y="135513"/>
                    <a:pt x="7094" y="137383"/>
                    <a:pt x="9184" y="137383"/>
                  </a:cubicBezTo>
                  <a:cubicBezTo>
                    <a:pt x="10751" y="137383"/>
                    <a:pt x="11012" y="136582"/>
                    <a:pt x="12579" y="133109"/>
                  </a:cubicBezTo>
                  <a:lnTo>
                    <a:pt x="58808" y="22523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7E8270DE-6FC2-45FE-5914-974A7ED1385E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13457750" y="6499701"/>
              <a:ext cx="81883" cy="360969"/>
            </a:xfrm>
            <a:custGeom>
              <a:avLst/>
              <a:gdLst>
                <a:gd name="connsiteX0" fmla="*/ 82190 w 81883"/>
                <a:gd name="connsiteY0" fmla="*/ 357448 h 360969"/>
                <a:gd name="connsiteX1" fmla="*/ 76190 w 81883"/>
                <a:gd name="connsiteY1" fmla="*/ 349507 h 360969"/>
                <a:gd name="connsiteX2" fmla="*/ 20778 w 81883"/>
                <a:gd name="connsiteY2" fmla="*/ 180573 h 360969"/>
                <a:gd name="connsiteX3" fmla="*/ 77602 w 81883"/>
                <a:gd name="connsiteY3" fmla="*/ 9835 h 360969"/>
                <a:gd name="connsiteX4" fmla="*/ 82190 w 81883"/>
                <a:gd name="connsiteY4" fmla="*/ 3698 h 360969"/>
                <a:gd name="connsiteX5" fmla="*/ 78661 w 81883"/>
                <a:gd name="connsiteY5" fmla="*/ 88 h 360969"/>
                <a:gd name="connsiteX6" fmla="*/ 22542 w 81883"/>
                <a:gd name="connsiteY6" fmla="*/ 70477 h 360969"/>
                <a:gd name="connsiteX7" fmla="*/ 307 w 81883"/>
                <a:gd name="connsiteY7" fmla="*/ 180573 h 360969"/>
                <a:gd name="connsiteX8" fmla="*/ 23601 w 81883"/>
                <a:gd name="connsiteY8" fmla="*/ 293195 h 360969"/>
                <a:gd name="connsiteX9" fmla="*/ 78661 w 81883"/>
                <a:gd name="connsiteY9" fmla="*/ 361058 h 360969"/>
                <a:gd name="connsiteX10" fmla="*/ 82190 w 81883"/>
                <a:gd name="connsiteY10" fmla="*/ 357448 h 360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60969">
                  <a:moveTo>
                    <a:pt x="82190" y="357448"/>
                  </a:moveTo>
                  <a:cubicBezTo>
                    <a:pt x="82190" y="356365"/>
                    <a:pt x="82190" y="355643"/>
                    <a:pt x="76190" y="349507"/>
                  </a:cubicBezTo>
                  <a:cubicBezTo>
                    <a:pt x="32072" y="304025"/>
                    <a:pt x="20778" y="235801"/>
                    <a:pt x="20778" y="180573"/>
                  </a:cubicBezTo>
                  <a:cubicBezTo>
                    <a:pt x="20778" y="117764"/>
                    <a:pt x="34190" y="54956"/>
                    <a:pt x="77602" y="9835"/>
                  </a:cubicBezTo>
                  <a:cubicBezTo>
                    <a:pt x="82190" y="5503"/>
                    <a:pt x="82190" y="4781"/>
                    <a:pt x="82190" y="3698"/>
                  </a:cubicBezTo>
                  <a:cubicBezTo>
                    <a:pt x="82190" y="1171"/>
                    <a:pt x="80779" y="88"/>
                    <a:pt x="78661" y="88"/>
                  </a:cubicBezTo>
                  <a:cubicBezTo>
                    <a:pt x="75132" y="88"/>
                    <a:pt x="43366" y="24634"/>
                    <a:pt x="22542" y="70477"/>
                  </a:cubicBezTo>
                  <a:cubicBezTo>
                    <a:pt x="4542" y="110184"/>
                    <a:pt x="307" y="150252"/>
                    <a:pt x="307" y="180573"/>
                  </a:cubicBezTo>
                  <a:cubicBezTo>
                    <a:pt x="307" y="208729"/>
                    <a:pt x="4189" y="252406"/>
                    <a:pt x="23601" y="293195"/>
                  </a:cubicBezTo>
                  <a:cubicBezTo>
                    <a:pt x="44778" y="337595"/>
                    <a:pt x="75132" y="361058"/>
                    <a:pt x="78661" y="361058"/>
                  </a:cubicBezTo>
                  <a:cubicBezTo>
                    <a:pt x="80779" y="361058"/>
                    <a:pt x="82190" y="359975"/>
                    <a:pt x="82190" y="357448"/>
                  </a:cubicBez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37530CE-D062-AAD9-345F-74B1BE2B53BF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13550732" y="6611241"/>
              <a:ext cx="167297" cy="163158"/>
            </a:xfrm>
            <a:custGeom>
              <a:avLst/>
              <a:gdLst>
                <a:gd name="connsiteX0" fmla="*/ 151725 w 167297"/>
                <a:gd name="connsiteY0" fmla="*/ 119208 h 163158"/>
                <a:gd name="connsiteX1" fmla="*/ 143960 w 167297"/>
                <a:gd name="connsiteY1" fmla="*/ 128955 h 163158"/>
                <a:gd name="connsiteX2" fmla="*/ 127725 w 167297"/>
                <a:gd name="connsiteY2" fmla="*/ 143393 h 163158"/>
                <a:gd name="connsiteX3" fmla="*/ 116783 w 167297"/>
                <a:gd name="connsiteY3" fmla="*/ 128594 h 163158"/>
                <a:gd name="connsiteX4" fmla="*/ 115371 w 167297"/>
                <a:gd name="connsiteY4" fmla="*/ 122457 h 163158"/>
                <a:gd name="connsiteX5" fmla="*/ 102665 w 167297"/>
                <a:gd name="connsiteY5" fmla="*/ 63980 h 163158"/>
                <a:gd name="connsiteX6" fmla="*/ 137254 w 167297"/>
                <a:gd name="connsiteY6" fmla="*/ 20303 h 163158"/>
                <a:gd name="connsiteX7" fmla="*/ 145725 w 167297"/>
                <a:gd name="connsiteY7" fmla="*/ 23191 h 163158"/>
                <a:gd name="connsiteX8" fmla="*/ 155255 w 167297"/>
                <a:gd name="connsiteY8" fmla="*/ 26439 h 163158"/>
                <a:gd name="connsiteX9" fmla="*/ 167608 w 167297"/>
                <a:gd name="connsiteY9" fmla="*/ 13444 h 163158"/>
                <a:gd name="connsiteX10" fmla="*/ 153137 w 167297"/>
                <a:gd name="connsiteY10" fmla="*/ 88 h 163158"/>
                <a:gd name="connsiteX11" fmla="*/ 99842 w 167297"/>
                <a:gd name="connsiteY11" fmla="*/ 51707 h 163158"/>
                <a:gd name="connsiteX12" fmla="*/ 95959 w 167297"/>
                <a:gd name="connsiteY12" fmla="*/ 31854 h 163158"/>
                <a:gd name="connsiteX13" fmla="*/ 77606 w 167297"/>
                <a:gd name="connsiteY13" fmla="*/ 88 h 163158"/>
                <a:gd name="connsiteX14" fmla="*/ 36311 w 167297"/>
                <a:gd name="connsiteY14" fmla="*/ 10557 h 163158"/>
                <a:gd name="connsiteX15" fmla="*/ 32429 w 167297"/>
                <a:gd name="connsiteY15" fmla="*/ 12000 h 163158"/>
                <a:gd name="connsiteX16" fmla="*/ 33841 w 167297"/>
                <a:gd name="connsiteY16" fmla="*/ 17415 h 163158"/>
                <a:gd name="connsiteX17" fmla="*/ 53606 w 167297"/>
                <a:gd name="connsiteY17" fmla="*/ 13444 h 163158"/>
                <a:gd name="connsiteX18" fmla="*/ 69488 w 167297"/>
                <a:gd name="connsiteY18" fmla="*/ 38351 h 163158"/>
                <a:gd name="connsiteX19" fmla="*/ 79724 w 167297"/>
                <a:gd name="connsiteY19" fmla="*/ 82750 h 163158"/>
                <a:gd name="connsiteX20" fmla="*/ 50782 w 167297"/>
                <a:gd name="connsiteY20" fmla="*/ 124984 h 163158"/>
                <a:gd name="connsiteX21" fmla="*/ 32782 w 167297"/>
                <a:gd name="connsiteY21" fmla="*/ 142310 h 163158"/>
                <a:gd name="connsiteX22" fmla="*/ 23605 w 167297"/>
                <a:gd name="connsiteY22" fmla="*/ 139062 h 163158"/>
                <a:gd name="connsiteX23" fmla="*/ 12311 w 167297"/>
                <a:gd name="connsiteY23" fmla="*/ 135452 h 163158"/>
                <a:gd name="connsiteX24" fmla="*/ 310 w 167297"/>
                <a:gd name="connsiteY24" fmla="*/ 148086 h 163158"/>
                <a:gd name="connsiteX25" fmla="*/ 17958 w 167297"/>
                <a:gd name="connsiteY25" fmla="*/ 163247 h 163158"/>
                <a:gd name="connsiteX26" fmla="*/ 50782 w 167297"/>
                <a:gd name="connsiteY26" fmla="*/ 137979 h 163158"/>
                <a:gd name="connsiteX27" fmla="*/ 82547 w 167297"/>
                <a:gd name="connsiteY27" fmla="*/ 95745 h 163158"/>
                <a:gd name="connsiteX28" fmla="*/ 93136 w 167297"/>
                <a:gd name="connsiteY28" fmla="*/ 139062 h 163158"/>
                <a:gd name="connsiteX29" fmla="*/ 113607 w 167297"/>
                <a:gd name="connsiteY29" fmla="*/ 163247 h 163158"/>
                <a:gd name="connsiteX30" fmla="*/ 156666 w 167297"/>
                <a:gd name="connsiteY30" fmla="*/ 122096 h 163158"/>
                <a:gd name="connsiteX31" fmla="*/ 151725 w 167297"/>
                <a:gd name="connsiteY31" fmla="*/ 119208 h 16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297" h="163158">
                  <a:moveTo>
                    <a:pt x="151725" y="119208"/>
                  </a:moveTo>
                  <a:cubicBezTo>
                    <a:pt x="148902" y="122457"/>
                    <a:pt x="147137" y="124623"/>
                    <a:pt x="143960" y="128955"/>
                  </a:cubicBezTo>
                  <a:cubicBezTo>
                    <a:pt x="135842" y="139784"/>
                    <a:pt x="131607" y="143393"/>
                    <a:pt x="127725" y="143393"/>
                  </a:cubicBezTo>
                  <a:cubicBezTo>
                    <a:pt x="122430" y="143393"/>
                    <a:pt x="119254" y="138701"/>
                    <a:pt x="116783" y="128594"/>
                  </a:cubicBezTo>
                  <a:cubicBezTo>
                    <a:pt x="116077" y="125706"/>
                    <a:pt x="115724" y="123540"/>
                    <a:pt x="115371" y="122457"/>
                  </a:cubicBezTo>
                  <a:cubicBezTo>
                    <a:pt x="106548" y="85999"/>
                    <a:pt x="102665" y="69395"/>
                    <a:pt x="102665" y="63980"/>
                  </a:cubicBezTo>
                  <a:cubicBezTo>
                    <a:pt x="118195" y="36185"/>
                    <a:pt x="130901" y="20303"/>
                    <a:pt x="137254" y="20303"/>
                  </a:cubicBezTo>
                  <a:cubicBezTo>
                    <a:pt x="139372" y="20303"/>
                    <a:pt x="142196" y="21386"/>
                    <a:pt x="145725" y="23191"/>
                  </a:cubicBezTo>
                  <a:cubicBezTo>
                    <a:pt x="149960" y="25717"/>
                    <a:pt x="152431" y="26439"/>
                    <a:pt x="155255" y="26439"/>
                  </a:cubicBezTo>
                  <a:cubicBezTo>
                    <a:pt x="162666" y="26439"/>
                    <a:pt x="167608" y="21025"/>
                    <a:pt x="167608" y="13444"/>
                  </a:cubicBezTo>
                  <a:cubicBezTo>
                    <a:pt x="167608" y="5864"/>
                    <a:pt x="161608" y="88"/>
                    <a:pt x="153137" y="88"/>
                  </a:cubicBezTo>
                  <a:cubicBezTo>
                    <a:pt x="137607" y="88"/>
                    <a:pt x="124195" y="13083"/>
                    <a:pt x="99842" y="51707"/>
                  </a:cubicBezTo>
                  <a:lnTo>
                    <a:pt x="95959" y="31854"/>
                  </a:lnTo>
                  <a:cubicBezTo>
                    <a:pt x="91018" y="7308"/>
                    <a:pt x="87136" y="88"/>
                    <a:pt x="77606" y="88"/>
                  </a:cubicBezTo>
                  <a:cubicBezTo>
                    <a:pt x="69841" y="88"/>
                    <a:pt x="57841" y="3337"/>
                    <a:pt x="36311" y="10557"/>
                  </a:cubicBezTo>
                  <a:lnTo>
                    <a:pt x="32429" y="12000"/>
                  </a:lnTo>
                  <a:lnTo>
                    <a:pt x="33841" y="17415"/>
                  </a:lnTo>
                  <a:cubicBezTo>
                    <a:pt x="47253" y="14166"/>
                    <a:pt x="50429" y="13444"/>
                    <a:pt x="53606" y="13444"/>
                  </a:cubicBezTo>
                  <a:cubicBezTo>
                    <a:pt x="62429" y="13444"/>
                    <a:pt x="64547" y="16693"/>
                    <a:pt x="69488" y="38351"/>
                  </a:cubicBezTo>
                  <a:lnTo>
                    <a:pt x="79724" y="82750"/>
                  </a:lnTo>
                  <a:lnTo>
                    <a:pt x="50782" y="124984"/>
                  </a:lnTo>
                  <a:cubicBezTo>
                    <a:pt x="43723" y="135813"/>
                    <a:pt x="36664" y="142310"/>
                    <a:pt x="32782" y="142310"/>
                  </a:cubicBezTo>
                  <a:cubicBezTo>
                    <a:pt x="30664" y="142310"/>
                    <a:pt x="27134" y="141228"/>
                    <a:pt x="23605" y="139062"/>
                  </a:cubicBezTo>
                  <a:cubicBezTo>
                    <a:pt x="19017" y="136535"/>
                    <a:pt x="15134" y="135452"/>
                    <a:pt x="12311" y="135452"/>
                  </a:cubicBezTo>
                  <a:cubicBezTo>
                    <a:pt x="5605" y="135452"/>
                    <a:pt x="310" y="140867"/>
                    <a:pt x="310" y="148086"/>
                  </a:cubicBezTo>
                  <a:cubicBezTo>
                    <a:pt x="310" y="157471"/>
                    <a:pt x="7369" y="163247"/>
                    <a:pt x="17958" y="163247"/>
                  </a:cubicBezTo>
                  <a:cubicBezTo>
                    <a:pt x="28899" y="163247"/>
                    <a:pt x="33135" y="159998"/>
                    <a:pt x="50782" y="137979"/>
                  </a:cubicBezTo>
                  <a:cubicBezTo>
                    <a:pt x="60312" y="126428"/>
                    <a:pt x="67724" y="116682"/>
                    <a:pt x="82547" y="95745"/>
                  </a:cubicBezTo>
                  <a:lnTo>
                    <a:pt x="93136" y="139062"/>
                  </a:lnTo>
                  <a:cubicBezTo>
                    <a:pt x="97724" y="157471"/>
                    <a:pt x="102312" y="163247"/>
                    <a:pt x="113607" y="163247"/>
                  </a:cubicBezTo>
                  <a:cubicBezTo>
                    <a:pt x="127019" y="163247"/>
                    <a:pt x="136195" y="154583"/>
                    <a:pt x="156666" y="122096"/>
                  </a:cubicBezTo>
                  <a:lnTo>
                    <a:pt x="151725" y="119208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34538E2F-A5E0-EEA5-D607-480861C1E06A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13730354" y="6650082"/>
              <a:ext cx="56153" cy="177632"/>
            </a:xfrm>
            <a:custGeom>
              <a:avLst/>
              <a:gdLst>
                <a:gd name="connsiteX0" fmla="*/ 45499 w 56153"/>
                <a:gd name="connsiteY0" fmla="*/ 144334 h 177632"/>
                <a:gd name="connsiteX1" fmla="*/ 34790 w 56153"/>
                <a:gd name="connsiteY1" fmla="*/ 157957 h 177632"/>
                <a:gd name="connsiteX2" fmla="*/ 24082 w 56153"/>
                <a:gd name="connsiteY2" fmla="*/ 165169 h 177632"/>
                <a:gd name="connsiteX3" fmla="*/ 19903 w 56153"/>
                <a:gd name="connsiteY3" fmla="*/ 161162 h 177632"/>
                <a:gd name="connsiteX4" fmla="*/ 22515 w 56153"/>
                <a:gd name="connsiteY4" fmla="*/ 149409 h 177632"/>
                <a:gd name="connsiteX5" fmla="*/ 23821 w 56153"/>
                <a:gd name="connsiteY5" fmla="*/ 144601 h 177632"/>
                <a:gd name="connsiteX6" fmla="*/ 23821 w 56153"/>
                <a:gd name="connsiteY6" fmla="*/ 144067 h 177632"/>
                <a:gd name="connsiteX7" fmla="*/ 24082 w 56153"/>
                <a:gd name="connsiteY7" fmla="*/ 143532 h 177632"/>
                <a:gd name="connsiteX8" fmla="*/ 47066 w 56153"/>
                <a:gd name="connsiteY8" fmla="*/ 57521 h 177632"/>
                <a:gd name="connsiteX9" fmla="*/ 46282 w 56153"/>
                <a:gd name="connsiteY9" fmla="*/ 56986 h 177632"/>
                <a:gd name="connsiteX10" fmla="*/ 4493 w 56153"/>
                <a:gd name="connsiteY10" fmla="*/ 63664 h 177632"/>
                <a:gd name="connsiteX11" fmla="*/ 4493 w 56153"/>
                <a:gd name="connsiteY11" fmla="*/ 67938 h 177632"/>
                <a:gd name="connsiteX12" fmla="*/ 20948 w 56153"/>
                <a:gd name="connsiteY12" fmla="*/ 74349 h 177632"/>
                <a:gd name="connsiteX13" fmla="*/ 18597 w 56153"/>
                <a:gd name="connsiteY13" fmla="*/ 86102 h 177632"/>
                <a:gd name="connsiteX14" fmla="*/ 6060 w 56153"/>
                <a:gd name="connsiteY14" fmla="*/ 133382 h 177632"/>
                <a:gd name="connsiteX15" fmla="*/ 314 w 56153"/>
                <a:gd name="connsiteY15" fmla="*/ 162498 h 177632"/>
                <a:gd name="connsiteX16" fmla="*/ 12329 w 56153"/>
                <a:gd name="connsiteY16" fmla="*/ 177723 h 177632"/>
                <a:gd name="connsiteX17" fmla="*/ 48894 w 56153"/>
                <a:gd name="connsiteY17" fmla="*/ 147272 h 177632"/>
                <a:gd name="connsiteX18" fmla="*/ 45499 w 56153"/>
                <a:gd name="connsiteY18" fmla="*/ 144334 h 177632"/>
                <a:gd name="connsiteX19" fmla="*/ 43409 w 56153"/>
                <a:gd name="connsiteY19" fmla="*/ 91 h 177632"/>
                <a:gd name="connsiteX20" fmla="*/ 31134 w 56153"/>
                <a:gd name="connsiteY20" fmla="*/ 14248 h 177632"/>
                <a:gd name="connsiteX21" fmla="*/ 43670 w 56153"/>
                <a:gd name="connsiteY21" fmla="*/ 28405 h 177632"/>
                <a:gd name="connsiteX22" fmla="*/ 56468 w 56153"/>
                <a:gd name="connsiteY22" fmla="*/ 14782 h 177632"/>
                <a:gd name="connsiteX23" fmla="*/ 43409 w 56153"/>
                <a:gd name="connsiteY23" fmla="*/ 91 h 177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6153" h="177632">
                  <a:moveTo>
                    <a:pt x="45499" y="144334"/>
                  </a:moveTo>
                  <a:cubicBezTo>
                    <a:pt x="39230" y="152882"/>
                    <a:pt x="37402" y="155018"/>
                    <a:pt x="34790" y="157957"/>
                  </a:cubicBezTo>
                  <a:cubicBezTo>
                    <a:pt x="30350" y="162498"/>
                    <a:pt x="26432" y="165169"/>
                    <a:pt x="24082" y="165169"/>
                  </a:cubicBezTo>
                  <a:cubicBezTo>
                    <a:pt x="21992" y="165169"/>
                    <a:pt x="19903" y="163032"/>
                    <a:pt x="19903" y="161162"/>
                  </a:cubicBezTo>
                  <a:cubicBezTo>
                    <a:pt x="19903" y="158491"/>
                    <a:pt x="20686" y="154484"/>
                    <a:pt x="22515" y="149409"/>
                  </a:cubicBezTo>
                  <a:cubicBezTo>
                    <a:pt x="22515" y="148608"/>
                    <a:pt x="23298" y="146738"/>
                    <a:pt x="23821" y="144601"/>
                  </a:cubicBezTo>
                  <a:lnTo>
                    <a:pt x="23821" y="144067"/>
                  </a:lnTo>
                  <a:lnTo>
                    <a:pt x="24082" y="143532"/>
                  </a:lnTo>
                  <a:lnTo>
                    <a:pt x="47066" y="57521"/>
                  </a:lnTo>
                  <a:lnTo>
                    <a:pt x="46282" y="56986"/>
                  </a:lnTo>
                  <a:cubicBezTo>
                    <a:pt x="19903" y="62062"/>
                    <a:pt x="14679" y="62863"/>
                    <a:pt x="4493" y="63664"/>
                  </a:cubicBezTo>
                  <a:lnTo>
                    <a:pt x="4493" y="67938"/>
                  </a:lnTo>
                  <a:cubicBezTo>
                    <a:pt x="18336" y="68205"/>
                    <a:pt x="20948" y="69007"/>
                    <a:pt x="20948" y="74349"/>
                  </a:cubicBezTo>
                  <a:cubicBezTo>
                    <a:pt x="20948" y="76486"/>
                    <a:pt x="20164" y="80760"/>
                    <a:pt x="18597" y="86102"/>
                  </a:cubicBezTo>
                  <a:lnTo>
                    <a:pt x="6060" y="133382"/>
                  </a:lnTo>
                  <a:cubicBezTo>
                    <a:pt x="1881" y="148875"/>
                    <a:pt x="314" y="157155"/>
                    <a:pt x="314" y="162498"/>
                  </a:cubicBezTo>
                  <a:cubicBezTo>
                    <a:pt x="314" y="172381"/>
                    <a:pt x="4493" y="177723"/>
                    <a:pt x="12329" y="177723"/>
                  </a:cubicBezTo>
                  <a:cubicBezTo>
                    <a:pt x="24343" y="177723"/>
                    <a:pt x="34007" y="169710"/>
                    <a:pt x="48894" y="147272"/>
                  </a:cubicBezTo>
                  <a:lnTo>
                    <a:pt x="45499" y="144334"/>
                  </a:lnTo>
                  <a:close/>
                  <a:moveTo>
                    <a:pt x="43409" y="91"/>
                  </a:moveTo>
                  <a:cubicBezTo>
                    <a:pt x="36357" y="91"/>
                    <a:pt x="31134" y="6234"/>
                    <a:pt x="31134" y="14248"/>
                  </a:cubicBezTo>
                  <a:cubicBezTo>
                    <a:pt x="31134" y="22795"/>
                    <a:pt x="36096" y="28405"/>
                    <a:pt x="43670" y="28405"/>
                  </a:cubicBezTo>
                  <a:cubicBezTo>
                    <a:pt x="50461" y="28405"/>
                    <a:pt x="56468" y="22261"/>
                    <a:pt x="56468" y="14782"/>
                  </a:cubicBezTo>
                  <a:cubicBezTo>
                    <a:pt x="56468" y="7036"/>
                    <a:pt x="50461" y="91"/>
                    <a:pt x="43409" y="91"/>
                  </a:cubicBez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D7BCD333-EB1D-B61C-9835-20E3B254F9CE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13828265" y="6499701"/>
              <a:ext cx="81883" cy="360969"/>
            </a:xfrm>
            <a:custGeom>
              <a:avLst/>
              <a:gdLst>
                <a:gd name="connsiteX0" fmla="*/ 82201 w 81883"/>
                <a:gd name="connsiteY0" fmla="*/ 180573 h 360969"/>
                <a:gd name="connsiteX1" fmla="*/ 58907 w 81883"/>
                <a:gd name="connsiteY1" fmla="*/ 67951 h 360969"/>
                <a:gd name="connsiteX2" fmla="*/ 3847 w 81883"/>
                <a:gd name="connsiteY2" fmla="*/ 88 h 360969"/>
                <a:gd name="connsiteX3" fmla="*/ 317 w 81883"/>
                <a:gd name="connsiteY3" fmla="*/ 3698 h 360969"/>
                <a:gd name="connsiteX4" fmla="*/ 7023 w 81883"/>
                <a:gd name="connsiteY4" fmla="*/ 12000 h 360969"/>
                <a:gd name="connsiteX5" fmla="*/ 61730 w 81883"/>
                <a:gd name="connsiteY5" fmla="*/ 180573 h 360969"/>
                <a:gd name="connsiteX6" fmla="*/ 4906 w 81883"/>
                <a:gd name="connsiteY6" fmla="*/ 351312 h 360969"/>
                <a:gd name="connsiteX7" fmla="*/ 317 w 81883"/>
                <a:gd name="connsiteY7" fmla="*/ 357448 h 360969"/>
                <a:gd name="connsiteX8" fmla="*/ 3847 w 81883"/>
                <a:gd name="connsiteY8" fmla="*/ 361058 h 360969"/>
                <a:gd name="connsiteX9" fmla="*/ 59966 w 81883"/>
                <a:gd name="connsiteY9" fmla="*/ 290669 h 360969"/>
                <a:gd name="connsiteX10" fmla="*/ 82201 w 81883"/>
                <a:gd name="connsiteY10" fmla="*/ 180573 h 360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60969">
                  <a:moveTo>
                    <a:pt x="82201" y="180573"/>
                  </a:moveTo>
                  <a:cubicBezTo>
                    <a:pt x="82201" y="152417"/>
                    <a:pt x="78319" y="108740"/>
                    <a:pt x="58907" y="67951"/>
                  </a:cubicBezTo>
                  <a:cubicBezTo>
                    <a:pt x="37730" y="23551"/>
                    <a:pt x="7376" y="88"/>
                    <a:pt x="3847" y="88"/>
                  </a:cubicBezTo>
                  <a:cubicBezTo>
                    <a:pt x="1729" y="88"/>
                    <a:pt x="317" y="1532"/>
                    <a:pt x="317" y="3698"/>
                  </a:cubicBezTo>
                  <a:cubicBezTo>
                    <a:pt x="317" y="4781"/>
                    <a:pt x="317" y="5503"/>
                    <a:pt x="7023" y="12000"/>
                  </a:cubicBezTo>
                  <a:cubicBezTo>
                    <a:pt x="41612" y="47736"/>
                    <a:pt x="61730" y="105130"/>
                    <a:pt x="61730" y="180573"/>
                  </a:cubicBezTo>
                  <a:cubicBezTo>
                    <a:pt x="61730" y="242299"/>
                    <a:pt x="48671" y="305829"/>
                    <a:pt x="4906" y="351312"/>
                  </a:cubicBezTo>
                  <a:cubicBezTo>
                    <a:pt x="317" y="355643"/>
                    <a:pt x="317" y="356365"/>
                    <a:pt x="317" y="357448"/>
                  </a:cubicBezTo>
                  <a:cubicBezTo>
                    <a:pt x="317" y="359614"/>
                    <a:pt x="1729" y="361058"/>
                    <a:pt x="3847" y="361058"/>
                  </a:cubicBezTo>
                  <a:cubicBezTo>
                    <a:pt x="7376" y="361058"/>
                    <a:pt x="39142" y="336512"/>
                    <a:pt x="59966" y="290669"/>
                  </a:cubicBezTo>
                  <a:cubicBezTo>
                    <a:pt x="77966" y="250962"/>
                    <a:pt x="82201" y="210894"/>
                    <a:pt x="82201" y="180573"/>
                  </a:cubicBez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C6D769D3-CF6B-9E6A-5FA5-5BFC4C95982C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>
              <a:off x="14014569" y="6559983"/>
              <a:ext cx="234710" cy="240405"/>
            </a:xfrm>
            <a:custGeom>
              <a:avLst/>
              <a:gdLst>
                <a:gd name="connsiteX0" fmla="*/ 124914 w 234710"/>
                <a:gd name="connsiteY0" fmla="*/ 127511 h 240405"/>
                <a:gd name="connsiteX1" fmla="*/ 223386 w 234710"/>
                <a:gd name="connsiteY1" fmla="*/ 127511 h 240405"/>
                <a:gd name="connsiteX2" fmla="*/ 235033 w 234710"/>
                <a:gd name="connsiteY2" fmla="*/ 120291 h 240405"/>
                <a:gd name="connsiteX3" fmla="*/ 223386 w 234710"/>
                <a:gd name="connsiteY3" fmla="*/ 113072 h 240405"/>
                <a:gd name="connsiteX4" fmla="*/ 124914 w 234710"/>
                <a:gd name="connsiteY4" fmla="*/ 113072 h 240405"/>
                <a:gd name="connsiteX5" fmla="*/ 124914 w 234710"/>
                <a:gd name="connsiteY5" fmla="*/ 12000 h 240405"/>
                <a:gd name="connsiteX6" fmla="*/ 117855 w 234710"/>
                <a:gd name="connsiteY6" fmla="*/ 88 h 240405"/>
                <a:gd name="connsiteX7" fmla="*/ 110796 w 234710"/>
                <a:gd name="connsiteY7" fmla="*/ 12000 h 240405"/>
                <a:gd name="connsiteX8" fmla="*/ 110796 w 234710"/>
                <a:gd name="connsiteY8" fmla="*/ 113072 h 240405"/>
                <a:gd name="connsiteX9" fmla="*/ 11970 w 234710"/>
                <a:gd name="connsiteY9" fmla="*/ 113072 h 240405"/>
                <a:gd name="connsiteX10" fmla="*/ 323 w 234710"/>
                <a:gd name="connsiteY10" fmla="*/ 120291 h 240405"/>
                <a:gd name="connsiteX11" fmla="*/ 11970 w 234710"/>
                <a:gd name="connsiteY11" fmla="*/ 127511 h 240405"/>
                <a:gd name="connsiteX12" fmla="*/ 110796 w 234710"/>
                <a:gd name="connsiteY12" fmla="*/ 127511 h 240405"/>
                <a:gd name="connsiteX13" fmla="*/ 110796 w 234710"/>
                <a:gd name="connsiteY13" fmla="*/ 228582 h 240405"/>
                <a:gd name="connsiteX14" fmla="*/ 117855 w 234710"/>
                <a:gd name="connsiteY14" fmla="*/ 240494 h 240405"/>
                <a:gd name="connsiteX15" fmla="*/ 124914 w 234710"/>
                <a:gd name="connsiteY15" fmla="*/ 228582 h 240405"/>
                <a:gd name="connsiteX16" fmla="*/ 124914 w 234710"/>
                <a:gd name="connsiteY16" fmla="*/ 127511 h 2404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4710" h="240405">
                  <a:moveTo>
                    <a:pt x="124914" y="127511"/>
                  </a:moveTo>
                  <a:lnTo>
                    <a:pt x="223386" y="127511"/>
                  </a:lnTo>
                  <a:cubicBezTo>
                    <a:pt x="228327" y="127511"/>
                    <a:pt x="235033" y="127511"/>
                    <a:pt x="235033" y="120291"/>
                  </a:cubicBezTo>
                  <a:cubicBezTo>
                    <a:pt x="235033" y="113072"/>
                    <a:pt x="228327" y="113072"/>
                    <a:pt x="223386" y="113072"/>
                  </a:cubicBezTo>
                  <a:lnTo>
                    <a:pt x="124914" y="113072"/>
                  </a:lnTo>
                  <a:lnTo>
                    <a:pt x="124914" y="12000"/>
                  </a:lnTo>
                  <a:cubicBezTo>
                    <a:pt x="124914" y="6947"/>
                    <a:pt x="124914" y="88"/>
                    <a:pt x="117855" y="88"/>
                  </a:cubicBezTo>
                  <a:cubicBezTo>
                    <a:pt x="110796" y="88"/>
                    <a:pt x="110796" y="6947"/>
                    <a:pt x="110796" y="12000"/>
                  </a:cubicBezTo>
                  <a:lnTo>
                    <a:pt x="110796" y="113072"/>
                  </a:lnTo>
                  <a:lnTo>
                    <a:pt x="11970" y="113072"/>
                  </a:lnTo>
                  <a:cubicBezTo>
                    <a:pt x="7029" y="113072"/>
                    <a:pt x="323" y="113072"/>
                    <a:pt x="323" y="120291"/>
                  </a:cubicBezTo>
                  <a:cubicBezTo>
                    <a:pt x="323" y="127511"/>
                    <a:pt x="7029" y="127511"/>
                    <a:pt x="11970" y="127511"/>
                  </a:cubicBezTo>
                  <a:lnTo>
                    <a:pt x="110796" y="127511"/>
                  </a:lnTo>
                  <a:lnTo>
                    <a:pt x="110796" y="228582"/>
                  </a:lnTo>
                  <a:cubicBezTo>
                    <a:pt x="110796" y="233636"/>
                    <a:pt x="110796" y="240494"/>
                    <a:pt x="117855" y="240494"/>
                  </a:cubicBezTo>
                  <a:cubicBezTo>
                    <a:pt x="124914" y="240494"/>
                    <a:pt x="124914" y="233636"/>
                    <a:pt x="124914" y="228582"/>
                  </a:cubicBezTo>
                  <a:lnTo>
                    <a:pt x="124914" y="127511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676B82D0-441D-7CC1-5E35-8BE4A8DABD46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>
              <a:off x="14349626" y="6661055"/>
              <a:ext cx="37412" cy="38262"/>
            </a:xfrm>
            <a:custGeom>
              <a:avLst/>
              <a:gdLst>
                <a:gd name="connsiteX0" fmla="*/ 37744 w 37412"/>
                <a:gd name="connsiteY0" fmla="*/ 19220 h 38262"/>
                <a:gd name="connsiteX1" fmla="*/ 19038 w 37412"/>
                <a:gd name="connsiteY1" fmla="*/ 88 h 38262"/>
                <a:gd name="connsiteX2" fmla="*/ 332 w 37412"/>
                <a:gd name="connsiteY2" fmla="*/ 19220 h 38262"/>
                <a:gd name="connsiteX3" fmla="*/ 19038 w 37412"/>
                <a:gd name="connsiteY3" fmla="*/ 38351 h 38262"/>
                <a:gd name="connsiteX4" fmla="*/ 37744 w 37412"/>
                <a:gd name="connsiteY4" fmla="*/ 19220 h 38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12" h="38262">
                  <a:moveTo>
                    <a:pt x="37744" y="19220"/>
                  </a:moveTo>
                  <a:cubicBezTo>
                    <a:pt x="37744" y="8752"/>
                    <a:pt x="29273" y="88"/>
                    <a:pt x="19038" y="88"/>
                  </a:cubicBezTo>
                  <a:cubicBezTo>
                    <a:pt x="8802" y="88"/>
                    <a:pt x="332" y="8752"/>
                    <a:pt x="332" y="19220"/>
                  </a:cubicBezTo>
                  <a:cubicBezTo>
                    <a:pt x="332" y="29688"/>
                    <a:pt x="8802" y="38351"/>
                    <a:pt x="19038" y="38351"/>
                  </a:cubicBezTo>
                  <a:cubicBezTo>
                    <a:pt x="29273" y="38351"/>
                    <a:pt x="37744" y="29688"/>
                    <a:pt x="37744" y="19220"/>
                  </a:cubicBez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3DEEC0F6-A38F-293F-A04E-EC8E81FB459E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>
              <a:off x="14487118" y="6661055"/>
              <a:ext cx="37412" cy="38262"/>
            </a:xfrm>
            <a:custGeom>
              <a:avLst/>
              <a:gdLst>
                <a:gd name="connsiteX0" fmla="*/ 37748 w 37412"/>
                <a:gd name="connsiteY0" fmla="*/ 19220 h 38262"/>
                <a:gd name="connsiteX1" fmla="*/ 19042 w 37412"/>
                <a:gd name="connsiteY1" fmla="*/ 88 h 38262"/>
                <a:gd name="connsiteX2" fmla="*/ 335 w 37412"/>
                <a:gd name="connsiteY2" fmla="*/ 19220 h 38262"/>
                <a:gd name="connsiteX3" fmla="*/ 19042 w 37412"/>
                <a:gd name="connsiteY3" fmla="*/ 38351 h 38262"/>
                <a:gd name="connsiteX4" fmla="*/ 37748 w 37412"/>
                <a:gd name="connsiteY4" fmla="*/ 19220 h 38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12" h="38262">
                  <a:moveTo>
                    <a:pt x="37748" y="19220"/>
                  </a:moveTo>
                  <a:cubicBezTo>
                    <a:pt x="37748" y="8752"/>
                    <a:pt x="29277" y="88"/>
                    <a:pt x="19042" y="88"/>
                  </a:cubicBezTo>
                  <a:cubicBezTo>
                    <a:pt x="8806" y="88"/>
                    <a:pt x="335" y="8752"/>
                    <a:pt x="335" y="19220"/>
                  </a:cubicBezTo>
                  <a:cubicBezTo>
                    <a:pt x="335" y="29688"/>
                    <a:pt x="8806" y="38351"/>
                    <a:pt x="19042" y="38351"/>
                  </a:cubicBezTo>
                  <a:cubicBezTo>
                    <a:pt x="29277" y="38351"/>
                    <a:pt x="37748" y="29688"/>
                    <a:pt x="37748" y="19220"/>
                  </a:cubicBez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640A0689-F12C-33B6-2DB2-DB0D17C7B6AD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>
              <a:off x="14624610" y="6661055"/>
              <a:ext cx="37412" cy="38262"/>
            </a:xfrm>
            <a:custGeom>
              <a:avLst/>
              <a:gdLst>
                <a:gd name="connsiteX0" fmla="*/ 37752 w 37412"/>
                <a:gd name="connsiteY0" fmla="*/ 19220 h 38262"/>
                <a:gd name="connsiteX1" fmla="*/ 19046 w 37412"/>
                <a:gd name="connsiteY1" fmla="*/ 88 h 38262"/>
                <a:gd name="connsiteX2" fmla="*/ 339 w 37412"/>
                <a:gd name="connsiteY2" fmla="*/ 19220 h 38262"/>
                <a:gd name="connsiteX3" fmla="*/ 19046 w 37412"/>
                <a:gd name="connsiteY3" fmla="*/ 38351 h 38262"/>
                <a:gd name="connsiteX4" fmla="*/ 37752 w 37412"/>
                <a:gd name="connsiteY4" fmla="*/ 19220 h 38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412" h="38262">
                  <a:moveTo>
                    <a:pt x="37752" y="19220"/>
                  </a:moveTo>
                  <a:cubicBezTo>
                    <a:pt x="37752" y="8752"/>
                    <a:pt x="29281" y="88"/>
                    <a:pt x="19046" y="88"/>
                  </a:cubicBezTo>
                  <a:cubicBezTo>
                    <a:pt x="8810" y="88"/>
                    <a:pt x="339" y="8752"/>
                    <a:pt x="339" y="19220"/>
                  </a:cubicBezTo>
                  <a:cubicBezTo>
                    <a:pt x="339" y="29688"/>
                    <a:pt x="8810" y="38351"/>
                    <a:pt x="19046" y="38351"/>
                  </a:cubicBezTo>
                  <a:cubicBezTo>
                    <a:pt x="29281" y="38351"/>
                    <a:pt x="37752" y="29688"/>
                    <a:pt x="37752" y="19220"/>
                  </a:cubicBez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310" name="Group 309" descr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y(x­_{i+1})=y(x_i+h) \simeq y(x_i) + h\, y'(x_i)&#10;\end{align*}&#10;}&#10;\end{document}" title="IguanaTex Shape Display">
            <a:extLst>
              <a:ext uri="{FF2B5EF4-FFF2-40B4-BE49-F238E27FC236}">
                <a16:creationId xmlns:a16="http://schemas.microsoft.com/office/drawing/2014/main" id="{A58C9A35-64D7-BCEA-9E81-01225CCE79B2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2501900" y="4464664"/>
            <a:ext cx="5116579" cy="363248"/>
            <a:chOff x="8218716" y="7045324"/>
            <a:chExt cx="5116579" cy="363248"/>
          </a:xfrm>
        </p:grpSpPr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431642F6-DA76-D0EA-87C7-280F2571DA87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8218716" y="7175771"/>
              <a:ext cx="158552" cy="217977"/>
            </a:xfrm>
            <a:custGeom>
              <a:avLst/>
              <a:gdLst>
                <a:gd name="connsiteX0" fmla="*/ 13903 w 158552"/>
                <a:gd name="connsiteY0" fmla="*/ 13897 h 217977"/>
                <a:gd name="connsiteX1" fmla="*/ 24825 w 158552"/>
                <a:gd name="connsiteY1" fmla="*/ 12550 h 217977"/>
                <a:gd name="connsiteX2" fmla="*/ 66401 w 158552"/>
                <a:gd name="connsiteY2" fmla="*/ 78920 h 217977"/>
                <a:gd name="connsiteX3" fmla="*/ 80847 w 158552"/>
                <a:gd name="connsiteY3" fmla="*/ 145964 h 217977"/>
                <a:gd name="connsiteX4" fmla="*/ 73448 w 158552"/>
                <a:gd name="connsiteY4" fmla="*/ 162809 h 217977"/>
                <a:gd name="connsiteX5" fmla="*/ 51603 w 158552"/>
                <a:gd name="connsiteY5" fmla="*/ 189425 h 217977"/>
                <a:gd name="connsiteX6" fmla="*/ 35396 w 158552"/>
                <a:gd name="connsiteY6" fmla="*/ 199532 h 217977"/>
                <a:gd name="connsiteX7" fmla="*/ 26939 w 158552"/>
                <a:gd name="connsiteY7" fmla="*/ 195826 h 217977"/>
                <a:gd name="connsiteX8" fmla="*/ 13903 w 158552"/>
                <a:gd name="connsiteY8" fmla="*/ 190099 h 217977"/>
                <a:gd name="connsiteX9" fmla="*/ 162 w 158552"/>
                <a:gd name="connsiteY9" fmla="*/ 203238 h 217977"/>
                <a:gd name="connsiteX10" fmla="*/ 18131 w 158552"/>
                <a:gd name="connsiteY10" fmla="*/ 218062 h 217977"/>
                <a:gd name="connsiteX11" fmla="*/ 124890 w 158552"/>
                <a:gd name="connsiteY11" fmla="*/ 100819 h 217977"/>
                <a:gd name="connsiteX12" fmla="*/ 158714 w 158552"/>
                <a:gd name="connsiteY12" fmla="*/ 18614 h 217977"/>
                <a:gd name="connsiteX13" fmla="*/ 139336 w 158552"/>
                <a:gd name="connsiteY13" fmla="*/ 84 h 217977"/>
                <a:gd name="connsiteX14" fmla="*/ 125594 w 158552"/>
                <a:gd name="connsiteY14" fmla="*/ 12550 h 217977"/>
                <a:gd name="connsiteX15" fmla="*/ 135460 w 158552"/>
                <a:gd name="connsiteY15" fmla="*/ 25689 h 217977"/>
                <a:gd name="connsiteX16" fmla="*/ 144621 w 158552"/>
                <a:gd name="connsiteY16" fmla="*/ 37144 h 217977"/>
                <a:gd name="connsiteX17" fmla="*/ 101635 w 158552"/>
                <a:gd name="connsiteY17" fmla="*/ 124402 h 217977"/>
                <a:gd name="connsiteX18" fmla="*/ 94589 w 158552"/>
                <a:gd name="connsiteY18" fmla="*/ 85321 h 217977"/>
                <a:gd name="connsiteX19" fmla="*/ 64287 w 158552"/>
                <a:gd name="connsiteY19" fmla="*/ 84 h 217977"/>
                <a:gd name="connsiteX20" fmla="*/ 62878 w 158552"/>
                <a:gd name="connsiteY20" fmla="*/ 84 h 217977"/>
                <a:gd name="connsiteX21" fmla="*/ 59707 w 158552"/>
                <a:gd name="connsiteY21" fmla="*/ 421 h 217977"/>
                <a:gd name="connsiteX22" fmla="*/ 25178 w 158552"/>
                <a:gd name="connsiteY22" fmla="*/ 6149 h 217977"/>
                <a:gd name="connsiteX23" fmla="*/ 13903 w 158552"/>
                <a:gd name="connsiteY23" fmla="*/ 8170 h 217977"/>
                <a:gd name="connsiteX24" fmla="*/ 13903 w 158552"/>
                <a:gd name="connsiteY24" fmla="*/ 13897 h 21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8552" h="217977">
                  <a:moveTo>
                    <a:pt x="13903" y="13897"/>
                  </a:moveTo>
                  <a:cubicBezTo>
                    <a:pt x="18483" y="12887"/>
                    <a:pt x="20950" y="12550"/>
                    <a:pt x="24825" y="12550"/>
                  </a:cubicBezTo>
                  <a:cubicBezTo>
                    <a:pt x="44909" y="12550"/>
                    <a:pt x="50194" y="20972"/>
                    <a:pt x="66401" y="78920"/>
                  </a:cubicBezTo>
                  <a:cubicBezTo>
                    <a:pt x="72391" y="100819"/>
                    <a:pt x="80847" y="140237"/>
                    <a:pt x="80847" y="145964"/>
                  </a:cubicBezTo>
                  <a:cubicBezTo>
                    <a:pt x="80847" y="151355"/>
                    <a:pt x="78733" y="156745"/>
                    <a:pt x="73448" y="162809"/>
                  </a:cubicBezTo>
                  <a:cubicBezTo>
                    <a:pt x="62526" y="176622"/>
                    <a:pt x="55479" y="185382"/>
                    <a:pt x="51603" y="189425"/>
                  </a:cubicBezTo>
                  <a:cubicBezTo>
                    <a:pt x="44204" y="196837"/>
                    <a:pt x="39976" y="199532"/>
                    <a:pt x="35396" y="199532"/>
                  </a:cubicBezTo>
                  <a:cubicBezTo>
                    <a:pt x="33282" y="199532"/>
                    <a:pt x="30815" y="198521"/>
                    <a:pt x="26939" y="195826"/>
                  </a:cubicBezTo>
                  <a:cubicBezTo>
                    <a:pt x="21654" y="191783"/>
                    <a:pt x="17779" y="190099"/>
                    <a:pt x="13903" y="190099"/>
                  </a:cubicBezTo>
                  <a:cubicBezTo>
                    <a:pt x="6151" y="190099"/>
                    <a:pt x="162" y="195826"/>
                    <a:pt x="162" y="203238"/>
                  </a:cubicBezTo>
                  <a:cubicBezTo>
                    <a:pt x="162" y="211661"/>
                    <a:pt x="7913" y="218062"/>
                    <a:pt x="18131" y="218062"/>
                  </a:cubicBezTo>
                  <a:cubicBezTo>
                    <a:pt x="40681" y="218062"/>
                    <a:pt x="86837" y="167526"/>
                    <a:pt x="124890" y="100819"/>
                  </a:cubicBezTo>
                  <a:cubicBezTo>
                    <a:pt x="148849" y="59380"/>
                    <a:pt x="158714" y="35122"/>
                    <a:pt x="158714" y="18614"/>
                  </a:cubicBezTo>
                  <a:cubicBezTo>
                    <a:pt x="158714" y="8507"/>
                    <a:pt x="149906" y="84"/>
                    <a:pt x="139336" y="84"/>
                  </a:cubicBezTo>
                  <a:cubicBezTo>
                    <a:pt x="131232" y="84"/>
                    <a:pt x="125594" y="5138"/>
                    <a:pt x="125594" y="12550"/>
                  </a:cubicBezTo>
                  <a:cubicBezTo>
                    <a:pt x="125594" y="17603"/>
                    <a:pt x="128413" y="21309"/>
                    <a:pt x="135460" y="25689"/>
                  </a:cubicBezTo>
                  <a:cubicBezTo>
                    <a:pt x="142154" y="29395"/>
                    <a:pt x="144621" y="32427"/>
                    <a:pt x="144621" y="37144"/>
                  </a:cubicBezTo>
                  <a:cubicBezTo>
                    <a:pt x="144621" y="50620"/>
                    <a:pt x="131584" y="76899"/>
                    <a:pt x="101635" y="124402"/>
                  </a:cubicBezTo>
                  <a:lnTo>
                    <a:pt x="94589" y="85321"/>
                  </a:lnTo>
                  <a:cubicBezTo>
                    <a:pt x="89303" y="55674"/>
                    <a:pt x="69572" y="84"/>
                    <a:pt x="64287" y="84"/>
                  </a:cubicBezTo>
                  <a:lnTo>
                    <a:pt x="62878" y="84"/>
                  </a:lnTo>
                  <a:cubicBezTo>
                    <a:pt x="62526" y="421"/>
                    <a:pt x="61116" y="421"/>
                    <a:pt x="59707" y="421"/>
                  </a:cubicBezTo>
                  <a:cubicBezTo>
                    <a:pt x="56536" y="758"/>
                    <a:pt x="43852" y="2780"/>
                    <a:pt x="25178" y="6149"/>
                  </a:cubicBezTo>
                  <a:cubicBezTo>
                    <a:pt x="23416" y="6486"/>
                    <a:pt x="18836" y="7496"/>
                    <a:pt x="13903" y="8170"/>
                  </a:cubicBezTo>
                  <a:lnTo>
                    <a:pt x="13903" y="13897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21E794BC-76FD-975D-C9A8-A191244DD478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8419077" y="7071668"/>
              <a:ext cx="81742" cy="336904"/>
            </a:xfrm>
            <a:custGeom>
              <a:avLst/>
              <a:gdLst>
                <a:gd name="connsiteX0" fmla="*/ 81909 w 81742"/>
                <a:gd name="connsiteY0" fmla="*/ 333620 h 336904"/>
                <a:gd name="connsiteX1" fmla="*/ 75919 w 81742"/>
                <a:gd name="connsiteY1" fmla="*/ 326208 h 336904"/>
                <a:gd name="connsiteX2" fmla="*/ 20602 w 81742"/>
                <a:gd name="connsiteY2" fmla="*/ 168536 h 336904"/>
                <a:gd name="connsiteX3" fmla="*/ 77328 w 81742"/>
                <a:gd name="connsiteY3" fmla="*/ 9180 h 336904"/>
                <a:gd name="connsiteX4" fmla="*/ 81909 w 81742"/>
                <a:gd name="connsiteY4" fmla="*/ 3453 h 336904"/>
                <a:gd name="connsiteX5" fmla="*/ 78385 w 81742"/>
                <a:gd name="connsiteY5" fmla="*/ 84 h 336904"/>
                <a:gd name="connsiteX6" fmla="*/ 22363 w 81742"/>
                <a:gd name="connsiteY6" fmla="*/ 65780 h 336904"/>
                <a:gd name="connsiteX7" fmla="*/ 166 w 81742"/>
                <a:gd name="connsiteY7" fmla="*/ 168536 h 336904"/>
                <a:gd name="connsiteX8" fmla="*/ 23421 w 81742"/>
                <a:gd name="connsiteY8" fmla="*/ 273651 h 336904"/>
                <a:gd name="connsiteX9" fmla="*/ 78385 w 81742"/>
                <a:gd name="connsiteY9" fmla="*/ 336989 h 336904"/>
                <a:gd name="connsiteX10" fmla="*/ 81909 w 81742"/>
                <a:gd name="connsiteY10" fmla="*/ 333620 h 33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742" h="336904">
                  <a:moveTo>
                    <a:pt x="81909" y="333620"/>
                  </a:moveTo>
                  <a:cubicBezTo>
                    <a:pt x="81909" y="332609"/>
                    <a:pt x="81909" y="331935"/>
                    <a:pt x="75919" y="326208"/>
                  </a:cubicBezTo>
                  <a:cubicBezTo>
                    <a:pt x="31877" y="283758"/>
                    <a:pt x="20602" y="220083"/>
                    <a:pt x="20602" y="168536"/>
                  </a:cubicBezTo>
                  <a:cubicBezTo>
                    <a:pt x="20602" y="109915"/>
                    <a:pt x="33991" y="51294"/>
                    <a:pt x="77328" y="9180"/>
                  </a:cubicBezTo>
                  <a:cubicBezTo>
                    <a:pt x="81909" y="5138"/>
                    <a:pt x="81909" y="4464"/>
                    <a:pt x="81909" y="3453"/>
                  </a:cubicBezTo>
                  <a:cubicBezTo>
                    <a:pt x="81909" y="1095"/>
                    <a:pt x="80499" y="84"/>
                    <a:pt x="78385" y="84"/>
                  </a:cubicBezTo>
                  <a:cubicBezTo>
                    <a:pt x="74862" y="84"/>
                    <a:pt x="43152" y="22994"/>
                    <a:pt x="22363" y="65780"/>
                  </a:cubicBezTo>
                  <a:cubicBezTo>
                    <a:pt x="4394" y="102840"/>
                    <a:pt x="166" y="140236"/>
                    <a:pt x="166" y="168536"/>
                  </a:cubicBezTo>
                  <a:cubicBezTo>
                    <a:pt x="166" y="194815"/>
                    <a:pt x="4042" y="235580"/>
                    <a:pt x="23421" y="273651"/>
                  </a:cubicBezTo>
                  <a:cubicBezTo>
                    <a:pt x="44561" y="315090"/>
                    <a:pt x="74862" y="336989"/>
                    <a:pt x="78385" y="336989"/>
                  </a:cubicBezTo>
                  <a:cubicBezTo>
                    <a:pt x="80499" y="336989"/>
                    <a:pt x="81909" y="335978"/>
                    <a:pt x="81909" y="333620"/>
                  </a:cubicBez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0A85249F-1326-E1E1-8148-0A8C3EB62FF4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8511899" y="7175771"/>
              <a:ext cx="167008" cy="152280"/>
            </a:xfrm>
            <a:custGeom>
              <a:avLst/>
              <a:gdLst>
                <a:gd name="connsiteX0" fmla="*/ 151324 w 167008"/>
                <a:gd name="connsiteY0" fmla="*/ 111263 h 152280"/>
                <a:gd name="connsiteX1" fmla="*/ 143572 w 167008"/>
                <a:gd name="connsiteY1" fmla="*/ 120359 h 152280"/>
                <a:gd name="connsiteX2" fmla="*/ 127364 w 167008"/>
                <a:gd name="connsiteY2" fmla="*/ 133835 h 152280"/>
                <a:gd name="connsiteX3" fmla="*/ 116442 w 167008"/>
                <a:gd name="connsiteY3" fmla="*/ 120022 h 152280"/>
                <a:gd name="connsiteX4" fmla="*/ 115033 w 167008"/>
                <a:gd name="connsiteY4" fmla="*/ 114295 h 152280"/>
                <a:gd name="connsiteX5" fmla="*/ 102348 w 167008"/>
                <a:gd name="connsiteY5" fmla="*/ 59716 h 152280"/>
                <a:gd name="connsiteX6" fmla="*/ 136878 w 167008"/>
                <a:gd name="connsiteY6" fmla="*/ 18951 h 152280"/>
                <a:gd name="connsiteX7" fmla="*/ 145334 w 167008"/>
                <a:gd name="connsiteY7" fmla="*/ 21646 h 152280"/>
                <a:gd name="connsiteX8" fmla="*/ 154847 w 167008"/>
                <a:gd name="connsiteY8" fmla="*/ 24678 h 152280"/>
                <a:gd name="connsiteX9" fmla="*/ 167179 w 167008"/>
                <a:gd name="connsiteY9" fmla="*/ 12550 h 152280"/>
                <a:gd name="connsiteX10" fmla="*/ 152733 w 167008"/>
                <a:gd name="connsiteY10" fmla="*/ 84 h 152280"/>
                <a:gd name="connsiteX11" fmla="*/ 99530 w 167008"/>
                <a:gd name="connsiteY11" fmla="*/ 48262 h 152280"/>
                <a:gd name="connsiteX12" fmla="*/ 95654 w 167008"/>
                <a:gd name="connsiteY12" fmla="*/ 29732 h 152280"/>
                <a:gd name="connsiteX13" fmla="*/ 77332 w 167008"/>
                <a:gd name="connsiteY13" fmla="*/ 84 h 152280"/>
                <a:gd name="connsiteX14" fmla="*/ 36109 w 167008"/>
                <a:gd name="connsiteY14" fmla="*/ 9854 h 152280"/>
                <a:gd name="connsiteX15" fmla="*/ 32233 w 167008"/>
                <a:gd name="connsiteY15" fmla="*/ 11202 h 152280"/>
                <a:gd name="connsiteX16" fmla="*/ 33642 w 167008"/>
                <a:gd name="connsiteY16" fmla="*/ 16256 h 152280"/>
                <a:gd name="connsiteX17" fmla="*/ 53373 w 167008"/>
                <a:gd name="connsiteY17" fmla="*/ 12550 h 152280"/>
                <a:gd name="connsiteX18" fmla="*/ 69229 w 167008"/>
                <a:gd name="connsiteY18" fmla="*/ 35796 h 152280"/>
                <a:gd name="connsiteX19" fmla="*/ 79446 w 167008"/>
                <a:gd name="connsiteY19" fmla="*/ 77235 h 152280"/>
                <a:gd name="connsiteX20" fmla="*/ 50555 w 167008"/>
                <a:gd name="connsiteY20" fmla="*/ 116653 h 152280"/>
                <a:gd name="connsiteX21" fmla="*/ 32585 w 167008"/>
                <a:gd name="connsiteY21" fmla="*/ 132825 h 152280"/>
                <a:gd name="connsiteX22" fmla="*/ 23424 w 167008"/>
                <a:gd name="connsiteY22" fmla="*/ 129792 h 152280"/>
                <a:gd name="connsiteX23" fmla="*/ 12150 w 167008"/>
                <a:gd name="connsiteY23" fmla="*/ 126423 h 152280"/>
                <a:gd name="connsiteX24" fmla="*/ 170 w 167008"/>
                <a:gd name="connsiteY24" fmla="*/ 138215 h 152280"/>
                <a:gd name="connsiteX25" fmla="*/ 17787 w 167008"/>
                <a:gd name="connsiteY25" fmla="*/ 152365 h 152280"/>
                <a:gd name="connsiteX26" fmla="*/ 50555 w 167008"/>
                <a:gd name="connsiteY26" fmla="*/ 128782 h 152280"/>
                <a:gd name="connsiteX27" fmla="*/ 82265 w 167008"/>
                <a:gd name="connsiteY27" fmla="*/ 89364 h 152280"/>
                <a:gd name="connsiteX28" fmla="*/ 92835 w 167008"/>
                <a:gd name="connsiteY28" fmla="*/ 129792 h 152280"/>
                <a:gd name="connsiteX29" fmla="*/ 113271 w 167008"/>
                <a:gd name="connsiteY29" fmla="*/ 152365 h 152280"/>
                <a:gd name="connsiteX30" fmla="*/ 156256 w 167008"/>
                <a:gd name="connsiteY30" fmla="*/ 113958 h 152280"/>
                <a:gd name="connsiteX31" fmla="*/ 151324 w 167008"/>
                <a:gd name="connsiteY31" fmla="*/ 111263 h 152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008" h="152280">
                  <a:moveTo>
                    <a:pt x="151324" y="111263"/>
                  </a:moveTo>
                  <a:cubicBezTo>
                    <a:pt x="148505" y="114295"/>
                    <a:pt x="146743" y="116316"/>
                    <a:pt x="143572" y="120359"/>
                  </a:cubicBezTo>
                  <a:cubicBezTo>
                    <a:pt x="135468" y="130466"/>
                    <a:pt x="131240" y="133835"/>
                    <a:pt x="127364" y="133835"/>
                  </a:cubicBezTo>
                  <a:cubicBezTo>
                    <a:pt x="122079" y="133835"/>
                    <a:pt x="118908" y="129456"/>
                    <a:pt x="116442" y="120022"/>
                  </a:cubicBezTo>
                  <a:cubicBezTo>
                    <a:pt x="115737" y="117327"/>
                    <a:pt x="115385" y="115306"/>
                    <a:pt x="115033" y="114295"/>
                  </a:cubicBezTo>
                  <a:cubicBezTo>
                    <a:pt x="106224" y="80267"/>
                    <a:pt x="102348" y="64770"/>
                    <a:pt x="102348" y="59716"/>
                  </a:cubicBezTo>
                  <a:cubicBezTo>
                    <a:pt x="117851" y="33775"/>
                    <a:pt x="130536" y="18951"/>
                    <a:pt x="136878" y="18951"/>
                  </a:cubicBezTo>
                  <a:cubicBezTo>
                    <a:pt x="138992" y="18951"/>
                    <a:pt x="141810" y="19962"/>
                    <a:pt x="145334" y="21646"/>
                  </a:cubicBezTo>
                  <a:cubicBezTo>
                    <a:pt x="149562" y="24004"/>
                    <a:pt x="152028" y="24678"/>
                    <a:pt x="154847" y="24678"/>
                  </a:cubicBezTo>
                  <a:cubicBezTo>
                    <a:pt x="162246" y="24678"/>
                    <a:pt x="167179" y="19625"/>
                    <a:pt x="167179" y="12550"/>
                  </a:cubicBezTo>
                  <a:cubicBezTo>
                    <a:pt x="167179" y="5475"/>
                    <a:pt x="161189" y="84"/>
                    <a:pt x="152733" y="84"/>
                  </a:cubicBezTo>
                  <a:cubicBezTo>
                    <a:pt x="137230" y="84"/>
                    <a:pt x="123841" y="12213"/>
                    <a:pt x="99530" y="48262"/>
                  </a:cubicBezTo>
                  <a:lnTo>
                    <a:pt x="95654" y="29732"/>
                  </a:lnTo>
                  <a:cubicBezTo>
                    <a:pt x="90721" y="6822"/>
                    <a:pt x="86845" y="84"/>
                    <a:pt x="77332" y="84"/>
                  </a:cubicBezTo>
                  <a:cubicBezTo>
                    <a:pt x="69581" y="84"/>
                    <a:pt x="57601" y="3116"/>
                    <a:pt x="36109" y="9854"/>
                  </a:cubicBezTo>
                  <a:lnTo>
                    <a:pt x="32233" y="11202"/>
                  </a:lnTo>
                  <a:lnTo>
                    <a:pt x="33642" y="16256"/>
                  </a:lnTo>
                  <a:cubicBezTo>
                    <a:pt x="47031" y="13223"/>
                    <a:pt x="50202" y="12550"/>
                    <a:pt x="53373" y="12550"/>
                  </a:cubicBezTo>
                  <a:cubicBezTo>
                    <a:pt x="62182" y="12550"/>
                    <a:pt x="64296" y="15582"/>
                    <a:pt x="69229" y="35796"/>
                  </a:cubicBezTo>
                  <a:lnTo>
                    <a:pt x="79446" y="77235"/>
                  </a:lnTo>
                  <a:lnTo>
                    <a:pt x="50555" y="116653"/>
                  </a:lnTo>
                  <a:cubicBezTo>
                    <a:pt x="43508" y="126760"/>
                    <a:pt x="36461" y="132825"/>
                    <a:pt x="32585" y="132825"/>
                  </a:cubicBezTo>
                  <a:cubicBezTo>
                    <a:pt x="30471" y="132825"/>
                    <a:pt x="26948" y="131814"/>
                    <a:pt x="23424" y="129792"/>
                  </a:cubicBezTo>
                  <a:cubicBezTo>
                    <a:pt x="18844" y="127434"/>
                    <a:pt x="14968" y="126423"/>
                    <a:pt x="12150" y="126423"/>
                  </a:cubicBezTo>
                  <a:cubicBezTo>
                    <a:pt x="5455" y="126423"/>
                    <a:pt x="170" y="131477"/>
                    <a:pt x="170" y="138215"/>
                  </a:cubicBezTo>
                  <a:cubicBezTo>
                    <a:pt x="170" y="146975"/>
                    <a:pt x="7217" y="152365"/>
                    <a:pt x="17787" y="152365"/>
                  </a:cubicBezTo>
                  <a:cubicBezTo>
                    <a:pt x="28709" y="152365"/>
                    <a:pt x="32938" y="149333"/>
                    <a:pt x="50555" y="128782"/>
                  </a:cubicBezTo>
                  <a:cubicBezTo>
                    <a:pt x="60068" y="118001"/>
                    <a:pt x="67467" y="108904"/>
                    <a:pt x="82265" y="89364"/>
                  </a:cubicBezTo>
                  <a:lnTo>
                    <a:pt x="92835" y="129792"/>
                  </a:lnTo>
                  <a:cubicBezTo>
                    <a:pt x="97416" y="146975"/>
                    <a:pt x="101996" y="152365"/>
                    <a:pt x="113271" y="152365"/>
                  </a:cubicBezTo>
                  <a:cubicBezTo>
                    <a:pt x="126660" y="152365"/>
                    <a:pt x="135821" y="144279"/>
                    <a:pt x="156256" y="113958"/>
                  </a:cubicBezTo>
                  <a:lnTo>
                    <a:pt x="151324" y="111263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1BAACA81-2F8A-9772-54AA-A4E3B77625E1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8692268" y="7212382"/>
              <a:ext cx="56057" cy="165790"/>
            </a:xfrm>
            <a:custGeom>
              <a:avLst/>
              <a:gdLst>
                <a:gd name="connsiteX0" fmla="*/ 45280 w 56057"/>
                <a:gd name="connsiteY0" fmla="*/ 134713 h 165790"/>
                <a:gd name="connsiteX1" fmla="*/ 34590 w 56057"/>
                <a:gd name="connsiteY1" fmla="*/ 147428 h 165790"/>
                <a:gd name="connsiteX2" fmla="*/ 23900 w 56057"/>
                <a:gd name="connsiteY2" fmla="*/ 154159 h 165790"/>
                <a:gd name="connsiteX3" fmla="*/ 19729 w 56057"/>
                <a:gd name="connsiteY3" fmla="*/ 150420 h 165790"/>
                <a:gd name="connsiteX4" fmla="*/ 22336 w 56057"/>
                <a:gd name="connsiteY4" fmla="*/ 139450 h 165790"/>
                <a:gd name="connsiteX5" fmla="*/ 23640 w 56057"/>
                <a:gd name="connsiteY5" fmla="*/ 134963 h 165790"/>
                <a:gd name="connsiteX6" fmla="*/ 23640 w 56057"/>
                <a:gd name="connsiteY6" fmla="*/ 134464 h 165790"/>
                <a:gd name="connsiteX7" fmla="*/ 23900 w 56057"/>
                <a:gd name="connsiteY7" fmla="*/ 133965 h 165790"/>
                <a:gd name="connsiteX8" fmla="*/ 46845 w 56057"/>
                <a:gd name="connsiteY8" fmla="*/ 53688 h 165790"/>
                <a:gd name="connsiteX9" fmla="*/ 46063 w 56057"/>
                <a:gd name="connsiteY9" fmla="*/ 53189 h 165790"/>
                <a:gd name="connsiteX10" fmla="*/ 4346 w 56057"/>
                <a:gd name="connsiteY10" fmla="*/ 59422 h 165790"/>
                <a:gd name="connsiteX11" fmla="*/ 4346 w 56057"/>
                <a:gd name="connsiteY11" fmla="*/ 63411 h 165790"/>
                <a:gd name="connsiteX12" fmla="*/ 20772 w 56057"/>
                <a:gd name="connsiteY12" fmla="*/ 69394 h 165790"/>
                <a:gd name="connsiteX13" fmla="*/ 18425 w 56057"/>
                <a:gd name="connsiteY13" fmla="*/ 80364 h 165790"/>
                <a:gd name="connsiteX14" fmla="*/ 5910 w 56057"/>
                <a:gd name="connsiteY14" fmla="*/ 124492 h 165790"/>
                <a:gd name="connsiteX15" fmla="*/ 174 w 56057"/>
                <a:gd name="connsiteY15" fmla="*/ 151666 h 165790"/>
                <a:gd name="connsiteX16" fmla="*/ 12168 w 56057"/>
                <a:gd name="connsiteY16" fmla="*/ 165877 h 165790"/>
                <a:gd name="connsiteX17" fmla="*/ 48670 w 56057"/>
                <a:gd name="connsiteY17" fmla="*/ 137456 h 165790"/>
                <a:gd name="connsiteX18" fmla="*/ 45280 w 56057"/>
                <a:gd name="connsiteY18" fmla="*/ 134713 h 165790"/>
                <a:gd name="connsiteX19" fmla="*/ 43195 w 56057"/>
                <a:gd name="connsiteY19" fmla="*/ 86 h 165790"/>
                <a:gd name="connsiteX20" fmla="*/ 30940 w 56057"/>
                <a:gd name="connsiteY20" fmla="*/ 13300 h 165790"/>
                <a:gd name="connsiteX21" fmla="*/ 43455 w 56057"/>
                <a:gd name="connsiteY21" fmla="*/ 26513 h 165790"/>
                <a:gd name="connsiteX22" fmla="*/ 56231 w 56057"/>
                <a:gd name="connsiteY22" fmla="*/ 13798 h 165790"/>
                <a:gd name="connsiteX23" fmla="*/ 43195 w 56057"/>
                <a:gd name="connsiteY23" fmla="*/ 86 h 16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6057" h="165790">
                  <a:moveTo>
                    <a:pt x="45280" y="134713"/>
                  </a:moveTo>
                  <a:cubicBezTo>
                    <a:pt x="39023" y="142691"/>
                    <a:pt x="37198" y="144686"/>
                    <a:pt x="34590" y="147428"/>
                  </a:cubicBezTo>
                  <a:cubicBezTo>
                    <a:pt x="30158" y="151666"/>
                    <a:pt x="26247" y="154159"/>
                    <a:pt x="23900" y="154159"/>
                  </a:cubicBezTo>
                  <a:cubicBezTo>
                    <a:pt x="21815" y="154159"/>
                    <a:pt x="19729" y="152165"/>
                    <a:pt x="19729" y="150420"/>
                  </a:cubicBezTo>
                  <a:cubicBezTo>
                    <a:pt x="19729" y="147927"/>
                    <a:pt x="20511" y="144187"/>
                    <a:pt x="22336" y="139450"/>
                  </a:cubicBezTo>
                  <a:cubicBezTo>
                    <a:pt x="22336" y="138702"/>
                    <a:pt x="23118" y="136957"/>
                    <a:pt x="23640" y="134963"/>
                  </a:cubicBezTo>
                  <a:lnTo>
                    <a:pt x="23640" y="134464"/>
                  </a:lnTo>
                  <a:lnTo>
                    <a:pt x="23900" y="133965"/>
                  </a:lnTo>
                  <a:lnTo>
                    <a:pt x="46845" y="53688"/>
                  </a:lnTo>
                  <a:lnTo>
                    <a:pt x="46063" y="53189"/>
                  </a:lnTo>
                  <a:cubicBezTo>
                    <a:pt x="19729" y="57926"/>
                    <a:pt x="14514" y="58674"/>
                    <a:pt x="4346" y="59422"/>
                  </a:cubicBezTo>
                  <a:lnTo>
                    <a:pt x="4346" y="63411"/>
                  </a:lnTo>
                  <a:cubicBezTo>
                    <a:pt x="18164" y="63660"/>
                    <a:pt x="20772" y="64408"/>
                    <a:pt x="20772" y="69394"/>
                  </a:cubicBezTo>
                  <a:cubicBezTo>
                    <a:pt x="20772" y="71389"/>
                    <a:pt x="19989" y="75378"/>
                    <a:pt x="18425" y="80364"/>
                  </a:cubicBezTo>
                  <a:lnTo>
                    <a:pt x="5910" y="124492"/>
                  </a:lnTo>
                  <a:cubicBezTo>
                    <a:pt x="1738" y="138952"/>
                    <a:pt x="174" y="146680"/>
                    <a:pt x="174" y="151666"/>
                  </a:cubicBezTo>
                  <a:cubicBezTo>
                    <a:pt x="174" y="160891"/>
                    <a:pt x="4346" y="165877"/>
                    <a:pt x="12168" y="165877"/>
                  </a:cubicBezTo>
                  <a:cubicBezTo>
                    <a:pt x="24161" y="165877"/>
                    <a:pt x="33808" y="158398"/>
                    <a:pt x="48670" y="137456"/>
                  </a:cubicBezTo>
                  <a:lnTo>
                    <a:pt x="45280" y="134713"/>
                  </a:lnTo>
                  <a:close/>
                  <a:moveTo>
                    <a:pt x="43195" y="86"/>
                  </a:moveTo>
                  <a:cubicBezTo>
                    <a:pt x="36155" y="86"/>
                    <a:pt x="30940" y="5820"/>
                    <a:pt x="30940" y="13300"/>
                  </a:cubicBezTo>
                  <a:cubicBezTo>
                    <a:pt x="30940" y="21277"/>
                    <a:pt x="35894" y="26513"/>
                    <a:pt x="43455" y="26513"/>
                  </a:cubicBezTo>
                  <a:cubicBezTo>
                    <a:pt x="50234" y="26513"/>
                    <a:pt x="56231" y="20779"/>
                    <a:pt x="56231" y="13798"/>
                  </a:cubicBezTo>
                  <a:cubicBezTo>
                    <a:pt x="56231" y="6568"/>
                    <a:pt x="50234" y="86"/>
                    <a:pt x="43195" y="86"/>
                  </a:cubicBez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5AF5F91D-C940-4032-E573-E03C89176C04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8766846" y="7230083"/>
              <a:ext cx="173386" cy="166040"/>
            </a:xfrm>
            <a:custGeom>
              <a:avLst/>
              <a:gdLst>
                <a:gd name="connsiteX0" fmla="*/ 92214 w 173386"/>
                <a:gd name="connsiteY0" fmla="*/ 88092 h 166040"/>
                <a:gd name="connsiteX1" fmla="*/ 164958 w 173386"/>
                <a:gd name="connsiteY1" fmla="*/ 88092 h 166040"/>
                <a:gd name="connsiteX2" fmla="*/ 173562 w 173386"/>
                <a:gd name="connsiteY2" fmla="*/ 83106 h 166040"/>
                <a:gd name="connsiteX3" fmla="*/ 164958 w 173386"/>
                <a:gd name="connsiteY3" fmla="*/ 78120 h 166040"/>
                <a:gd name="connsiteX4" fmla="*/ 92214 w 173386"/>
                <a:gd name="connsiteY4" fmla="*/ 78120 h 166040"/>
                <a:gd name="connsiteX5" fmla="*/ 92214 w 173386"/>
                <a:gd name="connsiteY5" fmla="*/ 8313 h 166040"/>
                <a:gd name="connsiteX6" fmla="*/ 86999 w 173386"/>
                <a:gd name="connsiteY6" fmla="*/ 86 h 166040"/>
                <a:gd name="connsiteX7" fmla="*/ 81785 w 173386"/>
                <a:gd name="connsiteY7" fmla="*/ 8313 h 166040"/>
                <a:gd name="connsiteX8" fmla="*/ 81785 w 173386"/>
                <a:gd name="connsiteY8" fmla="*/ 78120 h 166040"/>
                <a:gd name="connsiteX9" fmla="*/ 8780 w 173386"/>
                <a:gd name="connsiteY9" fmla="*/ 78120 h 166040"/>
                <a:gd name="connsiteX10" fmla="*/ 176 w 173386"/>
                <a:gd name="connsiteY10" fmla="*/ 83106 h 166040"/>
                <a:gd name="connsiteX11" fmla="*/ 8780 w 173386"/>
                <a:gd name="connsiteY11" fmla="*/ 88092 h 166040"/>
                <a:gd name="connsiteX12" fmla="*/ 81785 w 173386"/>
                <a:gd name="connsiteY12" fmla="*/ 88092 h 166040"/>
                <a:gd name="connsiteX13" fmla="*/ 81785 w 173386"/>
                <a:gd name="connsiteY13" fmla="*/ 157899 h 166040"/>
                <a:gd name="connsiteX14" fmla="*/ 86999 w 173386"/>
                <a:gd name="connsiteY14" fmla="*/ 166126 h 166040"/>
                <a:gd name="connsiteX15" fmla="*/ 92214 w 173386"/>
                <a:gd name="connsiteY15" fmla="*/ 157899 h 166040"/>
                <a:gd name="connsiteX16" fmla="*/ 92214 w 173386"/>
                <a:gd name="connsiteY16" fmla="*/ 88092 h 166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3386" h="166040">
                  <a:moveTo>
                    <a:pt x="92214" y="88092"/>
                  </a:moveTo>
                  <a:lnTo>
                    <a:pt x="164958" y="88092"/>
                  </a:lnTo>
                  <a:cubicBezTo>
                    <a:pt x="168608" y="88092"/>
                    <a:pt x="173562" y="88092"/>
                    <a:pt x="173562" y="83106"/>
                  </a:cubicBezTo>
                  <a:cubicBezTo>
                    <a:pt x="173562" y="78120"/>
                    <a:pt x="168608" y="78120"/>
                    <a:pt x="164958" y="78120"/>
                  </a:cubicBezTo>
                  <a:lnTo>
                    <a:pt x="92214" y="78120"/>
                  </a:lnTo>
                  <a:lnTo>
                    <a:pt x="92214" y="8313"/>
                  </a:lnTo>
                  <a:cubicBezTo>
                    <a:pt x="92214" y="4823"/>
                    <a:pt x="92214" y="86"/>
                    <a:pt x="86999" y="86"/>
                  </a:cubicBezTo>
                  <a:cubicBezTo>
                    <a:pt x="81785" y="86"/>
                    <a:pt x="81785" y="4823"/>
                    <a:pt x="81785" y="8313"/>
                  </a:cubicBezTo>
                  <a:lnTo>
                    <a:pt x="81785" y="78120"/>
                  </a:lnTo>
                  <a:lnTo>
                    <a:pt x="8780" y="78120"/>
                  </a:lnTo>
                  <a:cubicBezTo>
                    <a:pt x="5130" y="78120"/>
                    <a:pt x="176" y="78120"/>
                    <a:pt x="176" y="83106"/>
                  </a:cubicBezTo>
                  <a:cubicBezTo>
                    <a:pt x="176" y="88092"/>
                    <a:pt x="5130" y="88092"/>
                    <a:pt x="8780" y="88092"/>
                  </a:cubicBezTo>
                  <a:lnTo>
                    <a:pt x="81785" y="88092"/>
                  </a:lnTo>
                  <a:lnTo>
                    <a:pt x="81785" y="157899"/>
                  </a:lnTo>
                  <a:cubicBezTo>
                    <a:pt x="81785" y="161389"/>
                    <a:pt x="81785" y="166126"/>
                    <a:pt x="86999" y="166126"/>
                  </a:cubicBezTo>
                  <a:cubicBezTo>
                    <a:pt x="92214" y="166126"/>
                    <a:pt x="92214" y="161389"/>
                    <a:pt x="92214" y="157899"/>
                  </a:cubicBezTo>
                  <a:lnTo>
                    <a:pt x="92214" y="88092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69883BD3-82D9-6339-4F2C-95457B60FDBD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8984531" y="7206897"/>
              <a:ext cx="73786" cy="168533"/>
            </a:xfrm>
            <a:custGeom>
              <a:avLst/>
              <a:gdLst>
                <a:gd name="connsiteX0" fmla="*/ 47113 w 73786"/>
                <a:gd name="connsiteY0" fmla="*/ 86 h 168533"/>
                <a:gd name="connsiteX1" fmla="*/ 182 w 73786"/>
                <a:gd name="connsiteY1" fmla="*/ 22773 h 168533"/>
                <a:gd name="connsiteX2" fmla="*/ 182 w 73786"/>
                <a:gd name="connsiteY2" fmla="*/ 26264 h 168533"/>
                <a:gd name="connsiteX3" fmla="*/ 7221 w 73786"/>
                <a:gd name="connsiteY3" fmla="*/ 23521 h 168533"/>
                <a:gd name="connsiteX4" fmla="*/ 18954 w 73786"/>
                <a:gd name="connsiteY4" fmla="*/ 20779 h 168533"/>
                <a:gd name="connsiteX5" fmla="*/ 26776 w 73786"/>
                <a:gd name="connsiteY5" fmla="*/ 32496 h 168533"/>
                <a:gd name="connsiteX6" fmla="*/ 26776 w 73786"/>
                <a:gd name="connsiteY6" fmla="*/ 145434 h 168533"/>
                <a:gd name="connsiteX7" fmla="*/ 20519 w 73786"/>
                <a:gd name="connsiteY7" fmla="*/ 161639 h 168533"/>
                <a:gd name="connsiteX8" fmla="*/ 2007 w 73786"/>
                <a:gd name="connsiteY8" fmla="*/ 164880 h 168533"/>
                <a:gd name="connsiteX9" fmla="*/ 2007 w 73786"/>
                <a:gd name="connsiteY9" fmla="*/ 168619 h 168533"/>
                <a:gd name="connsiteX10" fmla="*/ 73969 w 73786"/>
                <a:gd name="connsiteY10" fmla="*/ 168619 h 168533"/>
                <a:gd name="connsiteX11" fmla="*/ 73969 w 73786"/>
                <a:gd name="connsiteY11" fmla="*/ 164880 h 168533"/>
                <a:gd name="connsiteX12" fmla="*/ 49199 w 73786"/>
                <a:gd name="connsiteY12" fmla="*/ 150170 h 168533"/>
                <a:gd name="connsiteX13" fmla="*/ 49199 w 73786"/>
                <a:gd name="connsiteY13" fmla="*/ 585 h 168533"/>
                <a:gd name="connsiteX14" fmla="*/ 47113 w 73786"/>
                <a:gd name="connsiteY14" fmla="*/ 86 h 168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3786" h="168533">
                  <a:moveTo>
                    <a:pt x="47113" y="86"/>
                  </a:moveTo>
                  <a:lnTo>
                    <a:pt x="182" y="22773"/>
                  </a:lnTo>
                  <a:lnTo>
                    <a:pt x="182" y="26264"/>
                  </a:lnTo>
                  <a:cubicBezTo>
                    <a:pt x="3310" y="25017"/>
                    <a:pt x="6179" y="24020"/>
                    <a:pt x="7221" y="23521"/>
                  </a:cubicBezTo>
                  <a:cubicBezTo>
                    <a:pt x="11915" y="21776"/>
                    <a:pt x="16347" y="20779"/>
                    <a:pt x="18954" y="20779"/>
                  </a:cubicBezTo>
                  <a:cubicBezTo>
                    <a:pt x="24430" y="20779"/>
                    <a:pt x="26776" y="24519"/>
                    <a:pt x="26776" y="32496"/>
                  </a:cubicBezTo>
                  <a:lnTo>
                    <a:pt x="26776" y="145434"/>
                  </a:lnTo>
                  <a:cubicBezTo>
                    <a:pt x="26776" y="153661"/>
                    <a:pt x="24690" y="159395"/>
                    <a:pt x="20519" y="161639"/>
                  </a:cubicBezTo>
                  <a:cubicBezTo>
                    <a:pt x="16608" y="163882"/>
                    <a:pt x="12958" y="164630"/>
                    <a:pt x="2007" y="164880"/>
                  </a:cubicBezTo>
                  <a:lnTo>
                    <a:pt x="2007" y="168619"/>
                  </a:lnTo>
                  <a:lnTo>
                    <a:pt x="73969" y="168619"/>
                  </a:lnTo>
                  <a:lnTo>
                    <a:pt x="73969" y="164880"/>
                  </a:lnTo>
                  <a:cubicBezTo>
                    <a:pt x="53371" y="164630"/>
                    <a:pt x="49199" y="162137"/>
                    <a:pt x="49199" y="150170"/>
                  </a:cubicBezTo>
                  <a:lnTo>
                    <a:pt x="49199" y="585"/>
                  </a:lnTo>
                  <a:lnTo>
                    <a:pt x="47113" y="86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0597559D-0260-7806-D1BF-9EBEBA7C7876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9124210" y="7071668"/>
              <a:ext cx="81742" cy="336904"/>
            </a:xfrm>
            <a:custGeom>
              <a:avLst/>
              <a:gdLst>
                <a:gd name="connsiteX0" fmla="*/ 81929 w 81742"/>
                <a:gd name="connsiteY0" fmla="*/ 168536 h 336904"/>
                <a:gd name="connsiteX1" fmla="*/ 58675 w 81742"/>
                <a:gd name="connsiteY1" fmla="*/ 63422 h 336904"/>
                <a:gd name="connsiteX2" fmla="*/ 3710 w 81742"/>
                <a:gd name="connsiteY2" fmla="*/ 84 h 336904"/>
                <a:gd name="connsiteX3" fmla="*/ 186 w 81742"/>
                <a:gd name="connsiteY3" fmla="*/ 3453 h 336904"/>
                <a:gd name="connsiteX4" fmla="*/ 6881 w 81742"/>
                <a:gd name="connsiteY4" fmla="*/ 11202 h 336904"/>
                <a:gd name="connsiteX5" fmla="*/ 61493 w 81742"/>
                <a:gd name="connsiteY5" fmla="*/ 168536 h 336904"/>
                <a:gd name="connsiteX6" fmla="*/ 4767 w 81742"/>
                <a:gd name="connsiteY6" fmla="*/ 327892 h 336904"/>
                <a:gd name="connsiteX7" fmla="*/ 186 w 81742"/>
                <a:gd name="connsiteY7" fmla="*/ 333620 h 336904"/>
                <a:gd name="connsiteX8" fmla="*/ 3710 w 81742"/>
                <a:gd name="connsiteY8" fmla="*/ 336989 h 336904"/>
                <a:gd name="connsiteX9" fmla="*/ 59732 w 81742"/>
                <a:gd name="connsiteY9" fmla="*/ 271292 h 336904"/>
                <a:gd name="connsiteX10" fmla="*/ 81929 w 81742"/>
                <a:gd name="connsiteY10" fmla="*/ 168536 h 33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742" h="336904">
                  <a:moveTo>
                    <a:pt x="81929" y="168536"/>
                  </a:moveTo>
                  <a:cubicBezTo>
                    <a:pt x="81929" y="142258"/>
                    <a:pt x="78053" y="101492"/>
                    <a:pt x="58675" y="63422"/>
                  </a:cubicBezTo>
                  <a:cubicBezTo>
                    <a:pt x="37534" y="21983"/>
                    <a:pt x="7233" y="84"/>
                    <a:pt x="3710" y="84"/>
                  </a:cubicBezTo>
                  <a:cubicBezTo>
                    <a:pt x="1596" y="84"/>
                    <a:pt x="186" y="1432"/>
                    <a:pt x="186" y="3453"/>
                  </a:cubicBezTo>
                  <a:cubicBezTo>
                    <a:pt x="186" y="4464"/>
                    <a:pt x="186" y="5138"/>
                    <a:pt x="6881" y="11202"/>
                  </a:cubicBezTo>
                  <a:cubicBezTo>
                    <a:pt x="41410" y="44555"/>
                    <a:pt x="61493" y="98123"/>
                    <a:pt x="61493" y="168536"/>
                  </a:cubicBezTo>
                  <a:cubicBezTo>
                    <a:pt x="61493" y="226147"/>
                    <a:pt x="48457" y="285442"/>
                    <a:pt x="4767" y="327892"/>
                  </a:cubicBezTo>
                  <a:cubicBezTo>
                    <a:pt x="186" y="331935"/>
                    <a:pt x="186" y="332609"/>
                    <a:pt x="186" y="333620"/>
                  </a:cubicBezTo>
                  <a:cubicBezTo>
                    <a:pt x="186" y="335641"/>
                    <a:pt x="1596" y="336989"/>
                    <a:pt x="3710" y="336989"/>
                  </a:cubicBezTo>
                  <a:cubicBezTo>
                    <a:pt x="7233" y="336989"/>
                    <a:pt x="38944" y="314079"/>
                    <a:pt x="59732" y="271292"/>
                  </a:cubicBezTo>
                  <a:cubicBezTo>
                    <a:pt x="77701" y="234233"/>
                    <a:pt x="81929" y="196836"/>
                    <a:pt x="81929" y="168536"/>
                  </a:cubicBez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ED09B1AB-7F06-824C-1B39-2555D2C7B75C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9339663" y="7200702"/>
              <a:ext cx="234305" cy="78835"/>
            </a:xfrm>
            <a:custGeom>
              <a:avLst/>
              <a:gdLst>
                <a:gd name="connsiteX0" fmla="*/ 222519 w 234305"/>
                <a:gd name="connsiteY0" fmla="*/ 13560 h 78835"/>
                <a:gd name="connsiteX1" fmla="*/ 234499 w 234305"/>
                <a:gd name="connsiteY1" fmla="*/ 6822 h 78835"/>
                <a:gd name="connsiteX2" fmla="*/ 222871 w 234305"/>
                <a:gd name="connsiteY2" fmla="*/ 84 h 78835"/>
                <a:gd name="connsiteX3" fmla="*/ 11820 w 234305"/>
                <a:gd name="connsiteY3" fmla="*/ 84 h 78835"/>
                <a:gd name="connsiteX4" fmla="*/ 193 w 234305"/>
                <a:gd name="connsiteY4" fmla="*/ 6822 h 78835"/>
                <a:gd name="connsiteX5" fmla="*/ 12172 w 234305"/>
                <a:gd name="connsiteY5" fmla="*/ 13560 h 78835"/>
                <a:gd name="connsiteX6" fmla="*/ 222519 w 234305"/>
                <a:gd name="connsiteY6" fmla="*/ 13560 h 78835"/>
                <a:gd name="connsiteX7" fmla="*/ 222871 w 234305"/>
                <a:gd name="connsiteY7" fmla="*/ 78920 h 78835"/>
                <a:gd name="connsiteX8" fmla="*/ 234499 w 234305"/>
                <a:gd name="connsiteY8" fmla="*/ 72182 h 78835"/>
                <a:gd name="connsiteX9" fmla="*/ 222519 w 234305"/>
                <a:gd name="connsiteY9" fmla="*/ 65444 h 78835"/>
                <a:gd name="connsiteX10" fmla="*/ 12172 w 234305"/>
                <a:gd name="connsiteY10" fmla="*/ 65444 h 78835"/>
                <a:gd name="connsiteX11" fmla="*/ 193 w 234305"/>
                <a:gd name="connsiteY11" fmla="*/ 72182 h 78835"/>
                <a:gd name="connsiteX12" fmla="*/ 11820 w 234305"/>
                <a:gd name="connsiteY12" fmla="*/ 78920 h 78835"/>
                <a:gd name="connsiteX13" fmla="*/ 222871 w 234305"/>
                <a:gd name="connsiteY13" fmla="*/ 78920 h 78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305" h="78835">
                  <a:moveTo>
                    <a:pt x="222519" y="13560"/>
                  </a:moveTo>
                  <a:cubicBezTo>
                    <a:pt x="227804" y="13560"/>
                    <a:pt x="234499" y="13560"/>
                    <a:pt x="234499" y="6822"/>
                  </a:cubicBezTo>
                  <a:cubicBezTo>
                    <a:pt x="234499" y="84"/>
                    <a:pt x="227804" y="84"/>
                    <a:pt x="222871" y="84"/>
                  </a:cubicBezTo>
                  <a:lnTo>
                    <a:pt x="11820" y="84"/>
                  </a:lnTo>
                  <a:cubicBezTo>
                    <a:pt x="6887" y="84"/>
                    <a:pt x="193" y="84"/>
                    <a:pt x="193" y="6822"/>
                  </a:cubicBezTo>
                  <a:cubicBezTo>
                    <a:pt x="193" y="13560"/>
                    <a:pt x="6887" y="13560"/>
                    <a:pt x="12172" y="13560"/>
                  </a:cubicBezTo>
                  <a:lnTo>
                    <a:pt x="222519" y="13560"/>
                  </a:lnTo>
                  <a:close/>
                  <a:moveTo>
                    <a:pt x="222871" y="78920"/>
                  </a:moveTo>
                  <a:cubicBezTo>
                    <a:pt x="227804" y="78920"/>
                    <a:pt x="234499" y="78920"/>
                    <a:pt x="234499" y="72182"/>
                  </a:cubicBezTo>
                  <a:cubicBezTo>
                    <a:pt x="234499" y="65444"/>
                    <a:pt x="227804" y="65444"/>
                    <a:pt x="222519" y="65444"/>
                  </a:cubicBezTo>
                  <a:lnTo>
                    <a:pt x="12172" y="65444"/>
                  </a:lnTo>
                  <a:cubicBezTo>
                    <a:pt x="6887" y="65444"/>
                    <a:pt x="193" y="65444"/>
                    <a:pt x="193" y="72182"/>
                  </a:cubicBezTo>
                  <a:cubicBezTo>
                    <a:pt x="193" y="78920"/>
                    <a:pt x="6887" y="78920"/>
                    <a:pt x="11820" y="78920"/>
                  </a:cubicBezTo>
                  <a:lnTo>
                    <a:pt x="222871" y="78920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1444B514-9104-3976-2594-23D46E72B918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9664856" y="7175771"/>
              <a:ext cx="158552" cy="217977"/>
            </a:xfrm>
            <a:custGeom>
              <a:avLst/>
              <a:gdLst>
                <a:gd name="connsiteX0" fmla="*/ 13944 w 158552"/>
                <a:gd name="connsiteY0" fmla="*/ 13897 h 217977"/>
                <a:gd name="connsiteX1" fmla="*/ 24866 w 158552"/>
                <a:gd name="connsiteY1" fmla="*/ 12550 h 217977"/>
                <a:gd name="connsiteX2" fmla="*/ 66442 w 158552"/>
                <a:gd name="connsiteY2" fmla="*/ 78920 h 217977"/>
                <a:gd name="connsiteX3" fmla="*/ 80888 w 158552"/>
                <a:gd name="connsiteY3" fmla="*/ 145964 h 217977"/>
                <a:gd name="connsiteX4" fmla="*/ 73489 w 158552"/>
                <a:gd name="connsiteY4" fmla="*/ 162809 h 217977"/>
                <a:gd name="connsiteX5" fmla="*/ 51644 w 158552"/>
                <a:gd name="connsiteY5" fmla="*/ 189425 h 217977"/>
                <a:gd name="connsiteX6" fmla="*/ 35436 w 158552"/>
                <a:gd name="connsiteY6" fmla="*/ 199532 h 217977"/>
                <a:gd name="connsiteX7" fmla="*/ 26980 w 158552"/>
                <a:gd name="connsiteY7" fmla="*/ 195826 h 217977"/>
                <a:gd name="connsiteX8" fmla="*/ 13944 w 158552"/>
                <a:gd name="connsiteY8" fmla="*/ 190099 h 217977"/>
                <a:gd name="connsiteX9" fmla="*/ 202 w 158552"/>
                <a:gd name="connsiteY9" fmla="*/ 203238 h 217977"/>
                <a:gd name="connsiteX10" fmla="*/ 18172 w 158552"/>
                <a:gd name="connsiteY10" fmla="*/ 218062 h 217977"/>
                <a:gd name="connsiteX11" fmla="*/ 124931 w 158552"/>
                <a:gd name="connsiteY11" fmla="*/ 100819 h 217977"/>
                <a:gd name="connsiteX12" fmla="*/ 158755 w 158552"/>
                <a:gd name="connsiteY12" fmla="*/ 18614 h 217977"/>
                <a:gd name="connsiteX13" fmla="*/ 139376 w 158552"/>
                <a:gd name="connsiteY13" fmla="*/ 84 h 217977"/>
                <a:gd name="connsiteX14" fmla="*/ 125635 w 158552"/>
                <a:gd name="connsiteY14" fmla="*/ 12550 h 217977"/>
                <a:gd name="connsiteX15" fmla="*/ 135501 w 158552"/>
                <a:gd name="connsiteY15" fmla="*/ 25689 h 217977"/>
                <a:gd name="connsiteX16" fmla="*/ 144662 w 158552"/>
                <a:gd name="connsiteY16" fmla="*/ 37144 h 217977"/>
                <a:gd name="connsiteX17" fmla="*/ 101676 w 158552"/>
                <a:gd name="connsiteY17" fmla="*/ 124402 h 217977"/>
                <a:gd name="connsiteX18" fmla="*/ 94629 w 158552"/>
                <a:gd name="connsiteY18" fmla="*/ 85321 h 217977"/>
                <a:gd name="connsiteX19" fmla="*/ 64328 w 158552"/>
                <a:gd name="connsiteY19" fmla="*/ 84 h 217977"/>
                <a:gd name="connsiteX20" fmla="*/ 62919 w 158552"/>
                <a:gd name="connsiteY20" fmla="*/ 84 h 217977"/>
                <a:gd name="connsiteX21" fmla="*/ 59748 w 158552"/>
                <a:gd name="connsiteY21" fmla="*/ 421 h 217977"/>
                <a:gd name="connsiteX22" fmla="*/ 25219 w 158552"/>
                <a:gd name="connsiteY22" fmla="*/ 6149 h 217977"/>
                <a:gd name="connsiteX23" fmla="*/ 13944 w 158552"/>
                <a:gd name="connsiteY23" fmla="*/ 8170 h 217977"/>
                <a:gd name="connsiteX24" fmla="*/ 13944 w 158552"/>
                <a:gd name="connsiteY24" fmla="*/ 13897 h 21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8552" h="217977">
                  <a:moveTo>
                    <a:pt x="13944" y="13897"/>
                  </a:moveTo>
                  <a:cubicBezTo>
                    <a:pt x="18524" y="12887"/>
                    <a:pt x="20990" y="12550"/>
                    <a:pt x="24866" y="12550"/>
                  </a:cubicBezTo>
                  <a:cubicBezTo>
                    <a:pt x="44950" y="12550"/>
                    <a:pt x="50235" y="20972"/>
                    <a:pt x="66442" y="78920"/>
                  </a:cubicBezTo>
                  <a:cubicBezTo>
                    <a:pt x="72432" y="100819"/>
                    <a:pt x="80888" y="140237"/>
                    <a:pt x="80888" y="145964"/>
                  </a:cubicBezTo>
                  <a:cubicBezTo>
                    <a:pt x="80888" y="151355"/>
                    <a:pt x="78774" y="156745"/>
                    <a:pt x="73489" y="162809"/>
                  </a:cubicBezTo>
                  <a:cubicBezTo>
                    <a:pt x="62566" y="176622"/>
                    <a:pt x="55520" y="185382"/>
                    <a:pt x="51644" y="189425"/>
                  </a:cubicBezTo>
                  <a:cubicBezTo>
                    <a:pt x="44245" y="196837"/>
                    <a:pt x="40017" y="199532"/>
                    <a:pt x="35436" y="199532"/>
                  </a:cubicBezTo>
                  <a:cubicBezTo>
                    <a:pt x="33322" y="199532"/>
                    <a:pt x="30856" y="198521"/>
                    <a:pt x="26980" y="195826"/>
                  </a:cubicBezTo>
                  <a:cubicBezTo>
                    <a:pt x="21695" y="191783"/>
                    <a:pt x="17819" y="190099"/>
                    <a:pt x="13944" y="190099"/>
                  </a:cubicBezTo>
                  <a:cubicBezTo>
                    <a:pt x="6192" y="190099"/>
                    <a:pt x="202" y="195826"/>
                    <a:pt x="202" y="203238"/>
                  </a:cubicBezTo>
                  <a:cubicBezTo>
                    <a:pt x="202" y="211661"/>
                    <a:pt x="7954" y="218062"/>
                    <a:pt x="18172" y="218062"/>
                  </a:cubicBezTo>
                  <a:cubicBezTo>
                    <a:pt x="40721" y="218062"/>
                    <a:pt x="86878" y="167526"/>
                    <a:pt x="124931" y="100819"/>
                  </a:cubicBezTo>
                  <a:cubicBezTo>
                    <a:pt x="148890" y="59380"/>
                    <a:pt x="158755" y="35122"/>
                    <a:pt x="158755" y="18614"/>
                  </a:cubicBezTo>
                  <a:cubicBezTo>
                    <a:pt x="158755" y="8507"/>
                    <a:pt x="149947" y="84"/>
                    <a:pt x="139376" y="84"/>
                  </a:cubicBezTo>
                  <a:cubicBezTo>
                    <a:pt x="131273" y="84"/>
                    <a:pt x="125635" y="5138"/>
                    <a:pt x="125635" y="12550"/>
                  </a:cubicBezTo>
                  <a:cubicBezTo>
                    <a:pt x="125635" y="17603"/>
                    <a:pt x="128454" y="21309"/>
                    <a:pt x="135501" y="25689"/>
                  </a:cubicBezTo>
                  <a:cubicBezTo>
                    <a:pt x="142195" y="29395"/>
                    <a:pt x="144662" y="32427"/>
                    <a:pt x="144662" y="37144"/>
                  </a:cubicBezTo>
                  <a:cubicBezTo>
                    <a:pt x="144662" y="50620"/>
                    <a:pt x="131625" y="76899"/>
                    <a:pt x="101676" y="124402"/>
                  </a:cubicBezTo>
                  <a:lnTo>
                    <a:pt x="94629" y="85321"/>
                  </a:lnTo>
                  <a:cubicBezTo>
                    <a:pt x="89344" y="55674"/>
                    <a:pt x="69613" y="84"/>
                    <a:pt x="64328" y="84"/>
                  </a:cubicBezTo>
                  <a:lnTo>
                    <a:pt x="62919" y="84"/>
                  </a:lnTo>
                  <a:cubicBezTo>
                    <a:pt x="62566" y="421"/>
                    <a:pt x="61157" y="421"/>
                    <a:pt x="59748" y="421"/>
                  </a:cubicBezTo>
                  <a:cubicBezTo>
                    <a:pt x="56577" y="758"/>
                    <a:pt x="43892" y="2780"/>
                    <a:pt x="25219" y="6149"/>
                  </a:cubicBezTo>
                  <a:cubicBezTo>
                    <a:pt x="23457" y="6486"/>
                    <a:pt x="18876" y="7496"/>
                    <a:pt x="13944" y="8170"/>
                  </a:cubicBezTo>
                  <a:lnTo>
                    <a:pt x="13944" y="13897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5C6C5B8D-CAF4-1A39-1AB0-F7AA32BB5277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9865217" y="7071668"/>
              <a:ext cx="81742" cy="336904"/>
            </a:xfrm>
            <a:custGeom>
              <a:avLst/>
              <a:gdLst>
                <a:gd name="connsiteX0" fmla="*/ 81950 w 81742"/>
                <a:gd name="connsiteY0" fmla="*/ 333620 h 336904"/>
                <a:gd name="connsiteX1" fmla="*/ 75960 w 81742"/>
                <a:gd name="connsiteY1" fmla="*/ 326208 h 336904"/>
                <a:gd name="connsiteX2" fmla="*/ 20643 w 81742"/>
                <a:gd name="connsiteY2" fmla="*/ 168536 h 336904"/>
                <a:gd name="connsiteX3" fmla="*/ 77369 w 81742"/>
                <a:gd name="connsiteY3" fmla="*/ 9180 h 336904"/>
                <a:gd name="connsiteX4" fmla="*/ 81950 w 81742"/>
                <a:gd name="connsiteY4" fmla="*/ 3453 h 336904"/>
                <a:gd name="connsiteX5" fmla="*/ 78426 w 81742"/>
                <a:gd name="connsiteY5" fmla="*/ 84 h 336904"/>
                <a:gd name="connsiteX6" fmla="*/ 22404 w 81742"/>
                <a:gd name="connsiteY6" fmla="*/ 65780 h 336904"/>
                <a:gd name="connsiteX7" fmla="*/ 207 w 81742"/>
                <a:gd name="connsiteY7" fmla="*/ 168536 h 336904"/>
                <a:gd name="connsiteX8" fmla="*/ 23461 w 81742"/>
                <a:gd name="connsiteY8" fmla="*/ 273651 h 336904"/>
                <a:gd name="connsiteX9" fmla="*/ 78426 w 81742"/>
                <a:gd name="connsiteY9" fmla="*/ 336989 h 336904"/>
                <a:gd name="connsiteX10" fmla="*/ 81950 w 81742"/>
                <a:gd name="connsiteY10" fmla="*/ 333620 h 33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742" h="336904">
                  <a:moveTo>
                    <a:pt x="81950" y="333620"/>
                  </a:moveTo>
                  <a:cubicBezTo>
                    <a:pt x="81950" y="332609"/>
                    <a:pt x="81950" y="331935"/>
                    <a:pt x="75960" y="326208"/>
                  </a:cubicBezTo>
                  <a:cubicBezTo>
                    <a:pt x="31917" y="283758"/>
                    <a:pt x="20643" y="220083"/>
                    <a:pt x="20643" y="168536"/>
                  </a:cubicBezTo>
                  <a:cubicBezTo>
                    <a:pt x="20643" y="109915"/>
                    <a:pt x="34031" y="51294"/>
                    <a:pt x="77369" y="9180"/>
                  </a:cubicBezTo>
                  <a:cubicBezTo>
                    <a:pt x="81950" y="5138"/>
                    <a:pt x="81950" y="4464"/>
                    <a:pt x="81950" y="3453"/>
                  </a:cubicBezTo>
                  <a:cubicBezTo>
                    <a:pt x="81950" y="1095"/>
                    <a:pt x="80540" y="84"/>
                    <a:pt x="78426" y="84"/>
                  </a:cubicBezTo>
                  <a:cubicBezTo>
                    <a:pt x="74903" y="84"/>
                    <a:pt x="43192" y="22994"/>
                    <a:pt x="22404" y="65780"/>
                  </a:cubicBezTo>
                  <a:cubicBezTo>
                    <a:pt x="4435" y="102840"/>
                    <a:pt x="207" y="140236"/>
                    <a:pt x="207" y="168536"/>
                  </a:cubicBezTo>
                  <a:cubicBezTo>
                    <a:pt x="207" y="194815"/>
                    <a:pt x="4083" y="235580"/>
                    <a:pt x="23461" y="273651"/>
                  </a:cubicBezTo>
                  <a:cubicBezTo>
                    <a:pt x="44602" y="315090"/>
                    <a:pt x="74903" y="336989"/>
                    <a:pt x="78426" y="336989"/>
                  </a:cubicBezTo>
                  <a:cubicBezTo>
                    <a:pt x="80540" y="336989"/>
                    <a:pt x="81950" y="335978"/>
                    <a:pt x="81950" y="333620"/>
                  </a:cubicBez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E3A2D803-5373-74A9-A783-7590626EDC88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9958038" y="7175771"/>
              <a:ext cx="167008" cy="152280"/>
            </a:xfrm>
            <a:custGeom>
              <a:avLst/>
              <a:gdLst>
                <a:gd name="connsiteX0" fmla="*/ 151364 w 167008"/>
                <a:gd name="connsiteY0" fmla="*/ 111263 h 152280"/>
                <a:gd name="connsiteX1" fmla="*/ 143613 w 167008"/>
                <a:gd name="connsiteY1" fmla="*/ 120359 h 152280"/>
                <a:gd name="connsiteX2" fmla="*/ 127405 w 167008"/>
                <a:gd name="connsiteY2" fmla="*/ 133835 h 152280"/>
                <a:gd name="connsiteX3" fmla="*/ 116483 w 167008"/>
                <a:gd name="connsiteY3" fmla="*/ 120022 h 152280"/>
                <a:gd name="connsiteX4" fmla="*/ 115073 w 167008"/>
                <a:gd name="connsiteY4" fmla="*/ 114295 h 152280"/>
                <a:gd name="connsiteX5" fmla="*/ 102389 w 167008"/>
                <a:gd name="connsiteY5" fmla="*/ 59716 h 152280"/>
                <a:gd name="connsiteX6" fmla="*/ 136918 w 167008"/>
                <a:gd name="connsiteY6" fmla="*/ 18951 h 152280"/>
                <a:gd name="connsiteX7" fmla="*/ 145375 w 167008"/>
                <a:gd name="connsiteY7" fmla="*/ 21646 h 152280"/>
                <a:gd name="connsiteX8" fmla="*/ 154888 w 167008"/>
                <a:gd name="connsiteY8" fmla="*/ 24678 h 152280"/>
                <a:gd name="connsiteX9" fmla="*/ 167220 w 167008"/>
                <a:gd name="connsiteY9" fmla="*/ 12550 h 152280"/>
                <a:gd name="connsiteX10" fmla="*/ 152774 w 167008"/>
                <a:gd name="connsiteY10" fmla="*/ 84 h 152280"/>
                <a:gd name="connsiteX11" fmla="*/ 99570 w 167008"/>
                <a:gd name="connsiteY11" fmla="*/ 48262 h 152280"/>
                <a:gd name="connsiteX12" fmla="*/ 95695 w 167008"/>
                <a:gd name="connsiteY12" fmla="*/ 29732 h 152280"/>
                <a:gd name="connsiteX13" fmla="*/ 77373 w 167008"/>
                <a:gd name="connsiteY13" fmla="*/ 84 h 152280"/>
                <a:gd name="connsiteX14" fmla="*/ 36149 w 167008"/>
                <a:gd name="connsiteY14" fmla="*/ 9854 h 152280"/>
                <a:gd name="connsiteX15" fmla="*/ 32274 w 167008"/>
                <a:gd name="connsiteY15" fmla="*/ 11202 h 152280"/>
                <a:gd name="connsiteX16" fmla="*/ 33683 w 167008"/>
                <a:gd name="connsiteY16" fmla="*/ 16256 h 152280"/>
                <a:gd name="connsiteX17" fmla="*/ 53414 w 167008"/>
                <a:gd name="connsiteY17" fmla="*/ 12550 h 152280"/>
                <a:gd name="connsiteX18" fmla="*/ 69269 w 167008"/>
                <a:gd name="connsiteY18" fmla="*/ 35796 h 152280"/>
                <a:gd name="connsiteX19" fmla="*/ 79487 w 167008"/>
                <a:gd name="connsiteY19" fmla="*/ 77235 h 152280"/>
                <a:gd name="connsiteX20" fmla="*/ 50595 w 167008"/>
                <a:gd name="connsiteY20" fmla="*/ 116653 h 152280"/>
                <a:gd name="connsiteX21" fmla="*/ 32626 w 167008"/>
                <a:gd name="connsiteY21" fmla="*/ 132825 h 152280"/>
                <a:gd name="connsiteX22" fmla="*/ 23465 w 167008"/>
                <a:gd name="connsiteY22" fmla="*/ 129792 h 152280"/>
                <a:gd name="connsiteX23" fmla="*/ 12190 w 167008"/>
                <a:gd name="connsiteY23" fmla="*/ 126423 h 152280"/>
                <a:gd name="connsiteX24" fmla="*/ 211 w 167008"/>
                <a:gd name="connsiteY24" fmla="*/ 138215 h 152280"/>
                <a:gd name="connsiteX25" fmla="*/ 17828 w 167008"/>
                <a:gd name="connsiteY25" fmla="*/ 152365 h 152280"/>
                <a:gd name="connsiteX26" fmla="*/ 50595 w 167008"/>
                <a:gd name="connsiteY26" fmla="*/ 128782 h 152280"/>
                <a:gd name="connsiteX27" fmla="*/ 82306 w 167008"/>
                <a:gd name="connsiteY27" fmla="*/ 89364 h 152280"/>
                <a:gd name="connsiteX28" fmla="*/ 92876 w 167008"/>
                <a:gd name="connsiteY28" fmla="*/ 129792 h 152280"/>
                <a:gd name="connsiteX29" fmla="*/ 113312 w 167008"/>
                <a:gd name="connsiteY29" fmla="*/ 152365 h 152280"/>
                <a:gd name="connsiteX30" fmla="*/ 156297 w 167008"/>
                <a:gd name="connsiteY30" fmla="*/ 113958 h 152280"/>
                <a:gd name="connsiteX31" fmla="*/ 151364 w 167008"/>
                <a:gd name="connsiteY31" fmla="*/ 111263 h 152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008" h="152280">
                  <a:moveTo>
                    <a:pt x="151364" y="111263"/>
                  </a:moveTo>
                  <a:cubicBezTo>
                    <a:pt x="148546" y="114295"/>
                    <a:pt x="146784" y="116316"/>
                    <a:pt x="143613" y="120359"/>
                  </a:cubicBezTo>
                  <a:cubicBezTo>
                    <a:pt x="135509" y="130466"/>
                    <a:pt x="131281" y="133835"/>
                    <a:pt x="127405" y="133835"/>
                  </a:cubicBezTo>
                  <a:cubicBezTo>
                    <a:pt x="122120" y="133835"/>
                    <a:pt x="118949" y="129456"/>
                    <a:pt x="116483" y="120022"/>
                  </a:cubicBezTo>
                  <a:cubicBezTo>
                    <a:pt x="115778" y="117327"/>
                    <a:pt x="115426" y="115306"/>
                    <a:pt x="115073" y="114295"/>
                  </a:cubicBezTo>
                  <a:cubicBezTo>
                    <a:pt x="106265" y="80267"/>
                    <a:pt x="102389" y="64770"/>
                    <a:pt x="102389" y="59716"/>
                  </a:cubicBezTo>
                  <a:cubicBezTo>
                    <a:pt x="117892" y="33775"/>
                    <a:pt x="130576" y="18951"/>
                    <a:pt x="136918" y="18951"/>
                  </a:cubicBezTo>
                  <a:cubicBezTo>
                    <a:pt x="139032" y="18951"/>
                    <a:pt x="141851" y="19962"/>
                    <a:pt x="145375" y="21646"/>
                  </a:cubicBezTo>
                  <a:cubicBezTo>
                    <a:pt x="149603" y="24004"/>
                    <a:pt x="152069" y="24678"/>
                    <a:pt x="154888" y="24678"/>
                  </a:cubicBezTo>
                  <a:cubicBezTo>
                    <a:pt x="162287" y="24678"/>
                    <a:pt x="167220" y="19625"/>
                    <a:pt x="167220" y="12550"/>
                  </a:cubicBezTo>
                  <a:cubicBezTo>
                    <a:pt x="167220" y="5475"/>
                    <a:pt x="161230" y="84"/>
                    <a:pt x="152774" y="84"/>
                  </a:cubicBezTo>
                  <a:cubicBezTo>
                    <a:pt x="137271" y="84"/>
                    <a:pt x="123882" y="12213"/>
                    <a:pt x="99570" y="48262"/>
                  </a:cubicBezTo>
                  <a:lnTo>
                    <a:pt x="95695" y="29732"/>
                  </a:lnTo>
                  <a:cubicBezTo>
                    <a:pt x="90762" y="6822"/>
                    <a:pt x="86886" y="84"/>
                    <a:pt x="77373" y="84"/>
                  </a:cubicBezTo>
                  <a:cubicBezTo>
                    <a:pt x="69622" y="84"/>
                    <a:pt x="57642" y="3116"/>
                    <a:pt x="36149" y="9854"/>
                  </a:cubicBezTo>
                  <a:lnTo>
                    <a:pt x="32274" y="11202"/>
                  </a:lnTo>
                  <a:lnTo>
                    <a:pt x="33683" y="16256"/>
                  </a:lnTo>
                  <a:cubicBezTo>
                    <a:pt x="47072" y="13223"/>
                    <a:pt x="50243" y="12550"/>
                    <a:pt x="53414" y="12550"/>
                  </a:cubicBezTo>
                  <a:cubicBezTo>
                    <a:pt x="62222" y="12550"/>
                    <a:pt x="64337" y="15582"/>
                    <a:pt x="69269" y="35796"/>
                  </a:cubicBezTo>
                  <a:lnTo>
                    <a:pt x="79487" y="77235"/>
                  </a:lnTo>
                  <a:lnTo>
                    <a:pt x="50595" y="116653"/>
                  </a:lnTo>
                  <a:cubicBezTo>
                    <a:pt x="43548" y="126760"/>
                    <a:pt x="36502" y="132825"/>
                    <a:pt x="32626" y="132825"/>
                  </a:cubicBezTo>
                  <a:cubicBezTo>
                    <a:pt x="30512" y="132825"/>
                    <a:pt x="26989" y="131814"/>
                    <a:pt x="23465" y="129792"/>
                  </a:cubicBezTo>
                  <a:cubicBezTo>
                    <a:pt x="18885" y="127434"/>
                    <a:pt x="15009" y="126423"/>
                    <a:pt x="12190" y="126423"/>
                  </a:cubicBezTo>
                  <a:cubicBezTo>
                    <a:pt x="5496" y="126423"/>
                    <a:pt x="211" y="131477"/>
                    <a:pt x="211" y="138215"/>
                  </a:cubicBezTo>
                  <a:cubicBezTo>
                    <a:pt x="211" y="146975"/>
                    <a:pt x="7258" y="152365"/>
                    <a:pt x="17828" y="152365"/>
                  </a:cubicBezTo>
                  <a:cubicBezTo>
                    <a:pt x="28750" y="152365"/>
                    <a:pt x="32978" y="149333"/>
                    <a:pt x="50595" y="128782"/>
                  </a:cubicBezTo>
                  <a:cubicBezTo>
                    <a:pt x="60108" y="118001"/>
                    <a:pt x="67508" y="108904"/>
                    <a:pt x="82306" y="89364"/>
                  </a:cubicBezTo>
                  <a:lnTo>
                    <a:pt x="92876" y="129792"/>
                  </a:lnTo>
                  <a:cubicBezTo>
                    <a:pt x="97456" y="146975"/>
                    <a:pt x="102037" y="152365"/>
                    <a:pt x="113312" y="152365"/>
                  </a:cubicBezTo>
                  <a:cubicBezTo>
                    <a:pt x="126701" y="152365"/>
                    <a:pt x="135861" y="144279"/>
                    <a:pt x="156297" y="113958"/>
                  </a:cubicBezTo>
                  <a:lnTo>
                    <a:pt x="151364" y="111263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3B6B9599-6820-EAC1-9C67-5B58A94913AE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10137351" y="7212023"/>
              <a:ext cx="56057" cy="165790"/>
            </a:xfrm>
            <a:custGeom>
              <a:avLst/>
              <a:gdLst>
                <a:gd name="connsiteX0" fmla="*/ 45321 w 56057"/>
                <a:gd name="connsiteY0" fmla="*/ 134713 h 165790"/>
                <a:gd name="connsiteX1" fmla="*/ 34631 w 56057"/>
                <a:gd name="connsiteY1" fmla="*/ 147428 h 165790"/>
                <a:gd name="connsiteX2" fmla="*/ 23941 w 56057"/>
                <a:gd name="connsiteY2" fmla="*/ 154159 h 165790"/>
                <a:gd name="connsiteX3" fmla="*/ 19769 w 56057"/>
                <a:gd name="connsiteY3" fmla="*/ 150420 h 165790"/>
                <a:gd name="connsiteX4" fmla="*/ 22377 w 56057"/>
                <a:gd name="connsiteY4" fmla="*/ 139450 h 165790"/>
                <a:gd name="connsiteX5" fmla="*/ 23680 w 56057"/>
                <a:gd name="connsiteY5" fmla="*/ 134963 h 165790"/>
                <a:gd name="connsiteX6" fmla="*/ 23680 w 56057"/>
                <a:gd name="connsiteY6" fmla="*/ 134464 h 165790"/>
                <a:gd name="connsiteX7" fmla="*/ 23941 w 56057"/>
                <a:gd name="connsiteY7" fmla="*/ 133965 h 165790"/>
                <a:gd name="connsiteX8" fmla="*/ 46885 w 56057"/>
                <a:gd name="connsiteY8" fmla="*/ 53688 h 165790"/>
                <a:gd name="connsiteX9" fmla="*/ 46103 w 56057"/>
                <a:gd name="connsiteY9" fmla="*/ 53189 h 165790"/>
                <a:gd name="connsiteX10" fmla="*/ 4386 w 56057"/>
                <a:gd name="connsiteY10" fmla="*/ 59422 h 165790"/>
                <a:gd name="connsiteX11" fmla="*/ 4386 w 56057"/>
                <a:gd name="connsiteY11" fmla="*/ 63411 h 165790"/>
                <a:gd name="connsiteX12" fmla="*/ 20812 w 56057"/>
                <a:gd name="connsiteY12" fmla="*/ 69394 h 165790"/>
                <a:gd name="connsiteX13" fmla="*/ 18466 w 56057"/>
                <a:gd name="connsiteY13" fmla="*/ 80364 h 165790"/>
                <a:gd name="connsiteX14" fmla="*/ 5951 w 56057"/>
                <a:gd name="connsiteY14" fmla="*/ 124492 h 165790"/>
                <a:gd name="connsiteX15" fmla="*/ 215 w 56057"/>
                <a:gd name="connsiteY15" fmla="*/ 151666 h 165790"/>
                <a:gd name="connsiteX16" fmla="*/ 12208 w 56057"/>
                <a:gd name="connsiteY16" fmla="*/ 165877 h 165790"/>
                <a:gd name="connsiteX17" fmla="*/ 48711 w 56057"/>
                <a:gd name="connsiteY17" fmla="*/ 137456 h 165790"/>
                <a:gd name="connsiteX18" fmla="*/ 45321 w 56057"/>
                <a:gd name="connsiteY18" fmla="*/ 134713 h 165790"/>
                <a:gd name="connsiteX19" fmla="*/ 43235 w 56057"/>
                <a:gd name="connsiteY19" fmla="*/ 86 h 165790"/>
                <a:gd name="connsiteX20" fmla="*/ 30981 w 56057"/>
                <a:gd name="connsiteY20" fmla="*/ 13300 h 165790"/>
                <a:gd name="connsiteX21" fmla="*/ 43496 w 56057"/>
                <a:gd name="connsiteY21" fmla="*/ 26513 h 165790"/>
                <a:gd name="connsiteX22" fmla="*/ 56272 w 56057"/>
                <a:gd name="connsiteY22" fmla="*/ 13798 h 165790"/>
                <a:gd name="connsiteX23" fmla="*/ 43235 w 56057"/>
                <a:gd name="connsiteY23" fmla="*/ 86 h 16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6057" h="165790">
                  <a:moveTo>
                    <a:pt x="45321" y="134713"/>
                  </a:moveTo>
                  <a:cubicBezTo>
                    <a:pt x="39064" y="142691"/>
                    <a:pt x="37238" y="144686"/>
                    <a:pt x="34631" y="147428"/>
                  </a:cubicBezTo>
                  <a:cubicBezTo>
                    <a:pt x="30199" y="151666"/>
                    <a:pt x="26288" y="154159"/>
                    <a:pt x="23941" y="154159"/>
                  </a:cubicBezTo>
                  <a:cubicBezTo>
                    <a:pt x="21855" y="154159"/>
                    <a:pt x="19769" y="152165"/>
                    <a:pt x="19769" y="150420"/>
                  </a:cubicBezTo>
                  <a:cubicBezTo>
                    <a:pt x="19769" y="147927"/>
                    <a:pt x="20552" y="144187"/>
                    <a:pt x="22377" y="139450"/>
                  </a:cubicBezTo>
                  <a:cubicBezTo>
                    <a:pt x="22377" y="138702"/>
                    <a:pt x="23159" y="136957"/>
                    <a:pt x="23680" y="134963"/>
                  </a:cubicBezTo>
                  <a:lnTo>
                    <a:pt x="23680" y="134464"/>
                  </a:lnTo>
                  <a:lnTo>
                    <a:pt x="23941" y="133965"/>
                  </a:lnTo>
                  <a:lnTo>
                    <a:pt x="46885" y="53688"/>
                  </a:lnTo>
                  <a:lnTo>
                    <a:pt x="46103" y="53189"/>
                  </a:lnTo>
                  <a:cubicBezTo>
                    <a:pt x="19769" y="57926"/>
                    <a:pt x="14555" y="58674"/>
                    <a:pt x="4386" y="59422"/>
                  </a:cubicBezTo>
                  <a:lnTo>
                    <a:pt x="4386" y="63411"/>
                  </a:lnTo>
                  <a:cubicBezTo>
                    <a:pt x="18205" y="63660"/>
                    <a:pt x="20812" y="64408"/>
                    <a:pt x="20812" y="69394"/>
                  </a:cubicBezTo>
                  <a:cubicBezTo>
                    <a:pt x="20812" y="71389"/>
                    <a:pt x="20030" y="75378"/>
                    <a:pt x="18466" y="80364"/>
                  </a:cubicBezTo>
                  <a:lnTo>
                    <a:pt x="5951" y="124492"/>
                  </a:lnTo>
                  <a:cubicBezTo>
                    <a:pt x="1779" y="138952"/>
                    <a:pt x="215" y="146680"/>
                    <a:pt x="215" y="151666"/>
                  </a:cubicBezTo>
                  <a:cubicBezTo>
                    <a:pt x="215" y="160891"/>
                    <a:pt x="4386" y="165877"/>
                    <a:pt x="12208" y="165877"/>
                  </a:cubicBezTo>
                  <a:cubicBezTo>
                    <a:pt x="24202" y="165877"/>
                    <a:pt x="33849" y="158398"/>
                    <a:pt x="48711" y="137456"/>
                  </a:cubicBezTo>
                  <a:lnTo>
                    <a:pt x="45321" y="134713"/>
                  </a:lnTo>
                  <a:close/>
                  <a:moveTo>
                    <a:pt x="43235" y="86"/>
                  </a:moveTo>
                  <a:cubicBezTo>
                    <a:pt x="36195" y="86"/>
                    <a:pt x="30981" y="5820"/>
                    <a:pt x="30981" y="13300"/>
                  </a:cubicBezTo>
                  <a:cubicBezTo>
                    <a:pt x="30981" y="21277"/>
                    <a:pt x="35935" y="26513"/>
                    <a:pt x="43496" y="26513"/>
                  </a:cubicBezTo>
                  <a:cubicBezTo>
                    <a:pt x="50275" y="26513"/>
                    <a:pt x="56272" y="20779"/>
                    <a:pt x="56272" y="13798"/>
                  </a:cubicBezTo>
                  <a:cubicBezTo>
                    <a:pt x="56272" y="6568"/>
                    <a:pt x="50275" y="86"/>
                    <a:pt x="43235" y="86"/>
                  </a:cubicBez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3787FC68-1289-5391-6235-EDAAB51B1E07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10283859" y="7127931"/>
              <a:ext cx="234305" cy="224378"/>
            </a:xfrm>
            <a:custGeom>
              <a:avLst/>
              <a:gdLst>
                <a:gd name="connsiteX0" fmla="*/ 124595 w 234305"/>
                <a:gd name="connsiteY0" fmla="*/ 119011 h 224378"/>
                <a:gd name="connsiteX1" fmla="*/ 222898 w 234305"/>
                <a:gd name="connsiteY1" fmla="*/ 119011 h 224378"/>
                <a:gd name="connsiteX2" fmla="*/ 234525 w 234305"/>
                <a:gd name="connsiteY2" fmla="*/ 112273 h 224378"/>
                <a:gd name="connsiteX3" fmla="*/ 222898 w 234305"/>
                <a:gd name="connsiteY3" fmla="*/ 105535 h 224378"/>
                <a:gd name="connsiteX4" fmla="*/ 124595 w 234305"/>
                <a:gd name="connsiteY4" fmla="*/ 105535 h 224378"/>
                <a:gd name="connsiteX5" fmla="*/ 124595 w 234305"/>
                <a:gd name="connsiteY5" fmla="*/ 11202 h 224378"/>
                <a:gd name="connsiteX6" fmla="*/ 117549 w 234305"/>
                <a:gd name="connsiteY6" fmla="*/ 84 h 224378"/>
                <a:gd name="connsiteX7" fmla="*/ 110502 w 234305"/>
                <a:gd name="connsiteY7" fmla="*/ 11202 h 224378"/>
                <a:gd name="connsiteX8" fmla="*/ 110502 w 234305"/>
                <a:gd name="connsiteY8" fmla="*/ 105535 h 224378"/>
                <a:gd name="connsiteX9" fmla="*/ 11847 w 234305"/>
                <a:gd name="connsiteY9" fmla="*/ 105535 h 224378"/>
                <a:gd name="connsiteX10" fmla="*/ 220 w 234305"/>
                <a:gd name="connsiteY10" fmla="*/ 112273 h 224378"/>
                <a:gd name="connsiteX11" fmla="*/ 11847 w 234305"/>
                <a:gd name="connsiteY11" fmla="*/ 119011 h 224378"/>
                <a:gd name="connsiteX12" fmla="*/ 110502 w 234305"/>
                <a:gd name="connsiteY12" fmla="*/ 119011 h 224378"/>
                <a:gd name="connsiteX13" fmla="*/ 110502 w 234305"/>
                <a:gd name="connsiteY13" fmla="*/ 213345 h 224378"/>
                <a:gd name="connsiteX14" fmla="*/ 117549 w 234305"/>
                <a:gd name="connsiteY14" fmla="*/ 224463 h 224378"/>
                <a:gd name="connsiteX15" fmla="*/ 124595 w 234305"/>
                <a:gd name="connsiteY15" fmla="*/ 213345 h 224378"/>
                <a:gd name="connsiteX16" fmla="*/ 124595 w 234305"/>
                <a:gd name="connsiteY16" fmla="*/ 119011 h 22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4305" h="224378">
                  <a:moveTo>
                    <a:pt x="124595" y="119011"/>
                  </a:moveTo>
                  <a:lnTo>
                    <a:pt x="222898" y="119011"/>
                  </a:lnTo>
                  <a:cubicBezTo>
                    <a:pt x="227831" y="119011"/>
                    <a:pt x="234525" y="119011"/>
                    <a:pt x="234525" y="112273"/>
                  </a:cubicBezTo>
                  <a:cubicBezTo>
                    <a:pt x="234525" y="105535"/>
                    <a:pt x="227831" y="105535"/>
                    <a:pt x="222898" y="105535"/>
                  </a:cubicBezTo>
                  <a:lnTo>
                    <a:pt x="124595" y="105535"/>
                  </a:lnTo>
                  <a:lnTo>
                    <a:pt x="124595" y="11202"/>
                  </a:lnTo>
                  <a:cubicBezTo>
                    <a:pt x="124595" y="6485"/>
                    <a:pt x="124595" y="84"/>
                    <a:pt x="117549" y="84"/>
                  </a:cubicBezTo>
                  <a:cubicBezTo>
                    <a:pt x="110502" y="84"/>
                    <a:pt x="110502" y="6485"/>
                    <a:pt x="110502" y="11202"/>
                  </a:cubicBezTo>
                  <a:lnTo>
                    <a:pt x="110502" y="105535"/>
                  </a:lnTo>
                  <a:lnTo>
                    <a:pt x="11847" y="105535"/>
                  </a:lnTo>
                  <a:cubicBezTo>
                    <a:pt x="6914" y="105535"/>
                    <a:pt x="220" y="105535"/>
                    <a:pt x="220" y="112273"/>
                  </a:cubicBezTo>
                  <a:cubicBezTo>
                    <a:pt x="220" y="119011"/>
                    <a:pt x="6914" y="119011"/>
                    <a:pt x="11847" y="119011"/>
                  </a:cubicBezTo>
                  <a:lnTo>
                    <a:pt x="110502" y="119011"/>
                  </a:lnTo>
                  <a:lnTo>
                    <a:pt x="110502" y="213345"/>
                  </a:lnTo>
                  <a:cubicBezTo>
                    <a:pt x="110502" y="218061"/>
                    <a:pt x="110502" y="224463"/>
                    <a:pt x="117549" y="224463"/>
                  </a:cubicBezTo>
                  <a:cubicBezTo>
                    <a:pt x="124595" y="224463"/>
                    <a:pt x="124595" y="218061"/>
                    <a:pt x="124595" y="213345"/>
                  </a:cubicBezTo>
                  <a:lnTo>
                    <a:pt x="124595" y="119011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09B2ECB9-9E23-26B1-2FF0-5FF7A1CD8EA1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10594732" y="7094241"/>
              <a:ext cx="161723" cy="233138"/>
            </a:xfrm>
            <a:custGeom>
              <a:avLst/>
              <a:gdLst>
                <a:gd name="connsiteX0" fmla="*/ 157372 w 161723"/>
                <a:gd name="connsiteY0" fmla="*/ 190772 h 233138"/>
                <a:gd name="connsiteX1" fmla="*/ 128480 w 161723"/>
                <a:gd name="connsiteY1" fmla="*/ 217387 h 233138"/>
                <a:gd name="connsiteX2" fmla="*/ 122842 w 161723"/>
                <a:gd name="connsiteY2" fmla="*/ 211323 h 233138"/>
                <a:gd name="connsiteX3" fmla="*/ 134470 w 161723"/>
                <a:gd name="connsiteY3" fmla="*/ 169210 h 233138"/>
                <a:gd name="connsiteX4" fmla="*/ 151382 w 161723"/>
                <a:gd name="connsiteY4" fmla="*/ 104187 h 233138"/>
                <a:gd name="connsiteX5" fmla="*/ 128127 w 161723"/>
                <a:gd name="connsiteY5" fmla="*/ 81615 h 233138"/>
                <a:gd name="connsiteX6" fmla="*/ 47442 w 161723"/>
                <a:gd name="connsiteY6" fmla="*/ 152702 h 233138"/>
                <a:gd name="connsiteX7" fmla="*/ 89723 w 161723"/>
                <a:gd name="connsiteY7" fmla="*/ 1768 h 233138"/>
                <a:gd name="connsiteX8" fmla="*/ 87961 w 161723"/>
                <a:gd name="connsiteY8" fmla="*/ 84 h 233138"/>
                <a:gd name="connsiteX9" fmla="*/ 32644 w 161723"/>
                <a:gd name="connsiteY9" fmla="*/ 9180 h 233138"/>
                <a:gd name="connsiteX10" fmla="*/ 32644 w 161723"/>
                <a:gd name="connsiteY10" fmla="*/ 14234 h 233138"/>
                <a:gd name="connsiteX11" fmla="*/ 41804 w 161723"/>
                <a:gd name="connsiteY11" fmla="*/ 14234 h 233138"/>
                <a:gd name="connsiteX12" fmla="*/ 42861 w 161723"/>
                <a:gd name="connsiteY12" fmla="*/ 13897 h 233138"/>
                <a:gd name="connsiteX13" fmla="*/ 56250 w 161723"/>
                <a:gd name="connsiteY13" fmla="*/ 22320 h 233138"/>
                <a:gd name="connsiteX14" fmla="*/ 51318 w 161723"/>
                <a:gd name="connsiteY14" fmla="*/ 45229 h 233138"/>
                <a:gd name="connsiteX15" fmla="*/ 47794 w 161723"/>
                <a:gd name="connsiteY15" fmla="*/ 57695 h 233138"/>
                <a:gd name="connsiteX16" fmla="*/ 228 w 161723"/>
                <a:gd name="connsiteY16" fmla="*/ 230190 h 233138"/>
                <a:gd name="connsiteX17" fmla="*/ 26654 w 161723"/>
                <a:gd name="connsiteY17" fmla="*/ 230190 h 233138"/>
                <a:gd name="connsiteX18" fmla="*/ 59421 w 161723"/>
                <a:gd name="connsiteY18" fmla="*/ 146301 h 233138"/>
                <a:gd name="connsiteX19" fmla="*/ 114034 w 161723"/>
                <a:gd name="connsiteY19" fmla="*/ 98797 h 233138"/>
                <a:gd name="connsiteX20" fmla="*/ 123899 w 161723"/>
                <a:gd name="connsiteY20" fmla="*/ 107220 h 233138"/>
                <a:gd name="connsiteX21" fmla="*/ 121433 w 161723"/>
                <a:gd name="connsiteY21" fmla="*/ 118337 h 233138"/>
                <a:gd name="connsiteX22" fmla="*/ 102054 w 161723"/>
                <a:gd name="connsiteY22" fmla="*/ 188077 h 233138"/>
                <a:gd name="connsiteX23" fmla="*/ 95008 w 161723"/>
                <a:gd name="connsiteY23" fmla="*/ 219072 h 233138"/>
                <a:gd name="connsiteX24" fmla="*/ 110511 w 161723"/>
                <a:gd name="connsiteY24" fmla="*/ 233222 h 233138"/>
                <a:gd name="connsiteX25" fmla="*/ 161952 w 161723"/>
                <a:gd name="connsiteY25" fmla="*/ 194815 h 233138"/>
                <a:gd name="connsiteX26" fmla="*/ 157372 w 161723"/>
                <a:gd name="connsiteY26" fmla="*/ 190772 h 233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1723" h="233138">
                  <a:moveTo>
                    <a:pt x="157372" y="190772"/>
                  </a:moveTo>
                  <a:cubicBezTo>
                    <a:pt x="138345" y="213681"/>
                    <a:pt x="134117" y="217387"/>
                    <a:pt x="128480" y="217387"/>
                  </a:cubicBezTo>
                  <a:cubicBezTo>
                    <a:pt x="125309" y="217387"/>
                    <a:pt x="122842" y="214355"/>
                    <a:pt x="122842" y="211323"/>
                  </a:cubicBezTo>
                  <a:cubicBezTo>
                    <a:pt x="122842" y="207954"/>
                    <a:pt x="128480" y="186729"/>
                    <a:pt x="134470" y="169210"/>
                  </a:cubicBezTo>
                  <a:cubicBezTo>
                    <a:pt x="144687" y="137204"/>
                    <a:pt x="151382" y="112273"/>
                    <a:pt x="151382" y="104187"/>
                  </a:cubicBezTo>
                  <a:cubicBezTo>
                    <a:pt x="151382" y="90711"/>
                    <a:pt x="141869" y="81615"/>
                    <a:pt x="128127" y="81615"/>
                  </a:cubicBezTo>
                  <a:cubicBezTo>
                    <a:pt x="105225" y="81615"/>
                    <a:pt x="80209" y="103850"/>
                    <a:pt x="47442" y="152702"/>
                  </a:cubicBezTo>
                  <a:lnTo>
                    <a:pt x="89723" y="1768"/>
                  </a:lnTo>
                  <a:lnTo>
                    <a:pt x="87961" y="84"/>
                  </a:lnTo>
                  <a:cubicBezTo>
                    <a:pt x="67525" y="4464"/>
                    <a:pt x="53784" y="6822"/>
                    <a:pt x="32644" y="9180"/>
                  </a:cubicBezTo>
                  <a:lnTo>
                    <a:pt x="32644" y="14234"/>
                  </a:lnTo>
                  <a:lnTo>
                    <a:pt x="41804" y="14234"/>
                  </a:lnTo>
                  <a:cubicBezTo>
                    <a:pt x="42157" y="14234"/>
                    <a:pt x="42509" y="14234"/>
                    <a:pt x="42861" y="13897"/>
                  </a:cubicBezTo>
                  <a:cubicBezTo>
                    <a:pt x="47794" y="11876"/>
                    <a:pt x="56250" y="17603"/>
                    <a:pt x="56250" y="22320"/>
                  </a:cubicBezTo>
                  <a:cubicBezTo>
                    <a:pt x="56250" y="27036"/>
                    <a:pt x="54489" y="35459"/>
                    <a:pt x="51318" y="45229"/>
                  </a:cubicBezTo>
                  <a:cubicBezTo>
                    <a:pt x="50965" y="45566"/>
                    <a:pt x="49908" y="50283"/>
                    <a:pt x="47794" y="57695"/>
                  </a:cubicBezTo>
                  <a:lnTo>
                    <a:pt x="228" y="230190"/>
                  </a:lnTo>
                  <a:lnTo>
                    <a:pt x="26654" y="230190"/>
                  </a:lnTo>
                  <a:cubicBezTo>
                    <a:pt x="40747" y="178306"/>
                    <a:pt x="45328" y="166852"/>
                    <a:pt x="59421" y="146301"/>
                  </a:cubicBezTo>
                  <a:cubicBezTo>
                    <a:pt x="77743" y="119685"/>
                    <a:pt x="101702" y="98797"/>
                    <a:pt x="114034" y="98797"/>
                  </a:cubicBezTo>
                  <a:cubicBezTo>
                    <a:pt x="119319" y="98797"/>
                    <a:pt x="123899" y="102840"/>
                    <a:pt x="123899" y="107220"/>
                  </a:cubicBezTo>
                  <a:cubicBezTo>
                    <a:pt x="123899" y="108567"/>
                    <a:pt x="122842" y="112947"/>
                    <a:pt x="121433" y="118337"/>
                  </a:cubicBezTo>
                  <a:lnTo>
                    <a:pt x="102054" y="188077"/>
                  </a:lnTo>
                  <a:cubicBezTo>
                    <a:pt x="97474" y="204585"/>
                    <a:pt x="95008" y="215029"/>
                    <a:pt x="95008" y="219072"/>
                  </a:cubicBezTo>
                  <a:cubicBezTo>
                    <a:pt x="95008" y="227831"/>
                    <a:pt x="100997" y="233222"/>
                    <a:pt x="110511" y="233222"/>
                  </a:cubicBezTo>
                  <a:cubicBezTo>
                    <a:pt x="128480" y="233222"/>
                    <a:pt x="140812" y="224126"/>
                    <a:pt x="161952" y="194815"/>
                  </a:cubicBezTo>
                  <a:lnTo>
                    <a:pt x="157372" y="190772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75A1F37E-2ED9-FEAF-DE00-A9AA267C4D15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10784951" y="7071668"/>
              <a:ext cx="81742" cy="336904"/>
            </a:xfrm>
            <a:custGeom>
              <a:avLst/>
              <a:gdLst>
                <a:gd name="connsiteX0" fmla="*/ 81976 w 81742"/>
                <a:gd name="connsiteY0" fmla="*/ 168536 h 336904"/>
                <a:gd name="connsiteX1" fmla="*/ 58721 w 81742"/>
                <a:gd name="connsiteY1" fmla="*/ 63422 h 336904"/>
                <a:gd name="connsiteX2" fmla="*/ 3757 w 81742"/>
                <a:gd name="connsiteY2" fmla="*/ 84 h 336904"/>
                <a:gd name="connsiteX3" fmla="*/ 233 w 81742"/>
                <a:gd name="connsiteY3" fmla="*/ 3453 h 336904"/>
                <a:gd name="connsiteX4" fmla="*/ 6928 w 81742"/>
                <a:gd name="connsiteY4" fmla="*/ 11202 h 336904"/>
                <a:gd name="connsiteX5" fmla="*/ 61540 w 81742"/>
                <a:gd name="connsiteY5" fmla="*/ 168536 h 336904"/>
                <a:gd name="connsiteX6" fmla="*/ 4813 w 81742"/>
                <a:gd name="connsiteY6" fmla="*/ 327892 h 336904"/>
                <a:gd name="connsiteX7" fmla="*/ 233 w 81742"/>
                <a:gd name="connsiteY7" fmla="*/ 333620 h 336904"/>
                <a:gd name="connsiteX8" fmla="*/ 3757 w 81742"/>
                <a:gd name="connsiteY8" fmla="*/ 336989 h 336904"/>
                <a:gd name="connsiteX9" fmla="*/ 59778 w 81742"/>
                <a:gd name="connsiteY9" fmla="*/ 271292 h 336904"/>
                <a:gd name="connsiteX10" fmla="*/ 81976 w 81742"/>
                <a:gd name="connsiteY10" fmla="*/ 168536 h 33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742" h="336904">
                  <a:moveTo>
                    <a:pt x="81976" y="168536"/>
                  </a:moveTo>
                  <a:cubicBezTo>
                    <a:pt x="81976" y="142258"/>
                    <a:pt x="78100" y="101492"/>
                    <a:pt x="58721" y="63422"/>
                  </a:cubicBezTo>
                  <a:cubicBezTo>
                    <a:pt x="37581" y="21983"/>
                    <a:pt x="7280" y="84"/>
                    <a:pt x="3757" y="84"/>
                  </a:cubicBezTo>
                  <a:cubicBezTo>
                    <a:pt x="1642" y="84"/>
                    <a:pt x="233" y="1432"/>
                    <a:pt x="233" y="3453"/>
                  </a:cubicBezTo>
                  <a:cubicBezTo>
                    <a:pt x="233" y="4464"/>
                    <a:pt x="233" y="5138"/>
                    <a:pt x="6928" y="11202"/>
                  </a:cubicBezTo>
                  <a:cubicBezTo>
                    <a:pt x="41457" y="44555"/>
                    <a:pt x="61540" y="98123"/>
                    <a:pt x="61540" y="168536"/>
                  </a:cubicBezTo>
                  <a:cubicBezTo>
                    <a:pt x="61540" y="226147"/>
                    <a:pt x="48504" y="285442"/>
                    <a:pt x="4813" y="327892"/>
                  </a:cubicBezTo>
                  <a:cubicBezTo>
                    <a:pt x="233" y="331935"/>
                    <a:pt x="233" y="332609"/>
                    <a:pt x="233" y="333620"/>
                  </a:cubicBezTo>
                  <a:cubicBezTo>
                    <a:pt x="233" y="335641"/>
                    <a:pt x="1642" y="336989"/>
                    <a:pt x="3757" y="336989"/>
                  </a:cubicBezTo>
                  <a:cubicBezTo>
                    <a:pt x="7280" y="336989"/>
                    <a:pt x="38990" y="314079"/>
                    <a:pt x="59778" y="271292"/>
                  </a:cubicBezTo>
                  <a:cubicBezTo>
                    <a:pt x="77748" y="234233"/>
                    <a:pt x="81976" y="196836"/>
                    <a:pt x="81976" y="168536"/>
                  </a:cubicBez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DE2F5535-3227-9648-6E79-C61DA264ACBF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11000052" y="7168023"/>
              <a:ext cx="235010" cy="144195"/>
            </a:xfrm>
            <a:custGeom>
              <a:avLst/>
              <a:gdLst>
                <a:gd name="connsiteX0" fmla="*/ 235250 w 235010"/>
                <a:gd name="connsiteY0" fmla="*/ 10865 h 144195"/>
                <a:gd name="connsiteX1" fmla="*/ 230317 w 235010"/>
                <a:gd name="connsiteY1" fmla="*/ 421 h 144195"/>
                <a:gd name="connsiteX2" fmla="*/ 225384 w 235010"/>
                <a:gd name="connsiteY2" fmla="*/ 9517 h 144195"/>
                <a:gd name="connsiteX3" fmla="*/ 176409 w 235010"/>
                <a:gd name="connsiteY3" fmla="*/ 53315 h 144195"/>
                <a:gd name="connsiteX4" fmla="*/ 120035 w 235010"/>
                <a:gd name="connsiteY4" fmla="*/ 28047 h 144195"/>
                <a:gd name="connsiteX5" fmla="*/ 59080 w 235010"/>
                <a:gd name="connsiteY5" fmla="*/ 84 h 144195"/>
                <a:gd name="connsiteX6" fmla="*/ 240 w 235010"/>
                <a:gd name="connsiteY6" fmla="*/ 61401 h 144195"/>
                <a:gd name="connsiteX7" fmla="*/ 5173 w 235010"/>
                <a:gd name="connsiteY7" fmla="*/ 71845 h 144195"/>
                <a:gd name="connsiteX8" fmla="*/ 10105 w 235010"/>
                <a:gd name="connsiteY8" fmla="*/ 64096 h 144195"/>
                <a:gd name="connsiteX9" fmla="*/ 59080 w 235010"/>
                <a:gd name="connsiteY9" fmla="*/ 18951 h 144195"/>
                <a:gd name="connsiteX10" fmla="*/ 115455 w 235010"/>
                <a:gd name="connsiteY10" fmla="*/ 44219 h 144195"/>
                <a:gd name="connsiteX11" fmla="*/ 176409 w 235010"/>
                <a:gd name="connsiteY11" fmla="*/ 72182 h 144195"/>
                <a:gd name="connsiteX12" fmla="*/ 235250 w 235010"/>
                <a:gd name="connsiteY12" fmla="*/ 10865 h 144195"/>
                <a:gd name="connsiteX13" fmla="*/ 12924 w 235010"/>
                <a:gd name="connsiteY13" fmla="*/ 130803 h 144195"/>
                <a:gd name="connsiteX14" fmla="*/ 240 w 235010"/>
                <a:gd name="connsiteY14" fmla="*/ 137541 h 144195"/>
                <a:gd name="connsiteX15" fmla="*/ 12572 w 235010"/>
                <a:gd name="connsiteY15" fmla="*/ 144279 h 144195"/>
                <a:gd name="connsiteX16" fmla="*/ 222918 w 235010"/>
                <a:gd name="connsiteY16" fmla="*/ 144279 h 144195"/>
                <a:gd name="connsiteX17" fmla="*/ 235250 w 235010"/>
                <a:gd name="connsiteY17" fmla="*/ 137541 h 144195"/>
                <a:gd name="connsiteX18" fmla="*/ 222566 w 235010"/>
                <a:gd name="connsiteY18" fmla="*/ 130803 h 144195"/>
                <a:gd name="connsiteX19" fmla="*/ 12924 w 235010"/>
                <a:gd name="connsiteY19" fmla="*/ 130803 h 1441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010" h="144195">
                  <a:moveTo>
                    <a:pt x="235250" y="10865"/>
                  </a:moveTo>
                  <a:cubicBezTo>
                    <a:pt x="235250" y="3453"/>
                    <a:pt x="232784" y="421"/>
                    <a:pt x="230317" y="421"/>
                  </a:cubicBezTo>
                  <a:cubicBezTo>
                    <a:pt x="228908" y="421"/>
                    <a:pt x="225737" y="1769"/>
                    <a:pt x="225384" y="9517"/>
                  </a:cubicBezTo>
                  <a:cubicBezTo>
                    <a:pt x="223975" y="37480"/>
                    <a:pt x="199311" y="53315"/>
                    <a:pt x="176409" y="53315"/>
                  </a:cubicBezTo>
                  <a:cubicBezTo>
                    <a:pt x="155269" y="53315"/>
                    <a:pt x="138357" y="41523"/>
                    <a:pt x="120035" y="28047"/>
                  </a:cubicBezTo>
                  <a:cubicBezTo>
                    <a:pt x="101361" y="13897"/>
                    <a:pt x="82687" y="84"/>
                    <a:pt x="59080" y="84"/>
                  </a:cubicBezTo>
                  <a:cubicBezTo>
                    <a:pt x="24551" y="84"/>
                    <a:pt x="240" y="29732"/>
                    <a:pt x="240" y="61401"/>
                  </a:cubicBezTo>
                  <a:cubicBezTo>
                    <a:pt x="240" y="71508"/>
                    <a:pt x="4820" y="71845"/>
                    <a:pt x="5173" y="71845"/>
                  </a:cubicBezTo>
                  <a:cubicBezTo>
                    <a:pt x="9048" y="71845"/>
                    <a:pt x="10105" y="65107"/>
                    <a:pt x="10105" y="64096"/>
                  </a:cubicBezTo>
                  <a:cubicBezTo>
                    <a:pt x="11867" y="31079"/>
                    <a:pt x="40054" y="18951"/>
                    <a:pt x="59080" y="18951"/>
                  </a:cubicBezTo>
                  <a:cubicBezTo>
                    <a:pt x="80221" y="18951"/>
                    <a:pt x="97133" y="30742"/>
                    <a:pt x="115455" y="44219"/>
                  </a:cubicBezTo>
                  <a:cubicBezTo>
                    <a:pt x="134129" y="58369"/>
                    <a:pt x="152803" y="72182"/>
                    <a:pt x="176409" y="72182"/>
                  </a:cubicBezTo>
                  <a:cubicBezTo>
                    <a:pt x="210939" y="72182"/>
                    <a:pt x="235250" y="42534"/>
                    <a:pt x="235250" y="10865"/>
                  </a:cubicBezTo>
                  <a:close/>
                  <a:moveTo>
                    <a:pt x="12924" y="130803"/>
                  </a:moveTo>
                  <a:cubicBezTo>
                    <a:pt x="7287" y="130803"/>
                    <a:pt x="240" y="130803"/>
                    <a:pt x="240" y="137541"/>
                  </a:cubicBezTo>
                  <a:cubicBezTo>
                    <a:pt x="240" y="144279"/>
                    <a:pt x="6582" y="144279"/>
                    <a:pt x="12572" y="144279"/>
                  </a:cubicBezTo>
                  <a:lnTo>
                    <a:pt x="222918" y="144279"/>
                  </a:lnTo>
                  <a:cubicBezTo>
                    <a:pt x="228908" y="144279"/>
                    <a:pt x="235250" y="144279"/>
                    <a:pt x="235250" y="137541"/>
                  </a:cubicBezTo>
                  <a:cubicBezTo>
                    <a:pt x="235250" y="130803"/>
                    <a:pt x="228556" y="130803"/>
                    <a:pt x="222566" y="130803"/>
                  </a:cubicBezTo>
                  <a:lnTo>
                    <a:pt x="12924" y="130803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6E8DB8C4-4AE3-4F69-315D-F8D827D99466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11325597" y="7175771"/>
              <a:ext cx="158552" cy="217977"/>
            </a:xfrm>
            <a:custGeom>
              <a:avLst/>
              <a:gdLst>
                <a:gd name="connsiteX0" fmla="*/ 13990 w 158552"/>
                <a:gd name="connsiteY0" fmla="*/ 13897 h 217977"/>
                <a:gd name="connsiteX1" fmla="*/ 24913 w 158552"/>
                <a:gd name="connsiteY1" fmla="*/ 12550 h 217977"/>
                <a:gd name="connsiteX2" fmla="*/ 66489 w 158552"/>
                <a:gd name="connsiteY2" fmla="*/ 78920 h 217977"/>
                <a:gd name="connsiteX3" fmla="*/ 80935 w 158552"/>
                <a:gd name="connsiteY3" fmla="*/ 145964 h 217977"/>
                <a:gd name="connsiteX4" fmla="*/ 73536 w 158552"/>
                <a:gd name="connsiteY4" fmla="*/ 162809 h 217977"/>
                <a:gd name="connsiteX5" fmla="*/ 51691 w 158552"/>
                <a:gd name="connsiteY5" fmla="*/ 189425 h 217977"/>
                <a:gd name="connsiteX6" fmla="*/ 35483 w 158552"/>
                <a:gd name="connsiteY6" fmla="*/ 199532 h 217977"/>
                <a:gd name="connsiteX7" fmla="*/ 27027 w 158552"/>
                <a:gd name="connsiteY7" fmla="*/ 195826 h 217977"/>
                <a:gd name="connsiteX8" fmla="*/ 13990 w 158552"/>
                <a:gd name="connsiteY8" fmla="*/ 190099 h 217977"/>
                <a:gd name="connsiteX9" fmla="*/ 249 w 158552"/>
                <a:gd name="connsiteY9" fmla="*/ 203238 h 217977"/>
                <a:gd name="connsiteX10" fmla="*/ 18219 w 158552"/>
                <a:gd name="connsiteY10" fmla="*/ 218062 h 217977"/>
                <a:gd name="connsiteX11" fmla="*/ 124977 w 158552"/>
                <a:gd name="connsiteY11" fmla="*/ 100819 h 217977"/>
                <a:gd name="connsiteX12" fmla="*/ 158802 w 158552"/>
                <a:gd name="connsiteY12" fmla="*/ 18614 h 217977"/>
                <a:gd name="connsiteX13" fmla="*/ 139423 w 158552"/>
                <a:gd name="connsiteY13" fmla="*/ 84 h 217977"/>
                <a:gd name="connsiteX14" fmla="*/ 125682 w 158552"/>
                <a:gd name="connsiteY14" fmla="*/ 12550 h 217977"/>
                <a:gd name="connsiteX15" fmla="*/ 135547 w 158552"/>
                <a:gd name="connsiteY15" fmla="*/ 25689 h 217977"/>
                <a:gd name="connsiteX16" fmla="*/ 144708 w 158552"/>
                <a:gd name="connsiteY16" fmla="*/ 37144 h 217977"/>
                <a:gd name="connsiteX17" fmla="*/ 101723 w 158552"/>
                <a:gd name="connsiteY17" fmla="*/ 124402 h 217977"/>
                <a:gd name="connsiteX18" fmla="*/ 94676 w 158552"/>
                <a:gd name="connsiteY18" fmla="*/ 85321 h 217977"/>
                <a:gd name="connsiteX19" fmla="*/ 64375 w 158552"/>
                <a:gd name="connsiteY19" fmla="*/ 84 h 217977"/>
                <a:gd name="connsiteX20" fmla="*/ 62966 w 158552"/>
                <a:gd name="connsiteY20" fmla="*/ 84 h 217977"/>
                <a:gd name="connsiteX21" fmla="*/ 59795 w 158552"/>
                <a:gd name="connsiteY21" fmla="*/ 421 h 217977"/>
                <a:gd name="connsiteX22" fmla="*/ 25265 w 158552"/>
                <a:gd name="connsiteY22" fmla="*/ 6149 h 217977"/>
                <a:gd name="connsiteX23" fmla="*/ 13990 w 158552"/>
                <a:gd name="connsiteY23" fmla="*/ 8170 h 217977"/>
                <a:gd name="connsiteX24" fmla="*/ 13990 w 158552"/>
                <a:gd name="connsiteY24" fmla="*/ 13897 h 21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8552" h="217977">
                  <a:moveTo>
                    <a:pt x="13990" y="13897"/>
                  </a:moveTo>
                  <a:cubicBezTo>
                    <a:pt x="18571" y="12887"/>
                    <a:pt x="21037" y="12550"/>
                    <a:pt x="24913" y="12550"/>
                  </a:cubicBezTo>
                  <a:cubicBezTo>
                    <a:pt x="44996" y="12550"/>
                    <a:pt x="50281" y="20972"/>
                    <a:pt x="66489" y="78920"/>
                  </a:cubicBezTo>
                  <a:cubicBezTo>
                    <a:pt x="72479" y="100819"/>
                    <a:pt x="80935" y="140237"/>
                    <a:pt x="80935" y="145964"/>
                  </a:cubicBezTo>
                  <a:cubicBezTo>
                    <a:pt x="80935" y="151355"/>
                    <a:pt x="78821" y="156745"/>
                    <a:pt x="73536" y="162809"/>
                  </a:cubicBezTo>
                  <a:cubicBezTo>
                    <a:pt x="62613" y="176622"/>
                    <a:pt x="55566" y="185382"/>
                    <a:pt x="51691" y="189425"/>
                  </a:cubicBezTo>
                  <a:cubicBezTo>
                    <a:pt x="44292" y="196837"/>
                    <a:pt x="40064" y="199532"/>
                    <a:pt x="35483" y="199532"/>
                  </a:cubicBezTo>
                  <a:cubicBezTo>
                    <a:pt x="33369" y="199532"/>
                    <a:pt x="30903" y="198521"/>
                    <a:pt x="27027" y="195826"/>
                  </a:cubicBezTo>
                  <a:cubicBezTo>
                    <a:pt x="21742" y="191783"/>
                    <a:pt x="17866" y="190099"/>
                    <a:pt x="13990" y="190099"/>
                  </a:cubicBezTo>
                  <a:cubicBezTo>
                    <a:pt x="6239" y="190099"/>
                    <a:pt x="249" y="195826"/>
                    <a:pt x="249" y="203238"/>
                  </a:cubicBezTo>
                  <a:cubicBezTo>
                    <a:pt x="249" y="211661"/>
                    <a:pt x="8001" y="218062"/>
                    <a:pt x="18219" y="218062"/>
                  </a:cubicBezTo>
                  <a:cubicBezTo>
                    <a:pt x="40768" y="218062"/>
                    <a:pt x="86925" y="167526"/>
                    <a:pt x="124977" y="100819"/>
                  </a:cubicBezTo>
                  <a:cubicBezTo>
                    <a:pt x="148936" y="59380"/>
                    <a:pt x="158802" y="35122"/>
                    <a:pt x="158802" y="18614"/>
                  </a:cubicBezTo>
                  <a:cubicBezTo>
                    <a:pt x="158802" y="8507"/>
                    <a:pt x="149993" y="84"/>
                    <a:pt x="139423" y="84"/>
                  </a:cubicBezTo>
                  <a:cubicBezTo>
                    <a:pt x="131319" y="84"/>
                    <a:pt x="125682" y="5138"/>
                    <a:pt x="125682" y="12550"/>
                  </a:cubicBezTo>
                  <a:cubicBezTo>
                    <a:pt x="125682" y="17603"/>
                    <a:pt x="128501" y="21309"/>
                    <a:pt x="135547" y="25689"/>
                  </a:cubicBezTo>
                  <a:cubicBezTo>
                    <a:pt x="142242" y="29395"/>
                    <a:pt x="144708" y="32427"/>
                    <a:pt x="144708" y="37144"/>
                  </a:cubicBezTo>
                  <a:cubicBezTo>
                    <a:pt x="144708" y="50620"/>
                    <a:pt x="131672" y="76899"/>
                    <a:pt x="101723" y="124402"/>
                  </a:cubicBezTo>
                  <a:lnTo>
                    <a:pt x="94676" y="85321"/>
                  </a:lnTo>
                  <a:cubicBezTo>
                    <a:pt x="89391" y="55674"/>
                    <a:pt x="69660" y="84"/>
                    <a:pt x="64375" y="84"/>
                  </a:cubicBezTo>
                  <a:lnTo>
                    <a:pt x="62966" y="84"/>
                  </a:lnTo>
                  <a:cubicBezTo>
                    <a:pt x="62613" y="421"/>
                    <a:pt x="61204" y="421"/>
                    <a:pt x="59795" y="421"/>
                  </a:cubicBezTo>
                  <a:cubicBezTo>
                    <a:pt x="56623" y="758"/>
                    <a:pt x="43939" y="2780"/>
                    <a:pt x="25265" y="6149"/>
                  </a:cubicBezTo>
                  <a:cubicBezTo>
                    <a:pt x="23504" y="6486"/>
                    <a:pt x="18923" y="7496"/>
                    <a:pt x="13990" y="8170"/>
                  </a:cubicBezTo>
                  <a:lnTo>
                    <a:pt x="13990" y="13897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21AAD0B8-65CC-9749-80D5-B95FEF55EF4A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11525958" y="7071668"/>
              <a:ext cx="81742" cy="336904"/>
            </a:xfrm>
            <a:custGeom>
              <a:avLst/>
              <a:gdLst>
                <a:gd name="connsiteX0" fmla="*/ 81996 w 81742"/>
                <a:gd name="connsiteY0" fmla="*/ 333620 h 336904"/>
                <a:gd name="connsiteX1" fmla="*/ 76007 w 81742"/>
                <a:gd name="connsiteY1" fmla="*/ 326208 h 336904"/>
                <a:gd name="connsiteX2" fmla="*/ 20689 w 81742"/>
                <a:gd name="connsiteY2" fmla="*/ 168536 h 336904"/>
                <a:gd name="connsiteX3" fmla="*/ 77416 w 81742"/>
                <a:gd name="connsiteY3" fmla="*/ 9180 h 336904"/>
                <a:gd name="connsiteX4" fmla="*/ 81996 w 81742"/>
                <a:gd name="connsiteY4" fmla="*/ 3453 h 336904"/>
                <a:gd name="connsiteX5" fmla="*/ 78473 w 81742"/>
                <a:gd name="connsiteY5" fmla="*/ 84 h 336904"/>
                <a:gd name="connsiteX6" fmla="*/ 22451 w 81742"/>
                <a:gd name="connsiteY6" fmla="*/ 65780 h 336904"/>
                <a:gd name="connsiteX7" fmla="*/ 254 w 81742"/>
                <a:gd name="connsiteY7" fmla="*/ 168536 h 336904"/>
                <a:gd name="connsiteX8" fmla="*/ 23508 w 81742"/>
                <a:gd name="connsiteY8" fmla="*/ 273651 h 336904"/>
                <a:gd name="connsiteX9" fmla="*/ 78473 w 81742"/>
                <a:gd name="connsiteY9" fmla="*/ 336989 h 336904"/>
                <a:gd name="connsiteX10" fmla="*/ 81996 w 81742"/>
                <a:gd name="connsiteY10" fmla="*/ 333620 h 33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742" h="336904">
                  <a:moveTo>
                    <a:pt x="81996" y="333620"/>
                  </a:moveTo>
                  <a:cubicBezTo>
                    <a:pt x="81996" y="332609"/>
                    <a:pt x="81996" y="331935"/>
                    <a:pt x="76007" y="326208"/>
                  </a:cubicBezTo>
                  <a:cubicBezTo>
                    <a:pt x="31964" y="283758"/>
                    <a:pt x="20689" y="220083"/>
                    <a:pt x="20689" y="168536"/>
                  </a:cubicBezTo>
                  <a:cubicBezTo>
                    <a:pt x="20689" y="109915"/>
                    <a:pt x="34078" y="51294"/>
                    <a:pt x="77416" y="9180"/>
                  </a:cubicBezTo>
                  <a:cubicBezTo>
                    <a:pt x="81996" y="5138"/>
                    <a:pt x="81996" y="4464"/>
                    <a:pt x="81996" y="3453"/>
                  </a:cubicBezTo>
                  <a:cubicBezTo>
                    <a:pt x="81996" y="1095"/>
                    <a:pt x="80587" y="84"/>
                    <a:pt x="78473" y="84"/>
                  </a:cubicBezTo>
                  <a:cubicBezTo>
                    <a:pt x="74950" y="84"/>
                    <a:pt x="43239" y="22994"/>
                    <a:pt x="22451" y="65780"/>
                  </a:cubicBezTo>
                  <a:cubicBezTo>
                    <a:pt x="4482" y="102840"/>
                    <a:pt x="254" y="140236"/>
                    <a:pt x="254" y="168536"/>
                  </a:cubicBezTo>
                  <a:cubicBezTo>
                    <a:pt x="254" y="194815"/>
                    <a:pt x="4129" y="235580"/>
                    <a:pt x="23508" y="273651"/>
                  </a:cubicBezTo>
                  <a:cubicBezTo>
                    <a:pt x="44648" y="315090"/>
                    <a:pt x="74950" y="336989"/>
                    <a:pt x="78473" y="336989"/>
                  </a:cubicBezTo>
                  <a:cubicBezTo>
                    <a:pt x="80587" y="336989"/>
                    <a:pt x="81996" y="335978"/>
                    <a:pt x="81996" y="333620"/>
                  </a:cubicBez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DD859678-EDCB-0AB4-E6CB-3AEFFBABD2CB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11618779" y="7175771"/>
              <a:ext cx="167008" cy="152280"/>
            </a:xfrm>
            <a:custGeom>
              <a:avLst/>
              <a:gdLst>
                <a:gd name="connsiteX0" fmla="*/ 151411 w 167008"/>
                <a:gd name="connsiteY0" fmla="*/ 111263 h 152280"/>
                <a:gd name="connsiteX1" fmla="*/ 143660 w 167008"/>
                <a:gd name="connsiteY1" fmla="*/ 120359 h 152280"/>
                <a:gd name="connsiteX2" fmla="*/ 127452 w 167008"/>
                <a:gd name="connsiteY2" fmla="*/ 133835 h 152280"/>
                <a:gd name="connsiteX3" fmla="*/ 116529 w 167008"/>
                <a:gd name="connsiteY3" fmla="*/ 120022 h 152280"/>
                <a:gd name="connsiteX4" fmla="*/ 115120 w 167008"/>
                <a:gd name="connsiteY4" fmla="*/ 114295 h 152280"/>
                <a:gd name="connsiteX5" fmla="*/ 102436 w 167008"/>
                <a:gd name="connsiteY5" fmla="*/ 59716 h 152280"/>
                <a:gd name="connsiteX6" fmla="*/ 136965 w 167008"/>
                <a:gd name="connsiteY6" fmla="*/ 18951 h 152280"/>
                <a:gd name="connsiteX7" fmla="*/ 145421 w 167008"/>
                <a:gd name="connsiteY7" fmla="*/ 21646 h 152280"/>
                <a:gd name="connsiteX8" fmla="*/ 154934 w 167008"/>
                <a:gd name="connsiteY8" fmla="*/ 24678 h 152280"/>
                <a:gd name="connsiteX9" fmla="*/ 167266 w 167008"/>
                <a:gd name="connsiteY9" fmla="*/ 12550 h 152280"/>
                <a:gd name="connsiteX10" fmla="*/ 152820 w 167008"/>
                <a:gd name="connsiteY10" fmla="*/ 84 h 152280"/>
                <a:gd name="connsiteX11" fmla="*/ 99617 w 167008"/>
                <a:gd name="connsiteY11" fmla="*/ 48262 h 152280"/>
                <a:gd name="connsiteX12" fmla="*/ 95741 w 167008"/>
                <a:gd name="connsiteY12" fmla="*/ 29732 h 152280"/>
                <a:gd name="connsiteX13" fmla="*/ 77420 w 167008"/>
                <a:gd name="connsiteY13" fmla="*/ 84 h 152280"/>
                <a:gd name="connsiteX14" fmla="*/ 36196 w 167008"/>
                <a:gd name="connsiteY14" fmla="*/ 9854 h 152280"/>
                <a:gd name="connsiteX15" fmla="*/ 32320 w 167008"/>
                <a:gd name="connsiteY15" fmla="*/ 11202 h 152280"/>
                <a:gd name="connsiteX16" fmla="*/ 33730 w 167008"/>
                <a:gd name="connsiteY16" fmla="*/ 16256 h 152280"/>
                <a:gd name="connsiteX17" fmla="*/ 53461 w 167008"/>
                <a:gd name="connsiteY17" fmla="*/ 12550 h 152280"/>
                <a:gd name="connsiteX18" fmla="*/ 69316 w 167008"/>
                <a:gd name="connsiteY18" fmla="*/ 35796 h 152280"/>
                <a:gd name="connsiteX19" fmla="*/ 79534 w 167008"/>
                <a:gd name="connsiteY19" fmla="*/ 77235 h 152280"/>
                <a:gd name="connsiteX20" fmla="*/ 50642 w 167008"/>
                <a:gd name="connsiteY20" fmla="*/ 116653 h 152280"/>
                <a:gd name="connsiteX21" fmla="*/ 32673 w 167008"/>
                <a:gd name="connsiteY21" fmla="*/ 132825 h 152280"/>
                <a:gd name="connsiteX22" fmla="*/ 23512 w 167008"/>
                <a:gd name="connsiteY22" fmla="*/ 129792 h 152280"/>
                <a:gd name="connsiteX23" fmla="*/ 12237 w 167008"/>
                <a:gd name="connsiteY23" fmla="*/ 126423 h 152280"/>
                <a:gd name="connsiteX24" fmla="*/ 258 w 167008"/>
                <a:gd name="connsiteY24" fmla="*/ 138215 h 152280"/>
                <a:gd name="connsiteX25" fmla="*/ 17875 w 167008"/>
                <a:gd name="connsiteY25" fmla="*/ 152365 h 152280"/>
                <a:gd name="connsiteX26" fmla="*/ 50642 w 167008"/>
                <a:gd name="connsiteY26" fmla="*/ 128782 h 152280"/>
                <a:gd name="connsiteX27" fmla="*/ 82353 w 167008"/>
                <a:gd name="connsiteY27" fmla="*/ 89364 h 152280"/>
                <a:gd name="connsiteX28" fmla="*/ 92923 w 167008"/>
                <a:gd name="connsiteY28" fmla="*/ 129792 h 152280"/>
                <a:gd name="connsiteX29" fmla="*/ 113358 w 167008"/>
                <a:gd name="connsiteY29" fmla="*/ 152365 h 152280"/>
                <a:gd name="connsiteX30" fmla="*/ 156344 w 167008"/>
                <a:gd name="connsiteY30" fmla="*/ 113958 h 152280"/>
                <a:gd name="connsiteX31" fmla="*/ 151411 w 167008"/>
                <a:gd name="connsiteY31" fmla="*/ 111263 h 152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008" h="152280">
                  <a:moveTo>
                    <a:pt x="151411" y="111263"/>
                  </a:moveTo>
                  <a:cubicBezTo>
                    <a:pt x="148592" y="114295"/>
                    <a:pt x="146831" y="116316"/>
                    <a:pt x="143660" y="120359"/>
                  </a:cubicBezTo>
                  <a:cubicBezTo>
                    <a:pt x="135556" y="130466"/>
                    <a:pt x="131328" y="133835"/>
                    <a:pt x="127452" y="133835"/>
                  </a:cubicBezTo>
                  <a:cubicBezTo>
                    <a:pt x="122167" y="133835"/>
                    <a:pt x="118996" y="129456"/>
                    <a:pt x="116529" y="120022"/>
                  </a:cubicBezTo>
                  <a:cubicBezTo>
                    <a:pt x="115825" y="117327"/>
                    <a:pt x="115472" y="115306"/>
                    <a:pt x="115120" y="114295"/>
                  </a:cubicBezTo>
                  <a:cubicBezTo>
                    <a:pt x="106312" y="80267"/>
                    <a:pt x="102436" y="64770"/>
                    <a:pt x="102436" y="59716"/>
                  </a:cubicBezTo>
                  <a:cubicBezTo>
                    <a:pt x="117939" y="33775"/>
                    <a:pt x="130623" y="18951"/>
                    <a:pt x="136965" y="18951"/>
                  </a:cubicBezTo>
                  <a:cubicBezTo>
                    <a:pt x="139079" y="18951"/>
                    <a:pt x="141898" y="19962"/>
                    <a:pt x="145421" y="21646"/>
                  </a:cubicBezTo>
                  <a:cubicBezTo>
                    <a:pt x="149649" y="24004"/>
                    <a:pt x="152116" y="24678"/>
                    <a:pt x="154934" y="24678"/>
                  </a:cubicBezTo>
                  <a:cubicBezTo>
                    <a:pt x="162334" y="24678"/>
                    <a:pt x="167266" y="19625"/>
                    <a:pt x="167266" y="12550"/>
                  </a:cubicBezTo>
                  <a:cubicBezTo>
                    <a:pt x="167266" y="5475"/>
                    <a:pt x="161277" y="84"/>
                    <a:pt x="152820" y="84"/>
                  </a:cubicBezTo>
                  <a:cubicBezTo>
                    <a:pt x="137317" y="84"/>
                    <a:pt x="123929" y="12213"/>
                    <a:pt x="99617" y="48262"/>
                  </a:cubicBezTo>
                  <a:lnTo>
                    <a:pt x="95741" y="29732"/>
                  </a:lnTo>
                  <a:cubicBezTo>
                    <a:pt x="90809" y="6822"/>
                    <a:pt x="86933" y="84"/>
                    <a:pt x="77420" y="84"/>
                  </a:cubicBezTo>
                  <a:cubicBezTo>
                    <a:pt x="69668" y="84"/>
                    <a:pt x="57689" y="3116"/>
                    <a:pt x="36196" y="9854"/>
                  </a:cubicBezTo>
                  <a:lnTo>
                    <a:pt x="32320" y="11202"/>
                  </a:lnTo>
                  <a:lnTo>
                    <a:pt x="33730" y="16256"/>
                  </a:lnTo>
                  <a:cubicBezTo>
                    <a:pt x="47119" y="13223"/>
                    <a:pt x="50290" y="12550"/>
                    <a:pt x="53461" y="12550"/>
                  </a:cubicBezTo>
                  <a:cubicBezTo>
                    <a:pt x="62269" y="12550"/>
                    <a:pt x="64383" y="15582"/>
                    <a:pt x="69316" y="35796"/>
                  </a:cubicBezTo>
                  <a:lnTo>
                    <a:pt x="79534" y="77235"/>
                  </a:lnTo>
                  <a:lnTo>
                    <a:pt x="50642" y="116653"/>
                  </a:lnTo>
                  <a:cubicBezTo>
                    <a:pt x="43595" y="126760"/>
                    <a:pt x="36548" y="132825"/>
                    <a:pt x="32673" y="132825"/>
                  </a:cubicBezTo>
                  <a:cubicBezTo>
                    <a:pt x="30559" y="132825"/>
                    <a:pt x="27035" y="131814"/>
                    <a:pt x="23512" y="129792"/>
                  </a:cubicBezTo>
                  <a:cubicBezTo>
                    <a:pt x="18932" y="127434"/>
                    <a:pt x="15056" y="126423"/>
                    <a:pt x="12237" y="126423"/>
                  </a:cubicBezTo>
                  <a:cubicBezTo>
                    <a:pt x="5543" y="126423"/>
                    <a:pt x="258" y="131477"/>
                    <a:pt x="258" y="138215"/>
                  </a:cubicBezTo>
                  <a:cubicBezTo>
                    <a:pt x="258" y="146975"/>
                    <a:pt x="7304" y="152365"/>
                    <a:pt x="17875" y="152365"/>
                  </a:cubicBezTo>
                  <a:cubicBezTo>
                    <a:pt x="28797" y="152365"/>
                    <a:pt x="33025" y="149333"/>
                    <a:pt x="50642" y="128782"/>
                  </a:cubicBezTo>
                  <a:cubicBezTo>
                    <a:pt x="60155" y="118001"/>
                    <a:pt x="67554" y="108904"/>
                    <a:pt x="82353" y="89364"/>
                  </a:cubicBezTo>
                  <a:lnTo>
                    <a:pt x="92923" y="129792"/>
                  </a:lnTo>
                  <a:cubicBezTo>
                    <a:pt x="97503" y="146975"/>
                    <a:pt x="102084" y="152365"/>
                    <a:pt x="113358" y="152365"/>
                  </a:cubicBezTo>
                  <a:cubicBezTo>
                    <a:pt x="126747" y="152365"/>
                    <a:pt x="135908" y="144279"/>
                    <a:pt x="156344" y="113958"/>
                  </a:cubicBezTo>
                  <a:lnTo>
                    <a:pt x="151411" y="111263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4E4DAF34-1FD4-F067-FBE9-0D4FEADBDBB7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11798092" y="7212023"/>
              <a:ext cx="56057" cy="165790"/>
            </a:xfrm>
            <a:custGeom>
              <a:avLst/>
              <a:gdLst>
                <a:gd name="connsiteX0" fmla="*/ 45368 w 56057"/>
                <a:gd name="connsiteY0" fmla="*/ 134713 h 165790"/>
                <a:gd name="connsiteX1" fmla="*/ 34678 w 56057"/>
                <a:gd name="connsiteY1" fmla="*/ 147428 h 165790"/>
                <a:gd name="connsiteX2" fmla="*/ 23988 w 56057"/>
                <a:gd name="connsiteY2" fmla="*/ 154159 h 165790"/>
                <a:gd name="connsiteX3" fmla="*/ 19816 w 56057"/>
                <a:gd name="connsiteY3" fmla="*/ 150420 h 165790"/>
                <a:gd name="connsiteX4" fmla="*/ 22424 w 56057"/>
                <a:gd name="connsiteY4" fmla="*/ 139450 h 165790"/>
                <a:gd name="connsiteX5" fmla="*/ 23727 w 56057"/>
                <a:gd name="connsiteY5" fmla="*/ 134963 h 165790"/>
                <a:gd name="connsiteX6" fmla="*/ 23727 w 56057"/>
                <a:gd name="connsiteY6" fmla="*/ 134464 h 165790"/>
                <a:gd name="connsiteX7" fmla="*/ 23988 w 56057"/>
                <a:gd name="connsiteY7" fmla="*/ 133965 h 165790"/>
                <a:gd name="connsiteX8" fmla="*/ 46932 w 56057"/>
                <a:gd name="connsiteY8" fmla="*/ 53688 h 165790"/>
                <a:gd name="connsiteX9" fmla="*/ 46150 w 56057"/>
                <a:gd name="connsiteY9" fmla="*/ 53189 h 165790"/>
                <a:gd name="connsiteX10" fmla="*/ 4433 w 56057"/>
                <a:gd name="connsiteY10" fmla="*/ 59422 h 165790"/>
                <a:gd name="connsiteX11" fmla="*/ 4433 w 56057"/>
                <a:gd name="connsiteY11" fmla="*/ 63411 h 165790"/>
                <a:gd name="connsiteX12" fmla="*/ 20859 w 56057"/>
                <a:gd name="connsiteY12" fmla="*/ 69394 h 165790"/>
                <a:gd name="connsiteX13" fmla="*/ 18513 w 56057"/>
                <a:gd name="connsiteY13" fmla="*/ 80364 h 165790"/>
                <a:gd name="connsiteX14" fmla="*/ 5998 w 56057"/>
                <a:gd name="connsiteY14" fmla="*/ 124492 h 165790"/>
                <a:gd name="connsiteX15" fmla="*/ 261 w 56057"/>
                <a:gd name="connsiteY15" fmla="*/ 151666 h 165790"/>
                <a:gd name="connsiteX16" fmla="*/ 12255 w 56057"/>
                <a:gd name="connsiteY16" fmla="*/ 165877 h 165790"/>
                <a:gd name="connsiteX17" fmla="*/ 48757 w 56057"/>
                <a:gd name="connsiteY17" fmla="*/ 137456 h 165790"/>
                <a:gd name="connsiteX18" fmla="*/ 45368 w 56057"/>
                <a:gd name="connsiteY18" fmla="*/ 134713 h 165790"/>
                <a:gd name="connsiteX19" fmla="*/ 43282 w 56057"/>
                <a:gd name="connsiteY19" fmla="*/ 86 h 165790"/>
                <a:gd name="connsiteX20" fmla="*/ 31028 w 56057"/>
                <a:gd name="connsiteY20" fmla="*/ 13300 h 165790"/>
                <a:gd name="connsiteX21" fmla="*/ 43543 w 56057"/>
                <a:gd name="connsiteY21" fmla="*/ 26513 h 165790"/>
                <a:gd name="connsiteX22" fmla="*/ 56319 w 56057"/>
                <a:gd name="connsiteY22" fmla="*/ 13798 h 165790"/>
                <a:gd name="connsiteX23" fmla="*/ 43282 w 56057"/>
                <a:gd name="connsiteY23" fmla="*/ 86 h 16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6057" h="165790">
                  <a:moveTo>
                    <a:pt x="45368" y="134713"/>
                  </a:moveTo>
                  <a:cubicBezTo>
                    <a:pt x="39110" y="142691"/>
                    <a:pt x="37285" y="144686"/>
                    <a:pt x="34678" y="147428"/>
                  </a:cubicBezTo>
                  <a:cubicBezTo>
                    <a:pt x="30245" y="151666"/>
                    <a:pt x="26335" y="154159"/>
                    <a:pt x="23988" y="154159"/>
                  </a:cubicBezTo>
                  <a:cubicBezTo>
                    <a:pt x="21902" y="154159"/>
                    <a:pt x="19816" y="152165"/>
                    <a:pt x="19816" y="150420"/>
                  </a:cubicBezTo>
                  <a:cubicBezTo>
                    <a:pt x="19816" y="147927"/>
                    <a:pt x="20598" y="144187"/>
                    <a:pt x="22424" y="139450"/>
                  </a:cubicBezTo>
                  <a:cubicBezTo>
                    <a:pt x="22424" y="138702"/>
                    <a:pt x="23206" y="136957"/>
                    <a:pt x="23727" y="134963"/>
                  </a:cubicBezTo>
                  <a:lnTo>
                    <a:pt x="23727" y="134464"/>
                  </a:lnTo>
                  <a:lnTo>
                    <a:pt x="23988" y="133965"/>
                  </a:lnTo>
                  <a:lnTo>
                    <a:pt x="46932" y="53688"/>
                  </a:lnTo>
                  <a:lnTo>
                    <a:pt x="46150" y="53189"/>
                  </a:lnTo>
                  <a:cubicBezTo>
                    <a:pt x="19816" y="57926"/>
                    <a:pt x="14602" y="58674"/>
                    <a:pt x="4433" y="59422"/>
                  </a:cubicBezTo>
                  <a:lnTo>
                    <a:pt x="4433" y="63411"/>
                  </a:lnTo>
                  <a:cubicBezTo>
                    <a:pt x="18252" y="63660"/>
                    <a:pt x="20859" y="64408"/>
                    <a:pt x="20859" y="69394"/>
                  </a:cubicBezTo>
                  <a:cubicBezTo>
                    <a:pt x="20859" y="71389"/>
                    <a:pt x="20077" y="75378"/>
                    <a:pt x="18513" y="80364"/>
                  </a:cubicBezTo>
                  <a:lnTo>
                    <a:pt x="5998" y="124492"/>
                  </a:lnTo>
                  <a:cubicBezTo>
                    <a:pt x="1826" y="138952"/>
                    <a:pt x="261" y="146680"/>
                    <a:pt x="261" y="151666"/>
                  </a:cubicBezTo>
                  <a:cubicBezTo>
                    <a:pt x="261" y="160891"/>
                    <a:pt x="4433" y="165877"/>
                    <a:pt x="12255" y="165877"/>
                  </a:cubicBezTo>
                  <a:cubicBezTo>
                    <a:pt x="24249" y="165877"/>
                    <a:pt x="33896" y="158398"/>
                    <a:pt x="48757" y="137456"/>
                  </a:cubicBezTo>
                  <a:lnTo>
                    <a:pt x="45368" y="134713"/>
                  </a:lnTo>
                  <a:close/>
                  <a:moveTo>
                    <a:pt x="43282" y="86"/>
                  </a:moveTo>
                  <a:cubicBezTo>
                    <a:pt x="36242" y="86"/>
                    <a:pt x="31028" y="5820"/>
                    <a:pt x="31028" y="13300"/>
                  </a:cubicBezTo>
                  <a:cubicBezTo>
                    <a:pt x="31028" y="21277"/>
                    <a:pt x="35982" y="26513"/>
                    <a:pt x="43543" y="26513"/>
                  </a:cubicBezTo>
                  <a:cubicBezTo>
                    <a:pt x="50322" y="26513"/>
                    <a:pt x="56319" y="20779"/>
                    <a:pt x="56319" y="13798"/>
                  </a:cubicBezTo>
                  <a:cubicBezTo>
                    <a:pt x="56319" y="6568"/>
                    <a:pt x="50322" y="86"/>
                    <a:pt x="43282" y="86"/>
                  </a:cubicBez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1C9A60CE-CA0D-16FA-860C-B4CC48453D97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11895834" y="7071668"/>
              <a:ext cx="81742" cy="336904"/>
            </a:xfrm>
            <a:custGeom>
              <a:avLst/>
              <a:gdLst>
                <a:gd name="connsiteX0" fmla="*/ 82007 w 81742"/>
                <a:gd name="connsiteY0" fmla="*/ 168536 h 336904"/>
                <a:gd name="connsiteX1" fmla="*/ 58753 w 81742"/>
                <a:gd name="connsiteY1" fmla="*/ 63422 h 336904"/>
                <a:gd name="connsiteX2" fmla="*/ 3788 w 81742"/>
                <a:gd name="connsiteY2" fmla="*/ 84 h 336904"/>
                <a:gd name="connsiteX3" fmla="*/ 264 w 81742"/>
                <a:gd name="connsiteY3" fmla="*/ 3453 h 336904"/>
                <a:gd name="connsiteX4" fmla="*/ 6959 w 81742"/>
                <a:gd name="connsiteY4" fmla="*/ 11202 h 336904"/>
                <a:gd name="connsiteX5" fmla="*/ 61571 w 81742"/>
                <a:gd name="connsiteY5" fmla="*/ 168536 h 336904"/>
                <a:gd name="connsiteX6" fmla="*/ 4845 w 81742"/>
                <a:gd name="connsiteY6" fmla="*/ 327892 h 336904"/>
                <a:gd name="connsiteX7" fmla="*/ 264 w 81742"/>
                <a:gd name="connsiteY7" fmla="*/ 333620 h 336904"/>
                <a:gd name="connsiteX8" fmla="*/ 3788 w 81742"/>
                <a:gd name="connsiteY8" fmla="*/ 336989 h 336904"/>
                <a:gd name="connsiteX9" fmla="*/ 59810 w 81742"/>
                <a:gd name="connsiteY9" fmla="*/ 271292 h 336904"/>
                <a:gd name="connsiteX10" fmla="*/ 82007 w 81742"/>
                <a:gd name="connsiteY10" fmla="*/ 168536 h 33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742" h="336904">
                  <a:moveTo>
                    <a:pt x="82007" y="168536"/>
                  </a:moveTo>
                  <a:cubicBezTo>
                    <a:pt x="82007" y="142258"/>
                    <a:pt x="78131" y="101492"/>
                    <a:pt x="58753" y="63422"/>
                  </a:cubicBezTo>
                  <a:cubicBezTo>
                    <a:pt x="37612" y="21983"/>
                    <a:pt x="7311" y="84"/>
                    <a:pt x="3788" y="84"/>
                  </a:cubicBezTo>
                  <a:cubicBezTo>
                    <a:pt x="1674" y="84"/>
                    <a:pt x="264" y="1432"/>
                    <a:pt x="264" y="3453"/>
                  </a:cubicBezTo>
                  <a:cubicBezTo>
                    <a:pt x="264" y="4464"/>
                    <a:pt x="264" y="5138"/>
                    <a:pt x="6959" y="11202"/>
                  </a:cubicBezTo>
                  <a:cubicBezTo>
                    <a:pt x="41488" y="44555"/>
                    <a:pt x="61571" y="98123"/>
                    <a:pt x="61571" y="168536"/>
                  </a:cubicBezTo>
                  <a:cubicBezTo>
                    <a:pt x="61571" y="226147"/>
                    <a:pt x="48535" y="285442"/>
                    <a:pt x="4845" y="327892"/>
                  </a:cubicBezTo>
                  <a:cubicBezTo>
                    <a:pt x="264" y="331935"/>
                    <a:pt x="264" y="332609"/>
                    <a:pt x="264" y="333620"/>
                  </a:cubicBezTo>
                  <a:cubicBezTo>
                    <a:pt x="264" y="335641"/>
                    <a:pt x="1674" y="336989"/>
                    <a:pt x="3788" y="336989"/>
                  </a:cubicBezTo>
                  <a:cubicBezTo>
                    <a:pt x="7311" y="336989"/>
                    <a:pt x="39022" y="314079"/>
                    <a:pt x="59810" y="271292"/>
                  </a:cubicBezTo>
                  <a:cubicBezTo>
                    <a:pt x="77779" y="234233"/>
                    <a:pt x="82007" y="196836"/>
                    <a:pt x="82007" y="168536"/>
                  </a:cubicBez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6E75ED70-983F-76B1-75F6-F8749D78C084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12081816" y="7127931"/>
              <a:ext cx="234305" cy="224378"/>
            </a:xfrm>
            <a:custGeom>
              <a:avLst/>
              <a:gdLst>
                <a:gd name="connsiteX0" fmla="*/ 124646 w 234305"/>
                <a:gd name="connsiteY0" fmla="*/ 119011 h 224378"/>
                <a:gd name="connsiteX1" fmla="*/ 222949 w 234305"/>
                <a:gd name="connsiteY1" fmla="*/ 119011 h 224378"/>
                <a:gd name="connsiteX2" fmla="*/ 234576 w 234305"/>
                <a:gd name="connsiteY2" fmla="*/ 112273 h 224378"/>
                <a:gd name="connsiteX3" fmla="*/ 222949 w 234305"/>
                <a:gd name="connsiteY3" fmla="*/ 105535 h 224378"/>
                <a:gd name="connsiteX4" fmla="*/ 124646 w 234305"/>
                <a:gd name="connsiteY4" fmla="*/ 105535 h 224378"/>
                <a:gd name="connsiteX5" fmla="*/ 124646 w 234305"/>
                <a:gd name="connsiteY5" fmla="*/ 11202 h 224378"/>
                <a:gd name="connsiteX6" fmla="*/ 117599 w 234305"/>
                <a:gd name="connsiteY6" fmla="*/ 84 h 224378"/>
                <a:gd name="connsiteX7" fmla="*/ 110552 w 234305"/>
                <a:gd name="connsiteY7" fmla="*/ 11202 h 224378"/>
                <a:gd name="connsiteX8" fmla="*/ 110552 w 234305"/>
                <a:gd name="connsiteY8" fmla="*/ 105535 h 224378"/>
                <a:gd name="connsiteX9" fmla="*/ 11897 w 234305"/>
                <a:gd name="connsiteY9" fmla="*/ 105535 h 224378"/>
                <a:gd name="connsiteX10" fmla="*/ 270 w 234305"/>
                <a:gd name="connsiteY10" fmla="*/ 112273 h 224378"/>
                <a:gd name="connsiteX11" fmla="*/ 11897 w 234305"/>
                <a:gd name="connsiteY11" fmla="*/ 119011 h 224378"/>
                <a:gd name="connsiteX12" fmla="*/ 110552 w 234305"/>
                <a:gd name="connsiteY12" fmla="*/ 119011 h 224378"/>
                <a:gd name="connsiteX13" fmla="*/ 110552 w 234305"/>
                <a:gd name="connsiteY13" fmla="*/ 213345 h 224378"/>
                <a:gd name="connsiteX14" fmla="*/ 117599 w 234305"/>
                <a:gd name="connsiteY14" fmla="*/ 224463 h 224378"/>
                <a:gd name="connsiteX15" fmla="*/ 124646 w 234305"/>
                <a:gd name="connsiteY15" fmla="*/ 213345 h 224378"/>
                <a:gd name="connsiteX16" fmla="*/ 124646 w 234305"/>
                <a:gd name="connsiteY16" fmla="*/ 119011 h 22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4305" h="224378">
                  <a:moveTo>
                    <a:pt x="124646" y="119011"/>
                  </a:moveTo>
                  <a:lnTo>
                    <a:pt x="222949" y="119011"/>
                  </a:lnTo>
                  <a:cubicBezTo>
                    <a:pt x="227881" y="119011"/>
                    <a:pt x="234576" y="119011"/>
                    <a:pt x="234576" y="112273"/>
                  </a:cubicBezTo>
                  <a:cubicBezTo>
                    <a:pt x="234576" y="105535"/>
                    <a:pt x="227881" y="105535"/>
                    <a:pt x="222949" y="105535"/>
                  </a:cubicBezTo>
                  <a:lnTo>
                    <a:pt x="124646" y="105535"/>
                  </a:lnTo>
                  <a:lnTo>
                    <a:pt x="124646" y="11202"/>
                  </a:lnTo>
                  <a:cubicBezTo>
                    <a:pt x="124646" y="6485"/>
                    <a:pt x="124646" y="84"/>
                    <a:pt x="117599" y="84"/>
                  </a:cubicBezTo>
                  <a:cubicBezTo>
                    <a:pt x="110552" y="84"/>
                    <a:pt x="110552" y="6485"/>
                    <a:pt x="110552" y="11202"/>
                  </a:cubicBezTo>
                  <a:lnTo>
                    <a:pt x="110552" y="105535"/>
                  </a:lnTo>
                  <a:lnTo>
                    <a:pt x="11897" y="105535"/>
                  </a:lnTo>
                  <a:cubicBezTo>
                    <a:pt x="6965" y="105535"/>
                    <a:pt x="270" y="105535"/>
                    <a:pt x="270" y="112273"/>
                  </a:cubicBezTo>
                  <a:cubicBezTo>
                    <a:pt x="270" y="119011"/>
                    <a:pt x="6965" y="119011"/>
                    <a:pt x="11897" y="119011"/>
                  </a:cubicBezTo>
                  <a:lnTo>
                    <a:pt x="110552" y="119011"/>
                  </a:lnTo>
                  <a:lnTo>
                    <a:pt x="110552" y="213345"/>
                  </a:lnTo>
                  <a:cubicBezTo>
                    <a:pt x="110552" y="218061"/>
                    <a:pt x="110552" y="224463"/>
                    <a:pt x="117599" y="224463"/>
                  </a:cubicBezTo>
                  <a:cubicBezTo>
                    <a:pt x="124646" y="224463"/>
                    <a:pt x="124646" y="218061"/>
                    <a:pt x="124646" y="213345"/>
                  </a:cubicBezTo>
                  <a:lnTo>
                    <a:pt x="124646" y="119011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4A50AB43-DD13-2B95-5C3C-A809FEFACC00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12392689" y="7094241"/>
              <a:ext cx="161723" cy="233138"/>
            </a:xfrm>
            <a:custGeom>
              <a:avLst/>
              <a:gdLst>
                <a:gd name="connsiteX0" fmla="*/ 157422 w 161723"/>
                <a:gd name="connsiteY0" fmla="*/ 190772 h 233138"/>
                <a:gd name="connsiteX1" fmla="*/ 128530 w 161723"/>
                <a:gd name="connsiteY1" fmla="*/ 217387 h 233138"/>
                <a:gd name="connsiteX2" fmla="*/ 122893 w 161723"/>
                <a:gd name="connsiteY2" fmla="*/ 211323 h 233138"/>
                <a:gd name="connsiteX3" fmla="*/ 134520 w 161723"/>
                <a:gd name="connsiteY3" fmla="*/ 169210 h 233138"/>
                <a:gd name="connsiteX4" fmla="*/ 151432 w 161723"/>
                <a:gd name="connsiteY4" fmla="*/ 104187 h 233138"/>
                <a:gd name="connsiteX5" fmla="*/ 128178 w 161723"/>
                <a:gd name="connsiteY5" fmla="*/ 81615 h 233138"/>
                <a:gd name="connsiteX6" fmla="*/ 47492 w 161723"/>
                <a:gd name="connsiteY6" fmla="*/ 152702 h 233138"/>
                <a:gd name="connsiteX7" fmla="*/ 89773 w 161723"/>
                <a:gd name="connsiteY7" fmla="*/ 1768 h 233138"/>
                <a:gd name="connsiteX8" fmla="*/ 88011 w 161723"/>
                <a:gd name="connsiteY8" fmla="*/ 84 h 233138"/>
                <a:gd name="connsiteX9" fmla="*/ 32694 w 161723"/>
                <a:gd name="connsiteY9" fmla="*/ 9180 h 233138"/>
                <a:gd name="connsiteX10" fmla="*/ 32694 w 161723"/>
                <a:gd name="connsiteY10" fmla="*/ 14234 h 233138"/>
                <a:gd name="connsiteX11" fmla="*/ 41855 w 161723"/>
                <a:gd name="connsiteY11" fmla="*/ 14234 h 233138"/>
                <a:gd name="connsiteX12" fmla="*/ 42912 w 161723"/>
                <a:gd name="connsiteY12" fmla="*/ 13897 h 233138"/>
                <a:gd name="connsiteX13" fmla="*/ 56301 w 161723"/>
                <a:gd name="connsiteY13" fmla="*/ 22320 h 233138"/>
                <a:gd name="connsiteX14" fmla="*/ 51368 w 161723"/>
                <a:gd name="connsiteY14" fmla="*/ 45229 h 233138"/>
                <a:gd name="connsiteX15" fmla="*/ 47845 w 161723"/>
                <a:gd name="connsiteY15" fmla="*/ 57695 h 233138"/>
                <a:gd name="connsiteX16" fmla="*/ 279 w 161723"/>
                <a:gd name="connsiteY16" fmla="*/ 230190 h 233138"/>
                <a:gd name="connsiteX17" fmla="*/ 26704 w 161723"/>
                <a:gd name="connsiteY17" fmla="*/ 230190 h 233138"/>
                <a:gd name="connsiteX18" fmla="*/ 59472 w 161723"/>
                <a:gd name="connsiteY18" fmla="*/ 146301 h 233138"/>
                <a:gd name="connsiteX19" fmla="*/ 114085 w 161723"/>
                <a:gd name="connsiteY19" fmla="*/ 98797 h 233138"/>
                <a:gd name="connsiteX20" fmla="*/ 123950 w 161723"/>
                <a:gd name="connsiteY20" fmla="*/ 107220 h 233138"/>
                <a:gd name="connsiteX21" fmla="*/ 121484 w 161723"/>
                <a:gd name="connsiteY21" fmla="*/ 118337 h 233138"/>
                <a:gd name="connsiteX22" fmla="*/ 102105 w 161723"/>
                <a:gd name="connsiteY22" fmla="*/ 188077 h 233138"/>
                <a:gd name="connsiteX23" fmla="*/ 95058 w 161723"/>
                <a:gd name="connsiteY23" fmla="*/ 219072 h 233138"/>
                <a:gd name="connsiteX24" fmla="*/ 110561 w 161723"/>
                <a:gd name="connsiteY24" fmla="*/ 233222 h 233138"/>
                <a:gd name="connsiteX25" fmla="*/ 162003 w 161723"/>
                <a:gd name="connsiteY25" fmla="*/ 194815 h 233138"/>
                <a:gd name="connsiteX26" fmla="*/ 157422 w 161723"/>
                <a:gd name="connsiteY26" fmla="*/ 190772 h 233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1723" h="233138">
                  <a:moveTo>
                    <a:pt x="157422" y="190772"/>
                  </a:moveTo>
                  <a:cubicBezTo>
                    <a:pt x="138396" y="213681"/>
                    <a:pt x="134168" y="217387"/>
                    <a:pt x="128530" y="217387"/>
                  </a:cubicBezTo>
                  <a:cubicBezTo>
                    <a:pt x="125359" y="217387"/>
                    <a:pt x="122893" y="214355"/>
                    <a:pt x="122893" y="211323"/>
                  </a:cubicBezTo>
                  <a:cubicBezTo>
                    <a:pt x="122893" y="207954"/>
                    <a:pt x="128530" y="186729"/>
                    <a:pt x="134520" y="169210"/>
                  </a:cubicBezTo>
                  <a:cubicBezTo>
                    <a:pt x="144738" y="137204"/>
                    <a:pt x="151432" y="112273"/>
                    <a:pt x="151432" y="104187"/>
                  </a:cubicBezTo>
                  <a:cubicBezTo>
                    <a:pt x="151432" y="90711"/>
                    <a:pt x="141919" y="81615"/>
                    <a:pt x="128178" y="81615"/>
                  </a:cubicBezTo>
                  <a:cubicBezTo>
                    <a:pt x="105276" y="81615"/>
                    <a:pt x="80260" y="103850"/>
                    <a:pt x="47492" y="152702"/>
                  </a:cubicBezTo>
                  <a:lnTo>
                    <a:pt x="89773" y="1768"/>
                  </a:lnTo>
                  <a:lnTo>
                    <a:pt x="88011" y="84"/>
                  </a:lnTo>
                  <a:cubicBezTo>
                    <a:pt x="67576" y="4464"/>
                    <a:pt x="53835" y="6822"/>
                    <a:pt x="32694" y="9180"/>
                  </a:cubicBezTo>
                  <a:lnTo>
                    <a:pt x="32694" y="14234"/>
                  </a:lnTo>
                  <a:lnTo>
                    <a:pt x="41855" y="14234"/>
                  </a:lnTo>
                  <a:cubicBezTo>
                    <a:pt x="42207" y="14234"/>
                    <a:pt x="42560" y="14234"/>
                    <a:pt x="42912" y="13897"/>
                  </a:cubicBezTo>
                  <a:cubicBezTo>
                    <a:pt x="47845" y="11876"/>
                    <a:pt x="56301" y="17603"/>
                    <a:pt x="56301" y="22320"/>
                  </a:cubicBezTo>
                  <a:cubicBezTo>
                    <a:pt x="56301" y="27036"/>
                    <a:pt x="54539" y="35459"/>
                    <a:pt x="51368" y="45229"/>
                  </a:cubicBezTo>
                  <a:cubicBezTo>
                    <a:pt x="51016" y="45566"/>
                    <a:pt x="49959" y="50283"/>
                    <a:pt x="47845" y="57695"/>
                  </a:cubicBezTo>
                  <a:lnTo>
                    <a:pt x="279" y="230190"/>
                  </a:lnTo>
                  <a:lnTo>
                    <a:pt x="26704" y="230190"/>
                  </a:lnTo>
                  <a:cubicBezTo>
                    <a:pt x="40798" y="178306"/>
                    <a:pt x="45378" y="166852"/>
                    <a:pt x="59472" y="146301"/>
                  </a:cubicBezTo>
                  <a:cubicBezTo>
                    <a:pt x="77794" y="119685"/>
                    <a:pt x="101753" y="98797"/>
                    <a:pt x="114085" y="98797"/>
                  </a:cubicBezTo>
                  <a:cubicBezTo>
                    <a:pt x="119370" y="98797"/>
                    <a:pt x="123950" y="102840"/>
                    <a:pt x="123950" y="107220"/>
                  </a:cubicBezTo>
                  <a:cubicBezTo>
                    <a:pt x="123950" y="108567"/>
                    <a:pt x="122893" y="112947"/>
                    <a:pt x="121484" y="118337"/>
                  </a:cubicBezTo>
                  <a:lnTo>
                    <a:pt x="102105" y="188077"/>
                  </a:lnTo>
                  <a:cubicBezTo>
                    <a:pt x="97525" y="204585"/>
                    <a:pt x="95058" y="215029"/>
                    <a:pt x="95058" y="219072"/>
                  </a:cubicBezTo>
                  <a:cubicBezTo>
                    <a:pt x="95058" y="227831"/>
                    <a:pt x="101048" y="233222"/>
                    <a:pt x="110561" y="233222"/>
                  </a:cubicBezTo>
                  <a:cubicBezTo>
                    <a:pt x="128530" y="233222"/>
                    <a:pt x="140862" y="224126"/>
                    <a:pt x="162003" y="194815"/>
                  </a:cubicBezTo>
                  <a:lnTo>
                    <a:pt x="157422" y="190772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2CEF682D-34F7-868E-DF10-B72C191E85DC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12593663" y="7175771"/>
              <a:ext cx="158552" cy="217977"/>
            </a:xfrm>
            <a:custGeom>
              <a:avLst/>
              <a:gdLst>
                <a:gd name="connsiteX0" fmla="*/ 14026 w 158552"/>
                <a:gd name="connsiteY0" fmla="*/ 13897 h 217977"/>
                <a:gd name="connsiteX1" fmla="*/ 24949 w 158552"/>
                <a:gd name="connsiteY1" fmla="*/ 12550 h 217977"/>
                <a:gd name="connsiteX2" fmla="*/ 66525 w 158552"/>
                <a:gd name="connsiteY2" fmla="*/ 78920 h 217977"/>
                <a:gd name="connsiteX3" fmla="*/ 80971 w 158552"/>
                <a:gd name="connsiteY3" fmla="*/ 145964 h 217977"/>
                <a:gd name="connsiteX4" fmla="*/ 73571 w 158552"/>
                <a:gd name="connsiteY4" fmla="*/ 162809 h 217977"/>
                <a:gd name="connsiteX5" fmla="*/ 51726 w 158552"/>
                <a:gd name="connsiteY5" fmla="*/ 189425 h 217977"/>
                <a:gd name="connsiteX6" fmla="*/ 35519 w 158552"/>
                <a:gd name="connsiteY6" fmla="*/ 199532 h 217977"/>
                <a:gd name="connsiteX7" fmla="*/ 27063 w 158552"/>
                <a:gd name="connsiteY7" fmla="*/ 195826 h 217977"/>
                <a:gd name="connsiteX8" fmla="*/ 14026 w 158552"/>
                <a:gd name="connsiteY8" fmla="*/ 190099 h 217977"/>
                <a:gd name="connsiteX9" fmla="*/ 285 w 158552"/>
                <a:gd name="connsiteY9" fmla="*/ 203238 h 217977"/>
                <a:gd name="connsiteX10" fmla="*/ 18254 w 158552"/>
                <a:gd name="connsiteY10" fmla="*/ 218062 h 217977"/>
                <a:gd name="connsiteX11" fmla="*/ 125013 w 158552"/>
                <a:gd name="connsiteY11" fmla="*/ 100819 h 217977"/>
                <a:gd name="connsiteX12" fmla="*/ 158838 w 158552"/>
                <a:gd name="connsiteY12" fmla="*/ 18614 h 217977"/>
                <a:gd name="connsiteX13" fmla="*/ 139459 w 158552"/>
                <a:gd name="connsiteY13" fmla="*/ 84 h 217977"/>
                <a:gd name="connsiteX14" fmla="*/ 125718 w 158552"/>
                <a:gd name="connsiteY14" fmla="*/ 12550 h 217977"/>
                <a:gd name="connsiteX15" fmla="*/ 135583 w 158552"/>
                <a:gd name="connsiteY15" fmla="*/ 25689 h 217977"/>
                <a:gd name="connsiteX16" fmla="*/ 144744 w 158552"/>
                <a:gd name="connsiteY16" fmla="*/ 37144 h 217977"/>
                <a:gd name="connsiteX17" fmla="*/ 101759 w 158552"/>
                <a:gd name="connsiteY17" fmla="*/ 124402 h 217977"/>
                <a:gd name="connsiteX18" fmla="*/ 94712 w 158552"/>
                <a:gd name="connsiteY18" fmla="*/ 85321 h 217977"/>
                <a:gd name="connsiteX19" fmla="*/ 64411 w 158552"/>
                <a:gd name="connsiteY19" fmla="*/ 84 h 217977"/>
                <a:gd name="connsiteX20" fmla="*/ 63001 w 158552"/>
                <a:gd name="connsiteY20" fmla="*/ 84 h 217977"/>
                <a:gd name="connsiteX21" fmla="*/ 59830 w 158552"/>
                <a:gd name="connsiteY21" fmla="*/ 421 h 217977"/>
                <a:gd name="connsiteX22" fmla="*/ 25301 w 158552"/>
                <a:gd name="connsiteY22" fmla="*/ 6149 h 217977"/>
                <a:gd name="connsiteX23" fmla="*/ 14026 w 158552"/>
                <a:gd name="connsiteY23" fmla="*/ 8170 h 217977"/>
                <a:gd name="connsiteX24" fmla="*/ 14026 w 158552"/>
                <a:gd name="connsiteY24" fmla="*/ 13897 h 21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8552" h="217977">
                  <a:moveTo>
                    <a:pt x="14026" y="13897"/>
                  </a:moveTo>
                  <a:cubicBezTo>
                    <a:pt x="18607" y="12887"/>
                    <a:pt x="21073" y="12550"/>
                    <a:pt x="24949" y="12550"/>
                  </a:cubicBezTo>
                  <a:cubicBezTo>
                    <a:pt x="45032" y="12550"/>
                    <a:pt x="50317" y="20972"/>
                    <a:pt x="66525" y="78920"/>
                  </a:cubicBezTo>
                  <a:cubicBezTo>
                    <a:pt x="72514" y="100819"/>
                    <a:pt x="80971" y="140237"/>
                    <a:pt x="80971" y="145964"/>
                  </a:cubicBezTo>
                  <a:cubicBezTo>
                    <a:pt x="80971" y="151355"/>
                    <a:pt x="78857" y="156745"/>
                    <a:pt x="73571" y="162809"/>
                  </a:cubicBezTo>
                  <a:cubicBezTo>
                    <a:pt x="62649" y="176622"/>
                    <a:pt x="55602" y="185382"/>
                    <a:pt x="51726" y="189425"/>
                  </a:cubicBezTo>
                  <a:cubicBezTo>
                    <a:pt x="44327" y="196837"/>
                    <a:pt x="40099" y="199532"/>
                    <a:pt x="35519" y="199532"/>
                  </a:cubicBezTo>
                  <a:cubicBezTo>
                    <a:pt x="33405" y="199532"/>
                    <a:pt x="30938" y="198521"/>
                    <a:pt x="27063" y="195826"/>
                  </a:cubicBezTo>
                  <a:cubicBezTo>
                    <a:pt x="21778" y="191783"/>
                    <a:pt x="17902" y="190099"/>
                    <a:pt x="14026" y="190099"/>
                  </a:cubicBezTo>
                  <a:cubicBezTo>
                    <a:pt x="6275" y="190099"/>
                    <a:pt x="285" y="195826"/>
                    <a:pt x="285" y="203238"/>
                  </a:cubicBezTo>
                  <a:cubicBezTo>
                    <a:pt x="285" y="211661"/>
                    <a:pt x="8036" y="218062"/>
                    <a:pt x="18254" y="218062"/>
                  </a:cubicBezTo>
                  <a:cubicBezTo>
                    <a:pt x="40804" y="218062"/>
                    <a:pt x="86960" y="167526"/>
                    <a:pt x="125013" y="100819"/>
                  </a:cubicBezTo>
                  <a:cubicBezTo>
                    <a:pt x="148972" y="59380"/>
                    <a:pt x="158838" y="35122"/>
                    <a:pt x="158838" y="18614"/>
                  </a:cubicBezTo>
                  <a:cubicBezTo>
                    <a:pt x="158838" y="8507"/>
                    <a:pt x="150029" y="84"/>
                    <a:pt x="139459" y="84"/>
                  </a:cubicBezTo>
                  <a:cubicBezTo>
                    <a:pt x="131355" y="84"/>
                    <a:pt x="125718" y="5138"/>
                    <a:pt x="125718" y="12550"/>
                  </a:cubicBezTo>
                  <a:cubicBezTo>
                    <a:pt x="125718" y="17603"/>
                    <a:pt x="128536" y="21309"/>
                    <a:pt x="135583" y="25689"/>
                  </a:cubicBezTo>
                  <a:cubicBezTo>
                    <a:pt x="142278" y="29395"/>
                    <a:pt x="144744" y="32427"/>
                    <a:pt x="144744" y="37144"/>
                  </a:cubicBezTo>
                  <a:cubicBezTo>
                    <a:pt x="144744" y="50620"/>
                    <a:pt x="131707" y="76899"/>
                    <a:pt x="101759" y="124402"/>
                  </a:cubicBezTo>
                  <a:lnTo>
                    <a:pt x="94712" y="85321"/>
                  </a:lnTo>
                  <a:cubicBezTo>
                    <a:pt x="89427" y="55674"/>
                    <a:pt x="69696" y="84"/>
                    <a:pt x="64411" y="84"/>
                  </a:cubicBezTo>
                  <a:lnTo>
                    <a:pt x="63001" y="84"/>
                  </a:lnTo>
                  <a:cubicBezTo>
                    <a:pt x="62649" y="421"/>
                    <a:pt x="61240" y="421"/>
                    <a:pt x="59830" y="421"/>
                  </a:cubicBezTo>
                  <a:cubicBezTo>
                    <a:pt x="56659" y="758"/>
                    <a:pt x="43975" y="2780"/>
                    <a:pt x="25301" y="6149"/>
                  </a:cubicBezTo>
                  <a:cubicBezTo>
                    <a:pt x="23539" y="6486"/>
                    <a:pt x="18959" y="7496"/>
                    <a:pt x="14026" y="8170"/>
                  </a:cubicBezTo>
                  <a:lnTo>
                    <a:pt x="14026" y="13897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3DD3DA7D-A686-7209-0FDC-4E4584016A31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12766704" y="7045324"/>
              <a:ext cx="60750" cy="128145"/>
            </a:xfrm>
            <a:custGeom>
              <a:avLst/>
              <a:gdLst>
                <a:gd name="connsiteX0" fmla="*/ 58693 w 60750"/>
                <a:gd name="connsiteY0" fmla="*/ 21023 h 128145"/>
                <a:gd name="connsiteX1" fmla="*/ 61039 w 60750"/>
                <a:gd name="connsiteY1" fmla="*/ 13294 h 128145"/>
                <a:gd name="connsiteX2" fmla="*/ 46177 w 60750"/>
                <a:gd name="connsiteY2" fmla="*/ 81 h 128145"/>
                <a:gd name="connsiteX3" fmla="*/ 32359 w 60750"/>
                <a:gd name="connsiteY3" fmla="*/ 11299 h 128145"/>
                <a:gd name="connsiteX4" fmla="*/ 1332 w 60750"/>
                <a:gd name="connsiteY4" fmla="*/ 120248 h 128145"/>
                <a:gd name="connsiteX5" fmla="*/ 289 w 60750"/>
                <a:gd name="connsiteY5" fmla="*/ 123738 h 128145"/>
                <a:gd name="connsiteX6" fmla="*/ 9154 w 60750"/>
                <a:gd name="connsiteY6" fmla="*/ 128226 h 128145"/>
                <a:gd name="connsiteX7" fmla="*/ 12543 w 60750"/>
                <a:gd name="connsiteY7" fmla="*/ 124237 h 128145"/>
                <a:gd name="connsiteX8" fmla="*/ 58693 w 60750"/>
                <a:gd name="connsiteY8" fmla="*/ 21023 h 128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750" h="128145">
                  <a:moveTo>
                    <a:pt x="58693" y="21023"/>
                  </a:moveTo>
                  <a:cubicBezTo>
                    <a:pt x="59996" y="18031"/>
                    <a:pt x="61039" y="15787"/>
                    <a:pt x="61039" y="13294"/>
                  </a:cubicBezTo>
                  <a:cubicBezTo>
                    <a:pt x="61039" y="6064"/>
                    <a:pt x="54260" y="81"/>
                    <a:pt x="46177" y="81"/>
                  </a:cubicBezTo>
                  <a:cubicBezTo>
                    <a:pt x="38877" y="81"/>
                    <a:pt x="34184" y="4817"/>
                    <a:pt x="32359" y="11299"/>
                  </a:cubicBezTo>
                  <a:lnTo>
                    <a:pt x="1332" y="120248"/>
                  </a:lnTo>
                  <a:cubicBezTo>
                    <a:pt x="1332" y="120746"/>
                    <a:pt x="289" y="123489"/>
                    <a:pt x="289" y="123738"/>
                  </a:cubicBezTo>
                  <a:cubicBezTo>
                    <a:pt x="289" y="126480"/>
                    <a:pt x="7068" y="128226"/>
                    <a:pt x="9154" y="128226"/>
                  </a:cubicBezTo>
                  <a:cubicBezTo>
                    <a:pt x="10718" y="128226"/>
                    <a:pt x="10979" y="127478"/>
                    <a:pt x="12543" y="124237"/>
                  </a:cubicBezTo>
                  <a:lnTo>
                    <a:pt x="58693" y="21023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A7F94E7A-39D8-5B7A-B389-0B9121872209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12883677" y="7071668"/>
              <a:ext cx="81742" cy="336904"/>
            </a:xfrm>
            <a:custGeom>
              <a:avLst/>
              <a:gdLst>
                <a:gd name="connsiteX0" fmla="*/ 82035 w 81742"/>
                <a:gd name="connsiteY0" fmla="*/ 333620 h 336904"/>
                <a:gd name="connsiteX1" fmla="*/ 76045 w 81742"/>
                <a:gd name="connsiteY1" fmla="*/ 326208 h 336904"/>
                <a:gd name="connsiteX2" fmla="*/ 20728 w 81742"/>
                <a:gd name="connsiteY2" fmla="*/ 168536 h 336904"/>
                <a:gd name="connsiteX3" fmla="*/ 77454 w 81742"/>
                <a:gd name="connsiteY3" fmla="*/ 9180 h 336904"/>
                <a:gd name="connsiteX4" fmla="*/ 82035 w 81742"/>
                <a:gd name="connsiteY4" fmla="*/ 3453 h 336904"/>
                <a:gd name="connsiteX5" fmla="*/ 78511 w 81742"/>
                <a:gd name="connsiteY5" fmla="*/ 84 h 336904"/>
                <a:gd name="connsiteX6" fmla="*/ 22489 w 81742"/>
                <a:gd name="connsiteY6" fmla="*/ 65780 h 336904"/>
                <a:gd name="connsiteX7" fmla="*/ 292 w 81742"/>
                <a:gd name="connsiteY7" fmla="*/ 168536 h 336904"/>
                <a:gd name="connsiteX8" fmla="*/ 23546 w 81742"/>
                <a:gd name="connsiteY8" fmla="*/ 273651 h 336904"/>
                <a:gd name="connsiteX9" fmla="*/ 78511 w 81742"/>
                <a:gd name="connsiteY9" fmla="*/ 336989 h 336904"/>
                <a:gd name="connsiteX10" fmla="*/ 82035 w 81742"/>
                <a:gd name="connsiteY10" fmla="*/ 333620 h 33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742" h="336904">
                  <a:moveTo>
                    <a:pt x="82035" y="333620"/>
                  </a:moveTo>
                  <a:cubicBezTo>
                    <a:pt x="82035" y="332609"/>
                    <a:pt x="82035" y="331935"/>
                    <a:pt x="76045" y="326208"/>
                  </a:cubicBezTo>
                  <a:cubicBezTo>
                    <a:pt x="32002" y="283758"/>
                    <a:pt x="20728" y="220083"/>
                    <a:pt x="20728" y="168536"/>
                  </a:cubicBezTo>
                  <a:cubicBezTo>
                    <a:pt x="20728" y="109915"/>
                    <a:pt x="34116" y="51294"/>
                    <a:pt x="77454" y="9180"/>
                  </a:cubicBezTo>
                  <a:cubicBezTo>
                    <a:pt x="82035" y="5138"/>
                    <a:pt x="82035" y="4464"/>
                    <a:pt x="82035" y="3453"/>
                  </a:cubicBezTo>
                  <a:cubicBezTo>
                    <a:pt x="82035" y="1095"/>
                    <a:pt x="80625" y="84"/>
                    <a:pt x="78511" y="84"/>
                  </a:cubicBezTo>
                  <a:cubicBezTo>
                    <a:pt x="74988" y="84"/>
                    <a:pt x="43277" y="22994"/>
                    <a:pt x="22489" y="65780"/>
                  </a:cubicBezTo>
                  <a:cubicBezTo>
                    <a:pt x="4520" y="102840"/>
                    <a:pt x="292" y="140236"/>
                    <a:pt x="292" y="168536"/>
                  </a:cubicBezTo>
                  <a:cubicBezTo>
                    <a:pt x="292" y="194815"/>
                    <a:pt x="4168" y="235580"/>
                    <a:pt x="23546" y="273651"/>
                  </a:cubicBezTo>
                  <a:cubicBezTo>
                    <a:pt x="44687" y="315090"/>
                    <a:pt x="74988" y="336989"/>
                    <a:pt x="78511" y="336989"/>
                  </a:cubicBezTo>
                  <a:cubicBezTo>
                    <a:pt x="80625" y="336989"/>
                    <a:pt x="82035" y="335978"/>
                    <a:pt x="82035" y="333620"/>
                  </a:cubicBez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66FB5FC7-62E1-C009-B5EB-8F3990FFF91F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12976498" y="7175771"/>
              <a:ext cx="167008" cy="152280"/>
            </a:xfrm>
            <a:custGeom>
              <a:avLst/>
              <a:gdLst>
                <a:gd name="connsiteX0" fmla="*/ 151449 w 167008"/>
                <a:gd name="connsiteY0" fmla="*/ 111263 h 152280"/>
                <a:gd name="connsiteX1" fmla="*/ 143698 w 167008"/>
                <a:gd name="connsiteY1" fmla="*/ 120359 h 152280"/>
                <a:gd name="connsiteX2" fmla="*/ 127490 w 167008"/>
                <a:gd name="connsiteY2" fmla="*/ 133835 h 152280"/>
                <a:gd name="connsiteX3" fmla="*/ 116568 w 167008"/>
                <a:gd name="connsiteY3" fmla="*/ 120022 h 152280"/>
                <a:gd name="connsiteX4" fmla="*/ 115158 w 167008"/>
                <a:gd name="connsiteY4" fmla="*/ 114295 h 152280"/>
                <a:gd name="connsiteX5" fmla="*/ 102474 w 167008"/>
                <a:gd name="connsiteY5" fmla="*/ 59716 h 152280"/>
                <a:gd name="connsiteX6" fmla="*/ 137003 w 167008"/>
                <a:gd name="connsiteY6" fmla="*/ 18951 h 152280"/>
                <a:gd name="connsiteX7" fmla="*/ 145460 w 167008"/>
                <a:gd name="connsiteY7" fmla="*/ 21646 h 152280"/>
                <a:gd name="connsiteX8" fmla="*/ 154973 w 167008"/>
                <a:gd name="connsiteY8" fmla="*/ 24678 h 152280"/>
                <a:gd name="connsiteX9" fmla="*/ 167305 w 167008"/>
                <a:gd name="connsiteY9" fmla="*/ 12550 h 152280"/>
                <a:gd name="connsiteX10" fmla="*/ 152859 w 167008"/>
                <a:gd name="connsiteY10" fmla="*/ 84 h 152280"/>
                <a:gd name="connsiteX11" fmla="*/ 99655 w 167008"/>
                <a:gd name="connsiteY11" fmla="*/ 48262 h 152280"/>
                <a:gd name="connsiteX12" fmla="*/ 95780 w 167008"/>
                <a:gd name="connsiteY12" fmla="*/ 29732 h 152280"/>
                <a:gd name="connsiteX13" fmla="*/ 77458 w 167008"/>
                <a:gd name="connsiteY13" fmla="*/ 84 h 152280"/>
                <a:gd name="connsiteX14" fmla="*/ 36234 w 167008"/>
                <a:gd name="connsiteY14" fmla="*/ 9854 h 152280"/>
                <a:gd name="connsiteX15" fmla="*/ 32359 w 167008"/>
                <a:gd name="connsiteY15" fmla="*/ 11202 h 152280"/>
                <a:gd name="connsiteX16" fmla="*/ 33768 w 167008"/>
                <a:gd name="connsiteY16" fmla="*/ 16256 h 152280"/>
                <a:gd name="connsiteX17" fmla="*/ 53499 w 167008"/>
                <a:gd name="connsiteY17" fmla="*/ 12550 h 152280"/>
                <a:gd name="connsiteX18" fmla="*/ 69354 w 167008"/>
                <a:gd name="connsiteY18" fmla="*/ 35796 h 152280"/>
                <a:gd name="connsiteX19" fmla="*/ 79572 w 167008"/>
                <a:gd name="connsiteY19" fmla="*/ 77235 h 152280"/>
                <a:gd name="connsiteX20" fmla="*/ 50680 w 167008"/>
                <a:gd name="connsiteY20" fmla="*/ 116653 h 152280"/>
                <a:gd name="connsiteX21" fmla="*/ 32711 w 167008"/>
                <a:gd name="connsiteY21" fmla="*/ 132825 h 152280"/>
                <a:gd name="connsiteX22" fmla="*/ 23550 w 167008"/>
                <a:gd name="connsiteY22" fmla="*/ 129792 h 152280"/>
                <a:gd name="connsiteX23" fmla="*/ 12275 w 167008"/>
                <a:gd name="connsiteY23" fmla="*/ 126423 h 152280"/>
                <a:gd name="connsiteX24" fmla="*/ 296 w 167008"/>
                <a:gd name="connsiteY24" fmla="*/ 138215 h 152280"/>
                <a:gd name="connsiteX25" fmla="*/ 17913 w 167008"/>
                <a:gd name="connsiteY25" fmla="*/ 152365 h 152280"/>
                <a:gd name="connsiteX26" fmla="*/ 50680 w 167008"/>
                <a:gd name="connsiteY26" fmla="*/ 128782 h 152280"/>
                <a:gd name="connsiteX27" fmla="*/ 82391 w 167008"/>
                <a:gd name="connsiteY27" fmla="*/ 89364 h 152280"/>
                <a:gd name="connsiteX28" fmla="*/ 92961 w 167008"/>
                <a:gd name="connsiteY28" fmla="*/ 129792 h 152280"/>
                <a:gd name="connsiteX29" fmla="*/ 113397 w 167008"/>
                <a:gd name="connsiteY29" fmla="*/ 152365 h 152280"/>
                <a:gd name="connsiteX30" fmla="*/ 156382 w 167008"/>
                <a:gd name="connsiteY30" fmla="*/ 113958 h 152280"/>
                <a:gd name="connsiteX31" fmla="*/ 151449 w 167008"/>
                <a:gd name="connsiteY31" fmla="*/ 111263 h 152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008" h="152280">
                  <a:moveTo>
                    <a:pt x="151449" y="111263"/>
                  </a:moveTo>
                  <a:cubicBezTo>
                    <a:pt x="148631" y="114295"/>
                    <a:pt x="146869" y="116316"/>
                    <a:pt x="143698" y="120359"/>
                  </a:cubicBezTo>
                  <a:cubicBezTo>
                    <a:pt x="135594" y="130466"/>
                    <a:pt x="131366" y="133835"/>
                    <a:pt x="127490" y="133835"/>
                  </a:cubicBezTo>
                  <a:cubicBezTo>
                    <a:pt x="122205" y="133835"/>
                    <a:pt x="119034" y="129456"/>
                    <a:pt x="116568" y="120022"/>
                  </a:cubicBezTo>
                  <a:cubicBezTo>
                    <a:pt x="115863" y="117327"/>
                    <a:pt x="115511" y="115306"/>
                    <a:pt x="115158" y="114295"/>
                  </a:cubicBezTo>
                  <a:cubicBezTo>
                    <a:pt x="106350" y="80267"/>
                    <a:pt x="102474" y="64770"/>
                    <a:pt x="102474" y="59716"/>
                  </a:cubicBezTo>
                  <a:cubicBezTo>
                    <a:pt x="117977" y="33775"/>
                    <a:pt x="130661" y="18951"/>
                    <a:pt x="137003" y="18951"/>
                  </a:cubicBezTo>
                  <a:cubicBezTo>
                    <a:pt x="139117" y="18951"/>
                    <a:pt x="141936" y="19962"/>
                    <a:pt x="145460" y="21646"/>
                  </a:cubicBezTo>
                  <a:cubicBezTo>
                    <a:pt x="149688" y="24004"/>
                    <a:pt x="152154" y="24678"/>
                    <a:pt x="154973" y="24678"/>
                  </a:cubicBezTo>
                  <a:cubicBezTo>
                    <a:pt x="162372" y="24678"/>
                    <a:pt x="167305" y="19625"/>
                    <a:pt x="167305" y="12550"/>
                  </a:cubicBezTo>
                  <a:cubicBezTo>
                    <a:pt x="167305" y="5475"/>
                    <a:pt x="161315" y="84"/>
                    <a:pt x="152859" y="84"/>
                  </a:cubicBezTo>
                  <a:cubicBezTo>
                    <a:pt x="137356" y="84"/>
                    <a:pt x="123967" y="12213"/>
                    <a:pt x="99655" y="48262"/>
                  </a:cubicBezTo>
                  <a:lnTo>
                    <a:pt x="95780" y="29732"/>
                  </a:lnTo>
                  <a:cubicBezTo>
                    <a:pt x="90847" y="6822"/>
                    <a:pt x="86971" y="84"/>
                    <a:pt x="77458" y="84"/>
                  </a:cubicBezTo>
                  <a:cubicBezTo>
                    <a:pt x="69707" y="84"/>
                    <a:pt x="57727" y="3116"/>
                    <a:pt x="36234" y="9854"/>
                  </a:cubicBezTo>
                  <a:lnTo>
                    <a:pt x="32359" y="11202"/>
                  </a:lnTo>
                  <a:lnTo>
                    <a:pt x="33768" y="16256"/>
                  </a:lnTo>
                  <a:cubicBezTo>
                    <a:pt x="47157" y="13223"/>
                    <a:pt x="50328" y="12550"/>
                    <a:pt x="53499" y="12550"/>
                  </a:cubicBezTo>
                  <a:cubicBezTo>
                    <a:pt x="62307" y="12550"/>
                    <a:pt x="64422" y="15582"/>
                    <a:pt x="69354" y="35796"/>
                  </a:cubicBezTo>
                  <a:lnTo>
                    <a:pt x="79572" y="77235"/>
                  </a:lnTo>
                  <a:lnTo>
                    <a:pt x="50680" y="116653"/>
                  </a:lnTo>
                  <a:cubicBezTo>
                    <a:pt x="43634" y="126760"/>
                    <a:pt x="36587" y="132825"/>
                    <a:pt x="32711" y="132825"/>
                  </a:cubicBezTo>
                  <a:cubicBezTo>
                    <a:pt x="30597" y="132825"/>
                    <a:pt x="27074" y="131814"/>
                    <a:pt x="23550" y="129792"/>
                  </a:cubicBezTo>
                  <a:cubicBezTo>
                    <a:pt x="18970" y="127434"/>
                    <a:pt x="15094" y="126423"/>
                    <a:pt x="12275" y="126423"/>
                  </a:cubicBezTo>
                  <a:cubicBezTo>
                    <a:pt x="5581" y="126423"/>
                    <a:pt x="296" y="131477"/>
                    <a:pt x="296" y="138215"/>
                  </a:cubicBezTo>
                  <a:cubicBezTo>
                    <a:pt x="296" y="146975"/>
                    <a:pt x="7343" y="152365"/>
                    <a:pt x="17913" y="152365"/>
                  </a:cubicBezTo>
                  <a:cubicBezTo>
                    <a:pt x="28835" y="152365"/>
                    <a:pt x="33063" y="149333"/>
                    <a:pt x="50680" y="128782"/>
                  </a:cubicBezTo>
                  <a:cubicBezTo>
                    <a:pt x="60193" y="118001"/>
                    <a:pt x="67593" y="108904"/>
                    <a:pt x="82391" y="89364"/>
                  </a:cubicBezTo>
                  <a:lnTo>
                    <a:pt x="92961" y="129792"/>
                  </a:lnTo>
                  <a:cubicBezTo>
                    <a:pt x="97541" y="146975"/>
                    <a:pt x="102122" y="152365"/>
                    <a:pt x="113397" y="152365"/>
                  </a:cubicBezTo>
                  <a:cubicBezTo>
                    <a:pt x="126786" y="152365"/>
                    <a:pt x="135946" y="144279"/>
                    <a:pt x="156382" y="113958"/>
                  </a:cubicBezTo>
                  <a:lnTo>
                    <a:pt x="151449" y="111263"/>
                  </a:ln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025419D1-DA7F-1F55-B2F8-70E055C4E416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13155810" y="7212023"/>
              <a:ext cx="56057" cy="165790"/>
            </a:xfrm>
            <a:custGeom>
              <a:avLst/>
              <a:gdLst>
                <a:gd name="connsiteX0" fmla="*/ 45406 w 56057"/>
                <a:gd name="connsiteY0" fmla="*/ 134713 h 165790"/>
                <a:gd name="connsiteX1" fmla="*/ 34716 w 56057"/>
                <a:gd name="connsiteY1" fmla="*/ 147428 h 165790"/>
                <a:gd name="connsiteX2" fmla="*/ 24026 w 56057"/>
                <a:gd name="connsiteY2" fmla="*/ 154159 h 165790"/>
                <a:gd name="connsiteX3" fmla="*/ 19854 w 56057"/>
                <a:gd name="connsiteY3" fmla="*/ 150420 h 165790"/>
                <a:gd name="connsiteX4" fmla="*/ 22462 w 56057"/>
                <a:gd name="connsiteY4" fmla="*/ 139450 h 165790"/>
                <a:gd name="connsiteX5" fmla="*/ 23765 w 56057"/>
                <a:gd name="connsiteY5" fmla="*/ 134963 h 165790"/>
                <a:gd name="connsiteX6" fmla="*/ 23765 w 56057"/>
                <a:gd name="connsiteY6" fmla="*/ 134464 h 165790"/>
                <a:gd name="connsiteX7" fmla="*/ 24026 w 56057"/>
                <a:gd name="connsiteY7" fmla="*/ 133965 h 165790"/>
                <a:gd name="connsiteX8" fmla="*/ 46970 w 56057"/>
                <a:gd name="connsiteY8" fmla="*/ 53688 h 165790"/>
                <a:gd name="connsiteX9" fmla="*/ 46188 w 56057"/>
                <a:gd name="connsiteY9" fmla="*/ 53189 h 165790"/>
                <a:gd name="connsiteX10" fmla="*/ 4471 w 56057"/>
                <a:gd name="connsiteY10" fmla="*/ 59422 h 165790"/>
                <a:gd name="connsiteX11" fmla="*/ 4471 w 56057"/>
                <a:gd name="connsiteY11" fmla="*/ 63411 h 165790"/>
                <a:gd name="connsiteX12" fmla="*/ 20897 w 56057"/>
                <a:gd name="connsiteY12" fmla="*/ 69394 h 165790"/>
                <a:gd name="connsiteX13" fmla="*/ 18551 w 56057"/>
                <a:gd name="connsiteY13" fmla="*/ 80364 h 165790"/>
                <a:gd name="connsiteX14" fmla="*/ 6036 w 56057"/>
                <a:gd name="connsiteY14" fmla="*/ 124492 h 165790"/>
                <a:gd name="connsiteX15" fmla="*/ 300 w 56057"/>
                <a:gd name="connsiteY15" fmla="*/ 151666 h 165790"/>
                <a:gd name="connsiteX16" fmla="*/ 12293 w 56057"/>
                <a:gd name="connsiteY16" fmla="*/ 165877 h 165790"/>
                <a:gd name="connsiteX17" fmla="*/ 48796 w 56057"/>
                <a:gd name="connsiteY17" fmla="*/ 137456 h 165790"/>
                <a:gd name="connsiteX18" fmla="*/ 45406 w 56057"/>
                <a:gd name="connsiteY18" fmla="*/ 134713 h 165790"/>
                <a:gd name="connsiteX19" fmla="*/ 43320 w 56057"/>
                <a:gd name="connsiteY19" fmla="*/ 86 h 165790"/>
                <a:gd name="connsiteX20" fmla="*/ 31066 w 56057"/>
                <a:gd name="connsiteY20" fmla="*/ 13300 h 165790"/>
                <a:gd name="connsiteX21" fmla="*/ 43581 w 56057"/>
                <a:gd name="connsiteY21" fmla="*/ 26513 h 165790"/>
                <a:gd name="connsiteX22" fmla="*/ 56357 w 56057"/>
                <a:gd name="connsiteY22" fmla="*/ 13798 h 165790"/>
                <a:gd name="connsiteX23" fmla="*/ 43320 w 56057"/>
                <a:gd name="connsiteY23" fmla="*/ 86 h 1657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6057" h="165790">
                  <a:moveTo>
                    <a:pt x="45406" y="134713"/>
                  </a:moveTo>
                  <a:cubicBezTo>
                    <a:pt x="39149" y="142691"/>
                    <a:pt x="37323" y="144686"/>
                    <a:pt x="34716" y="147428"/>
                  </a:cubicBezTo>
                  <a:cubicBezTo>
                    <a:pt x="30284" y="151666"/>
                    <a:pt x="26373" y="154159"/>
                    <a:pt x="24026" y="154159"/>
                  </a:cubicBezTo>
                  <a:cubicBezTo>
                    <a:pt x="21940" y="154159"/>
                    <a:pt x="19854" y="152165"/>
                    <a:pt x="19854" y="150420"/>
                  </a:cubicBezTo>
                  <a:cubicBezTo>
                    <a:pt x="19854" y="147927"/>
                    <a:pt x="20637" y="144187"/>
                    <a:pt x="22462" y="139450"/>
                  </a:cubicBezTo>
                  <a:cubicBezTo>
                    <a:pt x="22462" y="138702"/>
                    <a:pt x="23244" y="136957"/>
                    <a:pt x="23765" y="134963"/>
                  </a:cubicBezTo>
                  <a:lnTo>
                    <a:pt x="23765" y="134464"/>
                  </a:lnTo>
                  <a:lnTo>
                    <a:pt x="24026" y="133965"/>
                  </a:lnTo>
                  <a:lnTo>
                    <a:pt x="46970" y="53688"/>
                  </a:lnTo>
                  <a:lnTo>
                    <a:pt x="46188" y="53189"/>
                  </a:lnTo>
                  <a:cubicBezTo>
                    <a:pt x="19854" y="57926"/>
                    <a:pt x="14640" y="58674"/>
                    <a:pt x="4471" y="59422"/>
                  </a:cubicBezTo>
                  <a:lnTo>
                    <a:pt x="4471" y="63411"/>
                  </a:lnTo>
                  <a:cubicBezTo>
                    <a:pt x="18290" y="63660"/>
                    <a:pt x="20897" y="64408"/>
                    <a:pt x="20897" y="69394"/>
                  </a:cubicBezTo>
                  <a:cubicBezTo>
                    <a:pt x="20897" y="71389"/>
                    <a:pt x="20115" y="75378"/>
                    <a:pt x="18551" y="80364"/>
                  </a:cubicBezTo>
                  <a:lnTo>
                    <a:pt x="6036" y="124492"/>
                  </a:lnTo>
                  <a:cubicBezTo>
                    <a:pt x="1864" y="138952"/>
                    <a:pt x="300" y="146680"/>
                    <a:pt x="300" y="151666"/>
                  </a:cubicBezTo>
                  <a:cubicBezTo>
                    <a:pt x="300" y="160891"/>
                    <a:pt x="4471" y="165877"/>
                    <a:pt x="12293" y="165877"/>
                  </a:cubicBezTo>
                  <a:cubicBezTo>
                    <a:pt x="24287" y="165877"/>
                    <a:pt x="33934" y="158398"/>
                    <a:pt x="48796" y="137456"/>
                  </a:cubicBezTo>
                  <a:lnTo>
                    <a:pt x="45406" y="134713"/>
                  </a:lnTo>
                  <a:close/>
                  <a:moveTo>
                    <a:pt x="43320" y="86"/>
                  </a:moveTo>
                  <a:cubicBezTo>
                    <a:pt x="36281" y="86"/>
                    <a:pt x="31066" y="5820"/>
                    <a:pt x="31066" y="13300"/>
                  </a:cubicBezTo>
                  <a:cubicBezTo>
                    <a:pt x="31066" y="21277"/>
                    <a:pt x="36020" y="26513"/>
                    <a:pt x="43581" y="26513"/>
                  </a:cubicBezTo>
                  <a:cubicBezTo>
                    <a:pt x="50360" y="26513"/>
                    <a:pt x="56357" y="20779"/>
                    <a:pt x="56357" y="13798"/>
                  </a:cubicBezTo>
                  <a:cubicBezTo>
                    <a:pt x="56357" y="6568"/>
                    <a:pt x="50360" y="86"/>
                    <a:pt x="43320" y="86"/>
                  </a:cubicBez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22E07F01-76B6-F256-43ED-18348D569E08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13253553" y="7071668"/>
              <a:ext cx="81742" cy="336904"/>
            </a:xfrm>
            <a:custGeom>
              <a:avLst/>
              <a:gdLst>
                <a:gd name="connsiteX0" fmla="*/ 82045 w 81742"/>
                <a:gd name="connsiteY0" fmla="*/ 168536 h 336904"/>
                <a:gd name="connsiteX1" fmla="*/ 58791 w 81742"/>
                <a:gd name="connsiteY1" fmla="*/ 63422 h 336904"/>
                <a:gd name="connsiteX2" fmla="*/ 3826 w 81742"/>
                <a:gd name="connsiteY2" fmla="*/ 84 h 336904"/>
                <a:gd name="connsiteX3" fmla="*/ 303 w 81742"/>
                <a:gd name="connsiteY3" fmla="*/ 3453 h 336904"/>
                <a:gd name="connsiteX4" fmla="*/ 6997 w 81742"/>
                <a:gd name="connsiteY4" fmla="*/ 11202 h 336904"/>
                <a:gd name="connsiteX5" fmla="*/ 61610 w 81742"/>
                <a:gd name="connsiteY5" fmla="*/ 168536 h 336904"/>
                <a:gd name="connsiteX6" fmla="*/ 4883 w 81742"/>
                <a:gd name="connsiteY6" fmla="*/ 327892 h 336904"/>
                <a:gd name="connsiteX7" fmla="*/ 303 w 81742"/>
                <a:gd name="connsiteY7" fmla="*/ 333620 h 336904"/>
                <a:gd name="connsiteX8" fmla="*/ 3826 w 81742"/>
                <a:gd name="connsiteY8" fmla="*/ 336989 h 336904"/>
                <a:gd name="connsiteX9" fmla="*/ 59848 w 81742"/>
                <a:gd name="connsiteY9" fmla="*/ 271292 h 336904"/>
                <a:gd name="connsiteX10" fmla="*/ 82045 w 81742"/>
                <a:gd name="connsiteY10" fmla="*/ 168536 h 33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742" h="336904">
                  <a:moveTo>
                    <a:pt x="82045" y="168536"/>
                  </a:moveTo>
                  <a:cubicBezTo>
                    <a:pt x="82045" y="142258"/>
                    <a:pt x="78170" y="101492"/>
                    <a:pt x="58791" y="63422"/>
                  </a:cubicBezTo>
                  <a:cubicBezTo>
                    <a:pt x="37651" y="21983"/>
                    <a:pt x="7349" y="84"/>
                    <a:pt x="3826" y="84"/>
                  </a:cubicBezTo>
                  <a:cubicBezTo>
                    <a:pt x="1712" y="84"/>
                    <a:pt x="303" y="1432"/>
                    <a:pt x="303" y="3453"/>
                  </a:cubicBezTo>
                  <a:cubicBezTo>
                    <a:pt x="303" y="4464"/>
                    <a:pt x="303" y="5138"/>
                    <a:pt x="6997" y="11202"/>
                  </a:cubicBezTo>
                  <a:cubicBezTo>
                    <a:pt x="41526" y="44555"/>
                    <a:pt x="61610" y="98123"/>
                    <a:pt x="61610" y="168536"/>
                  </a:cubicBezTo>
                  <a:cubicBezTo>
                    <a:pt x="61610" y="226147"/>
                    <a:pt x="48573" y="285442"/>
                    <a:pt x="4883" y="327892"/>
                  </a:cubicBezTo>
                  <a:cubicBezTo>
                    <a:pt x="303" y="331935"/>
                    <a:pt x="303" y="332609"/>
                    <a:pt x="303" y="333620"/>
                  </a:cubicBezTo>
                  <a:cubicBezTo>
                    <a:pt x="303" y="335641"/>
                    <a:pt x="1712" y="336989"/>
                    <a:pt x="3826" y="336989"/>
                  </a:cubicBezTo>
                  <a:cubicBezTo>
                    <a:pt x="7349" y="336989"/>
                    <a:pt x="39060" y="314079"/>
                    <a:pt x="59848" y="271292"/>
                  </a:cubicBezTo>
                  <a:cubicBezTo>
                    <a:pt x="77817" y="234233"/>
                    <a:pt x="82045" y="196836"/>
                    <a:pt x="82045" y="168536"/>
                  </a:cubicBezTo>
                  <a:close/>
                </a:path>
              </a:pathLst>
            </a:custGeom>
            <a:solidFill>
              <a:srgbClr val="000000"/>
            </a:solidFill>
            <a:ln w="48087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  <p:grpSp>
        <p:nvGrpSpPr>
          <p:cNvPr id="391" name="Group 390" descr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\boxed{ \quad&#10;y(x_i+h) = y(x_i) + h\, F(x_i, y_i)&#10;\quad }&#10;\end{align*}&#10;}&#10;\end{document}" title="IguanaTex Shape Display">
            <a:extLst>
              <a:ext uri="{FF2B5EF4-FFF2-40B4-BE49-F238E27FC236}">
                <a16:creationId xmlns:a16="http://schemas.microsoft.com/office/drawing/2014/main" id="{B3ABB21D-8755-D893-06A2-60BD6B2CC338}"/>
              </a:ext>
            </a:extLst>
          </p:cNvPr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549832" y="5184885"/>
            <a:ext cx="5028827" cy="577670"/>
            <a:chOff x="8318625" y="5087941"/>
            <a:chExt cx="5028827" cy="577670"/>
          </a:xfrm>
        </p:grpSpPr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DCF46DB8-BCF3-2878-5E28-9B0511DC8D95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8784057" y="5311667"/>
              <a:ext cx="158546" cy="221640"/>
            </a:xfrm>
            <a:custGeom>
              <a:avLst/>
              <a:gdLst>
                <a:gd name="connsiteX0" fmla="*/ 13917 w 158546"/>
                <a:gd name="connsiteY0" fmla="*/ 14130 h 221640"/>
                <a:gd name="connsiteX1" fmla="*/ 24839 w 158546"/>
                <a:gd name="connsiteY1" fmla="*/ 12759 h 221640"/>
                <a:gd name="connsiteX2" fmla="*/ 66414 w 158546"/>
                <a:gd name="connsiteY2" fmla="*/ 80245 h 221640"/>
                <a:gd name="connsiteX3" fmla="*/ 80859 w 158546"/>
                <a:gd name="connsiteY3" fmla="*/ 148416 h 221640"/>
                <a:gd name="connsiteX4" fmla="*/ 73461 w 158546"/>
                <a:gd name="connsiteY4" fmla="*/ 165544 h 221640"/>
                <a:gd name="connsiteX5" fmla="*/ 51616 w 158546"/>
                <a:gd name="connsiteY5" fmla="*/ 192607 h 221640"/>
                <a:gd name="connsiteX6" fmla="*/ 35409 w 158546"/>
                <a:gd name="connsiteY6" fmla="*/ 202884 h 221640"/>
                <a:gd name="connsiteX7" fmla="*/ 26953 w 158546"/>
                <a:gd name="connsiteY7" fmla="*/ 199116 h 221640"/>
                <a:gd name="connsiteX8" fmla="*/ 13917 w 158546"/>
                <a:gd name="connsiteY8" fmla="*/ 193292 h 221640"/>
                <a:gd name="connsiteX9" fmla="*/ 177 w 158546"/>
                <a:gd name="connsiteY9" fmla="*/ 206652 h 221640"/>
                <a:gd name="connsiteX10" fmla="*/ 18145 w 158546"/>
                <a:gd name="connsiteY10" fmla="*/ 221725 h 221640"/>
                <a:gd name="connsiteX11" fmla="*/ 124900 w 158546"/>
                <a:gd name="connsiteY11" fmla="*/ 102512 h 221640"/>
                <a:gd name="connsiteX12" fmla="*/ 158724 w 158546"/>
                <a:gd name="connsiteY12" fmla="*/ 18926 h 221640"/>
                <a:gd name="connsiteX13" fmla="*/ 139346 w 158546"/>
                <a:gd name="connsiteY13" fmla="*/ 84 h 221640"/>
                <a:gd name="connsiteX14" fmla="*/ 125605 w 158546"/>
                <a:gd name="connsiteY14" fmla="*/ 12759 h 221640"/>
                <a:gd name="connsiteX15" fmla="*/ 135470 w 158546"/>
                <a:gd name="connsiteY15" fmla="*/ 26119 h 221640"/>
                <a:gd name="connsiteX16" fmla="*/ 144631 w 158546"/>
                <a:gd name="connsiteY16" fmla="*/ 37767 h 221640"/>
                <a:gd name="connsiteX17" fmla="*/ 101647 w 158546"/>
                <a:gd name="connsiteY17" fmla="*/ 126492 h 221640"/>
                <a:gd name="connsiteX18" fmla="*/ 94600 w 158546"/>
                <a:gd name="connsiteY18" fmla="*/ 86754 h 221640"/>
                <a:gd name="connsiteX19" fmla="*/ 64300 w 158546"/>
                <a:gd name="connsiteY19" fmla="*/ 84 h 221640"/>
                <a:gd name="connsiteX20" fmla="*/ 62891 w 158546"/>
                <a:gd name="connsiteY20" fmla="*/ 84 h 221640"/>
                <a:gd name="connsiteX21" fmla="*/ 59720 w 158546"/>
                <a:gd name="connsiteY21" fmla="*/ 427 h 221640"/>
                <a:gd name="connsiteX22" fmla="*/ 25192 w 158546"/>
                <a:gd name="connsiteY22" fmla="*/ 6251 h 221640"/>
                <a:gd name="connsiteX23" fmla="*/ 13917 w 158546"/>
                <a:gd name="connsiteY23" fmla="*/ 8306 h 221640"/>
                <a:gd name="connsiteX24" fmla="*/ 13917 w 158546"/>
                <a:gd name="connsiteY24" fmla="*/ 14130 h 221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8546" h="221640">
                  <a:moveTo>
                    <a:pt x="13917" y="14130"/>
                  </a:moveTo>
                  <a:cubicBezTo>
                    <a:pt x="18498" y="13102"/>
                    <a:pt x="20964" y="12759"/>
                    <a:pt x="24839" y="12759"/>
                  </a:cubicBezTo>
                  <a:cubicBezTo>
                    <a:pt x="44922" y="12759"/>
                    <a:pt x="50207" y="21324"/>
                    <a:pt x="66414" y="80245"/>
                  </a:cubicBezTo>
                  <a:cubicBezTo>
                    <a:pt x="72404" y="102512"/>
                    <a:pt x="80859" y="142592"/>
                    <a:pt x="80859" y="148416"/>
                  </a:cubicBezTo>
                  <a:cubicBezTo>
                    <a:pt x="80859" y="153897"/>
                    <a:pt x="78745" y="159378"/>
                    <a:pt x="73461" y="165544"/>
                  </a:cubicBezTo>
                  <a:cubicBezTo>
                    <a:pt x="62538" y="179590"/>
                    <a:pt x="55492" y="188496"/>
                    <a:pt x="51616" y="192607"/>
                  </a:cubicBezTo>
                  <a:cubicBezTo>
                    <a:pt x="44217" y="200144"/>
                    <a:pt x="39990" y="202884"/>
                    <a:pt x="35409" y="202884"/>
                  </a:cubicBezTo>
                  <a:cubicBezTo>
                    <a:pt x="33295" y="202884"/>
                    <a:pt x="30829" y="201856"/>
                    <a:pt x="26953" y="199116"/>
                  </a:cubicBezTo>
                  <a:cubicBezTo>
                    <a:pt x="21669" y="195005"/>
                    <a:pt x="17793" y="193292"/>
                    <a:pt x="13917" y="193292"/>
                  </a:cubicBezTo>
                  <a:cubicBezTo>
                    <a:pt x="6166" y="193292"/>
                    <a:pt x="177" y="199116"/>
                    <a:pt x="177" y="206652"/>
                  </a:cubicBezTo>
                  <a:cubicBezTo>
                    <a:pt x="177" y="215216"/>
                    <a:pt x="7928" y="221725"/>
                    <a:pt x="18145" y="221725"/>
                  </a:cubicBezTo>
                  <a:cubicBezTo>
                    <a:pt x="40694" y="221725"/>
                    <a:pt x="86849" y="170340"/>
                    <a:pt x="124900" y="102512"/>
                  </a:cubicBezTo>
                  <a:cubicBezTo>
                    <a:pt x="148858" y="60376"/>
                    <a:pt x="158724" y="35711"/>
                    <a:pt x="158724" y="18926"/>
                  </a:cubicBezTo>
                  <a:cubicBezTo>
                    <a:pt x="158724" y="8649"/>
                    <a:pt x="149915" y="84"/>
                    <a:pt x="139346" y="84"/>
                  </a:cubicBezTo>
                  <a:cubicBezTo>
                    <a:pt x="131242" y="84"/>
                    <a:pt x="125605" y="5223"/>
                    <a:pt x="125605" y="12759"/>
                  </a:cubicBezTo>
                  <a:cubicBezTo>
                    <a:pt x="125605" y="17898"/>
                    <a:pt x="128423" y="21666"/>
                    <a:pt x="135470" y="26119"/>
                  </a:cubicBezTo>
                  <a:cubicBezTo>
                    <a:pt x="142164" y="29888"/>
                    <a:pt x="144631" y="32971"/>
                    <a:pt x="144631" y="37767"/>
                  </a:cubicBezTo>
                  <a:cubicBezTo>
                    <a:pt x="144631" y="51469"/>
                    <a:pt x="131594" y="78190"/>
                    <a:pt x="101647" y="126492"/>
                  </a:cubicBezTo>
                  <a:lnTo>
                    <a:pt x="94600" y="86754"/>
                  </a:lnTo>
                  <a:cubicBezTo>
                    <a:pt x="89315" y="56608"/>
                    <a:pt x="69585" y="84"/>
                    <a:pt x="64300" y="84"/>
                  </a:cubicBezTo>
                  <a:lnTo>
                    <a:pt x="62891" y="84"/>
                  </a:lnTo>
                  <a:cubicBezTo>
                    <a:pt x="62538" y="427"/>
                    <a:pt x="61129" y="427"/>
                    <a:pt x="59720" y="427"/>
                  </a:cubicBezTo>
                  <a:cubicBezTo>
                    <a:pt x="56549" y="770"/>
                    <a:pt x="43865" y="2825"/>
                    <a:pt x="25192" y="6251"/>
                  </a:cubicBezTo>
                  <a:cubicBezTo>
                    <a:pt x="23430" y="6593"/>
                    <a:pt x="18850" y="7621"/>
                    <a:pt x="13917" y="8306"/>
                  </a:cubicBezTo>
                  <a:lnTo>
                    <a:pt x="13917" y="14130"/>
                  </a:lnTo>
                  <a:close/>
                </a:path>
              </a:pathLst>
            </a:custGeom>
            <a:solidFill>
              <a:srgbClr val="000000"/>
            </a:solidFill>
            <a:ln w="479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928E2A22-8A4C-300D-9212-0999162C1F47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8984411" y="5205814"/>
              <a:ext cx="81739" cy="342567"/>
            </a:xfrm>
            <a:custGeom>
              <a:avLst/>
              <a:gdLst>
                <a:gd name="connsiteX0" fmla="*/ 81920 w 81739"/>
                <a:gd name="connsiteY0" fmla="*/ 339226 h 342567"/>
                <a:gd name="connsiteX1" fmla="*/ 75931 w 81739"/>
                <a:gd name="connsiteY1" fmla="*/ 331690 h 342567"/>
                <a:gd name="connsiteX2" fmla="*/ 20615 w 81739"/>
                <a:gd name="connsiteY2" fmla="*/ 171368 h 342567"/>
                <a:gd name="connsiteX3" fmla="*/ 77340 w 81739"/>
                <a:gd name="connsiteY3" fmla="*/ 9334 h 342567"/>
                <a:gd name="connsiteX4" fmla="*/ 81920 w 81739"/>
                <a:gd name="connsiteY4" fmla="*/ 3510 h 342567"/>
                <a:gd name="connsiteX5" fmla="*/ 78397 w 81739"/>
                <a:gd name="connsiteY5" fmla="*/ 85 h 342567"/>
                <a:gd name="connsiteX6" fmla="*/ 22377 w 81739"/>
                <a:gd name="connsiteY6" fmla="*/ 66885 h 342567"/>
                <a:gd name="connsiteX7" fmla="*/ 181 w 81739"/>
                <a:gd name="connsiteY7" fmla="*/ 171368 h 342567"/>
                <a:gd name="connsiteX8" fmla="*/ 23434 w 81739"/>
                <a:gd name="connsiteY8" fmla="*/ 278249 h 342567"/>
                <a:gd name="connsiteX9" fmla="*/ 78397 w 81739"/>
                <a:gd name="connsiteY9" fmla="*/ 342652 h 342567"/>
                <a:gd name="connsiteX10" fmla="*/ 81920 w 81739"/>
                <a:gd name="connsiteY10" fmla="*/ 339226 h 342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739" h="342567">
                  <a:moveTo>
                    <a:pt x="81920" y="339226"/>
                  </a:moveTo>
                  <a:cubicBezTo>
                    <a:pt x="81920" y="338198"/>
                    <a:pt x="81920" y="337513"/>
                    <a:pt x="75931" y="331690"/>
                  </a:cubicBezTo>
                  <a:cubicBezTo>
                    <a:pt x="31890" y="288526"/>
                    <a:pt x="20615" y="223781"/>
                    <a:pt x="20615" y="171368"/>
                  </a:cubicBezTo>
                  <a:cubicBezTo>
                    <a:pt x="20615" y="111762"/>
                    <a:pt x="34004" y="52155"/>
                    <a:pt x="77340" y="9334"/>
                  </a:cubicBezTo>
                  <a:cubicBezTo>
                    <a:pt x="81920" y="5223"/>
                    <a:pt x="81920" y="4538"/>
                    <a:pt x="81920" y="3510"/>
                  </a:cubicBezTo>
                  <a:cubicBezTo>
                    <a:pt x="81920" y="1112"/>
                    <a:pt x="80511" y="85"/>
                    <a:pt x="78397" y="85"/>
                  </a:cubicBezTo>
                  <a:cubicBezTo>
                    <a:pt x="74874" y="85"/>
                    <a:pt x="43164" y="23379"/>
                    <a:pt x="22377" y="66885"/>
                  </a:cubicBezTo>
                  <a:cubicBezTo>
                    <a:pt x="4408" y="104568"/>
                    <a:pt x="181" y="142593"/>
                    <a:pt x="181" y="171368"/>
                  </a:cubicBezTo>
                  <a:cubicBezTo>
                    <a:pt x="181" y="198088"/>
                    <a:pt x="4056" y="239539"/>
                    <a:pt x="23434" y="278249"/>
                  </a:cubicBezTo>
                  <a:cubicBezTo>
                    <a:pt x="44574" y="320385"/>
                    <a:pt x="74874" y="342652"/>
                    <a:pt x="78397" y="342652"/>
                  </a:cubicBezTo>
                  <a:cubicBezTo>
                    <a:pt x="80511" y="342652"/>
                    <a:pt x="81920" y="341624"/>
                    <a:pt x="81920" y="339226"/>
                  </a:cubicBezTo>
                  <a:close/>
                </a:path>
              </a:pathLst>
            </a:custGeom>
            <a:solidFill>
              <a:srgbClr val="000000"/>
            </a:solidFill>
            <a:ln w="35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48748024-F6BF-950E-B4E1-A9B044A4E4D1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9077229" y="5311667"/>
              <a:ext cx="167002" cy="154840"/>
            </a:xfrm>
            <a:custGeom>
              <a:avLst/>
              <a:gdLst>
                <a:gd name="connsiteX0" fmla="*/ 151333 w 167002"/>
                <a:gd name="connsiteY0" fmla="*/ 113131 h 154840"/>
                <a:gd name="connsiteX1" fmla="*/ 143582 w 167002"/>
                <a:gd name="connsiteY1" fmla="*/ 122381 h 154840"/>
                <a:gd name="connsiteX2" fmla="*/ 127375 w 167002"/>
                <a:gd name="connsiteY2" fmla="*/ 136083 h 154840"/>
                <a:gd name="connsiteX3" fmla="*/ 116453 w 167002"/>
                <a:gd name="connsiteY3" fmla="*/ 122038 h 154840"/>
                <a:gd name="connsiteX4" fmla="*/ 115043 w 167002"/>
                <a:gd name="connsiteY4" fmla="*/ 116214 h 154840"/>
                <a:gd name="connsiteX5" fmla="*/ 102360 w 167002"/>
                <a:gd name="connsiteY5" fmla="*/ 60719 h 154840"/>
                <a:gd name="connsiteX6" fmla="*/ 136888 w 167002"/>
                <a:gd name="connsiteY6" fmla="*/ 19268 h 154840"/>
                <a:gd name="connsiteX7" fmla="*/ 145343 w 167002"/>
                <a:gd name="connsiteY7" fmla="*/ 22008 h 154840"/>
                <a:gd name="connsiteX8" fmla="*/ 154856 w 167002"/>
                <a:gd name="connsiteY8" fmla="*/ 25092 h 154840"/>
                <a:gd name="connsiteX9" fmla="*/ 167188 w 167002"/>
                <a:gd name="connsiteY9" fmla="*/ 12759 h 154840"/>
                <a:gd name="connsiteX10" fmla="*/ 152742 w 167002"/>
                <a:gd name="connsiteY10" fmla="*/ 84 h 154840"/>
                <a:gd name="connsiteX11" fmla="*/ 99541 w 167002"/>
                <a:gd name="connsiteY11" fmla="*/ 49071 h 154840"/>
                <a:gd name="connsiteX12" fmla="*/ 95665 w 167002"/>
                <a:gd name="connsiteY12" fmla="*/ 30230 h 154840"/>
                <a:gd name="connsiteX13" fmla="*/ 77344 w 167002"/>
                <a:gd name="connsiteY13" fmla="*/ 84 h 154840"/>
                <a:gd name="connsiteX14" fmla="*/ 36122 w 167002"/>
                <a:gd name="connsiteY14" fmla="*/ 10019 h 154840"/>
                <a:gd name="connsiteX15" fmla="*/ 32247 w 167002"/>
                <a:gd name="connsiteY15" fmla="*/ 11389 h 154840"/>
                <a:gd name="connsiteX16" fmla="*/ 33656 w 167002"/>
                <a:gd name="connsiteY16" fmla="*/ 16527 h 154840"/>
                <a:gd name="connsiteX17" fmla="*/ 53386 w 167002"/>
                <a:gd name="connsiteY17" fmla="*/ 12759 h 154840"/>
                <a:gd name="connsiteX18" fmla="*/ 69241 w 167002"/>
                <a:gd name="connsiteY18" fmla="*/ 36396 h 154840"/>
                <a:gd name="connsiteX19" fmla="*/ 79458 w 167002"/>
                <a:gd name="connsiteY19" fmla="*/ 78532 h 154840"/>
                <a:gd name="connsiteX20" fmla="*/ 50568 w 167002"/>
                <a:gd name="connsiteY20" fmla="*/ 118612 h 154840"/>
                <a:gd name="connsiteX21" fmla="*/ 32599 w 167002"/>
                <a:gd name="connsiteY21" fmla="*/ 135056 h 154840"/>
                <a:gd name="connsiteX22" fmla="*/ 23439 w 167002"/>
                <a:gd name="connsiteY22" fmla="*/ 131972 h 154840"/>
                <a:gd name="connsiteX23" fmla="*/ 12164 w 167002"/>
                <a:gd name="connsiteY23" fmla="*/ 128547 h 154840"/>
                <a:gd name="connsiteX24" fmla="*/ 185 w 167002"/>
                <a:gd name="connsiteY24" fmla="*/ 140537 h 154840"/>
                <a:gd name="connsiteX25" fmla="*/ 17801 w 167002"/>
                <a:gd name="connsiteY25" fmla="*/ 154924 h 154840"/>
                <a:gd name="connsiteX26" fmla="*/ 50568 w 167002"/>
                <a:gd name="connsiteY26" fmla="*/ 130945 h 154840"/>
                <a:gd name="connsiteX27" fmla="*/ 82277 w 167002"/>
                <a:gd name="connsiteY27" fmla="*/ 90864 h 154840"/>
                <a:gd name="connsiteX28" fmla="*/ 92847 w 167002"/>
                <a:gd name="connsiteY28" fmla="*/ 131972 h 154840"/>
                <a:gd name="connsiteX29" fmla="*/ 113282 w 167002"/>
                <a:gd name="connsiteY29" fmla="*/ 154924 h 154840"/>
                <a:gd name="connsiteX30" fmla="*/ 156266 w 167002"/>
                <a:gd name="connsiteY30" fmla="*/ 115872 h 154840"/>
                <a:gd name="connsiteX31" fmla="*/ 151333 w 167002"/>
                <a:gd name="connsiteY31" fmla="*/ 113131 h 15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002" h="154840">
                  <a:moveTo>
                    <a:pt x="151333" y="113131"/>
                  </a:moveTo>
                  <a:cubicBezTo>
                    <a:pt x="148514" y="116214"/>
                    <a:pt x="146753" y="118270"/>
                    <a:pt x="143582" y="122381"/>
                  </a:cubicBezTo>
                  <a:cubicBezTo>
                    <a:pt x="135478" y="132658"/>
                    <a:pt x="131250" y="136083"/>
                    <a:pt x="127375" y="136083"/>
                  </a:cubicBezTo>
                  <a:cubicBezTo>
                    <a:pt x="122090" y="136083"/>
                    <a:pt x="118919" y="131630"/>
                    <a:pt x="116453" y="122038"/>
                  </a:cubicBezTo>
                  <a:cubicBezTo>
                    <a:pt x="115748" y="119297"/>
                    <a:pt x="115396" y="117242"/>
                    <a:pt x="115043" y="116214"/>
                  </a:cubicBezTo>
                  <a:cubicBezTo>
                    <a:pt x="106235" y="81615"/>
                    <a:pt x="102360" y="65857"/>
                    <a:pt x="102360" y="60719"/>
                  </a:cubicBezTo>
                  <a:cubicBezTo>
                    <a:pt x="117862" y="34341"/>
                    <a:pt x="130546" y="19268"/>
                    <a:pt x="136888" y="19268"/>
                  </a:cubicBezTo>
                  <a:cubicBezTo>
                    <a:pt x="139002" y="19268"/>
                    <a:pt x="141820" y="20296"/>
                    <a:pt x="145343" y="22008"/>
                  </a:cubicBezTo>
                  <a:cubicBezTo>
                    <a:pt x="149571" y="24406"/>
                    <a:pt x="152038" y="25092"/>
                    <a:pt x="154856" y="25092"/>
                  </a:cubicBezTo>
                  <a:cubicBezTo>
                    <a:pt x="162255" y="25092"/>
                    <a:pt x="167188" y="19953"/>
                    <a:pt x="167188" y="12759"/>
                  </a:cubicBezTo>
                  <a:cubicBezTo>
                    <a:pt x="167188" y="5565"/>
                    <a:pt x="161198" y="84"/>
                    <a:pt x="152742" y="84"/>
                  </a:cubicBezTo>
                  <a:cubicBezTo>
                    <a:pt x="137240" y="84"/>
                    <a:pt x="123852" y="12417"/>
                    <a:pt x="99541" y="49071"/>
                  </a:cubicBezTo>
                  <a:lnTo>
                    <a:pt x="95665" y="30230"/>
                  </a:lnTo>
                  <a:cubicBezTo>
                    <a:pt x="90733" y="6935"/>
                    <a:pt x="86857" y="84"/>
                    <a:pt x="77344" y="84"/>
                  </a:cubicBezTo>
                  <a:cubicBezTo>
                    <a:pt x="69593" y="84"/>
                    <a:pt x="57614" y="3167"/>
                    <a:pt x="36122" y="10019"/>
                  </a:cubicBezTo>
                  <a:lnTo>
                    <a:pt x="32247" y="11389"/>
                  </a:lnTo>
                  <a:lnTo>
                    <a:pt x="33656" y="16527"/>
                  </a:lnTo>
                  <a:cubicBezTo>
                    <a:pt x="47044" y="13444"/>
                    <a:pt x="50215" y="12759"/>
                    <a:pt x="53386" y="12759"/>
                  </a:cubicBezTo>
                  <a:cubicBezTo>
                    <a:pt x="62194" y="12759"/>
                    <a:pt x="64308" y="15842"/>
                    <a:pt x="69241" y="36396"/>
                  </a:cubicBezTo>
                  <a:lnTo>
                    <a:pt x="79458" y="78532"/>
                  </a:lnTo>
                  <a:lnTo>
                    <a:pt x="50568" y="118612"/>
                  </a:lnTo>
                  <a:cubicBezTo>
                    <a:pt x="43521" y="128889"/>
                    <a:pt x="36475" y="135056"/>
                    <a:pt x="32599" y="135056"/>
                  </a:cubicBezTo>
                  <a:cubicBezTo>
                    <a:pt x="30485" y="135056"/>
                    <a:pt x="26962" y="134028"/>
                    <a:pt x="23439" y="131972"/>
                  </a:cubicBezTo>
                  <a:cubicBezTo>
                    <a:pt x="18858" y="129574"/>
                    <a:pt x="14983" y="128547"/>
                    <a:pt x="12164" y="128547"/>
                  </a:cubicBezTo>
                  <a:cubicBezTo>
                    <a:pt x="5470" y="128547"/>
                    <a:pt x="185" y="133685"/>
                    <a:pt x="185" y="140537"/>
                  </a:cubicBezTo>
                  <a:cubicBezTo>
                    <a:pt x="185" y="149443"/>
                    <a:pt x="7231" y="154924"/>
                    <a:pt x="17801" y="154924"/>
                  </a:cubicBezTo>
                  <a:cubicBezTo>
                    <a:pt x="28723" y="154924"/>
                    <a:pt x="32951" y="151841"/>
                    <a:pt x="50568" y="130945"/>
                  </a:cubicBezTo>
                  <a:cubicBezTo>
                    <a:pt x="60080" y="119983"/>
                    <a:pt x="67479" y="110733"/>
                    <a:pt x="82277" y="90864"/>
                  </a:cubicBezTo>
                  <a:lnTo>
                    <a:pt x="92847" y="131972"/>
                  </a:lnTo>
                  <a:cubicBezTo>
                    <a:pt x="97427" y="149443"/>
                    <a:pt x="102007" y="154924"/>
                    <a:pt x="113282" y="154924"/>
                  </a:cubicBezTo>
                  <a:cubicBezTo>
                    <a:pt x="126670" y="154924"/>
                    <a:pt x="135831" y="146703"/>
                    <a:pt x="156266" y="115872"/>
                  </a:cubicBezTo>
                  <a:lnTo>
                    <a:pt x="151333" y="113131"/>
                  </a:lnTo>
                  <a:close/>
                </a:path>
              </a:pathLst>
            </a:custGeom>
            <a:solidFill>
              <a:srgbClr val="000000"/>
            </a:solidFill>
            <a:ln w="479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817F7896-1740-8DA4-640A-6BF54416E6C2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9256534" y="5348528"/>
              <a:ext cx="56055" cy="168577"/>
            </a:xfrm>
            <a:custGeom>
              <a:avLst/>
              <a:gdLst>
                <a:gd name="connsiteX0" fmla="*/ 45294 w 56055"/>
                <a:gd name="connsiteY0" fmla="*/ 136976 h 168577"/>
                <a:gd name="connsiteX1" fmla="*/ 34604 w 56055"/>
                <a:gd name="connsiteY1" fmla="*/ 149904 h 168577"/>
                <a:gd name="connsiteX2" fmla="*/ 23915 w 56055"/>
                <a:gd name="connsiteY2" fmla="*/ 156749 h 168577"/>
                <a:gd name="connsiteX3" fmla="*/ 19743 w 56055"/>
                <a:gd name="connsiteY3" fmla="*/ 152946 h 168577"/>
                <a:gd name="connsiteX4" fmla="*/ 22350 w 56055"/>
                <a:gd name="connsiteY4" fmla="*/ 141792 h 168577"/>
                <a:gd name="connsiteX5" fmla="*/ 23654 w 56055"/>
                <a:gd name="connsiteY5" fmla="*/ 137229 h 168577"/>
                <a:gd name="connsiteX6" fmla="*/ 23654 w 56055"/>
                <a:gd name="connsiteY6" fmla="*/ 136722 h 168577"/>
                <a:gd name="connsiteX7" fmla="*/ 23915 w 56055"/>
                <a:gd name="connsiteY7" fmla="*/ 136215 h 168577"/>
                <a:gd name="connsiteX8" fmla="*/ 46858 w 56055"/>
                <a:gd name="connsiteY8" fmla="*/ 54589 h 168577"/>
                <a:gd name="connsiteX9" fmla="*/ 46076 w 56055"/>
                <a:gd name="connsiteY9" fmla="*/ 54082 h 168577"/>
                <a:gd name="connsiteX10" fmla="*/ 4360 w 56055"/>
                <a:gd name="connsiteY10" fmla="*/ 60419 h 168577"/>
                <a:gd name="connsiteX11" fmla="*/ 4360 w 56055"/>
                <a:gd name="connsiteY11" fmla="*/ 64475 h 168577"/>
                <a:gd name="connsiteX12" fmla="*/ 20786 w 56055"/>
                <a:gd name="connsiteY12" fmla="*/ 70559 h 168577"/>
                <a:gd name="connsiteX13" fmla="*/ 18439 w 56055"/>
                <a:gd name="connsiteY13" fmla="*/ 81713 h 168577"/>
                <a:gd name="connsiteX14" fmla="*/ 5925 w 56055"/>
                <a:gd name="connsiteY14" fmla="*/ 126582 h 168577"/>
                <a:gd name="connsiteX15" fmla="*/ 189 w 56055"/>
                <a:gd name="connsiteY15" fmla="*/ 154214 h 168577"/>
                <a:gd name="connsiteX16" fmla="*/ 12182 w 56055"/>
                <a:gd name="connsiteY16" fmla="*/ 168663 h 168577"/>
                <a:gd name="connsiteX17" fmla="*/ 48683 w 56055"/>
                <a:gd name="connsiteY17" fmla="*/ 139764 h 168577"/>
                <a:gd name="connsiteX18" fmla="*/ 45294 w 56055"/>
                <a:gd name="connsiteY18" fmla="*/ 136976 h 168577"/>
                <a:gd name="connsiteX19" fmla="*/ 43208 w 56055"/>
                <a:gd name="connsiteY19" fmla="*/ 86 h 168577"/>
                <a:gd name="connsiteX20" fmla="*/ 30954 w 56055"/>
                <a:gd name="connsiteY20" fmla="*/ 13522 h 168577"/>
                <a:gd name="connsiteX21" fmla="*/ 43469 w 56055"/>
                <a:gd name="connsiteY21" fmla="*/ 26957 h 168577"/>
                <a:gd name="connsiteX22" fmla="*/ 56244 w 56055"/>
                <a:gd name="connsiteY22" fmla="*/ 14029 h 168577"/>
                <a:gd name="connsiteX23" fmla="*/ 43208 w 56055"/>
                <a:gd name="connsiteY23" fmla="*/ 86 h 168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6055" h="168577">
                  <a:moveTo>
                    <a:pt x="45294" y="136976"/>
                  </a:moveTo>
                  <a:cubicBezTo>
                    <a:pt x="39036" y="145088"/>
                    <a:pt x="37211" y="147116"/>
                    <a:pt x="34604" y="149904"/>
                  </a:cubicBezTo>
                  <a:cubicBezTo>
                    <a:pt x="30172" y="154214"/>
                    <a:pt x="26261" y="156749"/>
                    <a:pt x="23915" y="156749"/>
                  </a:cubicBezTo>
                  <a:cubicBezTo>
                    <a:pt x="21829" y="156749"/>
                    <a:pt x="19743" y="154721"/>
                    <a:pt x="19743" y="152946"/>
                  </a:cubicBezTo>
                  <a:cubicBezTo>
                    <a:pt x="19743" y="150411"/>
                    <a:pt x="20525" y="146609"/>
                    <a:pt x="22350" y="141792"/>
                  </a:cubicBezTo>
                  <a:cubicBezTo>
                    <a:pt x="22350" y="141032"/>
                    <a:pt x="23132" y="139257"/>
                    <a:pt x="23654" y="137229"/>
                  </a:cubicBezTo>
                  <a:lnTo>
                    <a:pt x="23654" y="136722"/>
                  </a:lnTo>
                  <a:lnTo>
                    <a:pt x="23915" y="136215"/>
                  </a:lnTo>
                  <a:lnTo>
                    <a:pt x="46858" y="54589"/>
                  </a:lnTo>
                  <a:lnTo>
                    <a:pt x="46076" y="54082"/>
                  </a:lnTo>
                  <a:cubicBezTo>
                    <a:pt x="19743" y="58898"/>
                    <a:pt x="14529" y="59659"/>
                    <a:pt x="4360" y="60419"/>
                  </a:cubicBezTo>
                  <a:lnTo>
                    <a:pt x="4360" y="64475"/>
                  </a:lnTo>
                  <a:cubicBezTo>
                    <a:pt x="18179" y="64729"/>
                    <a:pt x="20786" y="65489"/>
                    <a:pt x="20786" y="70559"/>
                  </a:cubicBezTo>
                  <a:cubicBezTo>
                    <a:pt x="20786" y="72587"/>
                    <a:pt x="20004" y="76643"/>
                    <a:pt x="18439" y="81713"/>
                  </a:cubicBezTo>
                  <a:lnTo>
                    <a:pt x="5925" y="126582"/>
                  </a:lnTo>
                  <a:cubicBezTo>
                    <a:pt x="1753" y="141285"/>
                    <a:pt x="189" y="149144"/>
                    <a:pt x="189" y="154214"/>
                  </a:cubicBezTo>
                  <a:cubicBezTo>
                    <a:pt x="189" y="163593"/>
                    <a:pt x="4360" y="168663"/>
                    <a:pt x="12182" y="168663"/>
                  </a:cubicBezTo>
                  <a:cubicBezTo>
                    <a:pt x="24175" y="168663"/>
                    <a:pt x="33822" y="161058"/>
                    <a:pt x="48683" y="139764"/>
                  </a:cubicBezTo>
                  <a:lnTo>
                    <a:pt x="45294" y="136976"/>
                  </a:lnTo>
                  <a:close/>
                  <a:moveTo>
                    <a:pt x="43208" y="86"/>
                  </a:moveTo>
                  <a:cubicBezTo>
                    <a:pt x="36168" y="86"/>
                    <a:pt x="30954" y="5917"/>
                    <a:pt x="30954" y="13522"/>
                  </a:cubicBezTo>
                  <a:cubicBezTo>
                    <a:pt x="30954" y="21634"/>
                    <a:pt x="35908" y="26957"/>
                    <a:pt x="43469" y="26957"/>
                  </a:cubicBezTo>
                  <a:cubicBezTo>
                    <a:pt x="50247" y="26957"/>
                    <a:pt x="56244" y="21127"/>
                    <a:pt x="56244" y="14029"/>
                  </a:cubicBezTo>
                  <a:cubicBezTo>
                    <a:pt x="56244" y="6677"/>
                    <a:pt x="50247" y="86"/>
                    <a:pt x="43208" y="86"/>
                  </a:cubicBezTo>
                  <a:close/>
                </a:path>
              </a:pathLst>
            </a:custGeom>
            <a:solidFill>
              <a:srgbClr val="000000"/>
            </a:solidFill>
            <a:ln w="35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73A5EDA1-1249-D041-F3BF-254EA4FED607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9403038" y="5263023"/>
              <a:ext cx="234297" cy="228149"/>
            </a:xfrm>
            <a:custGeom>
              <a:avLst/>
              <a:gdLst>
                <a:gd name="connsiteX0" fmla="*/ 124564 w 234297"/>
                <a:gd name="connsiteY0" fmla="*/ 121011 h 228149"/>
                <a:gd name="connsiteX1" fmla="*/ 222863 w 234297"/>
                <a:gd name="connsiteY1" fmla="*/ 121011 h 228149"/>
                <a:gd name="connsiteX2" fmla="*/ 234490 w 234297"/>
                <a:gd name="connsiteY2" fmla="*/ 114160 h 228149"/>
                <a:gd name="connsiteX3" fmla="*/ 222863 w 234297"/>
                <a:gd name="connsiteY3" fmla="*/ 107308 h 228149"/>
                <a:gd name="connsiteX4" fmla="*/ 124564 w 234297"/>
                <a:gd name="connsiteY4" fmla="*/ 107308 h 228149"/>
                <a:gd name="connsiteX5" fmla="*/ 124564 w 234297"/>
                <a:gd name="connsiteY5" fmla="*/ 11389 h 228149"/>
                <a:gd name="connsiteX6" fmla="*/ 117517 w 234297"/>
                <a:gd name="connsiteY6" fmla="*/ 85 h 228149"/>
                <a:gd name="connsiteX7" fmla="*/ 110471 w 234297"/>
                <a:gd name="connsiteY7" fmla="*/ 11389 h 228149"/>
                <a:gd name="connsiteX8" fmla="*/ 110471 w 234297"/>
                <a:gd name="connsiteY8" fmla="*/ 107308 h 228149"/>
                <a:gd name="connsiteX9" fmla="*/ 11820 w 234297"/>
                <a:gd name="connsiteY9" fmla="*/ 107308 h 228149"/>
                <a:gd name="connsiteX10" fmla="*/ 193 w 234297"/>
                <a:gd name="connsiteY10" fmla="*/ 114160 h 228149"/>
                <a:gd name="connsiteX11" fmla="*/ 11820 w 234297"/>
                <a:gd name="connsiteY11" fmla="*/ 121011 h 228149"/>
                <a:gd name="connsiteX12" fmla="*/ 110471 w 234297"/>
                <a:gd name="connsiteY12" fmla="*/ 121011 h 228149"/>
                <a:gd name="connsiteX13" fmla="*/ 110471 w 234297"/>
                <a:gd name="connsiteY13" fmla="*/ 216930 h 228149"/>
                <a:gd name="connsiteX14" fmla="*/ 117517 w 234297"/>
                <a:gd name="connsiteY14" fmla="*/ 228234 h 228149"/>
                <a:gd name="connsiteX15" fmla="*/ 124564 w 234297"/>
                <a:gd name="connsiteY15" fmla="*/ 216930 h 228149"/>
                <a:gd name="connsiteX16" fmla="*/ 124564 w 234297"/>
                <a:gd name="connsiteY16" fmla="*/ 121011 h 228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4297" h="228149">
                  <a:moveTo>
                    <a:pt x="124564" y="121011"/>
                  </a:moveTo>
                  <a:lnTo>
                    <a:pt x="222863" y="121011"/>
                  </a:lnTo>
                  <a:cubicBezTo>
                    <a:pt x="227796" y="121011"/>
                    <a:pt x="234490" y="121011"/>
                    <a:pt x="234490" y="114160"/>
                  </a:cubicBezTo>
                  <a:cubicBezTo>
                    <a:pt x="234490" y="107308"/>
                    <a:pt x="227796" y="107308"/>
                    <a:pt x="222863" y="107308"/>
                  </a:cubicBezTo>
                  <a:lnTo>
                    <a:pt x="124564" y="107308"/>
                  </a:lnTo>
                  <a:lnTo>
                    <a:pt x="124564" y="11389"/>
                  </a:lnTo>
                  <a:cubicBezTo>
                    <a:pt x="124564" y="6593"/>
                    <a:pt x="124564" y="85"/>
                    <a:pt x="117517" y="85"/>
                  </a:cubicBezTo>
                  <a:cubicBezTo>
                    <a:pt x="110471" y="85"/>
                    <a:pt x="110471" y="6593"/>
                    <a:pt x="110471" y="11389"/>
                  </a:cubicBezTo>
                  <a:lnTo>
                    <a:pt x="110471" y="107308"/>
                  </a:lnTo>
                  <a:lnTo>
                    <a:pt x="11820" y="107308"/>
                  </a:lnTo>
                  <a:cubicBezTo>
                    <a:pt x="6887" y="107308"/>
                    <a:pt x="193" y="107308"/>
                    <a:pt x="193" y="114160"/>
                  </a:cubicBezTo>
                  <a:cubicBezTo>
                    <a:pt x="193" y="121011"/>
                    <a:pt x="6887" y="121011"/>
                    <a:pt x="11820" y="121011"/>
                  </a:cubicBezTo>
                  <a:lnTo>
                    <a:pt x="110471" y="121011"/>
                  </a:lnTo>
                  <a:lnTo>
                    <a:pt x="110471" y="216930"/>
                  </a:lnTo>
                  <a:cubicBezTo>
                    <a:pt x="110471" y="221726"/>
                    <a:pt x="110471" y="228234"/>
                    <a:pt x="117517" y="228234"/>
                  </a:cubicBezTo>
                  <a:cubicBezTo>
                    <a:pt x="124564" y="228234"/>
                    <a:pt x="124564" y="221726"/>
                    <a:pt x="124564" y="216930"/>
                  </a:cubicBezTo>
                  <a:lnTo>
                    <a:pt x="124564" y="121011"/>
                  </a:lnTo>
                  <a:close/>
                </a:path>
              </a:pathLst>
            </a:custGeom>
            <a:solidFill>
              <a:srgbClr val="000000"/>
            </a:solidFill>
            <a:ln w="35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885269FD-649C-4D67-058A-C36B51192297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9713899" y="5228766"/>
              <a:ext cx="161717" cy="237056"/>
            </a:xfrm>
            <a:custGeom>
              <a:avLst/>
              <a:gdLst>
                <a:gd name="connsiteX0" fmla="*/ 157340 w 161717"/>
                <a:gd name="connsiteY0" fmla="*/ 193977 h 237056"/>
                <a:gd name="connsiteX1" fmla="*/ 128449 w 161717"/>
                <a:gd name="connsiteY1" fmla="*/ 221040 h 237056"/>
                <a:gd name="connsiteX2" fmla="*/ 122812 w 161717"/>
                <a:gd name="connsiteY2" fmla="*/ 214873 h 237056"/>
                <a:gd name="connsiteX3" fmla="*/ 134439 w 161717"/>
                <a:gd name="connsiteY3" fmla="*/ 172052 h 237056"/>
                <a:gd name="connsiteX4" fmla="*/ 151351 w 161717"/>
                <a:gd name="connsiteY4" fmla="*/ 105937 h 237056"/>
                <a:gd name="connsiteX5" fmla="*/ 128097 w 161717"/>
                <a:gd name="connsiteY5" fmla="*/ 82985 h 237056"/>
                <a:gd name="connsiteX6" fmla="*/ 47414 w 161717"/>
                <a:gd name="connsiteY6" fmla="*/ 155267 h 237056"/>
                <a:gd name="connsiteX7" fmla="*/ 89693 w 161717"/>
                <a:gd name="connsiteY7" fmla="*/ 1797 h 237056"/>
                <a:gd name="connsiteX8" fmla="*/ 87932 w 161717"/>
                <a:gd name="connsiteY8" fmla="*/ 84 h 237056"/>
                <a:gd name="connsiteX9" fmla="*/ 32617 w 161717"/>
                <a:gd name="connsiteY9" fmla="*/ 9333 h 237056"/>
                <a:gd name="connsiteX10" fmla="*/ 32617 w 161717"/>
                <a:gd name="connsiteY10" fmla="*/ 14472 h 237056"/>
                <a:gd name="connsiteX11" fmla="*/ 41777 w 161717"/>
                <a:gd name="connsiteY11" fmla="*/ 14472 h 237056"/>
                <a:gd name="connsiteX12" fmla="*/ 42834 w 161717"/>
                <a:gd name="connsiteY12" fmla="*/ 14129 h 237056"/>
                <a:gd name="connsiteX13" fmla="*/ 56222 w 161717"/>
                <a:gd name="connsiteY13" fmla="*/ 22693 h 237056"/>
                <a:gd name="connsiteX14" fmla="*/ 51290 w 161717"/>
                <a:gd name="connsiteY14" fmla="*/ 45988 h 237056"/>
                <a:gd name="connsiteX15" fmla="*/ 47767 w 161717"/>
                <a:gd name="connsiteY15" fmla="*/ 58663 h 237056"/>
                <a:gd name="connsiteX16" fmla="*/ 203 w 161717"/>
                <a:gd name="connsiteY16" fmla="*/ 234057 h 237056"/>
                <a:gd name="connsiteX17" fmla="*/ 26627 w 161717"/>
                <a:gd name="connsiteY17" fmla="*/ 234057 h 237056"/>
                <a:gd name="connsiteX18" fmla="*/ 59393 w 161717"/>
                <a:gd name="connsiteY18" fmla="*/ 148758 h 237056"/>
                <a:gd name="connsiteX19" fmla="*/ 114004 w 161717"/>
                <a:gd name="connsiteY19" fmla="*/ 100456 h 237056"/>
                <a:gd name="connsiteX20" fmla="*/ 123869 w 161717"/>
                <a:gd name="connsiteY20" fmla="*/ 109020 h 237056"/>
                <a:gd name="connsiteX21" fmla="*/ 121403 w 161717"/>
                <a:gd name="connsiteY21" fmla="*/ 120325 h 237056"/>
                <a:gd name="connsiteX22" fmla="*/ 102025 w 161717"/>
                <a:gd name="connsiteY22" fmla="*/ 191236 h 237056"/>
                <a:gd name="connsiteX23" fmla="*/ 94978 w 161717"/>
                <a:gd name="connsiteY23" fmla="*/ 222752 h 237056"/>
                <a:gd name="connsiteX24" fmla="*/ 110481 w 161717"/>
                <a:gd name="connsiteY24" fmla="*/ 237140 h 237056"/>
                <a:gd name="connsiteX25" fmla="*/ 161920 w 161717"/>
                <a:gd name="connsiteY25" fmla="*/ 198088 h 237056"/>
                <a:gd name="connsiteX26" fmla="*/ 157340 w 161717"/>
                <a:gd name="connsiteY26" fmla="*/ 193977 h 2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1717" h="237056">
                  <a:moveTo>
                    <a:pt x="157340" y="193977"/>
                  </a:moveTo>
                  <a:cubicBezTo>
                    <a:pt x="138315" y="217271"/>
                    <a:pt x="134087" y="221040"/>
                    <a:pt x="128449" y="221040"/>
                  </a:cubicBezTo>
                  <a:cubicBezTo>
                    <a:pt x="125278" y="221040"/>
                    <a:pt x="122812" y="217956"/>
                    <a:pt x="122812" y="214873"/>
                  </a:cubicBezTo>
                  <a:cubicBezTo>
                    <a:pt x="122812" y="211448"/>
                    <a:pt x="128449" y="189866"/>
                    <a:pt x="134439" y="172052"/>
                  </a:cubicBezTo>
                  <a:cubicBezTo>
                    <a:pt x="144656" y="139509"/>
                    <a:pt x="151351" y="114159"/>
                    <a:pt x="151351" y="105937"/>
                  </a:cubicBezTo>
                  <a:cubicBezTo>
                    <a:pt x="151351" y="92234"/>
                    <a:pt x="141838" y="82985"/>
                    <a:pt x="128097" y="82985"/>
                  </a:cubicBezTo>
                  <a:cubicBezTo>
                    <a:pt x="105196" y="82985"/>
                    <a:pt x="80181" y="105594"/>
                    <a:pt x="47414" y="155267"/>
                  </a:cubicBezTo>
                  <a:lnTo>
                    <a:pt x="89693" y="1797"/>
                  </a:lnTo>
                  <a:lnTo>
                    <a:pt x="87932" y="84"/>
                  </a:lnTo>
                  <a:cubicBezTo>
                    <a:pt x="67497" y="4537"/>
                    <a:pt x="53756" y="6935"/>
                    <a:pt x="32617" y="9333"/>
                  </a:cubicBezTo>
                  <a:lnTo>
                    <a:pt x="32617" y="14472"/>
                  </a:lnTo>
                  <a:lnTo>
                    <a:pt x="41777" y="14472"/>
                  </a:lnTo>
                  <a:cubicBezTo>
                    <a:pt x="42129" y="14472"/>
                    <a:pt x="42482" y="14472"/>
                    <a:pt x="42834" y="14129"/>
                  </a:cubicBezTo>
                  <a:cubicBezTo>
                    <a:pt x="47767" y="12074"/>
                    <a:pt x="56222" y="17897"/>
                    <a:pt x="56222" y="22693"/>
                  </a:cubicBezTo>
                  <a:cubicBezTo>
                    <a:pt x="56222" y="27489"/>
                    <a:pt x="54461" y="36053"/>
                    <a:pt x="51290" y="45988"/>
                  </a:cubicBezTo>
                  <a:cubicBezTo>
                    <a:pt x="50938" y="46330"/>
                    <a:pt x="49881" y="51126"/>
                    <a:pt x="47767" y="58663"/>
                  </a:cubicBezTo>
                  <a:lnTo>
                    <a:pt x="203" y="234057"/>
                  </a:lnTo>
                  <a:lnTo>
                    <a:pt x="26627" y="234057"/>
                  </a:lnTo>
                  <a:cubicBezTo>
                    <a:pt x="40720" y="181302"/>
                    <a:pt x="45300" y="169655"/>
                    <a:pt x="59393" y="148758"/>
                  </a:cubicBezTo>
                  <a:cubicBezTo>
                    <a:pt x="77714" y="121695"/>
                    <a:pt x="101673" y="100456"/>
                    <a:pt x="114004" y="100456"/>
                  </a:cubicBezTo>
                  <a:cubicBezTo>
                    <a:pt x="119289" y="100456"/>
                    <a:pt x="123869" y="104567"/>
                    <a:pt x="123869" y="109020"/>
                  </a:cubicBezTo>
                  <a:cubicBezTo>
                    <a:pt x="123869" y="110390"/>
                    <a:pt x="122812" y="114844"/>
                    <a:pt x="121403" y="120325"/>
                  </a:cubicBezTo>
                  <a:lnTo>
                    <a:pt x="102025" y="191236"/>
                  </a:lnTo>
                  <a:cubicBezTo>
                    <a:pt x="97445" y="208022"/>
                    <a:pt x="94978" y="218642"/>
                    <a:pt x="94978" y="222752"/>
                  </a:cubicBezTo>
                  <a:cubicBezTo>
                    <a:pt x="94978" y="231659"/>
                    <a:pt x="100968" y="237140"/>
                    <a:pt x="110481" y="237140"/>
                  </a:cubicBezTo>
                  <a:cubicBezTo>
                    <a:pt x="128449" y="237140"/>
                    <a:pt x="140781" y="227891"/>
                    <a:pt x="161920" y="198088"/>
                  </a:cubicBezTo>
                  <a:lnTo>
                    <a:pt x="157340" y="193977"/>
                  </a:lnTo>
                  <a:close/>
                </a:path>
              </a:pathLst>
            </a:custGeom>
            <a:solidFill>
              <a:srgbClr val="000000"/>
            </a:solidFill>
            <a:ln w="479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D649C8F6-3953-DBAD-B72A-4D561073C304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9904111" y="5205814"/>
              <a:ext cx="81739" cy="342567"/>
            </a:xfrm>
            <a:custGeom>
              <a:avLst/>
              <a:gdLst>
                <a:gd name="connsiteX0" fmla="*/ 81947 w 81739"/>
                <a:gd name="connsiteY0" fmla="*/ 171368 h 342567"/>
                <a:gd name="connsiteX1" fmla="*/ 58693 w 81739"/>
                <a:gd name="connsiteY1" fmla="*/ 64487 h 342567"/>
                <a:gd name="connsiteX2" fmla="*/ 3730 w 81739"/>
                <a:gd name="connsiteY2" fmla="*/ 85 h 342567"/>
                <a:gd name="connsiteX3" fmla="*/ 207 w 81739"/>
                <a:gd name="connsiteY3" fmla="*/ 3510 h 342567"/>
                <a:gd name="connsiteX4" fmla="*/ 6901 w 81739"/>
                <a:gd name="connsiteY4" fmla="*/ 11389 h 342567"/>
                <a:gd name="connsiteX5" fmla="*/ 61512 w 81739"/>
                <a:gd name="connsiteY5" fmla="*/ 171368 h 342567"/>
                <a:gd name="connsiteX6" fmla="*/ 4787 w 81739"/>
                <a:gd name="connsiteY6" fmla="*/ 333403 h 342567"/>
                <a:gd name="connsiteX7" fmla="*/ 207 w 81739"/>
                <a:gd name="connsiteY7" fmla="*/ 339226 h 342567"/>
                <a:gd name="connsiteX8" fmla="*/ 3730 w 81739"/>
                <a:gd name="connsiteY8" fmla="*/ 342652 h 342567"/>
                <a:gd name="connsiteX9" fmla="*/ 59750 w 81739"/>
                <a:gd name="connsiteY9" fmla="*/ 275851 h 342567"/>
                <a:gd name="connsiteX10" fmla="*/ 81947 w 81739"/>
                <a:gd name="connsiteY10" fmla="*/ 171368 h 342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739" h="342567">
                  <a:moveTo>
                    <a:pt x="81947" y="171368"/>
                  </a:moveTo>
                  <a:cubicBezTo>
                    <a:pt x="81947" y="144648"/>
                    <a:pt x="78071" y="103197"/>
                    <a:pt x="58693" y="64487"/>
                  </a:cubicBezTo>
                  <a:cubicBezTo>
                    <a:pt x="37553" y="22352"/>
                    <a:pt x="7253" y="85"/>
                    <a:pt x="3730" y="85"/>
                  </a:cubicBezTo>
                  <a:cubicBezTo>
                    <a:pt x="1616" y="85"/>
                    <a:pt x="207" y="1455"/>
                    <a:pt x="207" y="3510"/>
                  </a:cubicBezTo>
                  <a:cubicBezTo>
                    <a:pt x="207" y="4538"/>
                    <a:pt x="207" y="5223"/>
                    <a:pt x="6901" y="11389"/>
                  </a:cubicBezTo>
                  <a:cubicBezTo>
                    <a:pt x="41429" y="45304"/>
                    <a:pt x="61512" y="99772"/>
                    <a:pt x="61512" y="171368"/>
                  </a:cubicBezTo>
                  <a:cubicBezTo>
                    <a:pt x="61512" y="229947"/>
                    <a:pt x="48476" y="290239"/>
                    <a:pt x="4787" y="333403"/>
                  </a:cubicBezTo>
                  <a:cubicBezTo>
                    <a:pt x="207" y="337513"/>
                    <a:pt x="207" y="338198"/>
                    <a:pt x="207" y="339226"/>
                  </a:cubicBezTo>
                  <a:cubicBezTo>
                    <a:pt x="207" y="341282"/>
                    <a:pt x="1616" y="342652"/>
                    <a:pt x="3730" y="342652"/>
                  </a:cubicBezTo>
                  <a:cubicBezTo>
                    <a:pt x="7253" y="342652"/>
                    <a:pt x="38963" y="319357"/>
                    <a:pt x="59750" y="275851"/>
                  </a:cubicBezTo>
                  <a:cubicBezTo>
                    <a:pt x="77719" y="238169"/>
                    <a:pt x="81947" y="200144"/>
                    <a:pt x="81947" y="171368"/>
                  </a:cubicBezTo>
                  <a:close/>
                </a:path>
              </a:pathLst>
            </a:custGeom>
            <a:solidFill>
              <a:srgbClr val="000000"/>
            </a:solidFill>
            <a:ln w="35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A5D76B87-D3C9-FC9B-1D00-1B18D6758EF0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10119557" y="5337017"/>
              <a:ext cx="234297" cy="80160"/>
            </a:xfrm>
            <a:custGeom>
              <a:avLst/>
              <a:gdLst>
                <a:gd name="connsiteX0" fmla="*/ 222531 w 234297"/>
                <a:gd name="connsiteY0" fmla="*/ 13787 h 80160"/>
                <a:gd name="connsiteX1" fmla="*/ 234510 w 234297"/>
                <a:gd name="connsiteY1" fmla="*/ 6936 h 80160"/>
                <a:gd name="connsiteX2" fmla="*/ 222883 w 234297"/>
                <a:gd name="connsiteY2" fmla="*/ 85 h 80160"/>
                <a:gd name="connsiteX3" fmla="*/ 11840 w 234297"/>
                <a:gd name="connsiteY3" fmla="*/ 85 h 80160"/>
                <a:gd name="connsiteX4" fmla="*/ 213 w 234297"/>
                <a:gd name="connsiteY4" fmla="*/ 6936 h 80160"/>
                <a:gd name="connsiteX5" fmla="*/ 12192 w 234297"/>
                <a:gd name="connsiteY5" fmla="*/ 13787 h 80160"/>
                <a:gd name="connsiteX6" fmla="*/ 222531 w 234297"/>
                <a:gd name="connsiteY6" fmla="*/ 13787 h 80160"/>
                <a:gd name="connsiteX7" fmla="*/ 222883 w 234297"/>
                <a:gd name="connsiteY7" fmla="*/ 80245 h 80160"/>
                <a:gd name="connsiteX8" fmla="*/ 234510 w 234297"/>
                <a:gd name="connsiteY8" fmla="*/ 73394 h 80160"/>
                <a:gd name="connsiteX9" fmla="*/ 222531 w 234297"/>
                <a:gd name="connsiteY9" fmla="*/ 66543 h 80160"/>
                <a:gd name="connsiteX10" fmla="*/ 12192 w 234297"/>
                <a:gd name="connsiteY10" fmla="*/ 66543 h 80160"/>
                <a:gd name="connsiteX11" fmla="*/ 213 w 234297"/>
                <a:gd name="connsiteY11" fmla="*/ 73394 h 80160"/>
                <a:gd name="connsiteX12" fmla="*/ 11840 w 234297"/>
                <a:gd name="connsiteY12" fmla="*/ 80245 h 80160"/>
                <a:gd name="connsiteX13" fmla="*/ 222883 w 234297"/>
                <a:gd name="connsiteY13" fmla="*/ 80245 h 801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297" h="80160">
                  <a:moveTo>
                    <a:pt x="222531" y="13787"/>
                  </a:moveTo>
                  <a:cubicBezTo>
                    <a:pt x="227816" y="13787"/>
                    <a:pt x="234510" y="13787"/>
                    <a:pt x="234510" y="6936"/>
                  </a:cubicBezTo>
                  <a:cubicBezTo>
                    <a:pt x="234510" y="85"/>
                    <a:pt x="227816" y="85"/>
                    <a:pt x="222883" y="85"/>
                  </a:cubicBezTo>
                  <a:lnTo>
                    <a:pt x="11840" y="85"/>
                  </a:lnTo>
                  <a:cubicBezTo>
                    <a:pt x="6907" y="85"/>
                    <a:pt x="213" y="85"/>
                    <a:pt x="213" y="6936"/>
                  </a:cubicBezTo>
                  <a:cubicBezTo>
                    <a:pt x="213" y="13787"/>
                    <a:pt x="6907" y="13787"/>
                    <a:pt x="12192" y="13787"/>
                  </a:cubicBezTo>
                  <a:lnTo>
                    <a:pt x="222531" y="13787"/>
                  </a:lnTo>
                  <a:close/>
                  <a:moveTo>
                    <a:pt x="222883" y="80245"/>
                  </a:moveTo>
                  <a:cubicBezTo>
                    <a:pt x="227816" y="80245"/>
                    <a:pt x="234510" y="80245"/>
                    <a:pt x="234510" y="73394"/>
                  </a:cubicBezTo>
                  <a:cubicBezTo>
                    <a:pt x="234510" y="66543"/>
                    <a:pt x="227816" y="66543"/>
                    <a:pt x="222531" y="66543"/>
                  </a:cubicBezTo>
                  <a:lnTo>
                    <a:pt x="12192" y="66543"/>
                  </a:lnTo>
                  <a:cubicBezTo>
                    <a:pt x="6907" y="66543"/>
                    <a:pt x="213" y="66543"/>
                    <a:pt x="213" y="73394"/>
                  </a:cubicBezTo>
                  <a:cubicBezTo>
                    <a:pt x="213" y="80245"/>
                    <a:pt x="6907" y="80245"/>
                    <a:pt x="11840" y="80245"/>
                  </a:cubicBezTo>
                  <a:lnTo>
                    <a:pt x="222883" y="80245"/>
                  </a:lnTo>
                  <a:close/>
                </a:path>
              </a:pathLst>
            </a:custGeom>
            <a:solidFill>
              <a:srgbClr val="000000"/>
            </a:solidFill>
            <a:ln w="35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8CBAD1C7-834B-682C-7BDA-A1D11EF54645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10444738" y="5311667"/>
              <a:ext cx="158546" cy="221640"/>
            </a:xfrm>
            <a:custGeom>
              <a:avLst/>
              <a:gdLst>
                <a:gd name="connsiteX0" fmla="*/ 13964 w 158546"/>
                <a:gd name="connsiteY0" fmla="*/ 14130 h 221640"/>
                <a:gd name="connsiteX1" fmla="*/ 24886 w 158546"/>
                <a:gd name="connsiteY1" fmla="*/ 12759 h 221640"/>
                <a:gd name="connsiteX2" fmla="*/ 66461 w 158546"/>
                <a:gd name="connsiteY2" fmla="*/ 80245 h 221640"/>
                <a:gd name="connsiteX3" fmla="*/ 80906 w 158546"/>
                <a:gd name="connsiteY3" fmla="*/ 148416 h 221640"/>
                <a:gd name="connsiteX4" fmla="*/ 73507 w 158546"/>
                <a:gd name="connsiteY4" fmla="*/ 165544 h 221640"/>
                <a:gd name="connsiteX5" fmla="*/ 51663 w 158546"/>
                <a:gd name="connsiteY5" fmla="*/ 192607 h 221640"/>
                <a:gd name="connsiteX6" fmla="*/ 35456 w 158546"/>
                <a:gd name="connsiteY6" fmla="*/ 202884 h 221640"/>
                <a:gd name="connsiteX7" fmla="*/ 27000 w 158546"/>
                <a:gd name="connsiteY7" fmla="*/ 199116 h 221640"/>
                <a:gd name="connsiteX8" fmla="*/ 13964 w 158546"/>
                <a:gd name="connsiteY8" fmla="*/ 193292 h 221640"/>
                <a:gd name="connsiteX9" fmla="*/ 223 w 158546"/>
                <a:gd name="connsiteY9" fmla="*/ 206652 h 221640"/>
                <a:gd name="connsiteX10" fmla="*/ 18192 w 158546"/>
                <a:gd name="connsiteY10" fmla="*/ 221725 h 221640"/>
                <a:gd name="connsiteX11" fmla="*/ 124947 w 158546"/>
                <a:gd name="connsiteY11" fmla="*/ 102512 h 221640"/>
                <a:gd name="connsiteX12" fmla="*/ 158770 w 158546"/>
                <a:gd name="connsiteY12" fmla="*/ 18926 h 221640"/>
                <a:gd name="connsiteX13" fmla="*/ 139392 w 158546"/>
                <a:gd name="connsiteY13" fmla="*/ 84 h 221640"/>
                <a:gd name="connsiteX14" fmla="*/ 125652 w 158546"/>
                <a:gd name="connsiteY14" fmla="*/ 12759 h 221640"/>
                <a:gd name="connsiteX15" fmla="*/ 135517 w 158546"/>
                <a:gd name="connsiteY15" fmla="*/ 26119 h 221640"/>
                <a:gd name="connsiteX16" fmla="*/ 144677 w 158546"/>
                <a:gd name="connsiteY16" fmla="*/ 37767 h 221640"/>
                <a:gd name="connsiteX17" fmla="*/ 101693 w 158546"/>
                <a:gd name="connsiteY17" fmla="*/ 126492 h 221640"/>
                <a:gd name="connsiteX18" fmla="*/ 94647 w 158546"/>
                <a:gd name="connsiteY18" fmla="*/ 86754 h 221640"/>
                <a:gd name="connsiteX19" fmla="*/ 64347 w 158546"/>
                <a:gd name="connsiteY19" fmla="*/ 84 h 221640"/>
                <a:gd name="connsiteX20" fmla="*/ 62938 w 158546"/>
                <a:gd name="connsiteY20" fmla="*/ 84 h 221640"/>
                <a:gd name="connsiteX21" fmla="*/ 59767 w 158546"/>
                <a:gd name="connsiteY21" fmla="*/ 427 h 221640"/>
                <a:gd name="connsiteX22" fmla="*/ 25239 w 158546"/>
                <a:gd name="connsiteY22" fmla="*/ 6251 h 221640"/>
                <a:gd name="connsiteX23" fmla="*/ 13964 w 158546"/>
                <a:gd name="connsiteY23" fmla="*/ 8306 h 221640"/>
                <a:gd name="connsiteX24" fmla="*/ 13964 w 158546"/>
                <a:gd name="connsiteY24" fmla="*/ 14130 h 221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8546" h="221640">
                  <a:moveTo>
                    <a:pt x="13964" y="14130"/>
                  </a:moveTo>
                  <a:cubicBezTo>
                    <a:pt x="18544" y="13102"/>
                    <a:pt x="21011" y="12759"/>
                    <a:pt x="24886" y="12759"/>
                  </a:cubicBezTo>
                  <a:cubicBezTo>
                    <a:pt x="44969" y="12759"/>
                    <a:pt x="50254" y="21324"/>
                    <a:pt x="66461" y="80245"/>
                  </a:cubicBezTo>
                  <a:cubicBezTo>
                    <a:pt x="72450" y="102512"/>
                    <a:pt x="80906" y="142592"/>
                    <a:pt x="80906" y="148416"/>
                  </a:cubicBezTo>
                  <a:cubicBezTo>
                    <a:pt x="80906" y="153897"/>
                    <a:pt x="78792" y="159378"/>
                    <a:pt x="73507" y="165544"/>
                  </a:cubicBezTo>
                  <a:cubicBezTo>
                    <a:pt x="62585" y="179590"/>
                    <a:pt x="55539" y="188496"/>
                    <a:pt x="51663" y="192607"/>
                  </a:cubicBezTo>
                  <a:cubicBezTo>
                    <a:pt x="44264" y="200144"/>
                    <a:pt x="40036" y="202884"/>
                    <a:pt x="35456" y="202884"/>
                  </a:cubicBezTo>
                  <a:cubicBezTo>
                    <a:pt x="33342" y="202884"/>
                    <a:pt x="30876" y="201856"/>
                    <a:pt x="27000" y="199116"/>
                  </a:cubicBezTo>
                  <a:cubicBezTo>
                    <a:pt x="21715" y="195005"/>
                    <a:pt x="17840" y="193292"/>
                    <a:pt x="13964" y="193292"/>
                  </a:cubicBezTo>
                  <a:cubicBezTo>
                    <a:pt x="6213" y="193292"/>
                    <a:pt x="223" y="199116"/>
                    <a:pt x="223" y="206652"/>
                  </a:cubicBezTo>
                  <a:cubicBezTo>
                    <a:pt x="223" y="215216"/>
                    <a:pt x="7975" y="221725"/>
                    <a:pt x="18192" y="221725"/>
                  </a:cubicBezTo>
                  <a:cubicBezTo>
                    <a:pt x="40741" y="221725"/>
                    <a:pt x="86896" y="170340"/>
                    <a:pt x="124947" y="102512"/>
                  </a:cubicBezTo>
                  <a:cubicBezTo>
                    <a:pt x="148905" y="60376"/>
                    <a:pt x="158770" y="35711"/>
                    <a:pt x="158770" y="18926"/>
                  </a:cubicBezTo>
                  <a:cubicBezTo>
                    <a:pt x="158770" y="8649"/>
                    <a:pt x="149962" y="84"/>
                    <a:pt x="139392" y="84"/>
                  </a:cubicBezTo>
                  <a:cubicBezTo>
                    <a:pt x="131289" y="84"/>
                    <a:pt x="125652" y="5223"/>
                    <a:pt x="125652" y="12759"/>
                  </a:cubicBezTo>
                  <a:cubicBezTo>
                    <a:pt x="125652" y="17898"/>
                    <a:pt x="128470" y="21666"/>
                    <a:pt x="135517" y="26119"/>
                  </a:cubicBezTo>
                  <a:cubicBezTo>
                    <a:pt x="142211" y="29888"/>
                    <a:pt x="144677" y="32971"/>
                    <a:pt x="144677" y="37767"/>
                  </a:cubicBezTo>
                  <a:cubicBezTo>
                    <a:pt x="144677" y="51469"/>
                    <a:pt x="131641" y="78190"/>
                    <a:pt x="101693" y="126492"/>
                  </a:cubicBezTo>
                  <a:lnTo>
                    <a:pt x="94647" y="86754"/>
                  </a:lnTo>
                  <a:cubicBezTo>
                    <a:pt x="89362" y="56608"/>
                    <a:pt x="69632" y="84"/>
                    <a:pt x="64347" y="84"/>
                  </a:cubicBezTo>
                  <a:lnTo>
                    <a:pt x="62938" y="84"/>
                  </a:lnTo>
                  <a:cubicBezTo>
                    <a:pt x="62585" y="427"/>
                    <a:pt x="61176" y="427"/>
                    <a:pt x="59767" y="427"/>
                  </a:cubicBezTo>
                  <a:cubicBezTo>
                    <a:pt x="56596" y="770"/>
                    <a:pt x="43912" y="2825"/>
                    <a:pt x="25239" y="6251"/>
                  </a:cubicBezTo>
                  <a:cubicBezTo>
                    <a:pt x="23477" y="6593"/>
                    <a:pt x="18897" y="7621"/>
                    <a:pt x="13964" y="8306"/>
                  </a:cubicBezTo>
                  <a:lnTo>
                    <a:pt x="13964" y="14130"/>
                  </a:lnTo>
                  <a:close/>
                </a:path>
              </a:pathLst>
            </a:custGeom>
            <a:solidFill>
              <a:srgbClr val="000000"/>
            </a:solidFill>
            <a:ln w="479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25357DCD-E8CF-40EF-9CDD-DA7B9B9AC879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10645091" y="5205814"/>
              <a:ext cx="81739" cy="342567"/>
            </a:xfrm>
            <a:custGeom>
              <a:avLst/>
              <a:gdLst>
                <a:gd name="connsiteX0" fmla="*/ 81967 w 81739"/>
                <a:gd name="connsiteY0" fmla="*/ 339226 h 342567"/>
                <a:gd name="connsiteX1" fmla="*/ 75978 w 81739"/>
                <a:gd name="connsiteY1" fmla="*/ 331690 h 342567"/>
                <a:gd name="connsiteX2" fmla="*/ 20662 w 81739"/>
                <a:gd name="connsiteY2" fmla="*/ 171368 h 342567"/>
                <a:gd name="connsiteX3" fmla="*/ 77387 w 81739"/>
                <a:gd name="connsiteY3" fmla="*/ 9334 h 342567"/>
                <a:gd name="connsiteX4" fmla="*/ 81967 w 81739"/>
                <a:gd name="connsiteY4" fmla="*/ 3510 h 342567"/>
                <a:gd name="connsiteX5" fmla="*/ 78444 w 81739"/>
                <a:gd name="connsiteY5" fmla="*/ 85 h 342567"/>
                <a:gd name="connsiteX6" fmla="*/ 22424 w 81739"/>
                <a:gd name="connsiteY6" fmla="*/ 66885 h 342567"/>
                <a:gd name="connsiteX7" fmla="*/ 227 w 81739"/>
                <a:gd name="connsiteY7" fmla="*/ 171368 h 342567"/>
                <a:gd name="connsiteX8" fmla="*/ 23481 w 81739"/>
                <a:gd name="connsiteY8" fmla="*/ 278249 h 342567"/>
                <a:gd name="connsiteX9" fmla="*/ 78444 w 81739"/>
                <a:gd name="connsiteY9" fmla="*/ 342652 h 342567"/>
                <a:gd name="connsiteX10" fmla="*/ 81967 w 81739"/>
                <a:gd name="connsiteY10" fmla="*/ 339226 h 342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739" h="342567">
                  <a:moveTo>
                    <a:pt x="81967" y="339226"/>
                  </a:moveTo>
                  <a:cubicBezTo>
                    <a:pt x="81967" y="338198"/>
                    <a:pt x="81967" y="337513"/>
                    <a:pt x="75978" y="331690"/>
                  </a:cubicBezTo>
                  <a:cubicBezTo>
                    <a:pt x="31937" y="288526"/>
                    <a:pt x="20662" y="223781"/>
                    <a:pt x="20662" y="171368"/>
                  </a:cubicBezTo>
                  <a:cubicBezTo>
                    <a:pt x="20662" y="111762"/>
                    <a:pt x="34051" y="52155"/>
                    <a:pt x="77387" y="9334"/>
                  </a:cubicBezTo>
                  <a:cubicBezTo>
                    <a:pt x="81967" y="5223"/>
                    <a:pt x="81967" y="4538"/>
                    <a:pt x="81967" y="3510"/>
                  </a:cubicBezTo>
                  <a:cubicBezTo>
                    <a:pt x="81967" y="1112"/>
                    <a:pt x="80558" y="85"/>
                    <a:pt x="78444" y="85"/>
                  </a:cubicBezTo>
                  <a:cubicBezTo>
                    <a:pt x="74921" y="85"/>
                    <a:pt x="43211" y="23379"/>
                    <a:pt x="22424" y="66885"/>
                  </a:cubicBezTo>
                  <a:cubicBezTo>
                    <a:pt x="4455" y="104568"/>
                    <a:pt x="227" y="142593"/>
                    <a:pt x="227" y="171368"/>
                  </a:cubicBezTo>
                  <a:cubicBezTo>
                    <a:pt x="227" y="198088"/>
                    <a:pt x="4103" y="239539"/>
                    <a:pt x="23481" y="278249"/>
                  </a:cubicBezTo>
                  <a:cubicBezTo>
                    <a:pt x="44620" y="320385"/>
                    <a:pt x="74921" y="342652"/>
                    <a:pt x="78444" y="342652"/>
                  </a:cubicBezTo>
                  <a:cubicBezTo>
                    <a:pt x="80558" y="342652"/>
                    <a:pt x="81967" y="341624"/>
                    <a:pt x="81967" y="339226"/>
                  </a:cubicBezTo>
                  <a:close/>
                </a:path>
              </a:pathLst>
            </a:custGeom>
            <a:solidFill>
              <a:srgbClr val="000000"/>
            </a:solidFill>
            <a:ln w="35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D2D2A670-449C-7D00-3F87-477EF2646481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10737909" y="5311667"/>
              <a:ext cx="167002" cy="154840"/>
            </a:xfrm>
            <a:custGeom>
              <a:avLst/>
              <a:gdLst>
                <a:gd name="connsiteX0" fmla="*/ 151380 w 167002"/>
                <a:gd name="connsiteY0" fmla="*/ 113131 h 154840"/>
                <a:gd name="connsiteX1" fmla="*/ 143629 w 167002"/>
                <a:gd name="connsiteY1" fmla="*/ 122381 h 154840"/>
                <a:gd name="connsiteX2" fmla="*/ 127422 w 167002"/>
                <a:gd name="connsiteY2" fmla="*/ 136083 h 154840"/>
                <a:gd name="connsiteX3" fmla="*/ 116500 w 167002"/>
                <a:gd name="connsiteY3" fmla="*/ 122038 h 154840"/>
                <a:gd name="connsiteX4" fmla="*/ 115090 w 167002"/>
                <a:gd name="connsiteY4" fmla="*/ 116214 h 154840"/>
                <a:gd name="connsiteX5" fmla="*/ 102406 w 167002"/>
                <a:gd name="connsiteY5" fmla="*/ 60719 h 154840"/>
                <a:gd name="connsiteX6" fmla="*/ 136934 w 167002"/>
                <a:gd name="connsiteY6" fmla="*/ 19268 h 154840"/>
                <a:gd name="connsiteX7" fmla="*/ 145390 w 167002"/>
                <a:gd name="connsiteY7" fmla="*/ 22008 h 154840"/>
                <a:gd name="connsiteX8" fmla="*/ 154903 w 167002"/>
                <a:gd name="connsiteY8" fmla="*/ 25092 h 154840"/>
                <a:gd name="connsiteX9" fmla="*/ 167235 w 167002"/>
                <a:gd name="connsiteY9" fmla="*/ 12759 h 154840"/>
                <a:gd name="connsiteX10" fmla="*/ 152789 w 167002"/>
                <a:gd name="connsiteY10" fmla="*/ 84 h 154840"/>
                <a:gd name="connsiteX11" fmla="*/ 99588 w 167002"/>
                <a:gd name="connsiteY11" fmla="*/ 49071 h 154840"/>
                <a:gd name="connsiteX12" fmla="*/ 95712 w 167002"/>
                <a:gd name="connsiteY12" fmla="*/ 30230 h 154840"/>
                <a:gd name="connsiteX13" fmla="*/ 77391 w 167002"/>
                <a:gd name="connsiteY13" fmla="*/ 84 h 154840"/>
                <a:gd name="connsiteX14" fmla="*/ 36169 w 167002"/>
                <a:gd name="connsiteY14" fmla="*/ 10019 h 154840"/>
                <a:gd name="connsiteX15" fmla="*/ 32293 w 167002"/>
                <a:gd name="connsiteY15" fmla="*/ 11389 h 154840"/>
                <a:gd name="connsiteX16" fmla="*/ 33703 w 167002"/>
                <a:gd name="connsiteY16" fmla="*/ 16527 h 154840"/>
                <a:gd name="connsiteX17" fmla="*/ 53433 w 167002"/>
                <a:gd name="connsiteY17" fmla="*/ 12759 h 154840"/>
                <a:gd name="connsiteX18" fmla="*/ 69288 w 167002"/>
                <a:gd name="connsiteY18" fmla="*/ 36396 h 154840"/>
                <a:gd name="connsiteX19" fmla="*/ 79505 w 167002"/>
                <a:gd name="connsiteY19" fmla="*/ 78532 h 154840"/>
                <a:gd name="connsiteX20" fmla="*/ 50614 w 167002"/>
                <a:gd name="connsiteY20" fmla="*/ 118612 h 154840"/>
                <a:gd name="connsiteX21" fmla="*/ 32646 w 167002"/>
                <a:gd name="connsiteY21" fmla="*/ 135056 h 154840"/>
                <a:gd name="connsiteX22" fmla="*/ 23485 w 167002"/>
                <a:gd name="connsiteY22" fmla="*/ 131972 h 154840"/>
                <a:gd name="connsiteX23" fmla="*/ 12211 w 167002"/>
                <a:gd name="connsiteY23" fmla="*/ 128547 h 154840"/>
                <a:gd name="connsiteX24" fmla="*/ 232 w 167002"/>
                <a:gd name="connsiteY24" fmla="*/ 140537 h 154840"/>
                <a:gd name="connsiteX25" fmla="*/ 17848 w 167002"/>
                <a:gd name="connsiteY25" fmla="*/ 154924 h 154840"/>
                <a:gd name="connsiteX26" fmla="*/ 50614 w 167002"/>
                <a:gd name="connsiteY26" fmla="*/ 130945 h 154840"/>
                <a:gd name="connsiteX27" fmla="*/ 82324 w 167002"/>
                <a:gd name="connsiteY27" fmla="*/ 90864 h 154840"/>
                <a:gd name="connsiteX28" fmla="*/ 92894 w 167002"/>
                <a:gd name="connsiteY28" fmla="*/ 131972 h 154840"/>
                <a:gd name="connsiteX29" fmla="*/ 113329 w 167002"/>
                <a:gd name="connsiteY29" fmla="*/ 154924 h 154840"/>
                <a:gd name="connsiteX30" fmla="*/ 156312 w 167002"/>
                <a:gd name="connsiteY30" fmla="*/ 115872 h 154840"/>
                <a:gd name="connsiteX31" fmla="*/ 151380 w 167002"/>
                <a:gd name="connsiteY31" fmla="*/ 113131 h 15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002" h="154840">
                  <a:moveTo>
                    <a:pt x="151380" y="113131"/>
                  </a:moveTo>
                  <a:cubicBezTo>
                    <a:pt x="148561" y="116214"/>
                    <a:pt x="146800" y="118270"/>
                    <a:pt x="143629" y="122381"/>
                  </a:cubicBezTo>
                  <a:cubicBezTo>
                    <a:pt x="135525" y="132658"/>
                    <a:pt x="131297" y="136083"/>
                    <a:pt x="127422" y="136083"/>
                  </a:cubicBezTo>
                  <a:cubicBezTo>
                    <a:pt x="122137" y="136083"/>
                    <a:pt x="118966" y="131630"/>
                    <a:pt x="116500" y="122038"/>
                  </a:cubicBezTo>
                  <a:cubicBezTo>
                    <a:pt x="115795" y="119297"/>
                    <a:pt x="115442" y="117242"/>
                    <a:pt x="115090" y="116214"/>
                  </a:cubicBezTo>
                  <a:cubicBezTo>
                    <a:pt x="106282" y="81615"/>
                    <a:pt x="102406" y="65857"/>
                    <a:pt x="102406" y="60719"/>
                  </a:cubicBezTo>
                  <a:cubicBezTo>
                    <a:pt x="117909" y="34341"/>
                    <a:pt x="130593" y="19268"/>
                    <a:pt x="136934" y="19268"/>
                  </a:cubicBezTo>
                  <a:cubicBezTo>
                    <a:pt x="139048" y="19268"/>
                    <a:pt x="141867" y="20296"/>
                    <a:pt x="145390" y="22008"/>
                  </a:cubicBezTo>
                  <a:cubicBezTo>
                    <a:pt x="149618" y="24406"/>
                    <a:pt x="152084" y="25092"/>
                    <a:pt x="154903" y="25092"/>
                  </a:cubicBezTo>
                  <a:cubicBezTo>
                    <a:pt x="162302" y="25092"/>
                    <a:pt x="167235" y="19953"/>
                    <a:pt x="167235" y="12759"/>
                  </a:cubicBezTo>
                  <a:cubicBezTo>
                    <a:pt x="167235" y="5565"/>
                    <a:pt x="161245" y="84"/>
                    <a:pt x="152789" y="84"/>
                  </a:cubicBezTo>
                  <a:cubicBezTo>
                    <a:pt x="137287" y="84"/>
                    <a:pt x="123898" y="12417"/>
                    <a:pt x="99588" y="49071"/>
                  </a:cubicBezTo>
                  <a:lnTo>
                    <a:pt x="95712" y="30230"/>
                  </a:lnTo>
                  <a:cubicBezTo>
                    <a:pt x="90780" y="6935"/>
                    <a:pt x="86904" y="84"/>
                    <a:pt x="77391" y="84"/>
                  </a:cubicBezTo>
                  <a:cubicBezTo>
                    <a:pt x="69640" y="84"/>
                    <a:pt x="57661" y="3167"/>
                    <a:pt x="36169" y="10019"/>
                  </a:cubicBezTo>
                  <a:lnTo>
                    <a:pt x="32293" y="11389"/>
                  </a:lnTo>
                  <a:lnTo>
                    <a:pt x="33703" y="16527"/>
                  </a:lnTo>
                  <a:cubicBezTo>
                    <a:pt x="47091" y="13444"/>
                    <a:pt x="50262" y="12759"/>
                    <a:pt x="53433" y="12759"/>
                  </a:cubicBezTo>
                  <a:cubicBezTo>
                    <a:pt x="62241" y="12759"/>
                    <a:pt x="64355" y="15842"/>
                    <a:pt x="69288" y="36396"/>
                  </a:cubicBezTo>
                  <a:lnTo>
                    <a:pt x="79505" y="78532"/>
                  </a:lnTo>
                  <a:lnTo>
                    <a:pt x="50614" y="118612"/>
                  </a:lnTo>
                  <a:cubicBezTo>
                    <a:pt x="43568" y="128889"/>
                    <a:pt x="36521" y="135056"/>
                    <a:pt x="32646" y="135056"/>
                  </a:cubicBezTo>
                  <a:cubicBezTo>
                    <a:pt x="30532" y="135056"/>
                    <a:pt x="27009" y="134028"/>
                    <a:pt x="23485" y="131972"/>
                  </a:cubicBezTo>
                  <a:cubicBezTo>
                    <a:pt x="18905" y="129574"/>
                    <a:pt x="15029" y="128547"/>
                    <a:pt x="12211" y="128547"/>
                  </a:cubicBezTo>
                  <a:cubicBezTo>
                    <a:pt x="5517" y="128547"/>
                    <a:pt x="232" y="133685"/>
                    <a:pt x="232" y="140537"/>
                  </a:cubicBezTo>
                  <a:cubicBezTo>
                    <a:pt x="232" y="149443"/>
                    <a:pt x="7278" y="154924"/>
                    <a:pt x="17848" y="154924"/>
                  </a:cubicBezTo>
                  <a:cubicBezTo>
                    <a:pt x="28770" y="154924"/>
                    <a:pt x="32998" y="151841"/>
                    <a:pt x="50614" y="130945"/>
                  </a:cubicBezTo>
                  <a:cubicBezTo>
                    <a:pt x="60127" y="119983"/>
                    <a:pt x="67526" y="110733"/>
                    <a:pt x="82324" y="90864"/>
                  </a:cubicBezTo>
                  <a:lnTo>
                    <a:pt x="92894" y="131972"/>
                  </a:lnTo>
                  <a:cubicBezTo>
                    <a:pt x="97474" y="149443"/>
                    <a:pt x="102054" y="154924"/>
                    <a:pt x="113329" y="154924"/>
                  </a:cubicBezTo>
                  <a:cubicBezTo>
                    <a:pt x="126717" y="154924"/>
                    <a:pt x="135877" y="146703"/>
                    <a:pt x="156312" y="115872"/>
                  </a:cubicBezTo>
                  <a:lnTo>
                    <a:pt x="151380" y="113131"/>
                  </a:lnTo>
                  <a:close/>
                </a:path>
              </a:pathLst>
            </a:custGeom>
            <a:solidFill>
              <a:srgbClr val="000000"/>
            </a:solidFill>
            <a:ln w="479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F9D8BDE0-DD3E-7983-310A-6A4D926DD383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10917215" y="5348528"/>
              <a:ext cx="56055" cy="168577"/>
            </a:xfrm>
            <a:custGeom>
              <a:avLst/>
              <a:gdLst>
                <a:gd name="connsiteX0" fmla="*/ 45340 w 56055"/>
                <a:gd name="connsiteY0" fmla="*/ 136976 h 168577"/>
                <a:gd name="connsiteX1" fmla="*/ 34651 w 56055"/>
                <a:gd name="connsiteY1" fmla="*/ 149904 h 168577"/>
                <a:gd name="connsiteX2" fmla="*/ 23961 w 56055"/>
                <a:gd name="connsiteY2" fmla="*/ 156749 h 168577"/>
                <a:gd name="connsiteX3" fmla="*/ 19790 w 56055"/>
                <a:gd name="connsiteY3" fmla="*/ 152946 h 168577"/>
                <a:gd name="connsiteX4" fmla="*/ 22397 w 56055"/>
                <a:gd name="connsiteY4" fmla="*/ 141792 h 168577"/>
                <a:gd name="connsiteX5" fmla="*/ 23701 w 56055"/>
                <a:gd name="connsiteY5" fmla="*/ 137229 h 168577"/>
                <a:gd name="connsiteX6" fmla="*/ 23701 w 56055"/>
                <a:gd name="connsiteY6" fmla="*/ 136722 h 168577"/>
                <a:gd name="connsiteX7" fmla="*/ 23961 w 56055"/>
                <a:gd name="connsiteY7" fmla="*/ 136215 h 168577"/>
                <a:gd name="connsiteX8" fmla="*/ 46905 w 56055"/>
                <a:gd name="connsiteY8" fmla="*/ 54589 h 168577"/>
                <a:gd name="connsiteX9" fmla="*/ 46123 w 56055"/>
                <a:gd name="connsiteY9" fmla="*/ 54082 h 168577"/>
                <a:gd name="connsiteX10" fmla="*/ 4407 w 56055"/>
                <a:gd name="connsiteY10" fmla="*/ 60419 h 168577"/>
                <a:gd name="connsiteX11" fmla="*/ 4407 w 56055"/>
                <a:gd name="connsiteY11" fmla="*/ 64475 h 168577"/>
                <a:gd name="connsiteX12" fmla="*/ 20833 w 56055"/>
                <a:gd name="connsiteY12" fmla="*/ 70559 h 168577"/>
                <a:gd name="connsiteX13" fmla="*/ 18486 w 56055"/>
                <a:gd name="connsiteY13" fmla="*/ 81713 h 168577"/>
                <a:gd name="connsiteX14" fmla="*/ 5972 w 56055"/>
                <a:gd name="connsiteY14" fmla="*/ 126582 h 168577"/>
                <a:gd name="connsiteX15" fmla="*/ 236 w 56055"/>
                <a:gd name="connsiteY15" fmla="*/ 154214 h 168577"/>
                <a:gd name="connsiteX16" fmla="*/ 12229 w 56055"/>
                <a:gd name="connsiteY16" fmla="*/ 168663 h 168577"/>
                <a:gd name="connsiteX17" fmla="*/ 48730 w 56055"/>
                <a:gd name="connsiteY17" fmla="*/ 139764 h 168577"/>
                <a:gd name="connsiteX18" fmla="*/ 45340 w 56055"/>
                <a:gd name="connsiteY18" fmla="*/ 136976 h 168577"/>
                <a:gd name="connsiteX19" fmla="*/ 43255 w 56055"/>
                <a:gd name="connsiteY19" fmla="*/ 86 h 168577"/>
                <a:gd name="connsiteX20" fmla="*/ 31001 w 56055"/>
                <a:gd name="connsiteY20" fmla="*/ 13522 h 168577"/>
                <a:gd name="connsiteX21" fmla="*/ 43515 w 56055"/>
                <a:gd name="connsiteY21" fmla="*/ 26957 h 168577"/>
                <a:gd name="connsiteX22" fmla="*/ 56291 w 56055"/>
                <a:gd name="connsiteY22" fmla="*/ 14029 h 168577"/>
                <a:gd name="connsiteX23" fmla="*/ 43255 w 56055"/>
                <a:gd name="connsiteY23" fmla="*/ 86 h 168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6055" h="168577">
                  <a:moveTo>
                    <a:pt x="45340" y="136976"/>
                  </a:moveTo>
                  <a:cubicBezTo>
                    <a:pt x="39083" y="145088"/>
                    <a:pt x="37258" y="147116"/>
                    <a:pt x="34651" y="149904"/>
                  </a:cubicBezTo>
                  <a:cubicBezTo>
                    <a:pt x="30219" y="154214"/>
                    <a:pt x="26308" y="156749"/>
                    <a:pt x="23961" y="156749"/>
                  </a:cubicBezTo>
                  <a:cubicBezTo>
                    <a:pt x="21876" y="156749"/>
                    <a:pt x="19790" y="154721"/>
                    <a:pt x="19790" y="152946"/>
                  </a:cubicBezTo>
                  <a:cubicBezTo>
                    <a:pt x="19790" y="150411"/>
                    <a:pt x="20572" y="146609"/>
                    <a:pt x="22397" y="141792"/>
                  </a:cubicBezTo>
                  <a:cubicBezTo>
                    <a:pt x="22397" y="141032"/>
                    <a:pt x="23179" y="139257"/>
                    <a:pt x="23701" y="137229"/>
                  </a:cubicBezTo>
                  <a:lnTo>
                    <a:pt x="23701" y="136722"/>
                  </a:lnTo>
                  <a:lnTo>
                    <a:pt x="23961" y="136215"/>
                  </a:lnTo>
                  <a:lnTo>
                    <a:pt x="46905" y="54589"/>
                  </a:lnTo>
                  <a:lnTo>
                    <a:pt x="46123" y="54082"/>
                  </a:lnTo>
                  <a:cubicBezTo>
                    <a:pt x="19790" y="58898"/>
                    <a:pt x="14575" y="59659"/>
                    <a:pt x="4407" y="60419"/>
                  </a:cubicBezTo>
                  <a:lnTo>
                    <a:pt x="4407" y="64475"/>
                  </a:lnTo>
                  <a:cubicBezTo>
                    <a:pt x="18225" y="64729"/>
                    <a:pt x="20833" y="65489"/>
                    <a:pt x="20833" y="70559"/>
                  </a:cubicBezTo>
                  <a:cubicBezTo>
                    <a:pt x="20833" y="72587"/>
                    <a:pt x="20050" y="76643"/>
                    <a:pt x="18486" y="81713"/>
                  </a:cubicBezTo>
                  <a:lnTo>
                    <a:pt x="5972" y="126582"/>
                  </a:lnTo>
                  <a:cubicBezTo>
                    <a:pt x="1800" y="141285"/>
                    <a:pt x="236" y="149144"/>
                    <a:pt x="236" y="154214"/>
                  </a:cubicBezTo>
                  <a:cubicBezTo>
                    <a:pt x="236" y="163593"/>
                    <a:pt x="4407" y="168663"/>
                    <a:pt x="12229" y="168663"/>
                  </a:cubicBezTo>
                  <a:cubicBezTo>
                    <a:pt x="24222" y="168663"/>
                    <a:pt x="33869" y="161058"/>
                    <a:pt x="48730" y="139764"/>
                  </a:cubicBezTo>
                  <a:lnTo>
                    <a:pt x="45340" y="136976"/>
                  </a:lnTo>
                  <a:close/>
                  <a:moveTo>
                    <a:pt x="43255" y="86"/>
                  </a:moveTo>
                  <a:cubicBezTo>
                    <a:pt x="36215" y="86"/>
                    <a:pt x="31001" y="5917"/>
                    <a:pt x="31001" y="13522"/>
                  </a:cubicBezTo>
                  <a:cubicBezTo>
                    <a:pt x="31001" y="21634"/>
                    <a:pt x="35955" y="26957"/>
                    <a:pt x="43515" y="26957"/>
                  </a:cubicBezTo>
                  <a:cubicBezTo>
                    <a:pt x="50294" y="26957"/>
                    <a:pt x="56291" y="21127"/>
                    <a:pt x="56291" y="14029"/>
                  </a:cubicBezTo>
                  <a:cubicBezTo>
                    <a:pt x="56291" y="6677"/>
                    <a:pt x="50294" y="86"/>
                    <a:pt x="43255" y="86"/>
                  </a:cubicBezTo>
                  <a:close/>
                </a:path>
              </a:pathLst>
            </a:custGeom>
            <a:solidFill>
              <a:srgbClr val="000000"/>
            </a:solidFill>
            <a:ln w="35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AA1CA3E7-9A8C-AEEA-8600-166D90E1553D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11014954" y="5205814"/>
              <a:ext cx="81739" cy="342567"/>
            </a:xfrm>
            <a:custGeom>
              <a:avLst/>
              <a:gdLst>
                <a:gd name="connsiteX0" fmla="*/ 81978 w 81739"/>
                <a:gd name="connsiteY0" fmla="*/ 171368 h 342567"/>
                <a:gd name="connsiteX1" fmla="*/ 58724 w 81739"/>
                <a:gd name="connsiteY1" fmla="*/ 64487 h 342567"/>
                <a:gd name="connsiteX2" fmla="*/ 3761 w 81739"/>
                <a:gd name="connsiteY2" fmla="*/ 85 h 342567"/>
                <a:gd name="connsiteX3" fmla="*/ 238 w 81739"/>
                <a:gd name="connsiteY3" fmla="*/ 3510 h 342567"/>
                <a:gd name="connsiteX4" fmla="*/ 6932 w 81739"/>
                <a:gd name="connsiteY4" fmla="*/ 11389 h 342567"/>
                <a:gd name="connsiteX5" fmla="*/ 61543 w 81739"/>
                <a:gd name="connsiteY5" fmla="*/ 171368 h 342567"/>
                <a:gd name="connsiteX6" fmla="*/ 4818 w 81739"/>
                <a:gd name="connsiteY6" fmla="*/ 333403 h 342567"/>
                <a:gd name="connsiteX7" fmla="*/ 238 w 81739"/>
                <a:gd name="connsiteY7" fmla="*/ 339226 h 342567"/>
                <a:gd name="connsiteX8" fmla="*/ 3761 w 81739"/>
                <a:gd name="connsiteY8" fmla="*/ 342652 h 342567"/>
                <a:gd name="connsiteX9" fmla="*/ 59781 w 81739"/>
                <a:gd name="connsiteY9" fmla="*/ 275851 h 342567"/>
                <a:gd name="connsiteX10" fmla="*/ 81978 w 81739"/>
                <a:gd name="connsiteY10" fmla="*/ 171368 h 342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739" h="342567">
                  <a:moveTo>
                    <a:pt x="81978" y="171368"/>
                  </a:moveTo>
                  <a:cubicBezTo>
                    <a:pt x="81978" y="144648"/>
                    <a:pt x="78102" y="103197"/>
                    <a:pt x="58724" y="64487"/>
                  </a:cubicBezTo>
                  <a:cubicBezTo>
                    <a:pt x="37585" y="22352"/>
                    <a:pt x="7285" y="85"/>
                    <a:pt x="3761" y="85"/>
                  </a:cubicBezTo>
                  <a:cubicBezTo>
                    <a:pt x="1648" y="85"/>
                    <a:pt x="238" y="1455"/>
                    <a:pt x="238" y="3510"/>
                  </a:cubicBezTo>
                  <a:cubicBezTo>
                    <a:pt x="238" y="4538"/>
                    <a:pt x="238" y="5223"/>
                    <a:pt x="6932" y="11389"/>
                  </a:cubicBezTo>
                  <a:cubicBezTo>
                    <a:pt x="41460" y="45304"/>
                    <a:pt x="61543" y="99772"/>
                    <a:pt x="61543" y="171368"/>
                  </a:cubicBezTo>
                  <a:cubicBezTo>
                    <a:pt x="61543" y="229947"/>
                    <a:pt x="48507" y="290239"/>
                    <a:pt x="4818" y="333403"/>
                  </a:cubicBezTo>
                  <a:cubicBezTo>
                    <a:pt x="238" y="337513"/>
                    <a:pt x="238" y="338198"/>
                    <a:pt x="238" y="339226"/>
                  </a:cubicBezTo>
                  <a:cubicBezTo>
                    <a:pt x="238" y="341282"/>
                    <a:pt x="1648" y="342652"/>
                    <a:pt x="3761" y="342652"/>
                  </a:cubicBezTo>
                  <a:cubicBezTo>
                    <a:pt x="7285" y="342652"/>
                    <a:pt x="38994" y="319357"/>
                    <a:pt x="59781" y="275851"/>
                  </a:cubicBezTo>
                  <a:cubicBezTo>
                    <a:pt x="77750" y="238169"/>
                    <a:pt x="81978" y="200144"/>
                    <a:pt x="81978" y="171368"/>
                  </a:cubicBezTo>
                  <a:close/>
                </a:path>
              </a:pathLst>
            </a:custGeom>
            <a:solidFill>
              <a:srgbClr val="000000"/>
            </a:solidFill>
            <a:ln w="35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7468563-4A2B-7F48-E2D4-2F18A571C2D6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1200930" y="5263023"/>
              <a:ext cx="234297" cy="228149"/>
            </a:xfrm>
            <a:custGeom>
              <a:avLst/>
              <a:gdLst>
                <a:gd name="connsiteX0" fmla="*/ 124615 w 234297"/>
                <a:gd name="connsiteY0" fmla="*/ 121011 h 228149"/>
                <a:gd name="connsiteX1" fmla="*/ 222914 w 234297"/>
                <a:gd name="connsiteY1" fmla="*/ 121011 h 228149"/>
                <a:gd name="connsiteX2" fmla="*/ 234541 w 234297"/>
                <a:gd name="connsiteY2" fmla="*/ 114160 h 228149"/>
                <a:gd name="connsiteX3" fmla="*/ 222914 w 234297"/>
                <a:gd name="connsiteY3" fmla="*/ 107308 h 228149"/>
                <a:gd name="connsiteX4" fmla="*/ 124615 w 234297"/>
                <a:gd name="connsiteY4" fmla="*/ 107308 h 228149"/>
                <a:gd name="connsiteX5" fmla="*/ 124615 w 234297"/>
                <a:gd name="connsiteY5" fmla="*/ 11389 h 228149"/>
                <a:gd name="connsiteX6" fmla="*/ 117568 w 234297"/>
                <a:gd name="connsiteY6" fmla="*/ 85 h 228149"/>
                <a:gd name="connsiteX7" fmla="*/ 110522 w 234297"/>
                <a:gd name="connsiteY7" fmla="*/ 11389 h 228149"/>
                <a:gd name="connsiteX8" fmla="*/ 110522 w 234297"/>
                <a:gd name="connsiteY8" fmla="*/ 107308 h 228149"/>
                <a:gd name="connsiteX9" fmla="*/ 11870 w 234297"/>
                <a:gd name="connsiteY9" fmla="*/ 107308 h 228149"/>
                <a:gd name="connsiteX10" fmla="*/ 243 w 234297"/>
                <a:gd name="connsiteY10" fmla="*/ 114160 h 228149"/>
                <a:gd name="connsiteX11" fmla="*/ 11870 w 234297"/>
                <a:gd name="connsiteY11" fmla="*/ 121011 h 228149"/>
                <a:gd name="connsiteX12" fmla="*/ 110522 w 234297"/>
                <a:gd name="connsiteY12" fmla="*/ 121011 h 228149"/>
                <a:gd name="connsiteX13" fmla="*/ 110522 w 234297"/>
                <a:gd name="connsiteY13" fmla="*/ 216930 h 228149"/>
                <a:gd name="connsiteX14" fmla="*/ 117568 w 234297"/>
                <a:gd name="connsiteY14" fmla="*/ 228234 h 228149"/>
                <a:gd name="connsiteX15" fmla="*/ 124615 w 234297"/>
                <a:gd name="connsiteY15" fmla="*/ 216930 h 228149"/>
                <a:gd name="connsiteX16" fmla="*/ 124615 w 234297"/>
                <a:gd name="connsiteY16" fmla="*/ 121011 h 228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4297" h="228149">
                  <a:moveTo>
                    <a:pt x="124615" y="121011"/>
                  </a:moveTo>
                  <a:lnTo>
                    <a:pt x="222914" y="121011"/>
                  </a:lnTo>
                  <a:cubicBezTo>
                    <a:pt x="227846" y="121011"/>
                    <a:pt x="234541" y="121011"/>
                    <a:pt x="234541" y="114160"/>
                  </a:cubicBezTo>
                  <a:cubicBezTo>
                    <a:pt x="234541" y="107308"/>
                    <a:pt x="227846" y="107308"/>
                    <a:pt x="222914" y="107308"/>
                  </a:cubicBezTo>
                  <a:lnTo>
                    <a:pt x="124615" y="107308"/>
                  </a:lnTo>
                  <a:lnTo>
                    <a:pt x="124615" y="11389"/>
                  </a:lnTo>
                  <a:cubicBezTo>
                    <a:pt x="124615" y="6593"/>
                    <a:pt x="124615" y="85"/>
                    <a:pt x="117568" y="85"/>
                  </a:cubicBezTo>
                  <a:cubicBezTo>
                    <a:pt x="110522" y="85"/>
                    <a:pt x="110522" y="6593"/>
                    <a:pt x="110522" y="11389"/>
                  </a:cubicBezTo>
                  <a:lnTo>
                    <a:pt x="110522" y="107308"/>
                  </a:lnTo>
                  <a:lnTo>
                    <a:pt x="11870" y="107308"/>
                  </a:lnTo>
                  <a:cubicBezTo>
                    <a:pt x="6938" y="107308"/>
                    <a:pt x="243" y="107308"/>
                    <a:pt x="243" y="114160"/>
                  </a:cubicBezTo>
                  <a:cubicBezTo>
                    <a:pt x="243" y="121011"/>
                    <a:pt x="6938" y="121011"/>
                    <a:pt x="11870" y="121011"/>
                  </a:cubicBezTo>
                  <a:lnTo>
                    <a:pt x="110522" y="121011"/>
                  </a:lnTo>
                  <a:lnTo>
                    <a:pt x="110522" y="216930"/>
                  </a:lnTo>
                  <a:cubicBezTo>
                    <a:pt x="110522" y="221726"/>
                    <a:pt x="110522" y="228234"/>
                    <a:pt x="117568" y="228234"/>
                  </a:cubicBezTo>
                  <a:cubicBezTo>
                    <a:pt x="124615" y="228234"/>
                    <a:pt x="124615" y="221726"/>
                    <a:pt x="124615" y="216930"/>
                  </a:cubicBezTo>
                  <a:lnTo>
                    <a:pt x="124615" y="121011"/>
                  </a:lnTo>
                  <a:close/>
                </a:path>
              </a:pathLst>
            </a:custGeom>
            <a:solidFill>
              <a:srgbClr val="000000"/>
            </a:solidFill>
            <a:ln w="35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4163D776-4137-DC83-F791-77DD8EED5F53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1511791" y="5228766"/>
              <a:ext cx="161717" cy="237056"/>
            </a:xfrm>
            <a:custGeom>
              <a:avLst/>
              <a:gdLst>
                <a:gd name="connsiteX0" fmla="*/ 157391 w 161717"/>
                <a:gd name="connsiteY0" fmla="*/ 193977 h 237056"/>
                <a:gd name="connsiteX1" fmla="*/ 128500 w 161717"/>
                <a:gd name="connsiteY1" fmla="*/ 221040 h 237056"/>
                <a:gd name="connsiteX2" fmla="*/ 122863 w 161717"/>
                <a:gd name="connsiteY2" fmla="*/ 214873 h 237056"/>
                <a:gd name="connsiteX3" fmla="*/ 134490 w 161717"/>
                <a:gd name="connsiteY3" fmla="*/ 172052 h 237056"/>
                <a:gd name="connsiteX4" fmla="*/ 151401 w 161717"/>
                <a:gd name="connsiteY4" fmla="*/ 105937 h 237056"/>
                <a:gd name="connsiteX5" fmla="*/ 128148 w 161717"/>
                <a:gd name="connsiteY5" fmla="*/ 82985 h 237056"/>
                <a:gd name="connsiteX6" fmla="*/ 47465 w 161717"/>
                <a:gd name="connsiteY6" fmla="*/ 155267 h 237056"/>
                <a:gd name="connsiteX7" fmla="*/ 89744 w 161717"/>
                <a:gd name="connsiteY7" fmla="*/ 1797 h 237056"/>
                <a:gd name="connsiteX8" fmla="*/ 87983 w 161717"/>
                <a:gd name="connsiteY8" fmla="*/ 84 h 237056"/>
                <a:gd name="connsiteX9" fmla="*/ 32667 w 161717"/>
                <a:gd name="connsiteY9" fmla="*/ 9333 h 237056"/>
                <a:gd name="connsiteX10" fmla="*/ 32667 w 161717"/>
                <a:gd name="connsiteY10" fmla="*/ 14472 h 237056"/>
                <a:gd name="connsiteX11" fmla="*/ 41828 w 161717"/>
                <a:gd name="connsiteY11" fmla="*/ 14472 h 237056"/>
                <a:gd name="connsiteX12" fmla="*/ 42885 w 161717"/>
                <a:gd name="connsiteY12" fmla="*/ 14129 h 237056"/>
                <a:gd name="connsiteX13" fmla="*/ 56273 w 161717"/>
                <a:gd name="connsiteY13" fmla="*/ 22693 h 237056"/>
                <a:gd name="connsiteX14" fmla="*/ 51341 w 161717"/>
                <a:gd name="connsiteY14" fmla="*/ 45988 h 237056"/>
                <a:gd name="connsiteX15" fmla="*/ 47817 w 161717"/>
                <a:gd name="connsiteY15" fmla="*/ 58663 h 237056"/>
                <a:gd name="connsiteX16" fmla="*/ 253 w 161717"/>
                <a:gd name="connsiteY16" fmla="*/ 234057 h 237056"/>
                <a:gd name="connsiteX17" fmla="*/ 26678 w 161717"/>
                <a:gd name="connsiteY17" fmla="*/ 234057 h 237056"/>
                <a:gd name="connsiteX18" fmla="*/ 59444 w 161717"/>
                <a:gd name="connsiteY18" fmla="*/ 148758 h 237056"/>
                <a:gd name="connsiteX19" fmla="*/ 114055 w 161717"/>
                <a:gd name="connsiteY19" fmla="*/ 100456 h 237056"/>
                <a:gd name="connsiteX20" fmla="*/ 123920 w 161717"/>
                <a:gd name="connsiteY20" fmla="*/ 109020 h 237056"/>
                <a:gd name="connsiteX21" fmla="*/ 121453 w 161717"/>
                <a:gd name="connsiteY21" fmla="*/ 120325 h 237056"/>
                <a:gd name="connsiteX22" fmla="*/ 102076 w 161717"/>
                <a:gd name="connsiteY22" fmla="*/ 191236 h 237056"/>
                <a:gd name="connsiteX23" fmla="*/ 95029 w 161717"/>
                <a:gd name="connsiteY23" fmla="*/ 222752 h 237056"/>
                <a:gd name="connsiteX24" fmla="*/ 110531 w 161717"/>
                <a:gd name="connsiteY24" fmla="*/ 237140 h 237056"/>
                <a:gd name="connsiteX25" fmla="*/ 161971 w 161717"/>
                <a:gd name="connsiteY25" fmla="*/ 198088 h 237056"/>
                <a:gd name="connsiteX26" fmla="*/ 157391 w 161717"/>
                <a:gd name="connsiteY26" fmla="*/ 193977 h 2370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1717" h="237056">
                  <a:moveTo>
                    <a:pt x="157391" y="193977"/>
                  </a:moveTo>
                  <a:cubicBezTo>
                    <a:pt x="138365" y="217271"/>
                    <a:pt x="134137" y="221040"/>
                    <a:pt x="128500" y="221040"/>
                  </a:cubicBezTo>
                  <a:cubicBezTo>
                    <a:pt x="125329" y="221040"/>
                    <a:pt x="122863" y="217956"/>
                    <a:pt x="122863" y="214873"/>
                  </a:cubicBezTo>
                  <a:cubicBezTo>
                    <a:pt x="122863" y="211448"/>
                    <a:pt x="128500" y="189866"/>
                    <a:pt x="134490" y="172052"/>
                  </a:cubicBezTo>
                  <a:cubicBezTo>
                    <a:pt x="144707" y="139509"/>
                    <a:pt x="151401" y="114159"/>
                    <a:pt x="151401" y="105937"/>
                  </a:cubicBezTo>
                  <a:cubicBezTo>
                    <a:pt x="151401" y="92234"/>
                    <a:pt x="141888" y="82985"/>
                    <a:pt x="128148" y="82985"/>
                  </a:cubicBezTo>
                  <a:cubicBezTo>
                    <a:pt x="105246" y="82985"/>
                    <a:pt x="80231" y="105594"/>
                    <a:pt x="47465" y="155267"/>
                  </a:cubicBezTo>
                  <a:lnTo>
                    <a:pt x="89744" y="1797"/>
                  </a:lnTo>
                  <a:lnTo>
                    <a:pt x="87983" y="84"/>
                  </a:lnTo>
                  <a:cubicBezTo>
                    <a:pt x="67548" y="4537"/>
                    <a:pt x="53807" y="6935"/>
                    <a:pt x="32667" y="9333"/>
                  </a:cubicBezTo>
                  <a:lnTo>
                    <a:pt x="32667" y="14472"/>
                  </a:lnTo>
                  <a:lnTo>
                    <a:pt x="41828" y="14472"/>
                  </a:lnTo>
                  <a:cubicBezTo>
                    <a:pt x="42180" y="14472"/>
                    <a:pt x="42532" y="14472"/>
                    <a:pt x="42885" y="14129"/>
                  </a:cubicBezTo>
                  <a:cubicBezTo>
                    <a:pt x="47817" y="12074"/>
                    <a:pt x="56273" y="17897"/>
                    <a:pt x="56273" y="22693"/>
                  </a:cubicBezTo>
                  <a:cubicBezTo>
                    <a:pt x="56273" y="27489"/>
                    <a:pt x="54511" y="36053"/>
                    <a:pt x="51341" y="45988"/>
                  </a:cubicBezTo>
                  <a:cubicBezTo>
                    <a:pt x="50988" y="46330"/>
                    <a:pt x="49931" y="51126"/>
                    <a:pt x="47817" y="58663"/>
                  </a:cubicBezTo>
                  <a:lnTo>
                    <a:pt x="253" y="234057"/>
                  </a:lnTo>
                  <a:lnTo>
                    <a:pt x="26678" y="234057"/>
                  </a:lnTo>
                  <a:cubicBezTo>
                    <a:pt x="40771" y="181302"/>
                    <a:pt x="45351" y="169655"/>
                    <a:pt x="59444" y="148758"/>
                  </a:cubicBezTo>
                  <a:cubicBezTo>
                    <a:pt x="77765" y="121695"/>
                    <a:pt x="101723" y="100456"/>
                    <a:pt x="114055" y="100456"/>
                  </a:cubicBezTo>
                  <a:cubicBezTo>
                    <a:pt x="119340" y="100456"/>
                    <a:pt x="123920" y="104567"/>
                    <a:pt x="123920" y="109020"/>
                  </a:cubicBezTo>
                  <a:cubicBezTo>
                    <a:pt x="123920" y="110390"/>
                    <a:pt x="122863" y="114844"/>
                    <a:pt x="121453" y="120325"/>
                  </a:cubicBezTo>
                  <a:lnTo>
                    <a:pt x="102076" y="191236"/>
                  </a:lnTo>
                  <a:cubicBezTo>
                    <a:pt x="97495" y="208022"/>
                    <a:pt x="95029" y="218642"/>
                    <a:pt x="95029" y="222752"/>
                  </a:cubicBezTo>
                  <a:cubicBezTo>
                    <a:pt x="95029" y="231659"/>
                    <a:pt x="101019" y="237140"/>
                    <a:pt x="110531" y="237140"/>
                  </a:cubicBezTo>
                  <a:cubicBezTo>
                    <a:pt x="128500" y="237140"/>
                    <a:pt x="140831" y="227891"/>
                    <a:pt x="161971" y="198088"/>
                  </a:cubicBezTo>
                  <a:lnTo>
                    <a:pt x="157391" y="193977"/>
                  </a:lnTo>
                  <a:close/>
                </a:path>
              </a:pathLst>
            </a:custGeom>
            <a:solidFill>
              <a:srgbClr val="000000"/>
            </a:solidFill>
            <a:ln w="479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D97A0311-893D-F873-7FB7-4F85A077BACA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1724032" y="5239043"/>
              <a:ext cx="224431" cy="223696"/>
            </a:xfrm>
            <a:custGeom>
              <a:avLst/>
              <a:gdLst>
                <a:gd name="connsiteX0" fmla="*/ 224691 w 224431"/>
                <a:gd name="connsiteY0" fmla="*/ 84 h 223696"/>
                <a:gd name="connsiteX1" fmla="*/ 49233 w 224431"/>
                <a:gd name="connsiteY1" fmla="*/ 84 h 223696"/>
                <a:gd name="connsiteX2" fmla="*/ 49233 w 224431"/>
                <a:gd name="connsiteY2" fmla="*/ 5565 h 223696"/>
                <a:gd name="connsiteX3" fmla="*/ 76362 w 224431"/>
                <a:gd name="connsiteY3" fmla="*/ 19610 h 223696"/>
                <a:gd name="connsiteX4" fmla="*/ 72486 w 224431"/>
                <a:gd name="connsiteY4" fmla="*/ 41534 h 223696"/>
                <a:gd name="connsiteX5" fmla="*/ 29150 w 224431"/>
                <a:gd name="connsiteY5" fmla="*/ 192949 h 223696"/>
                <a:gd name="connsiteX6" fmla="*/ 259 w 224431"/>
                <a:gd name="connsiteY6" fmla="*/ 218299 h 223696"/>
                <a:gd name="connsiteX7" fmla="*/ 259 w 224431"/>
                <a:gd name="connsiteY7" fmla="*/ 223780 h 223696"/>
                <a:gd name="connsiteX8" fmla="*/ 89046 w 224431"/>
                <a:gd name="connsiteY8" fmla="*/ 223780 h 223696"/>
                <a:gd name="connsiteX9" fmla="*/ 89046 w 224431"/>
                <a:gd name="connsiteY9" fmla="*/ 218299 h 223696"/>
                <a:gd name="connsiteX10" fmla="*/ 62269 w 224431"/>
                <a:gd name="connsiteY10" fmla="*/ 203226 h 223696"/>
                <a:gd name="connsiteX11" fmla="*/ 65440 w 224431"/>
                <a:gd name="connsiteY11" fmla="*/ 187811 h 223696"/>
                <a:gd name="connsiteX12" fmla="*/ 87284 w 224431"/>
                <a:gd name="connsiteY12" fmla="*/ 111418 h 223696"/>
                <a:gd name="connsiteX13" fmla="*/ 115823 w 224431"/>
                <a:gd name="connsiteY13" fmla="*/ 112446 h 223696"/>
                <a:gd name="connsiteX14" fmla="*/ 135201 w 224431"/>
                <a:gd name="connsiteY14" fmla="*/ 114159 h 223696"/>
                <a:gd name="connsiteX15" fmla="*/ 142952 w 224431"/>
                <a:gd name="connsiteY15" fmla="*/ 128204 h 223696"/>
                <a:gd name="connsiteX16" fmla="*/ 140133 w 224431"/>
                <a:gd name="connsiteY16" fmla="*/ 148415 h 223696"/>
                <a:gd name="connsiteX17" fmla="*/ 146123 w 224431"/>
                <a:gd name="connsiteY17" fmla="*/ 150128 h 223696"/>
                <a:gd name="connsiteX18" fmla="*/ 172899 w 224431"/>
                <a:gd name="connsiteY18" fmla="*/ 69967 h 223696"/>
                <a:gd name="connsiteX19" fmla="*/ 166558 w 224431"/>
                <a:gd name="connsiteY19" fmla="*/ 68255 h 223696"/>
                <a:gd name="connsiteX20" fmla="*/ 90455 w 224431"/>
                <a:gd name="connsiteY20" fmla="*/ 100113 h 223696"/>
                <a:gd name="connsiteX21" fmla="*/ 113709 w 224431"/>
                <a:gd name="connsiteY21" fmla="*/ 20295 h 223696"/>
                <a:gd name="connsiteX22" fmla="*/ 135201 w 224431"/>
                <a:gd name="connsiteY22" fmla="*/ 11389 h 223696"/>
                <a:gd name="connsiteX23" fmla="*/ 207075 w 224431"/>
                <a:gd name="connsiteY23" fmla="*/ 37081 h 223696"/>
                <a:gd name="connsiteX24" fmla="*/ 206723 w 224431"/>
                <a:gd name="connsiteY24" fmla="*/ 45303 h 223696"/>
                <a:gd name="connsiteX25" fmla="*/ 206018 w 224431"/>
                <a:gd name="connsiteY25" fmla="*/ 51811 h 223696"/>
                <a:gd name="connsiteX26" fmla="*/ 213417 w 224431"/>
                <a:gd name="connsiteY26" fmla="*/ 52497 h 223696"/>
                <a:gd name="connsiteX27" fmla="*/ 224691 w 224431"/>
                <a:gd name="connsiteY27" fmla="*/ 84 h 223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24431" h="223696">
                  <a:moveTo>
                    <a:pt x="224691" y="84"/>
                  </a:moveTo>
                  <a:lnTo>
                    <a:pt x="49233" y="84"/>
                  </a:lnTo>
                  <a:lnTo>
                    <a:pt x="49233" y="5565"/>
                  </a:lnTo>
                  <a:cubicBezTo>
                    <a:pt x="72134" y="7620"/>
                    <a:pt x="76362" y="9676"/>
                    <a:pt x="76362" y="19610"/>
                  </a:cubicBezTo>
                  <a:cubicBezTo>
                    <a:pt x="76362" y="24749"/>
                    <a:pt x="74953" y="33313"/>
                    <a:pt x="72486" y="41534"/>
                  </a:cubicBezTo>
                  <a:lnTo>
                    <a:pt x="29150" y="192949"/>
                  </a:lnTo>
                  <a:cubicBezTo>
                    <a:pt x="22808" y="213503"/>
                    <a:pt x="20342" y="215558"/>
                    <a:pt x="259" y="218299"/>
                  </a:cubicBezTo>
                  <a:lnTo>
                    <a:pt x="259" y="223780"/>
                  </a:lnTo>
                  <a:lnTo>
                    <a:pt x="89046" y="223780"/>
                  </a:lnTo>
                  <a:lnTo>
                    <a:pt x="89046" y="218299"/>
                  </a:lnTo>
                  <a:cubicBezTo>
                    <a:pt x="68611" y="217271"/>
                    <a:pt x="62269" y="213503"/>
                    <a:pt x="62269" y="203226"/>
                  </a:cubicBezTo>
                  <a:cubicBezTo>
                    <a:pt x="62269" y="200485"/>
                    <a:pt x="63326" y="195347"/>
                    <a:pt x="65440" y="187811"/>
                  </a:cubicBezTo>
                  <a:lnTo>
                    <a:pt x="87284" y="111418"/>
                  </a:lnTo>
                  <a:cubicBezTo>
                    <a:pt x="100320" y="112103"/>
                    <a:pt x="108071" y="112446"/>
                    <a:pt x="115823" y="112446"/>
                  </a:cubicBezTo>
                  <a:cubicBezTo>
                    <a:pt x="129563" y="112446"/>
                    <a:pt x="132030" y="112788"/>
                    <a:pt x="135201" y="114159"/>
                  </a:cubicBezTo>
                  <a:cubicBezTo>
                    <a:pt x="140485" y="116899"/>
                    <a:pt x="142952" y="121353"/>
                    <a:pt x="142952" y="128204"/>
                  </a:cubicBezTo>
                  <a:cubicBezTo>
                    <a:pt x="142952" y="133685"/>
                    <a:pt x="142247" y="137796"/>
                    <a:pt x="140133" y="148415"/>
                  </a:cubicBezTo>
                  <a:lnTo>
                    <a:pt x="146123" y="150128"/>
                  </a:lnTo>
                  <a:lnTo>
                    <a:pt x="172899" y="69967"/>
                  </a:lnTo>
                  <a:lnTo>
                    <a:pt x="166558" y="68255"/>
                  </a:lnTo>
                  <a:cubicBezTo>
                    <a:pt x="150703" y="99086"/>
                    <a:pt x="149646" y="99428"/>
                    <a:pt x="90455" y="100113"/>
                  </a:cubicBezTo>
                  <a:lnTo>
                    <a:pt x="113709" y="20295"/>
                  </a:lnTo>
                  <a:cubicBezTo>
                    <a:pt x="115823" y="13444"/>
                    <a:pt x="120755" y="11389"/>
                    <a:pt x="135201" y="11389"/>
                  </a:cubicBezTo>
                  <a:cubicBezTo>
                    <a:pt x="194391" y="11389"/>
                    <a:pt x="207075" y="15842"/>
                    <a:pt x="207075" y="37081"/>
                  </a:cubicBezTo>
                  <a:cubicBezTo>
                    <a:pt x="207075" y="39136"/>
                    <a:pt x="207075" y="40849"/>
                    <a:pt x="206723" y="45303"/>
                  </a:cubicBezTo>
                  <a:cubicBezTo>
                    <a:pt x="206370" y="47358"/>
                    <a:pt x="206370" y="47701"/>
                    <a:pt x="206018" y="51811"/>
                  </a:cubicBezTo>
                  <a:lnTo>
                    <a:pt x="213417" y="52497"/>
                  </a:lnTo>
                  <a:lnTo>
                    <a:pt x="224691" y="84"/>
                  </a:lnTo>
                  <a:close/>
                </a:path>
              </a:pathLst>
            </a:custGeom>
            <a:solidFill>
              <a:srgbClr val="000000"/>
            </a:solidFill>
            <a:ln w="479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98626D5C-55FA-ABE3-883F-96A2229F55C9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2001878" y="5205814"/>
              <a:ext cx="81739" cy="342567"/>
            </a:xfrm>
            <a:custGeom>
              <a:avLst/>
              <a:gdLst>
                <a:gd name="connsiteX0" fmla="*/ 82005 w 81739"/>
                <a:gd name="connsiteY0" fmla="*/ 339226 h 342567"/>
                <a:gd name="connsiteX1" fmla="*/ 76016 w 81739"/>
                <a:gd name="connsiteY1" fmla="*/ 331690 h 342567"/>
                <a:gd name="connsiteX2" fmla="*/ 20700 w 81739"/>
                <a:gd name="connsiteY2" fmla="*/ 171368 h 342567"/>
                <a:gd name="connsiteX3" fmla="*/ 77425 w 81739"/>
                <a:gd name="connsiteY3" fmla="*/ 9334 h 342567"/>
                <a:gd name="connsiteX4" fmla="*/ 82005 w 81739"/>
                <a:gd name="connsiteY4" fmla="*/ 3510 h 342567"/>
                <a:gd name="connsiteX5" fmla="*/ 78482 w 81739"/>
                <a:gd name="connsiteY5" fmla="*/ 85 h 342567"/>
                <a:gd name="connsiteX6" fmla="*/ 22462 w 81739"/>
                <a:gd name="connsiteY6" fmla="*/ 66885 h 342567"/>
                <a:gd name="connsiteX7" fmla="*/ 266 w 81739"/>
                <a:gd name="connsiteY7" fmla="*/ 171368 h 342567"/>
                <a:gd name="connsiteX8" fmla="*/ 23519 w 81739"/>
                <a:gd name="connsiteY8" fmla="*/ 278249 h 342567"/>
                <a:gd name="connsiteX9" fmla="*/ 78482 w 81739"/>
                <a:gd name="connsiteY9" fmla="*/ 342652 h 342567"/>
                <a:gd name="connsiteX10" fmla="*/ 82005 w 81739"/>
                <a:gd name="connsiteY10" fmla="*/ 339226 h 342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739" h="342567">
                  <a:moveTo>
                    <a:pt x="82005" y="339226"/>
                  </a:moveTo>
                  <a:cubicBezTo>
                    <a:pt x="82005" y="338198"/>
                    <a:pt x="82005" y="337513"/>
                    <a:pt x="76016" y="331690"/>
                  </a:cubicBezTo>
                  <a:cubicBezTo>
                    <a:pt x="31975" y="288526"/>
                    <a:pt x="20700" y="223781"/>
                    <a:pt x="20700" y="171368"/>
                  </a:cubicBezTo>
                  <a:cubicBezTo>
                    <a:pt x="20700" y="111762"/>
                    <a:pt x="34089" y="52155"/>
                    <a:pt x="77425" y="9334"/>
                  </a:cubicBezTo>
                  <a:cubicBezTo>
                    <a:pt x="82005" y="5223"/>
                    <a:pt x="82005" y="4538"/>
                    <a:pt x="82005" y="3510"/>
                  </a:cubicBezTo>
                  <a:cubicBezTo>
                    <a:pt x="82005" y="1112"/>
                    <a:pt x="80596" y="85"/>
                    <a:pt x="78482" y="85"/>
                  </a:cubicBezTo>
                  <a:cubicBezTo>
                    <a:pt x="74959" y="85"/>
                    <a:pt x="43249" y="23379"/>
                    <a:pt x="22462" y="66885"/>
                  </a:cubicBezTo>
                  <a:cubicBezTo>
                    <a:pt x="4493" y="104568"/>
                    <a:pt x="266" y="142593"/>
                    <a:pt x="266" y="171368"/>
                  </a:cubicBezTo>
                  <a:cubicBezTo>
                    <a:pt x="266" y="198088"/>
                    <a:pt x="4141" y="239539"/>
                    <a:pt x="23519" y="278249"/>
                  </a:cubicBezTo>
                  <a:cubicBezTo>
                    <a:pt x="44659" y="320385"/>
                    <a:pt x="74959" y="342652"/>
                    <a:pt x="78482" y="342652"/>
                  </a:cubicBezTo>
                  <a:cubicBezTo>
                    <a:pt x="80596" y="342652"/>
                    <a:pt x="82005" y="341624"/>
                    <a:pt x="82005" y="339226"/>
                  </a:cubicBezTo>
                  <a:close/>
                </a:path>
              </a:pathLst>
            </a:custGeom>
            <a:solidFill>
              <a:srgbClr val="000000"/>
            </a:solidFill>
            <a:ln w="35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E4691BF1-8FA4-E5E2-38B2-A3F5B7A783F3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2094696" y="5311667"/>
              <a:ext cx="167002" cy="154840"/>
            </a:xfrm>
            <a:custGeom>
              <a:avLst/>
              <a:gdLst>
                <a:gd name="connsiteX0" fmla="*/ 151418 w 167002"/>
                <a:gd name="connsiteY0" fmla="*/ 113131 h 154840"/>
                <a:gd name="connsiteX1" fmla="*/ 143667 w 167002"/>
                <a:gd name="connsiteY1" fmla="*/ 122381 h 154840"/>
                <a:gd name="connsiteX2" fmla="*/ 127460 w 167002"/>
                <a:gd name="connsiteY2" fmla="*/ 136083 h 154840"/>
                <a:gd name="connsiteX3" fmla="*/ 116538 w 167002"/>
                <a:gd name="connsiteY3" fmla="*/ 122038 h 154840"/>
                <a:gd name="connsiteX4" fmla="*/ 115128 w 167002"/>
                <a:gd name="connsiteY4" fmla="*/ 116214 h 154840"/>
                <a:gd name="connsiteX5" fmla="*/ 102445 w 167002"/>
                <a:gd name="connsiteY5" fmla="*/ 60719 h 154840"/>
                <a:gd name="connsiteX6" fmla="*/ 136973 w 167002"/>
                <a:gd name="connsiteY6" fmla="*/ 19268 h 154840"/>
                <a:gd name="connsiteX7" fmla="*/ 145428 w 167002"/>
                <a:gd name="connsiteY7" fmla="*/ 22008 h 154840"/>
                <a:gd name="connsiteX8" fmla="*/ 154941 w 167002"/>
                <a:gd name="connsiteY8" fmla="*/ 25092 h 154840"/>
                <a:gd name="connsiteX9" fmla="*/ 167273 w 167002"/>
                <a:gd name="connsiteY9" fmla="*/ 12759 h 154840"/>
                <a:gd name="connsiteX10" fmla="*/ 152827 w 167002"/>
                <a:gd name="connsiteY10" fmla="*/ 84 h 154840"/>
                <a:gd name="connsiteX11" fmla="*/ 99626 w 167002"/>
                <a:gd name="connsiteY11" fmla="*/ 49071 h 154840"/>
                <a:gd name="connsiteX12" fmla="*/ 95750 w 167002"/>
                <a:gd name="connsiteY12" fmla="*/ 30230 h 154840"/>
                <a:gd name="connsiteX13" fmla="*/ 77429 w 167002"/>
                <a:gd name="connsiteY13" fmla="*/ 84 h 154840"/>
                <a:gd name="connsiteX14" fmla="*/ 36207 w 167002"/>
                <a:gd name="connsiteY14" fmla="*/ 10019 h 154840"/>
                <a:gd name="connsiteX15" fmla="*/ 32332 w 167002"/>
                <a:gd name="connsiteY15" fmla="*/ 11389 h 154840"/>
                <a:gd name="connsiteX16" fmla="*/ 33741 w 167002"/>
                <a:gd name="connsiteY16" fmla="*/ 16527 h 154840"/>
                <a:gd name="connsiteX17" fmla="*/ 53471 w 167002"/>
                <a:gd name="connsiteY17" fmla="*/ 12759 h 154840"/>
                <a:gd name="connsiteX18" fmla="*/ 69326 w 167002"/>
                <a:gd name="connsiteY18" fmla="*/ 36396 h 154840"/>
                <a:gd name="connsiteX19" fmla="*/ 79543 w 167002"/>
                <a:gd name="connsiteY19" fmla="*/ 78532 h 154840"/>
                <a:gd name="connsiteX20" fmla="*/ 50653 w 167002"/>
                <a:gd name="connsiteY20" fmla="*/ 118612 h 154840"/>
                <a:gd name="connsiteX21" fmla="*/ 32684 w 167002"/>
                <a:gd name="connsiteY21" fmla="*/ 135056 h 154840"/>
                <a:gd name="connsiteX22" fmla="*/ 23524 w 167002"/>
                <a:gd name="connsiteY22" fmla="*/ 131972 h 154840"/>
                <a:gd name="connsiteX23" fmla="*/ 12249 w 167002"/>
                <a:gd name="connsiteY23" fmla="*/ 128547 h 154840"/>
                <a:gd name="connsiteX24" fmla="*/ 270 w 167002"/>
                <a:gd name="connsiteY24" fmla="*/ 140537 h 154840"/>
                <a:gd name="connsiteX25" fmla="*/ 17886 w 167002"/>
                <a:gd name="connsiteY25" fmla="*/ 154924 h 154840"/>
                <a:gd name="connsiteX26" fmla="*/ 50653 w 167002"/>
                <a:gd name="connsiteY26" fmla="*/ 130945 h 154840"/>
                <a:gd name="connsiteX27" fmla="*/ 82362 w 167002"/>
                <a:gd name="connsiteY27" fmla="*/ 90864 h 154840"/>
                <a:gd name="connsiteX28" fmla="*/ 92932 w 167002"/>
                <a:gd name="connsiteY28" fmla="*/ 131972 h 154840"/>
                <a:gd name="connsiteX29" fmla="*/ 113367 w 167002"/>
                <a:gd name="connsiteY29" fmla="*/ 154924 h 154840"/>
                <a:gd name="connsiteX30" fmla="*/ 156351 w 167002"/>
                <a:gd name="connsiteY30" fmla="*/ 115872 h 154840"/>
                <a:gd name="connsiteX31" fmla="*/ 151418 w 167002"/>
                <a:gd name="connsiteY31" fmla="*/ 113131 h 1548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7002" h="154840">
                  <a:moveTo>
                    <a:pt x="151418" y="113131"/>
                  </a:moveTo>
                  <a:cubicBezTo>
                    <a:pt x="148599" y="116214"/>
                    <a:pt x="146838" y="118270"/>
                    <a:pt x="143667" y="122381"/>
                  </a:cubicBezTo>
                  <a:cubicBezTo>
                    <a:pt x="135563" y="132658"/>
                    <a:pt x="131335" y="136083"/>
                    <a:pt x="127460" y="136083"/>
                  </a:cubicBezTo>
                  <a:cubicBezTo>
                    <a:pt x="122175" y="136083"/>
                    <a:pt x="119004" y="131630"/>
                    <a:pt x="116538" y="122038"/>
                  </a:cubicBezTo>
                  <a:cubicBezTo>
                    <a:pt x="115833" y="119297"/>
                    <a:pt x="115481" y="117242"/>
                    <a:pt x="115128" y="116214"/>
                  </a:cubicBezTo>
                  <a:cubicBezTo>
                    <a:pt x="106320" y="81615"/>
                    <a:pt x="102445" y="65857"/>
                    <a:pt x="102445" y="60719"/>
                  </a:cubicBezTo>
                  <a:cubicBezTo>
                    <a:pt x="117947" y="34341"/>
                    <a:pt x="130631" y="19268"/>
                    <a:pt x="136973" y="19268"/>
                  </a:cubicBezTo>
                  <a:cubicBezTo>
                    <a:pt x="139087" y="19268"/>
                    <a:pt x="141905" y="20296"/>
                    <a:pt x="145428" y="22008"/>
                  </a:cubicBezTo>
                  <a:cubicBezTo>
                    <a:pt x="149656" y="24406"/>
                    <a:pt x="152123" y="25092"/>
                    <a:pt x="154941" y="25092"/>
                  </a:cubicBezTo>
                  <a:cubicBezTo>
                    <a:pt x="162340" y="25092"/>
                    <a:pt x="167273" y="19953"/>
                    <a:pt x="167273" y="12759"/>
                  </a:cubicBezTo>
                  <a:cubicBezTo>
                    <a:pt x="167273" y="5565"/>
                    <a:pt x="161283" y="84"/>
                    <a:pt x="152827" y="84"/>
                  </a:cubicBezTo>
                  <a:cubicBezTo>
                    <a:pt x="137325" y="84"/>
                    <a:pt x="123937" y="12417"/>
                    <a:pt x="99626" y="49071"/>
                  </a:cubicBezTo>
                  <a:lnTo>
                    <a:pt x="95750" y="30230"/>
                  </a:lnTo>
                  <a:cubicBezTo>
                    <a:pt x="90818" y="6935"/>
                    <a:pt x="86942" y="84"/>
                    <a:pt x="77429" y="84"/>
                  </a:cubicBezTo>
                  <a:cubicBezTo>
                    <a:pt x="69678" y="84"/>
                    <a:pt x="57699" y="3167"/>
                    <a:pt x="36207" y="10019"/>
                  </a:cubicBezTo>
                  <a:lnTo>
                    <a:pt x="32332" y="11389"/>
                  </a:lnTo>
                  <a:lnTo>
                    <a:pt x="33741" y="16527"/>
                  </a:lnTo>
                  <a:cubicBezTo>
                    <a:pt x="47129" y="13444"/>
                    <a:pt x="50300" y="12759"/>
                    <a:pt x="53471" y="12759"/>
                  </a:cubicBezTo>
                  <a:cubicBezTo>
                    <a:pt x="62279" y="12759"/>
                    <a:pt x="64393" y="15842"/>
                    <a:pt x="69326" y="36396"/>
                  </a:cubicBezTo>
                  <a:lnTo>
                    <a:pt x="79543" y="78532"/>
                  </a:lnTo>
                  <a:lnTo>
                    <a:pt x="50653" y="118612"/>
                  </a:lnTo>
                  <a:cubicBezTo>
                    <a:pt x="43606" y="128889"/>
                    <a:pt x="36560" y="135056"/>
                    <a:pt x="32684" y="135056"/>
                  </a:cubicBezTo>
                  <a:cubicBezTo>
                    <a:pt x="30570" y="135056"/>
                    <a:pt x="27047" y="134028"/>
                    <a:pt x="23524" y="131972"/>
                  </a:cubicBezTo>
                  <a:cubicBezTo>
                    <a:pt x="18943" y="129574"/>
                    <a:pt x="15068" y="128547"/>
                    <a:pt x="12249" y="128547"/>
                  </a:cubicBezTo>
                  <a:cubicBezTo>
                    <a:pt x="5555" y="128547"/>
                    <a:pt x="270" y="133685"/>
                    <a:pt x="270" y="140537"/>
                  </a:cubicBezTo>
                  <a:cubicBezTo>
                    <a:pt x="270" y="149443"/>
                    <a:pt x="7317" y="154924"/>
                    <a:pt x="17886" y="154924"/>
                  </a:cubicBezTo>
                  <a:cubicBezTo>
                    <a:pt x="28808" y="154924"/>
                    <a:pt x="33036" y="151841"/>
                    <a:pt x="50653" y="130945"/>
                  </a:cubicBezTo>
                  <a:cubicBezTo>
                    <a:pt x="60165" y="119983"/>
                    <a:pt x="67564" y="110733"/>
                    <a:pt x="82362" y="90864"/>
                  </a:cubicBezTo>
                  <a:lnTo>
                    <a:pt x="92932" y="131972"/>
                  </a:lnTo>
                  <a:cubicBezTo>
                    <a:pt x="97512" y="149443"/>
                    <a:pt x="102092" y="154924"/>
                    <a:pt x="113367" y="154924"/>
                  </a:cubicBezTo>
                  <a:cubicBezTo>
                    <a:pt x="126755" y="154924"/>
                    <a:pt x="135916" y="146703"/>
                    <a:pt x="156351" y="115872"/>
                  </a:cubicBezTo>
                  <a:lnTo>
                    <a:pt x="151418" y="113131"/>
                  </a:lnTo>
                  <a:close/>
                </a:path>
              </a:pathLst>
            </a:custGeom>
            <a:solidFill>
              <a:srgbClr val="000000"/>
            </a:solidFill>
            <a:ln w="479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C9C874F1-CC57-90DF-F67A-53BD406F8530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12274001" y="5348528"/>
              <a:ext cx="56055" cy="168577"/>
            </a:xfrm>
            <a:custGeom>
              <a:avLst/>
              <a:gdLst>
                <a:gd name="connsiteX0" fmla="*/ 45379 w 56055"/>
                <a:gd name="connsiteY0" fmla="*/ 136976 h 168577"/>
                <a:gd name="connsiteX1" fmla="*/ 34689 w 56055"/>
                <a:gd name="connsiteY1" fmla="*/ 149904 h 168577"/>
                <a:gd name="connsiteX2" fmla="*/ 24000 w 56055"/>
                <a:gd name="connsiteY2" fmla="*/ 156749 h 168577"/>
                <a:gd name="connsiteX3" fmla="*/ 19828 w 56055"/>
                <a:gd name="connsiteY3" fmla="*/ 152946 h 168577"/>
                <a:gd name="connsiteX4" fmla="*/ 22435 w 56055"/>
                <a:gd name="connsiteY4" fmla="*/ 141792 h 168577"/>
                <a:gd name="connsiteX5" fmla="*/ 23739 w 56055"/>
                <a:gd name="connsiteY5" fmla="*/ 137229 h 168577"/>
                <a:gd name="connsiteX6" fmla="*/ 23739 w 56055"/>
                <a:gd name="connsiteY6" fmla="*/ 136722 h 168577"/>
                <a:gd name="connsiteX7" fmla="*/ 24000 w 56055"/>
                <a:gd name="connsiteY7" fmla="*/ 136215 h 168577"/>
                <a:gd name="connsiteX8" fmla="*/ 46943 w 56055"/>
                <a:gd name="connsiteY8" fmla="*/ 54589 h 168577"/>
                <a:gd name="connsiteX9" fmla="*/ 46161 w 56055"/>
                <a:gd name="connsiteY9" fmla="*/ 54082 h 168577"/>
                <a:gd name="connsiteX10" fmla="*/ 4445 w 56055"/>
                <a:gd name="connsiteY10" fmla="*/ 60419 h 168577"/>
                <a:gd name="connsiteX11" fmla="*/ 4445 w 56055"/>
                <a:gd name="connsiteY11" fmla="*/ 64475 h 168577"/>
                <a:gd name="connsiteX12" fmla="*/ 20871 w 56055"/>
                <a:gd name="connsiteY12" fmla="*/ 70559 h 168577"/>
                <a:gd name="connsiteX13" fmla="*/ 18524 w 56055"/>
                <a:gd name="connsiteY13" fmla="*/ 81713 h 168577"/>
                <a:gd name="connsiteX14" fmla="*/ 6010 w 56055"/>
                <a:gd name="connsiteY14" fmla="*/ 126582 h 168577"/>
                <a:gd name="connsiteX15" fmla="*/ 274 w 56055"/>
                <a:gd name="connsiteY15" fmla="*/ 154214 h 168577"/>
                <a:gd name="connsiteX16" fmla="*/ 12267 w 56055"/>
                <a:gd name="connsiteY16" fmla="*/ 168663 h 168577"/>
                <a:gd name="connsiteX17" fmla="*/ 48768 w 56055"/>
                <a:gd name="connsiteY17" fmla="*/ 139764 h 168577"/>
                <a:gd name="connsiteX18" fmla="*/ 45379 w 56055"/>
                <a:gd name="connsiteY18" fmla="*/ 136976 h 168577"/>
                <a:gd name="connsiteX19" fmla="*/ 43293 w 56055"/>
                <a:gd name="connsiteY19" fmla="*/ 86 h 168577"/>
                <a:gd name="connsiteX20" fmla="*/ 31039 w 56055"/>
                <a:gd name="connsiteY20" fmla="*/ 13522 h 168577"/>
                <a:gd name="connsiteX21" fmla="*/ 43554 w 56055"/>
                <a:gd name="connsiteY21" fmla="*/ 26957 h 168577"/>
                <a:gd name="connsiteX22" fmla="*/ 56329 w 56055"/>
                <a:gd name="connsiteY22" fmla="*/ 14029 h 168577"/>
                <a:gd name="connsiteX23" fmla="*/ 43293 w 56055"/>
                <a:gd name="connsiteY23" fmla="*/ 86 h 168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6055" h="168577">
                  <a:moveTo>
                    <a:pt x="45379" y="136976"/>
                  </a:moveTo>
                  <a:cubicBezTo>
                    <a:pt x="39121" y="145088"/>
                    <a:pt x="37296" y="147116"/>
                    <a:pt x="34689" y="149904"/>
                  </a:cubicBezTo>
                  <a:cubicBezTo>
                    <a:pt x="30257" y="154214"/>
                    <a:pt x="26346" y="156749"/>
                    <a:pt x="24000" y="156749"/>
                  </a:cubicBezTo>
                  <a:cubicBezTo>
                    <a:pt x="21914" y="156749"/>
                    <a:pt x="19828" y="154721"/>
                    <a:pt x="19828" y="152946"/>
                  </a:cubicBezTo>
                  <a:cubicBezTo>
                    <a:pt x="19828" y="150411"/>
                    <a:pt x="20610" y="146609"/>
                    <a:pt x="22435" y="141792"/>
                  </a:cubicBezTo>
                  <a:cubicBezTo>
                    <a:pt x="22435" y="141032"/>
                    <a:pt x="23217" y="139257"/>
                    <a:pt x="23739" y="137229"/>
                  </a:cubicBezTo>
                  <a:lnTo>
                    <a:pt x="23739" y="136722"/>
                  </a:lnTo>
                  <a:lnTo>
                    <a:pt x="24000" y="136215"/>
                  </a:lnTo>
                  <a:lnTo>
                    <a:pt x="46943" y="54589"/>
                  </a:lnTo>
                  <a:lnTo>
                    <a:pt x="46161" y="54082"/>
                  </a:lnTo>
                  <a:cubicBezTo>
                    <a:pt x="19828" y="58898"/>
                    <a:pt x="14614" y="59659"/>
                    <a:pt x="4445" y="60419"/>
                  </a:cubicBezTo>
                  <a:lnTo>
                    <a:pt x="4445" y="64475"/>
                  </a:lnTo>
                  <a:cubicBezTo>
                    <a:pt x="18264" y="64729"/>
                    <a:pt x="20871" y="65489"/>
                    <a:pt x="20871" y="70559"/>
                  </a:cubicBezTo>
                  <a:cubicBezTo>
                    <a:pt x="20871" y="72587"/>
                    <a:pt x="20089" y="76643"/>
                    <a:pt x="18524" y="81713"/>
                  </a:cubicBezTo>
                  <a:lnTo>
                    <a:pt x="6010" y="126582"/>
                  </a:lnTo>
                  <a:cubicBezTo>
                    <a:pt x="1838" y="141285"/>
                    <a:pt x="274" y="149144"/>
                    <a:pt x="274" y="154214"/>
                  </a:cubicBezTo>
                  <a:cubicBezTo>
                    <a:pt x="274" y="163593"/>
                    <a:pt x="4445" y="168663"/>
                    <a:pt x="12267" y="168663"/>
                  </a:cubicBezTo>
                  <a:cubicBezTo>
                    <a:pt x="24260" y="168663"/>
                    <a:pt x="33907" y="161058"/>
                    <a:pt x="48768" y="139764"/>
                  </a:cubicBezTo>
                  <a:lnTo>
                    <a:pt x="45379" y="136976"/>
                  </a:lnTo>
                  <a:close/>
                  <a:moveTo>
                    <a:pt x="43293" y="86"/>
                  </a:moveTo>
                  <a:cubicBezTo>
                    <a:pt x="36253" y="86"/>
                    <a:pt x="31039" y="5917"/>
                    <a:pt x="31039" y="13522"/>
                  </a:cubicBezTo>
                  <a:cubicBezTo>
                    <a:pt x="31039" y="21634"/>
                    <a:pt x="35993" y="26957"/>
                    <a:pt x="43554" y="26957"/>
                  </a:cubicBezTo>
                  <a:cubicBezTo>
                    <a:pt x="50332" y="26957"/>
                    <a:pt x="56329" y="21127"/>
                    <a:pt x="56329" y="14029"/>
                  </a:cubicBezTo>
                  <a:cubicBezTo>
                    <a:pt x="56329" y="6677"/>
                    <a:pt x="50332" y="86"/>
                    <a:pt x="43293" y="86"/>
                  </a:cubicBezTo>
                  <a:close/>
                </a:path>
              </a:pathLst>
            </a:custGeom>
            <a:solidFill>
              <a:srgbClr val="000000"/>
            </a:solidFill>
            <a:ln w="35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F5BC01C3-481E-3B22-A379-0BD3113A71BF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12381958" y="5426427"/>
              <a:ext cx="41222" cy="102427"/>
            </a:xfrm>
            <a:custGeom>
              <a:avLst/>
              <a:gdLst>
                <a:gd name="connsiteX0" fmla="*/ 41499 w 41222"/>
                <a:gd name="connsiteY0" fmla="*/ 36054 h 102427"/>
                <a:gd name="connsiteX1" fmla="*/ 18950 w 41222"/>
                <a:gd name="connsiteY1" fmla="*/ 85 h 102427"/>
                <a:gd name="connsiteX2" fmla="*/ 277 w 41222"/>
                <a:gd name="connsiteY2" fmla="*/ 18241 h 102427"/>
                <a:gd name="connsiteX3" fmla="*/ 18950 w 41222"/>
                <a:gd name="connsiteY3" fmla="*/ 36397 h 102427"/>
                <a:gd name="connsiteX4" fmla="*/ 31282 w 41222"/>
                <a:gd name="connsiteY4" fmla="*/ 31944 h 102427"/>
                <a:gd name="connsiteX5" fmla="*/ 33043 w 41222"/>
                <a:gd name="connsiteY5" fmla="*/ 30916 h 102427"/>
                <a:gd name="connsiteX6" fmla="*/ 33748 w 41222"/>
                <a:gd name="connsiteY6" fmla="*/ 36054 h 102427"/>
                <a:gd name="connsiteX7" fmla="*/ 9790 w 41222"/>
                <a:gd name="connsiteY7" fmla="*/ 93263 h 102427"/>
                <a:gd name="connsiteX8" fmla="*/ 5914 w 41222"/>
                <a:gd name="connsiteY8" fmla="*/ 98744 h 102427"/>
                <a:gd name="connsiteX9" fmla="*/ 9437 w 41222"/>
                <a:gd name="connsiteY9" fmla="*/ 102512 h 102427"/>
                <a:gd name="connsiteX10" fmla="*/ 41499 w 41222"/>
                <a:gd name="connsiteY10" fmla="*/ 36054 h 1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222" h="102427">
                  <a:moveTo>
                    <a:pt x="41499" y="36054"/>
                  </a:moveTo>
                  <a:cubicBezTo>
                    <a:pt x="41499" y="13445"/>
                    <a:pt x="32691" y="85"/>
                    <a:pt x="18950" y="85"/>
                  </a:cubicBezTo>
                  <a:cubicBezTo>
                    <a:pt x="7323" y="85"/>
                    <a:pt x="277" y="8649"/>
                    <a:pt x="277" y="18241"/>
                  </a:cubicBezTo>
                  <a:cubicBezTo>
                    <a:pt x="277" y="27490"/>
                    <a:pt x="7323" y="36397"/>
                    <a:pt x="18950" y="36397"/>
                  </a:cubicBezTo>
                  <a:cubicBezTo>
                    <a:pt x="23178" y="36397"/>
                    <a:pt x="27758" y="35027"/>
                    <a:pt x="31282" y="31944"/>
                  </a:cubicBezTo>
                  <a:cubicBezTo>
                    <a:pt x="32338" y="31258"/>
                    <a:pt x="32691" y="30916"/>
                    <a:pt x="33043" y="30916"/>
                  </a:cubicBezTo>
                  <a:cubicBezTo>
                    <a:pt x="33395" y="30916"/>
                    <a:pt x="33748" y="31258"/>
                    <a:pt x="33748" y="36054"/>
                  </a:cubicBezTo>
                  <a:cubicBezTo>
                    <a:pt x="33748" y="61404"/>
                    <a:pt x="21416" y="81958"/>
                    <a:pt x="9790" y="93263"/>
                  </a:cubicBezTo>
                  <a:cubicBezTo>
                    <a:pt x="5914" y="97031"/>
                    <a:pt x="5914" y="97716"/>
                    <a:pt x="5914" y="98744"/>
                  </a:cubicBezTo>
                  <a:cubicBezTo>
                    <a:pt x="5914" y="101142"/>
                    <a:pt x="7676" y="102512"/>
                    <a:pt x="9437" y="102512"/>
                  </a:cubicBezTo>
                  <a:cubicBezTo>
                    <a:pt x="13313" y="102512"/>
                    <a:pt x="41499" y="76135"/>
                    <a:pt x="41499" y="36054"/>
                  </a:cubicBezTo>
                  <a:close/>
                </a:path>
              </a:pathLst>
            </a:custGeom>
            <a:solidFill>
              <a:srgbClr val="000000"/>
            </a:solidFill>
            <a:ln w="479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9725E2D3-DC64-7A23-5A37-1C9B2E67AB00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12480452" y="5311667"/>
              <a:ext cx="158546" cy="221640"/>
            </a:xfrm>
            <a:custGeom>
              <a:avLst/>
              <a:gdLst>
                <a:gd name="connsiteX0" fmla="*/ 14022 w 158546"/>
                <a:gd name="connsiteY0" fmla="*/ 14130 h 221640"/>
                <a:gd name="connsiteX1" fmla="*/ 24944 w 158546"/>
                <a:gd name="connsiteY1" fmla="*/ 12759 h 221640"/>
                <a:gd name="connsiteX2" fmla="*/ 66518 w 158546"/>
                <a:gd name="connsiteY2" fmla="*/ 80245 h 221640"/>
                <a:gd name="connsiteX3" fmla="*/ 80964 w 158546"/>
                <a:gd name="connsiteY3" fmla="*/ 148416 h 221640"/>
                <a:gd name="connsiteX4" fmla="*/ 73565 w 158546"/>
                <a:gd name="connsiteY4" fmla="*/ 165544 h 221640"/>
                <a:gd name="connsiteX5" fmla="*/ 51720 w 158546"/>
                <a:gd name="connsiteY5" fmla="*/ 192607 h 221640"/>
                <a:gd name="connsiteX6" fmla="*/ 35513 w 158546"/>
                <a:gd name="connsiteY6" fmla="*/ 202884 h 221640"/>
                <a:gd name="connsiteX7" fmla="*/ 27058 w 158546"/>
                <a:gd name="connsiteY7" fmla="*/ 199116 h 221640"/>
                <a:gd name="connsiteX8" fmla="*/ 14022 w 158546"/>
                <a:gd name="connsiteY8" fmla="*/ 193292 h 221640"/>
                <a:gd name="connsiteX9" fmla="*/ 281 w 158546"/>
                <a:gd name="connsiteY9" fmla="*/ 206652 h 221640"/>
                <a:gd name="connsiteX10" fmla="*/ 18249 w 158546"/>
                <a:gd name="connsiteY10" fmla="*/ 221725 h 221640"/>
                <a:gd name="connsiteX11" fmla="*/ 125004 w 158546"/>
                <a:gd name="connsiteY11" fmla="*/ 102512 h 221640"/>
                <a:gd name="connsiteX12" fmla="*/ 158828 w 158546"/>
                <a:gd name="connsiteY12" fmla="*/ 18926 h 221640"/>
                <a:gd name="connsiteX13" fmla="*/ 139450 w 158546"/>
                <a:gd name="connsiteY13" fmla="*/ 84 h 221640"/>
                <a:gd name="connsiteX14" fmla="*/ 125709 w 158546"/>
                <a:gd name="connsiteY14" fmla="*/ 12759 h 221640"/>
                <a:gd name="connsiteX15" fmla="*/ 135574 w 158546"/>
                <a:gd name="connsiteY15" fmla="*/ 26119 h 221640"/>
                <a:gd name="connsiteX16" fmla="*/ 144735 w 158546"/>
                <a:gd name="connsiteY16" fmla="*/ 37767 h 221640"/>
                <a:gd name="connsiteX17" fmla="*/ 101751 w 158546"/>
                <a:gd name="connsiteY17" fmla="*/ 126492 h 221640"/>
                <a:gd name="connsiteX18" fmla="*/ 94704 w 158546"/>
                <a:gd name="connsiteY18" fmla="*/ 86754 h 221640"/>
                <a:gd name="connsiteX19" fmla="*/ 64404 w 158546"/>
                <a:gd name="connsiteY19" fmla="*/ 84 h 221640"/>
                <a:gd name="connsiteX20" fmla="*/ 62995 w 158546"/>
                <a:gd name="connsiteY20" fmla="*/ 84 h 221640"/>
                <a:gd name="connsiteX21" fmla="*/ 59824 w 158546"/>
                <a:gd name="connsiteY21" fmla="*/ 427 h 221640"/>
                <a:gd name="connsiteX22" fmla="*/ 25296 w 158546"/>
                <a:gd name="connsiteY22" fmla="*/ 6251 h 221640"/>
                <a:gd name="connsiteX23" fmla="*/ 14022 w 158546"/>
                <a:gd name="connsiteY23" fmla="*/ 8306 h 221640"/>
                <a:gd name="connsiteX24" fmla="*/ 14022 w 158546"/>
                <a:gd name="connsiteY24" fmla="*/ 14130 h 2216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8546" h="221640">
                  <a:moveTo>
                    <a:pt x="14022" y="14130"/>
                  </a:moveTo>
                  <a:cubicBezTo>
                    <a:pt x="18602" y="13102"/>
                    <a:pt x="21068" y="12759"/>
                    <a:pt x="24944" y="12759"/>
                  </a:cubicBezTo>
                  <a:cubicBezTo>
                    <a:pt x="45026" y="12759"/>
                    <a:pt x="50311" y="21324"/>
                    <a:pt x="66518" y="80245"/>
                  </a:cubicBezTo>
                  <a:cubicBezTo>
                    <a:pt x="72508" y="102512"/>
                    <a:pt x="80964" y="142592"/>
                    <a:pt x="80964" y="148416"/>
                  </a:cubicBezTo>
                  <a:cubicBezTo>
                    <a:pt x="80964" y="153897"/>
                    <a:pt x="78850" y="159378"/>
                    <a:pt x="73565" y="165544"/>
                  </a:cubicBezTo>
                  <a:cubicBezTo>
                    <a:pt x="62643" y="179590"/>
                    <a:pt x="55596" y="188496"/>
                    <a:pt x="51720" y="192607"/>
                  </a:cubicBezTo>
                  <a:cubicBezTo>
                    <a:pt x="44322" y="200144"/>
                    <a:pt x="40094" y="202884"/>
                    <a:pt x="35513" y="202884"/>
                  </a:cubicBezTo>
                  <a:cubicBezTo>
                    <a:pt x="33399" y="202884"/>
                    <a:pt x="30933" y="201856"/>
                    <a:pt x="27058" y="199116"/>
                  </a:cubicBezTo>
                  <a:cubicBezTo>
                    <a:pt x="21773" y="195005"/>
                    <a:pt x="17897" y="193292"/>
                    <a:pt x="14022" y="193292"/>
                  </a:cubicBezTo>
                  <a:cubicBezTo>
                    <a:pt x="6270" y="193292"/>
                    <a:pt x="281" y="199116"/>
                    <a:pt x="281" y="206652"/>
                  </a:cubicBezTo>
                  <a:cubicBezTo>
                    <a:pt x="281" y="215216"/>
                    <a:pt x="8032" y="221725"/>
                    <a:pt x="18249" y="221725"/>
                  </a:cubicBezTo>
                  <a:cubicBezTo>
                    <a:pt x="40798" y="221725"/>
                    <a:pt x="86953" y="170340"/>
                    <a:pt x="125004" y="102512"/>
                  </a:cubicBezTo>
                  <a:cubicBezTo>
                    <a:pt x="148963" y="60376"/>
                    <a:pt x="158828" y="35711"/>
                    <a:pt x="158828" y="18926"/>
                  </a:cubicBezTo>
                  <a:cubicBezTo>
                    <a:pt x="158828" y="8649"/>
                    <a:pt x="150020" y="84"/>
                    <a:pt x="139450" y="84"/>
                  </a:cubicBezTo>
                  <a:cubicBezTo>
                    <a:pt x="131346" y="84"/>
                    <a:pt x="125709" y="5223"/>
                    <a:pt x="125709" y="12759"/>
                  </a:cubicBezTo>
                  <a:cubicBezTo>
                    <a:pt x="125709" y="17898"/>
                    <a:pt x="128528" y="21666"/>
                    <a:pt x="135574" y="26119"/>
                  </a:cubicBezTo>
                  <a:cubicBezTo>
                    <a:pt x="142268" y="29888"/>
                    <a:pt x="144735" y="32971"/>
                    <a:pt x="144735" y="37767"/>
                  </a:cubicBezTo>
                  <a:cubicBezTo>
                    <a:pt x="144735" y="51469"/>
                    <a:pt x="131699" y="78190"/>
                    <a:pt x="101751" y="126492"/>
                  </a:cubicBezTo>
                  <a:lnTo>
                    <a:pt x="94704" y="86754"/>
                  </a:lnTo>
                  <a:cubicBezTo>
                    <a:pt x="89419" y="56608"/>
                    <a:pt x="69689" y="84"/>
                    <a:pt x="64404" y="84"/>
                  </a:cubicBezTo>
                  <a:lnTo>
                    <a:pt x="62995" y="84"/>
                  </a:lnTo>
                  <a:cubicBezTo>
                    <a:pt x="62643" y="427"/>
                    <a:pt x="61233" y="427"/>
                    <a:pt x="59824" y="427"/>
                  </a:cubicBezTo>
                  <a:cubicBezTo>
                    <a:pt x="56653" y="770"/>
                    <a:pt x="43969" y="2825"/>
                    <a:pt x="25296" y="6251"/>
                  </a:cubicBezTo>
                  <a:cubicBezTo>
                    <a:pt x="23534" y="6593"/>
                    <a:pt x="18954" y="7621"/>
                    <a:pt x="14022" y="8306"/>
                  </a:cubicBezTo>
                  <a:lnTo>
                    <a:pt x="14022" y="14130"/>
                  </a:lnTo>
                  <a:close/>
                </a:path>
              </a:pathLst>
            </a:custGeom>
            <a:solidFill>
              <a:srgbClr val="000000"/>
            </a:solidFill>
            <a:ln w="479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BE4BC5C5-2352-8CA4-BA39-AFCC96B875EB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12658701" y="5348528"/>
              <a:ext cx="56055" cy="168577"/>
            </a:xfrm>
            <a:custGeom>
              <a:avLst/>
              <a:gdLst>
                <a:gd name="connsiteX0" fmla="*/ 45390 w 56055"/>
                <a:gd name="connsiteY0" fmla="*/ 136976 h 168577"/>
                <a:gd name="connsiteX1" fmla="*/ 34700 w 56055"/>
                <a:gd name="connsiteY1" fmla="*/ 149904 h 168577"/>
                <a:gd name="connsiteX2" fmla="*/ 24010 w 56055"/>
                <a:gd name="connsiteY2" fmla="*/ 156749 h 168577"/>
                <a:gd name="connsiteX3" fmla="*/ 19839 w 56055"/>
                <a:gd name="connsiteY3" fmla="*/ 152946 h 168577"/>
                <a:gd name="connsiteX4" fmla="*/ 22446 w 56055"/>
                <a:gd name="connsiteY4" fmla="*/ 141792 h 168577"/>
                <a:gd name="connsiteX5" fmla="*/ 23750 w 56055"/>
                <a:gd name="connsiteY5" fmla="*/ 137229 h 168577"/>
                <a:gd name="connsiteX6" fmla="*/ 23750 w 56055"/>
                <a:gd name="connsiteY6" fmla="*/ 136722 h 168577"/>
                <a:gd name="connsiteX7" fmla="*/ 24010 w 56055"/>
                <a:gd name="connsiteY7" fmla="*/ 136215 h 168577"/>
                <a:gd name="connsiteX8" fmla="*/ 46954 w 56055"/>
                <a:gd name="connsiteY8" fmla="*/ 54589 h 168577"/>
                <a:gd name="connsiteX9" fmla="*/ 46172 w 56055"/>
                <a:gd name="connsiteY9" fmla="*/ 54082 h 168577"/>
                <a:gd name="connsiteX10" fmla="*/ 4456 w 56055"/>
                <a:gd name="connsiteY10" fmla="*/ 60419 h 168577"/>
                <a:gd name="connsiteX11" fmla="*/ 4456 w 56055"/>
                <a:gd name="connsiteY11" fmla="*/ 64475 h 168577"/>
                <a:gd name="connsiteX12" fmla="*/ 20882 w 56055"/>
                <a:gd name="connsiteY12" fmla="*/ 70559 h 168577"/>
                <a:gd name="connsiteX13" fmla="*/ 18535 w 56055"/>
                <a:gd name="connsiteY13" fmla="*/ 81713 h 168577"/>
                <a:gd name="connsiteX14" fmla="*/ 6021 w 56055"/>
                <a:gd name="connsiteY14" fmla="*/ 126582 h 168577"/>
                <a:gd name="connsiteX15" fmla="*/ 285 w 56055"/>
                <a:gd name="connsiteY15" fmla="*/ 154214 h 168577"/>
                <a:gd name="connsiteX16" fmla="*/ 12278 w 56055"/>
                <a:gd name="connsiteY16" fmla="*/ 168663 h 168577"/>
                <a:gd name="connsiteX17" fmla="*/ 48779 w 56055"/>
                <a:gd name="connsiteY17" fmla="*/ 139764 h 168577"/>
                <a:gd name="connsiteX18" fmla="*/ 45390 w 56055"/>
                <a:gd name="connsiteY18" fmla="*/ 136976 h 168577"/>
                <a:gd name="connsiteX19" fmla="*/ 43304 w 56055"/>
                <a:gd name="connsiteY19" fmla="*/ 86 h 168577"/>
                <a:gd name="connsiteX20" fmla="*/ 31050 w 56055"/>
                <a:gd name="connsiteY20" fmla="*/ 13522 h 168577"/>
                <a:gd name="connsiteX21" fmla="*/ 43564 w 56055"/>
                <a:gd name="connsiteY21" fmla="*/ 26957 h 168577"/>
                <a:gd name="connsiteX22" fmla="*/ 56340 w 56055"/>
                <a:gd name="connsiteY22" fmla="*/ 14029 h 168577"/>
                <a:gd name="connsiteX23" fmla="*/ 43304 w 56055"/>
                <a:gd name="connsiteY23" fmla="*/ 86 h 168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6055" h="168577">
                  <a:moveTo>
                    <a:pt x="45390" y="136976"/>
                  </a:moveTo>
                  <a:cubicBezTo>
                    <a:pt x="39132" y="145088"/>
                    <a:pt x="37307" y="147116"/>
                    <a:pt x="34700" y="149904"/>
                  </a:cubicBezTo>
                  <a:cubicBezTo>
                    <a:pt x="30268" y="154214"/>
                    <a:pt x="26357" y="156749"/>
                    <a:pt x="24010" y="156749"/>
                  </a:cubicBezTo>
                  <a:cubicBezTo>
                    <a:pt x="21925" y="156749"/>
                    <a:pt x="19839" y="154721"/>
                    <a:pt x="19839" y="152946"/>
                  </a:cubicBezTo>
                  <a:cubicBezTo>
                    <a:pt x="19839" y="150411"/>
                    <a:pt x="20621" y="146609"/>
                    <a:pt x="22446" y="141792"/>
                  </a:cubicBezTo>
                  <a:cubicBezTo>
                    <a:pt x="22446" y="141032"/>
                    <a:pt x="23228" y="139257"/>
                    <a:pt x="23750" y="137229"/>
                  </a:cubicBezTo>
                  <a:lnTo>
                    <a:pt x="23750" y="136722"/>
                  </a:lnTo>
                  <a:lnTo>
                    <a:pt x="24010" y="136215"/>
                  </a:lnTo>
                  <a:lnTo>
                    <a:pt x="46954" y="54589"/>
                  </a:lnTo>
                  <a:lnTo>
                    <a:pt x="46172" y="54082"/>
                  </a:lnTo>
                  <a:cubicBezTo>
                    <a:pt x="19839" y="58898"/>
                    <a:pt x="14624" y="59659"/>
                    <a:pt x="4456" y="60419"/>
                  </a:cubicBezTo>
                  <a:lnTo>
                    <a:pt x="4456" y="64475"/>
                  </a:lnTo>
                  <a:cubicBezTo>
                    <a:pt x="18274" y="64729"/>
                    <a:pt x="20882" y="65489"/>
                    <a:pt x="20882" y="70559"/>
                  </a:cubicBezTo>
                  <a:cubicBezTo>
                    <a:pt x="20882" y="72587"/>
                    <a:pt x="20100" y="76643"/>
                    <a:pt x="18535" y="81713"/>
                  </a:cubicBezTo>
                  <a:lnTo>
                    <a:pt x="6021" y="126582"/>
                  </a:lnTo>
                  <a:cubicBezTo>
                    <a:pt x="1849" y="141285"/>
                    <a:pt x="285" y="149144"/>
                    <a:pt x="285" y="154214"/>
                  </a:cubicBezTo>
                  <a:cubicBezTo>
                    <a:pt x="285" y="163593"/>
                    <a:pt x="4456" y="168663"/>
                    <a:pt x="12278" y="168663"/>
                  </a:cubicBezTo>
                  <a:cubicBezTo>
                    <a:pt x="24271" y="168663"/>
                    <a:pt x="33918" y="161058"/>
                    <a:pt x="48779" y="139764"/>
                  </a:cubicBezTo>
                  <a:lnTo>
                    <a:pt x="45390" y="136976"/>
                  </a:lnTo>
                  <a:close/>
                  <a:moveTo>
                    <a:pt x="43304" y="86"/>
                  </a:moveTo>
                  <a:cubicBezTo>
                    <a:pt x="36264" y="86"/>
                    <a:pt x="31050" y="5917"/>
                    <a:pt x="31050" y="13522"/>
                  </a:cubicBezTo>
                  <a:cubicBezTo>
                    <a:pt x="31050" y="21634"/>
                    <a:pt x="36004" y="26957"/>
                    <a:pt x="43564" y="26957"/>
                  </a:cubicBezTo>
                  <a:cubicBezTo>
                    <a:pt x="50343" y="26957"/>
                    <a:pt x="56340" y="21127"/>
                    <a:pt x="56340" y="14029"/>
                  </a:cubicBezTo>
                  <a:cubicBezTo>
                    <a:pt x="56340" y="6677"/>
                    <a:pt x="50343" y="86"/>
                    <a:pt x="43304" y="86"/>
                  </a:cubicBezTo>
                  <a:close/>
                </a:path>
              </a:pathLst>
            </a:custGeom>
            <a:solidFill>
              <a:srgbClr val="000000"/>
            </a:solidFill>
            <a:ln w="35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7A8E1502-E2A0-41C8-2745-161FEA0270B1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12756440" y="5205814"/>
              <a:ext cx="81739" cy="342567"/>
            </a:xfrm>
            <a:custGeom>
              <a:avLst/>
              <a:gdLst>
                <a:gd name="connsiteX0" fmla="*/ 82027 w 81739"/>
                <a:gd name="connsiteY0" fmla="*/ 171368 h 342567"/>
                <a:gd name="connsiteX1" fmla="*/ 58773 w 81739"/>
                <a:gd name="connsiteY1" fmla="*/ 64487 h 342567"/>
                <a:gd name="connsiteX2" fmla="*/ 3811 w 81739"/>
                <a:gd name="connsiteY2" fmla="*/ 85 h 342567"/>
                <a:gd name="connsiteX3" fmla="*/ 287 w 81739"/>
                <a:gd name="connsiteY3" fmla="*/ 3510 h 342567"/>
                <a:gd name="connsiteX4" fmla="*/ 6981 w 81739"/>
                <a:gd name="connsiteY4" fmla="*/ 11389 h 342567"/>
                <a:gd name="connsiteX5" fmla="*/ 61592 w 81739"/>
                <a:gd name="connsiteY5" fmla="*/ 171368 h 342567"/>
                <a:gd name="connsiteX6" fmla="*/ 4867 w 81739"/>
                <a:gd name="connsiteY6" fmla="*/ 333403 h 342567"/>
                <a:gd name="connsiteX7" fmla="*/ 287 w 81739"/>
                <a:gd name="connsiteY7" fmla="*/ 339226 h 342567"/>
                <a:gd name="connsiteX8" fmla="*/ 3811 w 81739"/>
                <a:gd name="connsiteY8" fmla="*/ 342652 h 342567"/>
                <a:gd name="connsiteX9" fmla="*/ 59830 w 81739"/>
                <a:gd name="connsiteY9" fmla="*/ 275851 h 342567"/>
                <a:gd name="connsiteX10" fmla="*/ 82027 w 81739"/>
                <a:gd name="connsiteY10" fmla="*/ 171368 h 342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739" h="342567">
                  <a:moveTo>
                    <a:pt x="82027" y="171368"/>
                  </a:moveTo>
                  <a:cubicBezTo>
                    <a:pt x="82027" y="144648"/>
                    <a:pt x="78151" y="103197"/>
                    <a:pt x="58773" y="64487"/>
                  </a:cubicBezTo>
                  <a:cubicBezTo>
                    <a:pt x="37634" y="22352"/>
                    <a:pt x="7334" y="85"/>
                    <a:pt x="3811" y="85"/>
                  </a:cubicBezTo>
                  <a:cubicBezTo>
                    <a:pt x="1697" y="85"/>
                    <a:pt x="287" y="1455"/>
                    <a:pt x="287" y="3510"/>
                  </a:cubicBezTo>
                  <a:cubicBezTo>
                    <a:pt x="287" y="4538"/>
                    <a:pt x="287" y="5223"/>
                    <a:pt x="6981" y="11389"/>
                  </a:cubicBezTo>
                  <a:cubicBezTo>
                    <a:pt x="41509" y="45304"/>
                    <a:pt x="61592" y="99772"/>
                    <a:pt x="61592" y="171368"/>
                  </a:cubicBezTo>
                  <a:cubicBezTo>
                    <a:pt x="61592" y="229947"/>
                    <a:pt x="48556" y="290239"/>
                    <a:pt x="4867" y="333403"/>
                  </a:cubicBezTo>
                  <a:cubicBezTo>
                    <a:pt x="287" y="337513"/>
                    <a:pt x="287" y="338198"/>
                    <a:pt x="287" y="339226"/>
                  </a:cubicBezTo>
                  <a:cubicBezTo>
                    <a:pt x="287" y="341282"/>
                    <a:pt x="1697" y="342652"/>
                    <a:pt x="3811" y="342652"/>
                  </a:cubicBezTo>
                  <a:cubicBezTo>
                    <a:pt x="7334" y="342652"/>
                    <a:pt x="39043" y="319357"/>
                    <a:pt x="59830" y="275851"/>
                  </a:cubicBezTo>
                  <a:cubicBezTo>
                    <a:pt x="77799" y="238169"/>
                    <a:pt x="82027" y="200144"/>
                    <a:pt x="82027" y="171368"/>
                  </a:cubicBezTo>
                  <a:close/>
                </a:path>
              </a:pathLst>
            </a:custGeom>
            <a:solidFill>
              <a:srgbClr val="000000"/>
            </a:solidFill>
            <a:ln w="35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03AEF558-2A28-DCD9-BD7D-EAAB91B5A0ED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8318625" y="5087941"/>
              <a:ext cx="5028827" cy="13753"/>
            </a:xfrm>
            <a:custGeom>
              <a:avLst/>
              <a:gdLst>
                <a:gd name="connsiteX0" fmla="*/ 0 w 5028827"/>
                <a:gd name="connsiteY0" fmla="*/ 0 h 13753"/>
                <a:gd name="connsiteX1" fmla="*/ 5028828 w 5028827"/>
                <a:gd name="connsiteY1" fmla="*/ 0 h 13753"/>
                <a:gd name="connsiteX2" fmla="*/ 5028828 w 5028827"/>
                <a:gd name="connsiteY2" fmla="*/ 13754 h 13753"/>
                <a:gd name="connsiteX3" fmla="*/ 0 w 5028827"/>
                <a:gd name="connsiteY3" fmla="*/ 13754 h 13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28827" h="13753">
                  <a:moveTo>
                    <a:pt x="0" y="0"/>
                  </a:moveTo>
                  <a:lnTo>
                    <a:pt x="5028828" y="0"/>
                  </a:lnTo>
                  <a:lnTo>
                    <a:pt x="5028828" y="13754"/>
                  </a:lnTo>
                  <a:lnTo>
                    <a:pt x="0" y="13754"/>
                  </a:lnTo>
                  <a:close/>
                </a:path>
              </a:pathLst>
            </a:custGeom>
            <a:solidFill>
              <a:srgbClr val="000000"/>
            </a:solidFill>
            <a:ln w="35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293EA061-7BD9-51FE-0EA0-EEA4CD351D41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8318625" y="5094818"/>
              <a:ext cx="14145" cy="563916"/>
            </a:xfrm>
            <a:custGeom>
              <a:avLst/>
              <a:gdLst>
                <a:gd name="connsiteX0" fmla="*/ 0 w 14145"/>
                <a:gd name="connsiteY0" fmla="*/ 0 h 563916"/>
                <a:gd name="connsiteX1" fmla="*/ 14146 w 14145"/>
                <a:gd name="connsiteY1" fmla="*/ 0 h 563916"/>
                <a:gd name="connsiteX2" fmla="*/ 14146 w 14145"/>
                <a:gd name="connsiteY2" fmla="*/ 563917 h 563916"/>
                <a:gd name="connsiteX3" fmla="*/ 0 w 14145"/>
                <a:gd name="connsiteY3" fmla="*/ 563917 h 56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45" h="563916">
                  <a:moveTo>
                    <a:pt x="0" y="0"/>
                  </a:moveTo>
                  <a:lnTo>
                    <a:pt x="14146" y="0"/>
                  </a:lnTo>
                  <a:lnTo>
                    <a:pt x="14146" y="563917"/>
                  </a:lnTo>
                  <a:lnTo>
                    <a:pt x="0" y="563917"/>
                  </a:lnTo>
                  <a:close/>
                </a:path>
              </a:pathLst>
            </a:custGeom>
            <a:solidFill>
              <a:srgbClr val="000000"/>
            </a:solidFill>
            <a:ln w="35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A6884CA0-5FE0-C8C1-0020-AD257C7B2054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13333307" y="5094818"/>
              <a:ext cx="14145" cy="563916"/>
            </a:xfrm>
            <a:custGeom>
              <a:avLst/>
              <a:gdLst>
                <a:gd name="connsiteX0" fmla="*/ 0 w 14145"/>
                <a:gd name="connsiteY0" fmla="*/ 0 h 563916"/>
                <a:gd name="connsiteX1" fmla="*/ 14146 w 14145"/>
                <a:gd name="connsiteY1" fmla="*/ 0 h 563916"/>
                <a:gd name="connsiteX2" fmla="*/ 14146 w 14145"/>
                <a:gd name="connsiteY2" fmla="*/ 563917 h 563916"/>
                <a:gd name="connsiteX3" fmla="*/ 0 w 14145"/>
                <a:gd name="connsiteY3" fmla="*/ 563917 h 563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145" h="563916">
                  <a:moveTo>
                    <a:pt x="0" y="0"/>
                  </a:moveTo>
                  <a:lnTo>
                    <a:pt x="14146" y="0"/>
                  </a:lnTo>
                  <a:lnTo>
                    <a:pt x="14146" y="563917"/>
                  </a:lnTo>
                  <a:lnTo>
                    <a:pt x="0" y="563917"/>
                  </a:lnTo>
                  <a:close/>
                </a:path>
              </a:pathLst>
            </a:custGeom>
            <a:solidFill>
              <a:srgbClr val="000000"/>
            </a:solidFill>
            <a:ln w="35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883552D3-B48F-15BA-DF48-AF8D409F0B50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8318625" y="5651858"/>
              <a:ext cx="5028827" cy="13753"/>
            </a:xfrm>
            <a:custGeom>
              <a:avLst/>
              <a:gdLst>
                <a:gd name="connsiteX0" fmla="*/ 0 w 5028827"/>
                <a:gd name="connsiteY0" fmla="*/ 0 h 13753"/>
                <a:gd name="connsiteX1" fmla="*/ 5028828 w 5028827"/>
                <a:gd name="connsiteY1" fmla="*/ 0 h 13753"/>
                <a:gd name="connsiteX2" fmla="*/ 5028828 w 5028827"/>
                <a:gd name="connsiteY2" fmla="*/ 13754 h 13753"/>
                <a:gd name="connsiteX3" fmla="*/ 0 w 5028827"/>
                <a:gd name="connsiteY3" fmla="*/ 13754 h 13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28827" h="13753">
                  <a:moveTo>
                    <a:pt x="0" y="0"/>
                  </a:moveTo>
                  <a:lnTo>
                    <a:pt x="5028828" y="0"/>
                  </a:lnTo>
                  <a:lnTo>
                    <a:pt x="5028828" y="13754"/>
                  </a:lnTo>
                  <a:lnTo>
                    <a:pt x="0" y="13754"/>
                  </a:lnTo>
                  <a:close/>
                </a:path>
              </a:pathLst>
            </a:custGeom>
            <a:solidFill>
              <a:srgbClr val="000000"/>
            </a:solidFill>
            <a:ln w="35484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03" name="Group 402" descr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y(x_0)=y_0&#10;\end{align*}&#10;}&#10;\end{document}" title="IguanaTex Shape Display">
            <a:extLst>
              <a:ext uri="{FF2B5EF4-FFF2-40B4-BE49-F238E27FC236}">
                <a16:creationId xmlns:a16="http://schemas.microsoft.com/office/drawing/2014/main" id="{DC7B2272-3E2C-60D3-8759-4776A01D750C}"/>
              </a:ext>
            </a:extLst>
          </p:cNvPr>
          <p:cNvGrpSpPr>
            <a:grpSpLocks noChangeAspect="1"/>
          </p:cNvGrpSpPr>
          <p:nvPr>
            <p:custDataLst>
              <p:tags r:id="rId6"/>
            </p:custDataLst>
          </p:nvPr>
        </p:nvGrpSpPr>
        <p:grpSpPr>
          <a:xfrm>
            <a:off x="8353753" y="5270091"/>
            <a:ext cx="1470000" cy="344124"/>
            <a:chOff x="10156582" y="7862815"/>
            <a:chExt cx="1470000" cy="344124"/>
          </a:xfrm>
        </p:grpSpPr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1697D0E9-2376-AAAD-0C9F-53F826C07D44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0156582" y="7969150"/>
              <a:ext cx="159795" cy="222648"/>
            </a:xfrm>
            <a:custGeom>
              <a:avLst/>
              <a:gdLst>
                <a:gd name="connsiteX0" fmla="*/ 14062 w 159795"/>
                <a:gd name="connsiteY0" fmla="*/ 14194 h 222648"/>
                <a:gd name="connsiteX1" fmla="*/ 25070 w 159795"/>
                <a:gd name="connsiteY1" fmla="*/ 12817 h 222648"/>
                <a:gd name="connsiteX2" fmla="*/ 66972 w 159795"/>
                <a:gd name="connsiteY2" fmla="*/ 80610 h 222648"/>
                <a:gd name="connsiteX3" fmla="*/ 81531 w 159795"/>
                <a:gd name="connsiteY3" fmla="*/ 149090 h 222648"/>
                <a:gd name="connsiteX4" fmla="*/ 74074 w 159795"/>
                <a:gd name="connsiteY4" fmla="*/ 166297 h 222648"/>
                <a:gd name="connsiteX5" fmla="*/ 52057 w 159795"/>
                <a:gd name="connsiteY5" fmla="*/ 193483 h 222648"/>
                <a:gd name="connsiteX6" fmla="*/ 35723 w 159795"/>
                <a:gd name="connsiteY6" fmla="*/ 203806 h 222648"/>
                <a:gd name="connsiteX7" fmla="*/ 27200 w 159795"/>
                <a:gd name="connsiteY7" fmla="*/ 200021 h 222648"/>
                <a:gd name="connsiteX8" fmla="*/ 14062 w 159795"/>
                <a:gd name="connsiteY8" fmla="*/ 194171 h 222648"/>
                <a:gd name="connsiteX9" fmla="*/ 213 w 159795"/>
                <a:gd name="connsiteY9" fmla="*/ 207592 h 222648"/>
                <a:gd name="connsiteX10" fmla="*/ 18323 w 159795"/>
                <a:gd name="connsiteY10" fmla="*/ 222733 h 222648"/>
                <a:gd name="connsiteX11" fmla="*/ 125918 w 159795"/>
                <a:gd name="connsiteY11" fmla="*/ 102978 h 222648"/>
                <a:gd name="connsiteX12" fmla="*/ 160008 w 159795"/>
                <a:gd name="connsiteY12" fmla="*/ 19012 h 222648"/>
                <a:gd name="connsiteX13" fmla="*/ 140477 w 159795"/>
                <a:gd name="connsiteY13" fmla="*/ 85 h 222648"/>
                <a:gd name="connsiteX14" fmla="*/ 126628 w 159795"/>
                <a:gd name="connsiteY14" fmla="*/ 12817 h 222648"/>
                <a:gd name="connsiteX15" fmla="*/ 136571 w 159795"/>
                <a:gd name="connsiteY15" fmla="*/ 26238 h 222648"/>
                <a:gd name="connsiteX16" fmla="*/ 145804 w 159795"/>
                <a:gd name="connsiteY16" fmla="*/ 37938 h 222648"/>
                <a:gd name="connsiteX17" fmla="*/ 102482 w 159795"/>
                <a:gd name="connsiteY17" fmla="*/ 127067 h 222648"/>
                <a:gd name="connsiteX18" fmla="*/ 95380 w 159795"/>
                <a:gd name="connsiteY18" fmla="*/ 87148 h 222648"/>
                <a:gd name="connsiteX19" fmla="*/ 64841 w 159795"/>
                <a:gd name="connsiteY19" fmla="*/ 85 h 222648"/>
                <a:gd name="connsiteX20" fmla="*/ 63421 w 159795"/>
                <a:gd name="connsiteY20" fmla="*/ 85 h 222648"/>
                <a:gd name="connsiteX21" fmla="*/ 60225 w 159795"/>
                <a:gd name="connsiteY21" fmla="*/ 429 h 222648"/>
                <a:gd name="connsiteX22" fmla="*/ 25425 w 159795"/>
                <a:gd name="connsiteY22" fmla="*/ 6279 h 222648"/>
                <a:gd name="connsiteX23" fmla="*/ 14062 w 159795"/>
                <a:gd name="connsiteY23" fmla="*/ 8344 h 222648"/>
                <a:gd name="connsiteX24" fmla="*/ 14062 w 159795"/>
                <a:gd name="connsiteY24" fmla="*/ 14194 h 222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9795" h="222648">
                  <a:moveTo>
                    <a:pt x="14062" y="14194"/>
                  </a:moveTo>
                  <a:cubicBezTo>
                    <a:pt x="18678" y="13161"/>
                    <a:pt x="21164" y="12817"/>
                    <a:pt x="25070" y="12817"/>
                  </a:cubicBezTo>
                  <a:cubicBezTo>
                    <a:pt x="45311" y="12817"/>
                    <a:pt x="50637" y="21420"/>
                    <a:pt x="66972" y="80610"/>
                  </a:cubicBezTo>
                  <a:cubicBezTo>
                    <a:pt x="73008" y="102978"/>
                    <a:pt x="81531" y="143240"/>
                    <a:pt x="81531" y="149090"/>
                  </a:cubicBezTo>
                  <a:cubicBezTo>
                    <a:pt x="81531" y="154596"/>
                    <a:pt x="79400" y="160102"/>
                    <a:pt x="74074" y="166297"/>
                  </a:cubicBezTo>
                  <a:cubicBezTo>
                    <a:pt x="63066" y="180406"/>
                    <a:pt x="55964" y="189353"/>
                    <a:pt x="52057" y="193483"/>
                  </a:cubicBezTo>
                  <a:cubicBezTo>
                    <a:pt x="44600" y="201053"/>
                    <a:pt x="40339" y="203806"/>
                    <a:pt x="35723" y="203806"/>
                  </a:cubicBezTo>
                  <a:cubicBezTo>
                    <a:pt x="33592" y="203806"/>
                    <a:pt x="31107" y="202774"/>
                    <a:pt x="27200" y="200021"/>
                  </a:cubicBezTo>
                  <a:cubicBezTo>
                    <a:pt x="21874" y="195891"/>
                    <a:pt x="17968" y="194171"/>
                    <a:pt x="14062" y="194171"/>
                  </a:cubicBezTo>
                  <a:cubicBezTo>
                    <a:pt x="6250" y="194171"/>
                    <a:pt x="213" y="200021"/>
                    <a:pt x="213" y="207592"/>
                  </a:cubicBezTo>
                  <a:cubicBezTo>
                    <a:pt x="213" y="216195"/>
                    <a:pt x="8025" y="222733"/>
                    <a:pt x="18323" y="222733"/>
                  </a:cubicBezTo>
                  <a:cubicBezTo>
                    <a:pt x="41049" y="222733"/>
                    <a:pt x="87567" y="171114"/>
                    <a:pt x="125918" y="102978"/>
                  </a:cubicBezTo>
                  <a:cubicBezTo>
                    <a:pt x="150065" y="60651"/>
                    <a:pt x="160008" y="35874"/>
                    <a:pt x="160008" y="19012"/>
                  </a:cubicBezTo>
                  <a:cubicBezTo>
                    <a:pt x="160008" y="8688"/>
                    <a:pt x="151130" y="85"/>
                    <a:pt x="140477" y="85"/>
                  </a:cubicBezTo>
                  <a:cubicBezTo>
                    <a:pt x="132310" y="85"/>
                    <a:pt x="126628" y="5247"/>
                    <a:pt x="126628" y="12817"/>
                  </a:cubicBezTo>
                  <a:cubicBezTo>
                    <a:pt x="126628" y="17979"/>
                    <a:pt x="129469" y="21764"/>
                    <a:pt x="136571" y="26238"/>
                  </a:cubicBezTo>
                  <a:cubicBezTo>
                    <a:pt x="143318" y="30023"/>
                    <a:pt x="145804" y="33121"/>
                    <a:pt x="145804" y="37938"/>
                  </a:cubicBezTo>
                  <a:cubicBezTo>
                    <a:pt x="145804" y="51703"/>
                    <a:pt x="132665" y="78545"/>
                    <a:pt x="102482" y="127067"/>
                  </a:cubicBezTo>
                  <a:lnTo>
                    <a:pt x="95380" y="87148"/>
                  </a:lnTo>
                  <a:cubicBezTo>
                    <a:pt x="90053" y="56865"/>
                    <a:pt x="70168" y="85"/>
                    <a:pt x="64841" y="85"/>
                  </a:cubicBezTo>
                  <a:lnTo>
                    <a:pt x="63421" y="85"/>
                  </a:lnTo>
                  <a:cubicBezTo>
                    <a:pt x="63066" y="429"/>
                    <a:pt x="61645" y="429"/>
                    <a:pt x="60225" y="429"/>
                  </a:cubicBezTo>
                  <a:cubicBezTo>
                    <a:pt x="57029" y="773"/>
                    <a:pt x="44245" y="2838"/>
                    <a:pt x="25425" y="6279"/>
                  </a:cubicBezTo>
                  <a:cubicBezTo>
                    <a:pt x="23649" y="6623"/>
                    <a:pt x="19033" y="7655"/>
                    <a:pt x="14062" y="8344"/>
                  </a:cubicBezTo>
                  <a:lnTo>
                    <a:pt x="14062" y="14194"/>
                  </a:lnTo>
                  <a:close/>
                </a:path>
              </a:pathLst>
            </a:custGeom>
            <a:solidFill>
              <a:srgbClr val="000000"/>
            </a:solidFill>
            <a:ln w="357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3BA4DFD7-C128-18D3-32AC-39B8E13EAD7C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0358513" y="7862815"/>
              <a:ext cx="82383" cy="344124"/>
            </a:xfrm>
            <a:custGeom>
              <a:avLst/>
              <a:gdLst>
                <a:gd name="connsiteX0" fmla="*/ 82601 w 82383"/>
                <a:gd name="connsiteY0" fmla="*/ 340767 h 344124"/>
                <a:gd name="connsiteX1" fmla="*/ 76564 w 82383"/>
                <a:gd name="connsiteY1" fmla="*/ 333196 h 344124"/>
                <a:gd name="connsiteX2" fmla="*/ 20814 w 82383"/>
                <a:gd name="connsiteY2" fmla="*/ 172146 h 344124"/>
                <a:gd name="connsiteX3" fmla="*/ 77985 w 82383"/>
                <a:gd name="connsiteY3" fmla="*/ 9375 h 344124"/>
                <a:gd name="connsiteX4" fmla="*/ 82601 w 82383"/>
                <a:gd name="connsiteY4" fmla="*/ 3525 h 344124"/>
                <a:gd name="connsiteX5" fmla="*/ 79050 w 82383"/>
                <a:gd name="connsiteY5" fmla="*/ 84 h 344124"/>
                <a:gd name="connsiteX6" fmla="*/ 22589 w 82383"/>
                <a:gd name="connsiteY6" fmla="*/ 67188 h 344124"/>
                <a:gd name="connsiteX7" fmla="*/ 218 w 82383"/>
                <a:gd name="connsiteY7" fmla="*/ 172146 h 344124"/>
                <a:gd name="connsiteX8" fmla="*/ 23654 w 82383"/>
                <a:gd name="connsiteY8" fmla="*/ 279513 h 344124"/>
                <a:gd name="connsiteX9" fmla="*/ 79050 w 82383"/>
                <a:gd name="connsiteY9" fmla="*/ 344208 h 344124"/>
                <a:gd name="connsiteX10" fmla="*/ 82601 w 82383"/>
                <a:gd name="connsiteY10" fmla="*/ 340767 h 344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383" h="344124">
                  <a:moveTo>
                    <a:pt x="82601" y="340767"/>
                  </a:moveTo>
                  <a:cubicBezTo>
                    <a:pt x="82601" y="339735"/>
                    <a:pt x="82601" y="339046"/>
                    <a:pt x="76564" y="333196"/>
                  </a:cubicBezTo>
                  <a:cubicBezTo>
                    <a:pt x="32177" y="289837"/>
                    <a:pt x="20814" y="224797"/>
                    <a:pt x="20814" y="172146"/>
                  </a:cubicBezTo>
                  <a:cubicBezTo>
                    <a:pt x="20814" y="112268"/>
                    <a:pt x="34307" y="52391"/>
                    <a:pt x="77985" y="9375"/>
                  </a:cubicBezTo>
                  <a:cubicBezTo>
                    <a:pt x="82601" y="5246"/>
                    <a:pt x="82601" y="4558"/>
                    <a:pt x="82601" y="3525"/>
                  </a:cubicBezTo>
                  <a:cubicBezTo>
                    <a:pt x="82601" y="1116"/>
                    <a:pt x="81181" y="84"/>
                    <a:pt x="79050" y="84"/>
                  </a:cubicBezTo>
                  <a:cubicBezTo>
                    <a:pt x="75499" y="84"/>
                    <a:pt x="43540" y="23484"/>
                    <a:pt x="22589" y="67188"/>
                  </a:cubicBezTo>
                  <a:cubicBezTo>
                    <a:pt x="4479" y="105042"/>
                    <a:pt x="218" y="143240"/>
                    <a:pt x="218" y="172146"/>
                  </a:cubicBezTo>
                  <a:cubicBezTo>
                    <a:pt x="218" y="198988"/>
                    <a:pt x="4124" y="240627"/>
                    <a:pt x="23654" y="279513"/>
                  </a:cubicBezTo>
                  <a:cubicBezTo>
                    <a:pt x="44960" y="321840"/>
                    <a:pt x="75499" y="344208"/>
                    <a:pt x="79050" y="344208"/>
                  </a:cubicBezTo>
                  <a:cubicBezTo>
                    <a:pt x="81181" y="344208"/>
                    <a:pt x="82601" y="343176"/>
                    <a:pt x="82601" y="340767"/>
                  </a:cubicBezTo>
                  <a:close/>
                </a:path>
              </a:pathLst>
            </a:custGeom>
            <a:solidFill>
              <a:srgbClr val="000000"/>
            </a:solidFill>
            <a:ln w="48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483B2653-1FCC-45E6-A91D-C9E713D8F502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0452061" y="7969150"/>
              <a:ext cx="168317" cy="155544"/>
            </a:xfrm>
            <a:custGeom>
              <a:avLst/>
              <a:gdLst>
                <a:gd name="connsiteX0" fmla="*/ 152559 w 168317"/>
                <a:gd name="connsiteY0" fmla="*/ 113646 h 155544"/>
                <a:gd name="connsiteX1" fmla="*/ 144747 w 168317"/>
                <a:gd name="connsiteY1" fmla="*/ 122937 h 155544"/>
                <a:gd name="connsiteX2" fmla="*/ 128412 w 168317"/>
                <a:gd name="connsiteY2" fmla="*/ 136702 h 155544"/>
                <a:gd name="connsiteX3" fmla="*/ 117404 w 168317"/>
                <a:gd name="connsiteY3" fmla="*/ 122593 h 155544"/>
                <a:gd name="connsiteX4" fmla="*/ 115984 w 168317"/>
                <a:gd name="connsiteY4" fmla="*/ 116743 h 155544"/>
                <a:gd name="connsiteX5" fmla="*/ 103200 w 168317"/>
                <a:gd name="connsiteY5" fmla="*/ 60995 h 155544"/>
                <a:gd name="connsiteX6" fmla="*/ 138000 w 168317"/>
                <a:gd name="connsiteY6" fmla="*/ 19356 h 155544"/>
                <a:gd name="connsiteX7" fmla="*/ 146522 w 168317"/>
                <a:gd name="connsiteY7" fmla="*/ 22109 h 155544"/>
                <a:gd name="connsiteX8" fmla="*/ 156110 w 168317"/>
                <a:gd name="connsiteY8" fmla="*/ 25206 h 155544"/>
                <a:gd name="connsiteX9" fmla="*/ 168539 w 168317"/>
                <a:gd name="connsiteY9" fmla="*/ 12817 h 155544"/>
                <a:gd name="connsiteX10" fmla="*/ 153979 w 168317"/>
                <a:gd name="connsiteY10" fmla="*/ 85 h 155544"/>
                <a:gd name="connsiteX11" fmla="*/ 100359 w 168317"/>
                <a:gd name="connsiteY11" fmla="*/ 49294 h 155544"/>
                <a:gd name="connsiteX12" fmla="*/ 96453 w 168317"/>
                <a:gd name="connsiteY12" fmla="*/ 30368 h 155544"/>
                <a:gd name="connsiteX13" fmla="*/ 77988 w 168317"/>
                <a:gd name="connsiteY13" fmla="*/ 85 h 155544"/>
                <a:gd name="connsiteX14" fmla="*/ 36441 w 168317"/>
                <a:gd name="connsiteY14" fmla="*/ 10064 h 155544"/>
                <a:gd name="connsiteX15" fmla="*/ 32535 w 168317"/>
                <a:gd name="connsiteY15" fmla="*/ 11441 h 155544"/>
                <a:gd name="connsiteX16" fmla="*/ 33956 w 168317"/>
                <a:gd name="connsiteY16" fmla="*/ 16603 h 155544"/>
                <a:gd name="connsiteX17" fmla="*/ 53841 w 168317"/>
                <a:gd name="connsiteY17" fmla="*/ 12817 h 155544"/>
                <a:gd name="connsiteX18" fmla="*/ 69821 w 168317"/>
                <a:gd name="connsiteY18" fmla="*/ 36562 h 155544"/>
                <a:gd name="connsiteX19" fmla="*/ 80119 w 168317"/>
                <a:gd name="connsiteY19" fmla="*/ 78889 h 155544"/>
                <a:gd name="connsiteX20" fmla="*/ 51000 w 168317"/>
                <a:gd name="connsiteY20" fmla="*/ 119152 h 155544"/>
                <a:gd name="connsiteX21" fmla="*/ 32890 w 168317"/>
                <a:gd name="connsiteY21" fmla="*/ 135670 h 155544"/>
                <a:gd name="connsiteX22" fmla="*/ 23658 w 168317"/>
                <a:gd name="connsiteY22" fmla="*/ 132572 h 155544"/>
                <a:gd name="connsiteX23" fmla="*/ 12295 w 168317"/>
                <a:gd name="connsiteY23" fmla="*/ 129131 h 155544"/>
                <a:gd name="connsiteX24" fmla="*/ 221 w 168317"/>
                <a:gd name="connsiteY24" fmla="*/ 141176 h 155544"/>
                <a:gd name="connsiteX25" fmla="*/ 17976 w 168317"/>
                <a:gd name="connsiteY25" fmla="*/ 155629 h 155544"/>
                <a:gd name="connsiteX26" fmla="*/ 51000 w 168317"/>
                <a:gd name="connsiteY26" fmla="*/ 131540 h 155544"/>
                <a:gd name="connsiteX27" fmla="*/ 82959 w 168317"/>
                <a:gd name="connsiteY27" fmla="*/ 91278 h 155544"/>
                <a:gd name="connsiteX28" fmla="*/ 93612 w 168317"/>
                <a:gd name="connsiteY28" fmla="*/ 132572 h 155544"/>
                <a:gd name="connsiteX29" fmla="*/ 114208 w 168317"/>
                <a:gd name="connsiteY29" fmla="*/ 155629 h 155544"/>
                <a:gd name="connsiteX30" fmla="*/ 157530 w 168317"/>
                <a:gd name="connsiteY30" fmla="*/ 116399 h 155544"/>
                <a:gd name="connsiteX31" fmla="*/ 152559 w 168317"/>
                <a:gd name="connsiteY31" fmla="*/ 113646 h 155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68317" h="155544">
                  <a:moveTo>
                    <a:pt x="152559" y="113646"/>
                  </a:moveTo>
                  <a:cubicBezTo>
                    <a:pt x="149718" y="116743"/>
                    <a:pt x="147943" y="118808"/>
                    <a:pt x="144747" y="122937"/>
                  </a:cubicBezTo>
                  <a:cubicBezTo>
                    <a:pt x="136580" y="133261"/>
                    <a:pt x="132318" y="136702"/>
                    <a:pt x="128412" y="136702"/>
                  </a:cubicBezTo>
                  <a:cubicBezTo>
                    <a:pt x="123086" y="136702"/>
                    <a:pt x="119890" y="132228"/>
                    <a:pt x="117404" y="122593"/>
                  </a:cubicBezTo>
                  <a:cubicBezTo>
                    <a:pt x="116694" y="119840"/>
                    <a:pt x="116339" y="117775"/>
                    <a:pt x="115984" y="116743"/>
                  </a:cubicBezTo>
                  <a:cubicBezTo>
                    <a:pt x="107106" y="81986"/>
                    <a:pt x="103200" y="66157"/>
                    <a:pt x="103200" y="60995"/>
                  </a:cubicBezTo>
                  <a:cubicBezTo>
                    <a:pt x="118825" y="34497"/>
                    <a:pt x="131608" y="19356"/>
                    <a:pt x="138000" y="19356"/>
                  </a:cubicBezTo>
                  <a:cubicBezTo>
                    <a:pt x="140131" y="19356"/>
                    <a:pt x="142971" y="20388"/>
                    <a:pt x="146522" y="22109"/>
                  </a:cubicBezTo>
                  <a:cubicBezTo>
                    <a:pt x="150784" y="24518"/>
                    <a:pt x="153269" y="25206"/>
                    <a:pt x="156110" y="25206"/>
                  </a:cubicBezTo>
                  <a:cubicBezTo>
                    <a:pt x="163567" y="25206"/>
                    <a:pt x="168539" y="20044"/>
                    <a:pt x="168539" y="12817"/>
                  </a:cubicBezTo>
                  <a:cubicBezTo>
                    <a:pt x="168539" y="5591"/>
                    <a:pt x="162502" y="85"/>
                    <a:pt x="153979" y="85"/>
                  </a:cubicBezTo>
                  <a:cubicBezTo>
                    <a:pt x="138355" y="85"/>
                    <a:pt x="124861" y="12473"/>
                    <a:pt x="100359" y="49294"/>
                  </a:cubicBezTo>
                  <a:lnTo>
                    <a:pt x="96453" y="30368"/>
                  </a:lnTo>
                  <a:cubicBezTo>
                    <a:pt x="91482" y="6967"/>
                    <a:pt x="87576" y="85"/>
                    <a:pt x="77988" y="85"/>
                  </a:cubicBezTo>
                  <a:cubicBezTo>
                    <a:pt x="70176" y="85"/>
                    <a:pt x="58102" y="3182"/>
                    <a:pt x="36441" y="10064"/>
                  </a:cubicBezTo>
                  <a:lnTo>
                    <a:pt x="32535" y="11441"/>
                  </a:lnTo>
                  <a:lnTo>
                    <a:pt x="33956" y="16603"/>
                  </a:lnTo>
                  <a:cubicBezTo>
                    <a:pt x="47449" y="13506"/>
                    <a:pt x="50645" y="12817"/>
                    <a:pt x="53841" y="12817"/>
                  </a:cubicBezTo>
                  <a:cubicBezTo>
                    <a:pt x="62719" y="12817"/>
                    <a:pt x="64849" y="15914"/>
                    <a:pt x="69821" y="36562"/>
                  </a:cubicBezTo>
                  <a:lnTo>
                    <a:pt x="80119" y="78889"/>
                  </a:lnTo>
                  <a:lnTo>
                    <a:pt x="51000" y="119152"/>
                  </a:lnTo>
                  <a:cubicBezTo>
                    <a:pt x="43898" y="129475"/>
                    <a:pt x="36796" y="135670"/>
                    <a:pt x="32890" y="135670"/>
                  </a:cubicBezTo>
                  <a:cubicBezTo>
                    <a:pt x="30760" y="135670"/>
                    <a:pt x="27209" y="134637"/>
                    <a:pt x="23658" y="132572"/>
                  </a:cubicBezTo>
                  <a:cubicBezTo>
                    <a:pt x="19041" y="130164"/>
                    <a:pt x="15135" y="129131"/>
                    <a:pt x="12295" y="129131"/>
                  </a:cubicBezTo>
                  <a:cubicBezTo>
                    <a:pt x="5548" y="129131"/>
                    <a:pt x="221" y="134293"/>
                    <a:pt x="221" y="141176"/>
                  </a:cubicBezTo>
                  <a:cubicBezTo>
                    <a:pt x="221" y="150123"/>
                    <a:pt x="7323" y="155629"/>
                    <a:pt x="17976" y="155629"/>
                  </a:cubicBezTo>
                  <a:cubicBezTo>
                    <a:pt x="28984" y="155629"/>
                    <a:pt x="33245" y="152532"/>
                    <a:pt x="51000" y="131540"/>
                  </a:cubicBezTo>
                  <a:cubicBezTo>
                    <a:pt x="60588" y="120528"/>
                    <a:pt x="68045" y="111237"/>
                    <a:pt x="82959" y="91278"/>
                  </a:cubicBezTo>
                  <a:lnTo>
                    <a:pt x="93612" y="132572"/>
                  </a:lnTo>
                  <a:cubicBezTo>
                    <a:pt x="98229" y="150123"/>
                    <a:pt x="102845" y="155629"/>
                    <a:pt x="114208" y="155629"/>
                  </a:cubicBezTo>
                  <a:cubicBezTo>
                    <a:pt x="127702" y="155629"/>
                    <a:pt x="136935" y="147370"/>
                    <a:pt x="157530" y="116399"/>
                  </a:cubicBezTo>
                  <a:lnTo>
                    <a:pt x="152559" y="113646"/>
                  </a:lnTo>
                  <a:close/>
                </a:path>
              </a:pathLst>
            </a:custGeom>
            <a:solidFill>
              <a:srgbClr val="000000"/>
            </a:solidFill>
            <a:ln w="357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F4841FB1-3619-2C01-2735-6AB16E3B9F3E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0626209" y="8000942"/>
              <a:ext cx="118773" cy="175709"/>
            </a:xfrm>
            <a:custGeom>
              <a:avLst/>
              <a:gdLst>
                <a:gd name="connsiteX0" fmla="*/ 60664 w 118773"/>
                <a:gd name="connsiteY0" fmla="*/ 86 h 175709"/>
                <a:gd name="connsiteX1" fmla="*/ 25452 w 118773"/>
                <a:gd name="connsiteY1" fmla="*/ 13328 h 175709"/>
                <a:gd name="connsiteX2" fmla="*/ 226 w 118773"/>
                <a:gd name="connsiteY2" fmla="*/ 86668 h 175709"/>
                <a:gd name="connsiteX3" fmla="*/ 21247 w 118773"/>
                <a:gd name="connsiteY3" fmla="*/ 158480 h 175709"/>
                <a:gd name="connsiteX4" fmla="*/ 59612 w 118773"/>
                <a:gd name="connsiteY4" fmla="*/ 175796 h 175709"/>
                <a:gd name="connsiteX5" fmla="*/ 93773 w 118773"/>
                <a:gd name="connsiteY5" fmla="*/ 162554 h 175709"/>
                <a:gd name="connsiteX6" fmla="*/ 118999 w 118773"/>
                <a:gd name="connsiteY6" fmla="*/ 88196 h 175709"/>
                <a:gd name="connsiteX7" fmla="*/ 60664 w 118773"/>
                <a:gd name="connsiteY7" fmla="*/ 86 h 175709"/>
                <a:gd name="connsiteX8" fmla="*/ 59875 w 118773"/>
                <a:gd name="connsiteY8" fmla="*/ 6707 h 175709"/>
                <a:gd name="connsiteX9" fmla="*/ 93773 w 118773"/>
                <a:gd name="connsiteY9" fmla="*/ 88705 h 175709"/>
                <a:gd name="connsiteX10" fmla="*/ 59612 w 118773"/>
                <a:gd name="connsiteY10" fmla="*/ 169175 h 175709"/>
                <a:gd name="connsiteX11" fmla="*/ 25452 w 118773"/>
                <a:gd name="connsiteY11" fmla="*/ 88960 h 175709"/>
                <a:gd name="connsiteX12" fmla="*/ 59875 w 118773"/>
                <a:gd name="connsiteY12" fmla="*/ 6707 h 175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8773" h="175709">
                  <a:moveTo>
                    <a:pt x="60664" y="86"/>
                  </a:moveTo>
                  <a:cubicBezTo>
                    <a:pt x="46211" y="86"/>
                    <a:pt x="35174" y="4415"/>
                    <a:pt x="25452" y="13328"/>
                  </a:cubicBezTo>
                  <a:cubicBezTo>
                    <a:pt x="10211" y="27589"/>
                    <a:pt x="226" y="56874"/>
                    <a:pt x="226" y="86668"/>
                  </a:cubicBezTo>
                  <a:cubicBezTo>
                    <a:pt x="226" y="114425"/>
                    <a:pt x="8897" y="144219"/>
                    <a:pt x="21247" y="158480"/>
                  </a:cubicBezTo>
                  <a:cubicBezTo>
                    <a:pt x="30970" y="169684"/>
                    <a:pt x="44372" y="175796"/>
                    <a:pt x="59612" y="175796"/>
                  </a:cubicBezTo>
                  <a:cubicBezTo>
                    <a:pt x="73014" y="175796"/>
                    <a:pt x="84313" y="171467"/>
                    <a:pt x="93773" y="162554"/>
                  </a:cubicBezTo>
                  <a:cubicBezTo>
                    <a:pt x="109014" y="148548"/>
                    <a:pt x="118999" y="119009"/>
                    <a:pt x="118999" y="88196"/>
                  </a:cubicBezTo>
                  <a:cubicBezTo>
                    <a:pt x="118999" y="35992"/>
                    <a:pt x="95087" y="86"/>
                    <a:pt x="60664" y="86"/>
                  </a:cubicBezTo>
                  <a:close/>
                  <a:moveTo>
                    <a:pt x="59875" y="6707"/>
                  </a:moveTo>
                  <a:cubicBezTo>
                    <a:pt x="81948" y="6707"/>
                    <a:pt x="93773" y="35483"/>
                    <a:pt x="93773" y="88705"/>
                  </a:cubicBezTo>
                  <a:cubicBezTo>
                    <a:pt x="93773" y="141927"/>
                    <a:pt x="82211" y="169175"/>
                    <a:pt x="59612" y="169175"/>
                  </a:cubicBezTo>
                  <a:cubicBezTo>
                    <a:pt x="37014" y="169175"/>
                    <a:pt x="25452" y="141927"/>
                    <a:pt x="25452" y="88960"/>
                  </a:cubicBezTo>
                  <a:cubicBezTo>
                    <a:pt x="25452" y="34973"/>
                    <a:pt x="37277" y="6707"/>
                    <a:pt x="59875" y="6707"/>
                  </a:cubicBezTo>
                  <a:close/>
                </a:path>
              </a:pathLst>
            </a:custGeom>
            <a:solidFill>
              <a:srgbClr val="000000"/>
            </a:solidFill>
            <a:ln w="357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67464D23-BF93-19F0-2898-03E4E1CEE62C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0789845" y="7862815"/>
              <a:ext cx="82383" cy="344124"/>
            </a:xfrm>
            <a:custGeom>
              <a:avLst/>
              <a:gdLst>
                <a:gd name="connsiteX0" fmla="*/ 82613 w 82383"/>
                <a:gd name="connsiteY0" fmla="*/ 172146 h 344124"/>
                <a:gd name="connsiteX1" fmla="*/ 59177 w 82383"/>
                <a:gd name="connsiteY1" fmla="*/ 64779 h 344124"/>
                <a:gd name="connsiteX2" fmla="*/ 3781 w 82383"/>
                <a:gd name="connsiteY2" fmla="*/ 84 h 344124"/>
                <a:gd name="connsiteX3" fmla="*/ 230 w 82383"/>
                <a:gd name="connsiteY3" fmla="*/ 3525 h 344124"/>
                <a:gd name="connsiteX4" fmla="*/ 6977 w 82383"/>
                <a:gd name="connsiteY4" fmla="*/ 11440 h 344124"/>
                <a:gd name="connsiteX5" fmla="*/ 62018 w 82383"/>
                <a:gd name="connsiteY5" fmla="*/ 172146 h 344124"/>
                <a:gd name="connsiteX6" fmla="*/ 4846 w 82383"/>
                <a:gd name="connsiteY6" fmla="*/ 334917 h 344124"/>
                <a:gd name="connsiteX7" fmla="*/ 230 w 82383"/>
                <a:gd name="connsiteY7" fmla="*/ 340767 h 344124"/>
                <a:gd name="connsiteX8" fmla="*/ 3781 w 82383"/>
                <a:gd name="connsiteY8" fmla="*/ 344208 h 344124"/>
                <a:gd name="connsiteX9" fmla="*/ 60242 w 82383"/>
                <a:gd name="connsiteY9" fmla="*/ 277104 h 344124"/>
                <a:gd name="connsiteX10" fmla="*/ 82613 w 82383"/>
                <a:gd name="connsiteY10" fmla="*/ 172146 h 344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383" h="344124">
                  <a:moveTo>
                    <a:pt x="82613" y="172146"/>
                  </a:moveTo>
                  <a:cubicBezTo>
                    <a:pt x="82613" y="145304"/>
                    <a:pt x="78707" y="103665"/>
                    <a:pt x="59177" y="64779"/>
                  </a:cubicBezTo>
                  <a:cubicBezTo>
                    <a:pt x="37871" y="22452"/>
                    <a:pt x="7332" y="84"/>
                    <a:pt x="3781" y="84"/>
                  </a:cubicBezTo>
                  <a:cubicBezTo>
                    <a:pt x="1651" y="84"/>
                    <a:pt x="230" y="1461"/>
                    <a:pt x="230" y="3525"/>
                  </a:cubicBezTo>
                  <a:cubicBezTo>
                    <a:pt x="230" y="4558"/>
                    <a:pt x="230" y="5246"/>
                    <a:pt x="6977" y="11440"/>
                  </a:cubicBezTo>
                  <a:cubicBezTo>
                    <a:pt x="41777" y="45508"/>
                    <a:pt x="62018" y="100224"/>
                    <a:pt x="62018" y="172146"/>
                  </a:cubicBezTo>
                  <a:cubicBezTo>
                    <a:pt x="62018" y="230991"/>
                    <a:pt x="48879" y="291557"/>
                    <a:pt x="4846" y="334917"/>
                  </a:cubicBezTo>
                  <a:cubicBezTo>
                    <a:pt x="230" y="339046"/>
                    <a:pt x="230" y="339735"/>
                    <a:pt x="230" y="340767"/>
                  </a:cubicBezTo>
                  <a:cubicBezTo>
                    <a:pt x="230" y="342832"/>
                    <a:pt x="1651" y="344208"/>
                    <a:pt x="3781" y="344208"/>
                  </a:cubicBezTo>
                  <a:cubicBezTo>
                    <a:pt x="7332" y="344208"/>
                    <a:pt x="39291" y="320808"/>
                    <a:pt x="60242" y="277104"/>
                  </a:cubicBezTo>
                  <a:cubicBezTo>
                    <a:pt x="78352" y="239250"/>
                    <a:pt x="82613" y="201052"/>
                    <a:pt x="82613" y="172146"/>
                  </a:cubicBezTo>
                  <a:close/>
                </a:path>
              </a:pathLst>
            </a:custGeom>
            <a:solidFill>
              <a:srgbClr val="000000"/>
            </a:solidFill>
            <a:ln w="48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01773FE5-C6E3-5FDA-9582-765BB151985E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11006986" y="7994615"/>
              <a:ext cx="236141" cy="80525"/>
            </a:xfrm>
            <a:custGeom>
              <a:avLst/>
              <a:gdLst>
                <a:gd name="connsiteX0" fmla="*/ 224305 w 236141"/>
                <a:gd name="connsiteY0" fmla="*/ 13849 h 80525"/>
                <a:gd name="connsiteX1" fmla="*/ 236378 w 236141"/>
                <a:gd name="connsiteY1" fmla="*/ 6967 h 80525"/>
                <a:gd name="connsiteX2" fmla="*/ 224660 w 236141"/>
                <a:gd name="connsiteY2" fmla="*/ 84 h 80525"/>
                <a:gd name="connsiteX3" fmla="*/ 11955 w 236141"/>
                <a:gd name="connsiteY3" fmla="*/ 84 h 80525"/>
                <a:gd name="connsiteX4" fmla="*/ 237 w 236141"/>
                <a:gd name="connsiteY4" fmla="*/ 6967 h 80525"/>
                <a:gd name="connsiteX5" fmla="*/ 12310 w 236141"/>
                <a:gd name="connsiteY5" fmla="*/ 13849 h 80525"/>
                <a:gd name="connsiteX6" fmla="*/ 224305 w 236141"/>
                <a:gd name="connsiteY6" fmla="*/ 13849 h 80525"/>
                <a:gd name="connsiteX7" fmla="*/ 224660 w 236141"/>
                <a:gd name="connsiteY7" fmla="*/ 80609 h 80525"/>
                <a:gd name="connsiteX8" fmla="*/ 236378 w 236141"/>
                <a:gd name="connsiteY8" fmla="*/ 73727 h 80525"/>
                <a:gd name="connsiteX9" fmla="*/ 224305 w 236141"/>
                <a:gd name="connsiteY9" fmla="*/ 66844 h 80525"/>
                <a:gd name="connsiteX10" fmla="*/ 12310 w 236141"/>
                <a:gd name="connsiteY10" fmla="*/ 66844 h 80525"/>
                <a:gd name="connsiteX11" fmla="*/ 237 w 236141"/>
                <a:gd name="connsiteY11" fmla="*/ 73727 h 80525"/>
                <a:gd name="connsiteX12" fmla="*/ 11955 w 236141"/>
                <a:gd name="connsiteY12" fmla="*/ 80609 h 80525"/>
                <a:gd name="connsiteX13" fmla="*/ 224660 w 236141"/>
                <a:gd name="connsiteY13" fmla="*/ 80609 h 8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6141" h="80525">
                  <a:moveTo>
                    <a:pt x="224305" y="13849"/>
                  </a:moveTo>
                  <a:cubicBezTo>
                    <a:pt x="229631" y="13849"/>
                    <a:pt x="236378" y="13849"/>
                    <a:pt x="236378" y="6967"/>
                  </a:cubicBezTo>
                  <a:cubicBezTo>
                    <a:pt x="236378" y="84"/>
                    <a:pt x="229631" y="84"/>
                    <a:pt x="224660" y="84"/>
                  </a:cubicBezTo>
                  <a:lnTo>
                    <a:pt x="11955" y="84"/>
                  </a:lnTo>
                  <a:cubicBezTo>
                    <a:pt x="6984" y="84"/>
                    <a:pt x="237" y="84"/>
                    <a:pt x="237" y="6967"/>
                  </a:cubicBezTo>
                  <a:cubicBezTo>
                    <a:pt x="237" y="13849"/>
                    <a:pt x="6984" y="13849"/>
                    <a:pt x="12310" y="13849"/>
                  </a:cubicBezTo>
                  <a:lnTo>
                    <a:pt x="224305" y="13849"/>
                  </a:lnTo>
                  <a:close/>
                  <a:moveTo>
                    <a:pt x="224660" y="80609"/>
                  </a:moveTo>
                  <a:cubicBezTo>
                    <a:pt x="229631" y="80609"/>
                    <a:pt x="236378" y="80609"/>
                    <a:pt x="236378" y="73727"/>
                  </a:cubicBezTo>
                  <a:cubicBezTo>
                    <a:pt x="236378" y="66844"/>
                    <a:pt x="229631" y="66844"/>
                    <a:pt x="224305" y="66844"/>
                  </a:cubicBezTo>
                  <a:lnTo>
                    <a:pt x="12310" y="66844"/>
                  </a:lnTo>
                  <a:cubicBezTo>
                    <a:pt x="6984" y="66844"/>
                    <a:pt x="237" y="66844"/>
                    <a:pt x="237" y="73727"/>
                  </a:cubicBezTo>
                  <a:cubicBezTo>
                    <a:pt x="237" y="80609"/>
                    <a:pt x="6984" y="80609"/>
                    <a:pt x="11955" y="80609"/>
                  </a:cubicBezTo>
                  <a:lnTo>
                    <a:pt x="224660" y="80609"/>
                  </a:lnTo>
                  <a:close/>
                </a:path>
              </a:pathLst>
            </a:custGeom>
            <a:solidFill>
              <a:srgbClr val="000000"/>
            </a:solidFill>
            <a:ln w="4834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2BEBB8C7-E52D-8171-CE81-9AC35EC0B5E5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11334727" y="7969150"/>
              <a:ext cx="159795" cy="222648"/>
            </a:xfrm>
            <a:custGeom>
              <a:avLst/>
              <a:gdLst>
                <a:gd name="connsiteX0" fmla="*/ 14095 w 159795"/>
                <a:gd name="connsiteY0" fmla="*/ 14194 h 222648"/>
                <a:gd name="connsiteX1" fmla="*/ 25103 w 159795"/>
                <a:gd name="connsiteY1" fmla="*/ 12817 h 222648"/>
                <a:gd name="connsiteX2" fmla="*/ 67005 w 159795"/>
                <a:gd name="connsiteY2" fmla="*/ 80610 h 222648"/>
                <a:gd name="connsiteX3" fmla="*/ 81564 w 159795"/>
                <a:gd name="connsiteY3" fmla="*/ 149090 h 222648"/>
                <a:gd name="connsiteX4" fmla="*/ 74107 w 159795"/>
                <a:gd name="connsiteY4" fmla="*/ 166297 h 222648"/>
                <a:gd name="connsiteX5" fmla="*/ 52090 w 159795"/>
                <a:gd name="connsiteY5" fmla="*/ 193483 h 222648"/>
                <a:gd name="connsiteX6" fmla="*/ 35756 w 159795"/>
                <a:gd name="connsiteY6" fmla="*/ 203806 h 222648"/>
                <a:gd name="connsiteX7" fmla="*/ 27233 w 159795"/>
                <a:gd name="connsiteY7" fmla="*/ 200021 h 222648"/>
                <a:gd name="connsiteX8" fmla="*/ 14095 w 159795"/>
                <a:gd name="connsiteY8" fmla="*/ 194171 h 222648"/>
                <a:gd name="connsiteX9" fmla="*/ 246 w 159795"/>
                <a:gd name="connsiteY9" fmla="*/ 207592 h 222648"/>
                <a:gd name="connsiteX10" fmla="*/ 18356 w 159795"/>
                <a:gd name="connsiteY10" fmla="*/ 222733 h 222648"/>
                <a:gd name="connsiteX11" fmla="*/ 125951 w 159795"/>
                <a:gd name="connsiteY11" fmla="*/ 102978 h 222648"/>
                <a:gd name="connsiteX12" fmla="*/ 160041 w 159795"/>
                <a:gd name="connsiteY12" fmla="*/ 19012 h 222648"/>
                <a:gd name="connsiteX13" fmla="*/ 140510 w 159795"/>
                <a:gd name="connsiteY13" fmla="*/ 85 h 222648"/>
                <a:gd name="connsiteX14" fmla="*/ 126661 w 159795"/>
                <a:gd name="connsiteY14" fmla="*/ 12817 h 222648"/>
                <a:gd name="connsiteX15" fmla="*/ 136604 w 159795"/>
                <a:gd name="connsiteY15" fmla="*/ 26238 h 222648"/>
                <a:gd name="connsiteX16" fmla="*/ 145837 w 159795"/>
                <a:gd name="connsiteY16" fmla="*/ 37938 h 222648"/>
                <a:gd name="connsiteX17" fmla="*/ 102515 w 159795"/>
                <a:gd name="connsiteY17" fmla="*/ 127067 h 222648"/>
                <a:gd name="connsiteX18" fmla="*/ 95413 w 159795"/>
                <a:gd name="connsiteY18" fmla="*/ 87148 h 222648"/>
                <a:gd name="connsiteX19" fmla="*/ 64874 w 159795"/>
                <a:gd name="connsiteY19" fmla="*/ 85 h 222648"/>
                <a:gd name="connsiteX20" fmla="*/ 63454 w 159795"/>
                <a:gd name="connsiteY20" fmla="*/ 85 h 222648"/>
                <a:gd name="connsiteX21" fmla="*/ 60258 w 159795"/>
                <a:gd name="connsiteY21" fmla="*/ 429 h 222648"/>
                <a:gd name="connsiteX22" fmla="*/ 25458 w 159795"/>
                <a:gd name="connsiteY22" fmla="*/ 6279 h 222648"/>
                <a:gd name="connsiteX23" fmla="*/ 14095 w 159795"/>
                <a:gd name="connsiteY23" fmla="*/ 8344 h 222648"/>
                <a:gd name="connsiteX24" fmla="*/ 14095 w 159795"/>
                <a:gd name="connsiteY24" fmla="*/ 14194 h 222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9795" h="222648">
                  <a:moveTo>
                    <a:pt x="14095" y="14194"/>
                  </a:moveTo>
                  <a:cubicBezTo>
                    <a:pt x="18711" y="13161"/>
                    <a:pt x="21197" y="12817"/>
                    <a:pt x="25103" y="12817"/>
                  </a:cubicBezTo>
                  <a:cubicBezTo>
                    <a:pt x="45343" y="12817"/>
                    <a:pt x="50670" y="21420"/>
                    <a:pt x="67005" y="80610"/>
                  </a:cubicBezTo>
                  <a:cubicBezTo>
                    <a:pt x="73041" y="102978"/>
                    <a:pt x="81564" y="143240"/>
                    <a:pt x="81564" y="149090"/>
                  </a:cubicBezTo>
                  <a:cubicBezTo>
                    <a:pt x="81564" y="154596"/>
                    <a:pt x="79433" y="160102"/>
                    <a:pt x="74107" y="166297"/>
                  </a:cubicBezTo>
                  <a:cubicBezTo>
                    <a:pt x="63098" y="180406"/>
                    <a:pt x="55996" y="189353"/>
                    <a:pt x="52090" y="193483"/>
                  </a:cubicBezTo>
                  <a:cubicBezTo>
                    <a:pt x="44633" y="201053"/>
                    <a:pt x="40372" y="203806"/>
                    <a:pt x="35756" y="203806"/>
                  </a:cubicBezTo>
                  <a:cubicBezTo>
                    <a:pt x="33625" y="203806"/>
                    <a:pt x="31139" y="202774"/>
                    <a:pt x="27233" y="200021"/>
                  </a:cubicBezTo>
                  <a:cubicBezTo>
                    <a:pt x="21907" y="195891"/>
                    <a:pt x="18001" y="194171"/>
                    <a:pt x="14095" y="194171"/>
                  </a:cubicBezTo>
                  <a:cubicBezTo>
                    <a:pt x="6282" y="194171"/>
                    <a:pt x="246" y="200021"/>
                    <a:pt x="246" y="207592"/>
                  </a:cubicBezTo>
                  <a:cubicBezTo>
                    <a:pt x="246" y="216195"/>
                    <a:pt x="8058" y="222733"/>
                    <a:pt x="18356" y="222733"/>
                  </a:cubicBezTo>
                  <a:cubicBezTo>
                    <a:pt x="41082" y="222733"/>
                    <a:pt x="87600" y="171114"/>
                    <a:pt x="125951" y="102978"/>
                  </a:cubicBezTo>
                  <a:cubicBezTo>
                    <a:pt x="150098" y="60651"/>
                    <a:pt x="160041" y="35874"/>
                    <a:pt x="160041" y="19012"/>
                  </a:cubicBezTo>
                  <a:cubicBezTo>
                    <a:pt x="160041" y="8688"/>
                    <a:pt x="151163" y="85"/>
                    <a:pt x="140510" y="85"/>
                  </a:cubicBezTo>
                  <a:cubicBezTo>
                    <a:pt x="132343" y="85"/>
                    <a:pt x="126661" y="5247"/>
                    <a:pt x="126661" y="12817"/>
                  </a:cubicBezTo>
                  <a:cubicBezTo>
                    <a:pt x="126661" y="17979"/>
                    <a:pt x="129502" y="21764"/>
                    <a:pt x="136604" y="26238"/>
                  </a:cubicBezTo>
                  <a:cubicBezTo>
                    <a:pt x="143351" y="30023"/>
                    <a:pt x="145837" y="33121"/>
                    <a:pt x="145837" y="37938"/>
                  </a:cubicBezTo>
                  <a:cubicBezTo>
                    <a:pt x="145837" y="51703"/>
                    <a:pt x="132698" y="78545"/>
                    <a:pt x="102515" y="127067"/>
                  </a:cubicBezTo>
                  <a:lnTo>
                    <a:pt x="95413" y="87148"/>
                  </a:lnTo>
                  <a:cubicBezTo>
                    <a:pt x="90086" y="56865"/>
                    <a:pt x="70201" y="85"/>
                    <a:pt x="64874" y="85"/>
                  </a:cubicBezTo>
                  <a:lnTo>
                    <a:pt x="63454" y="85"/>
                  </a:lnTo>
                  <a:cubicBezTo>
                    <a:pt x="63098" y="429"/>
                    <a:pt x="61678" y="429"/>
                    <a:pt x="60258" y="429"/>
                  </a:cubicBezTo>
                  <a:cubicBezTo>
                    <a:pt x="57062" y="773"/>
                    <a:pt x="44278" y="2838"/>
                    <a:pt x="25458" y="6279"/>
                  </a:cubicBezTo>
                  <a:cubicBezTo>
                    <a:pt x="23682" y="6623"/>
                    <a:pt x="19066" y="7655"/>
                    <a:pt x="14095" y="8344"/>
                  </a:cubicBezTo>
                  <a:lnTo>
                    <a:pt x="14095" y="14194"/>
                  </a:lnTo>
                  <a:close/>
                </a:path>
              </a:pathLst>
            </a:custGeom>
            <a:solidFill>
              <a:srgbClr val="000000"/>
            </a:solidFill>
            <a:ln w="357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70C55A08-61D5-BDF5-4A5C-E91EBEB2D5BB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11507809" y="8000942"/>
              <a:ext cx="118773" cy="175709"/>
            </a:xfrm>
            <a:custGeom>
              <a:avLst/>
              <a:gdLst>
                <a:gd name="connsiteX0" fmla="*/ 60688 w 118773"/>
                <a:gd name="connsiteY0" fmla="*/ 86 h 175709"/>
                <a:gd name="connsiteX1" fmla="*/ 25477 w 118773"/>
                <a:gd name="connsiteY1" fmla="*/ 13328 h 175709"/>
                <a:gd name="connsiteX2" fmla="*/ 250 w 118773"/>
                <a:gd name="connsiteY2" fmla="*/ 86668 h 175709"/>
                <a:gd name="connsiteX3" fmla="*/ 21272 w 118773"/>
                <a:gd name="connsiteY3" fmla="*/ 158480 h 175709"/>
                <a:gd name="connsiteX4" fmla="*/ 59637 w 118773"/>
                <a:gd name="connsiteY4" fmla="*/ 175796 h 175709"/>
                <a:gd name="connsiteX5" fmla="*/ 93798 w 118773"/>
                <a:gd name="connsiteY5" fmla="*/ 162554 h 175709"/>
                <a:gd name="connsiteX6" fmla="*/ 119024 w 118773"/>
                <a:gd name="connsiteY6" fmla="*/ 88196 h 175709"/>
                <a:gd name="connsiteX7" fmla="*/ 60688 w 118773"/>
                <a:gd name="connsiteY7" fmla="*/ 86 h 175709"/>
                <a:gd name="connsiteX8" fmla="*/ 59900 w 118773"/>
                <a:gd name="connsiteY8" fmla="*/ 6707 h 175709"/>
                <a:gd name="connsiteX9" fmla="*/ 93798 w 118773"/>
                <a:gd name="connsiteY9" fmla="*/ 88705 h 175709"/>
                <a:gd name="connsiteX10" fmla="*/ 59637 w 118773"/>
                <a:gd name="connsiteY10" fmla="*/ 169175 h 175709"/>
                <a:gd name="connsiteX11" fmla="*/ 25477 w 118773"/>
                <a:gd name="connsiteY11" fmla="*/ 88960 h 175709"/>
                <a:gd name="connsiteX12" fmla="*/ 59900 w 118773"/>
                <a:gd name="connsiteY12" fmla="*/ 6707 h 1757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8773" h="175709">
                  <a:moveTo>
                    <a:pt x="60688" y="86"/>
                  </a:moveTo>
                  <a:cubicBezTo>
                    <a:pt x="46236" y="86"/>
                    <a:pt x="35199" y="4415"/>
                    <a:pt x="25477" y="13328"/>
                  </a:cubicBezTo>
                  <a:cubicBezTo>
                    <a:pt x="10236" y="27589"/>
                    <a:pt x="250" y="56874"/>
                    <a:pt x="250" y="86668"/>
                  </a:cubicBezTo>
                  <a:cubicBezTo>
                    <a:pt x="250" y="114425"/>
                    <a:pt x="8922" y="144219"/>
                    <a:pt x="21272" y="158480"/>
                  </a:cubicBezTo>
                  <a:cubicBezTo>
                    <a:pt x="30995" y="169684"/>
                    <a:pt x="44396" y="175796"/>
                    <a:pt x="59637" y="175796"/>
                  </a:cubicBezTo>
                  <a:cubicBezTo>
                    <a:pt x="73039" y="175796"/>
                    <a:pt x="84338" y="171467"/>
                    <a:pt x="93798" y="162554"/>
                  </a:cubicBezTo>
                  <a:cubicBezTo>
                    <a:pt x="109039" y="148548"/>
                    <a:pt x="119024" y="119009"/>
                    <a:pt x="119024" y="88196"/>
                  </a:cubicBezTo>
                  <a:cubicBezTo>
                    <a:pt x="119024" y="35992"/>
                    <a:pt x="95112" y="86"/>
                    <a:pt x="60688" y="86"/>
                  </a:cubicBezTo>
                  <a:close/>
                  <a:moveTo>
                    <a:pt x="59900" y="6707"/>
                  </a:moveTo>
                  <a:cubicBezTo>
                    <a:pt x="81973" y="6707"/>
                    <a:pt x="93798" y="35483"/>
                    <a:pt x="93798" y="88705"/>
                  </a:cubicBezTo>
                  <a:cubicBezTo>
                    <a:pt x="93798" y="141927"/>
                    <a:pt x="82236" y="169175"/>
                    <a:pt x="59637" y="169175"/>
                  </a:cubicBezTo>
                  <a:cubicBezTo>
                    <a:pt x="37039" y="169175"/>
                    <a:pt x="25477" y="141927"/>
                    <a:pt x="25477" y="88960"/>
                  </a:cubicBezTo>
                  <a:cubicBezTo>
                    <a:pt x="25477" y="34973"/>
                    <a:pt x="37301" y="6707"/>
                    <a:pt x="59900" y="6707"/>
                  </a:cubicBezTo>
                  <a:close/>
                </a:path>
              </a:pathLst>
            </a:custGeom>
            <a:solidFill>
              <a:srgbClr val="000000"/>
            </a:solidFill>
            <a:ln w="357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35" name="Group 434" descr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\textit{Euler Formula}&#10;\end{align*}&#10;}&#10;\end{document}" title="IguanaTex Shape Display">
            <a:extLst>
              <a:ext uri="{FF2B5EF4-FFF2-40B4-BE49-F238E27FC236}">
                <a16:creationId xmlns:a16="http://schemas.microsoft.com/office/drawing/2014/main" id="{23A19D27-898C-F049-34A1-ED1CD43CFD90}"/>
              </a:ext>
            </a:extLst>
          </p:cNvPr>
          <p:cNvGrpSpPr>
            <a:grpSpLocks noChangeAspect="1"/>
          </p:cNvGrpSpPr>
          <p:nvPr>
            <p:custDataLst>
              <p:tags r:id="rId7"/>
            </p:custDataLst>
          </p:nvPr>
        </p:nvGrpSpPr>
        <p:grpSpPr>
          <a:xfrm>
            <a:off x="5562601" y="5898536"/>
            <a:ext cx="1640224" cy="185584"/>
            <a:chOff x="11013563" y="8021190"/>
            <a:chExt cx="1640224" cy="185584"/>
          </a:xfrm>
        </p:grpSpPr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8DDA3244-5193-0CE1-261D-DC4F0415F4B6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1013563" y="8029213"/>
              <a:ext cx="177613" cy="174620"/>
            </a:xfrm>
            <a:custGeom>
              <a:avLst/>
              <a:gdLst>
                <a:gd name="connsiteX0" fmla="*/ 177818 w 177613"/>
                <a:gd name="connsiteY0" fmla="*/ 85 h 174620"/>
                <a:gd name="connsiteX1" fmla="*/ 38804 w 177613"/>
                <a:gd name="connsiteY1" fmla="*/ 85 h 174620"/>
                <a:gd name="connsiteX2" fmla="*/ 38804 w 177613"/>
                <a:gd name="connsiteY2" fmla="*/ 4363 h 174620"/>
                <a:gd name="connsiteX3" fmla="*/ 60341 w 177613"/>
                <a:gd name="connsiteY3" fmla="*/ 15327 h 174620"/>
                <a:gd name="connsiteX4" fmla="*/ 57265 w 177613"/>
                <a:gd name="connsiteY4" fmla="*/ 32442 h 174620"/>
                <a:gd name="connsiteX5" fmla="*/ 22861 w 177613"/>
                <a:gd name="connsiteY5" fmla="*/ 150638 h 174620"/>
                <a:gd name="connsiteX6" fmla="*/ 204 w 177613"/>
                <a:gd name="connsiteY6" fmla="*/ 170426 h 174620"/>
                <a:gd name="connsiteX7" fmla="*/ 204 w 177613"/>
                <a:gd name="connsiteY7" fmla="*/ 174705 h 174620"/>
                <a:gd name="connsiteX8" fmla="*/ 142016 w 177613"/>
                <a:gd name="connsiteY8" fmla="*/ 174705 h 174620"/>
                <a:gd name="connsiteX9" fmla="*/ 159358 w 177613"/>
                <a:gd name="connsiteY9" fmla="*/ 131384 h 174620"/>
                <a:gd name="connsiteX10" fmla="*/ 154882 w 177613"/>
                <a:gd name="connsiteY10" fmla="*/ 129245 h 174620"/>
                <a:gd name="connsiteX11" fmla="*/ 122436 w 177613"/>
                <a:gd name="connsiteY11" fmla="*/ 158660 h 174620"/>
                <a:gd name="connsiteX12" fmla="*/ 72089 w 177613"/>
                <a:gd name="connsiteY12" fmla="*/ 165880 h 174620"/>
                <a:gd name="connsiteX13" fmla="*/ 49713 w 177613"/>
                <a:gd name="connsiteY13" fmla="*/ 156788 h 174620"/>
                <a:gd name="connsiteX14" fmla="*/ 59782 w 177613"/>
                <a:gd name="connsiteY14" fmla="*/ 117746 h 174620"/>
                <a:gd name="connsiteX15" fmla="*/ 68733 w 177613"/>
                <a:gd name="connsiteY15" fmla="*/ 86994 h 174620"/>
                <a:gd name="connsiteX16" fmla="*/ 90550 w 177613"/>
                <a:gd name="connsiteY16" fmla="*/ 87796 h 174620"/>
                <a:gd name="connsiteX17" fmla="*/ 112367 w 177613"/>
                <a:gd name="connsiteY17" fmla="*/ 91807 h 174620"/>
                <a:gd name="connsiteX18" fmla="*/ 114325 w 177613"/>
                <a:gd name="connsiteY18" fmla="*/ 100097 h 174620"/>
                <a:gd name="connsiteX19" fmla="*/ 112367 w 177613"/>
                <a:gd name="connsiteY19" fmla="*/ 114002 h 174620"/>
                <a:gd name="connsiteX20" fmla="*/ 117961 w 177613"/>
                <a:gd name="connsiteY20" fmla="*/ 115339 h 174620"/>
                <a:gd name="connsiteX21" fmla="*/ 136981 w 177613"/>
                <a:gd name="connsiteY21" fmla="*/ 53300 h 174620"/>
                <a:gd name="connsiteX22" fmla="*/ 131946 w 177613"/>
                <a:gd name="connsiteY22" fmla="*/ 52230 h 174620"/>
                <a:gd name="connsiteX23" fmla="*/ 93347 w 177613"/>
                <a:gd name="connsiteY23" fmla="*/ 77634 h 174620"/>
                <a:gd name="connsiteX24" fmla="*/ 71250 w 177613"/>
                <a:gd name="connsiteY24" fmla="*/ 78169 h 174620"/>
                <a:gd name="connsiteX25" fmla="*/ 89711 w 177613"/>
                <a:gd name="connsiteY25" fmla="*/ 15862 h 174620"/>
                <a:gd name="connsiteX26" fmla="*/ 110129 w 177613"/>
                <a:gd name="connsiteY26" fmla="*/ 8909 h 174620"/>
                <a:gd name="connsiteX27" fmla="*/ 163833 w 177613"/>
                <a:gd name="connsiteY27" fmla="*/ 28430 h 174620"/>
                <a:gd name="connsiteX28" fmla="*/ 163274 w 177613"/>
                <a:gd name="connsiteY28" fmla="*/ 40464 h 174620"/>
                <a:gd name="connsiteX29" fmla="*/ 169147 w 177613"/>
                <a:gd name="connsiteY29" fmla="*/ 40999 h 174620"/>
                <a:gd name="connsiteX30" fmla="*/ 177818 w 177613"/>
                <a:gd name="connsiteY30" fmla="*/ 85 h 174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77613" h="174620">
                  <a:moveTo>
                    <a:pt x="177818" y="85"/>
                  </a:moveTo>
                  <a:lnTo>
                    <a:pt x="38804" y="85"/>
                  </a:lnTo>
                  <a:lnTo>
                    <a:pt x="38804" y="4363"/>
                  </a:lnTo>
                  <a:cubicBezTo>
                    <a:pt x="56146" y="5968"/>
                    <a:pt x="60341" y="8107"/>
                    <a:pt x="60341" y="15327"/>
                  </a:cubicBezTo>
                  <a:cubicBezTo>
                    <a:pt x="60341" y="18269"/>
                    <a:pt x="58663" y="27628"/>
                    <a:pt x="57265" y="32442"/>
                  </a:cubicBezTo>
                  <a:lnTo>
                    <a:pt x="22861" y="150638"/>
                  </a:lnTo>
                  <a:cubicBezTo>
                    <a:pt x="18106" y="165880"/>
                    <a:pt x="15868" y="167752"/>
                    <a:pt x="204" y="170426"/>
                  </a:cubicBezTo>
                  <a:lnTo>
                    <a:pt x="204" y="174705"/>
                  </a:lnTo>
                  <a:lnTo>
                    <a:pt x="142016" y="174705"/>
                  </a:lnTo>
                  <a:lnTo>
                    <a:pt x="159358" y="131384"/>
                  </a:lnTo>
                  <a:lnTo>
                    <a:pt x="154882" y="129245"/>
                  </a:lnTo>
                  <a:cubicBezTo>
                    <a:pt x="141736" y="146359"/>
                    <a:pt x="134464" y="153312"/>
                    <a:pt x="122436" y="158660"/>
                  </a:cubicBezTo>
                  <a:cubicBezTo>
                    <a:pt x="112087" y="163206"/>
                    <a:pt x="93067" y="165880"/>
                    <a:pt x="72089" y="165880"/>
                  </a:cubicBezTo>
                  <a:cubicBezTo>
                    <a:pt x="56425" y="165880"/>
                    <a:pt x="49713" y="163206"/>
                    <a:pt x="49713" y="156788"/>
                  </a:cubicBezTo>
                  <a:cubicBezTo>
                    <a:pt x="49713" y="153847"/>
                    <a:pt x="52789" y="141278"/>
                    <a:pt x="59782" y="117746"/>
                  </a:cubicBezTo>
                  <a:cubicBezTo>
                    <a:pt x="63418" y="105980"/>
                    <a:pt x="65936" y="97155"/>
                    <a:pt x="68733" y="86994"/>
                  </a:cubicBezTo>
                  <a:cubicBezTo>
                    <a:pt x="78522" y="87528"/>
                    <a:pt x="87193" y="87796"/>
                    <a:pt x="90550" y="87796"/>
                  </a:cubicBezTo>
                  <a:cubicBezTo>
                    <a:pt x="101458" y="87528"/>
                    <a:pt x="109290" y="89133"/>
                    <a:pt x="112367" y="91807"/>
                  </a:cubicBezTo>
                  <a:cubicBezTo>
                    <a:pt x="113765" y="93144"/>
                    <a:pt x="114325" y="95551"/>
                    <a:pt x="114325" y="100097"/>
                  </a:cubicBezTo>
                  <a:cubicBezTo>
                    <a:pt x="114325" y="104643"/>
                    <a:pt x="113765" y="108119"/>
                    <a:pt x="112367" y="114002"/>
                  </a:cubicBezTo>
                  <a:lnTo>
                    <a:pt x="117961" y="115339"/>
                  </a:lnTo>
                  <a:lnTo>
                    <a:pt x="136981" y="53300"/>
                  </a:lnTo>
                  <a:lnTo>
                    <a:pt x="131946" y="52230"/>
                  </a:lnTo>
                  <a:cubicBezTo>
                    <a:pt x="121317" y="74960"/>
                    <a:pt x="118800" y="76565"/>
                    <a:pt x="93347" y="77634"/>
                  </a:cubicBezTo>
                  <a:cubicBezTo>
                    <a:pt x="89990" y="77634"/>
                    <a:pt x="81040" y="77902"/>
                    <a:pt x="71250" y="78169"/>
                  </a:cubicBezTo>
                  <a:lnTo>
                    <a:pt x="89711" y="15862"/>
                  </a:lnTo>
                  <a:cubicBezTo>
                    <a:pt x="91389" y="9979"/>
                    <a:pt x="94466" y="8909"/>
                    <a:pt x="110129" y="8909"/>
                  </a:cubicBezTo>
                  <a:cubicBezTo>
                    <a:pt x="154043" y="8909"/>
                    <a:pt x="163833" y="12386"/>
                    <a:pt x="163833" y="28430"/>
                  </a:cubicBezTo>
                  <a:cubicBezTo>
                    <a:pt x="163833" y="31907"/>
                    <a:pt x="163553" y="35918"/>
                    <a:pt x="163274" y="40464"/>
                  </a:cubicBezTo>
                  <a:lnTo>
                    <a:pt x="169147" y="40999"/>
                  </a:lnTo>
                  <a:lnTo>
                    <a:pt x="177818" y="85"/>
                  </a:lnTo>
                  <a:close/>
                </a:path>
              </a:pathLst>
            </a:custGeom>
            <a:solidFill>
              <a:srgbClr val="000000"/>
            </a:solidFill>
            <a:ln w="358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6C1B21D4-48B6-BB77-8B79-05A1FD68C7B9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1197131" y="8085904"/>
              <a:ext cx="121113" cy="120870"/>
            </a:xfrm>
            <a:custGeom>
              <a:avLst/>
              <a:gdLst>
                <a:gd name="connsiteX0" fmla="*/ 117408 w 121113"/>
                <a:gd name="connsiteY0" fmla="*/ 86726 h 120870"/>
                <a:gd name="connsiteX1" fmla="*/ 94192 w 121113"/>
                <a:gd name="connsiteY1" fmla="*/ 107852 h 120870"/>
                <a:gd name="connsiteX2" fmla="*/ 91115 w 121113"/>
                <a:gd name="connsiteY2" fmla="*/ 103306 h 120870"/>
                <a:gd name="connsiteX3" fmla="*/ 96430 w 121113"/>
                <a:gd name="connsiteY3" fmla="*/ 82448 h 120870"/>
                <a:gd name="connsiteX4" fmla="*/ 118526 w 121113"/>
                <a:gd name="connsiteY4" fmla="*/ 2491 h 120870"/>
                <a:gd name="connsiteX5" fmla="*/ 97828 w 121113"/>
                <a:gd name="connsiteY5" fmla="*/ 2491 h 120870"/>
                <a:gd name="connsiteX6" fmla="*/ 67060 w 121113"/>
                <a:gd name="connsiteY6" fmla="*/ 67740 h 120870"/>
                <a:gd name="connsiteX7" fmla="*/ 27622 w 121113"/>
                <a:gd name="connsiteY7" fmla="*/ 106782 h 120870"/>
                <a:gd name="connsiteX8" fmla="*/ 21748 w 121113"/>
                <a:gd name="connsiteY8" fmla="*/ 100097 h 120870"/>
                <a:gd name="connsiteX9" fmla="*/ 22028 w 121113"/>
                <a:gd name="connsiteY9" fmla="*/ 97690 h 120870"/>
                <a:gd name="connsiteX10" fmla="*/ 47481 w 121113"/>
                <a:gd name="connsiteY10" fmla="*/ 620 h 120870"/>
                <a:gd name="connsiteX11" fmla="*/ 46642 w 121113"/>
                <a:gd name="connsiteY11" fmla="*/ 85 h 120870"/>
                <a:gd name="connsiteX12" fmla="*/ 4686 w 121113"/>
                <a:gd name="connsiteY12" fmla="*/ 7305 h 120870"/>
                <a:gd name="connsiteX13" fmla="*/ 4686 w 121113"/>
                <a:gd name="connsiteY13" fmla="*/ 11049 h 120870"/>
                <a:gd name="connsiteX14" fmla="*/ 18391 w 121113"/>
                <a:gd name="connsiteY14" fmla="*/ 12653 h 120870"/>
                <a:gd name="connsiteX15" fmla="*/ 21468 w 121113"/>
                <a:gd name="connsiteY15" fmla="*/ 17466 h 120870"/>
                <a:gd name="connsiteX16" fmla="*/ 17552 w 121113"/>
                <a:gd name="connsiteY16" fmla="*/ 35383 h 120870"/>
                <a:gd name="connsiteX17" fmla="*/ 7203 w 121113"/>
                <a:gd name="connsiteY17" fmla="*/ 73356 h 120870"/>
                <a:gd name="connsiteX18" fmla="*/ 210 w 121113"/>
                <a:gd name="connsiteY18" fmla="*/ 106247 h 120870"/>
                <a:gd name="connsiteX19" fmla="*/ 15035 w 121113"/>
                <a:gd name="connsiteY19" fmla="*/ 120955 h 120870"/>
                <a:gd name="connsiteX20" fmla="*/ 81885 w 121113"/>
                <a:gd name="connsiteY20" fmla="*/ 54904 h 120870"/>
                <a:gd name="connsiteX21" fmla="*/ 69298 w 121113"/>
                <a:gd name="connsiteY21" fmla="*/ 107584 h 120870"/>
                <a:gd name="connsiteX22" fmla="*/ 82724 w 121113"/>
                <a:gd name="connsiteY22" fmla="*/ 120420 h 120870"/>
                <a:gd name="connsiteX23" fmla="*/ 121324 w 121113"/>
                <a:gd name="connsiteY23" fmla="*/ 89133 h 120870"/>
                <a:gd name="connsiteX24" fmla="*/ 117408 w 121113"/>
                <a:gd name="connsiteY24" fmla="*/ 86726 h 12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1113" h="120870">
                  <a:moveTo>
                    <a:pt x="117408" y="86726"/>
                  </a:moveTo>
                  <a:cubicBezTo>
                    <a:pt x="102863" y="104108"/>
                    <a:pt x="98667" y="107852"/>
                    <a:pt x="94192" y="107852"/>
                  </a:cubicBezTo>
                  <a:cubicBezTo>
                    <a:pt x="92234" y="107852"/>
                    <a:pt x="91115" y="106247"/>
                    <a:pt x="91115" y="103306"/>
                  </a:cubicBezTo>
                  <a:cubicBezTo>
                    <a:pt x="91115" y="101701"/>
                    <a:pt x="91115" y="101701"/>
                    <a:pt x="96430" y="82448"/>
                  </a:cubicBezTo>
                  <a:lnTo>
                    <a:pt x="118526" y="2491"/>
                  </a:lnTo>
                  <a:lnTo>
                    <a:pt x="97828" y="2491"/>
                  </a:lnTo>
                  <a:cubicBezTo>
                    <a:pt x="81885" y="43940"/>
                    <a:pt x="79927" y="48219"/>
                    <a:pt x="67060" y="67740"/>
                  </a:cubicBezTo>
                  <a:cubicBezTo>
                    <a:pt x="50278" y="93144"/>
                    <a:pt x="36572" y="106782"/>
                    <a:pt x="27622" y="106782"/>
                  </a:cubicBezTo>
                  <a:cubicBezTo>
                    <a:pt x="24265" y="106782"/>
                    <a:pt x="21748" y="104108"/>
                    <a:pt x="21748" y="100097"/>
                  </a:cubicBezTo>
                  <a:cubicBezTo>
                    <a:pt x="21748" y="99027"/>
                    <a:pt x="21748" y="98492"/>
                    <a:pt x="22028" y="97690"/>
                  </a:cubicBezTo>
                  <a:lnTo>
                    <a:pt x="47481" y="620"/>
                  </a:lnTo>
                  <a:lnTo>
                    <a:pt x="46642" y="85"/>
                  </a:lnTo>
                  <a:cubicBezTo>
                    <a:pt x="30699" y="3561"/>
                    <a:pt x="20629" y="5433"/>
                    <a:pt x="4686" y="7305"/>
                  </a:cubicBezTo>
                  <a:lnTo>
                    <a:pt x="4686" y="11049"/>
                  </a:lnTo>
                  <a:cubicBezTo>
                    <a:pt x="15315" y="11049"/>
                    <a:pt x="15874" y="11316"/>
                    <a:pt x="18391" y="12653"/>
                  </a:cubicBezTo>
                  <a:cubicBezTo>
                    <a:pt x="20070" y="13188"/>
                    <a:pt x="21468" y="15595"/>
                    <a:pt x="21468" y="17466"/>
                  </a:cubicBezTo>
                  <a:cubicBezTo>
                    <a:pt x="21468" y="19606"/>
                    <a:pt x="20070" y="26291"/>
                    <a:pt x="17552" y="35383"/>
                  </a:cubicBezTo>
                  <a:lnTo>
                    <a:pt x="7203" y="73356"/>
                  </a:lnTo>
                  <a:cubicBezTo>
                    <a:pt x="2168" y="92342"/>
                    <a:pt x="210" y="101434"/>
                    <a:pt x="210" y="106247"/>
                  </a:cubicBezTo>
                  <a:cubicBezTo>
                    <a:pt x="210" y="115874"/>
                    <a:pt x="5245" y="120955"/>
                    <a:pt x="15035" y="120955"/>
                  </a:cubicBezTo>
                  <a:cubicBezTo>
                    <a:pt x="34894" y="120955"/>
                    <a:pt x="49719" y="106515"/>
                    <a:pt x="81885" y="54904"/>
                  </a:cubicBezTo>
                  <a:cubicBezTo>
                    <a:pt x="73773" y="83517"/>
                    <a:pt x="69298" y="101969"/>
                    <a:pt x="69298" y="107584"/>
                  </a:cubicBezTo>
                  <a:cubicBezTo>
                    <a:pt x="69298" y="115607"/>
                    <a:pt x="74333" y="120420"/>
                    <a:pt x="82724" y="120420"/>
                  </a:cubicBezTo>
                  <a:cubicBezTo>
                    <a:pt x="95870" y="120420"/>
                    <a:pt x="102304" y="115072"/>
                    <a:pt x="121324" y="89133"/>
                  </a:cubicBezTo>
                  <a:lnTo>
                    <a:pt x="117408" y="86726"/>
                  </a:lnTo>
                  <a:close/>
                </a:path>
              </a:pathLst>
            </a:custGeom>
            <a:solidFill>
              <a:srgbClr val="000000"/>
            </a:solidFill>
            <a:ln w="358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F04F0012-FBE7-07A7-47A5-61EC9CBC611F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1336950" y="8021190"/>
              <a:ext cx="66849" cy="185583"/>
            </a:xfrm>
            <a:custGeom>
              <a:avLst/>
              <a:gdLst>
                <a:gd name="connsiteX0" fmla="*/ 52800 w 66849"/>
                <a:gd name="connsiteY0" fmla="*/ 149835 h 185583"/>
                <a:gd name="connsiteX1" fmla="*/ 45248 w 66849"/>
                <a:gd name="connsiteY1" fmla="*/ 158927 h 185583"/>
                <a:gd name="connsiteX2" fmla="*/ 25948 w 66849"/>
                <a:gd name="connsiteY2" fmla="*/ 174170 h 185583"/>
                <a:gd name="connsiteX3" fmla="*/ 21753 w 66849"/>
                <a:gd name="connsiteY3" fmla="*/ 169357 h 185583"/>
                <a:gd name="connsiteX4" fmla="*/ 23991 w 66849"/>
                <a:gd name="connsiteY4" fmla="*/ 158927 h 185583"/>
                <a:gd name="connsiteX5" fmla="*/ 24830 w 66849"/>
                <a:gd name="connsiteY5" fmla="*/ 156253 h 185583"/>
                <a:gd name="connsiteX6" fmla="*/ 67065 w 66849"/>
                <a:gd name="connsiteY6" fmla="*/ 1422 h 185583"/>
                <a:gd name="connsiteX7" fmla="*/ 65667 w 66849"/>
                <a:gd name="connsiteY7" fmla="*/ 85 h 185583"/>
                <a:gd name="connsiteX8" fmla="*/ 22033 w 66849"/>
                <a:gd name="connsiteY8" fmla="*/ 7305 h 185583"/>
                <a:gd name="connsiteX9" fmla="*/ 22033 w 66849"/>
                <a:gd name="connsiteY9" fmla="*/ 11583 h 185583"/>
                <a:gd name="connsiteX10" fmla="*/ 41053 w 66849"/>
                <a:gd name="connsiteY10" fmla="*/ 17734 h 185583"/>
                <a:gd name="connsiteX11" fmla="*/ 39934 w 66849"/>
                <a:gd name="connsiteY11" fmla="*/ 22547 h 185583"/>
                <a:gd name="connsiteX12" fmla="*/ 1614 w 66849"/>
                <a:gd name="connsiteY12" fmla="*/ 163741 h 185583"/>
                <a:gd name="connsiteX13" fmla="*/ 215 w 66849"/>
                <a:gd name="connsiteY13" fmla="*/ 170694 h 185583"/>
                <a:gd name="connsiteX14" fmla="*/ 13921 w 66849"/>
                <a:gd name="connsiteY14" fmla="*/ 185669 h 185583"/>
                <a:gd name="connsiteX15" fmla="*/ 56437 w 66849"/>
                <a:gd name="connsiteY15" fmla="*/ 152242 h 185583"/>
                <a:gd name="connsiteX16" fmla="*/ 52800 w 66849"/>
                <a:gd name="connsiteY16" fmla="*/ 149835 h 18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849" h="185583">
                  <a:moveTo>
                    <a:pt x="52800" y="149835"/>
                  </a:moveTo>
                  <a:cubicBezTo>
                    <a:pt x="50283" y="152777"/>
                    <a:pt x="47766" y="155719"/>
                    <a:pt x="45248" y="158927"/>
                  </a:cubicBezTo>
                  <a:cubicBezTo>
                    <a:pt x="36298" y="170159"/>
                    <a:pt x="30983" y="174170"/>
                    <a:pt x="25948" y="174170"/>
                  </a:cubicBezTo>
                  <a:cubicBezTo>
                    <a:pt x="23151" y="174170"/>
                    <a:pt x="21753" y="172298"/>
                    <a:pt x="21753" y="169357"/>
                  </a:cubicBezTo>
                  <a:cubicBezTo>
                    <a:pt x="21753" y="167485"/>
                    <a:pt x="22592" y="164276"/>
                    <a:pt x="23991" y="158927"/>
                  </a:cubicBezTo>
                  <a:cubicBezTo>
                    <a:pt x="24270" y="158125"/>
                    <a:pt x="24550" y="156788"/>
                    <a:pt x="24830" y="156253"/>
                  </a:cubicBezTo>
                  <a:lnTo>
                    <a:pt x="67065" y="1422"/>
                  </a:lnTo>
                  <a:lnTo>
                    <a:pt x="65667" y="85"/>
                  </a:lnTo>
                  <a:cubicBezTo>
                    <a:pt x="49164" y="3561"/>
                    <a:pt x="38535" y="5433"/>
                    <a:pt x="22033" y="7305"/>
                  </a:cubicBezTo>
                  <a:lnTo>
                    <a:pt x="22033" y="11583"/>
                  </a:lnTo>
                  <a:cubicBezTo>
                    <a:pt x="35459" y="11583"/>
                    <a:pt x="41053" y="13455"/>
                    <a:pt x="41053" y="17734"/>
                  </a:cubicBezTo>
                  <a:cubicBezTo>
                    <a:pt x="41053" y="18536"/>
                    <a:pt x="40773" y="20141"/>
                    <a:pt x="39934" y="22547"/>
                  </a:cubicBezTo>
                  <a:lnTo>
                    <a:pt x="1614" y="163741"/>
                  </a:lnTo>
                  <a:cubicBezTo>
                    <a:pt x="775" y="166682"/>
                    <a:pt x="215" y="169357"/>
                    <a:pt x="215" y="170694"/>
                  </a:cubicBezTo>
                  <a:cubicBezTo>
                    <a:pt x="215" y="180320"/>
                    <a:pt x="4970" y="185669"/>
                    <a:pt x="13921" y="185669"/>
                  </a:cubicBezTo>
                  <a:cubicBezTo>
                    <a:pt x="28466" y="185669"/>
                    <a:pt x="38256" y="177914"/>
                    <a:pt x="56437" y="152242"/>
                  </a:cubicBezTo>
                  <a:lnTo>
                    <a:pt x="52800" y="149835"/>
                  </a:lnTo>
                  <a:close/>
                </a:path>
              </a:pathLst>
            </a:custGeom>
            <a:solidFill>
              <a:srgbClr val="000000"/>
            </a:solidFill>
            <a:ln w="358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C70881D7-F12E-9FE3-8A28-633309D8215F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1412480" y="8085904"/>
              <a:ext cx="106568" cy="120870"/>
            </a:xfrm>
            <a:custGeom>
              <a:avLst/>
              <a:gdLst>
                <a:gd name="connsiteX0" fmla="*/ 91682 w 106568"/>
                <a:gd name="connsiteY0" fmla="*/ 88865 h 120870"/>
                <a:gd name="connsiteX1" fmla="*/ 50845 w 106568"/>
                <a:gd name="connsiteY1" fmla="*/ 108921 h 120870"/>
                <a:gd name="connsiteX2" fmla="*/ 24553 w 106568"/>
                <a:gd name="connsiteY2" fmla="*/ 84854 h 120870"/>
                <a:gd name="connsiteX3" fmla="*/ 27350 w 106568"/>
                <a:gd name="connsiteY3" fmla="*/ 68275 h 120870"/>
                <a:gd name="connsiteX4" fmla="*/ 35182 w 106568"/>
                <a:gd name="connsiteY4" fmla="*/ 67205 h 120870"/>
                <a:gd name="connsiteX5" fmla="*/ 106787 w 106568"/>
                <a:gd name="connsiteY5" fmla="*/ 18269 h 120870"/>
                <a:gd name="connsiteX6" fmla="*/ 84410 w 106568"/>
                <a:gd name="connsiteY6" fmla="*/ 85 h 120870"/>
                <a:gd name="connsiteX7" fmla="*/ 218 w 106568"/>
                <a:gd name="connsiteY7" fmla="*/ 84319 h 120870"/>
                <a:gd name="connsiteX8" fmla="*/ 37140 w 106568"/>
                <a:gd name="connsiteY8" fmla="*/ 120955 h 120870"/>
                <a:gd name="connsiteX9" fmla="*/ 95039 w 106568"/>
                <a:gd name="connsiteY9" fmla="*/ 92074 h 120870"/>
                <a:gd name="connsiteX10" fmla="*/ 91682 w 106568"/>
                <a:gd name="connsiteY10" fmla="*/ 88865 h 120870"/>
                <a:gd name="connsiteX11" fmla="*/ 34063 w 106568"/>
                <a:gd name="connsiteY11" fmla="*/ 50626 h 120870"/>
                <a:gd name="connsiteX12" fmla="*/ 78536 w 106568"/>
                <a:gd name="connsiteY12" fmla="*/ 6235 h 120870"/>
                <a:gd name="connsiteX13" fmla="*/ 88326 w 106568"/>
                <a:gd name="connsiteY13" fmla="*/ 16664 h 120870"/>
                <a:gd name="connsiteX14" fmla="*/ 74341 w 106568"/>
                <a:gd name="connsiteY14" fmla="*/ 42603 h 120870"/>
                <a:gd name="connsiteX15" fmla="*/ 29308 w 106568"/>
                <a:gd name="connsiteY15" fmla="*/ 62392 h 120870"/>
                <a:gd name="connsiteX16" fmla="*/ 34063 w 106568"/>
                <a:gd name="connsiteY16" fmla="*/ 50626 h 12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6568" h="120870">
                  <a:moveTo>
                    <a:pt x="91682" y="88865"/>
                  </a:moveTo>
                  <a:cubicBezTo>
                    <a:pt x="71543" y="104643"/>
                    <a:pt x="62873" y="108921"/>
                    <a:pt x="50845" y="108921"/>
                  </a:cubicBezTo>
                  <a:cubicBezTo>
                    <a:pt x="34902" y="108921"/>
                    <a:pt x="24553" y="99295"/>
                    <a:pt x="24553" y="84854"/>
                  </a:cubicBezTo>
                  <a:cubicBezTo>
                    <a:pt x="24553" y="80843"/>
                    <a:pt x="25112" y="76832"/>
                    <a:pt x="27350" y="68275"/>
                  </a:cubicBezTo>
                  <a:lnTo>
                    <a:pt x="35182" y="67205"/>
                  </a:lnTo>
                  <a:cubicBezTo>
                    <a:pt x="77138" y="61589"/>
                    <a:pt x="106787" y="41266"/>
                    <a:pt x="106787" y="18269"/>
                  </a:cubicBezTo>
                  <a:cubicBezTo>
                    <a:pt x="106787" y="7037"/>
                    <a:pt x="98395" y="85"/>
                    <a:pt x="84410" y="85"/>
                  </a:cubicBezTo>
                  <a:cubicBezTo>
                    <a:pt x="44132" y="85"/>
                    <a:pt x="218" y="44208"/>
                    <a:pt x="218" y="84319"/>
                  </a:cubicBezTo>
                  <a:cubicBezTo>
                    <a:pt x="218" y="105980"/>
                    <a:pt x="15322" y="120955"/>
                    <a:pt x="37140" y="120955"/>
                  </a:cubicBezTo>
                  <a:cubicBezTo>
                    <a:pt x="56999" y="120955"/>
                    <a:pt x="78536" y="109991"/>
                    <a:pt x="95039" y="92074"/>
                  </a:cubicBezTo>
                  <a:lnTo>
                    <a:pt x="91682" y="88865"/>
                  </a:lnTo>
                  <a:close/>
                  <a:moveTo>
                    <a:pt x="34063" y="50626"/>
                  </a:moveTo>
                  <a:cubicBezTo>
                    <a:pt x="43573" y="26826"/>
                    <a:pt x="64271" y="6235"/>
                    <a:pt x="78536" y="6235"/>
                  </a:cubicBezTo>
                  <a:cubicBezTo>
                    <a:pt x="84410" y="6235"/>
                    <a:pt x="88326" y="10514"/>
                    <a:pt x="88326" y="16664"/>
                  </a:cubicBezTo>
                  <a:cubicBezTo>
                    <a:pt x="88326" y="24954"/>
                    <a:pt x="83011" y="34581"/>
                    <a:pt x="74341" y="42603"/>
                  </a:cubicBezTo>
                  <a:cubicBezTo>
                    <a:pt x="63991" y="51963"/>
                    <a:pt x="53363" y="56776"/>
                    <a:pt x="29308" y="62392"/>
                  </a:cubicBezTo>
                  <a:lnTo>
                    <a:pt x="34063" y="50626"/>
                  </a:lnTo>
                  <a:close/>
                </a:path>
              </a:pathLst>
            </a:custGeom>
            <a:solidFill>
              <a:srgbClr val="000000"/>
            </a:solidFill>
            <a:ln w="358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665AACE3-7EDE-EA3E-B866-F6E7622BA12E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1541050" y="8085904"/>
              <a:ext cx="102652" cy="117928"/>
            </a:xfrm>
            <a:custGeom>
              <a:avLst/>
              <a:gdLst>
                <a:gd name="connsiteX0" fmla="*/ 21480 w 102652"/>
                <a:gd name="connsiteY0" fmla="*/ 118013 h 117928"/>
                <a:gd name="connsiteX1" fmla="*/ 53647 w 102652"/>
                <a:gd name="connsiteY1" fmla="*/ 40731 h 117928"/>
                <a:gd name="connsiteX2" fmla="*/ 75464 w 102652"/>
                <a:gd name="connsiteY2" fmla="*/ 17466 h 117928"/>
                <a:gd name="connsiteX3" fmla="*/ 79939 w 102652"/>
                <a:gd name="connsiteY3" fmla="*/ 21210 h 117928"/>
                <a:gd name="connsiteX4" fmla="*/ 90009 w 102652"/>
                <a:gd name="connsiteY4" fmla="*/ 27093 h 117928"/>
                <a:gd name="connsiteX5" fmla="*/ 102875 w 102652"/>
                <a:gd name="connsiteY5" fmla="*/ 13990 h 117928"/>
                <a:gd name="connsiteX6" fmla="*/ 89729 w 102652"/>
                <a:gd name="connsiteY6" fmla="*/ 85 h 117928"/>
                <a:gd name="connsiteX7" fmla="*/ 68471 w 102652"/>
                <a:gd name="connsiteY7" fmla="*/ 11316 h 117928"/>
                <a:gd name="connsiteX8" fmla="*/ 41340 w 102652"/>
                <a:gd name="connsiteY8" fmla="*/ 49021 h 117928"/>
                <a:gd name="connsiteX9" fmla="*/ 37424 w 102652"/>
                <a:gd name="connsiteY9" fmla="*/ 58648 h 117928"/>
                <a:gd name="connsiteX10" fmla="*/ 52248 w 102652"/>
                <a:gd name="connsiteY10" fmla="*/ 620 h 117928"/>
                <a:gd name="connsiteX11" fmla="*/ 51409 w 102652"/>
                <a:gd name="connsiteY11" fmla="*/ 85 h 117928"/>
                <a:gd name="connsiteX12" fmla="*/ 8054 w 102652"/>
                <a:gd name="connsiteY12" fmla="*/ 7305 h 117928"/>
                <a:gd name="connsiteX13" fmla="*/ 8054 w 102652"/>
                <a:gd name="connsiteY13" fmla="*/ 11851 h 117928"/>
                <a:gd name="connsiteX14" fmla="*/ 17564 w 102652"/>
                <a:gd name="connsiteY14" fmla="*/ 10514 h 117928"/>
                <a:gd name="connsiteX15" fmla="*/ 27354 w 102652"/>
                <a:gd name="connsiteY15" fmla="*/ 18001 h 117928"/>
                <a:gd name="connsiteX16" fmla="*/ 22879 w 102652"/>
                <a:gd name="connsiteY16" fmla="*/ 39929 h 117928"/>
                <a:gd name="connsiteX17" fmla="*/ 223 w 102652"/>
                <a:gd name="connsiteY17" fmla="*/ 118013 h 117928"/>
                <a:gd name="connsiteX18" fmla="*/ 21480 w 102652"/>
                <a:gd name="connsiteY18" fmla="*/ 118013 h 117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2652" h="117928">
                  <a:moveTo>
                    <a:pt x="21480" y="118013"/>
                  </a:moveTo>
                  <a:cubicBezTo>
                    <a:pt x="36025" y="72553"/>
                    <a:pt x="40780" y="61055"/>
                    <a:pt x="53647" y="40731"/>
                  </a:cubicBezTo>
                  <a:cubicBezTo>
                    <a:pt x="62877" y="25756"/>
                    <a:pt x="70709" y="17466"/>
                    <a:pt x="75464" y="17466"/>
                  </a:cubicBezTo>
                  <a:cubicBezTo>
                    <a:pt x="77142" y="17466"/>
                    <a:pt x="78541" y="18536"/>
                    <a:pt x="79939" y="21210"/>
                  </a:cubicBezTo>
                  <a:cubicBezTo>
                    <a:pt x="82177" y="25756"/>
                    <a:pt x="84414" y="27093"/>
                    <a:pt x="90009" y="27093"/>
                  </a:cubicBezTo>
                  <a:cubicBezTo>
                    <a:pt x="98120" y="27093"/>
                    <a:pt x="102875" y="22280"/>
                    <a:pt x="102875" y="13990"/>
                  </a:cubicBezTo>
                  <a:cubicBezTo>
                    <a:pt x="102875" y="5700"/>
                    <a:pt x="97561" y="85"/>
                    <a:pt x="89729" y="85"/>
                  </a:cubicBezTo>
                  <a:cubicBezTo>
                    <a:pt x="83296" y="85"/>
                    <a:pt x="75744" y="4096"/>
                    <a:pt x="68471" y="11316"/>
                  </a:cubicBezTo>
                  <a:cubicBezTo>
                    <a:pt x="57003" y="22547"/>
                    <a:pt x="45815" y="38325"/>
                    <a:pt x="41340" y="49021"/>
                  </a:cubicBezTo>
                  <a:lnTo>
                    <a:pt x="37424" y="58648"/>
                  </a:lnTo>
                  <a:lnTo>
                    <a:pt x="52248" y="620"/>
                  </a:lnTo>
                  <a:lnTo>
                    <a:pt x="51409" y="85"/>
                  </a:lnTo>
                  <a:cubicBezTo>
                    <a:pt x="30990" y="3561"/>
                    <a:pt x="28473" y="4096"/>
                    <a:pt x="8054" y="7305"/>
                  </a:cubicBezTo>
                  <a:lnTo>
                    <a:pt x="8054" y="11851"/>
                  </a:lnTo>
                  <a:cubicBezTo>
                    <a:pt x="14767" y="10514"/>
                    <a:pt x="15607" y="10514"/>
                    <a:pt x="17564" y="10514"/>
                  </a:cubicBezTo>
                  <a:cubicBezTo>
                    <a:pt x="23718" y="10514"/>
                    <a:pt x="27354" y="13188"/>
                    <a:pt x="27354" y="18001"/>
                  </a:cubicBezTo>
                  <a:cubicBezTo>
                    <a:pt x="27354" y="21745"/>
                    <a:pt x="27354" y="21745"/>
                    <a:pt x="22879" y="39929"/>
                  </a:cubicBezTo>
                  <a:lnTo>
                    <a:pt x="223" y="118013"/>
                  </a:lnTo>
                  <a:lnTo>
                    <a:pt x="21480" y="118013"/>
                  </a:lnTo>
                  <a:close/>
                </a:path>
              </a:pathLst>
            </a:custGeom>
            <a:solidFill>
              <a:srgbClr val="000000"/>
            </a:solidFill>
            <a:ln w="358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6A9DD639-0E4C-0CDF-E505-4D1D9533AA07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1710101" y="8029213"/>
              <a:ext cx="178173" cy="174620"/>
            </a:xfrm>
            <a:custGeom>
              <a:avLst/>
              <a:gdLst>
                <a:gd name="connsiteX0" fmla="*/ 178402 w 178173"/>
                <a:gd name="connsiteY0" fmla="*/ 85 h 174620"/>
                <a:gd name="connsiteX1" fmla="*/ 39108 w 178173"/>
                <a:gd name="connsiteY1" fmla="*/ 85 h 174620"/>
                <a:gd name="connsiteX2" fmla="*/ 39108 w 178173"/>
                <a:gd name="connsiteY2" fmla="*/ 4363 h 174620"/>
                <a:gd name="connsiteX3" fmla="*/ 60646 w 178173"/>
                <a:gd name="connsiteY3" fmla="*/ 15327 h 174620"/>
                <a:gd name="connsiteX4" fmla="*/ 57569 w 178173"/>
                <a:gd name="connsiteY4" fmla="*/ 32442 h 174620"/>
                <a:gd name="connsiteX5" fmla="*/ 23165 w 178173"/>
                <a:gd name="connsiteY5" fmla="*/ 150638 h 174620"/>
                <a:gd name="connsiteX6" fmla="*/ 229 w 178173"/>
                <a:gd name="connsiteY6" fmla="*/ 170426 h 174620"/>
                <a:gd name="connsiteX7" fmla="*/ 229 w 178173"/>
                <a:gd name="connsiteY7" fmla="*/ 174705 h 174620"/>
                <a:gd name="connsiteX8" fmla="*/ 70715 w 178173"/>
                <a:gd name="connsiteY8" fmla="*/ 174705 h 174620"/>
                <a:gd name="connsiteX9" fmla="*/ 70715 w 178173"/>
                <a:gd name="connsiteY9" fmla="*/ 170426 h 174620"/>
                <a:gd name="connsiteX10" fmla="*/ 49457 w 178173"/>
                <a:gd name="connsiteY10" fmla="*/ 158660 h 174620"/>
                <a:gd name="connsiteX11" fmla="*/ 51975 w 178173"/>
                <a:gd name="connsiteY11" fmla="*/ 146627 h 174620"/>
                <a:gd name="connsiteX12" fmla="*/ 69317 w 178173"/>
                <a:gd name="connsiteY12" fmla="*/ 86994 h 174620"/>
                <a:gd name="connsiteX13" fmla="*/ 91973 w 178173"/>
                <a:gd name="connsiteY13" fmla="*/ 87796 h 174620"/>
                <a:gd name="connsiteX14" fmla="*/ 107357 w 178173"/>
                <a:gd name="connsiteY14" fmla="*/ 89133 h 174620"/>
                <a:gd name="connsiteX15" fmla="*/ 113510 w 178173"/>
                <a:gd name="connsiteY15" fmla="*/ 100097 h 174620"/>
                <a:gd name="connsiteX16" fmla="*/ 111273 w 178173"/>
                <a:gd name="connsiteY16" fmla="*/ 115874 h 174620"/>
                <a:gd name="connsiteX17" fmla="*/ 116028 w 178173"/>
                <a:gd name="connsiteY17" fmla="*/ 117211 h 174620"/>
                <a:gd name="connsiteX18" fmla="*/ 137285 w 178173"/>
                <a:gd name="connsiteY18" fmla="*/ 54637 h 174620"/>
                <a:gd name="connsiteX19" fmla="*/ 132251 w 178173"/>
                <a:gd name="connsiteY19" fmla="*/ 53300 h 174620"/>
                <a:gd name="connsiteX20" fmla="*/ 71834 w 178173"/>
                <a:gd name="connsiteY20" fmla="*/ 78169 h 174620"/>
                <a:gd name="connsiteX21" fmla="*/ 90295 w 178173"/>
                <a:gd name="connsiteY21" fmla="*/ 15862 h 174620"/>
                <a:gd name="connsiteX22" fmla="*/ 107357 w 178173"/>
                <a:gd name="connsiteY22" fmla="*/ 8909 h 174620"/>
                <a:gd name="connsiteX23" fmla="*/ 164417 w 178173"/>
                <a:gd name="connsiteY23" fmla="*/ 28965 h 174620"/>
                <a:gd name="connsiteX24" fmla="*/ 164137 w 178173"/>
                <a:gd name="connsiteY24" fmla="*/ 35383 h 174620"/>
                <a:gd name="connsiteX25" fmla="*/ 163578 w 178173"/>
                <a:gd name="connsiteY25" fmla="*/ 40464 h 174620"/>
                <a:gd name="connsiteX26" fmla="*/ 169452 w 178173"/>
                <a:gd name="connsiteY26" fmla="*/ 40999 h 174620"/>
                <a:gd name="connsiteX27" fmla="*/ 178402 w 178173"/>
                <a:gd name="connsiteY27" fmla="*/ 85 h 1746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78173" h="174620">
                  <a:moveTo>
                    <a:pt x="178402" y="85"/>
                  </a:moveTo>
                  <a:lnTo>
                    <a:pt x="39108" y="85"/>
                  </a:lnTo>
                  <a:lnTo>
                    <a:pt x="39108" y="4363"/>
                  </a:lnTo>
                  <a:cubicBezTo>
                    <a:pt x="57289" y="5968"/>
                    <a:pt x="60646" y="7572"/>
                    <a:pt x="60646" y="15327"/>
                  </a:cubicBezTo>
                  <a:cubicBezTo>
                    <a:pt x="60646" y="19338"/>
                    <a:pt x="59527" y="26024"/>
                    <a:pt x="57569" y="32442"/>
                  </a:cubicBezTo>
                  <a:lnTo>
                    <a:pt x="23165" y="150638"/>
                  </a:lnTo>
                  <a:cubicBezTo>
                    <a:pt x="18130" y="166682"/>
                    <a:pt x="16172" y="168287"/>
                    <a:pt x="229" y="170426"/>
                  </a:cubicBezTo>
                  <a:lnTo>
                    <a:pt x="229" y="174705"/>
                  </a:lnTo>
                  <a:lnTo>
                    <a:pt x="70715" y="174705"/>
                  </a:lnTo>
                  <a:lnTo>
                    <a:pt x="70715" y="170426"/>
                  </a:lnTo>
                  <a:cubicBezTo>
                    <a:pt x="54492" y="169624"/>
                    <a:pt x="49457" y="166682"/>
                    <a:pt x="49457" y="158660"/>
                  </a:cubicBezTo>
                  <a:cubicBezTo>
                    <a:pt x="49457" y="156521"/>
                    <a:pt x="50297" y="152510"/>
                    <a:pt x="51975" y="146627"/>
                  </a:cubicBezTo>
                  <a:lnTo>
                    <a:pt x="69317" y="86994"/>
                  </a:lnTo>
                  <a:cubicBezTo>
                    <a:pt x="79666" y="87528"/>
                    <a:pt x="85819" y="87796"/>
                    <a:pt x="91973" y="87796"/>
                  </a:cubicBezTo>
                  <a:cubicBezTo>
                    <a:pt x="102881" y="87796"/>
                    <a:pt x="104839" y="88063"/>
                    <a:pt x="107357" y="89133"/>
                  </a:cubicBezTo>
                  <a:cubicBezTo>
                    <a:pt x="111552" y="91272"/>
                    <a:pt x="113510" y="94749"/>
                    <a:pt x="113510" y="100097"/>
                  </a:cubicBezTo>
                  <a:cubicBezTo>
                    <a:pt x="113510" y="104375"/>
                    <a:pt x="112951" y="107584"/>
                    <a:pt x="111273" y="115874"/>
                  </a:cubicBezTo>
                  <a:lnTo>
                    <a:pt x="116028" y="117211"/>
                  </a:lnTo>
                  <a:lnTo>
                    <a:pt x="137285" y="54637"/>
                  </a:lnTo>
                  <a:lnTo>
                    <a:pt x="132251" y="53300"/>
                  </a:lnTo>
                  <a:cubicBezTo>
                    <a:pt x="119664" y="77367"/>
                    <a:pt x="118825" y="77634"/>
                    <a:pt x="71834" y="78169"/>
                  </a:cubicBezTo>
                  <a:lnTo>
                    <a:pt x="90295" y="15862"/>
                  </a:lnTo>
                  <a:cubicBezTo>
                    <a:pt x="91973" y="10514"/>
                    <a:pt x="95889" y="8909"/>
                    <a:pt x="107357" y="8909"/>
                  </a:cubicBezTo>
                  <a:cubicBezTo>
                    <a:pt x="154348" y="8909"/>
                    <a:pt x="164417" y="12386"/>
                    <a:pt x="164417" y="28965"/>
                  </a:cubicBezTo>
                  <a:cubicBezTo>
                    <a:pt x="164417" y="30570"/>
                    <a:pt x="164417" y="31907"/>
                    <a:pt x="164137" y="35383"/>
                  </a:cubicBezTo>
                  <a:cubicBezTo>
                    <a:pt x="163858" y="36988"/>
                    <a:pt x="163858" y="37255"/>
                    <a:pt x="163578" y="40464"/>
                  </a:cubicBezTo>
                  <a:lnTo>
                    <a:pt x="169452" y="40999"/>
                  </a:lnTo>
                  <a:lnTo>
                    <a:pt x="178402" y="85"/>
                  </a:lnTo>
                  <a:close/>
                </a:path>
              </a:pathLst>
            </a:custGeom>
            <a:solidFill>
              <a:srgbClr val="000000"/>
            </a:solidFill>
            <a:ln w="358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C038123B-4653-B71D-6F7B-5EA2CE121F42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1857479" y="8085904"/>
              <a:ext cx="123350" cy="120870"/>
            </a:xfrm>
            <a:custGeom>
              <a:avLst/>
              <a:gdLst>
                <a:gd name="connsiteX0" fmla="*/ 83587 w 123350"/>
                <a:gd name="connsiteY0" fmla="*/ 85 h 120870"/>
                <a:gd name="connsiteX1" fmla="*/ 234 w 123350"/>
                <a:gd name="connsiteY1" fmla="*/ 83517 h 120870"/>
                <a:gd name="connsiteX2" fmla="*/ 41351 w 123350"/>
                <a:gd name="connsiteY2" fmla="*/ 120955 h 120870"/>
                <a:gd name="connsiteX3" fmla="*/ 93936 w 123350"/>
                <a:gd name="connsiteY3" fmla="*/ 97690 h 120870"/>
                <a:gd name="connsiteX4" fmla="*/ 123585 w 123350"/>
                <a:gd name="connsiteY4" fmla="*/ 37522 h 120870"/>
                <a:gd name="connsiteX5" fmla="*/ 83587 w 123350"/>
                <a:gd name="connsiteY5" fmla="*/ 85 h 120870"/>
                <a:gd name="connsiteX6" fmla="*/ 80230 w 123350"/>
                <a:gd name="connsiteY6" fmla="*/ 5700 h 120870"/>
                <a:gd name="connsiteX7" fmla="*/ 100089 w 123350"/>
                <a:gd name="connsiteY7" fmla="*/ 30837 h 120870"/>
                <a:gd name="connsiteX8" fmla="*/ 78552 w 123350"/>
                <a:gd name="connsiteY8" fmla="*/ 94481 h 120870"/>
                <a:gd name="connsiteX9" fmla="*/ 45547 w 123350"/>
                <a:gd name="connsiteY9" fmla="*/ 115339 h 120870"/>
                <a:gd name="connsiteX10" fmla="*/ 23729 w 123350"/>
                <a:gd name="connsiteY10" fmla="*/ 91005 h 120870"/>
                <a:gd name="connsiteX11" fmla="*/ 45547 w 123350"/>
                <a:gd name="connsiteY11" fmla="*/ 28698 h 120870"/>
                <a:gd name="connsiteX12" fmla="*/ 80230 w 123350"/>
                <a:gd name="connsiteY12" fmla="*/ 5700 h 12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3350" h="120870">
                  <a:moveTo>
                    <a:pt x="83587" y="85"/>
                  </a:moveTo>
                  <a:cubicBezTo>
                    <a:pt x="41631" y="85"/>
                    <a:pt x="234" y="41534"/>
                    <a:pt x="234" y="83517"/>
                  </a:cubicBezTo>
                  <a:cubicBezTo>
                    <a:pt x="234" y="106515"/>
                    <a:pt x="15898" y="120955"/>
                    <a:pt x="41351" y="120955"/>
                  </a:cubicBezTo>
                  <a:cubicBezTo>
                    <a:pt x="59812" y="120955"/>
                    <a:pt x="77713" y="112933"/>
                    <a:pt x="93936" y="97690"/>
                  </a:cubicBezTo>
                  <a:cubicBezTo>
                    <a:pt x="112397" y="80308"/>
                    <a:pt x="123585" y="57578"/>
                    <a:pt x="123585" y="37522"/>
                  </a:cubicBezTo>
                  <a:cubicBezTo>
                    <a:pt x="123585" y="15327"/>
                    <a:pt x="107362" y="85"/>
                    <a:pt x="83587" y="85"/>
                  </a:cubicBezTo>
                  <a:close/>
                  <a:moveTo>
                    <a:pt x="80230" y="5700"/>
                  </a:moveTo>
                  <a:cubicBezTo>
                    <a:pt x="92258" y="5700"/>
                    <a:pt x="100089" y="15595"/>
                    <a:pt x="100089" y="30837"/>
                  </a:cubicBezTo>
                  <a:cubicBezTo>
                    <a:pt x="100089" y="50358"/>
                    <a:pt x="90859" y="77099"/>
                    <a:pt x="78552" y="94481"/>
                  </a:cubicBezTo>
                  <a:cubicBezTo>
                    <a:pt x="68203" y="108654"/>
                    <a:pt x="57574" y="115339"/>
                    <a:pt x="45547" y="115339"/>
                  </a:cubicBezTo>
                  <a:cubicBezTo>
                    <a:pt x="32400" y="115339"/>
                    <a:pt x="23729" y="105712"/>
                    <a:pt x="23729" y="91005"/>
                  </a:cubicBezTo>
                  <a:cubicBezTo>
                    <a:pt x="23729" y="71216"/>
                    <a:pt x="31841" y="47684"/>
                    <a:pt x="45547" y="28698"/>
                  </a:cubicBezTo>
                  <a:cubicBezTo>
                    <a:pt x="56455" y="13723"/>
                    <a:pt x="68203" y="5700"/>
                    <a:pt x="80230" y="5700"/>
                  </a:cubicBezTo>
                  <a:close/>
                </a:path>
              </a:pathLst>
            </a:custGeom>
            <a:solidFill>
              <a:srgbClr val="000000"/>
            </a:solidFill>
            <a:ln w="358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11F7B6A6-5241-4641-2062-1AEC87A48B0B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2002892" y="8085904"/>
              <a:ext cx="102652" cy="117928"/>
            </a:xfrm>
            <a:custGeom>
              <a:avLst/>
              <a:gdLst>
                <a:gd name="connsiteX0" fmla="*/ 21497 w 102652"/>
                <a:gd name="connsiteY0" fmla="*/ 118013 h 117928"/>
                <a:gd name="connsiteX1" fmla="*/ 53663 w 102652"/>
                <a:gd name="connsiteY1" fmla="*/ 40731 h 117928"/>
                <a:gd name="connsiteX2" fmla="*/ 75480 w 102652"/>
                <a:gd name="connsiteY2" fmla="*/ 17466 h 117928"/>
                <a:gd name="connsiteX3" fmla="*/ 79956 w 102652"/>
                <a:gd name="connsiteY3" fmla="*/ 21210 h 117928"/>
                <a:gd name="connsiteX4" fmla="*/ 90025 w 102652"/>
                <a:gd name="connsiteY4" fmla="*/ 27093 h 117928"/>
                <a:gd name="connsiteX5" fmla="*/ 102891 w 102652"/>
                <a:gd name="connsiteY5" fmla="*/ 13990 h 117928"/>
                <a:gd name="connsiteX6" fmla="*/ 89745 w 102652"/>
                <a:gd name="connsiteY6" fmla="*/ 85 h 117928"/>
                <a:gd name="connsiteX7" fmla="*/ 68488 w 102652"/>
                <a:gd name="connsiteY7" fmla="*/ 11316 h 117928"/>
                <a:gd name="connsiteX8" fmla="*/ 41356 w 102652"/>
                <a:gd name="connsiteY8" fmla="*/ 49021 h 117928"/>
                <a:gd name="connsiteX9" fmla="*/ 37440 w 102652"/>
                <a:gd name="connsiteY9" fmla="*/ 58648 h 117928"/>
                <a:gd name="connsiteX10" fmla="*/ 52265 w 102652"/>
                <a:gd name="connsiteY10" fmla="*/ 620 h 117928"/>
                <a:gd name="connsiteX11" fmla="*/ 51425 w 102652"/>
                <a:gd name="connsiteY11" fmla="*/ 85 h 117928"/>
                <a:gd name="connsiteX12" fmla="*/ 8071 w 102652"/>
                <a:gd name="connsiteY12" fmla="*/ 7305 h 117928"/>
                <a:gd name="connsiteX13" fmla="*/ 8071 w 102652"/>
                <a:gd name="connsiteY13" fmla="*/ 11851 h 117928"/>
                <a:gd name="connsiteX14" fmla="*/ 17581 w 102652"/>
                <a:gd name="connsiteY14" fmla="*/ 10514 h 117928"/>
                <a:gd name="connsiteX15" fmla="*/ 27371 w 102652"/>
                <a:gd name="connsiteY15" fmla="*/ 18001 h 117928"/>
                <a:gd name="connsiteX16" fmla="*/ 22895 w 102652"/>
                <a:gd name="connsiteY16" fmla="*/ 39929 h 117928"/>
                <a:gd name="connsiteX17" fmla="*/ 239 w 102652"/>
                <a:gd name="connsiteY17" fmla="*/ 118013 h 117928"/>
                <a:gd name="connsiteX18" fmla="*/ 21497 w 102652"/>
                <a:gd name="connsiteY18" fmla="*/ 118013 h 1179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02652" h="117928">
                  <a:moveTo>
                    <a:pt x="21497" y="118013"/>
                  </a:moveTo>
                  <a:cubicBezTo>
                    <a:pt x="36042" y="72553"/>
                    <a:pt x="40797" y="61055"/>
                    <a:pt x="53663" y="40731"/>
                  </a:cubicBezTo>
                  <a:cubicBezTo>
                    <a:pt x="62893" y="25756"/>
                    <a:pt x="70725" y="17466"/>
                    <a:pt x="75480" y="17466"/>
                  </a:cubicBezTo>
                  <a:cubicBezTo>
                    <a:pt x="77158" y="17466"/>
                    <a:pt x="78557" y="18536"/>
                    <a:pt x="79956" y="21210"/>
                  </a:cubicBezTo>
                  <a:cubicBezTo>
                    <a:pt x="82193" y="25756"/>
                    <a:pt x="84431" y="27093"/>
                    <a:pt x="90025" y="27093"/>
                  </a:cubicBezTo>
                  <a:cubicBezTo>
                    <a:pt x="98136" y="27093"/>
                    <a:pt x="102891" y="22280"/>
                    <a:pt x="102891" y="13990"/>
                  </a:cubicBezTo>
                  <a:cubicBezTo>
                    <a:pt x="102891" y="5700"/>
                    <a:pt x="97577" y="85"/>
                    <a:pt x="89745" y="85"/>
                  </a:cubicBezTo>
                  <a:cubicBezTo>
                    <a:pt x="83312" y="85"/>
                    <a:pt x="75760" y="4096"/>
                    <a:pt x="68488" y="11316"/>
                  </a:cubicBezTo>
                  <a:cubicBezTo>
                    <a:pt x="57020" y="22547"/>
                    <a:pt x="45831" y="38325"/>
                    <a:pt x="41356" y="49021"/>
                  </a:cubicBezTo>
                  <a:lnTo>
                    <a:pt x="37440" y="58648"/>
                  </a:lnTo>
                  <a:lnTo>
                    <a:pt x="52265" y="620"/>
                  </a:lnTo>
                  <a:lnTo>
                    <a:pt x="51425" y="85"/>
                  </a:lnTo>
                  <a:cubicBezTo>
                    <a:pt x="31007" y="3561"/>
                    <a:pt x="28489" y="4096"/>
                    <a:pt x="8071" y="7305"/>
                  </a:cubicBezTo>
                  <a:lnTo>
                    <a:pt x="8071" y="11851"/>
                  </a:lnTo>
                  <a:cubicBezTo>
                    <a:pt x="14784" y="10514"/>
                    <a:pt x="15623" y="10514"/>
                    <a:pt x="17581" y="10514"/>
                  </a:cubicBezTo>
                  <a:cubicBezTo>
                    <a:pt x="23734" y="10514"/>
                    <a:pt x="27371" y="13188"/>
                    <a:pt x="27371" y="18001"/>
                  </a:cubicBezTo>
                  <a:cubicBezTo>
                    <a:pt x="27371" y="21745"/>
                    <a:pt x="27371" y="21745"/>
                    <a:pt x="22895" y="39929"/>
                  </a:cubicBezTo>
                  <a:lnTo>
                    <a:pt x="239" y="118013"/>
                  </a:lnTo>
                  <a:lnTo>
                    <a:pt x="21497" y="118013"/>
                  </a:lnTo>
                  <a:close/>
                </a:path>
              </a:pathLst>
            </a:custGeom>
            <a:solidFill>
              <a:srgbClr val="000000"/>
            </a:solidFill>
            <a:ln w="358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AEB6FD5A-7573-02AB-20EE-E9BED5758ABB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2102873" y="8085904"/>
              <a:ext cx="193557" cy="120335"/>
            </a:xfrm>
            <a:custGeom>
              <a:avLst/>
              <a:gdLst>
                <a:gd name="connsiteX0" fmla="*/ 189604 w 193557"/>
                <a:gd name="connsiteY0" fmla="*/ 86726 h 120335"/>
                <a:gd name="connsiteX1" fmla="*/ 183731 w 193557"/>
                <a:gd name="connsiteY1" fmla="*/ 93679 h 120335"/>
                <a:gd name="connsiteX2" fmla="*/ 165829 w 193557"/>
                <a:gd name="connsiteY2" fmla="*/ 107852 h 120335"/>
                <a:gd name="connsiteX3" fmla="*/ 162193 w 193557"/>
                <a:gd name="connsiteY3" fmla="*/ 103573 h 120335"/>
                <a:gd name="connsiteX4" fmla="*/ 164990 w 193557"/>
                <a:gd name="connsiteY4" fmla="*/ 91540 h 120335"/>
                <a:gd name="connsiteX5" fmla="*/ 184010 w 193557"/>
                <a:gd name="connsiteY5" fmla="*/ 24419 h 120335"/>
                <a:gd name="connsiteX6" fmla="*/ 184849 w 193557"/>
                <a:gd name="connsiteY6" fmla="*/ 16932 h 120335"/>
                <a:gd name="connsiteX7" fmla="*/ 168347 w 193557"/>
                <a:gd name="connsiteY7" fmla="*/ 85 h 120335"/>
                <a:gd name="connsiteX8" fmla="*/ 150725 w 193557"/>
                <a:gd name="connsiteY8" fmla="*/ 5968 h 120335"/>
                <a:gd name="connsiteX9" fmla="*/ 106252 w 193557"/>
                <a:gd name="connsiteY9" fmla="*/ 56776 h 120335"/>
                <a:gd name="connsiteX10" fmla="*/ 117440 w 193557"/>
                <a:gd name="connsiteY10" fmla="*/ 16129 h 120335"/>
                <a:gd name="connsiteX11" fmla="*/ 101497 w 193557"/>
                <a:gd name="connsiteY11" fmla="*/ 85 h 120335"/>
                <a:gd name="connsiteX12" fmla="*/ 39122 w 193557"/>
                <a:gd name="connsiteY12" fmla="*/ 56509 h 120335"/>
                <a:gd name="connsiteX13" fmla="*/ 55345 w 193557"/>
                <a:gd name="connsiteY13" fmla="*/ 620 h 120335"/>
                <a:gd name="connsiteX14" fmla="*/ 54506 w 193557"/>
                <a:gd name="connsiteY14" fmla="*/ 85 h 120335"/>
                <a:gd name="connsiteX15" fmla="*/ 9753 w 193557"/>
                <a:gd name="connsiteY15" fmla="*/ 8374 h 120335"/>
                <a:gd name="connsiteX16" fmla="*/ 9753 w 193557"/>
                <a:gd name="connsiteY16" fmla="*/ 12653 h 120335"/>
                <a:gd name="connsiteX17" fmla="*/ 16746 w 193557"/>
                <a:gd name="connsiteY17" fmla="*/ 12653 h 120335"/>
                <a:gd name="connsiteX18" fmla="*/ 27654 w 193557"/>
                <a:gd name="connsiteY18" fmla="*/ 18536 h 120335"/>
                <a:gd name="connsiteX19" fmla="*/ 11151 w 193557"/>
                <a:gd name="connsiteY19" fmla="*/ 79773 h 120335"/>
                <a:gd name="connsiteX20" fmla="*/ 243 w 193557"/>
                <a:gd name="connsiteY20" fmla="*/ 118013 h 120335"/>
                <a:gd name="connsiteX21" fmla="*/ 21221 w 193557"/>
                <a:gd name="connsiteY21" fmla="*/ 118013 h 120335"/>
                <a:gd name="connsiteX22" fmla="*/ 48353 w 193557"/>
                <a:gd name="connsiteY22" fmla="*/ 51695 h 120335"/>
                <a:gd name="connsiteX23" fmla="*/ 90309 w 193557"/>
                <a:gd name="connsiteY23" fmla="*/ 13990 h 120335"/>
                <a:gd name="connsiteX24" fmla="*/ 95903 w 193557"/>
                <a:gd name="connsiteY24" fmla="*/ 20675 h 120335"/>
                <a:gd name="connsiteX25" fmla="*/ 69331 w 193557"/>
                <a:gd name="connsiteY25" fmla="*/ 118013 h 120335"/>
                <a:gd name="connsiteX26" fmla="*/ 90309 w 193557"/>
                <a:gd name="connsiteY26" fmla="*/ 118013 h 120335"/>
                <a:gd name="connsiteX27" fmla="*/ 121356 w 193557"/>
                <a:gd name="connsiteY27" fmla="*/ 43940 h 120335"/>
                <a:gd name="connsiteX28" fmla="*/ 157159 w 193557"/>
                <a:gd name="connsiteY28" fmla="*/ 13990 h 120335"/>
                <a:gd name="connsiteX29" fmla="*/ 162753 w 193557"/>
                <a:gd name="connsiteY29" fmla="*/ 19606 h 120335"/>
                <a:gd name="connsiteX30" fmla="*/ 160795 w 193557"/>
                <a:gd name="connsiteY30" fmla="*/ 28965 h 120335"/>
                <a:gd name="connsiteX31" fmla="*/ 144572 w 193557"/>
                <a:gd name="connsiteY31" fmla="*/ 90470 h 120335"/>
                <a:gd name="connsiteX32" fmla="*/ 140935 w 193557"/>
                <a:gd name="connsiteY32" fmla="*/ 108119 h 120335"/>
                <a:gd name="connsiteX33" fmla="*/ 152124 w 193557"/>
                <a:gd name="connsiteY33" fmla="*/ 120420 h 120335"/>
                <a:gd name="connsiteX34" fmla="*/ 192402 w 193557"/>
                <a:gd name="connsiteY34" fmla="*/ 91807 h 120335"/>
                <a:gd name="connsiteX35" fmla="*/ 193800 w 193557"/>
                <a:gd name="connsiteY35" fmla="*/ 89935 h 120335"/>
                <a:gd name="connsiteX36" fmla="*/ 189604 w 193557"/>
                <a:gd name="connsiteY36" fmla="*/ 86726 h 1203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93557" h="120335">
                  <a:moveTo>
                    <a:pt x="189604" y="86726"/>
                  </a:moveTo>
                  <a:cubicBezTo>
                    <a:pt x="186807" y="89935"/>
                    <a:pt x="184570" y="92609"/>
                    <a:pt x="183731" y="93679"/>
                  </a:cubicBezTo>
                  <a:cubicBezTo>
                    <a:pt x="175899" y="103306"/>
                    <a:pt x="170025" y="107852"/>
                    <a:pt x="165829" y="107852"/>
                  </a:cubicBezTo>
                  <a:cubicBezTo>
                    <a:pt x="163592" y="107852"/>
                    <a:pt x="162193" y="106247"/>
                    <a:pt x="162193" y="103573"/>
                  </a:cubicBezTo>
                  <a:cubicBezTo>
                    <a:pt x="162193" y="102236"/>
                    <a:pt x="163312" y="97958"/>
                    <a:pt x="164990" y="91540"/>
                  </a:cubicBezTo>
                  <a:lnTo>
                    <a:pt x="184010" y="24419"/>
                  </a:lnTo>
                  <a:cubicBezTo>
                    <a:pt x="184290" y="23350"/>
                    <a:pt x="184849" y="18536"/>
                    <a:pt x="184849" y="16932"/>
                  </a:cubicBezTo>
                  <a:cubicBezTo>
                    <a:pt x="184849" y="7305"/>
                    <a:pt x="177857" y="85"/>
                    <a:pt x="168347" y="85"/>
                  </a:cubicBezTo>
                  <a:cubicBezTo>
                    <a:pt x="163032" y="85"/>
                    <a:pt x="157438" y="1957"/>
                    <a:pt x="150725" y="5968"/>
                  </a:cubicBezTo>
                  <a:cubicBezTo>
                    <a:pt x="137020" y="14525"/>
                    <a:pt x="125552" y="27361"/>
                    <a:pt x="106252" y="56776"/>
                  </a:cubicBezTo>
                  <a:cubicBezTo>
                    <a:pt x="113245" y="36453"/>
                    <a:pt x="117440" y="21210"/>
                    <a:pt x="117440" y="16129"/>
                  </a:cubicBezTo>
                  <a:cubicBezTo>
                    <a:pt x="117440" y="6770"/>
                    <a:pt x="111007" y="85"/>
                    <a:pt x="101497" y="85"/>
                  </a:cubicBezTo>
                  <a:cubicBezTo>
                    <a:pt x="84435" y="85"/>
                    <a:pt x="64855" y="17734"/>
                    <a:pt x="39122" y="56509"/>
                  </a:cubicBezTo>
                  <a:lnTo>
                    <a:pt x="55345" y="620"/>
                  </a:lnTo>
                  <a:lnTo>
                    <a:pt x="54506" y="85"/>
                  </a:lnTo>
                  <a:cubicBezTo>
                    <a:pt x="38842" y="3294"/>
                    <a:pt x="32969" y="4363"/>
                    <a:pt x="9753" y="8374"/>
                  </a:cubicBezTo>
                  <a:lnTo>
                    <a:pt x="9753" y="12653"/>
                  </a:lnTo>
                  <a:lnTo>
                    <a:pt x="16746" y="12653"/>
                  </a:lnTo>
                  <a:cubicBezTo>
                    <a:pt x="24018" y="12653"/>
                    <a:pt x="27654" y="14525"/>
                    <a:pt x="27654" y="18536"/>
                  </a:cubicBezTo>
                  <a:cubicBezTo>
                    <a:pt x="27654" y="21478"/>
                    <a:pt x="21221" y="45812"/>
                    <a:pt x="11151" y="79773"/>
                  </a:cubicBezTo>
                  <a:cubicBezTo>
                    <a:pt x="4718" y="101701"/>
                    <a:pt x="3879" y="104375"/>
                    <a:pt x="243" y="118013"/>
                  </a:cubicBezTo>
                  <a:lnTo>
                    <a:pt x="21221" y="118013"/>
                  </a:lnTo>
                  <a:cubicBezTo>
                    <a:pt x="34647" y="75495"/>
                    <a:pt x="38842" y="65601"/>
                    <a:pt x="48353" y="51695"/>
                  </a:cubicBezTo>
                  <a:cubicBezTo>
                    <a:pt x="64016" y="28965"/>
                    <a:pt x="80799" y="13990"/>
                    <a:pt x="90309" y="13990"/>
                  </a:cubicBezTo>
                  <a:cubicBezTo>
                    <a:pt x="93945" y="13990"/>
                    <a:pt x="95903" y="16397"/>
                    <a:pt x="95903" y="20675"/>
                  </a:cubicBezTo>
                  <a:cubicBezTo>
                    <a:pt x="95903" y="23082"/>
                    <a:pt x="86952" y="55439"/>
                    <a:pt x="69331" y="118013"/>
                  </a:cubicBezTo>
                  <a:lnTo>
                    <a:pt x="90309" y="118013"/>
                  </a:lnTo>
                  <a:cubicBezTo>
                    <a:pt x="101497" y="76297"/>
                    <a:pt x="107091" y="62927"/>
                    <a:pt x="121356" y="43940"/>
                  </a:cubicBezTo>
                  <a:cubicBezTo>
                    <a:pt x="135062" y="25756"/>
                    <a:pt x="149047" y="13990"/>
                    <a:pt x="157159" y="13990"/>
                  </a:cubicBezTo>
                  <a:cubicBezTo>
                    <a:pt x="160235" y="13990"/>
                    <a:pt x="162753" y="16664"/>
                    <a:pt x="162753" y="19606"/>
                  </a:cubicBezTo>
                  <a:cubicBezTo>
                    <a:pt x="162753" y="20943"/>
                    <a:pt x="162193" y="24152"/>
                    <a:pt x="160795" y="28965"/>
                  </a:cubicBezTo>
                  <a:lnTo>
                    <a:pt x="144572" y="90470"/>
                  </a:lnTo>
                  <a:cubicBezTo>
                    <a:pt x="142054" y="100364"/>
                    <a:pt x="140935" y="105445"/>
                    <a:pt x="140935" y="108119"/>
                  </a:cubicBezTo>
                  <a:cubicBezTo>
                    <a:pt x="140935" y="116142"/>
                    <a:pt x="144851" y="120420"/>
                    <a:pt x="152124" y="120420"/>
                  </a:cubicBezTo>
                  <a:cubicBezTo>
                    <a:pt x="165270" y="120420"/>
                    <a:pt x="177577" y="111596"/>
                    <a:pt x="192402" y="91807"/>
                  </a:cubicBezTo>
                  <a:lnTo>
                    <a:pt x="193800" y="89935"/>
                  </a:lnTo>
                  <a:lnTo>
                    <a:pt x="189604" y="86726"/>
                  </a:lnTo>
                  <a:close/>
                </a:path>
              </a:pathLst>
            </a:custGeom>
            <a:solidFill>
              <a:srgbClr val="000000"/>
            </a:solidFill>
            <a:ln w="358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53490929-F834-ECE5-6D9A-DDC4FE8B9B42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2313969" y="8085904"/>
              <a:ext cx="121113" cy="120870"/>
            </a:xfrm>
            <a:custGeom>
              <a:avLst/>
              <a:gdLst>
                <a:gd name="connsiteX0" fmla="*/ 117447 w 121113"/>
                <a:gd name="connsiteY0" fmla="*/ 86726 h 120870"/>
                <a:gd name="connsiteX1" fmla="*/ 94232 w 121113"/>
                <a:gd name="connsiteY1" fmla="*/ 107852 h 120870"/>
                <a:gd name="connsiteX2" fmla="*/ 91155 w 121113"/>
                <a:gd name="connsiteY2" fmla="*/ 103306 h 120870"/>
                <a:gd name="connsiteX3" fmla="*/ 96469 w 121113"/>
                <a:gd name="connsiteY3" fmla="*/ 82448 h 120870"/>
                <a:gd name="connsiteX4" fmla="*/ 118566 w 121113"/>
                <a:gd name="connsiteY4" fmla="*/ 2491 h 120870"/>
                <a:gd name="connsiteX5" fmla="*/ 97868 w 121113"/>
                <a:gd name="connsiteY5" fmla="*/ 2491 h 120870"/>
                <a:gd name="connsiteX6" fmla="*/ 67100 w 121113"/>
                <a:gd name="connsiteY6" fmla="*/ 67740 h 120870"/>
                <a:gd name="connsiteX7" fmla="*/ 27661 w 121113"/>
                <a:gd name="connsiteY7" fmla="*/ 106782 h 120870"/>
                <a:gd name="connsiteX8" fmla="*/ 21788 w 121113"/>
                <a:gd name="connsiteY8" fmla="*/ 100097 h 120870"/>
                <a:gd name="connsiteX9" fmla="*/ 22067 w 121113"/>
                <a:gd name="connsiteY9" fmla="*/ 97690 h 120870"/>
                <a:gd name="connsiteX10" fmla="*/ 47521 w 121113"/>
                <a:gd name="connsiteY10" fmla="*/ 620 h 120870"/>
                <a:gd name="connsiteX11" fmla="*/ 46681 w 121113"/>
                <a:gd name="connsiteY11" fmla="*/ 85 h 120870"/>
                <a:gd name="connsiteX12" fmla="*/ 4725 w 121113"/>
                <a:gd name="connsiteY12" fmla="*/ 7305 h 120870"/>
                <a:gd name="connsiteX13" fmla="*/ 4725 w 121113"/>
                <a:gd name="connsiteY13" fmla="*/ 11049 h 120870"/>
                <a:gd name="connsiteX14" fmla="*/ 18431 w 121113"/>
                <a:gd name="connsiteY14" fmla="*/ 12653 h 120870"/>
                <a:gd name="connsiteX15" fmla="*/ 21508 w 121113"/>
                <a:gd name="connsiteY15" fmla="*/ 17466 h 120870"/>
                <a:gd name="connsiteX16" fmla="*/ 17592 w 121113"/>
                <a:gd name="connsiteY16" fmla="*/ 35383 h 120870"/>
                <a:gd name="connsiteX17" fmla="*/ 7243 w 121113"/>
                <a:gd name="connsiteY17" fmla="*/ 73356 h 120870"/>
                <a:gd name="connsiteX18" fmla="*/ 250 w 121113"/>
                <a:gd name="connsiteY18" fmla="*/ 106247 h 120870"/>
                <a:gd name="connsiteX19" fmla="*/ 15075 w 121113"/>
                <a:gd name="connsiteY19" fmla="*/ 120955 h 120870"/>
                <a:gd name="connsiteX20" fmla="*/ 81925 w 121113"/>
                <a:gd name="connsiteY20" fmla="*/ 54904 h 120870"/>
                <a:gd name="connsiteX21" fmla="*/ 69338 w 121113"/>
                <a:gd name="connsiteY21" fmla="*/ 107584 h 120870"/>
                <a:gd name="connsiteX22" fmla="*/ 82764 w 121113"/>
                <a:gd name="connsiteY22" fmla="*/ 120420 h 120870"/>
                <a:gd name="connsiteX23" fmla="*/ 121363 w 121113"/>
                <a:gd name="connsiteY23" fmla="*/ 89133 h 120870"/>
                <a:gd name="connsiteX24" fmla="*/ 117447 w 121113"/>
                <a:gd name="connsiteY24" fmla="*/ 86726 h 12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1113" h="120870">
                  <a:moveTo>
                    <a:pt x="117447" y="86726"/>
                  </a:moveTo>
                  <a:cubicBezTo>
                    <a:pt x="102903" y="104108"/>
                    <a:pt x="98707" y="107852"/>
                    <a:pt x="94232" y="107852"/>
                  </a:cubicBezTo>
                  <a:cubicBezTo>
                    <a:pt x="92274" y="107852"/>
                    <a:pt x="91155" y="106247"/>
                    <a:pt x="91155" y="103306"/>
                  </a:cubicBezTo>
                  <a:cubicBezTo>
                    <a:pt x="91155" y="101701"/>
                    <a:pt x="91155" y="101701"/>
                    <a:pt x="96469" y="82448"/>
                  </a:cubicBezTo>
                  <a:lnTo>
                    <a:pt x="118566" y="2491"/>
                  </a:lnTo>
                  <a:lnTo>
                    <a:pt x="97868" y="2491"/>
                  </a:lnTo>
                  <a:cubicBezTo>
                    <a:pt x="81925" y="43940"/>
                    <a:pt x="79967" y="48219"/>
                    <a:pt x="67100" y="67740"/>
                  </a:cubicBezTo>
                  <a:cubicBezTo>
                    <a:pt x="50318" y="93144"/>
                    <a:pt x="36612" y="106782"/>
                    <a:pt x="27661" y="106782"/>
                  </a:cubicBezTo>
                  <a:cubicBezTo>
                    <a:pt x="24305" y="106782"/>
                    <a:pt x="21788" y="104108"/>
                    <a:pt x="21788" y="100097"/>
                  </a:cubicBezTo>
                  <a:cubicBezTo>
                    <a:pt x="21788" y="99027"/>
                    <a:pt x="21788" y="98492"/>
                    <a:pt x="22067" y="97690"/>
                  </a:cubicBezTo>
                  <a:lnTo>
                    <a:pt x="47521" y="620"/>
                  </a:lnTo>
                  <a:lnTo>
                    <a:pt x="46681" y="85"/>
                  </a:lnTo>
                  <a:cubicBezTo>
                    <a:pt x="30738" y="3561"/>
                    <a:pt x="20669" y="5433"/>
                    <a:pt x="4725" y="7305"/>
                  </a:cubicBezTo>
                  <a:lnTo>
                    <a:pt x="4725" y="11049"/>
                  </a:lnTo>
                  <a:cubicBezTo>
                    <a:pt x="15354" y="11049"/>
                    <a:pt x="15914" y="11316"/>
                    <a:pt x="18431" y="12653"/>
                  </a:cubicBezTo>
                  <a:cubicBezTo>
                    <a:pt x="20109" y="13188"/>
                    <a:pt x="21508" y="15595"/>
                    <a:pt x="21508" y="17466"/>
                  </a:cubicBezTo>
                  <a:cubicBezTo>
                    <a:pt x="21508" y="19606"/>
                    <a:pt x="20109" y="26291"/>
                    <a:pt x="17592" y="35383"/>
                  </a:cubicBezTo>
                  <a:lnTo>
                    <a:pt x="7243" y="73356"/>
                  </a:lnTo>
                  <a:cubicBezTo>
                    <a:pt x="2208" y="92342"/>
                    <a:pt x="250" y="101434"/>
                    <a:pt x="250" y="106247"/>
                  </a:cubicBezTo>
                  <a:cubicBezTo>
                    <a:pt x="250" y="115874"/>
                    <a:pt x="5285" y="120955"/>
                    <a:pt x="15075" y="120955"/>
                  </a:cubicBezTo>
                  <a:cubicBezTo>
                    <a:pt x="34934" y="120955"/>
                    <a:pt x="49758" y="106515"/>
                    <a:pt x="81925" y="54904"/>
                  </a:cubicBezTo>
                  <a:cubicBezTo>
                    <a:pt x="73813" y="83517"/>
                    <a:pt x="69338" y="101969"/>
                    <a:pt x="69338" y="107584"/>
                  </a:cubicBezTo>
                  <a:cubicBezTo>
                    <a:pt x="69338" y="115607"/>
                    <a:pt x="74372" y="120420"/>
                    <a:pt x="82764" y="120420"/>
                  </a:cubicBezTo>
                  <a:cubicBezTo>
                    <a:pt x="95910" y="120420"/>
                    <a:pt x="102343" y="115072"/>
                    <a:pt x="121363" y="89133"/>
                  </a:cubicBezTo>
                  <a:lnTo>
                    <a:pt x="117447" y="86726"/>
                  </a:lnTo>
                  <a:close/>
                </a:path>
              </a:pathLst>
            </a:custGeom>
            <a:solidFill>
              <a:srgbClr val="000000"/>
            </a:solidFill>
            <a:ln w="358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10CE7621-A928-BDA9-44F5-C4005C376E17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2453787" y="8021190"/>
              <a:ext cx="66849" cy="185583"/>
            </a:xfrm>
            <a:custGeom>
              <a:avLst/>
              <a:gdLst>
                <a:gd name="connsiteX0" fmla="*/ 52840 w 66849"/>
                <a:gd name="connsiteY0" fmla="*/ 149835 h 185583"/>
                <a:gd name="connsiteX1" fmla="*/ 45288 w 66849"/>
                <a:gd name="connsiteY1" fmla="*/ 158927 h 185583"/>
                <a:gd name="connsiteX2" fmla="*/ 25988 w 66849"/>
                <a:gd name="connsiteY2" fmla="*/ 174170 h 185583"/>
                <a:gd name="connsiteX3" fmla="*/ 21793 w 66849"/>
                <a:gd name="connsiteY3" fmla="*/ 169357 h 185583"/>
                <a:gd name="connsiteX4" fmla="*/ 24030 w 66849"/>
                <a:gd name="connsiteY4" fmla="*/ 158927 h 185583"/>
                <a:gd name="connsiteX5" fmla="*/ 24869 w 66849"/>
                <a:gd name="connsiteY5" fmla="*/ 156253 h 185583"/>
                <a:gd name="connsiteX6" fmla="*/ 67105 w 66849"/>
                <a:gd name="connsiteY6" fmla="*/ 1422 h 185583"/>
                <a:gd name="connsiteX7" fmla="*/ 65707 w 66849"/>
                <a:gd name="connsiteY7" fmla="*/ 85 h 185583"/>
                <a:gd name="connsiteX8" fmla="*/ 22072 w 66849"/>
                <a:gd name="connsiteY8" fmla="*/ 7305 h 185583"/>
                <a:gd name="connsiteX9" fmla="*/ 22072 w 66849"/>
                <a:gd name="connsiteY9" fmla="*/ 11583 h 185583"/>
                <a:gd name="connsiteX10" fmla="*/ 41092 w 66849"/>
                <a:gd name="connsiteY10" fmla="*/ 17734 h 185583"/>
                <a:gd name="connsiteX11" fmla="*/ 39973 w 66849"/>
                <a:gd name="connsiteY11" fmla="*/ 22547 h 185583"/>
                <a:gd name="connsiteX12" fmla="*/ 1654 w 66849"/>
                <a:gd name="connsiteY12" fmla="*/ 163741 h 185583"/>
                <a:gd name="connsiteX13" fmla="*/ 255 w 66849"/>
                <a:gd name="connsiteY13" fmla="*/ 170694 h 185583"/>
                <a:gd name="connsiteX14" fmla="*/ 13961 w 66849"/>
                <a:gd name="connsiteY14" fmla="*/ 185669 h 185583"/>
                <a:gd name="connsiteX15" fmla="*/ 56476 w 66849"/>
                <a:gd name="connsiteY15" fmla="*/ 152242 h 185583"/>
                <a:gd name="connsiteX16" fmla="*/ 52840 w 66849"/>
                <a:gd name="connsiteY16" fmla="*/ 149835 h 1855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6849" h="185583">
                  <a:moveTo>
                    <a:pt x="52840" y="149835"/>
                  </a:moveTo>
                  <a:cubicBezTo>
                    <a:pt x="50323" y="152777"/>
                    <a:pt x="47805" y="155719"/>
                    <a:pt x="45288" y="158927"/>
                  </a:cubicBezTo>
                  <a:cubicBezTo>
                    <a:pt x="36337" y="170159"/>
                    <a:pt x="31023" y="174170"/>
                    <a:pt x="25988" y="174170"/>
                  </a:cubicBezTo>
                  <a:cubicBezTo>
                    <a:pt x="23191" y="174170"/>
                    <a:pt x="21793" y="172298"/>
                    <a:pt x="21793" y="169357"/>
                  </a:cubicBezTo>
                  <a:cubicBezTo>
                    <a:pt x="21793" y="167485"/>
                    <a:pt x="22632" y="164276"/>
                    <a:pt x="24030" y="158927"/>
                  </a:cubicBezTo>
                  <a:cubicBezTo>
                    <a:pt x="24310" y="158125"/>
                    <a:pt x="24590" y="156788"/>
                    <a:pt x="24869" y="156253"/>
                  </a:cubicBezTo>
                  <a:lnTo>
                    <a:pt x="67105" y="1422"/>
                  </a:lnTo>
                  <a:lnTo>
                    <a:pt x="65707" y="85"/>
                  </a:lnTo>
                  <a:cubicBezTo>
                    <a:pt x="49204" y="3561"/>
                    <a:pt x="38575" y="5433"/>
                    <a:pt x="22072" y="7305"/>
                  </a:cubicBezTo>
                  <a:lnTo>
                    <a:pt x="22072" y="11583"/>
                  </a:lnTo>
                  <a:cubicBezTo>
                    <a:pt x="35498" y="11583"/>
                    <a:pt x="41092" y="13455"/>
                    <a:pt x="41092" y="17734"/>
                  </a:cubicBezTo>
                  <a:cubicBezTo>
                    <a:pt x="41092" y="18536"/>
                    <a:pt x="40813" y="20141"/>
                    <a:pt x="39973" y="22547"/>
                  </a:cubicBezTo>
                  <a:lnTo>
                    <a:pt x="1654" y="163741"/>
                  </a:lnTo>
                  <a:cubicBezTo>
                    <a:pt x="815" y="166682"/>
                    <a:pt x="255" y="169357"/>
                    <a:pt x="255" y="170694"/>
                  </a:cubicBezTo>
                  <a:cubicBezTo>
                    <a:pt x="255" y="180320"/>
                    <a:pt x="5010" y="185669"/>
                    <a:pt x="13961" y="185669"/>
                  </a:cubicBezTo>
                  <a:cubicBezTo>
                    <a:pt x="28505" y="185669"/>
                    <a:pt x="38295" y="177914"/>
                    <a:pt x="56476" y="152242"/>
                  </a:cubicBezTo>
                  <a:lnTo>
                    <a:pt x="52840" y="149835"/>
                  </a:lnTo>
                  <a:close/>
                </a:path>
              </a:pathLst>
            </a:custGeom>
            <a:solidFill>
              <a:srgbClr val="000000"/>
            </a:solidFill>
            <a:ln w="358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26BC7BF8-9F21-59E6-3878-C619CA17B070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2525402" y="8085904"/>
              <a:ext cx="128385" cy="120870"/>
            </a:xfrm>
            <a:custGeom>
              <a:avLst/>
              <a:gdLst>
                <a:gd name="connsiteX0" fmla="*/ 125287 w 128385"/>
                <a:gd name="connsiteY0" fmla="*/ 88598 h 120870"/>
                <a:gd name="connsiteX1" fmla="*/ 117455 w 128385"/>
                <a:gd name="connsiteY1" fmla="*/ 96086 h 120870"/>
                <a:gd name="connsiteX2" fmla="*/ 102910 w 128385"/>
                <a:gd name="connsiteY2" fmla="*/ 107050 h 120870"/>
                <a:gd name="connsiteX3" fmla="*/ 98994 w 128385"/>
                <a:gd name="connsiteY3" fmla="*/ 103573 h 120870"/>
                <a:gd name="connsiteX4" fmla="*/ 123888 w 128385"/>
                <a:gd name="connsiteY4" fmla="*/ 6503 h 120870"/>
                <a:gd name="connsiteX5" fmla="*/ 125567 w 128385"/>
                <a:gd name="connsiteY5" fmla="*/ 887 h 120870"/>
                <a:gd name="connsiteX6" fmla="*/ 123609 w 128385"/>
                <a:gd name="connsiteY6" fmla="*/ 85 h 120870"/>
                <a:gd name="connsiteX7" fmla="*/ 106547 w 128385"/>
                <a:gd name="connsiteY7" fmla="*/ 1957 h 120870"/>
                <a:gd name="connsiteX8" fmla="*/ 105707 w 128385"/>
                <a:gd name="connsiteY8" fmla="*/ 2759 h 120870"/>
                <a:gd name="connsiteX9" fmla="*/ 102631 w 128385"/>
                <a:gd name="connsiteY9" fmla="*/ 15595 h 120870"/>
                <a:gd name="connsiteX10" fmla="*/ 80254 w 128385"/>
                <a:gd name="connsiteY10" fmla="*/ 85 h 120870"/>
                <a:gd name="connsiteX11" fmla="*/ 258 w 128385"/>
                <a:gd name="connsiteY11" fmla="*/ 91272 h 120870"/>
                <a:gd name="connsiteX12" fmla="*/ 28788 w 128385"/>
                <a:gd name="connsiteY12" fmla="*/ 120955 h 120870"/>
                <a:gd name="connsiteX13" fmla="*/ 85009 w 128385"/>
                <a:gd name="connsiteY13" fmla="*/ 78971 h 120870"/>
                <a:gd name="connsiteX14" fmla="*/ 78576 w 128385"/>
                <a:gd name="connsiteY14" fmla="*/ 109724 h 120870"/>
                <a:gd name="connsiteX15" fmla="*/ 89764 w 128385"/>
                <a:gd name="connsiteY15" fmla="*/ 120688 h 120870"/>
                <a:gd name="connsiteX16" fmla="*/ 128643 w 128385"/>
                <a:gd name="connsiteY16" fmla="*/ 91272 h 120870"/>
                <a:gd name="connsiteX17" fmla="*/ 125287 w 128385"/>
                <a:gd name="connsiteY17" fmla="*/ 88598 h 120870"/>
                <a:gd name="connsiteX18" fmla="*/ 81932 w 128385"/>
                <a:gd name="connsiteY18" fmla="*/ 5968 h 120870"/>
                <a:gd name="connsiteX19" fmla="*/ 97596 w 128385"/>
                <a:gd name="connsiteY19" fmla="*/ 22280 h 120870"/>
                <a:gd name="connsiteX20" fmla="*/ 64311 w 128385"/>
                <a:gd name="connsiteY20" fmla="*/ 96086 h 120870"/>
                <a:gd name="connsiteX21" fmla="*/ 39976 w 128385"/>
                <a:gd name="connsiteY21" fmla="*/ 107852 h 120870"/>
                <a:gd name="connsiteX22" fmla="*/ 23753 w 128385"/>
                <a:gd name="connsiteY22" fmla="*/ 87796 h 120870"/>
                <a:gd name="connsiteX23" fmla="*/ 46409 w 128385"/>
                <a:gd name="connsiteY23" fmla="*/ 29233 h 120870"/>
                <a:gd name="connsiteX24" fmla="*/ 81932 w 128385"/>
                <a:gd name="connsiteY24" fmla="*/ 5968 h 120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8385" h="120870">
                  <a:moveTo>
                    <a:pt x="125287" y="88598"/>
                  </a:moveTo>
                  <a:cubicBezTo>
                    <a:pt x="121091" y="92609"/>
                    <a:pt x="119413" y="93946"/>
                    <a:pt x="117455" y="96086"/>
                  </a:cubicBezTo>
                  <a:cubicBezTo>
                    <a:pt x="109064" y="104375"/>
                    <a:pt x="105428" y="107050"/>
                    <a:pt x="102910" y="107050"/>
                  </a:cubicBezTo>
                  <a:cubicBezTo>
                    <a:pt x="100673" y="107050"/>
                    <a:pt x="98994" y="105445"/>
                    <a:pt x="98994" y="103573"/>
                  </a:cubicBezTo>
                  <a:cubicBezTo>
                    <a:pt x="98994" y="98225"/>
                    <a:pt x="110742" y="52497"/>
                    <a:pt x="123888" y="6503"/>
                  </a:cubicBezTo>
                  <a:cubicBezTo>
                    <a:pt x="124727" y="3828"/>
                    <a:pt x="125007" y="3294"/>
                    <a:pt x="125567" y="887"/>
                  </a:cubicBezTo>
                  <a:lnTo>
                    <a:pt x="123609" y="85"/>
                  </a:lnTo>
                  <a:lnTo>
                    <a:pt x="106547" y="1957"/>
                  </a:lnTo>
                  <a:lnTo>
                    <a:pt x="105707" y="2759"/>
                  </a:lnTo>
                  <a:lnTo>
                    <a:pt x="102631" y="15595"/>
                  </a:lnTo>
                  <a:cubicBezTo>
                    <a:pt x="100393" y="5700"/>
                    <a:pt x="92281" y="85"/>
                    <a:pt x="80254" y="85"/>
                  </a:cubicBezTo>
                  <a:cubicBezTo>
                    <a:pt x="43333" y="85"/>
                    <a:pt x="258" y="49021"/>
                    <a:pt x="258" y="91272"/>
                  </a:cubicBezTo>
                  <a:cubicBezTo>
                    <a:pt x="258" y="109991"/>
                    <a:pt x="10887" y="120955"/>
                    <a:pt x="28788" y="120955"/>
                  </a:cubicBezTo>
                  <a:cubicBezTo>
                    <a:pt x="48367" y="120955"/>
                    <a:pt x="60395" y="112130"/>
                    <a:pt x="85009" y="78971"/>
                  </a:cubicBezTo>
                  <a:cubicBezTo>
                    <a:pt x="79415" y="99829"/>
                    <a:pt x="78576" y="103306"/>
                    <a:pt x="78576" y="109724"/>
                  </a:cubicBezTo>
                  <a:cubicBezTo>
                    <a:pt x="78576" y="117479"/>
                    <a:pt x="81932" y="120688"/>
                    <a:pt x="89764" y="120688"/>
                  </a:cubicBezTo>
                  <a:cubicBezTo>
                    <a:pt x="100952" y="120688"/>
                    <a:pt x="107945" y="115607"/>
                    <a:pt x="128643" y="91272"/>
                  </a:cubicBezTo>
                  <a:lnTo>
                    <a:pt x="125287" y="88598"/>
                  </a:lnTo>
                  <a:close/>
                  <a:moveTo>
                    <a:pt x="81932" y="5968"/>
                  </a:moveTo>
                  <a:cubicBezTo>
                    <a:pt x="91442" y="6503"/>
                    <a:pt x="97596" y="12920"/>
                    <a:pt x="97596" y="22280"/>
                  </a:cubicBezTo>
                  <a:cubicBezTo>
                    <a:pt x="97596" y="44743"/>
                    <a:pt x="83611" y="76297"/>
                    <a:pt x="64311" y="96086"/>
                  </a:cubicBezTo>
                  <a:cubicBezTo>
                    <a:pt x="57598" y="103306"/>
                    <a:pt x="48088" y="107852"/>
                    <a:pt x="39976" y="107852"/>
                  </a:cubicBezTo>
                  <a:cubicBezTo>
                    <a:pt x="30187" y="107852"/>
                    <a:pt x="23753" y="100097"/>
                    <a:pt x="23753" y="87796"/>
                  </a:cubicBezTo>
                  <a:cubicBezTo>
                    <a:pt x="23753" y="73356"/>
                    <a:pt x="34382" y="45812"/>
                    <a:pt x="46409" y="29233"/>
                  </a:cubicBezTo>
                  <a:cubicBezTo>
                    <a:pt x="57598" y="13723"/>
                    <a:pt x="70744" y="5166"/>
                    <a:pt x="81932" y="5968"/>
                  </a:cubicBezTo>
                  <a:close/>
                </a:path>
              </a:pathLst>
            </a:custGeom>
            <a:solidFill>
              <a:srgbClr val="000000"/>
            </a:solidFill>
            <a:ln w="3580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20354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937E4-7CAB-0EF1-3F2B-6CCBFF824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7"/>
            <a:ext cx="6858001" cy="1325563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Example –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B9F3E-A79F-0665-37C7-D273DE77F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1147" y="904568"/>
            <a:ext cx="9940413" cy="553556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grpSp>
        <p:nvGrpSpPr>
          <p:cNvPr id="2054" name="Group 2053" descr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%\begin{align*}&#10;Use Eule's method to approximate $y(1)$ and compare it with the exact value.&#10;%\end{align*}&#10;}&#10;\end{document}" title="IguanaTex Shape Display">
            <a:extLst>
              <a:ext uri="{FF2B5EF4-FFF2-40B4-BE49-F238E27FC236}">
                <a16:creationId xmlns:a16="http://schemas.microsoft.com/office/drawing/2014/main" id="{47E69620-8DB4-7CC9-4481-B0277D170D54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1684187" y="267518"/>
            <a:ext cx="9222829" cy="294963"/>
            <a:chOff x="1738942" y="3308124"/>
            <a:chExt cx="9222829" cy="29496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FBC39BB-D4E3-D61A-90F6-25B37649EB63}"/>
                </a:ext>
              </a:extLst>
            </p:cNvPr>
            <p:cNvSpPr/>
            <p:nvPr>
              <p:custDataLst>
                <p:tags r:id="rId117"/>
              </p:custDataLst>
            </p:nvPr>
          </p:nvSpPr>
          <p:spPr>
            <a:xfrm>
              <a:off x="1738942" y="3334081"/>
              <a:ext cx="208874" cy="199395"/>
            </a:xfrm>
            <a:custGeom>
              <a:avLst/>
              <a:gdLst>
                <a:gd name="connsiteX0" fmla="*/ 180537 w 208874"/>
                <a:gd name="connsiteY0" fmla="*/ 43422 h 199395"/>
                <a:gd name="connsiteX1" fmla="*/ 208951 w 208874"/>
                <a:gd name="connsiteY1" fmla="*/ 5667 h 199395"/>
                <a:gd name="connsiteX2" fmla="*/ 208951 w 208874"/>
                <a:gd name="connsiteY2" fmla="*/ 63 h 199395"/>
                <a:gd name="connsiteX3" fmla="*/ 138822 w 208874"/>
                <a:gd name="connsiteY3" fmla="*/ 63 h 199395"/>
                <a:gd name="connsiteX4" fmla="*/ 138822 w 208874"/>
                <a:gd name="connsiteY4" fmla="*/ 5667 h 199395"/>
                <a:gd name="connsiteX5" fmla="*/ 167236 w 208874"/>
                <a:gd name="connsiteY5" fmla="*/ 43422 h 199395"/>
                <a:gd name="connsiteX6" fmla="*/ 167236 w 208874"/>
                <a:gd name="connsiteY6" fmla="*/ 123063 h 199395"/>
                <a:gd name="connsiteX7" fmla="*/ 160284 w 208874"/>
                <a:gd name="connsiteY7" fmla="*/ 163178 h 199395"/>
                <a:gd name="connsiteX8" fmla="*/ 110106 w 208874"/>
                <a:gd name="connsiteY8" fmla="*/ 186480 h 199395"/>
                <a:gd name="connsiteX9" fmla="*/ 65671 w 208874"/>
                <a:gd name="connsiteY9" fmla="*/ 165537 h 199395"/>
                <a:gd name="connsiteX10" fmla="*/ 58114 w 208874"/>
                <a:gd name="connsiteY10" fmla="*/ 126602 h 199395"/>
                <a:gd name="connsiteX11" fmla="*/ 58114 w 208874"/>
                <a:gd name="connsiteY11" fmla="*/ 32214 h 199395"/>
                <a:gd name="connsiteX12" fmla="*/ 85621 w 208874"/>
                <a:gd name="connsiteY12" fmla="*/ 5667 h 199395"/>
                <a:gd name="connsiteX13" fmla="*/ 85621 w 208874"/>
                <a:gd name="connsiteY13" fmla="*/ 63 h 199395"/>
                <a:gd name="connsiteX14" fmla="*/ 77 w 208874"/>
                <a:gd name="connsiteY14" fmla="*/ 63 h 199395"/>
                <a:gd name="connsiteX15" fmla="*/ 77 w 208874"/>
                <a:gd name="connsiteY15" fmla="*/ 5667 h 199395"/>
                <a:gd name="connsiteX16" fmla="*/ 27282 w 208874"/>
                <a:gd name="connsiteY16" fmla="*/ 32214 h 199395"/>
                <a:gd name="connsiteX17" fmla="*/ 27282 w 208874"/>
                <a:gd name="connsiteY17" fmla="*/ 124242 h 199395"/>
                <a:gd name="connsiteX18" fmla="*/ 103154 w 208874"/>
                <a:gd name="connsiteY18" fmla="*/ 199458 h 199395"/>
                <a:gd name="connsiteX19" fmla="*/ 170562 w 208874"/>
                <a:gd name="connsiteY19" fmla="*/ 169077 h 199395"/>
                <a:gd name="connsiteX20" fmla="*/ 180537 w 208874"/>
                <a:gd name="connsiteY20" fmla="*/ 120408 h 199395"/>
                <a:gd name="connsiteX21" fmla="*/ 180537 w 208874"/>
                <a:gd name="connsiteY21" fmla="*/ 43422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08874" h="199395">
                  <a:moveTo>
                    <a:pt x="180537" y="43422"/>
                  </a:moveTo>
                  <a:cubicBezTo>
                    <a:pt x="180537" y="13336"/>
                    <a:pt x="184164" y="8617"/>
                    <a:pt x="208951" y="5667"/>
                  </a:cubicBezTo>
                  <a:lnTo>
                    <a:pt x="208951" y="63"/>
                  </a:lnTo>
                  <a:lnTo>
                    <a:pt x="138822" y="63"/>
                  </a:lnTo>
                  <a:lnTo>
                    <a:pt x="138822" y="5667"/>
                  </a:lnTo>
                  <a:cubicBezTo>
                    <a:pt x="162400" y="7437"/>
                    <a:pt x="167236" y="13926"/>
                    <a:pt x="167236" y="43422"/>
                  </a:cubicBezTo>
                  <a:lnTo>
                    <a:pt x="167236" y="123063"/>
                  </a:lnTo>
                  <a:cubicBezTo>
                    <a:pt x="167236" y="143120"/>
                    <a:pt x="165121" y="154329"/>
                    <a:pt x="160284" y="163178"/>
                  </a:cubicBezTo>
                  <a:cubicBezTo>
                    <a:pt x="152123" y="177336"/>
                    <a:pt x="132777" y="186480"/>
                    <a:pt x="110106" y="186480"/>
                  </a:cubicBezTo>
                  <a:cubicBezTo>
                    <a:pt x="88644" y="186480"/>
                    <a:pt x="73833" y="179401"/>
                    <a:pt x="65671" y="165537"/>
                  </a:cubicBezTo>
                  <a:cubicBezTo>
                    <a:pt x="60230" y="156099"/>
                    <a:pt x="58114" y="145185"/>
                    <a:pt x="58114" y="126602"/>
                  </a:cubicBezTo>
                  <a:lnTo>
                    <a:pt x="58114" y="32214"/>
                  </a:lnTo>
                  <a:cubicBezTo>
                    <a:pt x="58114" y="10976"/>
                    <a:pt x="61439" y="7732"/>
                    <a:pt x="85621" y="5667"/>
                  </a:cubicBezTo>
                  <a:lnTo>
                    <a:pt x="85621" y="63"/>
                  </a:lnTo>
                  <a:lnTo>
                    <a:pt x="77" y="63"/>
                  </a:lnTo>
                  <a:lnTo>
                    <a:pt x="77" y="5667"/>
                  </a:lnTo>
                  <a:cubicBezTo>
                    <a:pt x="23957" y="7437"/>
                    <a:pt x="27282" y="10681"/>
                    <a:pt x="27282" y="32214"/>
                  </a:cubicBezTo>
                  <a:lnTo>
                    <a:pt x="27282" y="124242"/>
                  </a:lnTo>
                  <a:cubicBezTo>
                    <a:pt x="27282" y="175271"/>
                    <a:pt x="51766" y="199458"/>
                    <a:pt x="103154" y="199458"/>
                  </a:cubicBezTo>
                  <a:cubicBezTo>
                    <a:pt x="136102" y="199458"/>
                    <a:pt x="158773" y="189134"/>
                    <a:pt x="170562" y="169077"/>
                  </a:cubicBezTo>
                  <a:cubicBezTo>
                    <a:pt x="177816" y="156688"/>
                    <a:pt x="180537" y="143120"/>
                    <a:pt x="180537" y="120408"/>
                  </a:cubicBezTo>
                  <a:lnTo>
                    <a:pt x="180537" y="43422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48E06877-B9ED-F837-ED82-DACE02C2DC49}"/>
                </a:ext>
              </a:extLst>
            </p:cNvPr>
            <p:cNvSpPr/>
            <p:nvPr>
              <p:custDataLst>
                <p:tags r:id="rId118"/>
              </p:custDataLst>
            </p:nvPr>
          </p:nvSpPr>
          <p:spPr>
            <a:xfrm>
              <a:off x="1969189" y="3393959"/>
              <a:ext cx="89776" cy="138337"/>
            </a:xfrm>
            <a:custGeom>
              <a:avLst/>
              <a:gdLst>
                <a:gd name="connsiteX0" fmla="*/ 79885 w 89776"/>
                <a:gd name="connsiteY0" fmla="*/ 42832 h 138337"/>
                <a:gd name="connsiteX1" fmla="*/ 78676 w 89776"/>
                <a:gd name="connsiteY1" fmla="*/ 2717 h 138337"/>
                <a:gd name="connsiteX2" fmla="*/ 75351 w 89776"/>
                <a:gd name="connsiteY2" fmla="*/ 2717 h 138337"/>
                <a:gd name="connsiteX3" fmla="*/ 74747 w 89776"/>
                <a:gd name="connsiteY3" fmla="*/ 3307 h 138337"/>
                <a:gd name="connsiteX4" fmla="*/ 70515 w 89776"/>
                <a:gd name="connsiteY4" fmla="*/ 5667 h 138337"/>
                <a:gd name="connsiteX5" fmla="*/ 62353 w 89776"/>
                <a:gd name="connsiteY5" fmla="*/ 3602 h 138337"/>
                <a:gd name="connsiteX6" fmla="*/ 41194 w 89776"/>
                <a:gd name="connsiteY6" fmla="*/ 63 h 138337"/>
                <a:gd name="connsiteX7" fmla="*/ 84 w 89776"/>
                <a:gd name="connsiteY7" fmla="*/ 36343 h 138337"/>
                <a:gd name="connsiteX8" fmla="*/ 35450 w 89776"/>
                <a:gd name="connsiteY8" fmla="*/ 78818 h 138337"/>
                <a:gd name="connsiteX9" fmla="*/ 52983 w 89776"/>
                <a:gd name="connsiteY9" fmla="*/ 88552 h 138337"/>
                <a:gd name="connsiteX10" fmla="*/ 68701 w 89776"/>
                <a:gd name="connsiteY10" fmla="*/ 110674 h 138337"/>
                <a:gd name="connsiteX11" fmla="*/ 43612 w 89776"/>
                <a:gd name="connsiteY11" fmla="*/ 131912 h 138337"/>
                <a:gd name="connsiteX12" fmla="*/ 18221 w 89776"/>
                <a:gd name="connsiteY12" fmla="*/ 121588 h 138337"/>
                <a:gd name="connsiteX13" fmla="*/ 5223 w 89776"/>
                <a:gd name="connsiteY13" fmla="*/ 90617 h 138337"/>
                <a:gd name="connsiteX14" fmla="*/ 386 w 89776"/>
                <a:gd name="connsiteY14" fmla="*/ 90617 h 138337"/>
                <a:gd name="connsiteX15" fmla="*/ 386 w 89776"/>
                <a:gd name="connsiteY15" fmla="*/ 136631 h 138337"/>
                <a:gd name="connsiteX16" fmla="*/ 4316 w 89776"/>
                <a:gd name="connsiteY16" fmla="*/ 136631 h 138337"/>
                <a:gd name="connsiteX17" fmla="*/ 11268 w 89776"/>
                <a:gd name="connsiteY17" fmla="*/ 133091 h 138337"/>
                <a:gd name="connsiteX18" fmla="*/ 25173 w 89776"/>
                <a:gd name="connsiteY18" fmla="*/ 135451 h 138337"/>
                <a:gd name="connsiteX19" fmla="*/ 47239 w 89776"/>
                <a:gd name="connsiteY19" fmla="*/ 138401 h 138337"/>
                <a:gd name="connsiteX20" fmla="*/ 89860 w 89776"/>
                <a:gd name="connsiteY20" fmla="*/ 100645 h 138337"/>
                <a:gd name="connsiteX21" fmla="*/ 64469 w 89776"/>
                <a:gd name="connsiteY21" fmla="*/ 65545 h 138337"/>
                <a:gd name="connsiteX22" fmla="*/ 31823 w 89776"/>
                <a:gd name="connsiteY22" fmla="*/ 46667 h 138337"/>
                <a:gd name="connsiteX23" fmla="*/ 18825 w 89776"/>
                <a:gd name="connsiteY23" fmla="*/ 26609 h 138337"/>
                <a:gd name="connsiteX24" fmla="*/ 42101 w 89776"/>
                <a:gd name="connsiteY24" fmla="*/ 6552 h 138337"/>
                <a:gd name="connsiteX25" fmla="*/ 75351 w 89776"/>
                <a:gd name="connsiteY25" fmla="*/ 42832 h 138337"/>
                <a:gd name="connsiteX26" fmla="*/ 79885 w 89776"/>
                <a:gd name="connsiteY26" fmla="*/ 42832 h 138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776" h="138337">
                  <a:moveTo>
                    <a:pt x="79885" y="42832"/>
                  </a:moveTo>
                  <a:lnTo>
                    <a:pt x="78676" y="2717"/>
                  </a:lnTo>
                  <a:lnTo>
                    <a:pt x="75351" y="2717"/>
                  </a:lnTo>
                  <a:lnTo>
                    <a:pt x="74747" y="3307"/>
                  </a:lnTo>
                  <a:cubicBezTo>
                    <a:pt x="72026" y="5372"/>
                    <a:pt x="71724" y="5667"/>
                    <a:pt x="70515" y="5667"/>
                  </a:cubicBezTo>
                  <a:cubicBezTo>
                    <a:pt x="68701" y="5667"/>
                    <a:pt x="65678" y="5077"/>
                    <a:pt x="62353" y="3602"/>
                  </a:cubicBezTo>
                  <a:cubicBezTo>
                    <a:pt x="55703" y="1243"/>
                    <a:pt x="49053" y="63"/>
                    <a:pt x="41194" y="63"/>
                  </a:cubicBezTo>
                  <a:cubicBezTo>
                    <a:pt x="17314" y="63"/>
                    <a:pt x="84" y="15106"/>
                    <a:pt x="84" y="36343"/>
                  </a:cubicBezTo>
                  <a:cubicBezTo>
                    <a:pt x="84" y="52861"/>
                    <a:pt x="9757" y="64660"/>
                    <a:pt x="35450" y="78818"/>
                  </a:cubicBezTo>
                  <a:lnTo>
                    <a:pt x="52983" y="88552"/>
                  </a:lnTo>
                  <a:cubicBezTo>
                    <a:pt x="63562" y="94451"/>
                    <a:pt x="68701" y="101530"/>
                    <a:pt x="68701" y="110674"/>
                  </a:cubicBezTo>
                  <a:cubicBezTo>
                    <a:pt x="68701" y="123653"/>
                    <a:pt x="59028" y="131912"/>
                    <a:pt x="43612" y="131912"/>
                  </a:cubicBezTo>
                  <a:cubicBezTo>
                    <a:pt x="33335" y="131912"/>
                    <a:pt x="23964" y="128077"/>
                    <a:pt x="18221" y="121588"/>
                  </a:cubicBezTo>
                  <a:cubicBezTo>
                    <a:pt x="11873" y="114214"/>
                    <a:pt x="9152" y="107430"/>
                    <a:pt x="5223" y="90617"/>
                  </a:cubicBezTo>
                  <a:lnTo>
                    <a:pt x="386" y="90617"/>
                  </a:lnTo>
                  <a:lnTo>
                    <a:pt x="386" y="136631"/>
                  </a:lnTo>
                  <a:lnTo>
                    <a:pt x="4316" y="136631"/>
                  </a:lnTo>
                  <a:cubicBezTo>
                    <a:pt x="6432" y="133681"/>
                    <a:pt x="7641" y="133091"/>
                    <a:pt x="11268" y="133091"/>
                  </a:cubicBezTo>
                  <a:cubicBezTo>
                    <a:pt x="13989" y="133091"/>
                    <a:pt x="18221" y="133681"/>
                    <a:pt x="25173" y="135451"/>
                  </a:cubicBezTo>
                  <a:cubicBezTo>
                    <a:pt x="33637" y="137221"/>
                    <a:pt x="41798" y="138401"/>
                    <a:pt x="47239" y="138401"/>
                  </a:cubicBezTo>
                  <a:cubicBezTo>
                    <a:pt x="70515" y="138401"/>
                    <a:pt x="89860" y="121293"/>
                    <a:pt x="89860" y="100645"/>
                  </a:cubicBezTo>
                  <a:cubicBezTo>
                    <a:pt x="89860" y="85897"/>
                    <a:pt x="82606" y="76163"/>
                    <a:pt x="64469" y="65545"/>
                  </a:cubicBezTo>
                  <a:lnTo>
                    <a:pt x="31823" y="46667"/>
                  </a:lnTo>
                  <a:cubicBezTo>
                    <a:pt x="23359" y="41948"/>
                    <a:pt x="18825" y="34574"/>
                    <a:pt x="18825" y="26609"/>
                  </a:cubicBezTo>
                  <a:cubicBezTo>
                    <a:pt x="18825" y="14811"/>
                    <a:pt x="28196" y="6552"/>
                    <a:pt x="42101" y="6552"/>
                  </a:cubicBezTo>
                  <a:cubicBezTo>
                    <a:pt x="59330" y="6552"/>
                    <a:pt x="68399" y="16581"/>
                    <a:pt x="75351" y="42832"/>
                  </a:cubicBezTo>
                  <a:lnTo>
                    <a:pt x="79885" y="42832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812FFC-074E-2D34-80B7-84DD4012EA39}"/>
                </a:ext>
              </a:extLst>
            </p:cNvPr>
            <p:cNvSpPr/>
            <p:nvPr>
              <p:custDataLst>
                <p:tags r:id="rId119"/>
              </p:custDataLst>
            </p:nvPr>
          </p:nvSpPr>
          <p:spPr>
            <a:xfrm>
              <a:off x="2079354" y="3393664"/>
              <a:ext cx="120608" cy="138632"/>
            </a:xfrm>
            <a:custGeom>
              <a:avLst/>
              <a:gdLst>
                <a:gd name="connsiteX0" fmla="*/ 115860 w 120608"/>
                <a:gd name="connsiteY0" fmla="*/ 87372 h 138632"/>
                <a:gd name="connsiteX1" fmla="*/ 69007 w 120608"/>
                <a:gd name="connsiteY1" fmla="*/ 118343 h 138632"/>
                <a:gd name="connsiteX2" fmla="*/ 30013 w 120608"/>
                <a:gd name="connsiteY2" fmla="*/ 92976 h 138632"/>
                <a:gd name="connsiteX3" fmla="*/ 21852 w 120608"/>
                <a:gd name="connsiteY3" fmla="*/ 54041 h 138632"/>
                <a:gd name="connsiteX4" fmla="*/ 114953 w 120608"/>
                <a:gd name="connsiteY4" fmla="*/ 54041 h 138632"/>
                <a:gd name="connsiteX5" fmla="*/ 101955 w 120608"/>
                <a:gd name="connsiteY5" fmla="*/ 16876 h 138632"/>
                <a:gd name="connsiteX6" fmla="*/ 63264 w 120608"/>
                <a:gd name="connsiteY6" fmla="*/ 63 h 138632"/>
                <a:gd name="connsiteX7" fmla="*/ 22456 w 120608"/>
                <a:gd name="connsiteY7" fmla="*/ 15401 h 138632"/>
                <a:gd name="connsiteX8" fmla="*/ 88 w 120608"/>
                <a:gd name="connsiteY8" fmla="*/ 72624 h 138632"/>
                <a:gd name="connsiteX9" fmla="*/ 56614 w 120608"/>
                <a:gd name="connsiteY9" fmla="*/ 138696 h 138632"/>
                <a:gd name="connsiteX10" fmla="*/ 120697 w 120608"/>
                <a:gd name="connsiteY10" fmla="*/ 89437 h 138632"/>
                <a:gd name="connsiteX11" fmla="*/ 115860 w 120608"/>
                <a:gd name="connsiteY11" fmla="*/ 87372 h 138632"/>
                <a:gd name="connsiteX12" fmla="*/ 22456 w 120608"/>
                <a:gd name="connsiteY12" fmla="*/ 44602 h 138632"/>
                <a:gd name="connsiteX13" fmla="*/ 54498 w 120608"/>
                <a:gd name="connsiteY13" fmla="*/ 10681 h 138632"/>
                <a:gd name="connsiteX14" fmla="*/ 84121 w 120608"/>
                <a:gd name="connsiteY14" fmla="*/ 44602 h 138632"/>
                <a:gd name="connsiteX15" fmla="*/ 22456 w 120608"/>
                <a:gd name="connsiteY15" fmla="*/ 44602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608" h="138632">
                  <a:moveTo>
                    <a:pt x="115860" y="87372"/>
                  </a:moveTo>
                  <a:cubicBezTo>
                    <a:pt x="101351" y="109789"/>
                    <a:pt x="88353" y="118343"/>
                    <a:pt x="69007" y="118343"/>
                  </a:cubicBezTo>
                  <a:cubicBezTo>
                    <a:pt x="51777" y="118343"/>
                    <a:pt x="38779" y="109789"/>
                    <a:pt x="30013" y="92976"/>
                  </a:cubicBezTo>
                  <a:cubicBezTo>
                    <a:pt x="24572" y="81768"/>
                    <a:pt x="22456" y="72034"/>
                    <a:pt x="21852" y="54041"/>
                  </a:cubicBezTo>
                  <a:lnTo>
                    <a:pt x="114953" y="54041"/>
                  </a:lnTo>
                  <a:cubicBezTo>
                    <a:pt x="112535" y="34868"/>
                    <a:pt x="109512" y="26315"/>
                    <a:pt x="101955" y="16876"/>
                  </a:cubicBezTo>
                  <a:cubicBezTo>
                    <a:pt x="92887" y="6257"/>
                    <a:pt x="78982" y="63"/>
                    <a:pt x="63264" y="63"/>
                  </a:cubicBezTo>
                  <a:cubicBezTo>
                    <a:pt x="48150" y="63"/>
                    <a:pt x="33943" y="5372"/>
                    <a:pt x="22456" y="15401"/>
                  </a:cubicBezTo>
                  <a:cubicBezTo>
                    <a:pt x="8249" y="27494"/>
                    <a:pt x="88" y="48437"/>
                    <a:pt x="88" y="72624"/>
                  </a:cubicBezTo>
                  <a:cubicBezTo>
                    <a:pt x="88" y="113329"/>
                    <a:pt x="21852" y="138696"/>
                    <a:pt x="56614" y="138696"/>
                  </a:cubicBezTo>
                  <a:cubicBezTo>
                    <a:pt x="85330" y="138696"/>
                    <a:pt x="108001" y="121293"/>
                    <a:pt x="120697" y="89437"/>
                  </a:cubicBezTo>
                  <a:lnTo>
                    <a:pt x="115860" y="87372"/>
                  </a:lnTo>
                  <a:close/>
                  <a:moveTo>
                    <a:pt x="22456" y="44602"/>
                  </a:moveTo>
                  <a:cubicBezTo>
                    <a:pt x="25781" y="21595"/>
                    <a:pt x="36059" y="10681"/>
                    <a:pt x="54498" y="10681"/>
                  </a:cubicBezTo>
                  <a:cubicBezTo>
                    <a:pt x="72937" y="10681"/>
                    <a:pt x="80191" y="18940"/>
                    <a:pt x="84121" y="44602"/>
                  </a:cubicBezTo>
                  <a:lnTo>
                    <a:pt x="22456" y="44602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81C0239-9C6D-EE4F-4A22-E8D989925C4B}"/>
                </a:ext>
              </a:extLst>
            </p:cNvPr>
            <p:cNvSpPr/>
            <p:nvPr>
              <p:custDataLst>
                <p:tags r:id="rId120"/>
              </p:custDataLst>
            </p:nvPr>
          </p:nvSpPr>
          <p:spPr>
            <a:xfrm>
              <a:off x="2285990" y="3334081"/>
              <a:ext cx="176832" cy="195265"/>
            </a:xfrm>
            <a:custGeom>
              <a:avLst/>
              <a:gdLst>
                <a:gd name="connsiteX0" fmla="*/ 176927 w 176832"/>
                <a:gd name="connsiteY0" fmla="*/ 145480 h 195265"/>
                <a:gd name="connsiteX1" fmla="*/ 168464 w 176832"/>
                <a:gd name="connsiteY1" fmla="*/ 145480 h 195265"/>
                <a:gd name="connsiteX2" fmla="*/ 97126 w 176832"/>
                <a:gd name="connsiteY2" fmla="*/ 184415 h 195265"/>
                <a:gd name="connsiteX3" fmla="*/ 88964 w 176832"/>
                <a:gd name="connsiteY3" fmla="*/ 184415 h 195265"/>
                <a:gd name="connsiteX4" fmla="*/ 59341 w 176832"/>
                <a:gd name="connsiteY4" fmla="*/ 180875 h 195265"/>
                <a:gd name="connsiteX5" fmla="*/ 57225 w 176832"/>
                <a:gd name="connsiteY5" fmla="*/ 171732 h 195265"/>
                <a:gd name="connsiteX6" fmla="*/ 57225 w 176832"/>
                <a:gd name="connsiteY6" fmla="*/ 98876 h 195265"/>
                <a:gd name="connsiteX7" fmla="*/ 103776 w 176832"/>
                <a:gd name="connsiteY7" fmla="*/ 98876 h 195265"/>
                <a:gd name="connsiteX8" fmla="*/ 137027 w 176832"/>
                <a:gd name="connsiteY8" fmla="*/ 127192 h 195265"/>
                <a:gd name="connsiteX9" fmla="*/ 143979 w 176832"/>
                <a:gd name="connsiteY9" fmla="*/ 127192 h 195265"/>
                <a:gd name="connsiteX10" fmla="*/ 143979 w 176832"/>
                <a:gd name="connsiteY10" fmla="*/ 58761 h 195265"/>
                <a:gd name="connsiteX11" fmla="*/ 137027 w 176832"/>
                <a:gd name="connsiteY11" fmla="*/ 58761 h 195265"/>
                <a:gd name="connsiteX12" fmla="*/ 130377 w 176832"/>
                <a:gd name="connsiteY12" fmla="*/ 79408 h 195265"/>
                <a:gd name="connsiteX13" fmla="*/ 103776 w 176832"/>
                <a:gd name="connsiteY13" fmla="*/ 86782 h 195265"/>
                <a:gd name="connsiteX14" fmla="*/ 57225 w 176832"/>
                <a:gd name="connsiteY14" fmla="*/ 86782 h 195265"/>
                <a:gd name="connsiteX15" fmla="*/ 57225 w 176832"/>
                <a:gd name="connsiteY15" fmla="*/ 21300 h 195265"/>
                <a:gd name="connsiteX16" fmla="*/ 67200 w 176832"/>
                <a:gd name="connsiteY16" fmla="*/ 11271 h 195265"/>
                <a:gd name="connsiteX17" fmla="*/ 108008 w 176832"/>
                <a:gd name="connsiteY17" fmla="*/ 11271 h 195265"/>
                <a:gd name="connsiteX18" fmla="*/ 153954 w 176832"/>
                <a:gd name="connsiteY18" fmla="*/ 42243 h 195265"/>
                <a:gd name="connsiteX19" fmla="*/ 161511 w 176832"/>
                <a:gd name="connsiteY19" fmla="*/ 42243 h 195265"/>
                <a:gd name="connsiteX20" fmla="*/ 160604 w 176832"/>
                <a:gd name="connsiteY20" fmla="*/ 63 h 195265"/>
                <a:gd name="connsiteX21" fmla="*/ 95 w 176832"/>
                <a:gd name="connsiteY21" fmla="*/ 63 h 195265"/>
                <a:gd name="connsiteX22" fmla="*/ 95 w 176832"/>
                <a:gd name="connsiteY22" fmla="*/ 5667 h 195265"/>
                <a:gd name="connsiteX23" fmla="*/ 26393 w 176832"/>
                <a:gd name="connsiteY23" fmla="*/ 32214 h 195265"/>
                <a:gd name="connsiteX24" fmla="*/ 26393 w 176832"/>
                <a:gd name="connsiteY24" fmla="*/ 163178 h 195265"/>
                <a:gd name="connsiteX25" fmla="*/ 95 w 176832"/>
                <a:gd name="connsiteY25" fmla="*/ 189724 h 195265"/>
                <a:gd name="connsiteX26" fmla="*/ 95 w 176832"/>
                <a:gd name="connsiteY26" fmla="*/ 195329 h 195265"/>
                <a:gd name="connsiteX27" fmla="*/ 163325 w 176832"/>
                <a:gd name="connsiteY27" fmla="*/ 195329 h 195265"/>
                <a:gd name="connsiteX28" fmla="*/ 176927 w 176832"/>
                <a:gd name="connsiteY28" fmla="*/ 145480 h 1952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76832" h="195265">
                  <a:moveTo>
                    <a:pt x="176927" y="145480"/>
                  </a:moveTo>
                  <a:lnTo>
                    <a:pt x="168464" y="145480"/>
                  </a:lnTo>
                  <a:cubicBezTo>
                    <a:pt x="153350" y="177336"/>
                    <a:pt x="140352" y="184415"/>
                    <a:pt x="97126" y="184415"/>
                  </a:cubicBezTo>
                  <a:lnTo>
                    <a:pt x="88964" y="184415"/>
                  </a:lnTo>
                  <a:cubicBezTo>
                    <a:pt x="74153" y="184415"/>
                    <a:pt x="61457" y="182940"/>
                    <a:pt x="59341" y="180875"/>
                  </a:cubicBezTo>
                  <a:cubicBezTo>
                    <a:pt x="57830" y="179991"/>
                    <a:pt x="57225" y="176746"/>
                    <a:pt x="57225" y="171732"/>
                  </a:cubicBezTo>
                  <a:lnTo>
                    <a:pt x="57225" y="98876"/>
                  </a:lnTo>
                  <a:lnTo>
                    <a:pt x="103776" y="98876"/>
                  </a:lnTo>
                  <a:cubicBezTo>
                    <a:pt x="128563" y="98876"/>
                    <a:pt x="133097" y="102710"/>
                    <a:pt x="137027" y="127192"/>
                  </a:cubicBezTo>
                  <a:lnTo>
                    <a:pt x="143979" y="127192"/>
                  </a:lnTo>
                  <a:lnTo>
                    <a:pt x="143979" y="58761"/>
                  </a:lnTo>
                  <a:lnTo>
                    <a:pt x="137027" y="58761"/>
                  </a:lnTo>
                  <a:cubicBezTo>
                    <a:pt x="134911" y="70854"/>
                    <a:pt x="133702" y="75278"/>
                    <a:pt x="130377" y="79408"/>
                  </a:cubicBezTo>
                  <a:cubicBezTo>
                    <a:pt x="126447" y="84422"/>
                    <a:pt x="117983" y="86782"/>
                    <a:pt x="103776" y="86782"/>
                  </a:cubicBezTo>
                  <a:lnTo>
                    <a:pt x="57225" y="86782"/>
                  </a:lnTo>
                  <a:lnTo>
                    <a:pt x="57225" y="21300"/>
                  </a:lnTo>
                  <a:cubicBezTo>
                    <a:pt x="57225" y="13041"/>
                    <a:pt x="59039" y="11271"/>
                    <a:pt x="67200" y="11271"/>
                  </a:cubicBezTo>
                  <a:lnTo>
                    <a:pt x="108008" y="11271"/>
                  </a:lnTo>
                  <a:cubicBezTo>
                    <a:pt x="142165" y="11271"/>
                    <a:pt x="148815" y="15696"/>
                    <a:pt x="153954" y="42243"/>
                  </a:cubicBezTo>
                  <a:lnTo>
                    <a:pt x="161511" y="42243"/>
                  </a:lnTo>
                  <a:lnTo>
                    <a:pt x="160604" y="63"/>
                  </a:lnTo>
                  <a:lnTo>
                    <a:pt x="95" y="63"/>
                  </a:lnTo>
                  <a:lnTo>
                    <a:pt x="95" y="5667"/>
                  </a:lnTo>
                  <a:cubicBezTo>
                    <a:pt x="22463" y="7437"/>
                    <a:pt x="26393" y="11566"/>
                    <a:pt x="26393" y="32214"/>
                  </a:cubicBezTo>
                  <a:lnTo>
                    <a:pt x="26393" y="163178"/>
                  </a:lnTo>
                  <a:cubicBezTo>
                    <a:pt x="26393" y="183825"/>
                    <a:pt x="22161" y="188250"/>
                    <a:pt x="95" y="189724"/>
                  </a:cubicBezTo>
                  <a:lnTo>
                    <a:pt x="95" y="195329"/>
                  </a:lnTo>
                  <a:lnTo>
                    <a:pt x="163325" y="195329"/>
                  </a:lnTo>
                  <a:lnTo>
                    <a:pt x="176927" y="145480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FC23421-D128-C92C-5D1D-453A5E19383F}"/>
                </a:ext>
              </a:extLst>
            </p:cNvPr>
            <p:cNvSpPr/>
            <p:nvPr>
              <p:custDataLst>
                <p:tags r:id="rId121"/>
              </p:custDataLst>
            </p:nvPr>
          </p:nvSpPr>
          <p:spPr>
            <a:xfrm>
              <a:off x="2470468" y="3396613"/>
              <a:ext cx="142070" cy="135683"/>
            </a:xfrm>
            <a:custGeom>
              <a:avLst/>
              <a:gdLst>
                <a:gd name="connsiteX0" fmla="*/ 142171 w 142070"/>
                <a:gd name="connsiteY0" fmla="*/ 118048 h 135683"/>
                <a:gd name="connsiteX1" fmla="*/ 140660 w 142070"/>
                <a:gd name="connsiteY1" fmla="*/ 118048 h 135683"/>
                <a:gd name="connsiteX2" fmla="*/ 123430 w 142070"/>
                <a:gd name="connsiteY2" fmla="*/ 101235 h 135683"/>
                <a:gd name="connsiteX3" fmla="*/ 123430 w 142070"/>
                <a:gd name="connsiteY3" fmla="*/ 63 h 135683"/>
                <a:gd name="connsiteX4" fmla="*/ 75670 w 142070"/>
                <a:gd name="connsiteY4" fmla="*/ 63 h 135683"/>
                <a:gd name="connsiteX5" fmla="*/ 75670 w 142070"/>
                <a:gd name="connsiteY5" fmla="*/ 5077 h 135683"/>
                <a:gd name="connsiteX6" fmla="*/ 98039 w 142070"/>
                <a:gd name="connsiteY6" fmla="*/ 23660 h 135683"/>
                <a:gd name="connsiteX7" fmla="*/ 98039 w 142070"/>
                <a:gd name="connsiteY7" fmla="*/ 92976 h 135683"/>
                <a:gd name="connsiteX8" fmla="*/ 92296 w 142070"/>
                <a:gd name="connsiteY8" fmla="*/ 108609 h 135683"/>
                <a:gd name="connsiteX9" fmla="*/ 65695 w 142070"/>
                <a:gd name="connsiteY9" fmla="*/ 118638 h 135683"/>
                <a:gd name="connsiteX10" fmla="*/ 44233 w 142070"/>
                <a:gd name="connsiteY10" fmla="*/ 96221 h 135683"/>
                <a:gd name="connsiteX11" fmla="*/ 44233 w 142070"/>
                <a:gd name="connsiteY11" fmla="*/ 63 h 135683"/>
                <a:gd name="connsiteX12" fmla="*/ 101 w 142070"/>
                <a:gd name="connsiteY12" fmla="*/ 63 h 135683"/>
                <a:gd name="connsiteX13" fmla="*/ 101 w 142070"/>
                <a:gd name="connsiteY13" fmla="*/ 4192 h 135683"/>
                <a:gd name="connsiteX14" fmla="*/ 18842 w 142070"/>
                <a:gd name="connsiteY14" fmla="*/ 23070 h 135683"/>
                <a:gd name="connsiteX15" fmla="*/ 18842 w 142070"/>
                <a:gd name="connsiteY15" fmla="*/ 97401 h 135683"/>
                <a:gd name="connsiteX16" fmla="*/ 55418 w 142070"/>
                <a:gd name="connsiteY16" fmla="*/ 135746 h 135683"/>
                <a:gd name="connsiteX17" fmla="*/ 86552 w 142070"/>
                <a:gd name="connsiteY17" fmla="*/ 123063 h 135683"/>
                <a:gd name="connsiteX18" fmla="*/ 99550 w 142070"/>
                <a:gd name="connsiteY18" fmla="*/ 110379 h 135683"/>
                <a:gd name="connsiteX19" fmla="*/ 99550 w 142070"/>
                <a:gd name="connsiteY19" fmla="*/ 134861 h 135683"/>
                <a:gd name="connsiteX20" fmla="*/ 100759 w 142070"/>
                <a:gd name="connsiteY20" fmla="*/ 135451 h 135683"/>
                <a:gd name="connsiteX21" fmla="*/ 142171 w 142070"/>
                <a:gd name="connsiteY21" fmla="*/ 122178 h 135683"/>
                <a:gd name="connsiteX22" fmla="*/ 142171 w 142070"/>
                <a:gd name="connsiteY22" fmla="*/ 118048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2070" h="135683">
                  <a:moveTo>
                    <a:pt x="142171" y="118048"/>
                  </a:moveTo>
                  <a:lnTo>
                    <a:pt x="140660" y="118048"/>
                  </a:lnTo>
                  <a:cubicBezTo>
                    <a:pt x="126755" y="118048"/>
                    <a:pt x="123430" y="114804"/>
                    <a:pt x="123430" y="101235"/>
                  </a:cubicBezTo>
                  <a:lnTo>
                    <a:pt x="123430" y="63"/>
                  </a:lnTo>
                  <a:lnTo>
                    <a:pt x="75670" y="63"/>
                  </a:lnTo>
                  <a:lnTo>
                    <a:pt x="75670" y="5077"/>
                  </a:lnTo>
                  <a:cubicBezTo>
                    <a:pt x="94412" y="5962"/>
                    <a:pt x="98039" y="8912"/>
                    <a:pt x="98039" y="23660"/>
                  </a:cubicBezTo>
                  <a:lnTo>
                    <a:pt x="98039" y="92976"/>
                  </a:lnTo>
                  <a:cubicBezTo>
                    <a:pt x="98039" y="101235"/>
                    <a:pt x="96527" y="105365"/>
                    <a:pt x="92296" y="108609"/>
                  </a:cubicBezTo>
                  <a:cubicBezTo>
                    <a:pt x="84134" y="115099"/>
                    <a:pt x="74763" y="118638"/>
                    <a:pt x="65695" y="118638"/>
                  </a:cubicBezTo>
                  <a:cubicBezTo>
                    <a:pt x="53906" y="118638"/>
                    <a:pt x="44233" y="108609"/>
                    <a:pt x="44233" y="96221"/>
                  </a:cubicBezTo>
                  <a:lnTo>
                    <a:pt x="44233" y="63"/>
                  </a:lnTo>
                  <a:lnTo>
                    <a:pt x="101" y="63"/>
                  </a:lnTo>
                  <a:lnTo>
                    <a:pt x="101" y="4192"/>
                  </a:lnTo>
                  <a:cubicBezTo>
                    <a:pt x="14610" y="5077"/>
                    <a:pt x="18842" y="9502"/>
                    <a:pt x="18842" y="23070"/>
                  </a:cubicBezTo>
                  <a:lnTo>
                    <a:pt x="18842" y="97401"/>
                  </a:lnTo>
                  <a:cubicBezTo>
                    <a:pt x="18842" y="120703"/>
                    <a:pt x="33351" y="135746"/>
                    <a:pt x="55418" y="135746"/>
                  </a:cubicBezTo>
                  <a:cubicBezTo>
                    <a:pt x="66602" y="135746"/>
                    <a:pt x="78391" y="131027"/>
                    <a:pt x="86552" y="123063"/>
                  </a:cubicBezTo>
                  <a:lnTo>
                    <a:pt x="99550" y="110379"/>
                  </a:lnTo>
                  <a:lnTo>
                    <a:pt x="99550" y="134861"/>
                  </a:lnTo>
                  <a:lnTo>
                    <a:pt x="100759" y="135451"/>
                  </a:lnTo>
                  <a:cubicBezTo>
                    <a:pt x="115873" y="129552"/>
                    <a:pt x="126755" y="126307"/>
                    <a:pt x="142171" y="122178"/>
                  </a:cubicBezTo>
                  <a:lnTo>
                    <a:pt x="142171" y="118048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776D65B-9A0C-382F-659C-8C98E89DAB32}"/>
                </a:ext>
              </a:extLst>
            </p:cNvPr>
            <p:cNvSpPr/>
            <p:nvPr>
              <p:custDataLst>
                <p:tags r:id="rId122"/>
              </p:custDataLst>
            </p:nvPr>
          </p:nvSpPr>
          <p:spPr>
            <a:xfrm>
              <a:off x="2625196" y="3327887"/>
              <a:ext cx="71942" cy="201460"/>
            </a:xfrm>
            <a:custGeom>
              <a:avLst/>
              <a:gdLst>
                <a:gd name="connsiteX0" fmla="*/ 106 w 71942"/>
                <a:gd name="connsiteY0" fmla="*/ 17761 h 201460"/>
                <a:gd name="connsiteX1" fmla="*/ 1919 w 71942"/>
                <a:gd name="connsiteY1" fmla="*/ 17761 h 201460"/>
                <a:gd name="connsiteX2" fmla="*/ 11290 w 71942"/>
                <a:gd name="connsiteY2" fmla="*/ 17171 h 201460"/>
                <a:gd name="connsiteX3" fmla="*/ 23986 w 71942"/>
                <a:gd name="connsiteY3" fmla="*/ 35163 h 201460"/>
                <a:gd name="connsiteX4" fmla="*/ 23986 w 71942"/>
                <a:gd name="connsiteY4" fmla="*/ 175861 h 201460"/>
                <a:gd name="connsiteX5" fmla="*/ 710 w 71942"/>
                <a:gd name="connsiteY5" fmla="*/ 197098 h 201460"/>
                <a:gd name="connsiteX6" fmla="*/ 710 w 71942"/>
                <a:gd name="connsiteY6" fmla="*/ 201523 h 201460"/>
                <a:gd name="connsiteX7" fmla="*/ 72048 w 71942"/>
                <a:gd name="connsiteY7" fmla="*/ 201523 h 201460"/>
                <a:gd name="connsiteX8" fmla="*/ 72048 w 71942"/>
                <a:gd name="connsiteY8" fmla="*/ 197098 h 201460"/>
                <a:gd name="connsiteX9" fmla="*/ 49377 w 71942"/>
                <a:gd name="connsiteY9" fmla="*/ 176746 h 201460"/>
                <a:gd name="connsiteX10" fmla="*/ 49377 w 71942"/>
                <a:gd name="connsiteY10" fmla="*/ 653 h 201460"/>
                <a:gd name="connsiteX11" fmla="*/ 48168 w 71942"/>
                <a:gd name="connsiteY11" fmla="*/ 63 h 201460"/>
                <a:gd name="connsiteX12" fmla="*/ 106 w 71942"/>
                <a:gd name="connsiteY12" fmla="*/ 13041 h 201460"/>
                <a:gd name="connsiteX13" fmla="*/ 106 w 71942"/>
                <a:gd name="connsiteY13" fmla="*/ 17761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1942" h="201460">
                  <a:moveTo>
                    <a:pt x="106" y="17761"/>
                  </a:moveTo>
                  <a:lnTo>
                    <a:pt x="1919" y="17761"/>
                  </a:lnTo>
                  <a:cubicBezTo>
                    <a:pt x="5244" y="17466"/>
                    <a:pt x="8872" y="17171"/>
                    <a:pt x="11290" y="17171"/>
                  </a:cubicBezTo>
                  <a:cubicBezTo>
                    <a:pt x="20963" y="17171"/>
                    <a:pt x="23986" y="21300"/>
                    <a:pt x="23986" y="35163"/>
                  </a:cubicBezTo>
                  <a:lnTo>
                    <a:pt x="23986" y="175861"/>
                  </a:lnTo>
                  <a:cubicBezTo>
                    <a:pt x="23986" y="191789"/>
                    <a:pt x="19754" y="195624"/>
                    <a:pt x="710" y="197098"/>
                  </a:cubicBezTo>
                  <a:lnTo>
                    <a:pt x="710" y="201523"/>
                  </a:lnTo>
                  <a:lnTo>
                    <a:pt x="72048" y="201523"/>
                  </a:lnTo>
                  <a:lnTo>
                    <a:pt x="72048" y="197098"/>
                  </a:lnTo>
                  <a:cubicBezTo>
                    <a:pt x="53004" y="195919"/>
                    <a:pt x="49377" y="192969"/>
                    <a:pt x="49377" y="176746"/>
                  </a:cubicBezTo>
                  <a:lnTo>
                    <a:pt x="49377" y="653"/>
                  </a:lnTo>
                  <a:lnTo>
                    <a:pt x="48168" y="63"/>
                  </a:lnTo>
                  <a:cubicBezTo>
                    <a:pt x="32450" y="5077"/>
                    <a:pt x="20963" y="8027"/>
                    <a:pt x="106" y="13041"/>
                  </a:cubicBezTo>
                  <a:lnTo>
                    <a:pt x="106" y="17761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07DFE02-3075-8425-2CCE-08EB5886CC08}"/>
                </a:ext>
              </a:extLst>
            </p:cNvPr>
            <p:cNvSpPr/>
            <p:nvPr>
              <p:custDataLst>
                <p:tags r:id="rId123"/>
              </p:custDataLst>
            </p:nvPr>
          </p:nvSpPr>
          <p:spPr>
            <a:xfrm>
              <a:off x="2711355" y="3393664"/>
              <a:ext cx="120608" cy="138632"/>
            </a:xfrm>
            <a:custGeom>
              <a:avLst/>
              <a:gdLst>
                <a:gd name="connsiteX0" fmla="*/ 115881 w 120608"/>
                <a:gd name="connsiteY0" fmla="*/ 87372 h 138632"/>
                <a:gd name="connsiteX1" fmla="*/ 69028 w 120608"/>
                <a:gd name="connsiteY1" fmla="*/ 118343 h 138632"/>
                <a:gd name="connsiteX2" fmla="*/ 30034 w 120608"/>
                <a:gd name="connsiteY2" fmla="*/ 92976 h 138632"/>
                <a:gd name="connsiteX3" fmla="*/ 21873 w 120608"/>
                <a:gd name="connsiteY3" fmla="*/ 54041 h 138632"/>
                <a:gd name="connsiteX4" fmla="*/ 114974 w 120608"/>
                <a:gd name="connsiteY4" fmla="*/ 54041 h 138632"/>
                <a:gd name="connsiteX5" fmla="*/ 101976 w 120608"/>
                <a:gd name="connsiteY5" fmla="*/ 16876 h 138632"/>
                <a:gd name="connsiteX6" fmla="*/ 63285 w 120608"/>
                <a:gd name="connsiteY6" fmla="*/ 63 h 138632"/>
                <a:gd name="connsiteX7" fmla="*/ 22477 w 120608"/>
                <a:gd name="connsiteY7" fmla="*/ 15401 h 138632"/>
                <a:gd name="connsiteX8" fmla="*/ 109 w 120608"/>
                <a:gd name="connsiteY8" fmla="*/ 72624 h 138632"/>
                <a:gd name="connsiteX9" fmla="*/ 56635 w 120608"/>
                <a:gd name="connsiteY9" fmla="*/ 138696 h 138632"/>
                <a:gd name="connsiteX10" fmla="*/ 120717 w 120608"/>
                <a:gd name="connsiteY10" fmla="*/ 89437 h 138632"/>
                <a:gd name="connsiteX11" fmla="*/ 115881 w 120608"/>
                <a:gd name="connsiteY11" fmla="*/ 87372 h 138632"/>
                <a:gd name="connsiteX12" fmla="*/ 22477 w 120608"/>
                <a:gd name="connsiteY12" fmla="*/ 44602 h 138632"/>
                <a:gd name="connsiteX13" fmla="*/ 54519 w 120608"/>
                <a:gd name="connsiteY13" fmla="*/ 10681 h 138632"/>
                <a:gd name="connsiteX14" fmla="*/ 84142 w 120608"/>
                <a:gd name="connsiteY14" fmla="*/ 44602 h 138632"/>
                <a:gd name="connsiteX15" fmla="*/ 22477 w 120608"/>
                <a:gd name="connsiteY15" fmla="*/ 44602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608" h="138632">
                  <a:moveTo>
                    <a:pt x="115881" y="87372"/>
                  </a:moveTo>
                  <a:cubicBezTo>
                    <a:pt x="101372" y="109789"/>
                    <a:pt x="88374" y="118343"/>
                    <a:pt x="69028" y="118343"/>
                  </a:cubicBezTo>
                  <a:cubicBezTo>
                    <a:pt x="51798" y="118343"/>
                    <a:pt x="38800" y="109789"/>
                    <a:pt x="30034" y="92976"/>
                  </a:cubicBezTo>
                  <a:cubicBezTo>
                    <a:pt x="24593" y="81768"/>
                    <a:pt x="22477" y="72034"/>
                    <a:pt x="21873" y="54041"/>
                  </a:cubicBezTo>
                  <a:lnTo>
                    <a:pt x="114974" y="54041"/>
                  </a:lnTo>
                  <a:cubicBezTo>
                    <a:pt x="112556" y="34868"/>
                    <a:pt x="109533" y="26315"/>
                    <a:pt x="101976" y="16876"/>
                  </a:cubicBezTo>
                  <a:cubicBezTo>
                    <a:pt x="92908" y="6257"/>
                    <a:pt x="79003" y="63"/>
                    <a:pt x="63285" y="63"/>
                  </a:cubicBezTo>
                  <a:cubicBezTo>
                    <a:pt x="48171" y="63"/>
                    <a:pt x="33964" y="5372"/>
                    <a:pt x="22477" y="15401"/>
                  </a:cubicBezTo>
                  <a:cubicBezTo>
                    <a:pt x="8270" y="27494"/>
                    <a:pt x="109" y="48437"/>
                    <a:pt x="109" y="72624"/>
                  </a:cubicBezTo>
                  <a:cubicBezTo>
                    <a:pt x="109" y="113329"/>
                    <a:pt x="21873" y="138696"/>
                    <a:pt x="56635" y="138696"/>
                  </a:cubicBezTo>
                  <a:cubicBezTo>
                    <a:pt x="85351" y="138696"/>
                    <a:pt x="108022" y="121293"/>
                    <a:pt x="120717" y="89437"/>
                  </a:cubicBezTo>
                  <a:lnTo>
                    <a:pt x="115881" y="87372"/>
                  </a:lnTo>
                  <a:close/>
                  <a:moveTo>
                    <a:pt x="22477" y="44602"/>
                  </a:moveTo>
                  <a:cubicBezTo>
                    <a:pt x="25802" y="21595"/>
                    <a:pt x="36080" y="10681"/>
                    <a:pt x="54519" y="10681"/>
                  </a:cubicBezTo>
                  <a:cubicBezTo>
                    <a:pt x="72958" y="10681"/>
                    <a:pt x="80212" y="18940"/>
                    <a:pt x="84142" y="44602"/>
                  </a:cubicBezTo>
                  <a:lnTo>
                    <a:pt x="22477" y="44602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D91022-969C-0D1C-AEB4-43215D933978}"/>
                </a:ext>
              </a:extLst>
            </p:cNvPr>
            <p:cNvSpPr/>
            <p:nvPr>
              <p:custDataLst>
                <p:tags r:id="rId124"/>
              </p:custDataLst>
            </p:nvPr>
          </p:nvSpPr>
          <p:spPr>
            <a:xfrm>
              <a:off x="2862391" y="3329951"/>
              <a:ext cx="42016" cy="71676"/>
            </a:xfrm>
            <a:custGeom>
              <a:avLst/>
              <a:gdLst>
                <a:gd name="connsiteX0" fmla="*/ 8274 w 42016"/>
                <a:gd name="connsiteY0" fmla="*/ 71739 h 71676"/>
                <a:gd name="connsiteX1" fmla="*/ 42130 w 42016"/>
                <a:gd name="connsiteY1" fmla="*/ 26315 h 71676"/>
                <a:gd name="connsiteX2" fmla="*/ 17947 w 42016"/>
                <a:gd name="connsiteY2" fmla="*/ 63 h 71676"/>
                <a:gd name="connsiteX3" fmla="*/ 113 w 42016"/>
                <a:gd name="connsiteY3" fmla="*/ 16876 h 71676"/>
                <a:gd name="connsiteX4" fmla="*/ 17947 w 42016"/>
                <a:gd name="connsiteY4" fmla="*/ 31919 h 71676"/>
                <a:gd name="connsiteX5" fmla="*/ 23691 w 42016"/>
                <a:gd name="connsiteY5" fmla="*/ 31329 h 71676"/>
                <a:gd name="connsiteX6" fmla="*/ 26109 w 42016"/>
                <a:gd name="connsiteY6" fmla="*/ 30739 h 71676"/>
                <a:gd name="connsiteX7" fmla="*/ 30341 w 42016"/>
                <a:gd name="connsiteY7" fmla="*/ 34868 h 71676"/>
                <a:gd name="connsiteX8" fmla="*/ 5554 w 42016"/>
                <a:gd name="connsiteY8" fmla="*/ 66135 h 71676"/>
                <a:gd name="connsiteX9" fmla="*/ 8274 w 42016"/>
                <a:gd name="connsiteY9" fmla="*/ 71739 h 71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016" h="71676">
                  <a:moveTo>
                    <a:pt x="8274" y="71739"/>
                  </a:moveTo>
                  <a:cubicBezTo>
                    <a:pt x="28527" y="62005"/>
                    <a:pt x="42130" y="44012"/>
                    <a:pt x="42130" y="26315"/>
                  </a:cubicBezTo>
                  <a:cubicBezTo>
                    <a:pt x="42130" y="11566"/>
                    <a:pt x="31550" y="63"/>
                    <a:pt x="17947" y="63"/>
                  </a:cubicBezTo>
                  <a:cubicBezTo>
                    <a:pt x="7368" y="63"/>
                    <a:pt x="113" y="6847"/>
                    <a:pt x="113" y="16876"/>
                  </a:cubicBezTo>
                  <a:cubicBezTo>
                    <a:pt x="113" y="26315"/>
                    <a:pt x="7065" y="31919"/>
                    <a:pt x="17947" y="31919"/>
                  </a:cubicBezTo>
                  <a:cubicBezTo>
                    <a:pt x="19761" y="31919"/>
                    <a:pt x="21877" y="31624"/>
                    <a:pt x="23691" y="31329"/>
                  </a:cubicBezTo>
                  <a:cubicBezTo>
                    <a:pt x="25807" y="30739"/>
                    <a:pt x="25807" y="30739"/>
                    <a:pt x="26109" y="30739"/>
                  </a:cubicBezTo>
                  <a:cubicBezTo>
                    <a:pt x="28527" y="30739"/>
                    <a:pt x="30341" y="32509"/>
                    <a:pt x="30341" y="34868"/>
                  </a:cubicBezTo>
                  <a:cubicBezTo>
                    <a:pt x="30341" y="44602"/>
                    <a:pt x="21877" y="55221"/>
                    <a:pt x="5554" y="66135"/>
                  </a:cubicBezTo>
                  <a:lnTo>
                    <a:pt x="8274" y="71739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ABA7D5D-60C4-6980-2B00-76AB04F25FAB}"/>
                </a:ext>
              </a:extLst>
            </p:cNvPr>
            <p:cNvSpPr/>
            <p:nvPr>
              <p:custDataLst>
                <p:tags r:id="rId125"/>
              </p:custDataLst>
            </p:nvPr>
          </p:nvSpPr>
          <p:spPr>
            <a:xfrm>
              <a:off x="2938277" y="3393959"/>
              <a:ext cx="89776" cy="138337"/>
            </a:xfrm>
            <a:custGeom>
              <a:avLst/>
              <a:gdLst>
                <a:gd name="connsiteX0" fmla="*/ 79917 w 89776"/>
                <a:gd name="connsiteY0" fmla="*/ 42832 h 138337"/>
                <a:gd name="connsiteX1" fmla="*/ 78708 w 89776"/>
                <a:gd name="connsiteY1" fmla="*/ 2717 h 138337"/>
                <a:gd name="connsiteX2" fmla="*/ 75383 w 89776"/>
                <a:gd name="connsiteY2" fmla="*/ 2717 h 138337"/>
                <a:gd name="connsiteX3" fmla="*/ 74778 w 89776"/>
                <a:gd name="connsiteY3" fmla="*/ 3307 h 138337"/>
                <a:gd name="connsiteX4" fmla="*/ 70547 w 89776"/>
                <a:gd name="connsiteY4" fmla="*/ 5667 h 138337"/>
                <a:gd name="connsiteX5" fmla="*/ 62385 w 89776"/>
                <a:gd name="connsiteY5" fmla="*/ 3602 h 138337"/>
                <a:gd name="connsiteX6" fmla="*/ 41226 w 89776"/>
                <a:gd name="connsiteY6" fmla="*/ 63 h 138337"/>
                <a:gd name="connsiteX7" fmla="*/ 116 w 89776"/>
                <a:gd name="connsiteY7" fmla="*/ 36343 h 138337"/>
                <a:gd name="connsiteX8" fmla="*/ 35482 w 89776"/>
                <a:gd name="connsiteY8" fmla="*/ 78818 h 138337"/>
                <a:gd name="connsiteX9" fmla="*/ 53014 w 89776"/>
                <a:gd name="connsiteY9" fmla="*/ 88552 h 138337"/>
                <a:gd name="connsiteX10" fmla="*/ 68733 w 89776"/>
                <a:gd name="connsiteY10" fmla="*/ 110674 h 138337"/>
                <a:gd name="connsiteX11" fmla="*/ 43644 w 89776"/>
                <a:gd name="connsiteY11" fmla="*/ 131912 h 138337"/>
                <a:gd name="connsiteX12" fmla="*/ 18252 w 89776"/>
                <a:gd name="connsiteY12" fmla="*/ 121588 h 138337"/>
                <a:gd name="connsiteX13" fmla="*/ 5254 w 89776"/>
                <a:gd name="connsiteY13" fmla="*/ 90617 h 138337"/>
                <a:gd name="connsiteX14" fmla="*/ 418 w 89776"/>
                <a:gd name="connsiteY14" fmla="*/ 90617 h 138337"/>
                <a:gd name="connsiteX15" fmla="*/ 418 w 89776"/>
                <a:gd name="connsiteY15" fmla="*/ 136631 h 138337"/>
                <a:gd name="connsiteX16" fmla="*/ 4348 w 89776"/>
                <a:gd name="connsiteY16" fmla="*/ 136631 h 138337"/>
                <a:gd name="connsiteX17" fmla="*/ 11300 w 89776"/>
                <a:gd name="connsiteY17" fmla="*/ 133091 h 138337"/>
                <a:gd name="connsiteX18" fmla="*/ 25205 w 89776"/>
                <a:gd name="connsiteY18" fmla="*/ 135451 h 138337"/>
                <a:gd name="connsiteX19" fmla="*/ 47271 w 89776"/>
                <a:gd name="connsiteY19" fmla="*/ 138401 h 138337"/>
                <a:gd name="connsiteX20" fmla="*/ 89892 w 89776"/>
                <a:gd name="connsiteY20" fmla="*/ 100645 h 138337"/>
                <a:gd name="connsiteX21" fmla="*/ 64501 w 89776"/>
                <a:gd name="connsiteY21" fmla="*/ 65545 h 138337"/>
                <a:gd name="connsiteX22" fmla="*/ 31855 w 89776"/>
                <a:gd name="connsiteY22" fmla="*/ 46667 h 138337"/>
                <a:gd name="connsiteX23" fmla="*/ 18857 w 89776"/>
                <a:gd name="connsiteY23" fmla="*/ 26609 h 138337"/>
                <a:gd name="connsiteX24" fmla="*/ 42132 w 89776"/>
                <a:gd name="connsiteY24" fmla="*/ 6552 h 138337"/>
                <a:gd name="connsiteX25" fmla="*/ 75383 w 89776"/>
                <a:gd name="connsiteY25" fmla="*/ 42832 h 138337"/>
                <a:gd name="connsiteX26" fmla="*/ 79917 w 89776"/>
                <a:gd name="connsiteY26" fmla="*/ 42832 h 1383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9776" h="138337">
                  <a:moveTo>
                    <a:pt x="79917" y="42832"/>
                  </a:moveTo>
                  <a:lnTo>
                    <a:pt x="78708" y="2717"/>
                  </a:lnTo>
                  <a:lnTo>
                    <a:pt x="75383" y="2717"/>
                  </a:lnTo>
                  <a:lnTo>
                    <a:pt x="74778" y="3307"/>
                  </a:lnTo>
                  <a:cubicBezTo>
                    <a:pt x="72058" y="5372"/>
                    <a:pt x="71756" y="5667"/>
                    <a:pt x="70547" y="5667"/>
                  </a:cubicBezTo>
                  <a:cubicBezTo>
                    <a:pt x="68733" y="5667"/>
                    <a:pt x="65710" y="5077"/>
                    <a:pt x="62385" y="3602"/>
                  </a:cubicBezTo>
                  <a:cubicBezTo>
                    <a:pt x="55735" y="1243"/>
                    <a:pt x="49085" y="63"/>
                    <a:pt x="41226" y="63"/>
                  </a:cubicBezTo>
                  <a:cubicBezTo>
                    <a:pt x="17346" y="63"/>
                    <a:pt x="116" y="15106"/>
                    <a:pt x="116" y="36343"/>
                  </a:cubicBezTo>
                  <a:cubicBezTo>
                    <a:pt x="116" y="52861"/>
                    <a:pt x="9789" y="64660"/>
                    <a:pt x="35482" y="78818"/>
                  </a:cubicBezTo>
                  <a:lnTo>
                    <a:pt x="53014" y="88552"/>
                  </a:lnTo>
                  <a:cubicBezTo>
                    <a:pt x="63594" y="94451"/>
                    <a:pt x="68733" y="101530"/>
                    <a:pt x="68733" y="110674"/>
                  </a:cubicBezTo>
                  <a:cubicBezTo>
                    <a:pt x="68733" y="123653"/>
                    <a:pt x="59060" y="131912"/>
                    <a:pt x="43644" y="131912"/>
                  </a:cubicBezTo>
                  <a:cubicBezTo>
                    <a:pt x="33366" y="131912"/>
                    <a:pt x="23996" y="128077"/>
                    <a:pt x="18252" y="121588"/>
                  </a:cubicBezTo>
                  <a:cubicBezTo>
                    <a:pt x="11905" y="114214"/>
                    <a:pt x="9184" y="107430"/>
                    <a:pt x="5254" y="90617"/>
                  </a:cubicBezTo>
                  <a:lnTo>
                    <a:pt x="418" y="90617"/>
                  </a:lnTo>
                  <a:lnTo>
                    <a:pt x="418" y="136631"/>
                  </a:lnTo>
                  <a:lnTo>
                    <a:pt x="4348" y="136631"/>
                  </a:lnTo>
                  <a:cubicBezTo>
                    <a:pt x="6464" y="133681"/>
                    <a:pt x="7673" y="133091"/>
                    <a:pt x="11300" y="133091"/>
                  </a:cubicBezTo>
                  <a:cubicBezTo>
                    <a:pt x="14021" y="133091"/>
                    <a:pt x="18252" y="133681"/>
                    <a:pt x="25205" y="135451"/>
                  </a:cubicBezTo>
                  <a:cubicBezTo>
                    <a:pt x="33669" y="137221"/>
                    <a:pt x="41830" y="138401"/>
                    <a:pt x="47271" y="138401"/>
                  </a:cubicBezTo>
                  <a:cubicBezTo>
                    <a:pt x="70547" y="138401"/>
                    <a:pt x="89892" y="121293"/>
                    <a:pt x="89892" y="100645"/>
                  </a:cubicBezTo>
                  <a:cubicBezTo>
                    <a:pt x="89892" y="85897"/>
                    <a:pt x="82638" y="76163"/>
                    <a:pt x="64501" y="65545"/>
                  </a:cubicBezTo>
                  <a:lnTo>
                    <a:pt x="31855" y="46667"/>
                  </a:lnTo>
                  <a:cubicBezTo>
                    <a:pt x="23391" y="41948"/>
                    <a:pt x="18857" y="34574"/>
                    <a:pt x="18857" y="26609"/>
                  </a:cubicBezTo>
                  <a:cubicBezTo>
                    <a:pt x="18857" y="14811"/>
                    <a:pt x="28228" y="6552"/>
                    <a:pt x="42132" y="6552"/>
                  </a:cubicBezTo>
                  <a:cubicBezTo>
                    <a:pt x="59362" y="6552"/>
                    <a:pt x="68431" y="16581"/>
                    <a:pt x="75383" y="42832"/>
                  </a:cubicBezTo>
                  <a:lnTo>
                    <a:pt x="79917" y="42832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10689D9-3265-11F4-4F44-6C5854659FD8}"/>
                </a:ext>
              </a:extLst>
            </p:cNvPr>
            <p:cNvSpPr/>
            <p:nvPr>
              <p:custDataLst>
                <p:tags r:id="rId126"/>
              </p:custDataLst>
            </p:nvPr>
          </p:nvSpPr>
          <p:spPr>
            <a:xfrm>
              <a:off x="3121574" y="3393664"/>
              <a:ext cx="229428" cy="135683"/>
            </a:xfrm>
            <a:custGeom>
              <a:avLst/>
              <a:gdLst>
                <a:gd name="connsiteX0" fmla="*/ 1029 w 229428"/>
                <a:gd name="connsiteY0" fmla="*/ 18351 h 135683"/>
                <a:gd name="connsiteX1" fmla="*/ 10702 w 229428"/>
                <a:gd name="connsiteY1" fmla="*/ 17171 h 135683"/>
                <a:gd name="connsiteX2" fmla="*/ 21282 w 229428"/>
                <a:gd name="connsiteY2" fmla="*/ 36048 h 135683"/>
                <a:gd name="connsiteX3" fmla="*/ 21282 w 229428"/>
                <a:gd name="connsiteY3" fmla="*/ 110674 h 135683"/>
                <a:gd name="connsiteX4" fmla="*/ 122 w 229428"/>
                <a:gd name="connsiteY4" fmla="*/ 131322 h 135683"/>
                <a:gd name="connsiteX5" fmla="*/ 122 w 229428"/>
                <a:gd name="connsiteY5" fmla="*/ 135746 h 135683"/>
                <a:gd name="connsiteX6" fmla="*/ 67228 w 229428"/>
                <a:gd name="connsiteY6" fmla="*/ 135746 h 135683"/>
                <a:gd name="connsiteX7" fmla="*/ 67228 w 229428"/>
                <a:gd name="connsiteY7" fmla="*/ 131322 h 135683"/>
                <a:gd name="connsiteX8" fmla="*/ 46673 w 229428"/>
                <a:gd name="connsiteY8" fmla="*/ 115983 h 135683"/>
                <a:gd name="connsiteX9" fmla="*/ 46673 w 229428"/>
                <a:gd name="connsiteY9" fmla="*/ 32804 h 135683"/>
                <a:gd name="connsiteX10" fmla="*/ 51207 w 229428"/>
                <a:gd name="connsiteY10" fmla="*/ 27199 h 135683"/>
                <a:gd name="connsiteX11" fmla="*/ 82342 w 229428"/>
                <a:gd name="connsiteY11" fmla="*/ 15401 h 135683"/>
                <a:gd name="connsiteX12" fmla="*/ 102292 w 229428"/>
                <a:gd name="connsiteY12" fmla="*/ 46372 h 135683"/>
                <a:gd name="connsiteX13" fmla="*/ 102292 w 229428"/>
                <a:gd name="connsiteY13" fmla="*/ 110379 h 135683"/>
                <a:gd name="connsiteX14" fmla="*/ 81737 w 229428"/>
                <a:gd name="connsiteY14" fmla="*/ 131322 h 135683"/>
                <a:gd name="connsiteX15" fmla="*/ 81737 w 229428"/>
                <a:gd name="connsiteY15" fmla="*/ 135746 h 135683"/>
                <a:gd name="connsiteX16" fmla="*/ 149447 w 229428"/>
                <a:gd name="connsiteY16" fmla="*/ 135746 h 135683"/>
                <a:gd name="connsiteX17" fmla="*/ 149447 w 229428"/>
                <a:gd name="connsiteY17" fmla="*/ 131322 h 135683"/>
                <a:gd name="connsiteX18" fmla="*/ 127683 w 229428"/>
                <a:gd name="connsiteY18" fmla="*/ 107724 h 135683"/>
                <a:gd name="connsiteX19" fmla="*/ 127683 w 229428"/>
                <a:gd name="connsiteY19" fmla="*/ 33394 h 135683"/>
                <a:gd name="connsiteX20" fmla="*/ 160632 w 229428"/>
                <a:gd name="connsiteY20" fmla="*/ 15401 h 135683"/>
                <a:gd name="connsiteX21" fmla="*/ 183303 w 229428"/>
                <a:gd name="connsiteY21" fmla="*/ 47847 h 135683"/>
                <a:gd name="connsiteX22" fmla="*/ 183303 w 229428"/>
                <a:gd name="connsiteY22" fmla="*/ 110084 h 135683"/>
                <a:gd name="connsiteX23" fmla="*/ 163352 w 229428"/>
                <a:gd name="connsiteY23" fmla="*/ 131322 h 135683"/>
                <a:gd name="connsiteX24" fmla="*/ 163352 w 229428"/>
                <a:gd name="connsiteY24" fmla="*/ 135746 h 135683"/>
                <a:gd name="connsiteX25" fmla="*/ 229551 w 229428"/>
                <a:gd name="connsiteY25" fmla="*/ 135746 h 135683"/>
                <a:gd name="connsiteX26" fmla="*/ 229551 w 229428"/>
                <a:gd name="connsiteY26" fmla="*/ 131322 h 135683"/>
                <a:gd name="connsiteX27" fmla="*/ 221692 w 229428"/>
                <a:gd name="connsiteY27" fmla="*/ 130732 h 135683"/>
                <a:gd name="connsiteX28" fmla="*/ 208694 w 229428"/>
                <a:gd name="connsiteY28" fmla="*/ 113329 h 135683"/>
                <a:gd name="connsiteX29" fmla="*/ 208694 w 229428"/>
                <a:gd name="connsiteY29" fmla="*/ 52566 h 135683"/>
                <a:gd name="connsiteX30" fmla="*/ 173630 w 229428"/>
                <a:gd name="connsiteY30" fmla="*/ 63 h 135683"/>
                <a:gd name="connsiteX31" fmla="*/ 124358 w 229428"/>
                <a:gd name="connsiteY31" fmla="*/ 24840 h 135683"/>
                <a:gd name="connsiteX32" fmla="*/ 92317 w 229428"/>
                <a:gd name="connsiteY32" fmla="*/ 63 h 135683"/>
                <a:gd name="connsiteX33" fmla="*/ 45464 w 229428"/>
                <a:gd name="connsiteY33" fmla="*/ 22775 h 135683"/>
                <a:gd name="connsiteX34" fmla="*/ 45464 w 229428"/>
                <a:gd name="connsiteY34" fmla="*/ 653 h 135683"/>
                <a:gd name="connsiteX35" fmla="*/ 43348 w 229428"/>
                <a:gd name="connsiteY35" fmla="*/ 63 h 135683"/>
                <a:gd name="connsiteX36" fmla="*/ 1029 w 229428"/>
                <a:gd name="connsiteY36" fmla="*/ 13336 h 135683"/>
                <a:gd name="connsiteX37" fmla="*/ 1029 w 229428"/>
                <a:gd name="connsiteY37" fmla="*/ 18351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29428" h="135683">
                  <a:moveTo>
                    <a:pt x="1029" y="18351"/>
                  </a:moveTo>
                  <a:cubicBezTo>
                    <a:pt x="4959" y="17466"/>
                    <a:pt x="7377" y="17171"/>
                    <a:pt x="10702" y="17171"/>
                  </a:cubicBezTo>
                  <a:cubicBezTo>
                    <a:pt x="18561" y="17171"/>
                    <a:pt x="21282" y="21890"/>
                    <a:pt x="21282" y="36048"/>
                  </a:cubicBezTo>
                  <a:lnTo>
                    <a:pt x="21282" y="110674"/>
                  </a:lnTo>
                  <a:cubicBezTo>
                    <a:pt x="21282" y="126602"/>
                    <a:pt x="17050" y="131027"/>
                    <a:pt x="122" y="131322"/>
                  </a:cubicBezTo>
                  <a:lnTo>
                    <a:pt x="122" y="135746"/>
                  </a:lnTo>
                  <a:lnTo>
                    <a:pt x="67228" y="135746"/>
                  </a:lnTo>
                  <a:lnTo>
                    <a:pt x="67228" y="131322"/>
                  </a:lnTo>
                  <a:cubicBezTo>
                    <a:pt x="51207" y="130732"/>
                    <a:pt x="46673" y="127487"/>
                    <a:pt x="46673" y="115983"/>
                  </a:cubicBezTo>
                  <a:lnTo>
                    <a:pt x="46673" y="32804"/>
                  </a:lnTo>
                  <a:cubicBezTo>
                    <a:pt x="46673" y="32214"/>
                    <a:pt x="49091" y="29264"/>
                    <a:pt x="51207" y="27199"/>
                  </a:cubicBezTo>
                  <a:cubicBezTo>
                    <a:pt x="58764" y="20415"/>
                    <a:pt x="71762" y="15401"/>
                    <a:pt x="82342" y="15401"/>
                  </a:cubicBezTo>
                  <a:cubicBezTo>
                    <a:pt x="95642" y="15401"/>
                    <a:pt x="102292" y="25725"/>
                    <a:pt x="102292" y="46372"/>
                  </a:cubicBezTo>
                  <a:lnTo>
                    <a:pt x="102292" y="110379"/>
                  </a:lnTo>
                  <a:cubicBezTo>
                    <a:pt x="102292" y="126897"/>
                    <a:pt x="98967" y="130142"/>
                    <a:pt x="81737" y="131322"/>
                  </a:cubicBezTo>
                  <a:lnTo>
                    <a:pt x="81737" y="135746"/>
                  </a:lnTo>
                  <a:lnTo>
                    <a:pt x="149447" y="135746"/>
                  </a:lnTo>
                  <a:lnTo>
                    <a:pt x="149447" y="131322"/>
                  </a:lnTo>
                  <a:cubicBezTo>
                    <a:pt x="132218" y="131027"/>
                    <a:pt x="127683" y="126012"/>
                    <a:pt x="127683" y="107724"/>
                  </a:cubicBezTo>
                  <a:lnTo>
                    <a:pt x="127683" y="33394"/>
                  </a:lnTo>
                  <a:cubicBezTo>
                    <a:pt x="136752" y="20710"/>
                    <a:pt x="146727" y="15401"/>
                    <a:pt x="160632" y="15401"/>
                  </a:cubicBezTo>
                  <a:cubicBezTo>
                    <a:pt x="177862" y="15401"/>
                    <a:pt x="183303" y="23365"/>
                    <a:pt x="183303" y="47847"/>
                  </a:cubicBezTo>
                  <a:lnTo>
                    <a:pt x="183303" y="110084"/>
                  </a:lnTo>
                  <a:cubicBezTo>
                    <a:pt x="183303" y="126897"/>
                    <a:pt x="180884" y="129257"/>
                    <a:pt x="163352" y="131322"/>
                  </a:cubicBezTo>
                  <a:lnTo>
                    <a:pt x="163352" y="135746"/>
                  </a:lnTo>
                  <a:lnTo>
                    <a:pt x="229551" y="135746"/>
                  </a:lnTo>
                  <a:lnTo>
                    <a:pt x="229551" y="131322"/>
                  </a:lnTo>
                  <a:lnTo>
                    <a:pt x="221692" y="130732"/>
                  </a:lnTo>
                  <a:cubicBezTo>
                    <a:pt x="212624" y="130142"/>
                    <a:pt x="208694" y="124832"/>
                    <a:pt x="208694" y="113329"/>
                  </a:cubicBezTo>
                  <a:lnTo>
                    <a:pt x="208694" y="52566"/>
                  </a:lnTo>
                  <a:cubicBezTo>
                    <a:pt x="208694" y="17761"/>
                    <a:pt x="196905" y="63"/>
                    <a:pt x="173630" y="63"/>
                  </a:cubicBezTo>
                  <a:cubicBezTo>
                    <a:pt x="156098" y="63"/>
                    <a:pt x="140681" y="7732"/>
                    <a:pt x="124358" y="24840"/>
                  </a:cubicBezTo>
                  <a:cubicBezTo>
                    <a:pt x="118917" y="8027"/>
                    <a:pt x="108640" y="63"/>
                    <a:pt x="92317" y="63"/>
                  </a:cubicBezTo>
                  <a:cubicBezTo>
                    <a:pt x="79017" y="63"/>
                    <a:pt x="70553" y="4192"/>
                    <a:pt x="45464" y="22775"/>
                  </a:cubicBezTo>
                  <a:lnTo>
                    <a:pt x="45464" y="653"/>
                  </a:lnTo>
                  <a:lnTo>
                    <a:pt x="43348" y="63"/>
                  </a:lnTo>
                  <a:cubicBezTo>
                    <a:pt x="27932" y="5667"/>
                    <a:pt x="17654" y="8912"/>
                    <a:pt x="1029" y="13336"/>
                  </a:cubicBezTo>
                  <a:lnTo>
                    <a:pt x="1029" y="18351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EC1945C-ED8B-740C-76B1-A25729F3AD4C}"/>
                </a:ext>
              </a:extLst>
            </p:cNvPr>
            <p:cNvSpPr/>
            <p:nvPr>
              <p:custDataLst>
                <p:tags r:id="rId127"/>
              </p:custDataLst>
            </p:nvPr>
          </p:nvSpPr>
          <p:spPr>
            <a:xfrm>
              <a:off x="3360346" y="3393664"/>
              <a:ext cx="120608" cy="138632"/>
            </a:xfrm>
            <a:custGeom>
              <a:avLst/>
              <a:gdLst>
                <a:gd name="connsiteX0" fmla="*/ 115902 w 120608"/>
                <a:gd name="connsiteY0" fmla="*/ 87372 h 138632"/>
                <a:gd name="connsiteX1" fmla="*/ 69049 w 120608"/>
                <a:gd name="connsiteY1" fmla="*/ 118343 h 138632"/>
                <a:gd name="connsiteX2" fmla="*/ 30055 w 120608"/>
                <a:gd name="connsiteY2" fmla="*/ 92976 h 138632"/>
                <a:gd name="connsiteX3" fmla="*/ 21894 w 120608"/>
                <a:gd name="connsiteY3" fmla="*/ 54041 h 138632"/>
                <a:gd name="connsiteX4" fmla="*/ 114996 w 120608"/>
                <a:gd name="connsiteY4" fmla="*/ 54041 h 138632"/>
                <a:gd name="connsiteX5" fmla="*/ 101998 w 120608"/>
                <a:gd name="connsiteY5" fmla="*/ 16876 h 138632"/>
                <a:gd name="connsiteX6" fmla="*/ 63306 w 120608"/>
                <a:gd name="connsiteY6" fmla="*/ 63 h 138632"/>
                <a:gd name="connsiteX7" fmla="*/ 22498 w 120608"/>
                <a:gd name="connsiteY7" fmla="*/ 15401 h 138632"/>
                <a:gd name="connsiteX8" fmla="*/ 130 w 120608"/>
                <a:gd name="connsiteY8" fmla="*/ 72624 h 138632"/>
                <a:gd name="connsiteX9" fmla="*/ 56656 w 120608"/>
                <a:gd name="connsiteY9" fmla="*/ 138696 h 138632"/>
                <a:gd name="connsiteX10" fmla="*/ 120739 w 120608"/>
                <a:gd name="connsiteY10" fmla="*/ 89437 h 138632"/>
                <a:gd name="connsiteX11" fmla="*/ 115902 w 120608"/>
                <a:gd name="connsiteY11" fmla="*/ 87372 h 138632"/>
                <a:gd name="connsiteX12" fmla="*/ 22498 w 120608"/>
                <a:gd name="connsiteY12" fmla="*/ 44602 h 138632"/>
                <a:gd name="connsiteX13" fmla="*/ 54540 w 120608"/>
                <a:gd name="connsiteY13" fmla="*/ 10681 h 138632"/>
                <a:gd name="connsiteX14" fmla="*/ 84163 w 120608"/>
                <a:gd name="connsiteY14" fmla="*/ 44602 h 138632"/>
                <a:gd name="connsiteX15" fmla="*/ 22498 w 120608"/>
                <a:gd name="connsiteY15" fmla="*/ 44602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608" h="138632">
                  <a:moveTo>
                    <a:pt x="115902" y="87372"/>
                  </a:moveTo>
                  <a:cubicBezTo>
                    <a:pt x="101393" y="109789"/>
                    <a:pt x="88395" y="118343"/>
                    <a:pt x="69049" y="118343"/>
                  </a:cubicBezTo>
                  <a:cubicBezTo>
                    <a:pt x="51819" y="118343"/>
                    <a:pt x="38821" y="109789"/>
                    <a:pt x="30055" y="92976"/>
                  </a:cubicBezTo>
                  <a:cubicBezTo>
                    <a:pt x="24614" y="81768"/>
                    <a:pt x="22498" y="72034"/>
                    <a:pt x="21894" y="54041"/>
                  </a:cubicBezTo>
                  <a:lnTo>
                    <a:pt x="114996" y="54041"/>
                  </a:lnTo>
                  <a:cubicBezTo>
                    <a:pt x="112577" y="34868"/>
                    <a:pt x="109554" y="26315"/>
                    <a:pt x="101998" y="16876"/>
                  </a:cubicBezTo>
                  <a:cubicBezTo>
                    <a:pt x="92929" y="6257"/>
                    <a:pt x="79024" y="63"/>
                    <a:pt x="63306" y="63"/>
                  </a:cubicBezTo>
                  <a:cubicBezTo>
                    <a:pt x="48192" y="63"/>
                    <a:pt x="33985" y="5372"/>
                    <a:pt x="22498" y="15401"/>
                  </a:cubicBezTo>
                  <a:cubicBezTo>
                    <a:pt x="8291" y="27494"/>
                    <a:pt x="130" y="48437"/>
                    <a:pt x="130" y="72624"/>
                  </a:cubicBezTo>
                  <a:cubicBezTo>
                    <a:pt x="130" y="113329"/>
                    <a:pt x="21894" y="138696"/>
                    <a:pt x="56656" y="138696"/>
                  </a:cubicBezTo>
                  <a:cubicBezTo>
                    <a:pt x="85372" y="138696"/>
                    <a:pt x="108043" y="121293"/>
                    <a:pt x="120739" y="89437"/>
                  </a:cubicBezTo>
                  <a:lnTo>
                    <a:pt x="115902" y="87372"/>
                  </a:lnTo>
                  <a:close/>
                  <a:moveTo>
                    <a:pt x="22498" y="44602"/>
                  </a:moveTo>
                  <a:cubicBezTo>
                    <a:pt x="25823" y="21595"/>
                    <a:pt x="36101" y="10681"/>
                    <a:pt x="54540" y="10681"/>
                  </a:cubicBezTo>
                  <a:cubicBezTo>
                    <a:pt x="72979" y="10681"/>
                    <a:pt x="80234" y="18940"/>
                    <a:pt x="84163" y="44602"/>
                  </a:cubicBezTo>
                  <a:lnTo>
                    <a:pt x="22498" y="44602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62F034A-778C-F0B5-B5E6-BA3CAB32476F}"/>
                </a:ext>
              </a:extLst>
            </p:cNvPr>
            <p:cNvSpPr/>
            <p:nvPr>
              <p:custDataLst>
                <p:tags r:id="rId128"/>
              </p:custDataLst>
            </p:nvPr>
          </p:nvSpPr>
          <p:spPr>
            <a:xfrm>
              <a:off x="3491432" y="3358563"/>
              <a:ext cx="80405" cy="173733"/>
            </a:xfrm>
            <a:custGeom>
              <a:avLst/>
              <a:gdLst>
                <a:gd name="connsiteX0" fmla="*/ 73286 w 80405"/>
                <a:gd name="connsiteY0" fmla="*/ 38113 h 173733"/>
                <a:gd name="connsiteX1" fmla="*/ 42755 w 80405"/>
                <a:gd name="connsiteY1" fmla="*/ 38113 h 173733"/>
                <a:gd name="connsiteX2" fmla="*/ 42755 w 80405"/>
                <a:gd name="connsiteY2" fmla="*/ 3897 h 173733"/>
                <a:gd name="connsiteX3" fmla="*/ 40640 w 80405"/>
                <a:gd name="connsiteY3" fmla="*/ 63 h 173733"/>
                <a:gd name="connsiteX4" fmla="*/ 34594 w 80405"/>
                <a:gd name="connsiteY4" fmla="*/ 8322 h 173733"/>
                <a:gd name="connsiteX5" fmla="*/ 5273 w 80405"/>
                <a:gd name="connsiteY5" fmla="*/ 39883 h 173733"/>
                <a:gd name="connsiteX6" fmla="*/ 134 w 80405"/>
                <a:gd name="connsiteY6" fmla="*/ 45487 h 173733"/>
                <a:gd name="connsiteX7" fmla="*/ 1343 w 80405"/>
                <a:gd name="connsiteY7" fmla="*/ 47552 h 173733"/>
                <a:gd name="connsiteX8" fmla="*/ 17364 w 80405"/>
                <a:gd name="connsiteY8" fmla="*/ 47552 h 173733"/>
                <a:gd name="connsiteX9" fmla="*/ 17364 w 80405"/>
                <a:gd name="connsiteY9" fmla="*/ 136336 h 173733"/>
                <a:gd name="connsiteX10" fmla="*/ 44267 w 80405"/>
                <a:gd name="connsiteY10" fmla="*/ 173796 h 173733"/>
                <a:gd name="connsiteX11" fmla="*/ 80540 w 80405"/>
                <a:gd name="connsiteY11" fmla="*/ 151379 h 173733"/>
                <a:gd name="connsiteX12" fmla="*/ 76611 w 80405"/>
                <a:gd name="connsiteY12" fmla="*/ 148135 h 173733"/>
                <a:gd name="connsiteX13" fmla="*/ 58474 w 80405"/>
                <a:gd name="connsiteY13" fmla="*/ 158458 h 173733"/>
                <a:gd name="connsiteX14" fmla="*/ 42755 w 80405"/>
                <a:gd name="connsiteY14" fmla="*/ 131912 h 173733"/>
                <a:gd name="connsiteX15" fmla="*/ 42755 w 80405"/>
                <a:gd name="connsiteY15" fmla="*/ 47552 h 173733"/>
                <a:gd name="connsiteX16" fmla="*/ 73286 w 80405"/>
                <a:gd name="connsiteY16" fmla="*/ 47552 h 173733"/>
                <a:gd name="connsiteX17" fmla="*/ 73286 w 80405"/>
                <a:gd name="connsiteY17" fmla="*/ 38113 h 17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405" h="173733">
                  <a:moveTo>
                    <a:pt x="73286" y="38113"/>
                  </a:moveTo>
                  <a:lnTo>
                    <a:pt x="42755" y="38113"/>
                  </a:lnTo>
                  <a:lnTo>
                    <a:pt x="42755" y="3897"/>
                  </a:lnTo>
                  <a:cubicBezTo>
                    <a:pt x="42755" y="948"/>
                    <a:pt x="42453" y="63"/>
                    <a:pt x="40640" y="63"/>
                  </a:cubicBezTo>
                  <a:cubicBezTo>
                    <a:pt x="38524" y="2717"/>
                    <a:pt x="36710" y="5372"/>
                    <a:pt x="34594" y="8322"/>
                  </a:cubicBezTo>
                  <a:cubicBezTo>
                    <a:pt x="23107" y="24545"/>
                    <a:pt x="10109" y="38703"/>
                    <a:pt x="5273" y="39883"/>
                  </a:cubicBezTo>
                  <a:cubicBezTo>
                    <a:pt x="1948" y="41948"/>
                    <a:pt x="134" y="44012"/>
                    <a:pt x="134" y="45487"/>
                  </a:cubicBezTo>
                  <a:cubicBezTo>
                    <a:pt x="134" y="46372"/>
                    <a:pt x="437" y="46962"/>
                    <a:pt x="1343" y="47552"/>
                  </a:cubicBezTo>
                  <a:lnTo>
                    <a:pt x="17364" y="47552"/>
                  </a:lnTo>
                  <a:lnTo>
                    <a:pt x="17364" y="136336"/>
                  </a:lnTo>
                  <a:cubicBezTo>
                    <a:pt x="17364" y="161113"/>
                    <a:pt x="26432" y="173796"/>
                    <a:pt x="44267" y="173796"/>
                  </a:cubicBezTo>
                  <a:cubicBezTo>
                    <a:pt x="59078" y="173796"/>
                    <a:pt x="70565" y="166717"/>
                    <a:pt x="80540" y="151379"/>
                  </a:cubicBezTo>
                  <a:lnTo>
                    <a:pt x="76611" y="148135"/>
                  </a:lnTo>
                  <a:cubicBezTo>
                    <a:pt x="70263" y="155509"/>
                    <a:pt x="65124" y="158458"/>
                    <a:pt x="58474" y="158458"/>
                  </a:cubicBezTo>
                  <a:cubicBezTo>
                    <a:pt x="47290" y="158458"/>
                    <a:pt x="42755" y="150494"/>
                    <a:pt x="42755" y="131912"/>
                  </a:cubicBezTo>
                  <a:lnTo>
                    <a:pt x="42755" y="47552"/>
                  </a:lnTo>
                  <a:lnTo>
                    <a:pt x="73286" y="47552"/>
                  </a:lnTo>
                  <a:lnTo>
                    <a:pt x="73286" y="38113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3E523108-A115-DF71-4902-28A2F6179DE0}"/>
                </a:ext>
              </a:extLst>
            </p:cNvPr>
            <p:cNvSpPr/>
            <p:nvPr>
              <p:custDataLst>
                <p:tags r:id="rId129"/>
              </p:custDataLst>
            </p:nvPr>
          </p:nvSpPr>
          <p:spPr>
            <a:xfrm>
              <a:off x="3574568" y="3327887"/>
              <a:ext cx="144488" cy="201460"/>
            </a:xfrm>
            <a:custGeom>
              <a:avLst/>
              <a:gdLst>
                <a:gd name="connsiteX0" fmla="*/ 44874 w 144488"/>
                <a:gd name="connsiteY0" fmla="*/ 100350 h 201460"/>
                <a:gd name="connsiteX1" fmla="*/ 78427 w 144488"/>
                <a:gd name="connsiteY1" fmla="*/ 81768 h 201460"/>
                <a:gd name="connsiteX2" fmla="*/ 101098 w 144488"/>
                <a:gd name="connsiteY2" fmla="*/ 113034 h 201460"/>
                <a:gd name="connsiteX3" fmla="*/ 101098 w 144488"/>
                <a:gd name="connsiteY3" fmla="*/ 171437 h 201460"/>
                <a:gd name="connsiteX4" fmla="*/ 80543 w 144488"/>
                <a:gd name="connsiteY4" fmla="*/ 197098 h 201460"/>
                <a:gd name="connsiteX5" fmla="*/ 80543 w 144488"/>
                <a:gd name="connsiteY5" fmla="*/ 201523 h 201460"/>
                <a:gd name="connsiteX6" fmla="*/ 144626 w 144488"/>
                <a:gd name="connsiteY6" fmla="*/ 201523 h 201460"/>
                <a:gd name="connsiteX7" fmla="*/ 144626 w 144488"/>
                <a:gd name="connsiteY7" fmla="*/ 197098 h 201460"/>
                <a:gd name="connsiteX8" fmla="*/ 126489 w 144488"/>
                <a:gd name="connsiteY8" fmla="*/ 171437 h 201460"/>
                <a:gd name="connsiteX9" fmla="*/ 126489 w 144488"/>
                <a:gd name="connsiteY9" fmla="*/ 112739 h 201460"/>
                <a:gd name="connsiteX10" fmla="*/ 89309 w 144488"/>
                <a:gd name="connsiteY10" fmla="*/ 65840 h 201460"/>
                <a:gd name="connsiteX11" fmla="*/ 44874 w 144488"/>
                <a:gd name="connsiteY11" fmla="*/ 90617 h 201460"/>
                <a:gd name="connsiteX12" fmla="*/ 44874 w 144488"/>
                <a:gd name="connsiteY12" fmla="*/ 948 h 201460"/>
                <a:gd name="connsiteX13" fmla="*/ 43363 w 144488"/>
                <a:gd name="connsiteY13" fmla="*/ 63 h 201460"/>
                <a:gd name="connsiteX14" fmla="*/ 8601 w 144488"/>
                <a:gd name="connsiteY14" fmla="*/ 10681 h 201460"/>
                <a:gd name="connsiteX15" fmla="*/ 439 w 144488"/>
                <a:gd name="connsiteY15" fmla="*/ 13041 h 201460"/>
                <a:gd name="connsiteX16" fmla="*/ 439 w 144488"/>
                <a:gd name="connsiteY16" fmla="*/ 17761 h 201460"/>
                <a:gd name="connsiteX17" fmla="*/ 4067 w 144488"/>
                <a:gd name="connsiteY17" fmla="*/ 17466 h 201460"/>
                <a:gd name="connsiteX18" fmla="*/ 19483 w 144488"/>
                <a:gd name="connsiteY18" fmla="*/ 32509 h 201460"/>
                <a:gd name="connsiteX19" fmla="*/ 19483 w 144488"/>
                <a:gd name="connsiteY19" fmla="*/ 171437 h 201460"/>
                <a:gd name="connsiteX20" fmla="*/ 137 w 144488"/>
                <a:gd name="connsiteY20" fmla="*/ 197098 h 201460"/>
                <a:gd name="connsiteX21" fmla="*/ 137 w 144488"/>
                <a:gd name="connsiteY21" fmla="*/ 201523 h 201460"/>
                <a:gd name="connsiteX22" fmla="*/ 65429 w 144488"/>
                <a:gd name="connsiteY22" fmla="*/ 201523 h 201460"/>
                <a:gd name="connsiteX23" fmla="*/ 65429 w 144488"/>
                <a:gd name="connsiteY23" fmla="*/ 197098 h 201460"/>
                <a:gd name="connsiteX24" fmla="*/ 44874 w 144488"/>
                <a:gd name="connsiteY24" fmla="*/ 171437 h 201460"/>
                <a:gd name="connsiteX25" fmla="*/ 44874 w 144488"/>
                <a:gd name="connsiteY25" fmla="*/ 100350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4488" h="201460">
                  <a:moveTo>
                    <a:pt x="44874" y="100350"/>
                  </a:moveTo>
                  <a:cubicBezTo>
                    <a:pt x="57570" y="86782"/>
                    <a:pt x="66638" y="81768"/>
                    <a:pt x="78427" y="81768"/>
                  </a:cubicBezTo>
                  <a:cubicBezTo>
                    <a:pt x="93541" y="81768"/>
                    <a:pt x="101098" y="92386"/>
                    <a:pt x="101098" y="113034"/>
                  </a:cubicBezTo>
                  <a:lnTo>
                    <a:pt x="101098" y="171437"/>
                  </a:lnTo>
                  <a:cubicBezTo>
                    <a:pt x="101098" y="191494"/>
                    <a:pt x="98075" y="195329"/>
                    <a:pt x="80543" y="197098"/>
                  </a:cubicBezTo>
                  <a:lnTo>
                    <a:pt x="80543" y="201523"/>
                  </a:lnTo>
                  <a:lnTo>
                    <a:pt x="144626" y="201523"/>
                  </a:lnTo>
                  <a:lnTo>
                    <a:pt x="144626" y="197098"/>
                  </a:lnTo>
                  <a:cubicBezTo>
                    <a:pt x="128303" y="194149"/>
                    <a:pt x="126489" y="191789"/>
                    <a:pt x="126489" y="171437"/>
                  </a:cubicBezTo>
                  <a:lnTo>
                    <a:pt x="126489" y="112739"/>
                  </a:lnTo>
                  <a:cubicBezTo>
                    <a:pt x="126489" y="81768"/>
                    <a:pt x="113794" y="65840"/>
                    <a:pt x="89309" y="65840"/>
                  </a:cubicBezTo>
                  <a:cubicBezTo>
                    <a:pt x="71475" y="65840"/>
                    <a:pt x="58779" y="72919"/>
                    <a:pt x="44874" y="90617"/>
                  </a:cubicBezTo>
                  <a:lnTo>
                    <a:pt x="44874" y="948"/>
                  </a:lnTo>
                  <a:lnTo>
                    <a:pt x="43363" y="63"/>
                  </a:lnTo>
                  <a:cubicBezTo>
                    <a:pt x="33085" y="3602"/>
                    <a:pt x="25528" y="5962"/>
                    <a:pt x="8601" y="10681"/>
                  </a:cubicBezTo>
                  <a:lnTo>
                    <a:pt x="439" y="13041"/>
                  </a:lnTo>
                  <a:lnTo>
                    <a:pt x="439" y="17761"/>
                  </a:lnTo>
                  <a:cubicBezTo>
                    <a:pt x="1648" y="17466"/>
                    <a:pt x="2555" y="17466"/>
                    <a:pt x="4067" y="17466"/>
                  </a:cubicBezTo>
                  <a:cubicBezTo>
                    <a:pt x="17065" y="17466"/>
                    <a:pt x="19483" y="19825"/>
                    <a:pt x="19483" y="32509"/>
                  </a:cubicBezTo>
                  <a:lnTo>
                    <a:pt x="19483" y="171437"/>
                  </a:lnTo>
                  <a:cubicBezTo>
                    <a:pt x="19483" y="192084"/>
                    <a:pt x="17669" y="194739"/>
                    <a:pt x="137" y="197098"/>
                  </a:cubicBezTo>
                  <a:lnTo>
                    <a:pt x="137" y="201523"/>
                  </a:lnTo>
                  <a:lnTo>
                    <a:pt x="65429" y="201523"/>
                  </a:lnTo>
                  <a:lnTo>
                    <a:pt x="65429" y="197098"/>
                  </a:lnTo>
                  <a:cubicBezTo>
                    <a:pt x="47897" y="195329"/>
                    <a:pt x="44874" y="191789"/>
                    <a:pt x="44874" y="171437"/>
                  </a:cubicBezTo>
                  <a:lnTo>
                    <a:pt x="44874" y="100350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6AEAE3A-C11A-8855-2E49-F0FC70D4B347}"/>
                </a:ext>
              </a:extLst>
            </p:cNvPr>
            <p:cNvSpPr/>
            <p:nvPr>
              <p:custDataLst>
                <p:tags r:id="rId130"/>
              </p:custDataLst>
            </p:nvPr>
          </p:nvSpPr>
          <p:spPr>
            <a:xfrm>
              <a:off x="3732320" y="3393664"/>
              <a:ext cx="133304" cy="138632"/>
            </a:xfrm>
            <a:custGeom>
              <a:avLst/>
              <a:gdLst>
                <a:gd name="connsiteX0" fmla="*/ 66945 w 133304"/>
                <a:gd name="connsiteY0" fmla="*/ 63 h 138632"/>
                <a:gd name="connsiteX1" fmla="*/ 142 w 133304"/>
                <a:gd name="connsiteY1" fmla="*/ 69084 h 138632"/>
                <a:gd name="connsiteX2" fmla="*/ 66341 w 133304"/>
                <a:gd name="connsiteY2" fmla="*/ 138696 h 138632"/>
                <a:gd name="connsiteX3" fmla="*/ 133447 w 133304"/>
                <a:gd name="connsiteY3" fmla="*/ 66725 h 138632"/>
                <a:gd name="connsiteX4" fmla="*/ 66945 w 133304"/>
                <a:gd name="connsiteY4" fmla="*/ 63 h 138632"/>
                <a:gd name="connsiteX5" fmla="*/ 63016 w 133304"/>
                <a:gd name="connsiteY5" fmla="*/ 8322 h 138632"/>
                <a:gd name="connsiteX6" fmla="*/ 106242 w 133304"/>
                <a:gd name="connsiteY6" fmla="*/ 77048 h 138632"/>
                <a:gd name="connsiteX7" fmla="*/ 69968 w 133304"/>
                <a:gd name="connsiteY7" fmla="*/ 130437 h 138632"/>
                <a:gd name="connsiteX8" fmla="*/ 40647 w 133304"/>
                <a:gd name="connsiteY8" fmla="*/ 111559 h 138632"/>
                <a:gd name="connsiteX9" fmla="*/ 27347 w 133304"/>
                <a:gd name="connsiteY9" fmla="*/ 54631 h 138632"/>
                <a:gd name="connsiteX10" fmla="*/ 63016 w 133304"/>
                <a:gd name="connsiteY10" fmla="*/ 8322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304" h="138632">
                  <a:moveTo>
                    <a:pt x="66945" y="63"/>
                  </a:moveTo>
                  <a:cubicBezTo>
                    <a:pt x="27649" y="63"/>
                    <a:pt x="142" y="28379"/>
                    <a:pt x="142" y="69084"/>
                  </a:cubicBezTo>
                  <a:cubicBezTo>
                    <a:pt x="142" y="108904"/>
                    <a:pt x="28254" y="138696"/>
                    <a:pt x="66341" y="138696"/>
                  </a:cubicBezTo>
                  <a:cubicBezTo>
                    <a:pt x="104428" y="138696"/>
                    <a:pt x="133447" y="107430"/>
                    <a:pt x="133447" y="66725"/>
                  </a:cubicBezTo>
                  <a:cubicBezTo>
                    <a:pt x="133447" y="28084"/>
                    <a:pt x="105637" y="63"/>
                    <a:pt x="66945" y="63"/>
                  </a:cubicBezTo>
                  <a:close/>
                  <a:moveTo>
                    <a:pt x="63016" y="8322"/>
                  </a:moveTo>
                  <a:cubicBezTo>
                    <a:pt x="88407" y="8322"/>
                    <a:pt x="106242" y="36638"/>
                    <a:pt x="106242" y="77048"/>
                  </a:cubicBezTo>
                  <a:cubicBezTo>
                    <a:pt x="106242" y="110379"/>
                    <a:pt x="92639" y="130437"/>
                    <a:pt x="69968" y="130437"/>
                  </a:cubicBezTo>
                  <a:cubicBezTo>
                    <a:pt x="58179" y="130437"/>
                    <a:pt x="46995" y="123358"/>
                    <a:pt x="40647" y="111559"/>
                  </a:cubicBezTo>
                  <a:cubicBezTo>
                    <a:pt x="32184" y="96221"/>
                    <a:pt x="27347" y="75573"/>
                    <a:pt x="27347" y="54631"/>
                  </a:cubicBezTo>
                  <a:cubicBezTo>
                    <a:pt x="27347" y="26609"/>
                    <a:pt x="41554" y="8322"/>
                    <a:pt x="63016" y="8322"/>
                  </a:cubicBez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3A892C9-A6E1-F828-B6C1-A932E01A1CBE}"/>
                </a:ext>
              </a:extLst>
            </p:cNvPr>
            <p:cNvSpPr/>
            <p:nvPr>
              <p:custDataLst>
                <p:tags r:id="rId131"/>
              </p:custDataLst>
            </p:nvPr>
          </p:nvSpPr>
          <p:spPr>
            <a:xfrm>
              <a:off x="3883421" y="3327887"/>
              <a:ext cx="140257" cy="204409"/>
            </a:xfrm>
            <a:custGeom>
              <a:avLst/>
              <a:gdLst>
                <a:gd name="connsiteX0" fmla="*/ 95969 w 140257"/>
                <a:gd name="connsiteY0" fmla="*/ 204473 h 204409"/>
                <a:gd name="connsiteX1" fmla="*/ 140404 w 140257"/>
                <a:gd name="connsiteY1" fmla="*/ 189134 h 204409"/>
                <a:gd name="connsiteX2" fmla="*/ 140404 w 140257"/>
                <a:gd name="connsiteY2" fmla="*/ 184415 h 204409"/>
                <a:gd name="connsiteX3" fmla="*/ 133452 w 140257"/>
                <a:gd name="connsiteY3" fmla="*/ 184710 h 204409"/>
                <a:gd name="connsiteX4" fmla="*/ 120151 w 140257"/>
                <a:gd name="connsiteY4" fmla="*/ 167897 h 204409"/>
                <a:gd name="connsiteX5" fmla="*/ 120151 w 140257"/>
                <a:gd name="connsiteY5" fmla="*/ 653 h 204409"/>
                <a:gd name="connsiteX6" fmla="*/ 118640 w 140257"/>
                <a:gd name="connsiteY6" fmla="*/ 63 h 204409"/>
                <a:gd name="connsiteX7" fmla="*/ 74205 w 140257"/>
                <a:gd name="connsiteY7" fmla="*/ 13041 h 204409"/>
                <a:gd name="connsiteX8" fmla="*/ 74205 w 140257"/>
                <a:gd name="connsiteY8" fmla="*/ 17761 h 204409"/>
                <a:gd name="connsiteX9" fmla="*/ 80855 w 140257"/>
                <a:gd name="connsiteY9" fmla="*/ 17466 h 204409"/>
                <a:gd name="connsiteX10" fmla="*/ 94760 w 140257"/>
                <a:gd name="connsiteY10" fmla="*/ 32509 h 204409"/>
                <a:gd name="connsiteX11" fmla="*/ 94760 w 140257"/>
                <a:gd name="connsiteY11" fmla="*/ 78523 h 204409"/>
                <a:gd name="connsiteX12" fmla="*/ 63021 w 140257"/>
                <a:gd name="connsiteY12" fmla="*/ 65840 h 204409"/>
                <a:gd name="connsiteX13" fmla="*/ 147 w 140257"/>
                <a:gd name="connsiteY13" fmla="*/ 141055 h 204409"/>
                <a:gd name="connsiteX14" fmla="*/ 56068 w 140257"/>
                <a:gd name="connsiteY14" fmla="*/ 204473 h 204409"/>
                <a:gd name="connsiteX15" fmla="*/ 94760 w 140257"/>
                <a:gd name="connsiteY15" fmla="*/ 184710 h 204409"/>
                <a:gd name="connsiteX16" fmla="*/ 94760 w 140257"/>
                <a:gd name="connsiteY16" fmla="*/ 203588 h 204409"/>
                <a:gd name="connsiteX17" fmla="*/ 95969 w 140257"/>
                <a:gd name="connsiteY17" fmla="*/ 204473 h 204409"/>
                <a:gd name="connsiteX18" fmla="*/ 94760 w 140257"/>
                <a:gd name="connsiteY18" fmla="*/ 171437 h 204409"/>
                <a:gd name="connsiteX19" fmla="*/ 89621 w 140257"/>
                <a:gd name="connsiteY19" fmla="*/ 180286 h 204409"/>
                <a:gd name="connsiteX20" fmla="*/ 67857 w 140257"/>
                <a:gd name="connsiteY20" fmla="*/ 189134 h 204409"/>
                <a:gd name="connsiteX21" fmla="*/ 26143 w 140257"/>
                <a:gd name="connsiteY21" fmla="*/ 129257 h 204409"/>
                <a:gd name="connsiteX22" fmla="*/ 63928 w 140257"/>
                <a:gd name="connsiteY22" fmla="*/ 74099 h 204409"/>
                <a:gd name="connsiteX23" fmla="*/ 94760 w 140257"/>
                <a:gd name="connsiteY23" fmla="*/ 103595 h 204409"/>
                <a:gd name="connsiteX24" fmla="*/ 94760 w 140257"/>
                <a:gd name="connsiteY24" fmla="*/ 171437 h 204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257" h="204409">
                  <a:moveTo>
                    <a:pt x="95969" y="204473"/>
                  </a:moveTo>
                  <a:lnTo>
                    <a:pt x="140404" y="189134"/>
                  </a:lnTo>
                  <a:lnTo>
                    <a:pt x="140404" y="184415"/>
                  </a:lnTo>
                  <a:cubicBezTo>
                    <a:pt x="134963" y="184710"/>
                    <a:pt x="134358" y="184710"/>
                    <a:pt x="133452" y="184710"/>
                  </a:cubicBezTo>
                  <a:cubicBezTo>
                    <a:pt x="122570" y="184710"/>
                    <a:pt x="120151" y="181465"/>
                    <a:pt x="120151" y="167897"/>
                  </a:cubicBezTo>
                  <a:lnTo>
                    <a:pt x="120151" y="653"/>
                  </a:lnTo>
                  <a:lnTo>
                    <a:pt x="118640" y="63"/>
                  </a:lnTo>
                  <a:cubicBezTo>
                    <a:pt x="104131" y="5077"/>
                    <a:pt x="93551" y="8027"/>
                    <a:pt x="74205" y="13041"/>
                  </a:cubicBezTo>
                  <a:lnTo>
                    <a:pt x="74205" y="17761"/>
                  </a:lnTo>
                  <a:cubicBezTo>
                    <a:pt x="76623" y="17466"/>
                    <a:pt x="78437" y="17466"/>
                    <a:pt x="80855" y="17466"/>
                  </a:cubicBezTo>
                  <a:cubicBezTo>
                    <a:pt x="92040" y="17466"/>
                    <a:pt x="94760" y="20415"/>
                    <a:pt x="94760" y="32509"/>
                  </a:cubicBezTo>
                  <a:lnTo>
                    <a:pt x="94760" y="78523"/>
                  </a:lnTo>
                  <a:cubicBezTo>
                    <a:pt x="83273" y="69084"/>
                    <a:pt x="75112" y="65840"/>
                    <a:pt x="63021" y="65840"/>
                  </a:cubicBezTo>
                  <a:cubicBezTo>
                    <a:pt x="28259" y="65840"/>
                    <a:pt x="147" y="99171"/>
                    <a:pt x="147" y="141055"/>
                  </a:cubicBezTo>
                  <a:cubicBezTo>
                    <a:pt x="147" y="178811"/>
                    <a:pt x="22818" y="204473"/>
                    <a:pt x="56068" y="204473"/>
                  </a:cubicBezTo>
                  <a:cubicBezTo>
                    <a:pt x="72996" y="204473"/>
                    <a:pt x="84483" y="198573"/>
                    <a:pt x="94760" y="184710"/>
                  </a:cubicBezTo>
                  <a:lnTo>
                    <a:pt x="94760" y="203588"/>
                  </a:lnTo>
                  <a:lnTo>
                    <a:pt x="95969" y="204473"/>
                  </a:lnTo>
                  <a:close/>
                  <a:moveTo>
                    <a:pt x="94760" y="171437"/>
                  </a:moveTo>
                  <a:cubicBezTo>
                    <a:pt x="94760" y="173501"/>
                    <a:pt x="92644" y="177041"/>
                    <a:pt x="89621" y="180286"/>
                  </a:cubicBezTo>
                  <a:cubicBezTo>
                    <a:pt x="84180" y="186185"/>
                    <a:pt x="76623" y="189134"/>
                    <a:pt x="67857" y="189134"/>
                  </a:cubicBezTo>
                  <a:cubicBezTo>
                    <a:pt x="42768" y="189134"/>
                    <a:pt x="26143" y="165537"/>
                    <a:pt x="26143" y="129257"/>
                  </a:cubicBezTo>
                  <a:cubicBezTo>
                    <a:pt x="26143" y="95926"/>
                    <a:pt x="40955" y="74099"/>
                    <a:pt x="63928" y="74099"/>
                  </a:cubicBezTo>
                  <a:cubicBezTo>
                    <a:pt x="79948" y="74099"/>
                    <a:pt x="94760" y="87962"/>
                    <a:pt x="94760" y="103595"/>
                  </a:cubicBezTo>
                  <a:lnTo>
                    <a:pt x="94760" y="171437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9BCF0B96-75C7-00D8-3C70-CBC8F8FDFDC7}"/>
                </a:ext>
              </a:extLst>
            </p:cNvPr>
            <p:cNvSpPr/>
            <p:nvPr>
              <p:custDataLst>
                <p:tags r:id="rId132"/>
              </p:custDataLst>
            </p:nvPr>
          </p:nvSpPr>
          <p:spPr>
            <a:xfrm>
              <a:off x="4106748" y="3358563"/>
              <a:ext cx="80405" cy="173733"/>
            </a:xfrm>
            <a:custGeom>
              <a:avLst/>
              <a:gdLst>
                <a:gd name="connsiteX0" fmla="*/ 73306 w 80405"/>
                <a:gd name="connsiteY0" fmla="*/ 38113 h 173733"/>
                <a:gd name="connsiteX1" fmla="*/ 42776 w 80405"/>
                <a:gd name="connsiteY1" fmla="*/ 38113 h 173733"/>
                <a:gd name="connsiteX2" fmla="*/ 42776 w 80405"/>
                <a:gd name="connsiteY2" fmla="*/ 3897 h 173733"/>
                <a:gd name="connsiteX3" fmla="*/ 40660 w 80405"/>
                <a:gd name="connsiteY3" fmla="*/ 63 h 173733"/>
                <a:gd name="connsiteX4" fmla="*/ 34614 w 80405"/>
                <a:gd name="connsiteY4" fmla="*/ 8322 h 173733"/>
                <a:gd name="connsiteX5" fmla="*/ 5293 w 80405"/>
                <a:gd name="connsiteY5" fmla="*/ 39883 h 173733"/>
                <a:gd name="connsiteX6" fmla="*/ 154 w 80405"/>
                <a:gd name="connsiteY6" fmla="*/ 45487 h 173733"/>
                <a:gd name="connsiteX7" fmla="*/ 1364 w 80405"/>
                <a:gd name="connsiteY7" fmla="*/ 47552 h 173733"/>
                <a:gd name="connsiteX8" fmla="*/ 17384 w 80405"/>
                <a:gd name="connsiteY8" fmla="*/ 47552 h 173733"/>
                <a:gd name="connsiteX9" fmla="*/ 17384 w 80405"/>
                <a:gd name="connsiteY9" fmla="*/ 136336 h 173733"/>
                <a:gd name="connsiteX10" fmla="*/ 44287 w 80405"/>
                <a:gd name="connsiteY10" fmla="*/ 173796 h 173733"/>
                <a:gd name="connsiteX11" fmla="*/ 80560 w 80405"/>
                <a:gd name="connsiteY11" fmla="*/ 151379 h 173733"/>
                <a:gd name="connsiteX12" fmla="*/ 76631 w 80405"/>
                <a:gd name="connsiteY12" fmla="*/ 148135 h 173733"/>
                <a:gd name="connsiteX13" fmla="*/ 58494 w 80405"/>
                <a:gd name="connsiteY13" fmla="*/ 158458 h 173733"/>
                <a:gd name="connsiteX14" fmla="*/ 42776 w 80405"/>
                <a:gd name="connsiteY14" fmla="*/ 131912 h 173733"/>
                <a:gd name="connsiteX15" fmla="*/ 42776 w 80405"/>
                <a:gd name="connsiteY15" fmla="*/ 47552 h 173733"/>
                <a:gd name="connsiteX16" fmla="*/ 73306 w 80405"/>
                <a:gd name="connsiteY16" fmla="*/ 47552 h 173733"/>
                <a:gd name="connsiteX17" fmla="*/ 73306 w 80405"/>
                <a:gd name="connsiteY17" fmla="*/ 38113 h 17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405" h="173733">
                  <a:moveTo>
                    <a:pt x="73306" y="38113"/>
                  </a:moveTo>
                  <a:lnTo>
                    <a:pt x="42776" y="38113"/>
                  </a:lnTo>
                  <a:lnTo>
                    <a:pt x="42776" y="3897"/>
                  </a:lnTo>
                  <a:cubicBezTo>
                    <a:pt x="42776" y="948"/>
                    <a:pt x="42473" y="63"/>
                    <a:pt x="40660" y="63"/>
                  </a:cubicBezTo>
                  <a:cubicBezTo>
                    <a:pt x="38544" y="2717"/>
                    <a:pt x="36730" y="5372"/>
                    <a:pt x="34614" y="8322"/>
                  </a:cubicBezTo>
                  <a:cubicBezTo>
                    <a:pt x="23128" y="24545"/>
                    <a:pt x="10130" y="38703"/>
                    <a:pt x="5293" y="39883"/>
                  </a:cubicBezTo>
                  <a:cubicBezTo>
                    <a:pt x="1968" y="41948"/>
                    <a:pt x="154" y="44012"/>
                    <a:pt x="154" y="45487"/>
                  </a:cubicBezTo>
                  <a:cubicBezTo>
                    <a:pt x="154" y="46372"/>
                    <a:pt x="457" y="46962"/>
                    <a:pt x="1364" y="47552"/>
                  </a:cubicBezTo>
                  <a:lnTo>
                    <a:pt x="17384" y="47552"/>
                  </a:lnTo>
                  <a:lnTo>
                    <a:pt x="17384" y="136336"/>
                  </a:lnTo>
                  <a:cubicBezTo>
                    <a:pt x="17384" y="161113"/>
                    <a:pt x="26453" y="173796"/>
                    <a:pt x="44287" y="173796"/>
                  </a:cubicBezTo>
                  <a:cubicBezTo>
                    <a:pt x="59099" y="173796"/>
                    <a:pt x="70585" y="166717"/>
                    <a:pt x="80560" y="151379"/>
                  </a:cubicBezTo>
                  <a:lnTo>
                    <a:pt x="76631" y="148135"/>
                  </a:lnTo>
                  <a:cubicBezTo>
                    <a:pt x="70283" y="155509"/>
                    <a:pt x="65144" y="158458"/>
                    <a:pt x="58494" y="158458"/>
                  </a:cubicBezTo>
                  <a:cubicBezTo>
                    <a:pt x="47310" y="158458"/>
                    <a:pt x="42776" y="150494"/>
                    <a:pt x="42776" y="131912"/>
                  </a:cubicBezTo>
                  <a:lnTo>
                    <a:pt x="42776" y="47552"/>
                  </a:lnTo>
                  <a:lnTo>
                    <a:pt x="73306" y="47552"/>
                  </a:lnTo>
                  <a:lnTo>
                    <a:pt x="73306" y="38113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EAC5A1D-D5ED-D438-4B33-095038713887}"/>
                </a:ext>
              </a:extLst>
            </p:cNvPr>
            <p:cNvSpPr/>
            <p:nvPr>
              <p:custDataLst>
                <p:tags r:id="rId133"/>
              </p:custDataLst>
            </p:nvPr>
          </p:nvSpPr>
          <p:spPr>
            <a:xfrm>
              <a:off x="4195930" y="3393664"/>
              <a:ext cx="133304" cy="138632"/>
            </a:xfrm>
            <a:custGeom>
              <a:avLst/>
              <a:gdLst>
                <a:gd name="connsiteX0" fmla="*/ 66961 w 133304"/>
                <a:gd name="connsiteY0" fmla="*/ 63 h 138632"/>
                <a:gd name="connsiteX1" fmla="*/ 157 w 133304"/>
                <a:gd name="connsiteY1" fmla="*/ 69084 h 138632"/>
                <a:gd name="connsiteX2" fmla="*/ 66356 w 133304"/>
                <a:gd name="connsiteY2" fmla="*/ 138696 h 138632"/>
                <a:gd name="connsiteX3" fmla="*/ 133462 w 133304"/>
                <a:gd name="connsiteY3" fmla="*/ 66725 h 138632"/>
                <a:gd name="connsiteX4" fmla="*/ 66961 w 133304"/>
                <a:gd name="connsiteY4" fmla="*/ 63 h 138632"/>
                <a:gd name="connsiteX5" fmla="*/ 63031 w 133304"/>
                <a:gd name="connsiteY5" fmla="*/ 8322 h 138632"/>
                <a:gd name="connsiteX6" fmla="*/ 106257 w 133304"/>
                <a:gd name="connsiteY6" fmla="*/ 77048 h 138632"/>
                <a:gd name="connsiteX7" fmla="*/ 69983 w 133304"/>
                <a:gd name="connsiteY7" fmla="*/ 130437 h 138632"/>
                <a:gd name="connsiteX8" fmla="*/ 40662 w 133304"/>
                <a:gd name="connsiteY8" fmla="*/ 111559 h 138632"/>
                <a:gd name="connsiteX9" fmla="*/ 27362 w 133304"/>
                <a:gd name="connsiteY9" fmla="*/ 54631 h 138632"/>
                <a:gd name="connsiteX10" fmla="*/ 63031 w 133304"/>
                <a:gd name="connsiteY10" fmla="*/ 8322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304" h="138632">
                  <a:moveTo>
                    <a:pt x="66961" y="63"/>
                  </a:moveTo>
                  <a:cubicBezTo>
                    <a:pt x="27665" y="63"/>
                    <a:pt x="157" y="28379"/>
                    <a:pt x="157" y="69084"/>
                  </a:cubicBezTo>
                  <a:cubicBezTo>
                    <a:pt x="157" y="108904"/>
                    <a:pt x="28269" y="138696"/>
                    <a:pt x="66356" y="138696"/>
                  </a:cubicBezTo>
                  <a:cubicBezTo>
                    <a:pt x="104443" y="138696"/>
                    <a:pt x="133462" y="107430"/>
                    <a:pt x="133462" y="66725"/>
                  </a:cubicBezTo>
                  <a:cubicBezTo>
                    <a:pt x="133462" y="28084"/>
                    <a:pt x="105652" y="63"/>
                    <a:pt x="66961" y="63"/>
                  </a:cubicBezTo>
                  <a:close/>
                  <a:moveTo>
                    <a:pt x="63031" y="8322"/>
                  </a:moveTo>
                  <a:cubicBezTo>
                    <a:pt x="88422" y="8322"/>
                    <a:pt x="106257" y="36638"/>
                    <a:pt x="106257" y="77048"/>
                  </a:cubicBezTo>
                  <a:cubicBezTo>
                    <a:pt x="106257" y="110379"/>
                    <a:pt x="92654" y="130437"/>
                    <a:pt x="69983" y="130437"/>
                  </a:cubicBezTo>
                  <a:cubicBezTo>
                    <a:pt x="58195" y="130437"/>
                    <a:pt x="47010" y="123358"/>
                    <a:pt x="40662" y="111559"/>
                  </a:cubicBezTo>
                  <a:cubicBezTo>
                    <a:pt x="32199" y="96221"/>
                    <a:pt x="27362" y="75573"/>
                    <a:pt x="27362" y="54631"/>
                  </a:cubicBezTo>
                  <a:cubicBezTo>
                    <a:pt x="27362" y="26609"/>
                    <a:pt x="41569" y="8322"/>
                    <a:pt x="63031" y="8322"/>
                  </a:cubicBez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F5E4434-41AB-6C19-65E2-F23C69ED9C8A}"/>
                </a:ext>
              </a:extLst>
            </p:cNvPr>
            <p:cNvSpPr/>
            <p:nvPr>
              <p:custDataLst>
                <p:tags r:id="rId134"/>
              </p:custDataLst>
            </p:nvPr>
          </p:nvSpPr>
          <p:spPr>
            <a:xfrm>
              <a:off x="4425906" y="3393664"/>
              <a:ext cx="122422" cy="138632"/>
            </a:xfrm>
            <a:custGeom>
              <a:avLst/>
              <a:gdLst>
                <a:gd name="connsiteX0" fmla="*/ 122587 w 122422"/>
                <a:gd name="connsiteY0" fmla="*/ 116278 h 138632"/>
                <a:gd name="connsiteX1" fmla="*/ 109287 w 122422"/>
                <a:gd name="connsiteY1" fmla="*/ 121883 h 138632"/>
                <a:gd name="connsiteX2" fmla="*/ 100219 w 122422"/>
                <a:gd name="connsiteY2" fmla="*/ 104775 h 138632"/>
                <a:gd name="connsiteX3" fmla="*/ 100219 w 122422"/>
                <a:gd name="connsiteY3" fmla="*/ 47257 h 138632"/>
                <a:gd name="connsiteX4" fmla="*/ 94173 w 122422"/>
                <a:gd name="connsiteY4" fmla="*/ 16286 h 138632"/>
                <a:gd name="connsiteX5" fmla="*/ 56691 w 122422"/>
                <a:gd name="connsiteY5" fmla="*/ 63 h 138632"/>
                <a:gd name="connsiteX6" fmla="*/ 5908 w 122422"/>
                <a:gd name="connsiteY6" fmla="*/ 33099 h 138632"/>
                <a:gd name="connsiteX7" fmla="*/ 18906 w 122422"/>
                <a:gd name="connsiteY7" fmla="*/ 45782 h 138632"/>
                <a:gd name="connsiteX8" fmla="*/ 32508 w 122422"/>
                <a:gd name="connsiteY8" fmla="*/ 33394 h 138632"/>
                <a:gd name="connsiteX9" fmla="*/ 31904 w 122422"/>
                <a:gd name="connsiteY9" fmla="*/ 28674 h 138632"/>
                <a:gd name="connsiteX10" fmla="*/ 30997 w 122422"/>
                <a:gd name="connsiteY10" fmla="*/ 21595 h 138632"/>
                <a:gd name="connsiteX11" fmla="*/ 52761 w 122422"/>
                <a:gd name="connsiteY11" fmla="*/ 7142 h 138632"/>
                <a:gd name="connsiteX12" fmla="*/ 75734 w 122422"/>
                <a:gd name="connsiteY12" fmla="*/ 31624 h 138632"/>
                <a:gd name="connsiteX13" fmla="*/ 75734 w 122422"/>
                <a:gd name="connsiteY13" fmla="*/ 49617 h 138632"/>
                <a:gd name="connsiteX14" fmla="*/ 11047 w 122422"/>
                <a:gd name="connsiteY14" fmla="*/ 81473 h 138632"/>
                <a:gd name="connsiteX15" fmla="*/ 165 w 122422"/>
                <a:gd name="connsiteY15" fmla="*/ 107135 h 138632"/>
                <a:gd name="connsiteX16" fmla="*/ 31904 w 122422"/>
                <a:gd name="connsiteY16" fmla="*/ 138696 h 138632"/>
                <a:gd name="connsiteX17" fmla="*/ 76036 w 122422"/>
                <a:gd name="connsiteY17" fmla="*/ 117163 h 138632"/>
                <a:gd name="connsiteX18" fmla="*/ 95382 w 122422"/>
                <a:gd name="connsiteY18" fmla="*/ 138696 h 138632"/>
                <a:gd name="connsiteX19" fmla="*/ 122587 w 122422"/>
                <a:gd name="connsiteY19" fmla="*/ 123947 h 138632"/>
                <a:gd name="connsiteX20" fmla="*/ 122587 w 122422"/>
                <a:gd name="connsiteY20" fmla="*/ 116278 h 138632"/>
                <a:gd name="connsiteX21" fmla="*/ 75734 w 122422"/>
                <a:gd name="connsiteY21" fmla="*/ 99465 h 138632"/>
                <a:gd name="connsiteX22" fmla="*/ 67875 w 122422"/>
                <a:gd name="connsiteY22" fmla="*/ 114804 h 138632"/>
                <a:gd name="connsiteX23" fmla="*/ 45809 w 122422"/>
                <a:gd name="connsiteY23" fmla="*/ 121588 h 138632"/>
                <a:gd name="connsiteX24" fmla="*/ 26765 w 122422"/>
                <a:gd name="connsiteY24" fmla="*/ 98876 h 138632"/>
                <a:gd name="connsiteX25" fmla="*/ 26765 w 122422"/>
                <a:gd name="connsiteY25" fmla="*/ 97696 h 138632"/>
                <a:gd name="connsiteX26" fmla="*/ 75734 w 122422"/>
                <a:gd name="connsiteY26" fmla="*/ 56696 h 138632"/>
                <a:gd name="connsiteX27" fmla="*/ 75734 w 122422"/>
                <a:gd name="connsiteY27" fmla="*/ 99465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422" h="138632">
                  <a:moveTo>
                    <a:pt x="122587" y="116278"/>
                  </a:moveTo>
                  <a:cubicBezTo>
                    <a:pt x="117449" y="120408"/>
                    <a:pt x="113821" y="121883"/>
                    <a:pt x="109287" y="121883"/>
                  </a:cubicBezTo>
                  <a:cubicBezTo>
                    <a:pt x="102335" y="121883"/>
                    <a:pt x="100219" y="117753"/>
                    <a:pt x="100219" y="104775"/>
                  </a:cubicBezTo>
                  <a:lnTo>
                    <a:pt x="100219" y="47257"/>
                  </a:lnTo>
                  <a:cubicBezTo>
                    <a:pt x="100219" y="31919"/>
                    <a:pt x="98707" y="23365"/>
                    <a:pt x="94173" y="16286"/>
                  </a:cubicBezTo>
                  <a:cubicBezTo>
                    <a:pt x="87523" y="5667"/>
                    <a:pt x="74525" y="63"/>
                    <a:pt x="56691" y="63"/>
                  </a:cubicBezTo>
                  <a:cubicBezTo>
                    <a:pt x="28277" y="63"/>
                    <a:pt x="5908" y="14516"/>
                    <a:pt x="5908" y="33099"/>
                  </a:cubicBezTo>
                  <a:cubicBezTo>
                    <a:pt x="5908" y="39883"/>
                    <a:pt x="11954" y="45782"/>
                    <a:pt x="18906" y="45782"/>
                  </a:cubicBezTo>
                  <a:cubicBezTo>
                    <a:pt x="26161" y="45782"/>
                    <a:pt x="32508" y="39883"/>
                    <a:pt x="32508" y="33394"/>
                  </a:cubicBezTo>
                  <a:cubicBezTo>
                    <a:pt x="32508" y="32214"/>
                    <a:pt x="32206" y="30739"/>
                    <a:pt x="31904" y="28674"/>
                  </a:cubicBezTo>
                  <a:cubicBezTo>
                    <a:pt x="31299" y="26020"/>
                    <a:pt x="30997" y="23660"/>
                    <a:pt x="30997" y="21595"/>
                  </a:cubicBezTo>
                  <a:cubicBezTo>
                    <a:pt x="30997" y="13631"/>
                    <a:pt x="40670" y="7142"/>
                    <a:pt x="52761" y="7142"/>
                  </a:cubicBezTo>
                  <a:cubicBezTo>
                    <a:pt x="67573" y="7142"/>
                    <a:pt x="75734" y="15696"/>
                    <a:pt x="75734" y="31624"/>
                  </a:cubicBezTo>
                  <a:lnTo>
                    <a:pt x="75734" y="49617"/>
                  </a:lnTo>
                  <a:cubicBezTo>
                    <a:pt x="29183" y="67904"/>
                    <a:pt x="24045" y="70264"/>
                    <a:pt x="11047" y="81473"/>
                  </a:cubicBezTo>
                  <a:cubicBezTo>
                    <a:pt x="4397" y="87372"/>
                    <a:pt x="165" y="97401"/>
                    <a:pt x="165" y="107135"/>
                  </a:cubicBezTo>
                  <a:cubicBezTo>
                    <a:pt x="165" y="125717"/>
                    <a:pt x="13465" y="138696"/>
                    <a:pt x="31904" y="138696"/>
                  </a:cubicBezTo>
                  <a:cubicBezTo>
                    <a:pt x="45204" y="138696"/>
                    <a:pt x="57598" y="132501"/>
                    <a:pt x="76036" y="117163"/>
                  </a:cubicBezTo>
                  <a:cubicBezTo>
                    <a:pt x="77548" y="132501"/>
                    <a:pt x="82989" y="138696"/>
                    <a:pt x="95382" y="138696"/>
                  </a:cubicBezTo>
                  <a:cubicBezTo>
                    <a:pt x="105660" y="138696"/>
                    <a:pt x="112008" y="135156"/>
                    <a:pt x="122587" y="123947"/>
                  </a:cubicBezTo>
                  <a:lnTo>
                    <a:pt x="122587" y="116278"/>
                  </a:lnTo>
                  <a:close/>
                  <a:moveTo>
                    <a:pt x="75734" y="99465"/>
                  </a:moveTo>
                  <a:cubicBezTo>
                    <a:pt x="75734" y="108609"/>
                    <a:pt x="74223" y="111264"/>
                    <a:pt x="67875" y="114804"/>
                  </a:cubicBezTo>
                  <a:cubicBezTo>
                    <a:pt x="60620" y="118933"/>
                    <a:pt x="52157" y="121588"/>
                    <a:pt x="45809" y="121588"/>
                  </a:cubicBezTo>
                  <a:cubicBezTo>
                    <a:pt x="35229" y="121588"/>
                    <a:pt x="26765" y="111559"/>
                    <a:pt x="26765" y="98876"/>
                  </a:cubicBezTo>
                  <a:lnTo>
                    <a:pt x="26765" y="97696"/>
                  </a:lnTo>
                  <a:cubicBezTo>
                    <a:pt x="26765" y="80293"/>
                    <a:pt x="39159" y="69674"/>
                    <a:pt x="75734" y="56696"/>
                  </a:cubicBezTo>
                  <a:lnTo>
                    <a:pt x="75734" y="99465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878C7E6-0A78-2D44-E93E-C071E0049738}"/>
                </a:ext>
              </a:extLst>
            </p:cNvPr>
            <p:cNvSpPr/>
            <p:nvPr>
              <p:custDataLst>
                <p:tags r:id="rId135"/>
              </p:custDataLst>
            </p:nvPr>
          </p:nvSpPr>
          <p:spPr>
            <a:xfrm>
              <a:off x="4550947" y="3393664"/>
              <a:ext cx="140559" cy="199690"/>
            </a:xfrm>
            <a:custGeom>
              <a:avLst/>
              <a:gdLst>
                <a:gd name="connsiteX0" fmla="*/ 1378 w 140559"/>
                <a:gd name="connsiteY0" fmla="*/ 19825 h 199690"/>
                <a:gd name="connsiteX1" fmla="*/ 8935 w 140559"/>
                <a:gd name="connsiteY1" fmla="*/ 19530 h 199690"/>
                <a:gd name="connsiteX2" fmla="*/ 21329 w 140559"/>
                <a:gd name="connsiteY2" fmla="*/ 36343 h 199690"/>
                <a:gd name="connsiteX3" fmla="*/ 21329 w 140559"/>
                <a:gd name="connsiteY3" fmla="*/ 174386 h 199690"/>
                <a:gd name="connsiteX4" fmla="*/ 169 w 140559"/>
                <a:gd name="connsiteY4" fmla="*/ 194739 h 199690"/>
                <a:gd name="connsiteX5" fmla="*/ 169 w 140559"/>
                <a:gd name="connsiteY5" fmla="*/ 199753 h 199690"/>
                <a:gd name="connsiteX6" fmla="*/ 73320 w 140559"/>
                <a:gd name="connsiteY6" fmla="*/ 199753 h 199690"/>
                <a:gd name="connsiteX7" fmla="*/ 73320 w 140559"/>
                <a:gd name="connsiteY7" fmla="*/ 194444 h 199690"/>
                <a:gd name="connsiteX8" fmla="*/ 46720 w 140559"/>
                <a:gd name="connsiteY8" fmla="*/ 172322 h 199690"/>
                <a:gd name="connsiteX9" fmla="*/ 46720 w 140559"/>
                <a:gd name="connsiteY9" fmla="*/ 126012 h 199690"/>
                <a:gd name="connsiteX10" fmla="*/ 77250 w 140559"/>
                <a:gd name="connsiteY10" fmla="*/ 138696 h 199690"/>
                <a:gd name="connsiteX11" fmla="*/ 140728 w 140559"/>
                <a:gd name="connsiteY11" fmla="*/ 62890 h 199690"/>
                <a:gd name="connsiteX12" fmla="*/ 90248 w 140559"/>
                <a:gd name="connsiteY12" fmla="*/ 63 h 199690"/>
                <a:gd name="connsiteX13" fmla="*/ 46720 w 140559"/>
                <a:gd name="connsiteY13" fmla="*/ 23365 h 199690"/>
                <a:gd name="connsiteX14" fmla="*/ 46720 w 140559"/>
                <a:gd name="connsiteY14" fmla="*/ 653 h 199690"/>
                <a:gd name="connsiteX15" fmla="*/ 44906 w 140559"/>
                <a:gd name="connsiteY15" fmla="*/ 63 h 199690"/>
                <a:gd name="connsiteX16" fmla="*/ 1378 w 140559"/>
                <a:gd name="connsiteY16" fmla="*/ 15106 h 199690"/>
                <a:gd name="connsiteX17" fmla="*/ 1378 w 140559"/>
                <a:gd name="connsiteY17" fmla="*/ 19825 h 199690"/>
                <a:gd name="connsiteX18" fmla="*/ 46720 w 140559"/>
                <a:gd name="connsiteY18" fmla="*/ 37228 h 199690"/>
                <a:gd name="connsiteX19" fmla="*/ 77552 w 140559"/>
                <a:gd name="connsiteY19" fmla="*/ 17761 h 199690"/>
                <a:gd name="connsiteX20" fmla="*/ 114733 w 140559"/>
                <a:gd name="connsiteY20" fmla="*/ 74394 h 199690"/>
                <a:gd name="connsiteX21" fmla="*/ 78157 w 140559"/>
                <a:gd name="connsiteY21" fmla="*/ 129257 h 199690"/>
                <a:gd name="connsiteX22" fmla="*/ 46720 w 140559"/>
                <a:gd name="connsiteY22" fmla="*/ 109789 h 199690"/>
                <a:gd name="connsiteX23" fmla="*/ 46720 w 140559"/>
                <a:gd name="connsiteY23" fmla="*/ 37228 h 199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0559" h="199690">
                  <a:moveTo>
                    <a:pt x="1378" y="19825"/>
                  </a:moveTo>
                  <a:cubicBezTo>
                    <a:pt x="4099" y="19530"/>
                    <a:pt x="6215" y="19530"/>
                    <a:pt x="8935" y="19530"/>
                  </a:cubicBezTo>
                  <a:cubicBezTo>
                    <a:pt x="19213" y="19530"/>
                    <a:pt x="21329" y="22480"/>
                    <a:pt x="21329" y="36343"/>
                  </a:cubicBezTo>
                  <a:lnTo>
                    <a:pt x="21329" y="174386"/>
                  </a:lnTo>
                  <a:cubicBezTo>
                    <a:pt x="21329" y="189724"/>
                    <a:pt x="18004" y="192969"/>
                    <a:pt x="169" y="194739"/>
                  </a:cubicBezTo>
                  <a:lnTo>
                    <a:pt x="169" y="199753"/>
                  </a:lnTo>
                  <a:lnTo>
                    <a:pt x="73320" y="199753"/>
                  </a:lnTo>
                  <a:lnTo>
                    <a:pt x="73320" y="194444"/>
                  </a:lnTo>
                  <a:cubicBezTo>
                    <a:pt x="50650" y="194149"/>
                    <a:pt x="46720" y="190904"/>
                    <a:pt x="46720" y="172322"/>
                  </a:cubicBezTo>
                  <a:lnTo>
                    <a:pt x="46720" y="126012"/>
                  </a:lnTo>
                  <a:cubicBezTo>
                    <a:pt x="57300" y="135746"/>
                    <a:pt x="64554" y="138696"/>
                    <a:pt x="77250" y="138696"/>
                  </a:cubicBezTo>
                  <a:cubicBezTo>
                    <a:pt x="112919" y="138696"/>
                    <a:pt x="140728" y="105660"/>
                    <a:pt x="140728" y="62890"/>
                  </a:cubicBezTo>
                  <a:cubicBezTo>
                    <a:pt x="140728" y="26315"/>
                    <a:pt x="119569" y="63"/>
                    <a:pt x="90248" y="63"/>
                  </a:cubicBezTo>
                  <a:cubicBezTo>
                    <a:pt x="73320" y="63"/>
                    <a:pt x="60020" y="7437"/>
                    <a:pt x="46720" y="23365"/>
                  </a:cubicBezTo>
                  <a:lnTo>
                    <a:pt x="46720" y="653"/>
                  </a:lnTo>
                  <a:lnTo>
                    <a:pt x="44906" y="63"/>
                  </a:lnTo>
                  <a:cubicBezTo>
                    <a:pt x="28583" y="6257"/>
                    <a:pt x="18004" y="10092"/>
                    <a:pt x="1378" y="15106"/>
                  </a:cubicBezTo>
                  <a:lnTo>
                    <a:pt x="1378" y="19825"/>
                  </a:lnTo>
                  <a:close/>
                  <a:moveTo>
                    <a:pt x="46720" y="37228"/>
                  </a:moveTo>
                  <a:cubicBezTo>
                    <a:pt x="46720" y="28379"/>
                    <a:pt x="63648" y="17761"/>
                    <a:pt x="77552" y="17761"/>
                  </a:cubicBezTo>
                  <a:cubicBezTo>
                    <a:pt x="99921" y="17761"/>
                    <a:pt x="114733" y="40178"/>
                    <a:pt x="114733" y="74394"/>
                  </a:cubicBezTo>
                  <a:cubicBezTo>
                    <a:pt x="114733" y="107135"/>
                    <a:pt x="99921" y="129257"/>
                    <a:pt x="78157" y="129257"/>
                  </a:cubicBezTo>
                  <a:cubicBezTo>
                    <a:pt x="63950" y="129257"/>
                    <a:pt x="46720" y="118638"/>
                    <a:pt x="46720" y="109789"/>
                  </a:cubicBezTo>
                  <a:lnTo>
                    <a:pt x="46720" y="37228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16594157-6C2A-3D12-0A48-A930406A280A}"/>
                </a:ext>
              </a:extLst>
            </p:cNvPr>
            <p:cNvSpPr/>
            <p:nvPr>
              <p:custDataLst>
                <p:tags r:id="rId136"/>
              </p:custDataLst>
            </p:nvPr>
          </p:nvSpPr>
          <p:spPr>
            <a:xfrm>
              <a:off x="4702652" y="3393664"/>
              <a:ext cx="140559" cy="199690"/>
            </a:xfrm>
            <a:custGeom>
              <a:avLst/>
              <a:gdLst>
                <a:gd name="connsiteX0" fmla="*/ 1383 w 140559"/>
                <a:gd name="connsiteY0" fmla="*/ 19825 h 199690"/>
                <a:gd name="connsiteX1" fmla="*/ 8940 w 140559"/>
                <a:gd name="connsiteY1" fmla="*/ 19530 h 199690"/>
                <a:gd name="connsiteX2" fmla="*/ 21334 w 140559"/>
                <a:gd name="connsiteY2" fmla="*/ 36343 h 199690"/>
                <a:gd name="connsiteX3" fmla="*/ 21334 w 140559"/>
                <a:gd name="connsiteY3" fmla="*/ 174386 h 199690"/>
                <a:gd name="connsiteX4" fmla="*/ 174 w 140559"/>
                <a:gd name="connsiteY4" fmla="*/ 194739 h 199690"/>
                <a:gd name="connsiteX5" fmla="*/ 174 w 140559"/>
                <a:gd name="connsiteY5" fmla="*/ 199753 h 199690"/>
                <a:gd name="connsiteX6" fmla="*/ 73325 w 140559"/>
                <a:gd name="connsiteY6" fmla="*/ 199753 h 199690"/>
                <a:gd name="connsiteX7" fmla="*/ 73325 w 140559"/>
                <a:gd name="connsiteY7" fmla="*/ 194444 h 199690"/>
                <a:gd name="connsiteX8" fmla="*/ 46725 w 140559"/>
                <a:gd name="connsiteY8" fmla="*/ 172322 h 199690"/>
                <a:gd name="connsiteX9" fmla="*/ 46725 w 140559"/>
                <a:gd name="connsiteY9" fmla="*/ 126012 h 199690"/>
                <a:gd name="connsiteX10" fmla="*/ 77255 w 140559"/>
                <a:gd name="connsiteY10" fmla="*/ 138696 h 199690"/>
                <a:gd name="connsiteX11" fmla="*/ 140733 w 140559"/>
                <a:gd name="connsiteY11" fmla="*/ 62890 h 199690"/>
                <a:gd name="connsiteX12" fmla="*/ 90253 w 140559"/>
                <a:gd name="connsiteY12" fmla="*/ 63 h 199690"/>
                <a:gd name="connsiteX13" fmla="*/ 46725 w 140559"/>
                <a:gd name="connsiteY13" fmla="*/ 23365 h 199690"/>
                <a:gd name="connsiteX14" fmla="*/ 46725 w 140559"/>
                <a:gd name="connsiteY14" fmla="*/ 653 h 199690"/>
                <a:gd name="connsiteX15" fmla="*/ 44911 w 140559"/>
                <a:gd name="connsiteY15" fmla="*/ 63 h 199690"/>
                <a:gd name="connsiteX16" fmla="*/ 1383 w 140559"/>
                <a:gd name="connsiteY16" fmla="*/ 15106 h 199690"/>
                <a:gd name="connsiteX17" fmla="*/ 1383 w 140559"/>
                <a:gd name="connsiteY17" fmla="*/ 19825 h 199690"/>
                <a:gd name="connsiteX18" fmla="*/ 46725 w 140559"/>
                <a:gd name="connsiteY18" fmla="*/ 37228 h 199690"/>
                <a:gd name="connsiteX19" fmla="*/ 77557 w 140559"/>
                <a:gd name="connsiteY19" fmla="*/ 17761 h 199690"/>
                <a:gd name="connsiteX20" fmla="*/ 114737 w 140559"/>
                <a:gd name="connsiteY20" fmla="*/ 74394 h 199690"/>
                <a:gd name="connsiteX21" fmla="*/ 78162 w 140559"/>
                <a:gd name="connsiteY21" fmla="*/ 129257 h 199690"/>
                <a:gd name="connsiteX22" fmla="*/ 46725 w 140559"/>
                <a:gd name="connsiteY22" fmla="*/ 109789 h 199690"/>
                <a:gd name="connsiteX23" fmla="*/ 46725 w 140559"/>
                <a:gd name="connsiteY23" fmla="*/ 37228 h 199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0559" h="199690">
                  <a:moveTo>
                    <a:pt x="1383" y="19825"/>
                  </a:moveTo>
                  <a:cubicBezTo>
                    <a:pt x="4104" y="19530"/>
                    <a:pt x="6220" y="19530"/>
                    <a:pt x="8940" y="19530"/>
                  </a:cubicBezTo>
                  <a:cubicBezTo>
                    <a:pt x="19218" y="19530"/>
                    <a:pt x="21334" y="22480"/>
                    <a:pt x="21334" y="36343"/>
                  </a:cubicBezTo>
                  <a:lnTo>
                    <a:pt x="21334" y="174386"/>
                  </a:lnTo>
                  <a:cubicBezTo>
                    <a:pt x="21334" y="189724"/>
                    <a:pt x="18009" y="192969"/>
                    <a:pt x="174" y="194739"/>
                  </a:cubicBezTo>
                  <a:lnTo>
                    <a:pt x="174" y="199753"/>
                  </a:lnTo>
                  <a:lnTo>
                    <a:pt x="73325" y="199753"/>
                  </a:lnTo>
                  <a:lnTo>
                    <a:pt x="73325" y="194444"/>
                  </a:lnTo>
                  <a:cubicBezTo>
                    <a:pt x="50655" y="194149"/>
                    <a:pt x="46725" y="190904"/>
                    <a:pt x="46725" y="172322"/>
                  </a:cubicBezTo>
                  <a:lnTo>
                    <a:pt x="46725" y="126012"/>
                  </a:lnTo>
                  <a:cubicBezTo>
                    <a:pt x="57305" y="135746"/>
                    <a:pt x="64559" y="138696"/>
                    <a:pt x="77255" y="138696"/>
                  </a:cubicBezTo>
                  <a:cubicBezTo>
                    <a:pt x="112924" y="138696"/>
                    <a:pt x="140733" y="105660"/>
                    <a:pt x="140733" y="62890"/>
                  </a:cubicBezTo>
                  <a:cubicBezTo>
                    <a:pt x="140733" y="26315"/>
                    <a:pt x="119574" y="63"/>
                    <a:pt x="90253" y="63"/>
                  </a:cubicBezTo>
                  <a:cubicBezTo>
                    <a:pt x="73325" y="63"/>
                    <a:pt x="60025" y="7437"/>
                    <a:pt x="46725" y="23365"/>
                  </a:cubicBezTo>
                  <a:lnTo>
                    <a:pt x="46725" y="653"/>
                  </a:lnTo>
                  <a:lnTo>
                    <a:pt x="44911" y="63"/>
                  </a:lnTo>
                  <a:cubicBezTo>
                    <a:pt x="28588" y="6257"/>
                    <a:pt x="18009" y="10092"/>
                    <a:pt x="1383" y="15106"/>
                  </a:cubicBezTo>
                  <a:lnTo>
                    <a:pt x="1383" y="19825"/>
                  </a:lnTo>
                  <a:close/>
                  <a:moveTo>
                    <a:pt x="46725" y="37228"/>
                  </a:moveTo>
                  <a:cubicBezTo>
                    <a:pt x="46725" y="28379"/>
                    <a:pt x="63652" y="17761"/>
                    <a:pt x="77557" y="17761"/>
                  </a:cubicBezTo>
                  <a:cubicBezTo>
                    <a:pt x="99926" y="17761"/>
                    <a:pt x="114737" y="40178"/>
                    <a:pt x="114737" y="74394"/>
                  </a:cubicBezTo>
                  <a:cubicBezTo>
                    <a:pt x="114737" y="107135"/>
                    <a:pt x="99926" y="129257"/>
                    <a:pt x="78162" y="129257"/>
                  </a:cubicBezTo>
                  <a:cubicBezTo>
                    <a:pt x="63955" y="129257"/>
                    <a:pt x="46725" y="118638"/>
                    <a:pt x="46725" y="109789"/>
                  </a:cubicBezTo>
                  <a:lnTo>
                    <a:pt x="46725" y="37228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C7A979E-A3CE-9AA7-1303-8FC453887ADF}"/>
                </a:ext>
              </a:extLst>
            </p:cNvPr>
            <p:cNvSpPr/>
            <p:nvPr>
              <p:custDataLst>
                <p:tags r:id="rId137"/>
              </p:custDataLst>
            </p:nvPr>
          </p:nvSpPr>
          <p:spPr>
            <a:xfrm>
              <a:off x="4854358" y="3393664"/>
              <a:ext cx="99751" cy="135683"/>
            </a:xfrm>
            <a:custGeom>
              <a:avLst/>
              <a:gdLst>
                <a:gd name="connsiteX0" fmla="*/ 784 w 99751"/>
                <a:gd name="connsiteY0" fmla="*/ 20710 h 135683"/>
                <a:gd name="connsiteX1" fmla="*/ 11363 w 99751"/>
                <a:gd name="connsiteY1" fmla="*/ 19530 h 135683"/>
                <a:gd name="connsiteX2" fmla="*/ 21641 w 99751"/>
                <a:gd name="connsiteY2" fmla="*/ 37228 h 135683"/>
                <a:gd name="connsiteX3" fmla="*/ 21641 w 99751"/>
                <a:gd name="connsiteY3" fmla="*/ 110969 h 135683"/>
                <a:gd name="connsiteX4" fmla="*/ 179 w 99751"/>
                <a:gd name="connsiteY4" fmla="*/ 131322 h 135683"/>
                <a:gd name="connsiteX5" fmla="*/ 179 w 99751"/>
                <a:gd name="connsiteY5" fmla="*/ 135746 h 135683"/>
                <a:gd name="connsiteX6" fmla="*/ 72726 w 99751"/>
                <a:gd name="connsiteY6" fmla="*/ 135746 h 135683"/>
                <a:gd name="connsiteX7" fmla="*/ 72726 w 99751"/>
                <a:gd name="connsiteY7" fmla="*/ 131322 h 135683"/>
                <a:gd name="connsiteX8" fmla="*/ 47032 w 99751"/>
                <a:gd name="connsiteY8" fmla="*/ 109199 h 135683"/>
                <a:gd name="connsiteX9" fmla="*/ 47032 w 99751"/>
                <a:gd name="connsiteY9" fmla="*/ 42832 h 135683"/>
                <a:gd name="connsiteX10" fmla="*/ 68192 w 99751"/>
                <a:gd name="connsiteY10" fmla="*/ 18645 h 135683"/>
                <a:gd name="connsiteX11" fmla="*/ 76051 w 99751"/>
                <a:gd name="connsiteY11" fmla="*/ 23070 h 135683"/>
                <a:gd name="connsiteX12" fmla="*/ 88142 w 99751"/>
                <a:gd name="connsiteY12" fmla="*/ 28969 h 135683"/>
                <a:gd name="connsiteX13" fmla="*/ 99931 w 99751"/>
                <a:gd name="connsiteY13" fmla="*/ 15696 h 135683"/>
                <a:gd name="connsiteX14" fmla="*/ 83306 w 99751"/>
                <a:gd name="connsiteY14" fmla="*/ 63 h 135683"/>
                <a:gd name="connsiteX15" fmla="*/ 47032 w 99751"/>
                <a:gd name="connsiteY15" fmla="*/ 27789 h 135683"/>
                <a:gd name="connsiteX16" fmla="*/ 47032 w 99751"/>
                <a:gd name="connsiteY16" fmla="*/ 653 h 135683"/>
                <a:gd name="connsiteX17" fmla="*/ 45521 w 99751"/>
                <a:gd name="connsiteY17" fmla="*/ 63 h 135683"/>
                <a:gd name="connsiteX18" fmla="*/ 784 w 99751"/>
                <a:gd name="connsiteY18" fmla="*/ 15991 h 135683"/>
                <a:gd name="connsiteX19" fmla="*/ 784 w 99751"/>
                <a:gd name="connsiteY19" fmla="*/ 20710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751" h="135683">
                  <a:moveTo>
                    <a:pt x="784" y="20710"/>
                  </a:moveTo>
                  <a:cubicBezTo>
                    <a:pt x="5016" y="19825"/>
                    <a:pt x="7736" y="19530"/>
                    <a:pt x="11363" y="19530"/>
                  </a:cubicBezTo>
                  <a:cubicBezTo>
                    <a:pt x="18920" y="19530"/>
                    <a:pt x="21641" y="24250"/>
                    <a:pt x="21641" y="37228"/>
                  </a:cubicBezTo>
                  <a:lnTo>
                    <a:pt x="21641" y="110969"/>
                  </a:lnTo>
                  <a:cubicBezTo>
                    <a:pt x="21641" y="125717"/>
                    <a:pt x="19525" y="127782"/>
                    <a:pt x="179" y="131322"/>
                  </a:cubicBezTo>
                  <a:lnTo>
                    <a:pt x="179" y="135746"/>
                  </a:lnTo>
                  <a:lnTo>
                    <a:pt x="72726" y="135746"/>
                  </a:lnTo>
                  <a:lnTo>
                    <a:pt x="72726" y="131322"/>
                  </a:lnTo>
                  <a:cubicBezTo>
                    <a:pt x="52171" y="130437"/>
                    <a:pt x="47032" y="126012"/>
                    <a:pt x="47032" y="109199"/>
                  </a:cubicBezTo>
                  <a:lnTo>
                    <a:pt x="47032" y="42832"/>
                  </a:lnTo>
                  <a:cubicBezTo>
                    <a:pt x="47032" y="33394"/>
                    <a:pt x="60030" y="18645"/>
                    <a:pt x="68192" y="18645"/>
                  </a:cubicBezTo>
                  <a:cubicBezTo>
                    <a:pt x="70005" y="18645"/>
                    <a:pt x="72726" y="20120"/>
                    <a:pt x="76051" y="23070"/>
                  </a:cubicBezTo>
                  <a:cubicBezTo>
                    <a:pt x="80887" y="27199"/>
                    <a:pt x="84212" y="28969"/>
                    <a:pt x="88142" y="28969"/>
                  </a:cubicBezTo>
                  <a:cubicBezTo>
                    <a:pt x="95397" y="28969"/>
                    <a:pt x="99931" y="23955"/>
                    <a:pt x="99931" y="15696"/>
                  </a:cubicBezTo>
                  <a:cubicBezTo>
                    <a:pt x="99931" y="5962"/>
                    <a:pt x="93583" y="63"/>
                    <a:pt x="83306" y="63"/>
                  </a:cubicBezTo>
                  <a:cubicBezTo>
                    <a:pt x="70610" y="63"/>
                    <a:pt x="61844" y="6847"/>
                    <a:pt x="47032" y="27789"/>
                  </a:cubicBezTo>
                  <a:lnTo>
                    <a:pt x="47032" y="653"/>
                  </a:lnTo>
                  <a:lnTo>
                    <a:pt x="45521" y="63"/>
                  </a:lnTo>
                  <a:cubicBezTo>
                    <a:pt x="29500" y="6552"/>
                    <a:pt x="18618" y="10386"/>
                    <a:pt x="784" y="15991"/>
                  </a:cubicBezTo>
                  <a:lnTo>
                    <a:pt x="784" y="20710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5DF94D14-1E93-6EE3-BF27-58CF466B2430}"/>
                </a:ext>
              </a:extLst>
            </p:cNvPr>
            <p:cNvSpPr/>
            <p:nvPr>
              <p:custDataLst>
                <p:tags r:id="rId138"/>
              </p:custDataLst>
            </p:nvPr>
          </p:nvSpPr>
          <p:spPr>
            <a:xfrm>
              <a:off x="4962648" y="3393664"/>
              <a:ext cx="133304" cy="138632"/>
            </a:xfrm>
            <a:custGeom>
              <a:avLst/>
              <a:gdLst>
                <a:gd name="connsiteX0" fmla="*/ 66986 w 133304"/>
                <a:gd name="connsiteY0" fmla="*/ 63 h 138632"/>
                <a:gd name="connsiteX1" fmla="*/ 182 w 133304"/>
                <a:gd name="connsiteY1" fmla="*/ 69084 h 138632"/>
                <a:gd name="connsiteX2" fmla="*/ 66381 w 133304"/>
                <a:gd name="connsiteY2" fmla="*/ 138696 h 138632"/>
                <a:gd name="connsiteX3" fmla="*/ 133487 w 133304"/>
                <a:gd name="connsiteY3" fmla="*/ 66725 h 138632"/>
                <a:gd name="connsiteX4" fmla="*/ 66986 w 133304"/>
                <a:gd name="connsiteY4" fmla="*/ 63 h 138632"/>
                <a:gd name="connsiteX5" fmla="*/ 63056 w 133304"/>
                <a:gd name="connsiteY5" fmla="*/ 8322 h 138632"/>
                <a:gd name="connsiteX6" fmla="*/ 106282 w 133304"/>
                <a:gd name="connsiteY6" fmla="*/ 77048 h 138632"/>
                <a:gd name="connsiteX7" fmla="*/ 70009 w 133304"/>
                <a:gd name="connsiteY7" fmla="*/ 130437 h 138632"/>
                <a:gd name="connsiteX8" fmla="*/ 40688 w 133304"/>
                <a:gd name="connsiteY8" fmla="*/ 111559 h 138632"/>
                <a:gd name="connsiteX9" fmla="*/ 27387 w 133304"/>
                <a:gd name="connsiteY9" fmla="*/ 54631 h 138632"/>
                <a:gd name="connsiteX10" fmla="*/ 63056 w 133304"/>
                <a:gd name="connsiteY10" fmla="*/ 8322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304" h="138632">
                  <a:moveTo>
                    <a:pt x="66986" y="63"/>
                  </a:moveTo>
                  <a:cubicBezTo>
                    <a:pt x="27690" y="63"/>
                    <a:pt x="182" y="28379"/>
                    <a:pt x="182" y="69084"/>
                  </a:cubicBezTo>
                  <a:cubicBezTo>
                    <a:pt x="182" y="108904"/>
                    <a:pt x="28294" y="138696"/>
                    <a:pt x="66381" y="138696"/>
                  </a:cubicBezTo>
                  <a:cubicBezTo>
                    <a:pt x="104468" y="138696"/>
                    <a:pt x="133487" y="107430"/>
                    <a:pt x="133487" y="66725"/>
                  </a:cubicBezTo>
                  <a:cubicBezTo>
                    <a:pt x="133487" y="28084"/>
                    <a:pt x="105677" y="63"/>
                    <a:pt x="66986" y="63"/>
                  </a:cubicBezTo>
                  <a:close/>
                  <a:moveTo>
                    <a:pt x="63056" y="8322"/>
                  </a:moveTo>
                  <a:cubicBezTo>
                    <a:pt x="88448" y="8322"/>
                    <a:pt x="106282" y="36638"/>
                    <a:pt x="106282" y="77048"/>
                  </a:cubicBezTo>
                  <a:cubicBezTo>
                    <a:pt x="106282" y="110379"/>
                    <a:pt x="92680" y="130437"/>
                    <a:pt x="70009" y="130437"/>
                  </a:cubicBezTo>
                  <a:cubicBezTo>
                    <a:pt x="58220" y="130437"/>
                    <a:pt x="47036" y="123358"/>
                    <a:pt x="40688" y="111559"/>
                  </a:cubicBezTo>
                  <a:cubicBezTo>
                    <a:pt x="32224" y="96221"/>
                    <a:pt x="27387" y="75573"/>
                    <a:pt x="27387" y="54631"/>
                  </a:cubicBezTo>
                  <a:cubicBezTo>
                    <a:pt x="27387" y="26609"/>
                    <a:pt x="41595" y="8322"/>
                    <a:pt x="63056" y="8322"/>
                  </a:cubicBez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E4B83AC2-8555-724E-9505-443BDCA28583}"/>
                </a:ext>
              </a:extLst>
            </p:cNvPr>
            <p:cNvSpPr/>
            <p:nvPr>
              <p:custDataLst>
                <p:tags r:id="rId139"/>
              </p:custDataLst>
            </p:nvPr>
          </p:nvSpPr>
          <p:spPr>
            <a:xfrm>
              <a:off x="5110726" y="3396613"/>
              <a:ext cx="139652" cy="132733"/>
            </a:xfrm>
            <a:custGeom>
              <a:avLst/>
              <a:gdLst>
                <a:gd name="connsiteX0" fmla="*/ 79082 w 139652"/>
                <a:gd name="connsiteY0" fmla="*/ 132796 h 132733"/>
                <a:gd name="connsiteX1" fmla="*/ 139840 w 139652"/>
                <a:gd name="connsiteY1" fmla="*/ 132796 h 132733"/>
                <a:gd name="connsiteX2" fmla="*/ 139840 w 139652"/>
                <a:gd name="connsiteY2" fmla="*/ 128372 h 132733"/>
                <a:gd name="connsiteX3" fmla="*/ 115053 w 139652"/>
                <a:gd name="connsiteY3" fmla="*/ 110674 h 132733"/>
                <a:gd name="connsiteX4" fmla="*/ 76361 w 139652"/>
                <a:gd name="connsiteY4" fmla="*/ 52861 h 132733"/>
                <a:gd name="connsiteX5" fmla="*/ 101451 w 139652"/>
                <a:gd name="connsiteY5" fmla="*/ 17466 h 132733"/>
                <a:gd name="connsiteX6" fmla="*/ 125935 w 139652"/>
                <a:gd name="connsiteY6" fmla="*/ 4487 h 132733"/>
                <a:gd name="connsiteX7" fmla="*/ 125935 w 139652"/>
                <a:gd name="connsiteY7" fmla="*/ 63 h 132733"/>
                <a:gd name="connsiteX8" fmla="*/ 78175 w 139652"/>
                <a:gd name="connsiteY8" fmla="*/ 63 h 132733"/>
                <a:gd name="connsiteX9" fmla="*/ 78175 w 139652"/>
                <a:gd name="connsiteY9" fmla="*/ 4487 h 132733"/>
                <a:gd name="connsiteX10" fmla="*/ 90266 w 139652"/>
                <a:gd name="connsiteY10" fmla="*/ 10976 h 132733"/>
                <a:gd name="connsiteX11" fmla="*/ 79082 w 139652"/>
                <a:gd name="connsiteY11" fmla="*/ 30149 h 132733"/>
                <a:gd name="connsiteX12" fmla="*/ 70014 w 139652"/>
                <a:gd name="connsiteY12" fmla="*/ 43127 h 132733"/>
                <a:gd name="connsiteX13" fmla="*/ 65782 w 139652"/>
                <a:gd name="connsiteY13" fmla="*/ 37228 h 132733"/>
                <a:gd name="connsiteX14" fmla="*/ 51877 w 139652"/>
                <a:gd name="connsiteY14" fmla="*/ 10976 h 132733"/>
                <a:gd name="connsiteX15" fmla="*/ 64875 w 139652"/>
                <a:gd name="connsiteY15" fmla="*/ 4487 h 132733"/>
                <a:gd name="connsiteX16" fmla="*/ 64875 w 139652"/>
                <a:gd name="connsiteY16" fmla="*/ 63 h 132733"/>
                <a:gd name="connsiteX17" fmla="*/ 2303 w 139652"/>
                <a:gd name="connsiteY17" fmla="*/ 63 h 132733"/>
                <a:gd name="connsiteX18" fmla="*/ 2303 w 139652"/>
                <a:gd name="connsiteY18" fmla="*/ 4487 h 132733"/>
                <a:gd name="connsiteX19" fmla="*/ 5024 w 139652"/>
                <a:gd name="connsiteY19" fmla="*/ 4487 h 132733"/>
                <a:gd name="connsiteX20" fmla="*/ 28299 w 139652"/>
                <a:gd name="connsiteY20" fmla="*/ 22185 h 132733"/>
                <a:gd name="connsiteX21" fmla="*/ 56713 w 139652"/>
                <a:gd name="connsiteY21" fmla="*/ 64660 h 132733"/>
                <a:gd name="connsiteX22" fmla="*/ 22254 w 139652"/>
                <a:gd name="connsiteY22" fmla="*/ 113329 h 132733"/>
                <a:gd name="connsiteX23" fmla="*/ 187 w 139652"/>
                <a:gd name="connsiteY23" fmla="*/ 128372 h 132733"/>
                <a:gd name="connsiteX24" fmla="*/ 187 w 139652"/>
                <a:gd name="connsiteY24" fmla="*/ 132796 h 132733"/>
                <a:gd name="connsiteX25" fmla="*/ 44018 w 139652"/>
                <a:gd name="connsiteY25" fmla="*/ 132796 h 132733"/>
                <a:gd name="connsiteX26" fmla="*/ 44018 w 139652"/>
                <a:gd name="connsiteY26" fmla="*/ 128372 h 132733"/>
                <a:gd name="connsiteX27" fmla="*/ 31927 w 139652"/>
                <a:gd name="connsiteY27" fmla="*/ 123063 h 132733"/>
                <a:gd name="connsiteX28" fmla="*/ 37972 w 139652"/>
                <a:gd name="connsiteY28" fmla="*/ 110969 h 132733"/>
                <a:gd name="connsiteX29" fmla="*/ 61852 w 139652"/>
                <a:gd name="connsiteY29" fmla="*/ 74689 h 132733"/>
                <a:gd name="connsiteX30" fmla="*/ 89359 w 139652"/>
                <a:gd name="connsiteY30" fmla="*/ 115983 h 132733"/>
                <a:gd name="connsiteX31" fmla="*/ 91173 w 139652"/>
                <a:gd name="connsiteY31" fmla="*/ 121293 h 132733"/>
                <a:gd name="connsiteX32" fmla="*/ 79082 w 139652"/>
                <a:gd name="connsiteY32" fmla="*/ 128372 h 132733"/>
                <a:gd name="connsiteX33" fmla="*/ 79082 w 139652"/>
                <a:gd name="connsiteY33" fmla="*/ 132796 h 132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652" h="132733">
                  <a:moveTo>
                    <a:pt x="79082" y="132796"/>
                  </a:moveTo>
                  <a:lnTo>
                    <a:pt x="139840" y="132796"/>
                  </a:lnTo>
                  <a:lnTo>
                    <a:pt x="139840" y="128372"/>
                  </a:lnTo>
                  <a:cubicBezTo>
                    <a:pt x="130469" y="128372"/>
                    <a:pt x="124424" y="123653"/>
                    <a:pt x="115053" y="110674"/>
                  </a:cubicBezTo>
                  <a:lnTo>
                    <a:pt x="76361" y="52861"/>
                  </a:lnTo>
                  <a:lnTo>
                    <a:pt x="101451" y="17466"/>
                  </a:lnTo>
                  <a:cubicBezTo>
                    <a:pt x="107194" y="9502"/>
                    <a:pt x="116262" y="4782"/>
                    <a:pt x="125935" y="4487"/>
                  </a:cubicBezTo>
                  <a:lnTo>
                    <a:pt x="125935" y="63"/>
                  </a:lnTo>
                  <a:lnTo>
                    <a:pt x="78175" y="63"/>
                  </a:lnTo>
                  <a:lnTo>
                    <a:pt x="78175" y="4487"/>
                  </a:lnTo>
                  <a:cubicBezTo>
                    <a:pt x="87243" y="5077"/>
                    <a:pt x="90266" y="6847"/>
                    <a:pt x="90266" y="10976"/>
                  </a:cubicBezTo>
                  <a:cubicBezTo>
                    <a:pt x="90266" y="14516"/>
                    <a:pt x="86639" y="21005"/>
                    <a:pt x="79082" y="30149"/>
                  </a:cubicBezTo>
                  <a:cubicBezTo>
                    <a:pt x="77571" y="31919"/>
                    <a:pt x="73943" y="37228"/>
                    <a:pt x="70014" y="43127"/>
                  </a:cubicBezTo>
                  <a:lnTo>
                    <a:pt x="65782" y="37228"/>
                  </a:lnTo>
                  <a:cubicBezTo>
                    <a:pt x="57318" y="24840"/>
                    <a:pt x="51877" y="14811"/>
                    <a:pt x="51877" y="10976"/>
                  </a:cubicBezTo>
                  <a:cubicBezTo>
                    <a:pt x="51877" y="6847"/>
                    <a:pt x="55807" y="4782"/>
                    <a:pt x="64875" y="4487"/>
                  </a:cubicBezTo>
                  <a:lnTo>
                    <a:pt x="64875" y="63"/>
                  </a:lnTo>
                  <a:lnTo>
                    <a:pt x="2303" y="63"/>
                  </a:lnTo>
                  <a:lnTo>
                    <a:pt x="2303" y="4487"/>
                  </a:lnTo>
                  <a:lnTo>
                    <a:pt x="5024" y="4487"/>
                  </a:lnTo>
                  <a:cubicBezTo>
                    <a:pt x="14092" y="4487"/>
                    <a:pt x="18929" y="8322"/>
                    <a:pt x="28299" y="22185"/>
                  </a:cubicBezTo>
                  <a:lnTo>
                    <a:pt x="56713" y="64660"/>
                  </a:lnTo>
                  <a:lnTo>
                    <a:pt x="22254" y="113329"/>
                  </a:lnTo>
                  <a:cubicBezTo>
                    <a:pt x="13185" y="125422"/>
                    <a:pt x="10163" y="127487"/>
                    <a:pt x="187" y="128372"/>
                  </a:cubicBezTo>
                  <a:lnTo>
                    <a:pt x="187" y="132796"/>
                  </a:lnTo>
                  <a:lnTo>
                    <a:pt x="44018" y="132796"/>
                  </a:lnTo>
                  <a:lnTo>
                    <a:pt x="44018" y="128372"/>
                  </a:lnTo>
                  <a:cubicBezTo>
                    <a:pt x="35554" y="128372"/>
                    <a:pt x="31927" y="126897"/>
                    <a:pt x="31927" y="123063"/>
                  </a:cubicBezTo>
                  <a:cubicBezTo>
                    <a:pt x="31927" y="121293"/>
                    <a:pt x="34043" y="116868"/>
                    <a:pt x="37972" y="110969"/>
                  </a:cubicBezTo>
                  <a:lnTo>
                    <a:pt x="61852" y="74689"/>
                  </a:lnTo>
                  <a:lnTo>
                    <a:pt x="89359" y="115983"/>
                  </a:lnTo>
                  <a:cubicBezTo>
                    <a:pt x="90569" y="117753"/>
                    <a:pt x="91173" y="119523"/>
                    <a:pt x="91173" y="121293"/>
                  </a:cubicBezTo>
                  <a:cubicBezTo>
                    <a:pt x="91173" y="126602"/>
                    <a:pt x="89057" y="127782"/>
                    <a:pt x="79082" y="128372"/>
                  </a:cubicBezTo>
                  <a:lnTo>
                    <a:pt x="79082" y="132796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1E1EF87-BDC8-7A6D-3EBD-D72657B15AE9}"/>
                </a:ext>
              </a:extLst>
            </p:cNvPr>
            <p:cNvSpPr/>
            <p:nvPr>
              <p:custDataLst>
                <p:tags r:id="rId140"/>
              </p:custDataLst>
            </p:nvPr>
          </p:nvSpPr>
          <p:spPr>
            <a:xfrm>
              <a:off x="5262130" y="3327887"/>
              <a:ext cx="71639" cy="201460"/>
            </a:xfrm>
            <a:custGeom>
              <a:avLst/>
              <a:gdLst>
                <a:gd name="connsiteX0" fmla="*/ 48255 w 71639"/>
                <a:gd name="connsiteY0" fmla="*/ 65840 h 201460"/>
                <a:gd name="connsiteX1" fmla="*/ 1401 w 71639"/>
                <a:gd name="connsiteY1" fmla="*/ 82063 h 201460"/>
                <a:gd name="connsiteX2" fmla="*/ 1401 w 71639"/>
                <a:gd name="connsiteY2" fmla="*/ 86487 h 201460"/>
                <a:gd name="connsiteX3" fmla="*/ 3820 w 71639"/>
                <a:gd name="connsiteY3" fmla="*/ 86192 h 201460"/>
                <a:gd name="connsiteX4" fmla="*/ 14097 w 71639"/>
                <a:gd name="connsiteY4" fmla="*/ 85307 h 201460"/>
                <a:gd name="connsiteX5" fmla="*/ 24072 w 71639"/>
                <a:gd name="connsiteY5" fmla="*/ 103005 h 201460"/>
                <a:gd name="connsiteX6" fmla="*/ 24072 w 71639"/>
                <a:gd name="connsiteY6" fmla="*/ 171437 h 201460"/>
                <a:gd name="connsiteX7" fmla="*/ 192 w 71639"/>
                <a:gd name="connsiteY7" fmla="*/ 197098 h 201460"/>
                <a:gd name="connsiteX8" fmla="*/ 192 w 71639"/>
                <a:gd name="connsiteY8" fmla="*/ 201523 h 201460"/>
                <a:gd name="connsiteX9" fmla="*/ 71832 w 71639"/>
                <a:gd name="connsiteY9" fmla="*/ 201523 h 201460"/>
                <a:gd name="connsiteX10" fmla="*/ 71832 w 71639"/>
                <a:gd name="connsiteY10" fmla="*/ 197098 h 201460"/>
                <a:gd name="connsiteX11" fmla="*/ 49464 w 71639"/>
                <a:gd name="connsiteY11" fmla="*/ 171437 h 201460"/>
                <a:gd name="connsiteX12" fmla="*/ 49464 w 71639"/>
                <a:gd name="connsiteY12" fmla="*/ 66725 h 201460"/>
                <a:gd name="connsiteX13" fmla="*/ 48255 w 71639"/>
                <a:gd name="connsiteY13" fmla="*/ 65840 h 201460"/>
                <a:gd name="connsiteX14" fmla="*/ 34048 w 71639"/>
                <a:gd name="connsiteY14" fmla="*/ 63 h 201460"/>
                <a:gd name="connsiteX15" fmla="*/ 18934 w 71639"/>
                <a:gd name="connsiteY15" fmla="*/ 15106 h 201460"/>
                <a:gd name="connsiteX16" fmla="*/ 34048 w 71639"/>
                <a:gd name="connsiteY16" fmla="*/ 30149 h 201460"/>
                <a:gd name="connsiteX17" fmla="*/ 49766 w 71639"/>
                <a:gd name="connsiteY17" fmla="*/ 15106 h 201460"/>
                <a:gd name="connsiteX18" fmla="*/ 34048 w 71639"/>
                <a:gd name="connsiteY18" fmla="*/ 63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639" h="201460">
                  <a:moveTo>
                    <a:pt x="48255" y="65840"/>
                  </a:moveTo>
                  <a:lnTo>
                    <a:pt x="1401" y="82063"/>
                  </a:lnTo>
                  <a:lnTo>
                    <a:pt x="1401" y="86487"/>
                  </a:lnTo>
                  <a:lnTo>
                    <a:pt x="3820" y="86192"/>
                  </a:lnTo>
                  <a:cubicBezTo>
                    <a:pt x="7447" y="85602"/>
                    <a:pt x="11377" y="85307"/>
                    <a:pt x="14097" y="85307"/>
                  </a:cubicBezTo>
                  <a:cubicBezTo>
                    <a:pt x="21352" y="85307"/>
                    <a:pt x="24072" y="90027"/>
                    <a:pt x="24072" y="103005"/>
                  </a:cubicBezTo>
                  <a:lnTo>
                    <a:pt x="24072" y="171437"/>
                  </a:lnTo>
                  <a:cubicBezTo>
                    <a:pt x="24072" y="192674"/>
                    <a:pt x="21050" y="195919"/>
                    <a:pt x="192" y="197098"/>
                  </a:cubicBezTo>
                  <a:lnTo>
                    <a:pt x="192" y="201523"/>
                  </a:lnTo>
                  <a:lnTo>
                    <a:pt x="71832" y="201523"/>
                  </a:lnTo>
                  <a:lnTo>
                    <a:pt x="71832" y="197098"/>
                  </a:lnTo>
                  <a:cubicBezTo>
                    <a:pt x="51882" y="195624"/>
                    <a:pt x="49464" y="192674"/>
                    <a:pt x="49464" y="171437"/>
                  </a:cubicBezTo>
                  <a:lnTo>
                    <a:pt x="49464" y="66725"/>
                  </a:lnTo>
                  <a:lnTo>
                    <a:pt x="48255" y="65840"/>
                  </a:lnTo>
                  <a:close/>
                  <a:moveTo>
                    <a:pt x="34048" y="63"/>
                  </a:moveTo>
                  <a:cubicBezTo>
                    <a:pt x="25886" y="63"/>
                    <a:pt x="18934" y="6847"/>
                    <a:pt x="18934" y="15106"/>
                  </a:cubicBezTo>
                  <a:cubicBezTo>
                    <a:pt x="18934" y="23365"/>
                    <a:pt x="25584" y="30149"/>
                    <a:pt x="34048" y="30149"/>
                  </a:cubicBezTo>
                  <a:cubicBezTo>
                    <a:pt x="42814" y="30149"/>
                    <a:pt x="49766" y="23660"/>
                    <a:pt x="49766" y="15106"/>
                  </a:cubicBezTo>
                  <a:cubicBezTo>
                    <a:pt x="49766" y="6847"/>
                    <a:pt x="42814" y="63"/>
                    <a:pt x="34048" y="63"/>
                  </a:cubicBez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B626C56E-8352-33F8-1473-165612C6AF67}"/>
                </a:ext>
              </a:extLst>
            </p:cNvPr>
            <p:cNvSpPr/>
            <p:nvPr>
              <p:custDataLst>
                <p:tags r:id="rId141"/>
              </p:custDataLst>
            </p:nvPr>
          </p:nvSpPr>
          <p:spPr>
            <a:xfrm>
              <a:off x="5346475" y="3393664"/>
              <a:ext cx="229428" cy="135683"/>
            </a:xfrm>
            <a:custGeom>
              <a:avLst/>
              <a:gdLst>
                <a:gd name="connsiteX0" fmla="*/ 1102 w 229428"/>
                <a:gd name="connsiteY0" fmla="*/ 18351 h 135683"/>
                <a:gd name="connsiteX1" fmla="*/ 10775 w 229428"/>
                <a:gd name="connsiteY1" fmla="*/ 17171 h 135683"/>
                <a:gd name="connsiteX2" fmla="*/ 21355 w 229428"/>
                <a:gd name="connsiteY2" fmla="*/ 36048 h 135683"/>
                <a:gd name="connsiteX3" fmla="*/ 21355 w 229428"/>
                <a:gd name="connsiteY3" fmla="*/ 110674 h 135683"/>
                <a:gd name="connsiteX4" fmla="*/ 195 w 229428"/>
                <a:gd name="connsiteY4" fmla="*/ 131322 h 135683"/>
                <a:gd name="connsiteX5" fmla="*/ 195 w 229428"/>
                <a:gd name="connsiteY5" fmla="*/ 135746 h 135683"/>
                <a:gd name="connsiteX6" fmla="*/ 67301 w 229428"/>
                <a:gd name="connsiteY6" fmla="*/ 135746 h 135683"/>
                <a:gd name="connsiteX7" fmla="*/ 67301 w 229428"/>
                <a:gd name="connsiteY7" fmla="*/ 131322 h 135683"/>
                <a:gd name="connsiteX8" fmla="*/ 46746 w 229428"/>
                <a:gd name="connsiteY8" fmla="*/ 115983 h 135683"/>
                <a:gd name="connsiteX9" fmla="*/ 46746 w 229428"/>
                <a:gd name="connsiteY9" fmla="*/ 32804 h 135683"/>
                <a:gd name="connsiteX10" fmla="*/ 51280 w 229428"/>
                <a:gd name="connsiteY10" fmla="*/ 27199 h 135683"/>
                <a:gd name="connsiteX11" fmla="*/ 82415 w 229428"/>
                <a:gd name="connsiteY11" fmla="*/ 15401 h 135683"/>
                <a:gd name="connsiteX12" fmla="*/ 102365 w 229428"/>
                <a:gd name="connsiteY12" fmla="*/ 46372 h 135683"/>
                <a:gd name="connsiteX13" fmla="*/ 102365 w 229428"/>
                <a:gd name="connsiteY13" fmla="*/ 110379 h 135683"/>
                <a:gd name="connsiteX14" fmla="*/ 81810 w 229428"/>
                <a:gd name="connsiteY14" fmla="*/ 131322 h 135683"/>
                <a:gd name="connsiteX15" fmla="*/ 81810 w 229428"/>
                <a:gd name="connsiteY15" fmla="*/ 135746 h 135683"/>
                <a:gd name="connsiteX16" fmla="*/ 149520 w 229428"/>
                <a:gd name="connsiteY16" fmla="*/ 135746 h 135683"/>
                <a:gd name="connsiteX17" fmla="*/ 149520 w 229428"/>
                <a:gd name="connsiteY17" fmla="*/ 131322 h 135683"/>
                <a:gd name="connsiteX18" fmla="*/ 127756 w 229428"/>
                <a:gd name="connsiteY18" fmla="*/ 107724 h 135683"/>
                <a:gd name="connsiteX19" fmla="*/ 127756 w 229428"/>
                <a:gd name="connsiteY19" fmla="*/ 33394 h 135683"/>
                <a:gd name="connsiteX20" fmla="*/ 160705 w 229428"/>
                <a:gd name="connsiteY20" fmla="*/ 15401 h 135683"/>
                <a:gd name="connsiteX21" fmla="*/ 183376 w 229428"/>
                <a:gd name="connsiteY21" fmla="*/ 47847 h 135683"/>
                <a:gd name="connsiteX22" fmla="*/ 183376 w 229428"/>
                <a:gd name="connsiteY22" fmla="*/ 110084 h 135683"/>
                <a:gd name="connsiteX23" fmla="*/ 163425 w 229428"/>
                <a:gd name="connsiteY23" fmla="*/ 131322 h 135683"/>
                <a:gd name="connsiteX24" fmla="*/ 163425 w 229428"/>
                <a:gd name="connsiteY24" fmla="*/ 135746 h 135683"/>
                <a:gd name="connsiteX25" fmla="*/ 229624 w 229428"/>
                <a:gd name="connsiteY25" fmla="*/ 135746 h 135683"/>
                <a:gd name="connsiteX26" fmla="*/ 229624 w 229428"/>
                <a:gd name="connsiteY26" fmla="*/ 131322 h 135683"/>
                <a:gd name="connsiteX27" fmla="*/ 221765 w 229428"/>
                <a:gd name="connsiteY27" fmla="*/ 130732 h 135683"/>
                <a:gd name="connsiteX28" fmla="*/ 208767 w 229428"/>
                <a:gd name="connsiteY28" fmla="*/ 113329 h 135683"/>
                <a:gd name="connsiteX29" fmla="*/ 208767 w 229428"/>
                <a:gd name="connsiteY29" fmla="*/ 52566 h 135683"/>
                <a:gd name="connsiteX30" fmla="*/ 173703 w 229428"/>
                <a:gd name="connsiteY30" fmla="*/ 63 h 135683"/>
                <a:gd name="connsiteX31" fmla="*/ 124431 w 229428"/>
                <a:gd name="connsiteY31" fmla="*/ 24840 h 135683"/>
                <a:gd name="connsiteX32" fmla="*/ 92390 w 229428"/>
                <a:gd name="connsiteY32" fmla="*/ 63 h 135683"/>
                <a:gd name="connsiteX33" fmla="*/ 45537 w 229428"/>
                <a:gd name="connsiteY33" fmla="*/ 22775 h 135683"/>
                <a:gd name="connsiteX34" fmla="*/ 45537 w 229428"/>
                <a:gd name="connsiteY34" fmla="*/ 653 h 135683"/>
                <a:gd name="connsiteX35" fmla="*/ 43421 w 229428"/>
                <a:gd name="connsiteY35" fmla="*/ 63 h 135683"/>
                <a:gd name="connsiteX36" fmla="*/ 1102 w 229428"/>
                <a:gd name="connsiteY36" fmla="*/ 13336 h 135683"/>
                <a:gd name="connsiteX37" fmla="*/ 1102 w 229428"/>
                <a:gd name="connsiteY37" fmla="*/ 18351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29428" h="135683">
                  <a:moveTo>
                    <a:pt x="1102" y="18351"/>
                  </a:moveTo>
                  <a:cubicBezTo>
                    <a:pt x="5032" y="17466"/>
                    <a:pt x="7450" y="17171"/>
                    <a:pt x="10775" y="17171"/>
                  </a:cubicBezTo>
                  <a:cubicBezTo>
                    <a:pt x="18634" y="17171"/>
                    <a:pt x="21355" y="21890"/>
                    <a:pt x="21355" y="36048"/>
                  </a:cubicBezTo>
                  <a:lnTo>
                    <a:pt x="21355" y="110674"/>
                  </a:lnTo>
                  <a:cubicBezTo>
                    <a:pt x="21355" y="126602"/>
                    <a:pt x="17123" y="131027"/>
                    <a:pt x="195" y="131322"/>
                  </a:cubicBezTo>
                  <a:lnTo>
                    <a:pt x="195" y="135746"/>
                  </a:lnTo>
                  <a:lnTo>
                    <a:pt x="67301" y="135746"/>
                  </a:lnTo>
                  <a:lnTo>
                    <a:pt x="67301" y="131322"/>
                  </a:lnTo>
                  <a:cubicBezTo>
                    <a:pt x="51280" y="130732"/>
                    <a:pt x="46746" y="127487"/>
                    <a:pt x="46746" y="115983"/>
                  </a:cubicBezTo>
                  <a:lnTo>
                    <a:pt x="46746" y="32804"/>
                  </a:lnTo>
                  <a:cubicBezTo>
                    <a:pt x="46746" y="32214"/>
                    <a:pt x="49164" y="29264"/>
                    <a:pt x="51280" y="27199"/>
                  </a:cubicBezTo>
                  <a:cubicBezTo>
                    <a:pt x="58837" y="20415"/>
                    <a:pt x="71835" y="15401"/>
                    <a:pt x="82415" y="15401"/>
                  </a:cubicBezTo>
                  <a:cubicBezTo>
                    <a:pt x="95715" y="15401"/>
                    <a:pt x="102365" y="25725"/>
                    <a:pt x="102365" y="46372"/>
                  </a:cubicBezTo>
                  <a:lnTo>
                    <a:pt x="102365" y="110379"/>
                  </a:lnTo>
                  <a:cubicBezTo>
                    <a:pt x="102365" y="126897"/>
                    <a:pt x="99040" y="130142"/>
                    <a:pt x="81810" y="131322"/>
                  </a:cubicBezTo>
                  <a:lnTo>
                    <a:pt x="81810" y="135746"/>
                  </a:lnTo>
                  <a:lnTo>
                    <a:pt x="149520" y="135746"/>
                  </a:lnTo>
                  <a:lnTo>
                    <a:pt x="149520" y="131322"/>
                  </a:lnTo>
                  <a:cubicBezTo>
                    <a:pt x="132291" y="131027"/>
                    <a:pt x="127756" y="126012"/>
                    <a:pt x="127756" y="107724"/>
                  </a:cubicBezTo>
                  <a:lnTo>
                    <a:pt x="127756" y="33394"/>
                  </a:lnTo>
                  <a:cubicBezTo>
                    <a:pt x="136825" y="20710"/>
                    <a:pt x="146800" y="15401"/>
                    <a:pt x="160705" y="15401"/>
                  </a:cubicBezTo>
                  <a:cubicBezTo>
                    <a:pt x="177935" y="15401"/>
                    <a:pt x="183376" y="23365"/>
                    <a:pt x="183376" y="47847"/>
                  </a:cubicBezTo>
                  <a:lnTo>
                    <a:pt x="183376" y="110084"/>
                  </a:lnTo>
                  <a:cubicBezTo>
                    <a:pt x="183376" y="126897"/>
                    <a:pt x="180957" y="129257"/>
                    <a:pt x="163425" y="131322"/>
                  </a:cubicBezTo>
                  <a:lnTo>
                    <a:pt x="163425" y="135746"/>
                  </a:lnTo>
                  <a:lnTo>
                    <a:pt x="229624" y="135746"/>
                  </a:lnTo>
                  <a:lnTo>
                    <a:pt x="229624" y="131322"/>
                  </a:lnTo>
                  <a:lnTo>
                    <a:pt x="221765" y="130732"/>
                  </a:lnTo>
                  <a:cubicBezTo>
                    <a:pt x="212697" y="130142"/>
                    <a:pt x="208767" y="124832"/>
                    <a:pt x="208767" y="113329"/>
                  </a:cubicBezTo>
                  <a:lnTo>
                    <a:pt x="208767" y="52566"/>
                  </a:lnTo>
                  <a:cubicBezTo>
                    <a:pt x="208767" y="17761"/>
                    <a:pt x="196978" y="63"/>
                    <a:pt x="173703" y="63"/>
                  </a:cubicBezTo>
                  <a:cubicBezTo>
                    <a:pt x="156171" y="63"/>
                    <a:pt x="140754" y="7732"/>
                    <a:pt x="124431" y="24840"/>
                  </a:cubicBezTo>
                  <a:cubicBezTo>
                    <a:pt x="118990" y="8027"/>
                    <a:pt x="108713" y="63"/>
                    <a:pt x="92390" y="63"/>
                  </a:cubicBezTo>
                  <a:cubicBezTo>
                    <a:pt x="79090" y="63"/>
                    <a:pt x="70626" y="4192"/>
                    <a:pt x="45537" y="22775"/>
                  </a:cubicBezTo>
                  <a:lnTo>
                    <a:pt x="45537" y="653"/>
                  </a:lnTo>
                  <a:lnTo>
                    <a:pt x="43421" y="63"/>
                  </a:lnTo>
                  <a:cubicBezTo>
                    <a:pt x="28005" y="5667"/>
                    <a:pt x="17727" y="8912"/>
                    <a:pt x="1102" y="13336"/>
                  </a:cubicBezTo>
                  <a:lnTo>
                    <a:pt x="1102" y="18351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0A2B91B-5FD5-9DD5-BDC0-ED6D1CE342E2}"/>
                </a:ext>
              </a:extLst>
            </p:cNvPr>
            <p:cNvSpPr/>
            <p:nvPr>
              <p:custDataLst>
                <p:tags r:id="rId142"/>
              </p:custDataLst>
            </p:nvPr>
          </p:nvSpPr>
          <p:spPr>
            <a:xfrm>
              <a:off x="5588874" y="3393664"/>
              <a:ext cx="122422" cy="138632"/>
            </a:xfrm>
            <a:custGeom>
              <a:avLst/>
              <a:gdLst>
                <a:gd name="connsiteX0" fmla="*/ 122625 w 122422"/>
                <a:gd name="connsiteY0" fmla="*/ 116278 h 138632"/>
                <a:gd name="connsiteX1" fmla="*/ 109325 w 122422"/>
                <a:gd name="connsiteY1" fmla="*/ 121883 h 138632"/>
                <a:gd name="connsiteX2" fmla="*/ 100257 w 122422"/>
                <a:gd name="connsiteY2" fmla="*/ 104775 h 138632"/>
                <a:gd name="connsiteX3" fmla="*/ 100257 w 122422"/>
                <a:gd name="connsiteY3" fmla="*/ 47257 h 138632"/>
                <a:gd name="connsiteX4" fmla="*/ 94211 w 122422"/>
                <a:gd name="connsiteY4" fmla="*/ 16286 h 138632"/>
                <a:gd name="connsiteX5" fmla="*/ 56729 w 122422"/>
                <a:gd name="connsiteY5" fmla="*/ 63 h 138632"/>
                <a:gd name="connsiteX6" fmla="*/ 5946 w 122422"/>
                <a:gd name="connsiteY6" fmla="*/ 33099 h 138632"/>
                <a:gd name="connsiteX7" fmla="*/ 18944 w 122422"/>
                <a:gd name="connsiteY7" fmla="*/ 45782 h 138632"/>
                <a:gd name="connsiteX8" fmla="*/ 32547 w 122422"/>
                <a:gd name="connsiteY8" fmla="*/ 33394 h 138632"/>
                <a:gd name="connsiteX9" fmla="*/ 31942 w 122422"/>
                <a:gd name="connsiteY9" fmla="*/ 28674 h 138632"/>
                <a:gd name="connsiteX10" fmla="*/ 31035 w 122422"/>
                <a:gd name="connsiteY10" fmla="*/ 21595 h 138632"/>
                <a:gd name="connsiteX11" fmla="*/ 52799 w 122422"/>
                <a:gd name="connsiteY11" fmla="*/ 7142 h 138632"/>
                <a:gd name="connsiteX12" fmla="*/ 75772 w 122422"/>
                <a:gd name="connsiteY12" fmla="*/ 31624 h 138632"/>
                <a:gd name="connsiteX13" fmla="*/ 75772 w 122422"/>
                <a:gd name="connsiteY13" fmla="*/ 49617 h 138632"/>
                <a:gd name="connsiteX14" fmla="*/ 11085 w 122422"/>
                <a:gd name="connsiteY14" fmla="*/ 81473 h 138632"/>
                <a:gd name="connsiteX15" fmla="*/ 203 w 122422"/>
                <a:gd name="connsiteY15" fmla="*/ 107135 h 138632"/>
                <a:gd name="connsiteX16" fmla="*/ 31942 w 122422"/>
                <a:gd name="connsiteY16" fmla="*/ 138696 h 138632"/>
                <a:gd name="connsiteX17" fmla="*/ 76075 w 122422"/>
                <a:gd name="connsiteY17" fmla="*/ 117163 h 138632"/>
                <a:gd name="connsiteX18" fmla="*/ 95420 w 122422"/>
                <a:gd name="connsiteY18" fmla="*/ 138696 h 138632"/>
                <a:gd name="connsiteX19" fmla="*/ 122625 w 122422"/>
                <a:gd name="connsiteY19" fmla="*/ 123947 h 138632"/>
                <a:gd name="connsiteX20" fmla="*/ 122625 w 122422"/>
                <a:gd name="connsiteY20" fmla="*/ 116278 h 138632"/>
                <a:gd name="connsiteX21" fmla="*/ 75772 w 122422"/>
                <a:gd name="connsiteY21" fmla="*/ 99465 h 138632"/>
                <a:gd name="connsiteX22" fmla="*/ 67913 w 122422"/>
                <a:gd name="connsiteY22" fmla="*/ 114804 h 138632"/>
                <a:gd name="connsiteX23" fmla="*/ 45847 w 122422"/>
                <a:gd name="connsiteY23" fmla="*/ 121588 h 138632"/>
                <a:gd name="connsiteX24" fmla="*/ 26803 w 122422"/>
                <a:gd name="connsiteY24" fmla="*/ 98876 h 138632"/>
                <a:gd name="connsiteX25" fmla="*/ 26803 w 122422"/>
                <a:gd name="connsiteY25" fmla="*/ 97696 h 138632"/>
                <a:gd name="connsiteX26" fmla="*/ 75772 w 122422"/>
                <a:gd name="connsiteY26" fmla="*/ 56696 h 138632"/>
                <a:gd name="connsiteX27" fmla="*/ 75772 w 122422"/>
                <a:gd name="connsiteY27" fmla="*/ 99465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422" h="138632">
                  <a:moveTo>
                    <a:pt x="122625" y="116278"/>
                  </a:moveTo>
                  <a:cubicBezTo>
                    <a:pt x="117487" y="120408"/>
                    <a:pt x="113859" y="121883"/>
                    <a:pt x="109325" y="121883"/>
                  </a:cubicBezTo>
                  <a:cubicBezTo>
                    <a:pt x="102373" y="121883"/>
                    <a:pt x="100257" y="117753"/>
                    <a:pt x="100257" y="104775"/>
                  </a:cubicBezTo>
                  <a:lnTo>
                    <a:pt x="100257" y="47257"/>
                  </a:lnTo>
                  <a:cubicBezTo>
                    <a:pt x="100257" y="31919"/>
                    <a:pt x="98746" y="23365"/>
                    <a:pt x="94211" y="16286"/>
                  </a:cubicBezTo>
                  <a:cubicBezTo>
                    <a:pt x="87561" y="5667"/>
                    <a:pt x="74563" y="63"/>
                    <a:pt x="56729" y="63"/>
                  </a:cubicBezTo>
                  <a:cubicBezTo>
                    <a:pt x="28315" y="63"/>
                    <a:pt x="5946" y="14516"/>
                    <a:pt x="5946" y="33099"/>
                  </a:cubicBezTo>
                  <a:cubicBezTo>
                    <a:pt x="5946" y="39883"/>
                    <a:pt x="11992" y="45782"/>
                    <a:pt x="18944" y="45782"/>
                  </a:cubicBezTo>
                  <a:cubicBezTo>
                    <a:pt x="26199" y="45782"/>
                    <a:pt x="32547" y="39883"/>
                    <a:pt x="32547" y="33394"/>
                  </a:cubicBezTo>
                  <a:cubicBezTo>
                    <a:pt x="32547" y="32214"/>
                    <a:pt x="32244" y="30739"/>
                    <a:pt x="31942" y="28674"/>
                  </a:cubicBezTo>
                  <a:cubicBezTo>
                    <a:pt x="31338" y="26020"/>
                    <a:pt x="31035" y="23660"/>
                    <a:pt x="31035" y="21595"/>
                  </a:cubicBezTo>
                  <a:cubicBezTo>
                    <a:pt x="31035" y="13631"/>
                    <a:pt x="40708" y="7142"/>
                    <a:pt x="52799" y="7142"/>
                  </a:cubicBezTo>
                  <a:cubicBezTo>
                    <a:pt x="67611" y="7142"/>
                    <a:pt x="75772" y="15696"/>
                    <a:pt x="75772" y="31624"/>
                  </a:cubicBezTo>
                  <a:lnTo>
                    <a:pt x="75772" y="49617"/>
                  </a:lnTo>
                  <a:cubicBezTo>
                    <a:pt x="29222" y="67904"/>
                    <a:pt x="24083" y="70264"/>
                    <a:pt x="11085" y="81473"/>
                  </a:cubicBezTo>
                  <a:cubicBezTo>
                    <a:pt x="4435" y="87372"/>
                    <a:pt x="203" y="97401"/>
                    <a:pt x="203" y="107135"/>
                  </a:cubicBezTo>
                  <a:cubicBezTo>
                    <a:pt x="203" y="125717"/>
                    <a:pt x="13503" y="138696"/>
                    <a:pt x="31942" y="138696"/>
                  </a:cubicBezTo>
                  <a:cubicBezTo>
                    <a:pt x="45242" y="138696"/>
                    <a:pt x="57636" y="132501"/>
                    <a:pt x="76075" y="117163"/>
                  </a:cubicBezTo>
                  <a:cubicBezTo>
                    <a:pt x="77586" y="132501"/>
                    <a:pt x="83027" y="138696"/>
                    <a:pt x="95420" y="138696"/>
                  </a:cubicBezTo>
                  <a:cubicBezTo>
                    <a:pt x="105698" y="138696"/>
                    <a:pt x="112046" y="135156"/>
                    <a:pt x="122625" y="123947"/>
                  </a:cubicBezTo>
                  <a:lnTo>
                    <a:pt x="122625" y="116278"/>
                  </a:lnTo>
                  <a:close/>
                  <a:moveTo>
                    <a:pt x="75772" y="99465"/>
                  </a:moveTo>
                  <a:cubicBezTo>
                    <a:pt x="75772" y="108609"/>
                    <a:pt x="74261" y="111264"/>
                    <a:pt x="67913" y="114804"/>
                  </a:cubicBezTo>
                  <a:cubicBezTo>
                    <a:pt x="60658" y="118933"/>
                    <a:pt x="52195" y="121588"/>
                    <a:pt x="45847" y="121588"/>
                  </a:cubicBezTo>
                  <a:cubicBezTo>
                    <a:pt x="35267" y="121588"/>
                    <a:pt x="26803" y="111559"/>
                    <a:pt x="26803" y="98876"/>
                  </a:cubicBezTo>
                  <a:lnTo>
                    <a:pt x="26803" y="97696"/>
                  </a:lnTo>
                  <a:cubicBezTo>
                    <a:pt x="26803" y="80293"/>
                    <a:pt x="39197" y="69674"/>
                    <a:pt x="75772" y="56696"/>
                  </a:cubicBezTo>
                  <a:lnTo>
                    <a:pt x="75772" y="99465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257D9630-8109-BD92-C019-95B0C03C3943}"/>
                </a:ext>
              </a:extLst>
            </p:cNvPr>
            <p:cNvSpPr/>
            <p:nvPr>
              <p:custDataLst>
                <p:tags r:id="rId143"/>
              </p:custDataLst>
            </p:nvPr>
          </p:nvSpPr>
          <p:spPr>
            <a:xfrm>
              <a:off x="5716333" y="3358563"/>
              <a:ext cx="80405" cy="173733"/>
            </a:xfrm>
            <a:custGeom>
              <a:avLst/>
              <a:gdLst>
                <a:gd name="connsiteX0" fmla="*/ 73359 w 80405"/>
                <a:gd name="connsiteY0" fmla="*/ 38113 h 173733"/>
                <a:gd name="connsiteX1" fmla="*/ 42829 w 80405"/>
                <a:gd name="connsiteY1" fmla="*/ 38113 h 173733"/>
                <a:gd name="connsiteX2" fmla="*/ 42829 w 80405"/>
                <a:gd name="connsiteY2" fmla="*/ 3897 h 173733"/>
                <a:gd name="connsiteX3" fmla="*/ 40713 w 80405"/>
                <a:gd name="connsiteY3" fmla="*/ 63 h 173733"/>
                <a:gd name="connsiteX4" fmla="*/ 34667 w 80405"/>
                <a:gd name="connsiteY4" fmla="*/ 8322 h 173733"/>
                <a:gd name="connsiteX5" fmla="*/ 5346 w 80405"/>
                <a:gd name="connsiteY5" fmla="*/ 39883 h 173733"/>
                <a:gd name="connsiteX6" fmla="*/ 207 w 80405"/>
                <a:gd name="connsiteY6" fmla="*/ 45487 h 173733"/>
                <a:gd name="connsiteX7" fmla="*/ 1416 w 80405"/>
                <a:gd name="connsiteY7" fmla="*/ 47552 h 173733"/>
                <a:gd name="connsiteX8" fmla="*/ 17437 w 80405"/>
                <a:gd name="connsiteY8" fmla="*/ 47552 h 173733"/>
                <a:gd name="connsiteX9" fmla="*/ 17437 w 80405"/>
                <a:gd name="connsiteY9" fmla="*/ 136336 h 173733"/>
                <a:gd name="connsiteX10" fmla="*/ 44340 w 80405"/>
                <a:gd name="connsiteY10" fmla="*/ 173796 h 173733"/>
                <a:gd name="connsiteX11" fmla="*/ 80613 w 80405"/>
                <a:gd name="connsiteY11" fmla="*/ 151379 h 173733"/>
                <a:gd name="connsiteX12" fmla="*/ 76684 w 80405"/>
                <a:gd name="connsiteY12" fmla="*/ 148135 h 173733"/>
                <a:gd name="connsiteX13" fmla="*/ 58547 w 80405"/>
                <a:gd name="connsiteY13" fmla="*/ 158458 h 173733"/>
                <a:gd name="connsiteX14" fmla="*/ 42829 w 80405"/>
                <a:gd name="connsiteY14" fmla="*/ 131912 h 173733"/>
                <a:gd name="connsiteX15" fmla="*/ 42829 w 80405"/>
                <a:gd name="connsiteY15" fmla="*/ 47552 h 173733"/>
                <a:gd name="connsiteX16" fmla="*/ 73359 w 80405"/>
                <a:gd name="connsiteY16" fmla="*/ 47552 h 173733"/>
                <a:gd name="connsiteX17" fmla="*/ 73359 w 80405"/>
                <a:gd name="connsiteY17" fmla="*/ 38113 h 17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405" h="173733">
                  <a:moveTo>
                    <a:pt x="73359" y="38113"/>
                  </a:moveTo>
                  <a:lnTo>
                    <a:pt x="42829" y="38113"/>
                  </a:lnTo>
                  <a:lnTo>
                    <a:pt x="42829" y="3897"/>
                  </a:lnTo>
                  <a:cubicBezTo>
                    <a:pt x="42829" y="948"/>
                    <a:pt x="42526" y="63"/>
                    <a:pt x="40713" y="63"/>
                  </a:cubicBezTo>
                  <a:cubicBezTo>
                    <a:pt x="38597" y="2717"/>
                    <a:pt x="36783" y="5372"/>
                    <a:pt x="34667" y="8322"/>
                  </a:cubicBezTo>
                  <a:cubicBezTo>
                    <a:pt x="23180" y="24545"/>
                    <a:pt x="10183" y="38703"/>
                    <a:pt x="5346" y="39883"/>
                  </a:cubicBezTo>
                  <a:cubicBezTo>
                    <a:pt x="2021" y="41948"/>
                    <a:pt x="207" y="44012"/>
                    <a:pt x="207" y="45487"/>
                  </a:cubicBezTo>
                  <a:cubicBezTo>
                    <a:pt x="207" y="46372"/>
                    <a:pt x="510" y="46962"/>
                    <a:pt x="1416" y="47552"/>
                  </a:cubicBezTo>
                  <a:lnTo>
                    <a:pt x="17437" y="47552"/>
                  </a:lnTo>
                  <a:lnTo>
                    <a:pt x="17437" y="136336"/>
                  </a:lnTo>
                  <a:cubicBezTo>
                    <a:pt x="17437" y="161113"/>
                    <a:pt x="26506" y="173796"/>
                    <a:pt x="44340" y="173796"/>
                  </a:cubicBezTo>
                  <a:cubicBezTo>
                    <a:pt x="59152" y="173796"/>
                    <a:pt x="70638" y="166717"/>
                    <a:pt x="80613" y="151379"/>
                  </a:cubicBezTo>
                  <a:lnTo>
                    <a:pt x="76684" y="148135"/>
                  </a:lnTo>
                  <a:cubicBezTo>
                    <a:pt x="70336" y="155509"/>
                    <a:pt x="65197" y="158458"/>
                    <a:pt x="58547" y="158458"/>
                  </a:cubicBezTo>
                  <a:cubicBezTo>
                    <a:pt x="47363" y="158458"/>
                    <a:pt x="42829" y="150494"/>
                    <a:pt x="42829" y="131912"/>
                  </a:cubicBezTo>
                  <a:lnTo>
                    <a:pt x="42829" y="47552"/>
                  </a:lnTo>
                  <a:lnTo>
                    <a:pt x="73359" y="47552"/>
                  </a:lnTo>
                  <a:lnTo>
                    <a:pt x="73359" y="38113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7E1A143-541C-4CD1-08EE-0F332A4F63D6}"/>
                </a:ext>
              </a:extLst>
            </p:cNvPr>
            <p:cNvSpPr/>
            <p:nvPr>
              <p:custDataLst>
                <p:tags r:id="rId144"/>
              </p:custDataLst>
            </p:nvPr>
          </p:nvSpPr>
          <p:spPr>
            <a:xfrm>
              <a:off x="5804305" y="3393664"/>
              <a:ext cx="120608" cy="138632"/>
            </a:xfrm>
            <a:custGeom>
              <a:avLst/>
              <a:gdLst>
                <a:gd name="connsiteX0" fmla="*/ 115983 w 120608"/>
                <a:gd name="connsiteY0" fmla="*/ 87372 h 138632"/>
                <a:gd name="connsiteX1" fmla="*/ 69129 w 120608"/>
                <a:gd name="connsiteY1" fmla="*/ 118343 h 138632"/>
                <a:gd name="connsiteX2" fmla="*/ 30136 w 120608"/>
                <a:gd name="connsiteY2" fmla="*/ 92976 h 138632"/>
                <a:gd name="connsiteX3" fmla="*/ 21974 w 120608"/>
                <a:gd name="connsiteY3" fmla="*/ 54041 h 138632"/>
                <a:gd name="connsiteX4" fmla="*/ 115076 w 120608"/>
                <a:gd name="connsiteY4" fmla="*/ 54041 h 138632"/>
                <a:gd name="connsiteX5" fmla="*/ 102078 w 120608"/>
                <a:gd name="connsiteY5" fmla="*/ 16876 h 138632"/>
                <a:gd name="connsiteX6" fmla="*/ 63386 w 120608"/>
                <a:gd name="connsiteY6" fmla="*/ 63 h 138632"/>
                <a:gd name="connsiteX7" fmla="*/ 22579 w 120608"/>
                <a:gd name="connsiteY7" fmla="*/ 15401 h 138632"/>
                <a:gd name="connsiteX8" fmla="*/ 210 w 120608"/>
                <a:gd name="connsiteY8" fmla="*/ 72624 h 138632"/>
                <a:gd name="connsiteX9" fmla="*/ 56736 w 120608"/>
                <a:gd name="connsiteY9" fmla="*/ 138696 h 138632"/>
                <a:gd name="connsiteX10" fmla="*/ 120819 w 120608"/>
                <a:gd name="connsiteY10" fmla="*/ 89437 h 138632"/>
                <a:gd name="connsiteX11" fmla="*/ 115983 w 120608"/>
                <a:gd name="connsiteY11" fmla="*/ 87372 h 138632"/>
                <a:gd name="connsiteX12" fmla="*/ 22579 w 120608"/>
                <a:gd name="connsiteY12" fmla="*/ 44602 h 138632"/>
                <a:gd name="connsiteX13" fmla="*/ 54620 w 120608"/>
                <a:gd name="connsiteY13" fmla="*/ 10681 h 138632"/>
                <a:gd name="connsiteX14" fmla="*/ 84243 w 120608"/>
                <a:gd name="connsiteY14" fmla="*/ 44602 h 138632"/>
                <a:gd name="connsiteX15" fmla="*/ 22579 w 120608"/>
                <a:gd name="connsiteY15" fmla="*/ 44602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608" h="138632">
                  <a:moveTo>
                    <a:pt x="115983" y="87372"/>
                  </a:moveTo>
                  <a:cubicBezTo>
                    <a:pt x="101473" y="109789"/>
                    <a:pt x="88475" y="118343"/>
                    <a:pt x="69129" y="118343"/>
                  </a:cubicBezTo>
                  <a:cubicBezTo>
                    <a:pt x="51900" y="118343"/>
                    <a:pt x="38902" y="109789"/>
                    <a:pt x="30136" y="92976"/>
                  </a:cubicBezTo>
                  <a:cubicBezTo>
                    <a:pt x="24695" y="81768"/>
                    <a:pt x="22579" y="72034"/>
                    <a:pt x="21974" y="54041"/>
                  </a:cubicBezTo>
                  <a:lnTo>
                    <a:pt x="115076" y="54041"/>
                  </a:lnTo>
                  <a:cubicBezTo>
                    <a:pt x="112658" y="34868"/>
                    <a:pt x="109635" y="26315"/>
                    <a:pt x="102078" y="16876"/>
                  </a:cubicBezTo>
                  <a:cubicBezTo>
                    <a:pt x="93009" y="6257"/>
                    <a:pt x="79105" y="63"/>
                    <a:pt x="63386" y="63"/>
                  </a:cubicBezTo>
                  <a:cubicBezTo>
                    <a:pt x="48272" y="63"/>
                    <a:pt x="34065" y="5372"/>
                    <a:pt x="22579" y="15401"/>
                  </a:cubicBezTo>
                  <a:cubicBezTo>
                    <a:pt x="8372" y="27494"/>
                    <a:pt x="210" y="48437"/>
                    <a:pt x="210" y="72624"/>
                  </a:cubicBezTo>
                  <a:cubicBezTo>
                    <a:pt x="210" y="113329"/>
                    <a:pt x="21974" y="138696"/>
                    <a:pt x="56736" y="138696"/>
                  </a:cubicBezTo>
                  <a:cubicBezTo>
                    <a:pt x="85453" y="138696"/>
                    <a:pt x="108123" y="121293"/>
                    <a:pt x="120819" y="89437"/>
                  </a:cubicBezTo>
                  <a:lnTo>
                    <a:pt x="115983" y="87372"/>
                  </a:lnTo>
                  <a:close/>
                  <a:moveTo>
                    <a:pt x="22579" y="44602"/>
                  </a:moveTo>
                  <a:cubicBezTo>
                    <a:pt x="25904" y="21595"/>
                    <a:pt x="36181" y="10681"/>
                    <a:pt x="54620" y="10681"/>
                  </a:cubicBezTo>
                  <a:cubicBezTo>
                    <a:pt x="73059" y="10681"/>
                    <a:pt x="80314" y="18940"/>
                    <a:pt x="84243" y="44602"/>
                  </a:cubicBezTo>
                  <a:lnTo>
                    <a:pt x="22579" y="44602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5B8AD25-8594-10A5-018D-5543E3FCE3C6}"/>
                </a:ext>
              </a:extLst>
            </p:cNvPr>
            <p:cNvSpPr/>
            <p:nvPr>
              <p:custDataLst>
                <p:tags r:id="rId145"/>
              </p:custDataLst>
            </p:nvPr>
          </p:nvSpPr>
          <p:spPr>
            <a:xfrm>
              <a:off x="6000060" y="3399268"/>
              <a:ext cx="136025" cy="190841"/>
            </a:xfrm>
            <a:custGeom>
              <a:avLst/>
              <a:gdLst>
                <a:gd name="connsiteX0" fmla="*/ 12006 w 136025"/>
                <a:gd name="connsiteY0" fmla="*/ 12156 h 190841"/>
                <a:gd name="connsiteX1" fmla="*/ 21376 w 136025"/>
                <a:gd name="connsiteY1" fmla="*/ 10976 h 190841"/>
                <a:gd name="connsiteX2" fmla="*/ 57045 w 136025"/>
                <a:gd name="connsiteY2" fmla="*/ 69084 h 190841"/>
                <a:gd name="connsiteX3" fmla="*/ 69439 w 136025"/>
                <a:gd name="connsiteY3" fmla="*/ 127782 h 190841"/>
                <a:gd name="connsiteX4" fmla="*/ 63091 w 136025"/>
                <a:gd name="connsiteY4" fmla="*/ 142530 h 190841"/>
                <a:gd name="connsiteX5" fmla="*/ 44350 w 136025"/>
                <a:gd name="connsiteY5" fmla="*/ 165832 h 190841"/>
                <a:gd name="connsiteX6" fmla="*/ 30445 w 136025"/>
                <a:gd name="connsiteY6" fmla="*/ 174681 h 190841"/>
                <a:gd name="connsiteX7" fmla="*/ 23190 w 136025"/>
                <a:gd name="connsiteY7" fmla="*/ 171437 h 190841"/>
                <a:gd name="connsiteX8" fmla="*/ 12006 w 136025"/>
                <a:gd name="connsiteY8" fmla="*/ 166422 h 190841"/>
                <a:gd name="connsiteX9" fmla="*/ 217 w 136025"/>
                <a:gd name="connsiteY9" fmla="*/ 177926 h 190841"/>
                <a:gd name="connsiteX10" fmla="*/ 15633 w 136025"/>
                <a:gd name="connsiteY10" fmla="*/ 190904 h 190841"/>
                <a:gd name="connsiteX11" fmla="*/ 107223 w 136025"/>
                <a:gd name="connsiteY11" fmla="*/ 88257 h 190841"/>
                <a:gd name="connsiteX12" fmla="*/ 136242 w 136025"/>
                <a:gd name="connsiteY12" fmla="*/ 16286 h 190841"/>
                <a:gd name="connsiteX13" fmla="*/ 119617 w 136025"/>
                <a:gd name="connsiteY13" fmla="*/ 63 h 190841"/>
                <a:gd name="connsiteX14" fmla="*/ 107828 w 136025"/>
                <a:gd name="connsiteY14" fmla="*/ 10976 h 190841"/>
                <a:gd name="connsiteX15" fmla="*/ 116292 w 136025"/>
                <a:gd name="connsiteY15" fmla="*/ 22480 h 190841"/>
                <a:gd name="connsiteX16" fmla="*/ 124151 w 136025"/>
                <a:gd name="connsiteY16" fmla="*/ 32509 h 190841"/>
                <a:gd name="connsiteX17" fmla="*/ 87273 w 136025"/>
                <a:gd name="connsiteY17" fmla="*/ 108904 h 190841"/>
                <a:gd name="connsiteX18" fmla="*/ 81228 w 136025"/>
                <a:gd name="connsiteY18" fmla="*/ 74689 h 190841"/>
                <a:gd name="connsiteX19" fmla="*/ 55232 w 136025"/>
                <a:gd name="connsiteY19" fmla="*/ 63 h 190841"/>
                <a:gd name="connsiteX20" fmla="*/ 54022 w 136025"/>
                <a:gd name="connsiteY20" fmla="*/ 63 h 190841"/>
                <a:gd name="connsiteX21" fmla="*/ 51302 w 136025"/>
                <a:gd name="connsiteY21" fmla="*/ 358 h 190841"/>
                <a:gd name="connsiteX22" fmla="*/ 21679 w 136025"/>
                <a:gd name="connsiteY22" fmla="*/ 5372 h 190841"/>
                <a:gd name="connsiteX23" fmla="*/ 12006 w 136025"/>
                <a:gd name="connsiteY23" fmla="*/ 7142 h 190841"/>
                <a:gd name="connsiteX24" fmla="*/ 12006 w 136025"/>
                <a:gd name="connsiteY24" fmla="*/ 12156 h 19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36025" h="190841">
                  <a:moveTo>
                    <a:pt x="12006" y="12156"/>
                  </a:moveTo>
                  <a:cubicBezTo>
                    <a:pt x="15935" y="11271"/>
                    <a:pt x="18051" y="10976"/>
                    <a:pt x="21376" y="10976"/>
                  </a:cubicBezTo>
                  <a:cubicBezTo>
                    <a:pt x="38606" y="10976"/>
                    <a:pt x="43140" y="18351"/>
                    <a:pt x="57045" y="69084"/>
                  </a:cubicBezTo>
                  <a:cubicBezTo>
                    <a:pt x="62184" y="88257"/>
                    <a:pt x="69439" y="122768"/>
                    <a:pt x="69439" y="127782"/>
                  </a:cubicBezTo>
                  <a:cubicBezTo>
                    <a:pt x="69439" y="132501"/>
                    <a:pt x="67625" y="137221"/>
                    <a:pt x="63091" y="142530"/>
                  </a:cubicBezTo>
                  <a:cubicBezTo>
                    <a:pt x="53720" y="154624"/>
                    <a:pt x="47675" y="162293"/>
                    <a:pt x="44350" y="165832"/>
                  </a:cubicBezTo>
                  <a:cubicBezTo>
                    <a:pt x="38002" y="172322"/>
                    <a:pt x="34374" y="174681"/>
                    <a:pt x="30445" y="174681"/>
                  </a:cubicBezTo>
                  <a:cubicBezTo>
                    <a:pt x="28631" y="174681"/>
                    <a:pt x="26515" y="173796"/>
                    <a:pt x="23190" y="171437"/>
                  </a:cubicBezTo>
                  <a:cubicBezTo>
                    <a:pt x="18656" y="167897"/>
                    <a:pt x="15331" y="166422"/>
                    <a:pt x="12006" y="166422"/>
                  </a:cubicBezTo>
                  <a:cubicBezTo>
                    <a:pt x="5356" y="166422"/>
                    <a:pt x="217" y="171437"/>
                    <a:pt x="217" y="177926"/>
                  </a:cubicBezTo>
                  <a:cubicBezTo>
                    <a:pt x="217" y="185300"/>
                    <a:pt x="6867" y="190904"/>
                    <a:pt x="15633" y="190904"/>
                  </a:cubicBezTo>
                  <a:cubicBezTo>
                    <a:pt x="34979" y="190904"/>
                    <a:pt x="74577" y="146660"/>
                    <a:pt x="107223" y="88257"/>
                  </a:cubicBezTo>
                  <a:cubicBezTo>
                    <a:pt x="127778" y="51976"/>
                    <a:pt x="136242" y="30739"/>
                    <a:pt x="136242" y="16286"/>
                  </a:cubicBezTo>
                  <a:cubicBezTo>
                    <a:pt x="136242" y="7437"/>
                    <a:pt x="128685" y="63"/>
                    <a:pt x="119617" y="63"/>
                  </a:cubicBezTo>
                  <a:cubicBezTo>
                    <a:pt x="112664" y="63"/>
                    <a:pt x="107828" y="4487"/>
                    <a:pt x="107828" y="10976"/>
                  </a:cubicBezTo>
                  <a:cubicBezTo>
                    <a:pt x="107828" y="15401"/>
                    <a:pt x="110246" y="18645"/>
                    <a:pt x="116292" y="22480"/>
                  </a:cubicBezTo>
                  <a:cubicBezTo>
                    <a:pt x="122035" y="25725"/>
                    <a:pt x="124151" y="28379"/>
                    <a:pt x="124151" y="32509"/>
                  </a:cubicBezTo>
                  <a:cubicBezTo>
                    <a:pt x="124151" y="44307"/>
                    <a:pt x="112967" y="67314"/>
                    <a:pt x="87273" y="108904"/>
                  </a:cubicBezTo>
                  <a:lnTo>
                    <a:pt x="81228" y="74689"/>
                  </a:lnTo>
                  <a:cubicBezTo>
                    <a:pt x="76693" y="48732"/>
                    <a:pt x="59766" y="63"/>
                    <a:pt x="55232" y="63"/>
                  </a:cubicBezTo>
                  <a:lnTo>
                    <a:pt x="54022" y="63"/>
                  </a:lnTo>
                  <a:cubicBezTo>
                    <a:pt x="53720" y="358"/>
                    <a:pt x="52511" y="358"/>
                    <a:pt x="51302" y="358"/>
                  </a:cubicBezTo>
                  <a:cubicBezTo>
                    <a:pt x="48581" y="653"/>
                    <a:pt x="37699" y="2422"/>
                    <a:pt x="21679" y="5372"/>
                  </a:cubicBezTo>
                  <a:cubicBezTo>
                    <a:pt x="20167" y="5667"/>
                    <a:pt x="16238" y="6552"/>
                    <a:pt x="12006" y="7142"/>
                  </a:cubicBezTo>
                  <a:lnTo>
                    <a:pt x="12006" y="12156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E42C777B-DB77-F2C9-450A-61A3C7A3D390}"/>
                </a:ext>
              </a:extLst>
            </p:cNvPr>
            <p:cNvSpPr/>
            <p:nvPr>
              <p:custDataLst>
                <p:tags r:id="rId146"/>
              </p:custDataLst>
            </p:nvPr>
          </p:nvSpPr>
          <p:spPr>
            <a:xfrm>
              <a:off x="6171953" y="3308124"/>
              <a:ext cx="70128" cy="294963"/>
            </a:xfrm>
            <a:custGeom>
              <a:avLst/>
              <a:gdLst>
                <a:gd name="connsiteX0" fmla="*/ 70350 w 70128"/>
                <a:gd name="connsiteY0" fmla="*/ 292077 h 294963"/>
                <a:gd name="connsiteX1" fmla="*/ 65211 w 70128"/>
                <a:gd name="connsiteY1" fmla="*/ 285588 h 294963"/>
                <a:gd name="connsiteX2" fmla="*/ 17754 w 70128"/>
                <a:gd name="connsiteY2" fmla="*/ 147545 h 294963"/>
                <a:gd name="connsiteX3" fmla="*/ 66420 w 70128"/>
                <a:gd name="connsiteY3" fmla="*/ 8027 h 294963"/>
                <a:gd name="connsiteX4" fmla="*/ 70350 w 70128"/>
                <a:gd name="connsiteY4" fmla="*/ 3012 h 294963"/>
                <a:gd name="connsiteX5" fmla="*/ 67327 w 70128"/>
                <a:gd name="connsiteY5" fmla="*/ 63 h 294963"/>
                <a:gd name="connsiteX6" fmla="*/ 19265 w 70128"/>
                <a:gd name="connsiteY6" fmla="*/ 57581 h 294963"/>
                <a:gd name="connsiteX7" fmla="*/ 221 w 70128"/>
                <a:gd name="connsiteY7" fmla="*/ 147545 h 294963"/>
                <a:gd name="connsiteX8" fmla="*/ 20172 w 70128"/>
                <a:gd name="connsiteY8" fmla="*/ 239573 h 294963"/>
                <a:gd name="connsiteX9" fmla="*/ 67327 w 70128"/>
                <a:gd name="connsiteY9" fmla="*/ 295026 h 294963"/>
                <a:gd name="connsiteX10" fmla="*/ 70350 w 70128"/>
                <a:gd name="connsiteY10" fmla="*/ 292077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128" h="294963">
                  <a:moveTo>
                    <a:pt x="70350" y="292077"/>
                  </a:moveTo>
                  <a:cubicBezTo>
                    <a:pt x="70350" y="291192"/>
                    <a:pt x="70350" y="290602"/>
                    <a:pt x="65211" y="285588"/>
                  </a:cubicBezTo>
                  <a:cubicBezTo>
                    <a:pt x="27426" y="248422"/>
                    <a:pt x="17754" y="192674"/>
                    <a:pt x="17754" y="147545"/>
                  </a:cubicBezTo>
                  <a:cubicBezTo>
                    <a:pt x="17754" y="96221"/>
                    <a:pt x="29240" y="44897"/>
                    <a:pt x="66420" y="8027"/>
                  </a:cubicBezTo>
                  <a:cubicBezTo>
                    <a:pt x="70350" y="4487"/>
                    <a:pt x="70350" y="3897"/>
                    <a:pt x="70350" y="3012"/>
                  </a:cubicBezTo>
                  <a:cubicBezTo>
                    <a:pt x="70350" y="948"/>
                    <a:pt x="69141" y="63"/>
                    <a:pt x="67327" y="63"/>
                  </a:cubicBezTo>
                  <a:cubicBezTo>
                    <a:pt x="64304" y="63"/>
                    <a:pt x="37099" y="20120"/>
                    <a:pt x="19265" y="57581"/>
                  </a:cubicBezTo>
                  <a:cubicBezTo>
                    <a:pt x="3849" y="90027"/>
                    <a:pt x="221" y="122768"/>
                    <a:pt x="221" y="147545"/>
                  </a:cubicBezTo>
                  <a:cubicBezTo>
                    <a:pt x="221" y="170552"/>
                    <a:pt x="3546" y="206242"/>
                    <a:pt x="20172" y="239573"/>
                  </a:cubicBezTo>
                  <a:cubicBezTo>
                    <a:pt x="38308" y="275854"/>
                    <a:pt x="64304" y="295026"/>
                    <a:pt x="67327" y="295026"/>
                  </a:cubicBezTo>
                  <a:cubicBezTo>
                    <a:pt x="69141" y="295026"/>
                    <a:pt x="70350" y="294142"/>
                    <a:pt x="70350" y="292077"/>
                  </a:cubicBez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735AABD7-2243-0476-0967-0A718A9539BB}"/>
                </a:ext>
              </a:extLst>
            </p:cNvPr>
            <p:cNvSpPr/>
            <p:nvPr>
              <p:custDataLst>
                <p:tags r:id="rId147"/>
              </p:custDataLst>
            </p:nvPr>
          </p:nvSpPr>
          <p:spPr>
            <a:xfrm>
              <a:off x="6293300" y="3329951"/>
              <a:ext cx="85544" cy="199395"/>
            </a:xfrm>
            <a:custGeom>
              <a:avLst/>
              <a:gdLst>
                <a:gd name="connsiteX0" fmla="*/ 54635 w 85544"/>
                <a:gd name="connsiteY0" fmla="*/ 63 h 199395"/>
                <a:gd name="connsiteX1" fmla="*/ 225 w 85544"/>
                <a:gd name="connsiteY1" fmla="*/ 26904 h 199395"/>
                <a:gd name="connsiteX2" fmla="*/ 225 w 85544"/>
                <a:gd name="connsiteY2" fmla="*/ 31034 h 199395"/>
                <a:gd name="connsiteX3" fmla="*/ 8387 w 85544"/>
                <a:gd name="connsiteY3" fmla="*/ 27789 h 199395"/>
                <a:gd name="connsiteX4" fmla="*/ 21989 w 85544"/>
                <a:gd name="connsiteY4" fmla="*/ 24545 h 199395"/>
                <a:gd name="connsiteX5" fmla="*/ 31058 w 85544"/>
                <a:gd name="connsiteY5" fmla="*/ 38408 h 199395"/>
                <a:gd name="connsiteX6" fmla="*/ 31058 w 85544"/>
                <a:gd name="connsiteY6" fmla="*/ 172027 h 199395"/>
                <a:gd name="connsiteX7" fmla="*/ 23803 w 85544"/>
                <a:gd name="connsiteY7" fmla="*/ 191199 h 199395"/>
                <a:gd name="connsiteX8" fmla="*/ 2341 w 85544"/>
                <a:gd name="connsiteY8" fmla="*/ 195034 h 199395"/>
                <a:gd name="connsiteX9" fmla="*/ 2341 w 85544"/>
                <a:gd name="connsiteY9" fmla="*/ 199458 h 199395"/>
                <a:gd name="connsiteX10" fmla="*/ 85770 w 85544"/>
                <a:gd name="connsiteY10" fmla="*/ 199458 h 199395"/>
                <a:gd name="connsiteX11" fmla="*/ 85770 w 85544"/>
                <a:gd name="connsiteY11" fmla="*/ 195034 h 199395"/>
                <a:gd name="connsiteX12" fmla="*/ 57054 w 85544"/>
                <a:gd name="connsiteY12" fmla="*/ 177631 h 199395"/>
                <a:gd name="connsiteX13" fmla="*/ 57054 w 85544"/>
                <a:gd name="connsiteY13" fmla="*/ 653 h 199395"/>
                <a:gd name="connsiteX14" fmla="*/ 54635 w 85544"/>
                <a:gd name="connsiteY14" fmla="*/ 63 h 1993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85544" h="199395">
                  <a:moveTo>
                    <a:pt x="54635" y="63"/>
                  </a:moveTo>
                  <a:lnTo>
                    <a:pt x="225" y="26904"/>
                  </a:lnTo>
                  <a:lnTo>
                    <a:pt x="225" y="31034"/>
                  </a:lnTo>
                  <a:cubicBezTo>
                    <a:pt x="3853" y="29559"/>
                    <a:pt x="7178" y="28379"/>
                    <a:pt x="8387" y="27789"/>
                  </a:cubicBezTo>
                  <a:cubicBezTo>
                    <a:pt x="13828" y="25725"/>
                    <a:pt x="18967" y="24545"/>
                    <a:pt x="21989" y="24545"/>
                  </a:cubicBezTo>
                  <a:cubicBezTo>
                    <a:pt x="28337" y="24545"/>
                    <a:pt x="31058" y="28969"/>
                    <a:pt x="31058" y="38408"/>
                  </a:cubicBezTo>
                  <a:lnTo>
                    <a:pt x="31058" y="172027"/>
                  </a:lnTo>
                  <a:cubicBezTo>
                    <a:pt x="31058" y="181760"/>
                    <a:pt x="28639" y="188545"/>
                    <a:pt x="23803" y="191199"/>
                  </a:cubicBezTo>
                  <a:cubicBezTo>
                    <a:pt x="19269" y="193854"/>
                    <a:pt x="15037" y="194739"/>
                    <a:pt x="2341" y="195034"/>
                  </a:cubicBezTo>
                  <a:lnTo>
                    <a:pt x="2341" y="199458"/>
                  </a:lnTo>
                  <a:lnTo>
                    <a:pt x="85770" y="199458"/>
                  </a:lnTo>
                  <a:lnTo>
                    <a:pt x="85770" y="195034"/>
                  </a:lnTo>
                  <a:cubicBezTo>
                    <a:pt x="61890" y="194739"/>
                    <a:pt x="57054" y="191789"/>
                    <a:pt x="57054" y="177631"/>
                  </a:cubicBezTo>
                  <a:lnTo>
                    <a:pt x="57054" y="653"/>
                  </a:lnTo>
                  <a:lnTo>
                    <a:pt x="54635" y="63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9C8ECF89-FD9F-8EFF-502F-3476C3E34997}"/>
                </a:ext>
              </a:extLst>
            </p:cNvPr>
            <p:cNvSpPr/>
            <p:nvPr>
              <p:custDataLst>
                <p:tags r:id="rId148"/>
              </p:custDataLst>
            </p:nvPr>
          </p:nvSpPr>
          <p:spPr>
            <a:xfrm>
              <a:off x="6428683" y="3308124"/>
              <a:ext cx="70128" cy="294963"/>
            </a:xfrm>
            <a:custGeom>
              <a:avLst/>
              <a:gdLst>
                <a:gd name="connsiteX0" fmla="*/ 70359 w 70128"/>
                <a:gd name="connsiteY0" fmla="*/ 147545 h 294963"/>
                <a:gd name="connsiteX1" fmla="*/ 50408 w 70128"/>
                <a:gd name="connsiteY1" fmla="*/ 55516 h 294963"/>
                <a:gd name="connsiteX2" fmla="*/ 3253 w 70128"/>
                <a:gd name="connsiteY2" fmla="*/ 63 h 294963"/>
                <a:gd name="connsiteX3" fmla="*/ 230 w 70128"/>
                <a:gd name="connsiteY3" fmla="*/ 3012 h 294963"/>
                <a:gd name="connsiteX4" fmla="*/ 5974 w 70128"/>
                <a:gd name="connsiteY4" fmla="*/ 9797 h 294963"/>
                <a:gd name="connsiteX5" fmla="*/ 52827 w 70128"/>
                <a:gd name="connsiteY5" fmla="*/ 147545 h 294963"/>
                <a:gd name="connsiteX6" fmla="*/ 4160 w 70128"/>
                <a:gd name="connsiteY6" fmla="*/ 287062 h 294963"/>
                <a:gd name="connsiteX7" fmla="*/ 230 w 70128"/>
                <a:gd name="connsiteY7" fmla="*/ 292077 h 294963"/>
                <a:gd name="connsiteX8" fmla="*/ 3253 w 70128"/>
                <a:gd name="connsiteY8" fmla="*/ 295026 h 294963"/>
                <a:gd name="connsiteX9" fmla="*/ 51315 w 70128"/>
                <a:gd name="connsiteY9" fmla="*/ 237508 h 294963"/>
                <a:gd name="connsiteX10" fmla="*/ 70359 w 70128"/>
                <a:gd name="connsiteY10" fmla="*/ 147545 h 294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0128" h="294963">
                  <a:moveTo>
                    <a:pt x="70359" y="147545"/>
                  </a:moveTo>
                  <a:cubicBezTo>
                    <a:pt x="70359" y="124537"/>
                    <a:pt x="67034" y="88847"/>
                    <a:pt x="50408" y="55516"/>
                  </a:cubicBezTo>
                  <a:cubicBezTo>
                    <a:pt x="32272" y="19235"/>
                    <a:pt x="6276" y="63"/>
                    <a:pt x="3253" y="63"/>
                  </a:cubicBezTo>
                  <a:cubicBezTo>
                    <a:pt x="1439" y="63"/>
                    <a:pt x="230" y="1243"/>
                    <a:pt x="230" y="3012"/>
                  </a:cubicBezTo>
                  <a:cubicBezTo>
                    <a:pt x="230" y="3897"/>
                    <a:pt x="230" y="4487"/>
                    <a:pt x="5974" y="9797"/>
                  </a:cubicBezTo>
                  <a:cubicBezTo>
                    <a:pt x="35597" y="38998"/>
                    <a:pt x="52827" y="85897"/>
                    <a:pt x="52827" y="147545"/>
                  </a:cubicBezTo>
                  <a:cubicBezTo>
                    <a:pt x="52827" y="197983"/>
                    <a:pt x="41642" y="249897"/>
                    <a:pt x="4160" y="287062"/>
                  </a:cubicBezTo>
                  <a:cubicBezTo>
                    <a:pt x="230" y="290602"/>
                    <a:pt x="230" y="291192"/>
                    <a:pt x="230" y="292077"/>
                  </a:cubicBezTo>
                  <a:cubicBezTo>
                    <a:pt x="230" y="293847"/>
                    <a:pt x="1439" y="295026"/>
                    <a:pt x="3253" y="295026"/>
                  </a:cubicBezTo>
                  <a:cubicBezTo>
                    <a:pt x="6276" y="295026"/>
                    <a:pt x="33481" y="274969"/>
                    <a:pt x="51315" y="237508"/>
                  </a:cubicBezTo>
                  <a:cubicBezTo>
                    <a:pt x="66731" y="205063"/>
                    <a:pt x="70359" y="172322"/>
                    <a:pt x="70359" y="147545"/>
                  </a:cubicBez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2F6A20A-6CBB-C651-2612-CE093AED0913}"/>
                </a:ext>
              </a:extLst>
            </p:cNvPr>
            <p:cNvSpPr/>
            <p:nvPr>
              <p:custDataLst>
                <p:tags r:id="rId149"/>
              </p:custDataLst>
            </p:nvPr>
          </p:nvSpPr>
          <p:spPr>
            <a:xfrm>
              <a:off x="6616211" y="3393664"/>
              <a:ext cx="122422" cy="138632"/>
            </a:xfrm>
            <a:custGeom>
              <a:avLst/>
              <a:gdLst>
                <a:gd name="connsiteX0" fmla="*/ 122659 w 122422"/>
                <a:gd name="connsiteY0" fmla="*/ 116278 h 138632"/>
                <a:gd name="connsiteX1" fmla="*/ 109359 w 122422"/>
                <a:gd name="connsiteY1" fmla="*/ 121883 h 138632"/>
                <a:gd name="connsiteX2" fmla="*/ 100291 w 122422"/>
                <a:gd name="connsiteY2" fmla="*/ 104775 h 138632"/>
                <a:gd name="connsiteX3" fmla="*/ 100291 w 122422"/>
                <a:gd name="connsiteY3" fmla="*/ 47257 h 138632"/>
                <a:gd name="connsiteX4" fmla="*/ 94245 w 122422"/>
                <a:gd name="connsiteY4" fmla="*/ 16286 h 138632"/>
                <a:gd name="connsiteX5" fmla="*/ 56763 w 122422"/>
                <a:gd name="connsiteY5" fmla="*/ 63 h 138632"/>
                <a:gd name="connsiteX6" fmla="*/ 5980 w 122422"/>
                <a:gd name="connsiteY6" fmla="*/ 33099 h 138632"/>
                <a:gd name="connsiteX7" fmla="*/ 18978 w 122422"/>
                <a:gd name="connsiteY7" fmla="*/ 45782 h 138632"/>
                <a:gd name="connsiteX8" fmla="*/ 32580 w 122422"/>
                <a:gd name="connsiteY8" fmla="*/ 33394 h 138632"/>
                <a:gd name="connsiteX9" fmla="*/ 31976 w 122422"/>
                <a:gd name="connsiteY9" fmla="*/ 28674 h 138632"/>
                <a:gd name="connsiteX10" fmla="*/ 31069 w 122422"/>
                <a:gd name="connsiteY10" fmla="*/ 21595 h 138632"/>
                <a:gd name="connsiteX11" fmla="*/ 52833 w 122422"/>
                <a:gd name="connsiteY11" fmla="*/ 7142 h 138632"/>
                <a:gd name="connsiteX12" fmla="*/ 75806 w 122422"/>
                <a:gd name="connsiteY12" fmla="*/ 31624 h 138632"/>
                <a:gd name="connsiteX13" fmla="*/ 75806 w 122422"/>
                <a:gd name="connsiteY13" fmla="*/ 49617 h 138632"/>
                <a:gd name="connsiteX14" fmla="*/ 11119 w 122422"/>
                <a:gd name="connsiteY14" fmla="*/ 81473 h 138632"/>
                <a:gd name="connsiteX15" fmla="*/ 237 w 122422"/>
                <a:gd name="connsiteY15" fmla="*/ 107135 h 138632"/>
                <a:gd name="connsiteX16" fmla="*/ 31976 w 122422"/>
                <a:gd name="connsiteY16" fmla="*/ 138696 h 138632"/>
                <a:gd name="connsiteX17" fmla="*/ 76108 w 122422"/>
                <a:gd name="connsiteY17" fmla="*/ 117163 h 138632"/>
                <a:gd name="connsiteX18" fmla="*/ 95454 w 122422"/>
                <a:gd name="connsiteY18" fmla="*/ 138696 h 138632"/>
                <a:gd name="connsiteX19" fmla="*/ 122659 w 122422"/>
                <a:gd name="connsiteY19" fmla="*/ 123947 h 138632"/>
                <a:gd name="connsiteX20" fmla="*/ 122659 w 122422"/>
                <a:gd name="connsiteY20" fmla="*/ 116278 h 138632"/>
                <a:gd name="connsiteX21" fmla="*/ 75806 w 122422"/>
                <a:gd name="connsiteY21" fmla="*/ 99465 h 138632"/>
                <a:gd name="connsiteX22" fmla="*/ 67947 w 122422"/>
                <a:gd name="connsiteY22" fmla="*/ 114804 h 138632"/>
                <a:gd name="connsiteX23" fmla="*/ 45881 w 122422"/>
                <a:gd name="connsiteY23" fmla="*/ 121588 h 138632"/>
                <a:gd name="connsiteX24" fmla="*/ 26837 w 122422"/>
                <a:gd name="connsiteY24" fmla="*/ 98876 h 138632"/>
                <a:gd name="connsiteX25" fmla="*/ 26837 w 122422"/>
                <a:gd name="connsiteY25" fmla="*/ 97696 h 138632"/>
                <a:gd name="connsiteX26" fmla="*/ 75806 w 122422"/>
                <a:gd name="connsiteY26" fmla="*/ 56696 h 138632"/>
                <a:gd name="connsiteX27" fmla="*/ 75806 w 122422"/>
                <a:gd name="connsiteY27" fmla="*/ 99465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422" h="138632">
                  <a:moveTo>
                    <a:pt x="122659" y="116278"/>
                  </a:moveTo>
                  <a:cubicBezTo>
                    <a:pt x="117520" y="120408"/>
                    <a:pt x="113893" y="121883"/>
                    <a:pt x="109359" y="121883"/>
                  </a:cubicBezTo>
                  <a:cubicBezTo>
                    <a:pt x="102407" y="121883"/>
                    <a:pt x="100291" y="117753"/>
                    <a:pt x="100291" y="104775"/>
                  </a:cubicBezTo>
                  <a:lnTo>
                    <a:pt x="100291" y="47257"/>
                  </a:lnTo>
                  <a:cubicBezTo>
                    <a:pt x="100291" y="31919"/>
                    <a:pt x="98779" y="23365"/>
                    <a:pt x="94245" y="16286"/>
                  </a:cubicBezTo>
                  <a:cubicBezTo>
                    <a:pt x="87595" y="5667"/>
                    <a:pt x="74597" y="63"/>
                    <a:pt x="56763" y="63"/>
                  </a:cubicBezTo>
                  <a:cubicBezTo>
                    <a:pt x="28348" y="63"/>
                    <a:pt x="5980" y="14516"/>
                    <a:pt x="5980" y="33099"/>
                  </a:cubicBezTo>
                  <a:cubicBezTo>
                    <a:pt x="5980" y="39883"/>
                    <a:pt x="12025" y="45782"/>
                    <a:pt x="18978" y="45782"/>
                  </a:cubicBezTo>
                  <a:cubicBezTo>
                    <a:pt x="26233" y="45782"/>
                    <a:pt x="32580" y="39883"/>
                    <a:pt x="32580" y="33394"/>
                  </a:cubicBezTo>
                  <a:cubicBezTo>
                    <a:pt x="32580" y="32214"/>
                    <a:pt x="32278" y="30739"/>
                    <a:pt x="31976" y="28674"/>
                  </a:cubicBezTo>
                  <a:cubicBezTo>
                    <a:pt x="31371" y="26020"/>
                    <a:pt x="31069" y="23660"/>
                    <a:pt x="31069" y="21595"/>
                  </a:cubicBezTo>
                  <a:cubicBezTo>
                    <a:pt x="31069" y="13631"/>
                    <a:pt x="40742" y="7142"/>
                    <a:pt x="52833" y="7142"/>
                  </a:cubicBezTo>
                  <a:cubicBezTo>
                    <a:pt x="67645" y="7142"/>
                    <a:pt x="75806" y="15696"/>
                    <a:pt x="75806" y="31624"/>
                  </a:cubicBezTo>
                  <a:lnTo>
                    <a:pt x="75806" y="49617"/>
                  </a:lnTo>
                  <a:cubicBezTo>
                    <a:pt x="29255" y="67904"/>
                    <a:pt x="24117" y="70264"/>
                    <a:pt x="11119" y="81473"/>
                  </a:cubicBezTo>
                  <a:cubicBezTo>
                    <a:pt x="4468" y="87372"/>
                    <a:pt x="237" y="97401"/>
                    <a:pt x="237" y="107135"/>
                  </a:cubicBezTo>
                  <a:cubicBezTo>
                    <a:pt x="237" y="125717"/>
                    <a:pt x="13537" y="138696"/>
                    <a:pt x="31976" y="138696"/>
                  </a:cubicBezTo>
                  <a:cubicBezTo>
                    <a:pt x="45276" y="138696"/>
                    <a:pt x="57669" y="132501"/>
                    <a:pt x="76108" y="117163"/>
                  </a:cubicBezTo>
                  <a:cubicBezTo>
                    <a:pt x="77620" y="132501"/>
                    <a:pt x="83061" y="138696"/>
                    <a:pt x="95454" y="138696"/>
                  </a:cubicBezTo>
                  <a:cubicBezTo>
                    <a:pt x="105732" y="138696"/>
                    <a:pt x="112079" y="135156"/>
                    <a:pt x="122659" y="123947"/>
                  </a:cubicBezTo>
                  <a:lnTo>
                    <a:pt x="122659" y="116278"/>
                  </a:lnTo>
                  <a:close/>
                  <a:moveTo>
                    <a:pt x="75806" y="99465"/>
                  </a:moveTo>
                  <a:cubicBezTo>
                    <a:pt x="75806" y="108609"/>
                    <a:pt x="74295" y="111264"/>
                    <a:pt x="67947" y="114804"/>
                  </a:cubicBezTo>
                  <a:cubicBezTo>
                    <a:pt x="60692" y="118933"/>
                    <a:pt x="52228" y="121588"/>
                    <a:pt x="45881" y="121588"/>
                  </a:cubicBezTo>
                  <a:cubicBezTo>
                    <a:pt x="35301" y="121588"/>
                    <a:pt x="26837" y="111559"/>
                    <a:pt x="26837" y="98876"/>
                  </a:cubicBezTo>
                  <a:lnTo>
                    <a:pt x="26837" y="97696"/>
                  </a:lnTo>
                  <a:cubicBezTo>
                    <a:pt x="26837" y="80293"/>
                    <a:pt x="39230" y="69674"/>
                    <a:pt x="75806" y="56696"/>
                  </a:cubicBezTo>
                  <a:lnTo>
                    <a:pt x="75806" y="99465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777B2CBF-A8FD-81BA-02F1-6500757BD464}"/>
                </a:ext>
              </a:extLst>
            </p:cNvPr>
            <p:cNvSpPr/>
            <p:nvPr>
              <p:custDataLst>
                <p:tags r:id="rId150"/>
              </p:custDataLst>
            </p:nvPr>
          </p:nvSpPr>
          <p:spPr>
            <a:xfrm>
              <a:off x="6744576" y="3393664"/>
              <a:ext cx="141768" cy="135683"/>
            </a:xfrm>
            <a:custGeom>
              <a:avLst/>
              <a:gdLst>
                <a:gd name="connsiteX0" fmla="*/ 241 w 141768"/>
                <a:gd name="connsiteY0" fmla="*/ 18351 h 135683"/>
                <a:gd name="connsiteX1" fmla="*/ 8403 w 141768"/>
                <a:gd name="connsiteY1" fmla="*/ 17171 h 135683"/>
                <a:gd name="connsiteX2" fmla="*/ 19587 w 141768"/>
                <a:gd name="connsiteY2" fmla="*/ 36048 h 135683"/>
                <a:gd name="connsiteX3" fmla="*/ 19587 w 141768"/>
                <a:gd name="connsiteY3" fmla="*/ 109199 h 135683"/>
                <a:gd name="connsiteX4" fmla="*/ 846 w 141768"/>
                <a:gd name="connsiteY4" fmla="*/ 131322 h 135683"/>
                <a:gd name="connsiteX5" fmla="*/ 846 w 141768"/>
                <a:gd name="connsiteY5" fmla="*/ 135746 h 135683"/>
                <a:gd name="connsiteX6" fmla="*/ 64929 w 141768"/>
                <a:gd name="connsiteY6" fmla="*/ 135746 h 135683"/>
                <a:gd name="connsiteX7" fmla="*/ 64929 w 141768"/>
                <a:gd name="connsiteY7" fmla="*/ 131322 h 135683"/>
                <a:gd name="connsiteX8" fmla="*/ 44978 w 141768"/>
                <a:gd name="connsiteY8" fmla="*/ 115983 h 135683"/>
                <a:gd name="connsiteX9" fmla="*/ 44978 w 141768"/>
                <a:gd name="connsiteY9" fmla="*/ 33099 h 135683"/>
                <a:gd name="connsiteX10" fmla="*/ 76113 w 141768"/>
                <a:gd name="connsiteY10" fmla="*/ 16286 h 135683"/>
                <a:gd name="connsiteX11" fmla="*/ 98179 w 141768"/>
                <a:gd name="connsiteY11" fmla="*/ 44897 h 135683"/>
                <a:gd name="connsiteX12" fmla="*/ 98179 w 141768"/>
                <a:gd name="connsiteY12" fmla="*/ 106545 h 135683"/>
                <a:gd name="connsiteX13" fmla="*/ 79136 w 141768"/>
                <a:gd name="connsiteY13" fmla="*/ 131322 h 135683"/>
                <a:gd name="connsiteX14" fmla="*/ 79136 w 141768"/>
                <a:gd name="connsiteY14" fmla="*/ 135746 h 135683"/>
                <a:gd name="connsiteX15" fmla="*/ 142009 w 141768"/>
                <a:gd name="connsiteY15" fmla="*/ 135746 h 135683"/>
                <a:gd name="connsiteX16" fmla="*/ 142009 w 141768"/>
                <a:gd name="connsiteY16" fmla="*/ 131322 h 135683"/>
                <a:gd name="connsiteX17" fmla="*/ 123570 w 141768"/>
                <a:gd name="connsiteY17" fmla="*/ 111854 h 135683"/>
                <a:gd name="connsiteX18" fmla="*/ 123570 w 141768"/>
                <a:gd name="connsiteY18" fmla="*/ 44307 h 135683"/>
                <a:gd name="connsiteX19" fmla="*/ 87902 w 141768"/>
                <a:gd name="connsiteY19" fmla="*/ 63 h 135683"/>
                <a:gd name="connsiteX20" fmla="*/ 44071 w 141768"/>
                <a:gd name="connsiteY20" fmla="*/ 23955 h 135683"/>
                <a:gd name="connsiteX21" fmla="*/ 44071 w 141768"/>
                <a:gd name="connsiteY21" fmla="*/ 653 h 135683"/>
                <a:gd name="connsiteX22" fmla="*/ 41955 w 141768"/>
                <a:gd name="connsiteY22" fmla="*/ 63 h 135683"/>
                <a:gd name="connsiteX23" fmla="*/ 241 w 141768"/>
                <a:gd name="connsiteY23" fmla="*/ 13336 h 135683"/>
                <a:gd name="connsiteX24" fmla="*/ 241 w 141768"/>
                <a:gd name="connsiteY24" fmla="*/ 18351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1768" h="135683">
                  <a:moveTo>
                    <a:pt x="241" y="18351"/>
                  </a:moveTo>
                  <a:cubicBezTo>
                    <a:pt x="2055" y="17466"/>
                    <a:pt x="5077" y="17171"/>
                    <a:pt x="8403" y="17171"/>
                  </a:cubicBezTo>
                  <a:cubicBezTo>
                    <a:pt x="16866" y="17171"/>
                    <a:pt x="19587" y="21595"/>
                    <a:pt x="19587" y="36048"/>
                  </a:cubicBezTo>
                  <a:lnTo>
                    <a:pt x="19587" y="109199"/>
                  </a:lnTo>
                  <a:cubicBezTo>
                    <a:pt x="19587" y="126012"/>
                    <a:pt x="16262" y="130142"/>
                    <a:pt x="846" y="131322"/>
                  </a:cubicBezTo>
                  <a:lnTo>
                    <a:pt x="846" y="135746"/>
                  </a:lnTo>
                  <a:lnTo>
                    <a:pt x="64929" y="135746"/>
                  </a:lnTo>
                  <a:lnTo>
                    <a:pt x="64929" y="131322"/>
                  </a:lnTo>
                  <a:cubicBezTo>
                    <a:pt x="49512" y="130142"/>
                    <a:pt x="44978" y="126602"/>
                    <a:pt x="44978" y="115983"/>
                  </a:cubicBezTo>
                  <a:lnTo>
                    <a:pt x="44978" y="33099"/>
                  </a:lnTo>
                  <a:cubicBezTo>
                    <a:pt x="59488" y="19825"/>
                    <a:pt x="66138" y="16286"/>
                    <a:pt x="76113" y="16286"/>
                  </a:cubicBezTo>
                  <a:cubicBezTo>
                    <a:pt x="90924" y="16286"/>
                    <a:pt x="98179" y="25430"/>
                    <a:pt x="98179" y="44897"/>
                  </a:cubicBezTo>
                  <a:lnTo>
                    <a:pt x="98179" y="106545"/>
                  </a:lnTo>
                  <a:cubicBezTo>
                    <a:pt x="98179" y="125127"/>
                    <a:pt x="94249" y="130142"/>
                    <a:pt x="79136" y="131322"/>
                  </a:cubicBezTo>
                  <a:lnTo>
                    <a:pt x="79136" y="135746"/>
                  </a:lnTo>
                  <a:lnTo>
                    <a:pt x="142009" y="135746"/>
                  </a:lnTo>
                  <a:lnTo>
                    <a:pt x="142009" y="131322"/>
                  </a:lnTo>
                  <a:cubicBezTo>
                    <a:pt x="127198" y="129847"/>
                    <a:pt x="123570" y="126307"/>
                    <a:pt x="123570" y="111854"/>
                  </a:cubicBezTo>
                  <a:lnTo>
                    <a:pt x="123570" y="44307"/>
                  </a:lnTo>
                  <a:cubicBezTo>
                    <a:pt x="123570" y="16581"/>
                    <a:pt x="110270" y="63"/>
                    <a:pt x="87902" y="63"/>
                  </a:cubicBezTo>
                  <a:cubicBezTo>
                    <a:pt x="73997" y="63"/>
                    <a:pt x="64626" y="5077"/>
                    <a:pt x="44071" y="23955"/>
                  </a:cubicBezTo>
                  <a:lnTo>
                    <a:pt x="44071" y="653"/>
                  </a:lnTo>
                  <a:lnTo>
                    <a:pt x="41955" y="63"/>
                  </a:lnTo>
                  <a:cubicBezTo>
                    <a:pt x="27144" y="5372"/>
                    <a:pt x="16866" y="8617"/>
                    <a:pt x="241" y="13336"/>
                  </a:cubicBezTo>
                  <a:lnTo>
                    <a:pt x="241" y="18351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9FE65772-B99F-E452-A087-97C762D527D5}"/>
                </a:ext>
              </a:extLst>
            </p:cNvPr>
            <p:cNvSpPr/>
            <p:nvPr>
              <p:custDataLst>
                <p:tags r:id="rId151"/>
              </p:custDataLst>
            </p:nvPr>
          </p:nvSpPr>
          <p:spPr>
            <a:xfrm>
              <a:off x="6899607" y="3327887"/>
              <a:ext cx="140257" cy="204409"/>
            </a:xfrm>
            <a:custGeom>
              <a:avLst/>
              <a:gdLst>
                <a:gd name="connsiteX0" fmla="*/ 96068 w 140257"/>
                <a:gd name="connsiteY0" fmla="*/ 204473 h 204409"/>
                <a:gd name="connsiteX1" fmla="*/ 140503 w 140257"/>
                <a:gd name="connsiteY1" fmla="*/ 189134 h 204409"/>
                <a:gd name="connsiteX2" fmla="*/ 140503 w 140257"/>
                <a:gd name="connsiteY2" fmla="*/ 184415 h 204409"/>
                <a:gd name="connsiteX3" fmla="*/ 133551 w 140257"/>
                <a:gd name="connsiteY3" fmla="*/ 184710 h 204409"/>
                <a:gd name="connsiteX4" fmla="*/ 120250 w 140257"/>
                <a:gd name="connsiteY4" fmla="*/ 167897 h 204409"/>
                <a:gd name="connsiteX5" fmla="*/ 120250 w 140257"/>
                <a:gd name="connsiteY5" fmla="*/ 653 h 204409"/>
                <a:gd name="connsiteX6" fmla="*/ 118739 w 140257"/>
                <a:gd name="connsiteY6" fmla="*/ 63 h 204409"/>
                <a:gd name="connsiteX7" fmla="*/ 74304 w 140257"/>
                <a:gd name="connsiteY7" fmla="*/ 13041 h 204409"/>
                <a:gd name="connsiteX8" fmla="*/ 74304 w 140257"/>
                <a:gd name="connsiteY8" fmla="*/ 17761 h 204409"/>
                <a:gd name="connsiteX9" fmla="*/ 80954 w 140257"/>
                <a:gd name="connsiteY9" fmla="*/ 17466 h 204409"/>
                <a:gd name="connsiteX10" fmla="*/ 94859 w 140257"/>
                <a:gd name="connsiteY10" fmla="*/ 32509 h 204409"/>
                <a:gd name="connsiteX11" fmla="*/ 94859 w 140257"/>
                <a:gd name="connsiteY11" fmla="*/ 78523 h 204409"/>
                <a:gd name="connsiteX12" fmla="*/ 63120 w 140257"/>
                <a:gd name="connsiteY12" fmla="*/ 65840 h 204409"/>
                <a:gd name="connsiteX13" fmla="*/ 246 w 140257"/>
                <a:gd name="connsiteY13" fmla="*/ 141055 h 204409"/>
                <a:gd name="connsiteX14" fmla="*/ 56167 w 140257"/>
                <a:gd name="connsiteY14" fmla="*/ 204473 h 204409"/>
                <a:gd name="connsiteX15" fmla="*/ 94859 w 140257"/>
                <a:gd name="connsiteY15" fmla="*/ 184710 h 204409"/>
                <a:gd name="connsiteX16" fmla="*/ 94859 w 140257"/>
                <a:gd name="connsiteY16" fmla="*/ 203588 h 204409"/>
                <a:gd name="connsiteX17" fmla="*/ 96068 w 140257"/>
                <a:gd name="connsiteY17" fmla="*/ 204473 h 204409"/>
                <a:gd name="connsiteX18" fmla="*/ 94859 w 140257"/>
                <a:gd name="connsiteY18" fmla="*/ 171437 h 204409"/>
                <a:gd name="connsiteX19" fmla="*/ 89720 w 140257"/>
                <a:gd name="connsiteY19" fmla="*/ 180286 h 204409"/>
                <a:gd name="connsiteX20" fmla="*/ 67956 w 140257"/>
                <a:gd name="connsiteY20" fmla="*/ 189134 h 204409"/>
                <a:gd name="connsiteX21" fmla="*/ 26242 w 140257"/>
                <a:gd name="connsiteY21" fmla="*/ 129257 h 204409"/>
                <a:gd name="connsiteX22" fmla="*/ 64027 w 140257"/>
                <a:gd name="connsiteY22" fmla="*/ 74099 h 204409"/>
                <a:gd name="connsiteX23" fmla="*/ 94859 w 140257"/>
                <a:gd name="connsiteY23" fmla="*/ 103595 h 204409"/>
                <a:gd name="connsiteX24" fmla="*/ 94859 w 140257"/>
                <a:gd name="connsiteY24" fmla="*/ 171437 h 204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40257" h="204409">
                  <a:moveTo>
                    <a:pt x="96068" y="204473"/>
                  </a:moveTo>
                  <a:lnTo>
                    <a:pt x="140503" y="189134"/>
                  </a:lnTo>
                  <a:lnTo>
                    <a:pt x="140503" y="184415"/>
                  </a:lnTo>
                  <a:cubicBezTo>
                    <a:pt x="135062" y="184710"/>
                    <a:pt x="134457" y="184710"/>
                    <a:pt x="133551" y="184710"/>
                  </a:cubicBezTo>
                  <a:cubicBezTo>
                    <a:pt x="122669" y="184710"/>
                    <a:pt x="120250" y="181465"/>
                    <a:pt x="120250" y="167897"/>
                  </a:cubicBezTo>
                  <a:lnTo>
                    <a:pt x="120250" y="653"/>
                  </a:lnTo>
                  <a:lnTo>
                    <a:pt x="118739" y="63"/>
                  </a:lnTo>
                  <a:cubicBezTo>
                    <a:pt x="104230" y="5077"/>
                    <a:pt x="93650" y="8027"/>
                    <a:pt x="74304" y="13041"/>
                  </a:cubicBezTo>
                  <a:lnTo>
                    <a:pt x="74304" y="17761"/>
                  </a:lnTo>
                  <a:cubicBezTo>
                    <a:pt x="76722" y="17466"/>
                    <a:pt x="78536" y="17466"/>
                    <a:pt x="80954" y="17466"/>
                  </a:cubicBezTo>
                  <a:cubicBezTo>
                    <a:pt x="92139" y="17466"/>
                    <a:pt x="94859" y="20415"/>
                    <a:pt x="94859" y="32509"/>
                  </a:cubicBezTo>
                  <a:lnTo>
                    <a:pt x="94859" y="78523"/>
                  </a:lnTo>
                  <a:cubicBezTo>
                    <a:pt x="83373" y="69084"/>
                    <a:pt x="75211" y="65840"/>
                    <a:pt x="63120" y="65840"/>
                  </a:cubicBezTo>
                  <a:cubicBezTo>
                    <a:pt x="28358" y="65840"/>
                    <a:pt x="246" y="99171"/>
                    <a:pt x="246" y="141055"/>
                  </a:cubicBezTo>
                  <a:cubicBezTo>
                    <a:pt x="246" y="178811"/>
                    <a:pt x="22917" y="204473"/>
                    <a:pt x="56167" y="204473"/>
                  </a:cubicBezTo>
                  <a:cubicBezTo>
                    <a:pt x="73095" y="204473"/>
                    <a:pt x="84582" y="198573"/>
                    <a:pt x="94859" y="184710"/>
                  </a:cubicBezTo>
                  <a:lnTo>
                    <a:pt x="94859" y="203588"/>
                  </a:lnTo>
                  <a:lnTo>
                    <a:pt x="96068" y="204473"/>
                  </a:lnTo>
                  <a:close/>
                  <a:moveTo>
                    <a:pt x="94859" y="171437"/>
                  </a:moveTo>
                  <a:cubicBezTo>
                    <a:pt x="94859" y="173501"/>
                    <a:pt x="92743" y="177041"/>
                    <a:pt x="89720" y="180286"/>
                  </a:cubicBezTo>
                  <a:cubicBezTo>
                    <a:pt x="84279" y="186185"/>
                    <a:pt x="76722" y="189134"/>
                    <a:pt x="67956" y="189134"/>
                  </a:cubicBezTo>
                  <a:cubicBezTo>
                    <a:pt x="42867" y="189134"/>
                    <a:pt x="26242" y="165537"/>
                    <a:pt x="26242" y="129257"/>
                  </a:cubicBezTo>
                  <a:cubicBezTo>
                    <a:pt x="26242" y="95926"/>
                    <a:pt x="41054" y="74099"/>
                    <a:pt x="64027" y="74099"/>
                  </a:cubicBezTo>
                  <a:cubicBezTo>
                    <a:pt x="80047" y="74099"/>
                    <a:pt x="94859" y="87962"/>
                    <a:pt x="94859" y="103595"/>
                  </a:cubicBezTo>
                  <a:lnTo>
                    <a:pt x="94859" y="171437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AD27877-2189-2154-FDEB-068118B4EA47}"/>
                </a:ext>
              </a:extLst>
            </p:cNvPr>
            <p:cNvSpPr/>
            <p:nvPr>
              <p:custDataLst>
                <p:tags r:id="rId152"/>
              </p:custDataLst>
            </p:nvPr>
          </p:nvSpPr>
          <p:spPr>
            <a:xfrm>
              <a:off x="7126561" y="3393664"/>
              <a:ext cx="116981" cy="138632"/>
            </a:xfrm>
            <a:custGeom>
              <a:avLst/>
              <a:gdLst>
                <a:gd name="connsiteX0" fmla="*/ 113003 w 116981"/>
                <a:gd name="connsiteY0" fmla="*/ 89732 h 138632"/>
                <a:gd name="connsiteX1" fmla="*/ 70382 w 116981"/>
                <a:gd name="connsiteY1" fmla="*/ 117458 h 138632"/>
                <a:gd name="connsiteX2" fmla="*/ 23529 w 116981"/>
                <a:gd name="connsiteY2" fmla="*/ 59940 h 138632"/>
                <a:gd name="connsiteX3" fmla="*/ 64639 w 116981"/>
                <a:gd name="connsiteY3" fmla="*/ 8617 h 138632"/>
                <a:gd name="connsiteX4" fmla="*/ 82473 w 116981"/>
                <a:gd name="connsiteY4" fmla="*/ 22775 h 138632"/>
                <a:gd name="connsiteX5" fmla="*/ 84287 w 116981"/>
                <a:gd name="connsiteY5" fmla="*/ 29264 h 138632"/>
                <a:gd name="connsiteX6" fmla="*/ 98494 w 116981"/>
                <a:gd name="connsiteY6" fmla="*/ 42832 h 138632"/>
                <a:gd name="connsiteX7" fmla="*/ 113003 w 116981"/>
                <a:gd name="connsiteY7" fmla="*/ 30444 h 138632"/>
                <a:gd name="connsiteX8" fmla="*/ 66452 w 116981"/>
                <a:gd name="connsiteY8" fmla="*/ 63 h 138632"/>
                <a:gd name="connsiteX9" fmla="*/ 23831 w 116981"/>
                <a:gd name="connsiteY9" fmla="*/ 16581 h 138632"/>
                <a:gd name="connsiteX10" fmla="*/ 254 w 116981"/>
                <a:gd name="connsiteY10" fmla="*/ 72919 h 138632"/>
                <a:gd name="connsiteX11" fmla="*/ 57686 w 116981"/>
                <a:gd name="connsiteY11" fmla="*/ 138696 h 138632"/>
                <a:gd name="connsiteX12" fmla="*/ 94262 w 116981"/>
                <a:gd name="connsiteY12" fmla="*/ 124832 h 138632"/>
                <a:gd name="connsiteX13" fmla="*/ 117235 w 116981"/>
                <a:gd name="connsiteY13" fmla="*/ 92386 h 138632"/>
                <a:gd name="connsiteX14" fmla="*/ 113003 w 116981"/>
                <a:gd name="connsiteY14" fmla="*/ 89732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6981" h="138632">
                  <a:moveTo>
                    <a:pt x="113003" y="89732"/>
                  </a:moveTo>
                  <a:cubicBezTo>
                    <a:pt x="98494" y="110379"/>
                    <a:pt x="87612" y="117458"/>
                    <a:pt x="70382" y="117458"/>
                  </a:cubicBezTo>
                  <a:cubicBezTo>
                    <a:pt x="42875" y="117458"/>
                    <a:pt x="23529" y="93861"/>
                    <a:pt x="23529" y="59940"/>
                  </a:cubicBezTo>
                  <a:cubicBezTo>
                    <a:pt x="23529" y="29559"/>
                    <a:pt x="40154" y="8617"/>
                    <a:pt x="64639" y="8617"/>
                  </a:cubicBezTo>
                  <a:cubicBezTo>
                    <a:pt x="75521" y="8617"/>
                    <a:pt x="79450" y="11861"/>
                    <a:pt x="82473" y="22775"/>
                  </a:cubicBezTo>
                  <a:lnTo>
                    <a:pt x="84287" y="29264"/>
                  </a:lnTo>
                  <a:cubicBezTo>
                    <a:pt x="86705" y="37523"/>
                    <a:pt x="92146" y="42832"/>
                    <a:pt x="98494" y="42832"/>
                  </a:cubicBezTo>
                  <a:cubicBezTo>
                    <a:pt x="106353" y="42832"/>
                    <a:pt x="113003" y="37228"/>
                    <a:pt x="113003" y="30444"/>
                  </a:cubicBezTo>
                  <a:cubicBezTo>
                    <a:pt x="113003" y="13926"/>
                    <a:pt x="91844" y="63"/>
                    <a:pt x="66452" y="63"/>
                  </a:cubicBezTo>
                  <a:cubicBezTo>
                    <a:pt x="51641" y="63"/>
                    <a:pt x="36225" y="5962"/>
                    <a:pt x="23831" y="16581"/>
                  </a:cubicBezTo>
                  <a:cubicBezTo>
                    <a:pt x="8717" y="29559"/>
                    <a:pt x="254" y="49617"/>
                    <a:pt x="254" y="72919"/>
                  </a:cubicBezTo>
                  <a:cubicBezTo>
                    <a:pt x="254" y="111264"/>
                    <a:pt x="24133" y="138696"/>
                    <a:pt x="57686" y="138696"/>
                  </a:cubicBezTo>
                  <a:cubicBezTo>
                    <a:pt x="71289" y="138696"/>
                    <a:pt x="83380" y="133976"/>
                    <a:pt x="94262" y="124832"/>
                  </a:cubicBezTo>
                  <a:cubicBezTo>
                    <a:pt x="102423" y="117753"/>
                    <a:pt x="108167" y="109789"/>
                    <a:pt x="117235" y="92386"/>
                  </a:cubicBezTo>
                  <a:lnTo>
                    <a:pt x="113003" y="89732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66ADE287-A7FF-0EC2-11DB-FF64C7E69280}"/>
                </a:ext>
              </a:extLst>
            </p:cNvPr>
            <p:cNvSpPr/>
            <p:nvPr>
              <p:custDataLst>
                <p:tags r:id="rId153"/>
              </p:custDataLst>
            </p:nvPr>
          </p:nvSpPr>
          <p:spPr>
            <a:xfrm>
              <a:off x="7262483" y="3393664"/>
              <a:ext cx="133304" cy="138632"/>
            </a:xfrm>
            <a:custGeom>
              <a:avLst/>
              <a:gdLst>
                <a:gd name="connsiteX0" fmla="*/ 67061 w 133304"/>
                <a:gd name="connsiteY0" fmla="*/ 63 h 138632"/>
                <a:gd name="connsiteX1" fmla="*/ 258 w 133304"/>
                <a:gd name="connsiteY1" fmla="*/ 69084 h 138632"/>
                <a:gd name="connsiteX2" fmla="*/ 66457 w 133304"/>
                <a:gd name="connsiteY2" fmla="*/ 138696 h 138632"/>
                <a:gd name="connsiteX3" fmla="*/ 133563 w 133304"/>
                <a:gd name="connsiteY3" fmla="*/ 66725 h 138632"/>
                <a:gd name="connsiteX4" fmla="*/ 67061 w 133304"/>
                <a:gd name="connsiteY4" fmla="*/ 63 h 138632"/>
                <a:gd name="connsiteX5" fmla="*/ 63132 w 133304"/>
                <a:gd name="connsiteY5" fmla="*/ 8322 h 138632"/>
                <a:gd name="connsiteX6" fmla="*/ 106358 w 133304"/>
                <a:gd name="connsiteY6" fmla="*/ 77048 h 138632"/>
                <a:gd name="connsiteX7" fmla="*/ 70084 w 133304"/>
                <a:gd name="connsiteY7" fmla="*/ 130437 h 138632"/>
                <a:gd name="connsiteX8" fmla="*/ 40763 w 133304"/>
                <a:gd name="connsiteY8" fmla="*/ 111559 h 138632"/>
                <a:gd name="connsiteX9" fmla="*/ 27463 w 133304"/>
                <a:gd name="connsiteY9" fmla="*/ 54631 h 138632"/>
                <a:gd name="connsiteX10" fmla="*/ 63132 w 133304"/>
                <a:gd name="connsiteY10" fmla="*/ 8322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33304" h="138632">
                  <a:moveTo>
                    <a:pt x="67061" y="63"/>
                  </a:moveTo>
                  <a:cubicBezTo>
                    <a:pt x="27765" y="63"/>
                    <a:pt x="258" y="28379"/>
                    <a:pt x="258" y="69084"/>
                  </a:cubicBezTo>
                  <a:cubicBezTo>
                    <a:pt x="258" y="108904"/>
                    <a:pt x="28370" y="138696"/>
                    <a:pt x="66457" y="138696"/>
                  </a:cubicBezTo>
                  <a:cubicBezTo>
                    <a:pt x="104544" y="138696"/>
                    <a:pt x="133563" y="107430"/>
                    <a:pt x="133563" y="66725"/>
                  </a:cubicBezTo>
                  <a:cubicBezTo>
                    <a:pt x="133563" y="28084"/>
                    <a:pt x="105753" y="63"/>
                    <a:pt x="67061" y="63"/>
                  </a:cubicBezTo>
                  <a:close/>
                  <a:moveTo>
                    <a:pt x="63132" y="8322"/>
                  </a:moveTo>
                  <a:cubicBezTo>
                    <a:pt x="88523" y="8322"/>
                    <a:pt x="106358" y="36638"/>
                    <a:pt x="106358" y="77048"/>
                  </a:cubicBezTo>
                  <a:cubicBezTo>
                    <a:pt x="106358" y="110379"/>
                    <a:pt x="92755" y="130437"/>
                    <a:pt x="70084" y="130437"/>
                  </a:cubicBezTo>
                  <a:cubicBezTo>
                    <a:pt x="58295" y="130437"/>
                    <a:pt x="47111" y="123358"/>
                    <a:pt x="40763" y="111559"/>
                  </a:cubicBezTo>
                  <a:cubicBezTo>
                    <a:pt x="32299" y="96221"/>
                    <a:pt x="27463" y="75573"/>
                    <a:pt x="27463" y="54631"/>
                  </a:cubicBezTo>
                  <a:cubicBezTo>
                    <a:pt x="27463" y="26609"/>
                    <a:pt x="41670" y="8322"/>
                    <a:pt x="63132" y="8322"/>
                  </a:cubicBez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5528BF9D-A9E8-3F09-37C2-F185047CE2E6}"/>
                </a:ext>
              </a:extLst>
            </p:cNvPr>
            <p:cNvSpPr/>
            <p:nvPr>
              <p:custDataLst>
                <p:tags r:id="rId154"/>
              </p:custDataLst>
            </p:nvPr>
          </p:nvSpPr>
          <p:spPr>
            <a:xfrm>
              <a:off x="7410259" y="3393664"/>
              <a:ext cx="229428" cy="135683"/>
            </a:xfrm>
            <a:custGeom>
              <a:avLst/>
              <a:gdLst>
                <a:gd name="connsiteX0" fmla="*/ 1170 w 229428"/>
                <a:gd name="connsiteY0" fmla="*/ 18351 h 135683"/>
                <a:gd name="connsiteX1" fmla="*/ 10843 w 229428"/>
                <a:gd name="connsiteY1" fmla="*/ 17171 h 135683"/>
                <a:gd name="connsiteX2" fmla="*/ 21422 w 229428"/>
                <a:gd name="connsiteY2" fmla="*/ 36048 h 135683"/>
                <a:gd name="connsiteX3" fmla="*/ 21422 w 229428"/>
                <a:gd name="connsiteY3" fmla="*/ 110674 h 135683"/>
                <a:gd name="connsiteX4" fmla="*/ 263 w 229428"/>
                <a:gd name="connsiteY4" fmla="*/ 131322 h 135683"/>
                <a:gd name="connsiteX5" fmla="*/ 263 w 229428"/>
                <a:gd name="connsiteY5" fmla="*/ 135746 h 135683"/>
                <a:gd name="connsiteX6" fmla="*/ 67369 w 229428"/>
                <a:gd name="connsiteY6" fmla="*/ 135746 h 135683"/>
                <a:gd name="connsiteX7" fmla="*/ 67369 w 229428"/>
                <a:gd name="connsiteY7" fmla="*/ 131322 h 135683"/>
                <a:gd name="connsiteX8" fmla="*/ 46814 w 229428"/>
                <a:gd name="connsiteY8" fmla="*/ 115983 h 135683"/>
                <a:gd name="connsiteX9" fmla="*/ 46814 w 229428"/>
                <a:gd name="connsiteY9" fmla="*/ 32804 h 135683"/>
                <a:gd name="connsiteX10" fmla="*/ 51348 w 229428"/>
                <a:gd name="connsiteY10" fmla="*/ 27199 h 135683"/>
                <a:gd name="connsiteX11" fmla="*/ 82483 w 229428"/>
                <a:gd name="connsiteY11" fmla="*/ 15401 h 135683"/>
                <a:gd name="connsiteX12" fmla="*/ 102433 w 229428"/>
                <a:gd name="connsiteY12" fmla="*/ 46372 h 135683"/>
                <a:gd name="connsiteX13" fmla="*/ 102433 w 229428"/>
                <a:gd name="connsiteY13" fmla="*/ 110379 h 135683"/>
                <a:gd name="connsiteX14" fmla="*/ 81878 w 229428"/>
                <a:gd name="connsiteY14" fmla="*/ 131322 h 135683"/>
                <a:gd name="connsiteX15" fmla="*/ 81878 w 229428"/>
                <a:gd name="connsiteY15" fmla="*/ 135746 h 135683"/>
                <a:gd name="connsiteX16" fmla="*/ 149588 w 229428"/>
                <a:gd name="connsiteY16" fmla="*/ 135746 h 135683"/>
                <a:gd name="connsiteX17" fmla="*/ 149588 w 229428"/>
                <a:gd name="connsiteY17" fmla="*/ 131322 h 135683"/>
                <a:gd name="connsiteX18" fmla="*/ 127824 w 229428"/>
                <a:gd name="connsiteY18" fmla="*/ 107724 h 135683"/>
                <a:gd name="connsiteX19" fmla="*/ 127824 w 229428"/>
                <a:gd name="connsiteY19" fmla="*/ 33394 h 135683"/>
                <a:gd name="connsiteX20" fmla="*/ 160773 w 229428"/>
                <a:gd name="connsiteY20" fmla="*/ 15401 h 135683"/>
                <a:gd name="connsiteX21" fmla="*/ 183443 w 229428"/>
                <a:gd name="connsiteY21" fmla="*/ 47847 h 135683"/>
                <a:gd name="connsiteX22" fmla="*/ 183443 w 229428"/>
                <a:gd name="connsiteY22" fmla="*/ 110084 h 135683"/>
                <a:gd name="connsiteX23" fmla="*/ 163493 w 229428"/>
                <a:gd name="connsiteY23" fmla="*/ 131322 h 135683"/>
                <a:gd name="connsiteX24" fmla="*/ 163493 w 229428"/>
                <a:gd name="connsiteY24" fmla="*/ 135746 h 135683"/>
                <a:gd name="connsiteX25" fmla="*/ 229692 w 229428"/>
                <a:gd name="connsiteY25" fmla="*/ 135746 h 135683"/>
                <a:gd name="connsiteX26" fmla="*/ 229692 w 229428"/>
                <a:gd name="connsiteY26" fmla="*/ 131322 h 135683"/>
                <a:gd name="connsiteX27" fmla="*/ 221833 w 229428"/>
                <a:gd name="connsiteY27" fmla="*/ 130732 h 135683"/>
                <a:gd name="connsiteX28" fmla="*/ 208835 w 229428"/>
                <a:gd name="connsiteY28" fmla="*/ 113329 h 135683"/>
                <a:gd name="connsiteX29" fmla="*/ 208835 w 229428"/>
                <a:gd name="connsiteY29" fmla="*/ 52566 h 135683"/>
                <a:gd name="connsiteX30" fmla="*/ 173770 w 229428"/>
                <a:gd name="connsiteY30" fmla="*/ 63 h 135683"/>
                <a:gd name="connsiteX31" fmla="*/ 124499 w 229428"/>
                <a:gd name="connsiteY31" fmla="*/ 24840 h 135683"/>
                <a:gd name="connsiteX32" fmla="*/ 92458 w 229428"/>
                <a:gd name="connsiteY32" fmla="*/ 63 h 135683"/>
                <a:gd name="connsiteX33" fmla="*/ 45605 w 229428"/>
                <a:gd name="connsiteY33" fmla="*/ 22775 h 135683"/>
                <a:gd name="connsiteX34" fmla="*/ 45605 w 229428"/>
                <a:gd name="connsiteY34" fmla="*/ 653 h 135683"/>
                <a:gd name="connsiteX35" fmla="*/ 43489 w 229428"/>
                <a:gd name="connsiteY35" fmla="*/ 63 h 135683"/>
                <a:gd name="connsiteX36" fmla="*/ 1170 w 229428"/>
                <a:gd name="connsiteY36" fmla="*/ 13336 h 135683"/>
                <a:gd name="connsiteX37" fmla="*/ 1170 w 229428"/>
                <a:gd name="connsiteY37" fmla="*/ 18351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29428" h="135683">
                  <a:moveTo>
                    <a:pt x="1170" y="18351"/>
                  </a:moveTo>
                  <a:cubicBezTo>
                    <a:pt x="5099" y="17466"/>
                    <a:pt x="7518" y="17171"/>
                    <a:pt x="10843" y="17171"/>
                  </a:cubicBezTo>
                  <a:cubicBezTo>
                    <a:pt x="18702" y="17171"/>
                    <a:pt x="21422" y="21890"/>
                    <a:pt x="21422" y="36048"/>
                  </a:cubicBezTo>
                  <a:lnTo>
                    <a:pt x="21422" y="110674"/>
                  </a:lnTo>
                  <a:cubicBezTo>
                    <a:pt x="21422" y="126602"/>
                    <a:pt x="17190" y="131027"/>
                    <a:pt x="263" y="131322"/>
                  </a:cubicBezTo>
                  <a:lnTo>
                    <a:pt x="263" y="135746"/>
                  </a:lnTo>
                  <a:lnTo>
                    <a:pt x="67369" y="135746"/>
                  </a:lnTo>
                  <a:lnTo>
                    <a:pt x="67369" y="131322"/>
                  </a:lnTo>
                  <a:cubicBezTo>
                    <a:pt x="51348" y="130732"/>
                    <a:pt x="46814" y="127487"/>
                    <a:pt x="46814" y="115983"/>
                  </a:cubicBezTo>
                  <a:lnTo>
                    <a:pt x="46814" y="32804"/>
                  </a:lnTo>
                  <a:cubicBezTo>
                    <a:pt x="46814" y="32214"/>
                    <a:pt x="49232" y="29264"/>
                    <a:pt x="51348" y="27199"/>
                  </a:cubicBezTo>
                  <a:cubicBezTo>
                    <a:pt x="58905" y="20415"/>
                    <a:pt x="71903" y="15401"/>
                    <a:pt x="82483" y="15401"/>
                  </a:cubicBezTo>
                  <a:cubicBezTo>
                    <a:pt x="95783" y="15401"/>
                    <a:pt x="102433" y="25725"/>
                    <a:pt x="102433" y="46372"/>
                  </a:cubicBezTo>
                  <a:lnTo>
                    <a:pt x="102433" y="110379"/>
                  </a:lnTo>
                  <a:cubicBezTo>
                    <a:pt x="102433" y="126897"/>
                    <a:pt x="99108" y="130142"/>
                    <a:pt x="81878" y="131322"/>
                  </a:cubicBezTo>
                  <a:lnTo>
                    <a:pt x="81878" y="135746"/>
                  </a:lnTo>
                  <a:lnTo>
                    <a:pt x="149588" y="135746"/>
                  </a:lnTo>
                  <a:lnTo>
                    <a:pt x="149588" y="131322"/>
                  </a:lnTo>
                  <a:cubicBezTo>
                    <a:pt x="132358" y="131027"/>
                    <a:pt x="127824" y="126012"/>
                    <a:pt x="127824" y="107724"/>
                  </a:cubicBezTo>
                  <a:lnTo>
                    <a:pt x="127824" y="33394"/>
                  </a:lnTo>
                  <a:cubicBezTo>
                    <a:pt x="136893" y="20710"/>
                    <a:pt x="146868" y="15401"/>
                    <a:pt x="160773" y="15401"/>
                  </a:cubicBezTo>
                  <a:cubicBezTo>
                    <a:pt x="178002" y="15401"/>
                    <a:pt x="183443" y="23365"/>
                    <a:pt x="183443" y="47847"/>
                  </a:cubicBezTo>
                  <a:lnTo>
                    <a:pt x="183443" y="110084"/>
                  </a:lnTo>
                  <a:cubicBezTo>
                    <a:pt x="183443" y="126897"/>
                    <a:pt x="181025" y="129257"/>
                    <a:pt x="163493" y="131322"/>
                  </a:cubicBezTo>
                  <a:lnTo>
                    <a:pt x="163493" y="135746"/>
                  </a:lnTo>
                  <a:lnTo>
                    <a:pt x="229692" y="135746"/>
                  </a:lnTo>
                  <a:lnTo>
                    <a:pt x="229692" y="131322"/>
                  </a:lnTo>
                  <a:lnTo>
                    <a:pt x="221833" y="130732"/>
                  </a:lnTo>
                  <a:cubicBezTo>
                    <a:pt x="212764" y="130142"/>
                    <a:pt x="208835" y="124832"/>
                    <a:pt x="208835" y="113329"/>
                  </a:cubicBezTo>
                  <a:lnTo>
                    <a:pt x="208835" y="52566"/>
                  </a:lnTo>
                  <a:cubicBezTo>
                    <a:pt x="208835" y="17761"/>
                    <a:pt x="197046" y="63"/>
                    <a:pt x="173770" y="63"/>
                  </a:cubicBezTo>
                  <a:cubicBezTo>
                    <a:pt x="156238" y="63"/>
                    <a:pt x="140822" y="7732"/>
                    <a:pt x="124499" y="24840"/>
                  </a:cubicBezTo>
                  <a:cubicBezTo>
                    <a:pt x="119058" y="8027"/>
                    <a:pt x="108781" y="63"/>
                    <a:pt x="92458" y="63"/>
                  </a:cubicBezTo>
                  <a:cubicBezTo>
                    <a:pt x="79157" y="63"/>
                    <a:pt x="70694" y="4192"/>
                    <a:pt x="45605" y="22775"/>
                  </a:cubicBezTo>
                  <a:lnTo>
                    <a:pt x="45605" y="653"/>
                  </a:lnTo>
                  <a:lnTo>
                    <a:pt x="43489" y="63"/>
                  </a:lnTo>
                  <a:cubicBezTo>
                    <a:pt x="28072" y="5667"/>
                    <a:pt x="17795" y="8912"/>
                    <a:pt x="1170" y="13336"/>
                  </a:cubicBezTo>
                  <a:lnTo>
                    <a:pt x="1170" y="18351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46CFC802-4258-A995-E120-B4F267B981C5}"/>
                </a:ext>
              </a:extLst>
            </p:cNvPr>
            <p:cNvSpPr/>
            <p:nvPr>
              <p:custDataLst>
                <p:tags r:id="rId155"/>
              </p:custDataLst>
            </p:nvPr>
          </p:nvSpPr>
          <p:spPr>
            <a:xfrm>
              <a:off x="7642985" y="3393664"/>
              <a:ext cx="140559" cy="199690"/>
            </a:xfrm>
            <a:custGeom>
              <a:avLst/>
              <a:gdLst>
                <a:gd name="connsiteX0" fmla="*/ 1480 w 140559"/>
                <a:gd name="connsiteY0" fmla="*/ 19825 h 199690"/>
                <a:gd name="connsiteX1" fmla="*/ 9037 w 140559"/>
                <a:gd name="connsiteY1" fmla="*/ 19530 h 199690"/>
                <a:gd name="connsiteX2" fmla="*/ 21430 w 140559"/>
                <a:gd name="connsiteY2" fmla="*/ 36343 h 199690"/>
                <a:gd name="connsiteX3" fmla="*/ 21430 w 140559"/>
                <a:gd name="connsiteY3" fmla="*/ 174386 h 199690"/>
                <a:gd name="connsiteX4" fmla="*/ 271 w 140559"/>
                <a:gd name="connsiteY4" fmla="*/ 194739 h 199690"/>
                <a:gd name="connsiteX5" fmla="*/ 271 w 140559"/>
                <a:gd name="connsiteY5" fmla="*/ 199753 h 199690"/>
                <a:gd name="connsiteX6" fmla="*/ 73422 w 140559"/>
                <a:gd name="connsiteY6" fmla="*/ 199753 h 199690"/>
                <a:gd name="connsiteX7" fmla="*/ 73422 w 140559"/>
                <a:gd name="connsiteY7" fmla="*/ 194444 h 199690"/>
                <a:gd name="connsiteX8" fmla="*/ 46821 w 140559"/>
                <a:gd name="connsiteY8" fmla="*/ 172322 h 199690"/>
                <a:gd name="connsiteX9" fmla="*/ 46821 w 140559"/>
                <a:gd name="connsiteY9" fmla="*/ 126012 h 199690"/>
                <a:gd name="connsiteX10" fmla="*/ 77352 w 140559"/>
                <a:gd name="connsiteY10" fmla="*/ 138696 h 199690"/>
                <a:gd name="connsiteX11" fmla="*/ 140830 w 140559"/>
                <a:gd name="connsiteY11" fmla="*/ 62890 h 199690"/>
                <a:gd name="connsiteX12" fmla="*/ 90350 w 140559"/>
                <a:gd name="connsiteY12" fmla="*/ 63 h 199690"/>
                <a:gd name="connsiteX13" fmla="*/ 46821 w 140559"/>
                <a:gd name="connsiteY13" fmla="*/ 23365 h 199690"/>
                <a:gd name="connsiteX14" fmla="*/ 46821 w 140559"/>
                <a:gd name="connsiteY14" fmla="*/ 653 h 199690"/>
                <a:gd name="connsiteX15" fmla="*/ 45008 w 140559"/>
                <a:gd name="connsiteY15" fmla="*/ 63 h 199690"/>
                <a:gd name="connsiteX16" fmla="*/ 1480 w 140559"/>
                <a:gd name="connsiteY16" fmla="*/ 15106 h 199690"/>
                <a:gd name="connsiteX17" fmla="*/ 1480 w 140559"/>
                <a:gd name="connsiteY17" fmla="*/ 19825 h 199690"/>
                <a:gd name="connsiteX18" fmla="*/ 46821 w 140559"/>
                <a:gd name="connsiteY18" fmla="*/ 37228 h 199690"/>
                <a:gd name="connsiteX19" fmla="*/ 77654 w 140559"/>
                <a:gd name="connsiteY19" fmla="*/ 17761 h 199690"/>
                <a:gd name="connsiteX20" fmla="*/ 114834 w 140559"/>
                <a:gd name="connsiteY20" fmla="*/ 74394 h 199690"/>
                <a:gd name="connsiteX21" fmla="*/ 78258 w 140559"/>
                <a:gd name="connsiteY21" fmla="*/ 129257 h 199690"/>
                <a:gd name="connsiteX22" fmla="*/ 46821 w 140559"/>
                <a:gd name="connsiteY22" fmla="*/ 109789 h 199690"/>
                <a:gd name="connsiteX23" fmla="*/ 46821 w 140559"/>
                <a:gd name="connsiteY23" fmla="*/ 37228 h 199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40559" h="199690">
                  <a:moveTo>
                    <a:pt x="1480" y="19825"/>
                  </a:moveTo>
                  <a:cubicBezTo>
                    <a:pt x="4200" y="19530"/>
                    <a:pt x="6316" y="19530"/>
                    <a:pt x="9037" y="19530"/>
                  </a:cubicBezTo>
                  <a:cubicBezTo>
                    <a:pt x="19314" y="19530"/>
                    <a:pt x="21430" y="22480"/>
                    <a:pt x="21430" y="36343"/>
                  </a:cubicBezTo>
                  <a:lnTo>
                    <a:pt x="21430" y="174386"/>
                  </a:lnTo>
                  <a:cubicBezTo>
                    <a:pt x="21430" y="189724"/>
                    <a:pt x="18105" y="192969"/>
                    <a:pt x="271" y="194739"/>
                  </a:cubicBezTo>
                  <a:lnTo>
                    <a:pt x="271" y="199753"/>
                  </a:lnTo>
                  <a:lnTo>
                    <a:pt x="73422" y="199753"/>
                  </a:lnTo>
                  <a:lnTo>
                    <a:pt x="73422" y="194444"/>
                  </a:lnTo>
                  <a:cubicBezTo>
                    <a:pt x="50751" y="194149"/>
                    <a:pt x="46821" y="190904"/>
                    <a:pt x="46821" y="172322"/>
                  </a:cubicBezTo>
                  <a:lnTo>
                    <a:pt x="46821" y="126012"/>
                  </a:lnTo>
                  <a:cubicBezTo>
                    <a:pt x="57401" y="135746"/>
                    <a:pt x="64656" y="138696"/>
                    <a:pt x="77352" y="138696"/>
                  </a:cubicBezTo>
                  <a:cubicBezTo>
                    <a:pt x="113020" y="138696"/>
                    <a:pt x="140830" y="105660"/>
                    <a:pt x="140830" y="62890"/>
                  </a:cubicBezTo>
                  <a:cubicBezTo>
                    <a:pt x="140830" y="26315"/>
                    <a:pt x="119670" y="63"/>
                    <a:pt x="90350" y="63"/>
                  </a:cubicBezTo>
                  <a:cubicBezTo>
                    <a:pt x="73422" y="63"/>
                    <a:pt x="60122" y="7437"/>
                    <a:pt x="46821" y="23365"/>
                  </a:cubicBezTo>
                  <a:lnTo>
                    <a:pt x="46821" y="653"/>
                  </a:lnTo>
                  <a:lnTo>
                    <a:pt x="45008" y="63"/>
                  </a:lnTo>
                  <a:cubicBezTo>
                    <a:pt x="28685" y="6257"/>
                    <a:pt x="18105" y="10092"/>
                    <a:pt x="1480" y="15106"/>
                  </a:cubicBezTo>
                  <a:lnTo>
                    <a:pt x="1480" y="19825"/>
                  </a:lnTo>
                  <a:close/>
                  <a:moveTo>
                    <a:pt x="46821" y="37228"/>
                  </a:moveTo>
                  <a:cubicBezTo>
                    <a:pt x="46821" y="28379"/>
                    <a:pt x="63749" y="17761"/>
                    <a:pt x="77654" y="17761"/>
                  </a:cubicBezTo>
                  <a:cubicBezTo>
                    <a:pt x="100022" y="17761"/>
                    <a:pt x="114834" y="40178"/>
                    <a:pt x="114834" y="74394"/>
                  </a:cubicBezTo>
                  <a:cubicBezTo>
                    <a:pt x="114834" y="107135"/>
                    <a:pt x="100022" y="129257"/>
                    <a:pt x="78258" y="129257"/>
                  </a:cubicBezTo>
                  <a:cubicBezTo>
                    <a:pt x="64051" y="129257"/>
                    <a:pt x="46821" y="118638"/>
                    <a:pt x="46821" y="109789"/>
                  </a:cubicBezTo>
                  <a:lnTo>
                    <a:pt x="46821" y="37228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EFEA312-7CD1-76C4-A654-35E3604F9F12}"/>
                </a:ext>
              </a:extLst>
            </p:cNvPr>
            <p:cNvSpPr/>
            <p:nvPr>
              <p:custDataLst>
                <p:tags r:id="rId156"/>
              </p:custDataLst>
            </p:nvPr>
          </p:nvSpPr>
          <p:spPr>
            <a:xfrm>
              <a:off x="7804364" y="3393664"/>
              <a:ext cx="122422" cy="138632"/>
            </a:xfrm>
            <a:custGeom>
              <a:avLst/>
              <a:gdLst>
                <a:gd name="connsiteX0" fmla="*/ 122698 w 122422"/>
                <a:gd name="connsiteY0" fmla="*/ 116278 h 138632"/>
                <a:gd name="connsiteX1" fmla="*/ 109398 w 122422"/>
                <a:gd name="connsiteY1" fmla="*/ 121883 h 138632"/>
                <a:gd name="connsiteX2" fmla="*/ 100330 w 122422"/>
                <a:gd name="connsiteY2" fmla="*/ 104775 h 138632"/>
                <a:gd name="connsiteX3" fmla="*/ 100330 w 122422"/>
                <a:gd name="connsiteY3" fmla="*/ 47257 h 138632"/>
                <a:gd name="connsiteX4" fmla="*/ 94284 w 122422"/>
                <a:gd name="connsiteY4" fmla="*/ 16286 h 138632"/>
                <a:gd name="connsiteX5" fmla="*/ 56802 w 122422"/>
                <a:gd name="connsiteY5" fmla="*/ 63 h 138632"/>
                <a:gd name="connsiteX6" fmla="*/ 6019 w 122422"/>
                <a:gd name="connsiteY6" fmla="*/ 33099 h 138632"/>
                <a:gd name="connsiteX7" fmla="*/ 19017 w 122422"/>
                <a:gd name="connsiteY7" fmla="*/ 45782 h 138632"/>
                <a:gd name="connsiteX8" fmla="*/ 32619 w 122422"/>
                <a:gd name="connsiteY8" fmla="*/ 33394 h 138632"/>
                <a:gd name="connsiteX9" fmla="*/ 32015 w 122422"/>
                <a:gd name="connsiteY9" fmla="*/ 28674 h 138632"/>
                <a:gd name="connsiteX10" fmla="*/ 31108 w 122422"/>
                <a:gd name="connsiteY10" fmla="*/ 21595 h 138632"/>
                <a:gd name="connsiteX11" fmla="*/ 52872 w 122422"/>
                <a:gd name="connsiteY11" fmla="*/ 7142 h 138632"/>
                <a:gd name="connsiteX12" fmla="*/ 75845 w 122422"/>
                <a:gd name="connsiteY12" fmla="*/ 31624 h 138632"/>
                <a:gd name="connsiteX13" fmla="*/ 75845 w 122422"/>
                <a:gd name="connsiteY13" fmla="*/ 49617 h 138632"/>
                <a:gd name="connsiteX14" fmla="*/ 11158 w 122422"/>
                <a:gd name="connsiteY14" fmla="*/ 81473 h 138632"/>
                <a:gd name="connsiteX15" fmla="*/ 276 w 122422"/>
                <a:gd name="connsiteY15" fmla="*/ 107135 h 138632"/>
                <a:gd name="connsiteX16" fmla="*/ 32015 w 122422"/>
                <a:gd name="connsiteY16" fmla="*/ 138696 h 138632"/>
                <a:gd name="connsiteX17" fmla="*/ 76147 w 122422"/>
                <a:gd name="connsiteY17" fmla="*/ 117163 h 138632"/>
                <a:gd name="connsiteX18" fmla="*/ 95493 w 122422"/>
                <a:gd name="connsiteY18" fmla="*/ 138696 h 138632"/>
                <a:gd name="connsiteX19" fmla="*/ 122698 w 122422"/>
                <a:gd name="connsiteY19" fmla="*/ 123947 h 138632"/>
                <a:gd name="connsiteX20" fmla="*/ 122698 w 122422"/>
                <a:gd name="connsiteY20" fmla="*/ 116278 h 138632"/>
                <a:gd name="connsiteX21" fmla="*/ 75845 w 122422"/>
                <a:gd name="connsiteY21" fmla="*/ 99465 h 138632"/>
                <a:gd name="connsiteX22" fmla="*/ 67986 w 122422"/>
                <a:gd name="connsiteY22" fmla="*/ 114804 h 138632"/>
                <a:gd name="connsiteX23" fmla="*/ 45920 w 122422"/>
                <a:gd name="connsiteY23" fmla="*/ 121588 h 138632"/>
                <a:gd name="connsiteX24" fmla="*/ 26876 w 122422"/>
                <a:gd name="connsiteY24" fmla="*/ 98876 h 138632"/>
                <a:gd name="connsiteX25" fmla="*/ 26876 w 122422"/>
                <a:gd name="connsiteY25" fmla="*/ 97696 h 138632"/>
                <a:gd name="connsiteX26" fmla="*/ 75845 w 122422"/>
                <a:gd name="connsiteY26" fmla="*/ 56696 h 138632"/>
                <a:gd name="connsiteX27" fmla="*/ 75845 w 122422"/>
                <a:gd name="connsiteY27" fmla="*/ 99465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422" h="138632">
                  <a:moveTo>
                    <a:pt x="122698" y="116278"/>
                  </a:moveTo>
                  <a:cubicBezTo>
                    <a:pt x="117559" y="120408"/>
                    <a:pt x="113932" y="121883"/>
                    <a:pt x="109398" y="121883"/>
                  </a:cubicBezTo>
                  <a:cubicBezTo>
                    <a:pt x="102446" y="121883"/>
                    <a:pt x="100330" y="117753"/>
                    <a:pt x="100330" y="104775"/>
                  </a:cubicBezTo>
                  <a:lnTo>
                    <a:pt x="100330" y="47257"/>
                  </a:lnTo>
                  <a:cubicBezTo>
                    <a:pt x="100330" y="31919"/>
                    <a:pt x="98818" y="23365"/>
                    <a:pt x="94284" y="16286"/>
                  </a:cubicBezTo>
                  <a:cubicBezTo>
                    <a:pt x="87634" y="5667"/>
                    <a:pt x="74636" y="63"/>
                    <a:pt x="56802" y="63"/>
                  </a:cubicBezTo>
                  <a:cubicBezTo>
                    <a:pt x="28387" y="63"/>
                    <a:pt x="6019" y="14516"/>
                    <a:pt x="6019" y="33099"/>
                  </a:cubicBezTo>
                  <a:cubicBezTo>
                    <a:pt x="6019" y="39883"/>
                    <a:pt x="12064" y="45782"/>
                    <a:pt x="19017" y="45782"/>
                  </a:cubicBezTo>
                  <a:cubicBezTo>
                    <a:pt x="26272" y="45782"/>
                    <a:pt x="32619" y="39883"/>
                    <a:pt x="32619" y="33394"/>
                  </a:cubicBezTo>
                  <a:cubicBezTo>
                    <a:pt x="32619" y="32214"/>
                    <a:pt x="32317" y="30739"/>
                    <a:pt x="32015" y="28674"/>
                  </a:cubicBezTo>
                  <a:cubicBezTo>
                    <a:pt x="31410" y="26020"/>
                    <a:pt x="31108" y="23660"/>
                    <a:pt x="31108" y="21595"/>
                  </a:cubicBezTo>
                  <a:cubicBezTo>
                    <a:pt x="31108" y="13631"/>
                    <a:pt x="40781" y="7142"/>
                    <a:pt x="52872" y="7142"/>
                  </a:cubicBezTo>
                  <a:cubicBezTo>
                    <a:pt x="67684" y="7142"/>
                    <a:pt x="75845" y="15696"/>
                    <a:pt x="75845" y="31624"/>
                  </a:cubicBezTo>
                  <a:lnTo>
                    <a:pt x="75845" y="49617"/>
                  </a:lnTo>
                  <a:cubicBezTo>
                    <a:pt x="29294" y="67904"/>
                    <a:pt x="24156" y="70264"/>
                    <a:pt x="11158" y="81473"/>
                  </a:cubicBezTo>
                  <a:cubicBezTo>
                    <a:pt x="4508" y="87372"/>
                    <a:pt x="276" y="97401"/>
                    <a:pt x="276" y="107135"/>
                  </a:cubicBezTo>
                  <a:cubicBezTo>
                    <a:pt x="276" y="125717"/>
                    <a:pt x="13576" y="138696"/>
                    <a:pt x="32015" y="138696"/>
                  </a:cubicBezTo>
                  <a:cubicBezTo>
                    <a:pt x="45315" y="138696"/>
                    <a:pt x="57708" y="132501"/>
                    <a:pt x="76147" y="117163"/>
                  </a:cubicBezTo>
                  <a:cubicBezTo>
                    <a:pt x="77659" y="132501"/>
                    <a:pt x="83100" y="138696"/>
                    <a:pt x="95493" y="138696"/>
                  </a:cubicBezTo>
                  <a:cubicBezTo>
                    <a:pt x="105771" y="138696"/>
                    <a:pt x="112119" y="135156"/>
                    <a:pt x="122698" y="123947"/>
                  </a:cubicBezTo>
                  <a:lnTo>
                    <a:pt x="122698" y="116278"/>
                  </a:lnTo>
                  <a:close/>
                  <a:moveTo>
                    <a:pt x="75845" y="99465"/>
                  </a:moveTo>
                  <a:cubicBezTo>
                    <a:pt x="75845" y="108609"/>
                    <a:pt x="74334" y="111264"/>
                    <a:pt x="67986" y="114804"/>
                  </a:cubicBezTo>
                  <a:cubicBezTo>
                    <a:pt x="60731" y="118933"/>
                    <a:pt x="52267" y="121588"/>
                    <a:pt x="45920" y="121588"/>
                  </a:cubicBezTo>
                  <a:cubicBezTo>
                    <a:pt x="35340" y="121588"/>
                    <a:pt x="26876" y="111559"/>
                    <a:pt x="26876" y="98876"/>
                  </a:cubicBezTo>
                  <a:lnTo>
                    <a:pt x="26876" y="97696"/>
                  </a:lnTo>
                  <a:cubicBezTo>
                    <a:pt x="26876" y="80293"/>
                    <a:pt x="39270" y="69674"/>
                    <a:pt x="75845" y="56696"/>
                  </a:cubicBezTo>
                  <a:lnTo>
                    <a:pt x="75845" y="99465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AE67B96-A9ED-15AE-E900-47533E7C7FD8}"/>
                </a:ext>
              </a:extLst>
            </p:cNvPr>
            <p:cNvSpPr/>
            <p:nvPr>
              <p:custDataLst>
                <p:tags r:id="rId157"/>
              </p:custDataLst>
            </p:nvPr>
          </p:nvSpPr>
          <p:spPr>
            <a:xfrm>
              <a:off x="7929404" y="3393664"/>
              <a:ext cx="99751" cy="135683"/>
            </a:xfrm>
            <a:custGeom>
              <a:avLst/>
              <a:gdLst>
                <a:gd name="connsiteX0" fmla="*/ 885 w 99751"/>
                <a:gd name="connsiteY0" fmla="*/ 20710 h 135683"/>
                <a:gd name="connsiteX1" fmla="*/ 11464 w 99751"/>
                <a:gd name="connsiteY1" fmla="*/ 19530 h 135683"/>
                <a:gd name="connsiteX2" fmla="*/ 21742 w 99751"/>
                <a:gd name="connsiteY2" fmla="*/ 37228 h 135683"/>
                <a:gd name="connsiteX3" fmla="*/ 21742 w 99751"/>
                <a:gd name="connsiteY3" fmla="*/ 110969 h 135683"/>
                <a:gd name="connsiteX4" fmla="*/ 280 w 99751"/>
                <a:gd name="connsiteY4" fmla="*/ 131322 h 135683"/>
                <a:gd name="connsiteX5" fmla="*/ 280 w 99751"/>
                <a:gd name="connsiteY5" fmla="*/ 135746 h 135683"/>
                <a:gd name="connsiteX6" fmla="*/ 72827 w 99751"/>
                <a:gd name="connsiteY6" fmla="*/ 135746 h 135683"/>
                <a:gd name="connsiteX7" fmla="*/ 72827 w 99751"/>
                <a:gd name="connsiteY7" fmla="*/ 131322 h 135683"/>
                <a:gd name="connsiteX8" fmla="*/ 47133 w 99751"/>
                <a:gd name="connsiteY8" fmla="*/ 109199 h 135683"/>
                <a:gd name="connsiteX9" fmla="*/ 47133 w 99751"/>
                <a:gd name="connsiteY9" fmla="*/ 42832 h 135683"/>
                <a:gd name="connsiteX10" fmla="*/ 68293 w 99751"/>
                <a:gd name="connsiteY10" fmla="*/ 18645 h 135683"/>
                <a:gd name="connsiteX11" fmla="*/ 76152 w 99751"/>
                <a:gd name="connsiteY11" fmla="*/ 23070 h 135683"/>
                <a:gd name="connsiteX12" fmla="*/ 88243 w 99751"/>
                <a:gd name="connsiteY12" fmla="*/ 28969 h 135683"/>
                <a:gd name="connsiteX13" fmla="*/ 100032 w 99751"/>
                <a:gd name="connsiteY13" fmla="*/ 15696 h 135683"/>
                <a:gd name="connsiteX14" fmla="*/ 83407 w 99751"/>
                <a:gd name="connsiteY14" fmla="*/ 63 h 135683"/>
                <a:gd name="connsiteX15" fmla="*/ 47133 w 99751"/>
                <a:gd name="connsiteY15" fmla="*/ 27789 h 135683"/>
                <a:gd name="connsiteX16" fmla="*/ 47133 w 99751"/>
                <a:gd name="connsiteY16" fmla="*/ 653 h 135683"/>
                <a:gd name="connsiteX17" fmla="*/ 45622 w 99751"/>
                <a:gd name="connsiteY17" fmla="*/ 63 h 135683"/>
                <a:gd name="connsiteX18" fmla="*/ 885 w 99751"/>
                <a:gd name="connsiteY18" fmla="*/ 15991 h 135683"/>
                <a:gd name="connsiteX19" fmla="*/ 885 w 99751"/>
                <a:gd name="connsiteY19" fmla="*/ 20710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99751" h="135683">
                  <a:moveTo>
                    <a:pt x="885" y="20710"/>
                  </a:moveTo>
                  <a:cubicBezTo>
                    <a:pt x="5117" y="19825"/>
                    <a:pt x="7837" y="19530"/>
                    <a:pt x="11464" y="19530"/>
                  </a:cubicBezTo>
                  <a:cubicBezTo>
                    <a:pt x="19021" y="19530"/>
                    <a:pt x="21742" y="24250"/>
                    <a:pt x="21742" y="37228"/>
                  </a:cubicBezTo>
                  <a:lnTo>
                    <a:pt x="21742" y="110969"/>
                  </a:lnTo>
                  <a:cubicBezTo>
                    <a:pt x="21742" y="125717"/>
                    <a:pt x="19626" y="127782"/>
                    <a:pt x="280" y="131322"/>
                  </a:cubicBezTo>
                  <a:lnTo>
                    <a:pt x="280" y="135746"/>
                  </a:lnTo>
                  <a:lnTo>
                    <a:pt x="72827" y="135746"/>
                  </a:lnTo>
                  <a:lnTo>
                    <a:pt x="72827" y="131322"/>
                  </a:lnTo>
                  <a:cubicBezTo>
                    <a:pt x="52272" y="130437"/>
                    <a:pt x="47133" y="126012"/>
                    <a:pt x="47133" y="109199"/>
                  </a:cubicBezTo>
                  <a:lnTo>
                    <a:pt x="47133" y="42832"/>
                  </a:lnTo>
                  <a:cubicBezTo>
                    <a:pt x="47133" y="33394"/>
                    <a:pt x="60131" y="18645"/>
                    <a:pt x="68293" y="18645"/>
                  </a:cubicBezTo>
                  <a:cubicBezTo>
                    <a:pt x="70106" y="18645"/>
                    <a:pt x="72827" y="20120"/>
                    <a:pt x="76152" y="23070"/>
                  </a:cubicBezTo>
                  <a:cubicBezTo>
                    <a:pt x="80988" y="27199"/>
                    <a:pt x="84313" y="28969"/>
                    <a:pt x="88243" y="28969"/>
                  </a:cubicBezTo>
                  <a:cubicBezTo>
                    <a:pt x="95498" y="28969"/>
                    <a:pt x="100032" y="23955"/>
                    <a:pt x="100032" y="15696"/>
                  </a:cubicBezTo>
                  <a:cubicBezTo>
                    <a:pt x="100032" y="5962"/>
                    <a:pt x="93684" y="63"/>
                    <a:pt x="83407" y="63"/>
                  </a:cubicBezTo>
                  <a:cubicBezTo>
                    <a:pt x="70711" y="63"/>
                    <a:pt x="61945" y="6847"/>
                    <a:pt x="47133" y="27789"/>
                  </a:cubicBezTo>
                  <a:lnTo>
                    <a:pt x="47133" y="653"/>
                  </a:lnTo>
                  <a:lnTo>
                    <a:pt x="45622" y="63"/>
                  </a:lnTo>
                  <a:cubicBezTo>
                    <a:pt x="29601" y="6552"/>
                    <a:pt x="18719" y="10386"/>
                    <a:pt x="885" y="15991"/>
                  </a:cubicBezTo>
                  <a:lnTo>
                    <a:pt x="885" y="20710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F01CF5B8-2A71-0432-78E2-6464BF4DFE1B}"/>
                </a:ext>
              </a:extLst>
            </p:cNvPr>
            <p:cNvSpPr/>
            <p:nvPr>
              <p:custDataLst>
                <p:tags r:id="rId158"/>
              </p:custDataLst>
            </p:nvPr>
          </p:nvSpPr>
          <p:spPr>
            <a:xfrm>
              <a:off x="8036485" y="3393664"/>
              <a:ext cx="120608" cy="138632"/>
            </a:xfrm>
            <a:custGeom>
              <a:avLst/>
              <a:gdLst>
                <a:gd name="connsiteX0" fmla="*/ 116056 w 120608"/>
                <a:gd name="connsiteY0" fmla="*/ 87372 h 138632"/>
                <a:gd name="connsiteX1" fmla="*/ 69203 w 120608"/>
                <a:gd name="connsiteY1" fmla="*/ 118343 h 138632"/>
                <a:gd name="connsiteX2" fmla="*/ 30209 w 120608"/>
                <a:gd name="connsiteY2" fmla="*/ 92976 h 138632"/>
                <a:gd name="connsiteX3" fmla="*/ 22047 w 120608"/>
                <a:gd name="connsiteY3" fmla="*/ 54041 h 138632"/>
                <a:gd name="connsiteX4" fmla="*/ 115149 w 120608"/>
                <a:gd name="connsiteY4" fmla="*/ 54041 h 138632"/>
                <a:gd name="connsiteX5" fmla="*/ 102151 w 120608"/>
                <a:gd name="connsiteY5" fmla="*/ 16876 h 138632"/>
                <a:gd name="connsiteX6" fmla="*/ 63459 w 120608"/>
                <a:gd name="connsiteY6" fmla="*/ 63 h 138632"/>
                <a:gd name="connsiteX7" fmla="*/ 22652 w 120608"/>
                <a:gd name="connsiteY7" fmla="*/ 15401 h 138632"/>
                <a:gd name="connsiteX8" fmla="*/ 283 w 120608"/>
                <a:gd name="connsiteY8" fmla="*/ 72624 h 138632"/>
                <a:gd name="connsiteX9" fmla="*/ 56809 w 120608"/>
                <a:gd name="connsiteY9" fmla="*/ 138696 h 138632"/>
                <a:gd name="connsiteX10" fmla="*/ 120892 w 120608"/>
                <a:gd name="connsiteY10" fmla="*/ 89437 h 138632"/>
                <a:gd name="connsiteX11" fmla="*/ 116056 w 120608"/>
                <a:gd name="connsiteY11" fmla="*/ 87372 h 138632"/>
                <a:gd name="connsiteX12" fmla="*/ 22652 w 120608"/>
                <a:gd name="connsiteY12" fmla="*/ 44602 h 138632"/>
                <a:gd name="connsiteX13" fmla="*/ 54693 w 120608"/>
                <a:gd name="connsiteY13" fmla="*/ 10681 h 138632"/>
                <a:gd name="connsiteX14" fmla="*/ 84317 w 120608"/>
                <a:gd name="connsiteY14" fmla="*/ 44602 h 138632"/>
                <a:gd name="connsiteX15" fmla="*/ 22652 w 120608"/>
                <a:gd name="connsiteY15" fmla="*/ 44602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608" h="138632">
                  <a:moveTo>
                    <a:pt x="116056" y="87372"/>
                  </a:moveTo>
                  <a:cubicBezTo>
                    <a:pt x="101547" y="109789"/>
                    <a:pt x="88549" y="118343"/>
                    <a:pt x="69203" y="118343"/>
                  </a:cubicBezTo>
                  <a:cubicBezTo>
                    <a:pt x="51973" y="118343"/>
                    <a:pt x="38975" y="109789"/>
                    <a:pt x="30209" y="92976"/>
                  </a:cubicBezTo>
                  <a:cubicBezTo>
                    <a:pt x="24768" y="81768"/>
                    <a:pt x="22652" y="72034"/>
                    <a:pt x="22047" y="54041"/>
                  </a:cubicBezTo>
                  <a:lnTo>
                    <a:pt x="115149" y="54041"/>
                  </a:lnTo>
                  <a:cubicBezTo>
                    <a:pt x="112731" y="34868"/>
                    <a:pt x="109708" y="26315"/>
                    <a:pt x="102151" y="16876"/>
                  </a:cubicBezTo>
                  <a:cubicBezTo>
                    <a:pt x="93083" y="6257"/>
                    <a:pt x="79178" y="63"/>
                    <a:pt x="63459" y="63"/>
                  </a:cubicBezTo>
                  <a:cubicBezTo>
                    <a:pt x="48346" y="63"/>
                    <a:pt x="34139" y="5372"/>
                    <a:pt x="22652" y="15401"/>
                  </a:cubicBezTo>
                  <a:cubicBezTo>
                    <a:pt x="8445" y="27494"/>
                    <a:pt x="283" y="48437"/>
                    <a:pt x="283" y="72624"/>
                  </a:cubicBezTo>
                  <a:cubicBezTo>
                    <a:pt x="283" y="113329"/>
                    <a:pt x="22047" y="138696"/>
                    <a:pt x="56809" y="138696"/>
                  </a:cubicBezTo>
                  <a:cubicBezTo>
                    <a:pt x="85526" y="138696"/>
                    <a:pt x="108197" y="121293"/>
                    <a:pt x="120892" y="89437"/>
                  </a:cubicBezTo>
                  <a:lnTo>
                    <a:pt x="116056" y="87372"/>
                  </a:lnTo>
                  <a:close/>
                  <a:moveTo>
                    <a:pt x="22652" y="44602"/>
                  </a:moveTo>
                  <a:cubicBezTo>
                    <a:pt x="25977" y="21595"/>
                    <a:pt x="36254" y="10681"/>
                    <a:pt x="54693" y="10681"/>
                  </a:cubicBezTo>
                  <a:cubicBezTo>
                    <a:pt x="73132" y="10681"/>
                    <a:pt x="80387" y="18940"/>
                    <a:pt x="84317" y="44602"/>
                  </a:cubicBezTo>
                  <a:lnTo>
                    <a:pt x="22652" y="44602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FF8EFFCA-D7E2-46A5-C916-C86C0ECD6CEE}"/>
                </a:ext>
              </a:extLst>
            </p:cNvPr>
            <p:cNvSpPr/>
            <p:nvPr>
              <p:custDataLst>
                <p:tags r:id="rId159"/>
              </p:custDataLst>
            </p:nvPr>
          </p:nvSpPr>
          <p:spPr>
            <a:xfrm>
              <a:off x="8244330" y="3327887"/>
              <a:ext cx="71639" cy="201460"/>
            </a:xfrm>
            <a:custGeom>
              <a:avLst/>
              <a:gdLst>
                <a:gd name="connsiteX0" fmla="*/ 48352 w 71639"/>
                <a:gd name="connsiteY0" fmla="*/ 65840 h 201460"/>
                <a:gd name="connsiteX1" fmla="*/ 1499 w 71639"/>
                <a:gd name="connsiteY1" fmla="*/ 82063 h 201460"/>
                <a:gd name="connsiteX2" fmla="*/ 1499 w 71639"/>
                <a:gd name="connsiteY2" fmla="*/ 86487 h 201460"/>
                <a:gd name="connsiteX3" fmla="*/ 3918 w 71639"/>
                <a:gd name="connsiteY3" fmla="*/ 86192 h 201460"/>
                <a:gd name="connsiteX4" fmla="*/ 14195 w 71639"/>
                <a:gd name="connsiteY4" fmla="*/ 85307 h 201460"/>
                <a:gd name="connsiteX5" fmla="*/ 24170 w 71639"/>
                <a:gd name="connsiteY5" fmla="*/ 103005 h 201460"/>
                <a:gd name="connsiteX6" fmla="*/ 24170 w 71639"/>
                <a:gd name="connsiteY6" fmla="*/ 171437 h 201460"/>
                <a:gd name="connsiteX7" fmla="*/ 290 w 71639"/>
                <a:gd name="connsiteY7" fmla="*/ 197098 h 201460"/>
                <a:gd name="connsiteX8" fmla="*/ 290 w 71639"/>
                <a:gd name="connsiteY8" fmla="*/ 201523 h 201460"/>
                <a:gd name="connsiteX9" fmla="*/ 71930 w 71639"/>
                <a:gd name="connsiteY9" fmla="*/ 201523 h 201460"/>
                <a:gd name="connsiteX10" fmla="*/ 71930 w 71639"/>
                <a:gd name="connsiteY10" fmla="*/ 197098 h 201460"/>
                <a:gd name="connsiteX11" fmla="*/ 49562 w 71639"/>
                <a:gd name="connsiteY11" fmla="*/ 171437 h 201460"/>
                <a:gd name="connsiteX12" fmla="*/ 49562 w 71639"/>
                <a:gd name="connsiteY12" fmla="*/ 66725 h 201460"/>
                <a:gd name="connsiteX13" fmla="*/ 48352 w 71639"/>
                <a:gd name="connsiteY13" fmla="*/ 65840 h 201460"/>
                <a:gd name="connsiteX14" fmla="*/ 34145 w 71639"/>
                <a:gd name="connsiteY14" fmla="*/ 63 h 201460"/>
                <a:gd name="connsiteX15" fmla="*/ 19032 w 71639"/>
                <a:gd name="connsiteY15" fmla="*/ 15106 h 201460"/>
                <a:gd name="connsiteX16" fmla="*/ 34145 w 71639"/>
                <a:gd name="connsiteY16" fmla="*/ 30149 h 201460"/>
                <a:gd name="connsiteX17" fmla="*/ 49864 w 71639"/>
                <a:gd name="connsiteY17" fmla="*/ 15106 h 201460"/>
                <a:gd name="connsiteX18" fmla="*/ 34145 w 71639"/>
                <a:gd name="connsiteY18" fmla="*/ 63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639" h="201460">
                  <a:moveTo>
                    <a:pt x="48352" y="65840"/>
                  </a:moveTo>
                  <a:lnTo>
                    <a:pt x="1499" y="82063"/>
                  </a:lnTo>
                  <a:lnTo>
                    <a:pt x="1499" y="86487"/>
                  </a:lnTo>
                  <a:lnTo>
                    <a:pt x="3918" y="86192"/>
                  </a:lnTo>
                  <a:cubicBezTo>
                    <a:pt x="7545" y="85602"/>
                    <a:pt x="11475" y="85307"/>
                    <a:pt x="14195" y="85307"/>
                  </a:cubicBezTo>
                  <a:cubicBezTo>
                    <a:pt x="21450" y="85307"/>
                    <a:pt x="24170" y="90027"/>
                    <a:pt x="24170" y="103005"/>
                  </a:cubicBezTo>
                  <a:lnTo>
                    <a:pt x="24170" y="171437"/>
                  </a:lnTo>
                  <a:cubicBezTo>
                    <a:pt x="24170" y="192674"/>
                    <a:pt x="21147" y="195919"/>
                    <a:pt x="290" y="197098"/>
                  </a:cubicBezTo>
                  <a:lnTo>
                    <a:pt x="290" y="201523"/>
                  </a:lnTo>
                  <a:lnTo>
                    <a:pt x="71930" y="201523"/>
                  </a:lnTo>
                  <a:lnTo>
                    <a:pt x="71930" y="197098"/>
                  </a:lnTo>
                  <a:cubicBezTo>
                    <a:pt x="51980" y="195624"/>
                    <a:pt x="49562" y="192674"/>
                    <a:pt x="49562" y="171437"/>
                  </a:cubicBezTo>
                  <a:lnTo>
                    <a:pt x="49562" y="66725"/>
                  </a:lnTo>
                  <a:lnTo>
                    <a:pt x="48352" y="65840"/>
                  </a:lnTo>
                  <a:close/>
                  <a:moveTo>
                    <a:pt x="34145" y="63"/>
                  </a:moveTo>
                  <a:cubicBezTo>
                    <a:pt x="25984" y="63"/>
                    <a:pt x="19032" y="6847"/>
                    <a:pt x="19032" y="15106"/>
                  </a:cubicBezTo>
                  <a:cubicBezTo>
                    <a:pt x="19032" y="23365"/>
                    <a:pt x="25682" y="30149"/>
                    <a:pt x="34145" y="30149"/>
                  </a:cubicBezTo>
                  <a:cubicBezTo>
                    <a:pt x="42911" y="30149"/>
                    <a:pt x="49864" y="23660"/>
                    <a:pt x="49864" y="15106"/>
                  </a:cubicBezTo>
                  <a:cubicBezTo>
                    <a:pt x="49864" y="6847"/>
                    <a:pt x="42911" y="63"/>
                    <a:pt x="34145" y="63"/>
                  </a:cubicBez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0F2AE064-D76F-52F2-35CA-BB39C6ADDBF2}"/>
                </a:ext>
              </a:extLst>
            </p:cNvPr>
            <p:cNvSpPr/>
            <p:nvPr>
              <p:custDataLst>
                <p:tags r:id="rId160"/>
              </p:custDataLst>
            </p:nvPr>
          </p:nvSpPr>
          <p:spPr>
            <a:xfrm>
              <a:off x="8327769" y="3358563"/>
              <a:ext cx="80405" cy="173733"/>
            </a:xfrm>
            <a:custGeom>
              <a:avLst/>
              <a:gdLst>
                <a:gd name="connsiteX0" fmla="*/ 73444 w 80405"/>
                <a:gd name="connsiteY0" fmla="*/ 38113 h 173733"/>
                <a:gd name="connsiteX1" fmla="*/ 42914 w 80405"/>
                <a:gd name="connsiteY1" fmla="*/ 38113 h 173733"/>
                <a:gd name="connsiteX2" fmla="*/ 42914 w 80405"/>
                <a:gd name="connsiteY2" fmla="*/ 3897 h 173733"/>
                <a:gd name="connsiteX3" fmla="*/ 40798 w 80405"/>
                <a:gd name="connsiteY3" fmla="*/ 63 h 173733"/>
                <a:gd name="connsiteX4" fmla="*/ 34753 w 80405"/>
                <a:gd name="connsiteY4" fmla="*/ 8322 h 173733"/>
                <a:gd name="connsiteX5" fmla="*/ 5432 w 80405"/>
                <a:gd name="connsiteY5" fmla="*/ 39883 h 173733"/>
                <a:gd name="connsiteX6" fmla="*/ 293 w 80405"/>
                <a:gd name="connsiteY6" fmla="*/ 45487 h 173733"/>
                <a:gd name="connsiteX7" fmla="*/ 1502 w 80405"/>
                <a:gd name="connsiteY7" fmla="*/ 47552 h 173733"/>
                <a:gd name="connsiteX8" fmla="*/ 17523 w 80405"/>
                <a:gd name="connsiteY8" fmla="*/ 47552 h 173733"/>
                <a:gd name="connsiteX9" fmla="*/ 17523 w 80405"/>
                <a:gd name="connsiteY9" fmla="*/ 136336 h 173733"/>
                <a:gd name="connsiteX10" fmla="*/ 44426 w 80405"/>
                <a:gd name="connsiteY10" fmla="*/ 173796 h 173733"/>
                <a:gd name="connsiteX11" fmla="*/ 80699 w 80405"/>
                <a:gd name="connsiteY11" fmla="*/ 151379 h 173733"/>
                <a:gd name="connsiteX12" fmla="*/ 76769 w 80405"/>
                <a:gd name="connsiteY12" fmla="*/ 148135 h 173733"/>
                <a:gd name="connsiteX13" fmla="*/ 58633 w 80405"/>
                <a:gd name="connsiteY13" fmla="*/ 158458 h 173733"/>
                <a:gd name="connsiteX14" fmla="*/ 42914 w 80405"/>
                <a:gd name="connsiteY14" fmla="*/ 131912 h 173733"/>
                <a:gd name="connsiteX15" fmla="*/ 42914 w 80405"/>
                <a:gd name="connsiteY15" fmla="*/ 47552 h 173733"/>
                <a:gd name="connsiteX16" fmla="*/ 73444 w 80405"/>
                <a:gd name="connsiteY16" fmla="*/ 47552 h 173733"/>
                <a:gd name="connsiteX17" fmla="*/ 73444 w 80405"/>
                <a:gd name="connsiteY17" fmla="*/ 38113 h 17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405" h="173733">
                  <a:moveTo>
                    <a:pt x="73444" y="38113"/>
                  </a:moveTo>
                  <a:lnTo>
                    <a:pt x="42914" y="38113"/>
                  </a:lnTo>
                  <a:lnTo>
                    <a:pt x="42914" y="3897"/>
                  </a:lnTo>
                  <a:cubicBezTo>
                    <a:pt x="42914" y="948"/>
                    <a:pt x="42612" y="63"/>
                    <a:pt x="40798" y="63"/>
                  </a:cubicBezTo>
                  <a:cubicBezTo>
                    <a:pt x="38682" y="2717"/>
                    <a:pt x="36869" y="5372"/>
                    <a:pt x="34753" y="8322"/>
                  </a:cubicBezTo>
                  <a:cubicBezTo>
                    <a:pt x="23266" y="24545"/>
                    <a:pt x="10268" y="38703"/>
                    <a:pt x="5432" y="39883"/>
                  </a:cubicBezTo>
                  <a:cubicBezTo>
                    <a:pt x="2107" y="41948"/>
                    <a:pt x="293" y="44012"/>
                    <a:pt x="293" y="45487"/>
                  </a:cubicBezTo>
                  <a:cubicBezTo>
                    <a:pt x="293" y="46372"/>
                    <a:pt x="595" y="46962"/>
                    <a:pt x="1502" y="47552"/>
                  </a:cubicBezTo>
                  <a:lnTo>
                    <a:pt x="17523" y="47552"/>
                  </a:lnTo>
                  <a:lnTo>
                    <a:pt x="17523" y="136336"/>
                  </a:lnTo>
                  <a:cubicBezTo>
                    <a:pt x="17523" y="161113"/>
                    <a:pt x="26591" y="173796"/>
                    <a:pt x="44426" y="173796"/>
                  </a:cubicBezTo>
                  <a:cubicBezTo>
                    <a:pt x="59237" y="173796"/>
                    <a:pt x="70724" y="166717"/>
                    <a:pt x="80699" y="151379"/>
                  </a:cubicBezTo>
                  <a:lnTo>
                    <a:pt x="76769" y="148135"/>
                  </a:lnTo>
                  <a:cubicBezTo>
                    <a:pt x="70422" y="155509"/>
                    <a:pt x="65283" y="158458"/>
                    <a:pt x="58633" y="158458"/>
                  </a:cubicBezTo>
                  <a:cubicBezTo>
                    <a:pt x="47448" y="158458"/>
                    <a:pt x="42914" y="150494"/>
                    <a:pt x="42914" y="131912"/>
                  </a:cubicBezTo>
                  <a:lnTo>
                    <a:pt x="42914" y="47552"/>
                  </a:lnTo>
                  <a:lnTo>
                    <a:pt x="73444" y="47552"/>
                  </a:lnTo>
                  <a:lnTo>
                    <a:pt x="73444" y="38113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C4E61EBE-ED7E-F11C-2830-31D5ACF5C2A9}"/>
                </a:ext>
              </a:extLst>
            </p:cNvPr>
            <p:cNvSpPr/>
            <p:nvPr>
              <p:custDataLst>
                <p:tags r:id="rId161"/>
              </p:custDataLst>
            </p:nvPr>
          </p:nvSpPr>
          <p:spPr>
            <a:xfrm>
              <a:off x="8490385" y="3396613"/>
              <a:ext cx="203433" cy="136863"/>
            </a:xfrm>
            <a:custGeom>
              <a:avLst/>
              <a:gdLst>
                <a:gd name="connsiteX0" fmla="*/ 166551 w 203433"/>
                <a:gd name="connsiteY0" fmla="*/ 63 h 136863"/>
                <a:gd name="connsiteX1" fmla="*/ 166551 w 203433"/>
                <a:gd name="connsiteY1" fmla="*/ 4487 h 136863"/>
                <a:gd name="connsiteX2" fmla="*/ 179851 w 203433"/>
                <a:gd name="connsiteY2" fmla="*/ 13631 h 136863"/>
                <a:gd name="connsiteX3" fmla="*/ 174713 w 203433"/>
                <a:gd name="connsiteY3" fmla="*/ 33099 h 136863"/>
                <a:gd name="connsiteX4" fmla="*/ 147508 w 203433"/>
                <a:gd name="connsiteY4" fmla="*/ 98581 h 136863"/>
                <a:gd name="connsiteX5" fmla="*/ 122116 w 203433"/>
                <a:gd name="connsiteY5" fmla="*/ 32509 h 136863"/>
                <a:gd name="connsiteX6" fmla="*/ 116978 w 203433"/>
                <a:gd name="connsiteY6" fmla="*/ 15106 h 136863"/>
                <a:gd name="connsiteX7" fmla="*/ 134510 w 203433"/>
                <a:gd name="connsiteY7" fmla="*/ 4487 h 136863"/>
                <a:gd name="connsiteX8" fmla="*/ 134510 w 203433"/>
                <a:gd name="connsiteY8" fmla="*/ 63 h 136863"/>
                <a:gd name="connsiteX9" fmla="*/ 73147 w 203433"/>
                <a:gd name="connsiteY9" fmla="*/ 63 h 136863"/>
                <a:gd name="connsiteX10" fmla="*/ 73147 w 203433"/>
                <a:gd name="connsiteY10" fmla="*/ 4487 h 136863"/>
                <a:gd name="connsiteX11" fmla="*/ 94005 w 203433"/>
                <a:gd name="connsiteY11" fmla="*/ 24840 h 136863"/>
                <a:gd name="connsiteX12" fmla="*/ 100050 w 203433"/>
                <a:gd name="connsiteY12" fmla="*/ 41358 h 136863"/>
                <a:gd name="connsiteX13" fmla="*/ 72543 w 203433"/>
                <a:gd name="connsiteY13" fmla="*/ 100055 h 136863"/>
                <a:gd name="connsiteX14" fmla="*/ 42617 w 203433"/>
                <a:gd name="connsiteY14" fmla="*/ 23070 h 136863"/>
                <a:gd name="connsiteX15" fmla="*/ 40804 w 203433"/>
                <a:gd name="connsiteY15" fmla="*/ 14221 h 136863"/>
                <a:gd name="connsiteX16" fmla="*/ 54708 w 203433"/>
                <a:gd name="connsiteY16" fmla="*/ 4487 h 136863"/>
                <a:gd name="connsiteX17" fmla="*/ 54708 w 203433"/>
                <a:gd name="connsiteY17" fmla="*/ 63 h 136863"/>
                <a:gd name="connsiteX18" fmla="*/ 298 w 203433"/>
                <a:gd name="connsiteY18" fmla="*/ 63 h 136863"/>
                <a:gd name="connsiteX19" fmla="*/ 298 w 203433"/>
                <a:gd name="connsiteY19" fmla="*/ 4487 h 136863"/>
                <a:gd name="connsiteX20" fmla="*/ 16319 w 203433"/>
                <a:gd name="connsiteY20" fmla="*/ 23070 h 136863"/>
                <a:gd name="connsiteX21" fmla="*/ 57127 w 203433"/>
                <a:gd name="connsiteY21" fmla="*/ 123947 h 136863"/>
                <a:gd name="connsiteX22" fmla="*/ 64986 w 203433"/>
                <a:gd name="connsiteY22" fmla="*/ 136926 h 136863"/>
                <a:gd name="connsiteX23" fmla="*/ 72543 w 203433"/>
                <a:gd name="connsiteY23" fmla="*/ 125422 h 136863"/>
                <a:gd name="connsiteX24" fmla="*/ 106398 w 203433"/>
                <a:gd name="connsiteY24" fmla="*/ 54631 h 136863"/>
                <a:gd name="connsiteX25" fmla="*/ 133905 w 203433"/>
                <a:gd name="connsiteY25" fmla="*/ 124242 h 136863"/>
                <a:gd name="connsiteX26" fmla="*/ 141160 w 203433"/>
                <a:gd name="connsiteY26" fmla="*/ 136926 h 136863"/>
                <a:gd name="connsiteX27" fmla="*/ 149624 w 203433"/>
                <a:gd name="connsiteY27" fmla="*/ 122473 h 136863"/>
                <a:gd name="connsiteX28" fmla="*/ 191338 w 203433"/>
                <a:gd name="connsiteY28" fmla="*/ 20415 h 136863"/>
                <a:gd name="connsiteX29" fmla="*/ 203731 w 203433"/>
                <a:gd name="connsiteY29" fmla="*/ 4487 h 136863"/>
                <a:gd name="connsiteX30" fmla="*/ 203731 w 203433"/>
                <a:gd name="connsiteY30" fmla="*/ 63 h 136863"/>
                <a:gd name="connsiteX31" fmla="*/ 166551 w 203433"/>
                <a:gd name="connsiteY31" fmla="*/ 63 h 136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03433" h="136863">
                  <a:moveTo>
                    <a:pt x="166551" y="63"/>
                  </a:moveTo>
                  <a:lnTo>
                    <a:pt x="166551" y="4487"/>
                  </a:lnTo>
                  <a:cubicBezTo>
                    <a:pt x="176829" y="6552"/>
                    <a:pt x="179851" y="8617"/>
                    <a:pt x="179851" y="13631"/>
                  </a:cubicBezTo>
                  <a:cubicBezTo>
                    <a:pt x="179851" y="18056"/>
                    <a:pt x="178038" y="25135"/>
                    <a:pt x="174713" y="33099"/>
                  </a:cubicBezTo>
                  <a:lnTo>
                    <a:pt x="147508" y="98581"/>
                  </a:lnTo>
                  <a:lnTo>
                    <a:pt x="122116" y="32509"/>
                  </a:lnTo>
                  <a:cubicBezTo>
                    <a:pt x="116978" y="18940"/>
                    <a:pt x="116978" y="18940"/>
                    <a:pt x="116978" y="15106"/>
                  </a:cubicBezTo>
                  <a:cubicBezTo>
                    <a:pt x="116978" y="8617"/>
                    <a:pt x="120303" y="6552"/>
                    <a:pt x="134510" y="4487"/>
                  </a:cubicBezTo>
                  <a:lnTo>
                    <a:pt x="134510" y="63"/>
                  </a:lnTo>
                  <a:lnTo>
                    <a:pt x="73147" y="63"/>
                  </a:lnTo>
                  <a:lnTo>
                    <a:pt x="73147" y="4487"/>
                  </a:lnTo>
                  <a:cubicBezTo>
                    <a:pt x="84332" y="5667"/>
                    <a:pt x="87959" y="8912"/>
                    <a:pt x="94005" y="24840"/>
                  </a:cubicBezTo>
                  <a:cubicBezTo>
                    <a:pt x="96120" y="30444"/>
                    <a:pt x="98236" y="36048"/>
                    <a:pt x="100050" y="41358"/>
                  </a:cubicBezTo>
                  <a:lnTo>
                    <a:pt x="72543" y="100055"/>
                  </a:lnTo>
                  <a:lnTo>
                    <a:pt x="42617" y="23070"/>
                  </a:lnTo>
                  <a:cubicBezTo>
                    <a:pt x="41408" y="20120"/>
                    <a:pt x="40804" y="17171"/>
                    <a:pt x="40804" y="14221"/>
                  </a:cubicBezTo>
                  <a:cubicBezTo>
                    <a:pt x="40804" y="8027"/>
                    <a:pt x="44431" y="5667"/>
                    <a:pt x="54708" y="4487"/>
                  </a:cubicBezTo>
                  <a:lnTo>
                    <a:pt x="54708" y="63"/>
                  </a:lnTo>
                  <a:lnTo>
                    <a:pt x="298" y="63"/>
                  </a:lnTo>
                  <a:lnTo>
                    <a:pt x="298" y="4487"/>
                  </a:lnTo>
                  <a:cubicBezTo>
                    <a:pt x="7251" y="5077"/>
                    <a:pt x="9669" y="8027"/>
                    <a:pt x="16319" y="23070"/>
                  </a:cubicBezTo>
                  <a:lnTo>
                    <a:pt x="57127" y="123947"/>
                  </a:lnTo>
                  <a:cubicBezTo>
                    <a:pt x="60754" y="132796"/>
                    <a:pt x="63172" y="136926"/>
                    <a:pt x="64986" y="136926"/>
                  </a:cubicBezTo>
                  <a:cubicBezTo>
                    <a:pt x="66497" y="136926"/>
                    <a:pt x="68915" y="133091"/>
                    <a:pt x="72543" y="125422"/>
                  </a:cubicBezTo>
                  <a:lnTo>
                    <a:pt x="106398" y="54631"/>
                  </a:lnTo>
                  <a:lnTo>
                    <a:pt x="133905" y="124242"/>
                  </a:lnTo>
                  <a:cubicBezTo>
                    <a:pt x="138137" y="135156"/>
                    <a:pt x="139346" y="136926"/>
                    <a:pt x="141160" y="136926"/>
                  </a:cubicBezTo>
                  <a:cubicBezTo>
                    <a:pt x="143276" y="136926"/>
                    <a:pt x="144787" y="134271"/>
                    <a:pt x="149624" y="122473"/>
                  </a:cubicBezTo>
                  <a:lnTo>
                    <a:pt x="191338" y="20415"/>
                  </a:lnTo>
                  <a:cubicBezTo>
                    <a:pt x="196779" y="8027"/>
                    <a:pt x="197686" y="6552"/>
                    <a:pt x="203731" y="4487"/>
                  </a:cubicBezTo>
                  <a:lnTo>
                    <a:pt x="203731" y="63"/>
                  </a:lnTo>
                  <a:lnTo>
                    <a:pt x="166551" y="63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BD4CB4BF-2C6F-BF19-B0BF-7145539ED34E}"/>
                </a:ext>
              </a:extLst>
            </p:cNvPr>
            <p:cNvSpPr/>
            <p:nvPr>
              <p:custDataLst>
                <p:tags r:id="rId162"/>
              </p:custDataLst>
            </p:nvPr>
          </p:nvSpPr>
          <p:spPr>
            <a:xfrm>
              <a:off x="8707936" y="3327887"/>
              <a:ext cx="71639" cy="201460"/>
            </a:xfrm>
            <a:custGeom>
              <a:avLst/>
              <a:gdLst>
                <a:gd name="connsiteX0" fmla="*/ 48368 w 71639"/>
                <a:gd name="connsiteY0" fmla="*/ 65840 h 201460"/>
                <a:gd name="connsiteX1" fmla="*/ 1515 w 71639"/>
                <a:gd name="connsiteY1" fmla="*/ 82063 h 201460"/>
                <a:gd name="connsiteX2" fmla="*/ 1515 w 71639"/>
                <a:gd name="connsiteY2" fmla="*/ 86487 h 201460"/>
                <a:gd name="connsiteX3" fmla="*/ 3933 w 71639"/>
                <a:gd name="connsiteY3" fmla="*/ 86192 h 201460"/>
                <a:gd name="connsiteX4" fmla="*/ 14210 w 71639"/>
                <a:gd name="connsiteY4" fmla="*/ 85307 h 201460"/>
                <a:gd name="connsiteX5" fmla="*/ 24185 w 71639"/>
                <a:gd name="connsiteY5" fmla="*/ 103005 h 201460"/>
                <a:gd name="connsiteX6" fmla="*/ 24185 w 71639"/>
                <a:gd name="connsiteY6" fmla="*/ 171437 h 201460"/>
                <a:gd name="connsiteX7" fmla="*/ 306 w 71639"/>
                <a:gd name="connsiteY7" fmla="*/ 197098 h 201460"/>
                <a:gd name="connsiteX8" fmla="*/ 306 w 71639"/>
                <a:gd name="connsiteY8" fmla="*/ 201523 h 201460"/>
                <a:gd name="connsiteX9" fmla="*/ 71945 w 71639"/>
                <a:gd name="connsiteY9" fmla="*/ 201523 h 201460"/>
                <a:gd name="connsiteX10" fmla="*/ 71945 w 71639"/>
                <a:gd name="connsiteY10" fmla="*/ 197098 h 201460"/>
                <a:gd name="connsiteX11" fmla="*/ 49577 w 71639"/>
                <a:gd name="connsiteY11" fmla="*/ 171437 h 201460"/>
                <a:gd name="connsiteX12" fmla="*/ 49577 w 71639"/>
                <a:gd name="connsiteY12" fmla="*/ 66725 h 201460"/>
                <a:gd name="connsiteX13" fmla="*/ 48368 w 71639"/>
                <a:gd name="connsiteY13" fmla="*/ 65840 h 201460"/>
                <a:gd name="connsiteX14" fmla="*/ 34161 w 71639"/>
                <a:gd name="connsiteY14" fmla="*/ 63 h 201460"/>
                <a:gd name="connsiteX15" fmla="*/ 19047 w 71639"/>
                <a:gd name="connsiteY15" fmla="*/ 15106 h 201460"/>
                <a:gd name="connsiteX16" fmla="*/ 34161 w 71639"/>
                <a:gd name="connsiteY16" fmla="*/ 30149 h 201460"/>
                <a:gd name="connsiteX17" fmla="*/ 49879 w 71639"/>
                <a:gd name="connsiteY17" fmla="*/ 15106 h 201460"/>
                <a:gd name="connsiteX18" fmla="*/ 34161 w 71639"/>
                <a:gd name="connsiteY18" fmla="*/ 63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71639" h="201460">
                  <a:moveTo>
                    <a:pt x="48368" y="65840"/>
                  </a:moveTo>
                  <a:lnTo>
                    <a:pt x="1515" y="82063"/>
                  </a:lnTo>
                  <a:lnTo>
                    <a:pt x="1515" y="86487"/>
                  </a:lnTo>
                  <a:lnTo>
                    <a:pt x="3933" y="86192"/>
                  </a:lnTo>
                  <a:cubicBezTo>
                    <a:pt x="7560" y="85602"/>
                    <a:pt x="11490" y="85307"/>
                    <a:pt x="14210" y="85307"/>
                  </a:cubicBezTo>
                  <a:cubicBezTo>
                    <a:pt x="21465" y="85307"/>
                    <a:pt x="24185" y="90027"/>
                    <a:pt x="24185" y="103005"/>
                  </a:cubicBezTo>
                  <a:lnTo>
                    <a:pt x="24185" y="171437"/>
                  </a:lnTo>
                  <a:cubicBezTo>
                    <a:pt x="24185" y="192674"/>
                    <a:pt x="21163" y="195919"/>
                    <a:pt x="306" y="197098"/>
                  </a:cubicBezTo>
                  <a:lnTo>
                    <a:pt x="306" y="201523"/>
                  </a:lnTo>
                  <a:lnTo>
                    <a:pt x="71945" y="201523"/>
                  </a:lnTo>
                  <a:lnTo>
                    <a:pt x="71945" y="197098"/>
                  </a:lnTo>
                  <a:cubicBezTo>
                    <a:pt x="51995" y="195624"/>
                    <a:pt x="49577" y="192674"/>
                    <a:pt x="49577" y="171437"/>
                  </a:cubicBezTo>
                  <a:lnTo>
                    <a:pt x="49577" y="66725"/>
                  </a:lnTo>
                  <a:lnTo>
                    <a:pt x="48368" y="65840"/>
                  </a:lnTo>
                  <a:close/>
                  <a:moveTo>
                    <a:pt x="34161" y="63"/>
                  </a:moveTo>
                  <a:cubicBezTo>
                    <a:pt x="25999" y="63"/>
                    <a:pt x="19047" y="6847"/>
                    <a:pt x="19047" y="15106"/>
                  </a:cubicBezTo>
                  <a:cubicBezTo>
                    <a:pt x="19047" y="23365"/>
                    <a:pt x="25697" y="30149"/>
                    <a:pt x="34161" y="30149"/>
                  </a:cubicBezTo>
                  <a:cubicBezTo>
                    <a:pt x="42927" y="30149"/>
                    <a:pt x="49879" y="23660"/>
                    <a:pt x="49879" y="15106"/>
                  </a:cubicBezTo>
                  <a:cubicBezTo>
                    <a:pt x="49879" y="6847"/>
                    <a:pt x="42927" y="63"/>
                    <a:pt x="34161" y="63"/>
                  </a:cubicBez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9D8EED43-E053-CE35-092D-591C149C518D}"/>
                </a:ext>
              </a:extLst>
            </p:cNvPr>
            <p:cNvSpPr/>
            <p:nvPr>
              <p:custDataLst>
                <p:tags r:id="rId163"/>
              </p:custDataLst>
            </p:nvPr>
          </p:nvSpPr>
          <p:spPr>
            <a:xfrm>
              <a:off x="8791375" y="3358563"/>
              <a:ext cx="80405" cy="173733"/>
            </a:xfrm>
            <a:custGeom>
              <a:avLst/>
              <a:gdLst>
                <a:gd name="connsiteX0" fmla="*/ 73460 w 80405"/>
                <a:gd name="connsiteY0" fmla="*/ 38113 h 173733"/>
                <a:gd name="connsiteX1" fmla="*/ 42930 w 80405"/>
                <a:gd name="connsiteY1" fmla="*/ 38113 h 173733"/>
                <a:gd name="connsiteX2" fmla="*/ 42930 w 80405"/>
                <a:gd name="connsiteY2" fmla="*/ 3897 h 173733"/>
                <a:gd name="connsiteX3" fmla="*/ 40814 w 80405"/>
                <a:gd name="connsiteY3" fmla="*/ 63 h 173733"/>
                <a:gd name="connsiteX4" fmla="*/ 34768 w 80405"/>
                <a:gd name="connsiteY4" fmla="*/ 8322 h 173733"/>
                <a:gd name="connsiteX5" fmla="*/ 5447 w 80405"/>
                <a:gd name="connsiteY5" fmla="*/ 39883 h 173733"/>
                <a:gd name="connsiteX6" fmla="*/ 308 w 80405"/>
                <a:gd name="connsiteY6" fmla="*/ 45487 h 173733"/>
                <a:gd name="connsiteX7" fmla="*/ 1517 w 80405"/>
                <a:gd name="connsiteY7" fmla="*/ 47552 h 173733"/>
                <a:gd name="connsiteX8" fmla="*/ 17538 w 80405"/>
                <a:gd name="connsiteY8" fmla="*/ 47552 h 173733"/>
                <a:gd name="connsiteX9" fmla="*/ 17538 w 80405"/>
                <a:gd name="connsiteY9" fmla="*/ 136336 h 173733"/>
                <a:gd name="connsiteX10" fmla="*/ 44441 w 80405"/>
                <a:gd name="connsiteY10" fmla="*/ 173796 h 173733"/>
                <a:gd name="connsiteX11" fmla="*/ 80714 w 80405"/>
                <a:gd name="connsiteY11" fmla="*/ 151379 h 173733"/>
                <a:gd name="connsiteX12" fmla="*/ 76785 w 80405"/>
                <a:gd name="connsiteY12" fmla="*/ 148135 h 173733"/>
                <a:gd name="connsiteX13" fmla="*/ 58648 w 80405"/>
                <a:gd name="connsiteY13" fmla="*/ 158458 h 173733"/>
                <a:gd name="connsiteX14" fmla="*/ 42930 w 80405"/>
                <a:gd name="connsiteY14" fmla="*/ 131912 h 173733"/>
                <a:gd name="connsiteX15" fmla="*/ 42930 w 80405"/>
                <a:gd name="connsiteY15" fmla="*/ 47552 h 173733"/>
                <a:gd name="connsiteX16" fmla="*/ 73460 w 80405"/>
                <a:gd name="connsiteY16" fmla="*/ 47552 h 173733"/>
                <a:gd name="connsiteX17" fmla="*/ 73460 w 80405"/>
                <a:gd name="connsiteY17" fmla="*/ 38113 h 17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405" h="173733">
                  <a:moveTo>
                    <a:pt x="73460" y="38113"/>
                  </a:moveTo>
                  <a:lnTo>
                    <a:pt x="42930" y="38113"/>
                  </a:lnTo>
                  <a:lnTo>
                    <a:pt x="42930" y="3897"/>
                  </a:lnTo>
                  <a:cubicBezTo>
                    <a:pt x="42930" y="948"/>
                    <a:pt x="42627" y="63"/>
                    <a:pt x="40814" y="63"/>
                  </a:cubicBezTo>
                  <a:cubicBezTo>
                    <a:pt x="38698" y="2717"/>
                    <a:pt x="36884" y="5372"/>
                    <a:pt x="34768" y="8322"/>
                  </a:cubicBezTo>
                  <a:cubicBezTo>
                    <a:pt x="23281" y="24545"/>
                    <a:pt x="10283" y="38703"/>
                    <a:pt x="5447" y="39883"/>
                  </a:cubicBezTo>
                  <a:cubicBezTo>
                    <a:pt x="2122" y="41948"/>
                    <a:pt x="308" y="44012"/>
                    <a:pt x="308" y="45487"/>
                  </a:cubicBezTo>
                  <a:cubicBezTo>
                    <a:pt x="308" y="46372"/>
                    <a:pt x="611" y="46962"/>
                    <a:pt x="1517" y="47552"/>
                  </a:cubicBezTo>
                  <a:lnTo>
                    <a:pt x="17538" y="47552"/>
                  </a:lnTo>
                  <a:lnTo>
                    <a:pt x="17538" y="136336"/>
                  </a:lnTo>
                  <a:cubicBezTo>
                    <a:pt x="17538" y="161113"/>
                    <a:pt x="26606" y="173796"/>
                    <a:pt x="44441" y="173796"/>
                  </a:cubicBezTo>
                  <a:cubicBezTo>
                    <a:pt x="59253" y="173796"/>
                    <a:pt x="70739" y="166717"/>
                    <a:pt x="80714" y="151379"/>
                  </a:cubicBezTo>
                  <a:lnTo>
                    <a:pt x="76785" y="148135"/>
                  </a:lnTo>
                  <a:cubicBezTo>
                    <a:pt x="70437" y="155509"/>
                    <a:pt x="65298" y="158458"/>
                    <a:pt x="58648" y="158458"/>
                  </a:cubicBezTo>
                  <a:cubicBezTo>
                    <a:pt x="47464" y="158458"/>
                    <a:pt x="42930" y="150494"/>
                    <a:pt x="42930" y="131912"/>
                  </a:cubicBezTo>
                  <a:lnTo>
                    <a:pt x="42930" y="47552"/>
                  </a:lnTo>
                  <a:lnTo>
                    <a:pt x="73460" y="47552"/>
                  </a:lnTo>
                  <a:lnTo>
                    <a:pt x="73460" y="38113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BBCF45B3-1D38-4684-8397-6829FB48FDAC}"/>
                </a:ext>
              </a:extLst>
            </p:cNvPr>
            <p:cNvSpPr/>
            <p:nvPr>
              <p:custDataLst>
                <p:tags r:id="rId164"/>
              </p:custDataLst>
            </p:nvPr>
          </p:nvSpPr>
          <p:spPr>
            <a:xfrm>
              <a:off x="8874511" y="3327887"/>
              <a:ext cx="144488" cy="201460"/>
            </a:xfrm>
            <a:custGeom>
              <a:avLst/>
              <a:gdLst>
                <a:gd name="connsiteX0" fmla="*/ 45048 w 144488"/>
                <a:gd name="connsiteY0" fmla="*/ 100350 h 201460"/>
                <a:gd name="connsiteX1" fmla="*/ 78601 w 144488"/>
                <a:gd name="connsiteY1" fmla="*/ 81768 h 201460"/>
                <a:gd name="connsiteX2" fmla="*/ 101272 w 144488"/>
                <a:gd name="connsiteY2" fmla="*/ 113034 h 201460"/>
                <a:gd name="connsiteX3" fmla="*/ 101272 w 144488"/>
                <a:gd name="connsiteY3" fmla="*/ 171437 h 201460"/>
                <a:gd name="connsiteX4" fmla="*/ 80717 w 144488"/>
                <a:gd name="connsiteY4" fmla="*/ 197098 h 201460"/>
                <a:gd name="connsiteX5" fmla="*/ 80717 w 144488"/>
                <a:gd name="connsiteY5" fmla="*/ 201523 h 201460"/>
                <a:gd name="connsiteX6" fmla="*/ 144800 w 144488"/>
                <a:gd name="connsiteY6" fmla="*/ 201523 h 201460"/>
                <a:gd name="connsiteX7" fmla="*/ 144800 w 144488"/>
                <a:gd name="connsiteY7" fmla="*/ 197098 h 201460"/>
                <a:gd name="connsiteX8" fmla="*/ 126663 w 144488"/>
                <a:gd name="connsiteY8" fmla="*/ 171437 h 201460"/>
                <a:gd name="connsiteX9" fmla="*/ 126663 w 144488"/>
                <a:gd name="connsiteY9" fmla="*/ 112739 h 201460"/>
                <a:gd name="connsiteX10" fmla="*/ 89483 w 144488"/>
                <a:gd name="connsiteY10" fmla="*/ 65840 h 201460"/>
                <a:gd name="connsiteX11" fmla="*/ 45048 w 144488"/>
                <a:gd name="connsiteY11" fmla="*/ 90617 h 201460"/>
                <a:gd name="connsiteX12" fmla="*/ 45048 w 144488"/>
                <a:gd name="connsiteY12" fmla="*/ 948 h 201460"/>
                <a:gd name="connsiteX13" fmla="*/ 43537 w 144488"/>
                <a:gd name="connsiteY13" fmla="*/ 63 h 201460"/>
                <a:gd name="connsiteX14" fmla="*/ 8775 w 144488"/>
                <a:gd name="connsiteY14" fmla="*/ 10681 h 201460"/>
                <a:gd name="connsiteX15" fmla="*/ 613 w 144488"/>
                <a:gd name="connsiteY15" fmla="*/ 13041 h 201460"/>
                <a:gd name="connsiteX16" fmla="*/ 613 w 144488"/>
                <a:gd name="connsiteY16" fmla="*/ 17761 h 201460"/>
                <a:gd name="connsiteX17" fmla="*/ 4241 w 144488"/>
                <a:gd name="connsiteY17" fmla="*/ 17466 h 201460"/>
                <a:gd name="connsiteX18" fmla="*/ 19657 w 144488"/>
                <a:gd name="connsiteY18" fmla="*/ 32509 h 201460"/>
                <a:gd name="connsiteX19" fmla="*/ 19657 w 144488"/>
                <a:gd name="connsiteY19" fmla="*/ 171437 h 201460"/>
                <a:gd name="connsiteX20" fmla="*/ 311 w 144488"/>
                <a:gd name="connsiteY20" fmla="*/ 197098 h 201460"/>
                <a:gd name="connsiteX21" fmla="*/ 311 w 144488"/>
                <a:gd name="connsiteY21" fmla="*/ 201523 h 201460"/>
                <a:gd name="connsiteX22" fmla="*/ 65603 w 144488"/>
                <a:gd name="connsiteY22" fmla="*/ 201523 h 201460"/>
                <a:gd name="connsiteX23" fmla="*/ 65603 w 144488"/>
                <a:gd name="connsiteY23" fmla="*/ 197098 h 201460"/>
                <a:gd name="connsiteX24" fmla="*/ 45048 w 144488"/>
                <a:gd name="connsiteY24" fmla="*/ 171437 h 201460"/>
                <a:gd name="connsiteX25" fmla="*/ 45048 w 144488"/>
                <a:gd name="connsiteY25" fmla="*/ 100350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4488" h="201460">
                  <a:moveTo>
                    <a:pt x="45048" y="100350"/>
                  </a:moveTo>
                  <a:cubicBezTo>
                    <a:pt x="57744" y="86782"/>
                    <a:pt x="66812" y="81768"/>
                    <a:pt x="78601" y="81768"/>
                  </a:cubicBezTo>
                  <a:cubicBezTo>
                    <a:pt x="93715" y="81768"/>
                    <a:pt x="101272" y="92386"/>
                    <a:pt x="101272" y="113034"/>
                  </a:cubicBezTo>
                  <a:lnTo>
                    <a:pt x="101272" y="171437"/>
                  </a:lnTo>
                  <a:cubicBezTo>
                    <a:pt x="101272" y="191494"/>
                    <a:pt x="98249" y="195329"/>
                    <a:pt x="80717" y="197098"/>
                  </a:cubicBezTo>
                  <a:lnTo>
                    <a:pt x="80717" y="201523"/>
                  </a:lnTo>
                  <a:lnTo>
                    <a:pt x="144800" y="201523"/>
                  </a:lnTo>
                  <a:lnTo>
                    <a:pt x="144800" y="197098"/>
                  </a:lnTo>
                  <a:cubicBezTo>
                    <a:pt x="128477" y="194149"/>
                    <a:pt x="126663" y="191789"/>
                    <a:pt x="126663" y="171437"/>
                  </a:cubicBezTo>
                  <a:lnTo>
                    <a:pt x="126663" y="112739"/>
                  </a:lnTo>
                  <a:cubicBezTo>
                    <a:pt x="126663" y="81768"/>
                    <a:pt x="113968" y="65840"/>
                    <a:pt x="89483" y="65840"/>
                  </a:cubicBezTo>
                  <a:cubicBezTo>
                    <a:pt x="71649" y="65840"/>
                    <a:pt x="58953" y="72919"/>
                    <a:pt x="45048" y="90617"/>
                  </a:cubicBezTo>
                  <a:lnTo>
                    <a:pt x="45048" y="948"/>
                  </a:lnTo>
                  <a:lnTo>
                    <a:pt x="43537" y="63"/>
                  </a:lnTo>
                  <a:cubicBezTo>
                    <a:pt x="33259" y="3602"/>
                    <a:pt x="25702" y="5962"/>
                    <a:pt x="8775" y="10681"/>
                  </a:cubicBezTo>
                  <a:lnTo>
                    <a:pt x="613" y="13041"/>
                  </a:lnTo>
                  <a:lnTo>
                    <a:pt x="613" y="17761"/>
                  </a:lnTo>
                  <a:cubicBezTo>
                    <a:pt x="1822" y="17466"/>
                    <a:pt x="2729" y="17466"/>
                    <a:pt x="4241" y="17466"/>
                  </a:cubicBezTo>
                  <a:cubicBezTo>
                    <a:pt x="17239" y="17466"/>
                    <a:pt x="19657" y="19825"/>
                    <a:pt x="19657" y="32509"/>
                  </a:cubicBezTo>
                  <a:lnTo>
                    <a:pt x="19657" y="171437"/>
                  </a:lnTo>
                  <a:cubicBezTo>
                    <a:pt x="19657" y="192084"/>
                    <a:pt x="17843" y="194739"/>
                    <a:pt x="311" y="197098"/>
                  </a:cubicBezTo>
                  <a:lnTo>
                    <a:pt x="311" y="201523"/>
                  </a:lnTo>
                  <a:lnTo>
                    <a:pt x="65603" y="201523"/>
                  </a:lnTo>
                  <a:lnTo>
                    <a:pt x="65603" y="197098"/>
                  </a:lnTo>
                  <a:cubicBezTo>
                    <a:pt x="48071" y="195329"/>
                    <a:pt x="45048" y="191789"/>
                    <a:pt x="45048" y="171437"/>
                  </a:cubicBezTo>
                  <a:lnTo>
                    <a:pt x="45048" y="100350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FFEC8038-2A6F-7011-9D65-E33157DD6DC7}"/>
                </a:ext>
              </a:extLst>
            </p:cNvPr>
            <p:cNvSpPr/>
            <p:nvPr>
              <p:custDataLst>
                <p:tags r:id="rId165"/>
              </p:custDataLst>
            </p:nvPr>
          </p:nvSpPr>
          <p:spPr>
            <a:xfrm>
              <a:off x="9103279" y="3358563"/>
              <a:ext cx="80405" cy="173733"/>
            </a:xfrm>
            <a:custGeom>
              <a:avLst/>
              <a:gdLst>
                <a:gd name="connsiteX0" fmla="*/ 73470 w 80405"/>
                <a:gd name="connsiteY0" fmla="*/ 38113 h 173733"/>
                <a:gd name="connsiteX1" fmla="*/ 42940 w 80405"/>
                <a:gd name="connsiteY1" fmla="*/ 38113 h 173733"/>
                <a:gd name="connsiteX2" fmla="*/ 42940 w 80405"/>
                <a:gd name="connsiteY2" fmla="*/ 3897 h 173733"/>
                <a:gd name="connsiteX3" fmla="*/ 40824 w 80405"/>
                <a:gd name="connsiteY3" fmla="*/ 63 h 173733"/>
                <a:gd name="connsiteX4" fmla="*/ 34778 w 80405"/>
                <a:gd name="connsiteY4" fmla="*/ 8322 h 173733"/>
                <a:gd name="connsiteX5" fmla="*/ 5457 w 80405"/>
                <a:gd name="connsiteY5" fmla="*/ 39883 h 173733"/>
                <a:gd name="connsiteX6" fmla="*/ 319 w 80405"/>
                <a:gd name="connsiteY6" fmla="*/ 45487 h 173733"/>
                <a:gd name="connsiteX7" fmla="*/ 1528 w 80405"/>
                <a:gd name="connsiteY7" fmla="*/ 47552 h 173733"/>
                <a:gd name="connsiteX8" fmla="*/ 17548 w 80405"/>
                <a:gd name="connsiteY8" fmla="*/ 47552 h 173733"/>
                <a:gd name="connsiteX9" fmla="*/ 17548 w 80405"/>
                <a:gd name="connsiteY9" fmla="*/ 136336 h 173733"/>
                <a:gd name="connsiteX10" fmla="*/ 44451 w 80405"/>
                <a:gd name="connsiteY10" fmla="*/ 173796 h 173733"/>
                <a:gd name="connsiteX11" fmla="*/ 80724 w 80405"/>
                <a:gd name="connsiteY11" fmla="*/ 151379 h 173733"/>
                <a:gd name="connsiteX12" fmla="*/ 76795 w 80405"/>
                <a:gd name="connsiteY12" fmla="*/ 148135 h 173733"/>
                <a:gd name="connsiteX13" fmla="*/ 58658 w 80405"/>
                <a:gd name="connsiteY13" fmla="*/ 158458 h 173733"/>
                <a:gd name="connsiteX14" fmla="*/ 42940 w 80405"/>
                <a:gd name="connsiteY14" fmla="*/ 131912 h 173733"/>
                <a:gd name="connsiteX15" fmla="*/ 42940 w 80405"/>
                <a:gd name="connsiteY15" fmla="*/ 47552 h 173733"/>
                <a:gd name="connsiteX16" fmla="*/ 73470 w 80405"/>
                <a:gd name="connsiteY16" fmla="*/ 47552 h 173733"/>
                <a:gd name="connsiteX17" fmla="*/ 73470 w 80405"/>
                <a:gd name="connsiteY17" fmla="*/ 38113 h 17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405" h="173733">
                  <a:moveTo>
                    <a:pt x="73470" y="38113"/>
                  </a:moveTo>
                  <a:lnTo>
                    <a:pt x="42940" y="38113"/>
                  </a:lnTo>
                  <a:lnTo>
                    <a:pt x="42940" y="3897"/>
                  </a:lnTo>
                  <a:cubicBezTo>
                    <a:pt x="42940" y="948"/>
                    <a:pt x="42637" y="63"/>
                    <a:pt x="40824" y="63"/>
                  </a:cubicBezTo>
                  <a:cubicBezTo>
                    <a:pt x="38708" y="2717"/>
                    <a:pt x="36894" y="5372"/>
                    <a:pt x="34778" y="8322"/>
                  </a:cubicBezTo>
                  <a:cubicBezTo>
                    <a:pt x="23292" y="24545"/>
                    <a:pt x="10294" y="38703"/>
                    <a:pt x="5457" y="39883"/>
                  </a:cubicBezTo>
                  <a:cubicBezTo>
                    <a:pt x="2132" y="41948"/>
                    <a:pt x="319" y="44012"/>
                    <a:pt x="319" y="45487"/>
                  </a:cubicBezTo>
                  <a:cubicBezTo>
                    <a:pt x="319" y="46372"/>
                    <a:pt x="621" y="46962"/>
                    <a:pt x="1528" y="47552"/>
                  </a:cubicBezTo>
                  <a:lnTo>
                    <a:pt x="17548" y="47552"/>
                  </a:lnTo>
                  <a:lnTo>
                    <a:pt x="17548" y="136336"/>
                  </a:lnTo>
                  <a:cubicBezTo>
                    <a:pt x="17548" y="161113"/>
                    <a:pt x="26617" y="173796"/>
                    <a:pt x="44451" y="173796"/>
                  </a:cubicBezTo>
                  <a:cubicBezTo>
                    <a:pt x="59263" y="173796"/>
                    <a:pt x="70749" y="166717"/>
                    <a:pt x="80724" y="151379"/>
                  </a:cubicBezTo>
                  <a:lnTo>
                    <a:pt x="76795" y="148135"/>
                  </a:lnTo>
                  <a:cubicBezTo>
                    <a:pt x="70447" y="155509"/>
                    <a:pt x="65308" y="158458"/>
                    <a:pt x="58658" y="158458"/>
                  </a:cubicBezTo>
                  <a:cubicBezTo>
                    <a:pt x="47474" y="158458"/>
                    <a:pt x="42940" y="150494"/>
                    <a:pt x="42940" y="131912"/>
                  </a:cubicBezTo>
                  <a:lnTo>
                    <a:pt x="42940" y="47552"/>
                  </a:lnTo>
                  <a:lnTo>
                    <a:pt x="73470" y="47552"/>
                  </a:lnTo>
                  <a:lnTo>
                    <a:pt x="73470" y="38113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5B68A89B-FF9A-4823-B084-292C5C038358}"/>
                </a:ext>
              </a:extLst>
            </p:cNvPr>
            <p:cNvSpPr/>
            <p:nvPr>
              <p:custDataLst>
                <p:tags r:id="rId166"/>
              </p:custDataLst>
            </p:nvPr>
          </p:nvSpPr>
          <p:spPr>
            <a:xfrm>
              <a:off x="9186415" y="3327887"/>
              <a:ext cx="144488" cy="201460"/>
            </a:xfrm>
            <a:custGeom>
              <a:avLst/>
              <a:gdLst>
                <a:gd name="connsiteX0" fmla="*/ 45058 w 144488"/>
                <a:gd name="connsiteY0" fmla="*/ 100350 h 201460"/>
                <a:gd name="connsiteX1" fmla="*/ 78611 w 144488"/>
                <a:gd name="connsiteY1" fmla="*/ 81768 h 201460"/>
                <a:gd name="connsiteX2" fmla="*/ 101282 w 144488"/>
                <a:gd name="connsiteY2" fmla="*/ 113034 h 201460"/>
                <a:gd name="connsiteX3" fmla="*/ 101282 w 144488"/>
                <a:gd name="connsiteY3" fmla="*/ 171437 h 201460"/>
                <a:gd name="connsiteX4" fmla="*/ 80727 w 144488"/>
                <a:gd name="connsiteY4" fmla="*/ 197098 h 201460"/>
                <a:gd name="connsiteX5" fmla="*/ 80727 w 144488"/>
                <a:gd name="connsiteY5" fmla="*/ 201523 h 201460"/>
                <a:gd name="connsiteX6" fmla="*/ 144810 w 144488"/>
                <a:gd name="connsiteY6" fmla="*/ 201523 h 201460"/>
                <a:gd name="connsiteX7" fmla="*/ 144810 w 144488"/>
                <a:gd name="connsiteY7" fmla="*/ 197098 h 201460"/>
                <a:gd name="connsiteX8" fmla="*/ 126673 w 144488"/>
                <a:gd name="connsiteY8" fmla="*/ 171437 h 201460"/>
                <a:gd name="connsiteX9" fmla="*/ 126673 w 144488"/>
                <a:gd name="connsiteY9" fmla="*/ 112739 h 201460"/>
                <a:gd name="connsiteX10" fmla="*/ 89493 w 144488"/>
                <a:gd name="connsiteY10" fmla="*/ 65840 h 201460"/>
                <a:gd name="connsiteX11" fmla="*/ 45058 w 144488"/>
                <a:gd name="connsiteY11" fmla="*/ 90617 h 201460"/>
                <a:gd name="connsiteX12" fmla="*/ 45058 w 144488"/>
                <a:gd name="connsiteY12" fmla="*/ 948 h 201460"/>
                <a:gd name="connsiteX13" fmla="*/ 43547 w 144488"/>
                <a:gd name="connsiteY13" fmla="*/ 63 h 201460"/>
                <a:gd name="connsiteX14" fmla="*/ 8785 w 144488"/>
                <a:gd name="connsiteY14" fmla="*/ 10681 h 201460"/>
                <a:gd name="connsiteX15" fmla="*/ 624 w 144488"/>
                <a:gd name="connsiteY15" fmla="*/ 13041 h 201460"/>
                <a:gd name="connsiteX16" fmla="*/ 624 w 144488"/>
                <a:gd name="connsiteY16" fmla="*/ 17761 h 201460"/>
                <a:gd name="connsiteX17" fmla="*/ 4251 w 144488"/>
                <a:gd name="connsiteY17" fmla="*/ 17466 h 201460"/>
                <a:gd name="connsiteX18" fmla="*/ 19667 w 144488"/>
                <a:gd name="connsiteY18" fmla="*/ 32509 h 201460"/>
                <a:gd name="connsiteX19" fmla="*/ 19667 w 144488"/>
                <a:gd name="connsiteY19" fmla="*/ 171437 h 201460"/>
                <a:gd name="connsiteX20" fmla="*/ 321 w 144488"/>
                <a:gd name="connsiteY20" fmla="*/ 197098 h 201460"/>
                <a:gd name="connsiteX21" fmla="*/ 321 w 144488"/>
                <a:gd name="connsiteY21" fmla="*/ 201523 h 201460"/>
                <a:gd name="connsiteX22" fmla="*/ 65613 w 144488"/>
                <a:gd name="connsiteY22" fmla="*/ 201523 h 201460"/>
                <a:gd name="connsiteX23" fmla="*/ 65613 w 144488"/>
                <a:gd name="connsiteY23" fmla="*/ 197098 h 201460"/>
                <a:gd name="connsiteX24" fmla="*/ 45058 w 144488"/>
                <a:gd name="connsiteY24" fmla="*/ 171437 h 201460"/>
                <a:gd name="connsiteX25" fmla="*/ 45058 w 144488"/>
                <a:gd name="connsiteY25" fmla="*/ 100350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4488" h="201460">
                  <a:moveTo>
                    <a:pt x="45058" y="100350"/>
                  </a:moveTo>
                  <a:cubicBezTo>
                    <a:pt x="57754" y="86782"/>
                    <a:pt x="66822" y="81768"/>
                    <a:pt x="78611" y="81768"/>
                  </a:cubicBezTo>
                  <a:cubicBezTo>
                    <a:pt x="93725" y="81768"/>
                    <a:pt x="101282" y="92386"/>
                    <a:pt x="101282" y="113034"/>
                  </a:cubicBezTo>
                  <a:lnTo>
                    <a:pt x="101282" y="171437"/>
                  </a:lnTo>
                  <a:cubicBezTo>
                    <a:pt x="101282" y="191494"/>
                    <a:pt x="98259" y="195329"/>
                    <a:pt x="80727" y="197098"/>
                  </a:cubicBezTo>
                  <a:lnTo>
                    <a:pt x="80727" y="201523"/>
                  </a:lnTo>
                  <a:lnTo>
                    <a:pt x="144810" y="201523"/>
                  </a:lnTo>
                  <a:lnTo>
                    <a:pt x="144810" y="197098"/>
                  </a:lnTo>
                  <a:cubicBezTo>
                    <a:pt x="128487" y="194149"/>
                    <a:pt x="126673" y="191789"/>
                    <a:pt x="126673" y="171437"/>
                  </a:cubicBezTo>
                  <a:lnTo>
                    <a:pt x="126673" y="112739"/>
                  </a:lnTo>
                  <a:cubicBezTo>
                    <a:pt x="126673" y="81768"/>
                    <a:pt x="113978" y="65840"/>
                    <a:pt x="89493" y="65840"/>
                  </a:cubicBezTo>
                  <a:cubicBezTo>
                    <a:pt x="71659" y="65840"/>
                    <a:pt x="58963" y="72919"/>
                    <a:pt x="45058" y="90617"/>
                  </a:cubicBezTo>
                  <a:lnTo>
                    <a:pt x="45058" y="948"/>
                  </a:lnTo>
                  <a:lnTo>
                    <a:pt x="43547" y="63"/>
                  </a:lnTo>
                  <a:cubicBezTo>
                    <a:pt x="33270" y="3602"/>
                    <a:pt x="25713" y="5962"/>
                    <a:pt x="8785" y="10681"/>
                  </a:cubicBezTo>
                  <a:lnTo>
                    <a:pt x="624" y="13041"/>
                  </a:lnTo>
                  <a:lnTo>
                    <a:pt x="624" y="17761"/>
                  </a:lnTo>
                  <a:cubicBezTo>
                    <a:pt x="1833" y="17466"/>
                    <a:pt x="2740" y="17466"/>
                    <a:pt x="4251" y="17466"/>
                  </a:cubicBezTo>
                  <a:cubicBezTo>
                    <a:pt x="17249" y="17466"/>
                    <a:pt x="19667" y="19825"/>
                    <a:pt x="19667" y="32509"/>
                  </a:cubicBezTo>
                  <a:lnTo>
                    <a:pt x="19667" y="171437"/>
                  </a:lnTo>
                  <a:cubicBezTo>
                    <a:pt x="19667" y="192084"/>
                    <a:pt x="17853" y="194739"/>
                    <a:pt x="321" y="197098"/>
                  </a:cubicBezTo>
                  <a:lnTo>
                    <a:pt x="321" y="201523"/>
                  </a:lnTo>
                  <a:lnTo>
                    <a:pt x="65613" y="201523"/>
                  </a:lnTo>
                  <a:lnTo>
                    <a:pt x="65613" y="197098"/>
                  </a:lnTo>
                  <a:cubicBezTo>
                    <a:pt x="48081" y="195329"/>
                    <a:pt x="45058" y="191789"/>
                    <a:pt x="45058" y="171437"/>
                  </a:cubicBezTo>
                  <a:lnTo>
                    <a:pt x="45058" y="100350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6DE4785-0424-AB33-3740-7E85029B4E57}"/>
                </a:ext>
              </a:extLst>
            </p:cNvPr>
            <p:cNvSpPr/>
            <p:nvPr>
              <p:custDataLst>
                <p:tags r:id="rId167"/>
              </p:custDataLst>
            </p:nvPr>
          </p:nvSpPr>
          <p:spPr>
            <a:xfrm>
              <a:off x="9342958" y="3393664"/>
              <a:ext cx="120608" cy="138632"/>
            </a:xfrm>
            <a:custGeom>
              <a:avLst/>
              <a:gdLst>
                <a:gd name="connsiteX0" fmla="*/ 116099 w 120608"/>
                <a:gd name="connsiteY0" fmla="*/ 87372 h 138632"/>
                <a:gd name="connsiteX1" fmla="*/ 69246 w 120608"/>
                <a:gd name="connsiteY1" fmla="*/ 118343 h 138632"/>
                <a:gd name="connsiteX2" fmla="*/ 30252 w 120608"/>
                <a:gd name="connsiteY2" fmla="*/ 92976 h 138632"/>
                <a:gd name="connsiteX3" fmla="*/ 22090 w 120608"/>
                <a:gd name="connsiteY3" fmla="*/ 54041 h 138632"/>
                <a:gd name="connsiteX4" fmla="*/ 115192 w 120608"/>
                <a:gd name="connsiteY4" fmla="*/ 54041 h 138632"/>
                <a:gd name="connsiteX5" fmla="*/ 102194 w 120608"/>
                <a:gd name="connsiteY5" fmla="*/ 16876 h 138632"/>
                <a:gd name="connsiteX6" fmla="*/ 63502 w 120608"/>
                <a:gd name="connsiteY6" fmla="*/ 63 h 138632"/>
                <a:gd name="connsiteX7" fmla="*/ 22695 w 120608"/>
                <a:gd name="connsiteY7" fmla="*/ 15401 h 138632"/>
                <a:gd name="connsiteX8" fmla="*/ 326 w 120608"/>
                <a:gd name="connsiteY8" fmla="*/ 72624 h 138632"/>
                <a:gd name="connsiteX9" fmla="*/ 56852 w 120608"/>
                <a:gd name="connsiteY9" fmla="*/ 138696 h 138632"/>
                <a:gd name="connsiteX10" fmla="*/ 120935 w 120608"/>
                <a:gd name="connsiteY10" fmla="*/ 89437 h 138632"/>
                <a:gd name="connsiteX11" fmla="*/ 116099 w 120608"/>
                <a:gd name="connsiteY11" fmla="*/ 87372 h 138632"/>
                <a:gd name="connsiteX12" fmla="*/ 22695 w 120608"/>
                <a:gd name="connsiteY12" fmla="*/ 44602 h 138632"/>
                <a:gd name="connsiteX13" fmla="*/ 54736 w 120608"/>
                <a:gd name="connsiteY13" fmla="*/ 10681 h 138632"/>
                <a:gd name="connsiteX14" fmla="*/ 84360 w 120608"/>
                <a:gd name="connsiteY14" fmla="*/ 44602 h 138632"/>
                <a:gd name="connsiteX15" fmla="*/ 22695 w 120608"/>
                <a:gd name="connsiteY15" fmla="*/ 44602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608" h="138632">
                  <a:moveTo>
                    <a:pt x="116099" y="87372"/>
                  </a:moveTo>
                  <a:cubicBezTo>
                    <a:pt x="101589" y="109789"/>
                    <a:pt x="88591" y="118343"/>
                    <a:pt x="69246" y="118343"/>
                  </a:cubicBezTo>
                  <a:cubicBezTo>
                    <a:pt x="52016" y="118343"/>
                    <a:pt x="39018" y="109789"/>
                    <a:pt x="30252" y="92976"/>
                  </a:cubicBezTo>
                  <a:cubicBezTo>
                    <a:pt x="24811" y="81768"/>
                    <a:pt x="22695" y="72034"/>
                    <a:pt x="22090" y="54041"/>
                  </a:cubicBezTo>
                  <a:lnTo>
                    <a:pt x="115192" y="54041"/>
                  </a:lnTo>
                  <a:cubicBezTo>
                    <a:pt x="112774" y="34868"/>
                    <a:pt x="109751" y="26315"/>
                    <a:pt x="102194" y="16876"/>
                  </a:cubicBezTo>
                  <a:cubicBezTo>
                    <a:pt x="93126" y="6257"/>
                    <a:pt x="79221" y="63"/>
                    <a:pt x="63502" y="63"/>
                  </a:cubicBezTo>
                  <a:cubicBezTo>
                    <a:pt x="48388" y="63"/>
                    <a:pt x="34181" y="5372"/>
                    <a:pt x="22695" y="15401"/>
                  </a:cubicBezTo>
                  <a:cubicBezTo>
                    <a:pt x="8488" y="27494"/>
                    <a:pt x="326" y="48437"/>
                    <a:pt x="326" y="72624"/>
                  </a:cubicBezTo>
                  <a:cubicBezTo>
                    <a:pt x="326" y="113329"/>
                    <a:pt x="22090" y="138696"/>
                    <a:pt x="56852" y="138696"/>
                  </a:cubicBezTo>
                  <a:cubicBezTo>
                    <a:pt x="85569" y="138696"/>
                    <a:pt x="108240" y="121293"/>
                    <a:pt x="120935" y="89437"/>
                  </a:cubicBezTo>
                  <a:lnTo>
                    <a:pt x="116099" y="87372"/>
                  </a:lnTo>
                  <a:close/>
                  <a:moveTo>
                    <a:pt x="22695" y="44602"/>
                  </a:moveTo>
                  <a:cubicBezTo>
                    <a:pt x="26020" y="21595"/>
                    <a:pt x="36297" y="10681"/>
                    <a:pt x="54736" y="10681"/>
                  </a:cubicBezTo>
                  <a:cubicBezTo>
                    <a:pt x="73175" y="10681"/>
                    <a:pt x="80430" y="18940"/>
                    <a:pt x="84360" y="44602"/>
                  </a:cubicBezTo>
                  <a:lnTo>
                    <a:pt x="22695" y="44602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86BABD92-7D60-D6F4-C6A9-4AE04F182B6E}"/>
                </a:ext>
              </a:extLst>
            </p:cNvPr>
            <p:cNvSpPr/>
            <p:nvPr>
              <p:custDataLst>
                <p:tags r:id="rId168"/>
              </p:custDataLst>
            </p:nvPr>
          </p:nvSpPr>
          <p:spPr>
            <a:xfrm>
              <a:off x="9553524" y="3393664"/>
              <a:ext cx="120608" cy="138632"/>
            </a:xfrm>
            <a:custGeom>
              <a:avLst/>
              <a:gdLst>
                <a:gd name="connsiteX0" fmla="*/ 116106 w 120608"/>
                <a:gd name="connsiteY0" fmla="*/ 87372 h 138632"/>
                <a:gd name="connsiteX1" fmla="*/ 69253 w 120608"/>
                <a:gd name="connsiteY1" fmla="*/ 118343 h 138632"/>
                <a:gd name="connsiteX2" fmla="*/ 30259 w 120608"/>
                <a:gd name="connsiteY2" fmla="*/ 92976 h 138632"/>
                <a:gd name="connsiteX3" fmla="*/ 22097 w 120608"/>
                <a:gd name="connsiteY3" fmla="*/ 54041 h 138632"/>
                <a:gd name="connsiteX4" fmla="*/ 115199 w 120608"/>
                <a:gd name="connsiteY4" fmla="*/ 54041 h 138632"/>
                <a:gd name="connsiteX5" fmla="*/ 102201 w 120608"/>
                <a:gd name="connsiteY5" fmla="*/ 16876 h 138632"/>
                <a:gd name="connsiteX6" fmla="*/ 63509 w 120608"/>
                <a:gd name="connsiteY6" fmla="*/ 63 h 138632"/>
                <a:gd name="connsiteX7" fmla="*/ 22702 w 120608"/>
                <a:gd name="connsiteY7" fmla="*/ 15401 h 138632"/>
                <a:gd name="connsiteX8" fmla="*/ 333 w 120608"/>
                <a:gd name="connsiteY8" fmla="*/ 72624 h 138632"/>
                <a:gd name="connsiteX9" fmla="*/ 56859 w 120608"/>
                <a:gd name="connsiteY9" fmla="*/ 138696 h 138632"/>
                <a:gd name="connsiteX10" fmla="*/ 120942 w 120608"/>
                <a:gd name="connsiteY10" fmla="*/ 89437 h 138632"/>
                <a:gd name="connsiteX11" fmla="*/ 116106 w 120608"/>
                <a:gd name="connsiteY11" fmla="*/ 87372 h 138632"/>
                <a:gd name="connsiteX12" fmla="*/ 22702 w 120608"/>
                <a:gd name="connsiteY12" fmla="*/ 44602 h 138632"/>
                <a:gd name="connsiteX13" fmla="*/ 54743 w 120608"/>
                <a:gd name="connsiteY13" fmla="*/ 10681 h 138632"/>
                <a:gd name="connsiteX14" fmla="*/ 84366 w 120608"/>
                <a:gd name="connsiteY14" fmla="*/ 44602 h 138632"/>
                <a:gd name="connsiteX15" fmla="*/ 22702 w 120608"/>
                <a:gd name="connsiteY15" fmla="*/ 44602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608" h="138632">
                  <a:moveTo>
                    <a:pt x="116106" y="87372"/>
                  </a:moveTo>
                  <a:cubicBezTo>
                    <a:pt x="101596" y="109789"/>
                    <a:pt x="88598" y="118343"/>
                    <a:pt x="69253" y="118343"/>
                  </a:cubicBezTo>
                  <a:cubicBezTo>
                    <a:pt x="52023" y="118343"/>
                    <a:pt x="39025" y="109789"/>
                    <a:pt x="30259" y="92976"/>
                  </a:cubicBezTo>
                  <a:cubicBezTo>
                    <a:pt x="24818" y="81768"/>
                    <a:pt x="22702" y="72034"/>
                    <a:pt x="22097" y="54041"/>
                  </a:cubicBezTo>
                  <a:lnTo>
                    <a:pt x="115199" y="54041"/>
                  </a:lnTo>
                  <a:cubicBezTo>
                    <a:pt x="112781" y="34868"/>
                    <a:pt x="109758" y="26315"/>
                    <a:pt x="102201" y="16876"/>
                  </a:cubicBezTo>
                  <a:cubicBezTo>
                    <a:pt x="93133" y="6257"/>
                    <a:pt x="79228" y="63"/>
                    <a:pt x="63509" y="63"/>
                  </a:cubicBezTo>
                  <a:cubicBezTo>
                    <a:pt x="48395" y="63"/>
                    <a:pt x="34188" y="5372"/>
                    <a:pt x="22702" y="15401"/>
                  </a:cubicBezTo>
                  <a:cubicBezTo>
                    <a:pt x="8495" y="27494"/>
                    <a:pt x="333" y="48437"/>
                    <a:pt x="333" y="72624"/>
                  </a:cubicBezTo>
                  <a:cubicBezTo>
                    <a:pt x="333" y="113329"/>
                    <a:pt x="22097" y="138696"/>
                    <a:pt x="56859" y="138696"/>
                  </a:cubicBezTo>
                  <a:cubicBezTo>
                    <a:pt x="85576" y="138696"/>
                    <a:pt x="108246" y="121293"/>
                    <a:pt x="120942" y="89437"/>
                  </a:cubicBezTo>
                  <a:lnTo>
                    <a:pt x="116106" y="87372"/>
                  </a:lnTo>
                  <a:close/>
                  <a:moveTo>
                    <a:pt x="22702" y="44602"/>
                  </a:moveTo>
                  <a:cubicBezTo>
                    <a:pt x="26027" y="21595"/>
                    <a:pt x="36304" y="10681"/>
                    <a:pt x="54743" y="10681"/>
                  </a:cubicBezTo>
                  <a:cubicBezTo>
                    <a:pt x="73182" y="10681"/>
                    <a:pt x="80437" y="18940"/>
                    <a:pt x="84366" y="44602"/>
                  </a:cubicBezTo>
                  <a:lnTo>
                    <a:pt x="22702" y="44602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B8D6C496-1177-E548-644B-705E0070B2E9}"/>
                </a:ext>
              </a:extLst>
            </p:cNvPr>
            <p:cNvSpPr/>
            <p:nvPr>
              <p:custDataLst>
                <p:tags r:id="rId169"/>
              </p:custDataLst>
            </p:nvPr>
          </p:nvSpPr>
          <p:spPr>
            <a:xfrm>
              <a:off x="9681270" y="3396613"/>
              <a:ext cx="139652" cy="132733"/>
            </a:xfrm>
            <a:custGeom>
              <a:avLst/>
              <a:gdLst>
                <a:gd name="connsiteX0" fmla="*/ 79232 w 139652"/>
                <a:gd name="connsiteY0" fmla="*/ 132796 h 132733"/>
                <a:gd name="connsiteX1" fmla="*/ 139990 w 139652"/>
                <a:gd name="connsiteY1" fmla="*/ 132796 h 132733"/>
                <a:gd name="connsiteX2" fmla="*/ 139990 w 139652"/>
                <a:gd name="connsiteY2" fmla="*/ 128372 h 132733"/>
                <a:gd name="connsiteX3" fmla="*/ 115203 w 139652"/>
                <a:gd name="connsiteY3" fmla="*/ 110674 h 132733"/>
                <a:gd name="connsiteX4" fmla="*/ 76512 w 139652"/>
                <a:gd name="connsiteY4" fmla="*/ 52861 h 132733"/>
                <a:gd name="connsiteX5" fmla="*/ 101601 w 139652"/>
                <a:gd name="connsiteY5" fmla="*/ 17466 h 132733"/>
                <a:gd name="connsiteX6" fmla="*/ 126085 w 139652"/>
                <a:gd name="connsiteY6" fmla="*/ 4487 h 132733"/>
                <a:gd name="connsiteX7" fmla="*/ 126085 w 139652"/>
                <a:gd name="connsiteY7" fmla="*/ 63 h 132733"/>
                <a:gd name="connsiteX8" fmla="*/ 78325 w 139652"/>
                <a:gd name="connsiteY8" fmla="*/ 63 h 132733"/>
                <a:gd name="connsiteX9" fmla="*/ 78325 w 139652"/>
                <a:gd name="connsiteY9" fmla="*/ 4487 h 132733"/>
                <a:gd name="connsiteX10" fmla="*/ 90416 w 139652"/>
                <a:gd name="connsiteY10" fmla="*/ 10976 h 132733"/>
                <a:gd name="connsiteX11" fmla="*/ 79232 w 139652"/>
                <a:gd name="connsiteY11" fmla="*/ 30149 h 132733"/>
                <a:gd name="connsiteX12" fmla="*/ 70164 w 139652"/>
                <a:gd name="connsiteY12" fmla="*/ 43127 h 132733"/>
                <a:gd name="connsiteX13" fmla="*/ 65932 w 139652"/>
                <a:gd name="connsiteY13" fmla="*/ 37228 h 132733"/>
                <a:gd name="connsiteX14" fmla="*/ 52027 w 139652"/>
                <a:gd name="connsiteY14" fmla="*/ 10976 h 132733"/>
                <a:gd name="connsiteX15" fmla="*/ 65025 w 139652"/>
                <a:gd name="connsiteY15" fmla="*/ 4487 h 132733"/>
                <a:gd name="connsiteX16" fmla="*/ 65025 w 139652"/>
                <a:gd name="connsiteY16" fmla="*/ 63 h 132733"/>
                <a:gd name="connsiteX17" fmla="*/ 2453 w 139652"/>
                <a:gd name="connsiteY17" fmla="*/ 63 h 132733"/>
                <a:gd name="connsiteX18" fmla="*/ 2453 w 139652"/>
                <a:gd name="connsiteY18" fmla="*/ 4487 h 132733"/>
                <a:gd name="connsiteX19" fmla="*/ 5174 w 139652"/>
                <a:gd name="connsiteY19" fmla="*/ 4487 h 132733"/>
                <a:gd name="connsiteX20" fmla="*/ 28449 w 139652"/>
                <a:gd name="connsiteY20" fmla="*/ 22185 h 132733"/>
                <a:gd name="connsiteX21" fmla="*/ 56863 w 139652"/>
                <a:gd name="connsiteY21" fmla="*/ 64660 h 132733"/>
                <a:gd name="connsiteX22" fmla="*/ 22404 w 139652"/>
                <a:gd name="connsiteY22" fmla="*/ 113329 h 132733"/>
                <a:gd name="connsiteX23" fmla="*/ 337 w 139652"/>
                <a:gd name="connsiteY23" fmla="*/ 128372 h 132733"/>
                <a:gd name="connsiteX24" fmla="*/ 337 w 139652"/>
                <a:gd name="connsiteY24" fmla="*/ 132796 h 132733"/>
                <a:gd name="connsiteX25" fmla="*/ 44168 w 139652"/>
                <a:gd name="connsiteY25" fmla="*/ 132796 h 132733"/>
                <a:gd name="connsiteX26" fmla="*/ 44168 w 139652"/>
                <a:gd name="connsiteY26" fmla="*/ 128372 h 132733"/>
                <a:gd name="connsiteX27" fmla="*/ 32077 w 139652"/>
                <a:gd name="connsiteY27" fmla="*/ 123063 h 132733"/>
                <a:gd name="connsiteX28" fmla="*/ 38122 w 139652"/>
                <a:gd name="connsiteY28" fmla="*/ 110969 h 132733"/>
                <a:gd name="connsiteX29" fmla="*/ 62002 w 139652"/>
                <a:gd name="connsiteY29" fmla="*/ 74689 h 132733"/>
                <a:gd name="connsiteX30" fmla="*/ 89509 w 139652"/>
                <a:gd name="connsiteY30" fmla="*/ 115983 h 132733"/>
                <a:gd name="connsiteX31" fmla="*/ 91323 w 139652"/>
                <a:gd name="connsiteY31" fmla="*/ 121293 h 132733"/>
                <a:gd name="connsiteX32" fmla="*/ 79232 w 139652"/>
                <a:gd name="connsiteY32" fmla="*/ 128372 h 132733"/>
                <a:gd name="connsiteX33" fmla="*/ 79232 w 139652"/>
                <a:gd name="connsiteY33" fmla="*/ 132796 h 132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39652" h="132733">
                  <a:moveTo>
                    <a:pt x="79232" y="132796"/>
                  </a:moveTo>
                  <a:lnTo>
                    <a:pt x="139990" y="132796"/>
                  </a:lnTo>
                  <a:lnTo>
                    <a:pt x="139990" y="128372"/>
                  </a:lnTo>
                  <a:cubicBezTo>
                    <a:pt x="130619" y="128372"/>
                    <a:pt x="124574" y="123653"/>
                    <a:pt x="115203" y="110674"/>
                  </a:cubicBezTo>
                  <a:lnTo>
                    <a:pt x="76512" y="52861"/>
                  </a:lnTo>
                  <a:lnTo>
                    <a:pt x="101601" y="17466"/>
                  </a:lnTo>
                  <a:cubicBezTo>
                    <a:pt x="107344" y="9502"/>
                    <a:pt x="116412" y="4782"/>
                    <a:pt x="126085" y="4487"/>
                  </a:cubicBezTo>
                  <a:lnTo>
                    <a:pt x="126085" y="63"/>
                  </a:lnTo>
                  <a:lnTo>
                    <a:pt x="78325" y="63"/>
                  </a:lnTo>
                  <a:lnTo>
                    <a:pt x="78325" y="4487"/>
                  </a:lnTo>
                  <a:cubicBezTo>
                    <a:pt x="87394" y="5077"/>
                    <a:pt x="90416" y="6847"/>
                    <a:pt x="90416" y="10976"/>
                  </a:cubicBezTo>
                  <a:cubicBezTo>
                    <a:pt x="90416" y="14516"/>
                    <a:pt x="86789" y="21005"/>
                    <a:pt x="79232" y="30149"/>
                  </a:cubicBezTo>
                  <a:cubicBezTo>
                    <a:pt x="77721" y="31919"/>
                    <a:pt x="74093" y="37228"/>
                    <a:pt x="70164" y="43127"/>
                  </a:cubicBezTo>
                  <a:lnTo>
                    <a:pt x="65932" y="37228"/>
                  </a:lnTo>
                  <a:cubicBezTo>
                    <a:pt x="57468" y="24840"/>
                    <a:pt x="52027" y="14811"/>
                    <a:pt x="52027" y="10976"/>
                  </a:cubicBezTo>
                  <a:cubicBezTo>
                    <a:pt x="52027" y="6847"/>
                    <a:pt x="55957" y="4782"/>
                    <a:pt x="65025" y="4487"/>
                  </a:cubicBezTo>
                  <a:lnTo>
                    <a:pt x="65025" y="63"/>
                  </a:lnTo>
                  <a:lnTo>
                    <a:pt x="2453" y="63"/>
                  </a:lnTo>
                  <a:lnTo>
                    <a:pt x="2453" y="4487"/>
                  </a:lnTo>
                  <a:lnTo>
                    <a:pt x="5174" y="4487"/>
                  </a:lnTo>
                  <a:cubicBezTo>
                    <a:pt x="14242" y="4487"/>
                    <a:pt x="19079" y="8322"/>
                    <a:pt x="28449" y="22185"/>
                  </a:cubicBezTo>
                  <a:lnTo>
                    <a:pt x="56863" y="64660"/>
                  </a:lnTo>
                  <a:lnTo>
                    <a:pt x="22404" y="113329"/>
                  </a:lnTo>
                  <a:cubicBezTo>
                    <a:pt x="13335" y="125422"/>
                    <a:pt x="10313" y="127487"/>
                    <a:pt x="337" y="128372"/>
                  </a:cubicBezTo>
                  <a:lnTo>
                    <a:pt x="337" y="132796"/>
                  </a:lnTo>
                  <a:lnTo>
                    <a:pt x="44168" y="132796"/>
                  </a:lnTo>
                  <a:lnTo>
                    <a:pt x="44168" y="128372"/>
                  </a:lnTo>
                  <a:cubicBezTo>
                    <a:pt x="35704" y="128372"/>
                    <a:pt x="32077" y="126897"/>
                    <a:pt x="32077" y="123063"/>
                  </a:cubicBezTo>
                  <a:cubicBezTo>
                    <a:pt x="32077" y="121293"/>
                    <a:pt x="34193" y="116868"/>
                    <a:pt x="38122" y="110969"/>
                  </a:cubicBezTo>
                  <a:lnTo>
                    <a:pt x="62002" y="74689"/>
                  </a:lnTo>
                  <a:lnTo>
                    <a:pt x="89509" y="115983"/>
                  </a:lnTo>
                  <a:cubicBezTo>
                    <a:pt x="90719" y="117753"/>
                    <a:pt x="91323" y="119523"/>
                    <a:pt x="91323" y="121293"/>
                  </a:cubicBezTo>
                  <a:cubicBezTo>
                    <a:pt x="91323" y="126602"/>
                    <a:pt x="89207" y="127782"/>
                    <a:pt x="79232" y="128372"/>
                  </a:cubicBezTo>
                  <a:lnTo>
                    <a:pt x="79232" y="132796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3C304D8-2F11-7F0B-79CE-9B5E09817CC9}"/>
                </a:ext>
              </a:extLst>
            </p:cNvPr>
            <p:cNvSpPr/>
            <p:nvPr>
              <p:custDataLst>
                <p:tags r:id="rId170"/>
              </p:custDataLst>
            </p:nvPr>
          </p:nvSpPr>
          <p:spPr>
            <a:xfrm>
              <a:off x="9839022" y="3393664"/>
              <a:ext cx="122422" cy="138632"/>
            </a:xfrm>
            <a:custGeom>
              <a:avLst/>
              <a:gdLst>
                <a:gd name="connsiteX0" fmla="*/ 122765 w 122422"/>
                <a:gd name="connsiteY0" fmla="*/ 116278 h 138632"/>
                <a:gd name="connsiteX1" fmla="*/ 109465 w 122422"/>
                <a:gd name="connsiteY1" fmla="*/ 121883 h 138632"/>
                <a:gd name="connsiteX2" fmla="*/ 100396 w 122422"/>
                <a:gd name="connsiteY2" fmla="*/ 104775 h 138632"/>
                <a:gd name="connsiteX3" fmla="*/ 100396 w 122422"/>
                <a:gd name="connsiteY3" fmla="*/ 47257 h 138632"/>
                <a:gd name="connsiteX4" fmla="*/ 94351 w 122422"/>
                <a:gd name="connsiteY4" fmla="*/ 16286 h 138632"/>
                <a:gd name="connsiteX5" fmla="*/ 56868 w 122422"/>
                <a:gd name="connsiteY5" fmla="*/ 63 h 138632"/>
                <a:gd name="connsiteX6" fmla="*/ 6086 w 122422"/>
                <a:gd name="connsiteY6" fmla="*/ 33099 h 138632"/>
                <a:gd name="connsiteX7" fmla="*/ 19084 w 122422"/>
                <a:gd name="connsiteY7" fmla="*/ 45782 h 138632"/>
                <a:gd name="connsiteX8" fmla="*/ 32686 w 122422"/>
                <a:gd name="connsiteY8" fmla="*/ 33394 h 138632"/>
                <a:gd name="connsiteX9" fmla="*/ 32082 w 122422"/>
                <a:gd name="connsiteY9" fmla="*/ 28674 h 138632"/>
                <a:gd name="connsiteX10" fmla="*/ 31175 w 122422"/>
                <a:gd name="connsiteY10" fmla="*/ 21595 h 138632"/>
                <a:gd name="connsiteX11" fmla="*/ 52939 w 122422"/>
                <a:gd name="connsiteY11" fmla="*/ 7142 h 138632"/>
                <a:gd name="connsiteX12" fmla="*/ 75912 w 122422"/>
                <a:gd name="connsiteY12" fmla="*/ 31624 h 138632"/>
                <a:gd name="connsiteX13" fmla="*/ 75912 w 122422"/>
                <a:gd name="connsiteY13" fmla="*/ 49617 h 138632"/>
                <a:gd name="connsiteX14" fmla="*/ 11224 w 122422"/>
                <a:gd name="connsiteY14" fmla="*/ 81473 h 138632"/>
                <a:gd name="connsiteX15" fmla="*/ 342 w 122422"/>
                <a:gd name="connsiteY15" fmla="*/ 107135 h 138632"/>
                <a:gd name="connsiteX16" fmla="*/ 32082 w 122422"/>
                <a:gd name="connsiteY16" fmla="*/ 138696 h 138632"/>
                <a:gd name="connsiteX17" fmla="*/ 76214 w 122422"/>
                <a:gd name="connsiteY17" fmla="*/ 117163 h 138632"/>
                <a:gd name="connsiteX18" fmla="*/ 95560 w 122422"/>
                <a:gd name="connsiteY18" fmla="*/ 138696 h 138632"/>
                <a:gd name="connsiteX19" fmla="*/ 122765 w 122422"/>
                <a:gd name="connsiteY19" fmla="*/ 123947 h 138632"/>
                <a:gd name="connsiteX20" fmla="*/ 122765 w 122422"/>
                <a:gd name="connsiteY20" fmla="*/ 116278 h 138632"/>
                <a:gd name="connsiteX21" fmla="*/ 75912 w 122422"/>
                <a:gd name="connsiteY21" fmla="*/ 99465 h 138632"/>
                <a:gd name="connsiteX22" fmla="*/ 68053 w 122422"/>
                <a:gd name="connsiteY22" fmla="*/ 114804 h 138632"/>
                <a:gd name="connsiteX23" fmla="*/ 45986 w 122422"/>
                <a:gd name="connsiteY23" fmla="*/ 121588 h 138632"/>
                <a:gd name="connsiteX24" fmla="*/ 26943 w 122422"/>
                <a:gd name="connsiteY24" fmla="*/ 98876 h 138632"/>
                <a:gd name="connsiteX25" fmla="*/ 26943 w 122422"/>
                <a:gd name="connsiteY25" fmla="*/ 97696 h 138632"/>
                <a:gd name="connsiteX26" fmla="*/ 75912 w 122422"/>
                <a:gd name="connsiteY26" fmla="*/ 56696 h 138632"/>
                <a:gd name="connsiteX27" fmla="*/ 75912 w 122422"/>
                <a:gd name="connsiteY27" fmla="*/ 99465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422" h="138632">
                  <a:moveTo>
                    <a:pt x="122765" y="116278"/>
                  </a:moveTo>
                  <a:cubicBezTo>
                    <a:pt x="117626" y="120408"/>
                    <a:pt x="113999" y="121883"/>
                    <a:pt x="109465" y="121883"/>
                  </a:cubicBezTo>
                  <a:cubicBezTo>
                    <a:pt x="102512" y="121883"/>
                    <a:pt x="100396" y="117753"/>
                    <a:pt x="100396" y="104775"/>
                  </a:cubicBezTo>
                  <a:lnTo>
                    <a:pt x="100396" y="47257"/>
                  </a:lnTo>
                  <a:cubicBezTo>
                    <a:pt x="100396" y="31919"/>
                    <a:pt x="98885" y="23365"/>
                    <a:pt x="94351" y="16286"/>
                  </a:cubicBezTo>
                  <a:cubicBezTo>
                    <a:pt x="87701" y="5667"/>
                    <a:pt x="74703" y="63"/>
                    <a:pt x="56868" y="63"/>
                  </a:cubicBezTo>
                  <a:cubicBezTo>
                    <a:pt x="28454" y="63"/>
                    <a:pt x="6086" y="14516"/>
                    <a:pt x="6086" y="33099"/>
                  </a:cubicBezTo>
                  <a:cubicBezTo>
                    <a:pt x="6086" y="39883"/>
                    <a:pt x="12131" y="45782"/>
                    <a:pt x="19084" y="45782"/>
                  </a:cubicBezTo>
                  <a:cubicBezTo>
                    <a:pt x="26338" y="45782"/>
                    <a:pt x="32686" y="39883"/>
                    <a:pt x="32686" y="33394"/>
                  </a:cubicBezTo>
                  <a:cubicBezTo>
                    <a:pt x="32686" y="32214"/>
                    <a:pt x="32384" y="30739"/>
                    <a:pt x="32082" y="28674"/>
                  </a:cubicBezTo>
                  <a:cubicBezTo>
                    <a:pt x="31477" y="26020"/>
                    <a:pt x="31175" y="23660"/>
                    <a:pt x="31175" y="21595"/>
                  </a:cubicBezTo>
                  <a:cubicBezTo>
                    <a:pt x="31175" y="13631"/>
                    <a:pt x="40848" y="7142"/>
                    <a:pt x="52939" y="7142"/>
                  </a:cubicBezTo>
                  <a:cubicBezTo>
                    <a:pt x="67750" y="7142"/>
                    <a:pt x="75912" y="15696"/>
                    <a:pt x="75912" y="31624"/>
                  </a:cubicBezTo>
                  <a:lnTo>
                    <a:pt x="75912" y="49617"/>
                  </a:lnTo>
                  <a:cubicBezTo>
                    <a:pt x="29361" y="67904"/>
                    <a:pt x="24222" y="70264"/>
                    <a:pt x="11224" y="81473"/>
                  </a:cubicBezTo>
                  <a:cubicBezTo>
                    <a:pt x="4574" y="87372"/>
                    <a:pt x="342" y="97401"/>
                    <a:pt x="342" y="107135"/>
                  </a:cubicBezTo>
                  <a:cubicBezTo>
                    <a:pt x="342" y="125717"/>
                    <a:pt x="13643" y="138696"/>
                    <a:pt x="32082" y="138696"/>
                  </a:cubicBezTo>
                  <a:cubicBezTo>
                    <a:pt x="45382" y="138696"/>
                    <a:pt x="57775" y="132501"/>
                    <a:pt x="76214" y="117163"/>
                  </a:cubicBezTo>
                  <a:cubicBezTo>
                    <a:pt x="77726" y="132501"/>
                    <a:pt x="83167" y="138696"/>
                    <a:pt x="95560" y="138696"/>
                  </a:cubicBezTo>
                  <a:cubicBezTo>
                    <a:pt x="105837" y="138696"/>
                    <a:pt x="112185" y="135156"/>
                    <a:pt x="122765" y="123947"/>
                  </a:cubicBezTo>
                  <a:lnTo>
                    <a:pt x="122765" y="116278"/>
                  </a:lnTo>
                  <a:close/>
                  <a:moveTo>
                    <a:pt x="75912" y="99465"/>
                  </a:moveTo>
                  <a:cubicBezTo>
                    <a:pt x="75912" y="108609"/>
                    <a:pt x="74401" y="111264"/>
                    <a:pt x="68053" y="114804"/>
                  </a:cubicBezTo>
                  <a:cubicBezTo>
                    <a:pt x="60798" y="118933"/>
                    <a:pt x="52334" y="121588"/>
                    <a:pt x="45986" y="121588"/>
                  </a:cubicBezTo>
                  <a:cubicBezTo>
                    <a:pt x="35407" y="121588"/>
                    <a:pt x="26943" y="111559"/>
                    <a:pt x="26943" y="98876"/>
                  </a:cubicBezTo>
                  <a:lnTo>
                    <a:pt x="26943" y="97696"/>
                  </a:lnTo>
                  <a:cubicBezTo>
                    <a:pt x="26943" y="80293"/>
                    <a:pt x="39336" y="69674"/>
                    <a:pt x="75912" y="56696"/>
                  </a:cubicBezTo>
                  <a:lnTo>
                    <a:pt x="75912" y="99465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5EECD6B9-72A9-36E5-7AD4-41B9F5986AD8}"/>
                </a:ext>
              </a:extLst>
            </p:cNvPr>
            <p:cNvSpPr/>
            <p:nvPr>
              <p:custDataLst>
                <p:tags r:id="rId171"/>
              </p:custDataLst>
            </p:nvPr>
          </p:nvSpPr>
          <p:spPr>
            <a:xfrm>
              <a:off x="9970107" y="3393664"/>
              <a:ext cx="116981" cy="138632"/>
            </a:xfrm>
            <a:custGeom>
              <a:avLst/>
              <a:gdLst>
                <a:gd name="connsiteX0" fmla="*/ 113097 w 116981"/>
                <a:gd name="connsiteY0" fmla="*/ 89732 h 138632"/>
                <a:gd name="connsiteX1" fmla="*/ 70475 w 116981"/>
                <a:gd name="connsiteY1" fmla="*/ 117458 h 138632"/>
                <a:gd name="connsiteX2" fmla="*/ 23622 w 116981"/>
                <a:gd name="connsiteY2" fmla="*/ 59940 h 138632"/>
                <a:gd name="connsiteX3" fmla="*/ 64732 w 116981"/>
                <a:gd name="connsiteY3" fmla="*/ 8617 h 138632"/>
                <a:gd name="connsiteX4" fmla="*/ 82567 w 116981"/>
                <a:gd name="connsiteY4" fmla="*/ 22775 h 138632"/>
                <a:gd name="connsiteX5" fmla="*/ 84380 w 116981"/>
                <a:gd name="connsiteY5" fmla="*/ 29264 h 138632"/>
                <a:gd name="connsiteX6" fmla="*/ 98587 w 116981"/>
                <a:gd name="connsiteY6" fmla="*/ 42832 h 138632"/>
                <a:gd name="connsiteX7" fmla="*/ 113097 w 116981"/>
                <a:gd name="connsiteY7" fmla="*/ 30444 h 138632"/>
                <a:gd name="connsiteX8" fmla="*/ 66546 w 116981"/>
                <a:gd name="connsiteY8" fmla="*/ 63 h 138632"/>
                <a:gd name="connsiteX9" fmla="*/ 23925 w 116981"/>
                <a:gd name="connsiteY9" fmla="*/ 16581 h 138632"/>
                <a:gd name="connsiteX10" fmla="*/ 347 w 116981"/>
                <a:gd name="connsiteY10" fmla="*/ 72919 h 138632"/>
                <a:gd name="connsiteX11" fmla="*/ 57780 w 116981"/>
                <a:gd name="connsiteY11" fmla="*/ 138696 h 138632"/>
                <a:gd name="connsiteX12" fmla="*/ 94355 w 116981"/>
                <a:gd name="connsiteY12" fmla="*/ 124832 h 138632"/>
                <a:gd name="connsiteX13" fmla="*/ 117328 w 116981"/>
                <a:gd name="connsiteY13" fmla="*/ 92386 h 138632"/>
                <a:gd name="connsiteX14" fmla="*/ 113097 w 116981"/>
                <a:gd name="connsiteY14" fmla="*/ 89732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6981" h="138632">
                  <a:moveTo>
                    <a:pt x="113097" y="89732"/>
                  </a:moveTo>
                  <a:cubicBezTo>
                    <a:pt x="98587" y="110379"/>
                    <a:pt x="87705" y="117458"/>
                    <a:pt x="70475" y="117458"/>
                  </a:cubicBezTo>
                  <a:cubicBezTo>
                    <a:pt x="42968" y="117458"/>
                    <a:pt x="23622" y="93861"/>
                    <a:pt x="23622" y="59940"/>
                  </a:cubicBezTo>
                  <a:cubicBezTo>
                    <a:pt x="23622" y="29559"/>
                    <a:pt x="40248" y="8617"/>
                    <a:pt x="64732" y="8617"/>
                  </a:cubicBezTo>
                  <a:cubicBezTo>
                    <a:pt x="75614" y="8617"/>
                    <a:pt x="79544" y="11861"/>
                    <a:pt x="82567" y="22775"/>
                  </a:cubicBezTo>
                  <a:lnTo>
                    <a:pt x="84380" y="29264"/>
                  </a:lnTo>
                  <a:cubicBezTo>
                    <a:pt x="86798" y="37523"/>
                    <a:pt x="92239" y="42832"/>
                    <a:pt x="98587" y="42832"/>
                  </a:cubicBezTo>
                  <a:cubicBezTo>
                    <a:pt x="106446" y="42832"/>
                    <a:pt x="113097" y="37228"/>
                    <a:pt x="113097" y="30444"/>
                  </a:cubicBezTo>
                  <a:cubicBezTo>
                    <a:pt x="113097" y="13926"/>
                    <a:pt x="91937" y="63"/>
                    <a:pt x="66546" y="63"/>
                  </a:cubicBezTo>
                  <a:cubicBezTo>
                    <a:pt x="51734" y="63"/>
                    <a:pt x="36318" y="5962"/>
                    <a:pt x="23925" y="16581"/>
                  </a:cubicBezTo>
                  <a:cubicBezTo>
                    <a:pt x="8811" y="29559"/>
                    <a:pt x="347" y="49617"/>
                    <a:pt x="347" y="72919"/>
                  </a:cubicBezTo>
                  <a:cubicBezTo>
                    <a:pt x="347" y="111264"/>
                    <a:pt x="24227" y="138696"/>
                    <a:pt x="57780" y="138696"/>
                  </a:cubicBezTo>
                  <a:cubicBezTo>
                    <a:pt x="71382" y="138696"/>
                    <a:pt x="83473" y="133976"/>
                    <a:pt x="94355" y="124832"/>
                  </a:cubicBezTo>
                  <a:cubicBezTo>
                    <a:pt x="102517" y="117753"/>
                    <a:pt x="108260" y="109789"/>
                    <a:pt x="117328" y="92386"/>
                  </a:cubicBezTo>
                  <a:lnTo>
                    <a:pt x="113097" y="89732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6178BE43-822B-FE6C-A1E2-22E27321347A}"/>
                </a:ext>
              </a:extLst>
            </p:cNvPr>
            <p:cNvSpPr/>
            <p:nvPr>
              <p:custDataLst>
                <p:tags r:id="rId172"/>
              </p:custDataLst>
            </p:nvPr>
          </p:nvSpPr>
          <p:spPr>
            <a:xfrm>
              <a:off x="10101193" y="3358563"/>
              <a:ext cx="80405" cy="173733"/>
            </a:xfrm>
            <a:custGeom>
              <a:avLst/>
              <a:gdLst>
                <a:gd name="connsiteX0" fmla="*/ 73503 w 80405"/>
                <a:gd name="connsiteY0" fmla="*/ 38113 h 173733"/>
                <a:gd name="connsiteX1" fmla="*/ 42973 w 80405"/>
                <a:gd name="connsiteY1" fmla="*/ 38113 h 173733"/>
                <a:gd name="connsiteX2" fmla="*/ 42973 w 80405"/>
                <a:gd name="connsiteY2" fmla="*/ 3897 h 173733"/>
                <a:gd name="connsiteX3" fmla="*/ 40857 w 80405"/>
                <a:gd name="connsiteY3" fmla="*/ 63 h 173733"/>
                <a:gd name="connsiteX4" fmla="*/ 34811 w 80405"/>
                <a:gd name="connsiteY4" fmla="*/ 8322 h 173733"/>
                <a:gd name="connsiteX5" fmla="*/ 5490 w 80405"/>
                <a:gd name="connsiteY5" fmla="*/ 39883 h 173733"/>
                <a:gd name="connsiteX6" fmla="*/ 351 w 80405"/>
                <a:gd name="connsiteY6" fmla="*/ 45487 h 173733"/>
                <a:gd name="connsiteX7" fmla="*/ 1560 w 80405"/>
                <a:gd name="connsiteY7" fmla="*/ 47552 h 173733"/>
                <a:gd name="connsiteX8" fmla="*/ 17581 w 80405"/>
                <a:gd name="connsiteY8" fmla="*/ 47552 h 173733"/>
                <a:gd name="connsiteX9" fmla="*/ 17581 w 80405"/>
                <a:gd name="connsiteY9" fmla="*/ 136336 h 173733"/>
                <a:gd name="connsiteX10" fmla="*/ 44484 w 80405"/>
                <a:gd name="connsiteY10" fmla="*/ 173796 h 173733"/>
                <a:gd name="connsiteX11" fmla="*/ 80757 w 80405"/>
                <a:gd name="connsiteY11" fmla="*/ 151379 h 173733"/>
                <a:gd name="connsiteX12" fmla="*/ 76828 w 80405"/>
                <a:gd name="connsiteY12" fmla="*/ 148135 h 173733"/>
                <a:gd name="connsiteX13" fmla="*/ 58691 w 80405"/>
                <a:gd name="connsiteY13" fmla="*/ 158458 h 173733"/>
                <a:gd name="connsiteX14" fmla="*/ 42973 w 80405"/>
                <a:gd name="connsiteY14" fmla="*/ 131912 h 173733"/>
                <a:gd name="connsiteX15" fmla="*/ 42973 w 80405"/>
                <a:gd name="connsiteY15" fmla="*/ 47552 h 173733"/>
                <a:gd name="connsiteX16" fmla="*/ 73503 w 80405"/>
                <a:gd name="connsiteY16" fmla="*/ 47552 h 173733"/>
                <a:gd name="connsiteX17" fmla="*/ 73503 w 80405"/>
                <a:gd name="connsiteY17" fmla="*/ 38113 h 173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80405" h="173733">
                  <a:moveTo>
                    <a:pt x="73503" y="38113"/>
                  </a:moveTo>
                  <a:lnTo>
                    <a:pt x="42973" y="38113"/>
                  </a:lnTo>
                  <a:lnTo>
                    <a:pt x="42973" y="3897"/>
                  </a:lnTo>
                  <a:cubicBezTo>
                    <a:pt x="42973" y="948"/>
                    <a:pt x="42670" y="63"/>
                    <a:pt x="40857" y="63"/>
                  </a:cubicBezTo>
                  <a:cubicBezTo>
                    <a:pt x="38741" y="2717"/>
                    <a:pt x="36927" y="5372"/>
                    <a:pt x="34811" y="8322"/>
                  </a:cubicBezTo>
                  <a:cubicBezTo>
                    <a:pt x="23324" y="24545"/>
                    <a:pt x="10326" y="38703"/>
                    <a:pt x="5490" y="39883"/>
                  </a:cubicBezTo>
                  <a:cubicBezTo>
                    <a:pt x="2165" y="41948"/>
                    <a:pt x="351" y="44012"/>
                    <a:pt x="351" y="45487"/>
                  </a:cubicBezTo>
                  <a:cubicBezTo>
                    <a:pt x="351" y="46372"/>
                    <a:pt x="654" y="46962"/>
                    <a:pt x="1560" y="47552"/>
                  </a:cubicBezTo>
                  <a:lnTo>
                    <a:pt x="17581" y="47552"/>
                  </a:lnTo>
                  <a:lnTo>
                    <a:pt x="17581" y="136336"/>
                  </a:lnTo>
                  <a:cubicBezTo>
                    <a:pt x="17581" y="161113"/>
                    <a:pt x="26650" y="173796"/>
                    <a:pt x="44484" y="173796"/>
                  </a:cubicBezTo>
                  <a:cubicBezTo>
                    <a:pt x="59296" y="173796"/>
                    <a:pt x="70782" y="166717"/>
                    <a:pt x="80757" y="151379"/>
                  </a:cubicBezTo>
                  <a:lnTo>
                    <a:pt x="76828" y="148135"/>
                  </a:lnTo>
                  <a:cubicBezTo>
                    <a:pt x="70480" y="155509"/>
                    <a:pt x="65341" y="158458"/>
                    <a:pt x="58691" y="158458"/>
                  </a:cubicBezTo>
                  <a:cubicBezTo>
                    <a:pt x="47507" y="158458"/>
                    <a:pt x="42973" y="150494"/>
                    <a:pt x="42973" y="131912"/>
                  </a:cubicBezTo>
                  <a:lnTo>
                    <a:pt x="42973" y="47552"/>
                  </a:lnTo>
                  <a:lnTo>
                    <a:pt x="73503" y="47552"/>
                  </a:lnTo>
                  <a:lnTo>
                    <a:pt x="73503" y="38113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7F58888-DD9D-3F45-9753-ADA72EC350A3}"/>
                </a:ext>
              </a:extLst>
            </p:cNvPr>
            <p:cNvSpPr/>
            <p:nvPr>
              <p:custDataLst>
                <p:tags r:id="rId173"/>
              </p:custDataLst>
            </p:nvPr>
          </p:nvSpPr>
          <p:spPr>
            <a:xfrm>
              <a:off x="10263205" y="3396613"/>
              <a:ext cx="138443" cy="136863"/>
            </a:xfrm>
            <a:custGeom>
              <a:avLst/>
              <a:gdLst>
                <a:gd name="connsiteX0" fmla="*/ 138800 w 138443"/>
                <a:gd name="connsiteY0" fmla="*/ 63 h 136863"/>
                <a:gd name="connsiteX1" fmla="*/ 96783 w 138443"/>
                <a:gd name="connsiteY1" fmla="*/ 63 h 136863"/>
                <a:gd name="connsiteX2" fmla="*/ 96783 w 138443"/>
                <a:gd name="connsiteY2" fmla="*/ 4487 h 136863"/>
                <a:gd name="connsiteX3" fmla="*/ 110990 w 138443"/>
                <a:gd name="connsiteY3" fmla="*/ 13926 h 136863"/>
                <a:gd name="connsiteX4" fmla="*/ 109177 w 138443"/>
                <a:gd name="connsiteY4" fmla="*/ 22775 h 136863"/>
                <a:gd name="connsiteX5" fmla="*/ 79251 w 138443"/>
                <a:gd name="connsiteY5" fmla="*/ 99171 h 136863"/>
                <a:gd name="connsiteX6" fmla="*/ 48419 w 138443"/>
                <a:gd name="connsiteY6" fmla="*/ 23660 h 136863"/>
                <a:gd name="connsiteX7" fmla="*/ 45698 w 138443"/>
                <a:gd name="connsiteY7" fmla="*/ 12746 h 136863"/>
                <a:gd name="connsiteX8" fmla="*/ 59603 w 138443"/>
                <a:gd name="connsiteY8" fmla="*/ 4487 h 136863"/>
                <a:gd name="connsiteX9" fmla="*/ 59603 w 138443"/>
                <a:gd name="connsiteY9" fmla="*/ 63 h 136863"/>
                <a:gd name="connsiteX10" fmla="*/ 357 w 138443"/>
                <a:gd name="connsiteY10" fmla="*/ 63 h 136863"/>
                <a:gd name="connsiteX11" fmla="*/ 357 w 138443"/>
                <a:gd name="connsiteY11" fmla="*/ 4487 h 136863"/>
                <a:gd name="connsiteX12" fmla="*/ 27864 w 138443"/>
                <a:gd name="connsiteY12" fmla="*/ 38408 h 136863"/>
                <a:gd name="connsiteX13" fmla="*/ 64137 w 138443"/>
                <a:gd name="connsiteY13" fmla="*/ 123063 h 136863"/>
                <a:gd name="connsiteX14" fmla="*/ 66555 w 138443"/>
                <a:gd name="connsiteY14" fmla="*/ 129257 h 136863"/>
                <a:gd name="connsiteX15" fmla="*/ 71996 w 138443"/>
                <a:gd name="connsiteY15" fmla="*/ 136926 h 136863"/>
                <a:gd name="connsiteX16" fmla="*/ 80460 w 138443"/>
                <a:gd name="connsiteY16" fmla="*/ 122178 h 136863"/>
                <a:gd name="connsiteX17" fmla="*/ 119152 w 138443"/>
                <a:gd name="connsiteY17" fmla="*/ 27494 h 136863"/>
                <a:gd name="connsiteX18" fmla="*/ 138800 w 138443"/>
                <a:gd name="connsiteY18" fmla="*/ 4487 h 136863"/>
                <a:gd name="connsiteX19" fmla="*/ 138800 w 138443"/>
                <a:gd name="connsiteY19" fmla="*/ 63 h 136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8443" h="136863">
                  <a:moveTo>
                    <a:pt x="138800" y="63"/>
                  </a:moveTo>
                  <a:lnTo>
                    <a:pt x="96783" y="63"/>
                  </a:lnTo>
                  <a:lnTo>
                    <a:pt x="96783" y="4487"/>
                  </a:lnTo>
                  <a:cubicBezTo>
                    <a:pt x="106456" y="5372"/>
                    <a:pt x="110990" y="8322"/>
                    <a:pt x="110990" y="13926"/>
                  </a:cubicBezTo>
                  <a:cubicBezTo>
                    <a:pt x="110990" y="16876"/>
                    <a:pt x="110386" y="19825"/>
                    <a:pt x="109177" y="22775"/>
                  </a:cubicBezTo>
                  <a:lnTo>
                    <a:pt x="79251" y="99171"/>
                  </a:lnTo>
                  <a:lnTo>
                    <a:pt x="48419" y="23660"/>
                  </a:lnTo>
                  <a:cubicBezTo>
                    <a:pt x="46605" y="19530"/>
                    <a:pt x="45698" y="15401"/>
                    <a:pt x="45698" y="12746"/>
                  </a:cubicBezTo>
                  <a:cubicBezTo>
                    <a:pt x="45698" y="7437"/>
                    <a:pt x="49023" y="5372"/>
                    <a:pt x="59603" y="4487"/>
                  </a:cubicBezTo>
                  <a:lnTo>
                    <a:pt x="59603" y="63"/>
                  </a:lnTo>
                  <a:lnTo>
                    <a:pt x="357" y="63"/>
                  </a:lnTo>
                  <a:lnTo>
                    <a:pt x="357" y="4487"/>
                  </a:lnTo>
                  <a:cubicBezTo>
                    <a:pt x="11843" y="5077"/>
                    <a:pt x="13959" y="8027"/>
                    <a:pt x="27864" y="38408"/>
                  </a:cubicBezTo>
                  <a:lnTo>
                    <a:pt x="64137" y="123063"/>
                  </a:lnTo>
                  <a:cubicBezTo>
                    <a:pt x="64742" y="124832"/>
                    <a:pt x="65649" y="126897"/>
                    <a:pt x="66555" y="129257"/>
                  </a:cubicBezTo>
                  <a:cubicBezTo>
                    <a:pt x="68369" y="134566"/>
                    <a:pt x="70183" y="136926"/>
                    <a:pt x="71996" y="136926"/>
                  </a:cubicBezTo>
                  <a:cubicBezTo>
                    <a:pt x="73810" y="136926"/>
                    <a:pt x="75926" y="133091"/>
                    <a:pt x="80460" y="122178"/>
                  </a:cubicBezTo>
                  <a:lnTo>
                    <a:pt x="119152" y="27494"/>
                  </a:lnTo>
                  <a:cubicBezTo>
                    <a:pt x="127918" y="7437"/>
                    <a:pt x="129732" y="5372"/>
                    <a:pt x="138800" y="4487"/>
                  </a:cubicBezTo>
                  <a:lnTo>
                    <a:pt x="138800" y="63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8" name="Freeform: Shape 2047">
              <a:extLst>
                <a:ext uri="{FF2B5EF4-FFF2-40B4-BE49-F238E27FC236}">
                  <a16:creationId xmlns:a16="http://schemas.microsoft.com/office/drawing/2014/main" id="{20CFBBD4-DA75-2A18-819E-E9C15247FD13}"/>
                </a:ext>
              </a:extLst>
            </p:cNvPr>
            <p:cNvSpPr/>
            <p:nvPr>
              <p:custDataLst>
                <p:tags r:id="rId174"/>
              </p:custDataLst>
            </p:nvPr>
          </p:nvSpPr>
          <p:spPr>
            <a:xfrm>
              <a:off x="10412767" y="3393664"/>
              <a:ext cx="122422" cy="138632"/>
            </a:xfrm>
            <a:custGeom>
              <a:avLst/>
              <a:gdLst>
                <a:gd name="connsiteX0" fmla="*/ 122784 w 122422"/>
                <a:gd name="connsiteY0" fmla="*/ 116278 h 138632"/>
                <a:gd name="connsiteX1" fmla="*/ 109484 w 122422"/>
                <a:gd name="connsiteY1" fmla="*/ 121883 h 138632"/>
                <a:gd name="connsiteX2" fmla="*/ 100415 w 122422"/>
                <a:gd name="connsiteY2" fmla="*/ 104775 h 138632"/>
                <a:gd name="connsiteX3" fmla="*/ 100415 w 122422"/>
                <a:gd name="connsiteY3" fmla="*/ 47257 h 138632"/>
                <a:gd name="connsiteX4" fmla="*/ 94370 w 122422"/>
                <a:gd name="connsiteY4" fmla="*/ 16286 h 138632"/>
                <a:gd name="connsiteX5" fmla="*/ 56887 w 122422"/>
                <a:gd name="connsiteY5" fmla="*/ 63 h 138632"/>
                <a:gd name="connsiteX6" fmla="*/ 6105 w 122422"/>
                <a:gd name="connsiteY6" fmla="*/ 33099 h 138632"/>
                <a:gd name="connsiteX7" fmla="*/ 19103 w 122422"/>
                <a:gd name="connsiteY7" fmla="*/ 45782 h 138632"/>
                <a:gd name="connsiteX8" fmla="*/ 32705 w 122422"/>
                <a:gd name="connsiteY8" fmla="*/ 33394 h 138632"/>
                <a:gd name="connsiteX9" fmla="*/ 32100 w 122422"/>
                <a:gd name="connsiteY9" fmla="*/ 28674 h 138632"/>
                <a:gd name="connsiteX10" fmla="*/ 31194 w 122422"/>
                <a:gd name="connsiteY10" fmla="*/ 21595 h 138632"/>
                <a:gd name="connsiteX11" fmla="*/ 52958 w 122422"/>
                <a:gd name="connsiteY11" fmla="*/ 7142 h 138632"/>
                <a:gd name="connsiteX12" fmla="*/ 75931 w 122422"/>
                <a:gd name="connsiteY12" fmla="*/ 31624 h 138632"/>
                <a:gd name="connsiteX13" fmla="*/ 75931 w 122422"/>
                <a:gd name="connsiteY13" fmla="*/ 49617 h 138632"/>
                <a:gd name="connsiteX14" fmla="*/ 11243 w 122422"/>
                <a:gd name="connsiteY14" fmla="*/ 81473 h 138632"/>
                <a:gd name="connsiteX15" fmla="*/ 361 w 122422"/>
                <a:gd name="connsiteY15" fmla="*/ 107135 h 138632"/>
                <a:gd name="connsiteX16" fmla="*/ 32100 w 122422"/>
                <a:gd name="connsiteY16" fmla="*/ 138696 h 138632"/>
                <a:gd name="connsiteX17" fmla="*/ 76233 w 122422"/>
                <a:gd name="connsiteY17" fmla="*/ 117163 h 138632"/>
                <a:gd name="connsiteX18" fmla="*/ 95579 w 122422"/>
                <a:gd name="connsiteY18" fmla="*/ 138696 h 138632"/>
                <a:gd name="connsiteX19" fmla="*/ 122784 w 122422"/>
                <a:gd name="connsiteY19" fmla="*/ 123947 h 138632"/>
                <a:gd name="connsiteX20" fmla="*/ 122784 w 122422"/>
                <a:gd name="connsiteY20" fmla="*/ 116278 h 138632"/>
                <a:gd name="connsiteX21" fmla="*/ 75931 w 122422"/>
                <a:gd name="connsiteY21" fmla="*/ 99465 h 138632"/>
                <a:gd name="connsiteX22" fmla="*/ 68072 w 122422"/>
                <a:gd name="connsiteY22" fmla="*/ 114804 h 138632"/>
                <a:gd name="connsiteX23" fmla="*/ 46005 w 122422"/>
                <a:gd name="connsiteY23" fmla="*/ 121588 h 138632"/>
                <a:gd name="connsiteX24" fmla="*/ 26962 w 122422"/>
                <a:gd name="connsiteY24" fmla="*/ 98876 h 138632"/>
                <a:gd name="connsiteX25" fmla="*/ 26962 w 122422"/>
                <a:gd name="connsiteY25" fmla="*/ 97696 h 138632"/>
                <a:gd name="connsiteX26" fmla="*/ 75931 w 122422"/>
                <a:gd name="connsiteY26" fmla="*/ 56696 h 138632"/>
                <a:gd name="connsiteX27" fmla="*/ 75931 w 122422"/>
                <a:gd name="connsiteY27" fmla="*/ 99465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22422" h="138632">
                  <a:moveTo>
                    <a:pt x="122784" y="116278"/>
                  </a:moveTo>
                  <a:cubicBezTo>
                    <a:pt x="117645" y="120408"/>
                    <a:pt x="114018" y="121883"/>
                    <a:pt x="109484" y="121883"/>
                  </a:cubicBezTo>
                  <a:cubicBezTo>
                    <a:pt x="102531" y="121883"/>
                    <a:pt x="100415" y="117753"/>
                    <a:pt x="100415" y="104775"/>
                  </a:cubicBezTo>
                  <a:lnTo>
                    <a:pt x="100415" y="47257"/>
                  </a:lnTo>
                  <a:cubicBezTo>
                    <a:pt x="100415" y="31919"/>
                    <a:pt x="98904" y="23365"/>
                    <a:pt x="94370" y="16286"/>
                  </a:cubicBezTo>
                  <a:cubicBezTo>
                    <a:pt x="87720" y="5667"/>
                    <a:pt x="74722" y="63"/>
                    <a:pt x="56887" y="63"/>
                  </a:cubicBezTo>
                  <a:cubicBezTo>
                    <a:pt x="28473" y="63"/>
                    <a:pt x="6105" y="14516"/>
                    <a:pt x="6105" y="33099"/>
                  </a:cubicBezTo>
                  <a:cubicBezTo>
                    <a:pt x="6105" y="39883"/>
                    <a:pt x="12150" y="45782"/>
                    <a:pt x="19103" y="45782"/>
                  </a:cubicBezTo>
                  <a:cubicBezTo>
                    <a:pt x="26357" y="45782"/>
                    <a:pt x="32705" y="39883"/>
                    <a:pt x="32705" y="33394"/>
                  </a:cubicBezTo>
                  <a:cubicBezTo>
                    <a:pt x="32705" y="32214"/>
                    <a:pt x="32403" y="30739"/>
                    <a:pt x="32100" y="28674"/>
                  </a:cubicBezTo>
                  <a:cubicBezTo>
                    <a:pt x="31496" y="26020"/>
                    <a:pt x="31194" y="23660"/>
                    <a:pt x="31194" y="21595"/>
                  </a:cubicBezTo>
                  <a:cubicBezTo>
                    <a:pt x="31194" y="13631"/>
                    <a:pt x="40867" y="7142"/>
                    <a:pt x="52958" y="7142"/>
                  </a:cubicBezTo>
                  <a:cubicBezTo>
                    <a:pt x="67769" y="7142"/>
                    <a:pt x="75931" y="15696"/>
                    <a:pt x="75931" y="31624"/>
                  </a:cubicBezTo>
                  <a:lnTo>
                    <a:pt x="75931" y="49617"/>
                  </a:lnTo>
                  <a:cubicBezTo>
                    <a:pt x="29380" y="67904"/>
                    <a:pt x="24241" y="70264"/>
                    <a:pt x="11243" y="81473"/>
                  </a:cubicBezTo>
                  <a:cubicBezTo>
                    <a:pt x="4593" y="87372"/>
                    <a:pt x="361" y="97401"/>
                    <a:pt x="361" y="107135"/>
                  </a:cubicBezTo>
                  <a:cubicBezTo>
                    <a:pt x="361" y="125717"/>
                    <a:pt x="13662" y="138696"/>
                    <a:pt x="32100" y="138696"/>
                  </a:cubicBezTo>
                  <a:cubicBezTo>
                    <a:pt x="45401" y="138696"/>
                    <a:pt x="57794" y="132501"/>
                    <a:pt x="76233" y="117163"/>
                  </a:cubicBezTo>
                  <a:cubicBezTo>
                    <a:pt x="77744" y="132501"/>
                    <a:pt x="83185" y="138696"/>
                    <a:pt x="95579" y="138696"/>
                  </a:cubicBezTo>
                  <a:cubicBezTo>
                    <a:pt x="105856" y="138696"/>
                    <a:pt x="112204" y="135156"/>
                    <a:pt x="122784" y="123947"/>
                  </a:cubicBezTo>
                  <a:lnTo>
                    <a:pt x="122784" y="116278"/>
                  </a:lnTo>
                  <a:close/>
                  <a:moveTo>
                    <a:pt x="75931" y="99465"/>
                  </a:moveTo>
                  <a:cubicBezTo>
                    <a:pt x="75931" y="108609"/>
                    <a:pt x="74419" y="111264"/>
                    <a:pt x="68072" y="114804"/>
                  </a:cubicBezTo>
                  <a:cubicBezTo>
                    <a:pt x="60817" y="118933"/>
                    <a:pt x="52353" y="121588"/>
                    <a:pt x="46005" y="121588"/>
                  </a:cubicBezTo>
                  <a:cubicBezTo>
                    <a:pt x="35426" y="121588"/>
                    <a:pt x="26962" y="111559"/>
                    <a:pt x="26962" y="98876"/>
                  </a:cubicBezTo>
                  <a:lnTo>
                    <a:pt x="26962" y="97696"/>
                  </a:lnTo>
                  <a:cubicBezTo>
                    <a:pt x="26962" y="80293"/>
                    <a:pt x="39355" y="69674"/>
                    <a:pt x="75931" y="56696"/>
                  </a:cubicBezTo>
                  <a:lnTo>
                    <a:pt x="75931" y="99465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9" name="Freeform: Shape 2048">
              <a:extLst>
                <a:ext uri="{FF2B5EF4-FFF2-40B4-BE49-F238E27FC236}">
                  <a16:creationId xmlns:a16="http://schemas.microsoft.com/office/drawing/2014/main" id="{ADF36ADF-1E15-919D-312D-07DD9554AA0C}"/>
                </a:ext>
              </a:extLst>
            </p:cNvPr>
            <p:cNvSpPr/>
            <p:nvPr>
              <p:custDataLst>
                <p:tags r:id="rId175"/>
              </p:custDataLst>
            </p:nvPr>
          </p:nvSpPr>
          <p:spPr>
            <a:xfrm>
              <a:off x="10542039" y="3327887"/>
              <a:ext cx="71942" cy="201460"/>
            </a:xfrm>
            <a:custGeom>
              <a:avLst/>
              <a:gdLst>
                <a:gd name="connsiteX0" fmla="*/ 366 w 71942"/>
                <a:gd name="connsiteY0" fmla="*/ 17761 h 201460"/>
                <a:gd name="connsiteX1" fmla="*/ 2179 w 71942"/>
                <a:gd name="connsiteY1" fmla="*/ 17761 h 201460"/>
                <a:gd name="connsiteX2" fmla="*/ 11550 w 71942"/>
                <a:gd name="connsiteY2" fmla="*/ 17171 h 201460"/>
                <a:gd name="connsiteX3" fmla="*/ 24246 w 71942"/>
                <a:gd name="connsiteY3" fmla="*/ 35163 h 201460"/>
                <a:gd name="connsiteX4" fmla="*/ 24246 w 71942"/>
                <a:gd name="connsiteY4" fmla="*/ 175861 h 201460"/>
                <a:gd name="connsiteX5" fmla="*/ 970 w 71942"/>
                <a:gd name="connsiteY5" fmla="*/ 197098 h 201460"/>
                <a:gd name="connsiteX6" fmla="*/ 970 w 71942"/>
                <a:gd name="connsiteY6" fmla="*/ 201523 h 201460"/>
                <a:gd name="connsiteX7" fmla="*/ 72308 w 71942"/>
                <a:gd name="connsiteY7" fmla="*/ 201523 h 201460"/>
                <a:gd name="connsiteX8" fmla="*/ 72308 w 71942"/>
                <a:gd name="connsiteY8" fmla="*/ 197098 h 201460"/>
                <a:gd name="connsiteX9" fmla="*/ 49637 w 71942"/>
                <a:gd name="connsiteY9" fmla="*/ 176746 h 201460"/>
                <a:gd name="connsiteX10" fmla="*/ 49637 w 71942"/>
                <a:gd name="connsiteY10" fmla="*/ 653 h 201460"/>
                <a:gd name="connsiteX11" fmla="*/ 48428 w 71942"/>
                <a:gd name="connsiteY11" fmla="*/ 63 h 201460"/>
                <a:gd name="connsiteX12" fmla="*/ 366 w 71942"/>
                <a:gd name="connsiteY12" fmla="*/ 13041 h 201460"/>
                <a:gd name="connsiteX13" fmla="*/ 366 w 71942"/>
                <a:gd name="connsiteY13" fmla="*/ 17761 h 2014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1942" h="201460">
                  <a:moveTo>
                    <a:pt x="366" y="17761"/>
                  </a:moveTo>
                  <a:lnTo>
                    <a:pt x="2179" y="17761"/>
                  </a:lnTo>
                  <a:cubicBezTo>
                    <a:pt x="5504" y="17466"/>
                    <a:pt x="9132" y="17171"/>
                    <a:pt x="11550" y="17171"/>
                  </a:cubicBezTo>
                  <a:cubicBezTo>
                    <a:pt x="21223" y="17171"/>
                    <a:pt x="24246" y="21300"/>
                    <a:pt x="24246" y="35163"/>
                  </a:cubicBezTo>
                  <a:lnTo>
                    <a:pt x="24246" y="175861"/>
                  </a:lnTo>
                  <a:cubicBezTo>
                    <a:pt x="24246" y="191789"/>
                    <a:pt x="20014" y="195624"/>
                    <a:pt x="970" y="197098"/>
                  </a:cubicBezTo>
                  <a:lnTo>
                    <a:pt x="970" y="201523"/>
                  </a:lnTo>
                  <a:lnTo>
                    <a:pt x="72308" y="201523"/>
                  </a:lnTo>
                  <a:lnTo>
                    <a:pt x="72308" y="197098"/>
                  </a:lnTo>
                  <a:cubicBezTo>
                    <a:pt x="53264" y="195919"/>
                    <a:pt x="49637" y="192969"/>
                    <a:pt x="49637" y="176746"/>
                  </a:cubicBezTo>
                  <a:lnTo>
                    <a:pt x="49637" y="653"/>
                  </a:lnTo>
                  <a:lnTo>
                    <a:pt x="48428" y="63"/>
                  </a:lnTo>
                  <a:cubicBezTo>
                    <a:pt x="32709" y="5077"/>
                    <a:pt x="21223" y="8027"/>
                    <a:pt x="366" y="13041"/>
                  </a:cubicBezTo>
                  <a:lnTo>
                    <a:pt x="366" y="17761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1" name="Freeform: Shape 2050">
              <a:extLst>
                <a:ext uri="{FF2B5EF4-FFF2-40B4-BE49-F238E27FC236}">
                  <a16:creationId xmlns:a16="http://schemas.microsoft.com/office/drawing/2014/main" id="{6286DF65-171E-7A12-C6D6-427DB0BA345C}"/>
                </a:ext>
              </a:extLst>
            </p:cNvPr>
            <p:cNvSpPr/>
            <p:nvPr>
              <p:custDataLst>
                <p:tags r:id="rId176"/>
              </p:custDataLst>
            </p:nvPr>
          </p:nvSpPr>
          <p:spPr>
            <a:xfrm>
              <a:off x="10623361" y="3396613"/>
              <a:ext cx="142070" cy="135683"/>
            </a:xfrm>
            <a:custGeom>
              <a:avLst/>
              <a:gdLst>
                <a:gd name="connsiteX0" fmla="*/ 142439 w 142070"/>
                <a:gd name="connsiteY0" fmla="*/ 118048 h 135683"/>
                <a:gd name="connsiteX1" fmla="*/ 140928 w 142070"/>
                <a:gd name="connsiteY1" fmla="*/ 118048 h 135683"/>
                <a:gd name="connsiteX2" fmla="*/ 123698 w 142070"/>
                <a:gd name="connsiteY2" fmla="*/ 101235 h 135683"/>
                <a:gd name="connsiteX3" fmla="*/ 123698 w 142070"/>
                <a:gd name="connsiteY3" fmla="*/ 63 h 135683"/>
                <a:gd name="connsiteX4" fmla="*/ 75938 w 142070"/>
                <a:gd name="connsiteY4" fmla="*/ 63 h 135683"/>
                <a:gd name="connsiteX5" fmla="*/ 75938 w 142070"/>
                <a:gd name="connsiteY5" fmla="*/ 5077 h 135683"/>
                <a:gd name="connsiteX6" fmla="*/ 98307 w 142070"/>
                <a:gd name="connsiteY6" fmla="*/ 23660 h 135683"/>
                <a:gd name="connsiteX7" fmla="*/ 98307 w 142070"/>
                <a:gd name="connsiteY7" fmla="*/ 92976 h 135683"/>
                <a:gd name="connsiteX8" fmla="*/ 92563 w 142070"/>
                <a:gd name="connsiteY8" fmla="*/ 108609 h 135683"/>
                <a:gd name="connsiteX9" fmla="*/ 65963 w 142070"/>
                <a:gd name="connsiteY9" fmla="*/ 118638 h 135683"/>
                <a:gd name="connsiteX10" fmla="*/ 44501 w 142070"/>
                <a:gd name="connsiteY10" fmla="*/ 96221 h 135683"/>
                <a:gd name="connsiteX11" fmla="*/ 44501 w 142070"/>
                <a:gd name="connsiteY11" fmla="*/ 63 h 135683"/>
                <a:gd name="connsiteX12" fmla="*/ 368 w 142070"/>
                <a:gd name="connsiteY12" fmla="*/ 63 h 135683"/>
                <a:gd name="connsiteX13" fmla="*/ 368 w 142070"/>
                <a:gd name="connsiteY13" fmla="*/ 4192 h 135683"/>
                <a:gd name="connsiteX14" fmla="*/ 19110 w 142070"/>
                <a:gd name="connsiteY14" fmla="*/ 23070 h 135683"/>
                <a:gd name="connsiteX15" fmla="*/ 19110 w 142070"/>
                <a:gd name="connsiteY15" fmla="*/ 97401 h 135683"/>
                <a:gd name="connsiteX16" fmla="*/ 55685 w 142070"/>
                <a:gd name="connsiteY16" fmla="*/ 135746 h 135683"/>
                <a:gd name="connsiteX17" fmla="*/ 86820 w 142070"/>
                <a:gd name="connsiteY17" fmla="*/ 123063 h 135683"/>
                <a:gd name="connsiteX18" fmla="*/ 99818 w 142070"/>
                <a:gd name="connsiteY18" fmla="*/ 110379 h 135683"/>
                <a:gd name="connsiteX19" fmla="*/ 99818 w 142070"/>
                <a:gd name="connsiteY19" fmla="*/ 134861 h 135683"/>
                <a:gd name="connsiteX20" fmla="*/ 101027 w 142070"/>
                <a:gd name="connsiteY20" fmla="*/ 135451 h 135683"/>
                <a:gd name="connsiteX21" fmla="*/ 142439 w 142070"/>
                <a:gd name="connsiteY21" fmla="*/ 122178 h 135683"/>
                <a:gd name="connsiteX22" fmla="*/ 142439 w 142070"/>
                <a:gd name="connsiteY22" fmla="*/ 118048 h 1356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42070" h="135683">
                  <a:moveTo>
                    <a:pt x="142439" y="118048"/>
                  </a:moveTo>
                  <a:lnTo>
                    <a:pt x="140928" y="118048"/>
                  </a:lnTo>
                  <a:cubicBezTo>
                    <a:pt x="127023" y="118048"/>
                    <a:pt x="123698" y="114804"/>
                    <a:pt x="123698" y="101235"/>
                  </a:cubicBezTo>
                  <a:lnTo>
                    <a:pt x="123698" y="63"/>
                  </a:lnTo>
                  <a:lnTo>
                    <a:pt x="75938" y="63"/>
                  </a:lnTo>
                  <a:lnTo>
                    <a:pt x="75938" y="5077"/>
                  </a:lnTo>
                  <a:cubicBezTo>
                    <a:pt x="94679" y="5962"/>
                    <a:pt x="98307" y="8912"/>
                    <a:pt x="98307" y="23660"/>
                  </a:cubicBezTo>
                  <a:lnTo>
                    <a:pt x="98307" y="92976"/>
                  </a:lnTo>
                  <a:cubicBezTo>
                    <a:pt x="98307" y="101235"/>
                    <a:pt x="96795" y="105365"/>
                    <a:pt x="92563" y="108609"/>
                  </a:cubicBezTo>
                  <a:cubicBezTo>
                    <a:pt x="84402" y="115099"/>
                    <a:pt x="75031" y="118638"/>
                    <a:pt x="65963" y="118638"/>
                  </a:cubicBezTo>
                  <a:cubicBezTo>
                    <a:pt x="54174" y="118638"/>
                    <a:pt x="44501" y="108609"/>
                    <a:pt x="44501" y="96221"/>
                  </a:cubicBezTo>
                  <a:lnTo>
                    <a:pt x="44501" y="63"/>
                  </a:lnTo>
                  <a:lnTo>
                    <a:pt x="368" y="63"/>
                  </a:lnTo>
                  <a:lnTo>
                    <a:pt x="368" y="4192"/>
                  </a:lnTo>
                  <a:cubicBezTo>
                    <a:pt x="14878" y="5077"/>
                    <a:pt x="19110" y="9502"/>
                    <a:pt x="19110" y="23070"/>
                  </a:cubicBezTo>
                  <a:lnTo>
                    <a:pt x="19110" y="97401"/>
                  </a:lnTo>
                  <a:cubicBezTo>
                    <a:pt x="19110" y="120703"/>
                    <a:pt x="33619" y="135746"/>
                    <a:pt x="55685" y="135746"/>
                  </a:cubicBezTo>
                  <a:cubicBezTo>
                    <a:pt x="66870" y="135746"/>
                    <a:pt x="78658" y="131027"/>
                    <a:pt x="86820" y="123063"/>
                  </a:cubicBezTo>
                  <a:lnTo>
                    <a:pt x="99818" y="110379"/>
                  </a:lnTo>
                  <a:lnTo>
                    <a:pt x="99818" y="134861"/>
                  </a:lnTo>
                  <a:lnTo>
                    <a:pt x="101027" y="135451"/>
                  </a:lnTo>
                  <a:cubicBezTo>
                    <a:pt x="116141" y="129552"/>
                    <a:pt x="127023" y="126307"/>
                    <a:pt x="142439" y="122178"/>
                  </a:cubicBezTo>
                  <a:lnTo>
                    <a:pt x="142439" y="118048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2" name="Freeform: Shape 2051">
              <a:extLst>
                <a:ext uri="{FF2B5EF4-FFF2-40B4-BE49-F238E27FC236}">
                  <a16:creationId xmlns:a16="http://schemas.microsoft.com/office/drawing/2014/main" id="{05CF70E5-3489-7732-13C0-72FFDB10BA0A}"/>
                </a:ext>
              </a:extLst>
            </p:cNvPr>
            <p:cNvSpPr/>
            <p:nvPr>
              <p:custDataLst>
                <p:tags r:id="rId177"/>
              </p:custDataLst>
            </p:nvPr>
          </p:nvSpPr>
          <p:spPr>
            <a:xfrm>
              <a:off x="10779904" y="3393664"/>
              <a:ext cx="120608" cy="138632"/>
            </a:xfrm>
            <a:custGeom>
              <a:avLst/>
              <a:gdLst>
                <a:gd name="connsiteX0" fmla="*/ 116146 w 120608"/>
                <a:gd name="connsiteY0" fmla="*/ 87372 h 138632"/>
                <a:gd name="connsiteX1" fmla="*/ 69293 w 120608"/>
                <a:gd name="connsiteY1" fmla="*/ 118343 h 138632"/>
                <a:gd name="connsiteX2" fmla="*/ 30299 w 120608"/>
                <a:gd name="connsiteY2" fmla="*/ 92976 h 138632"/>
                <a:gd name="connsiteX3" fmla="*/ 22138 w 120608"/>
                <a:gd name="connsiteY3" fmla="*/ 54041 h 138632"/>
                <a:gd name="connsiteX4" fmla="*/ 115239 w 120608"/>
                <a:gd name="connsiteY4" fmla="*/ 54041 h 138632"/>
                <a:gd name="connsiteX5" fmla="*/ 102241 w 120608"/>
                <a:gd name="connsiteY5" fmla="*/ 16876 h 138632"/>
                <a:gd name="connsiteX6" fmla="*/ 63550 w 120608"/>
                <a:gd name="connsiteY6" fmla="*/ 63 h 138632"/>
                <a:gd name="connsiteX7" fmla="*/ 22742 w 120608"/>
                <a:gd name="connsiteY7" fmla="*/ 15401 h 138632"/>
                <a:gd name="connsiteX8" fmla="*/ 373 w 120608"/>
                <a:gd name="connsiteY8" fmla="*/ 72624 h 138632"/>
                <a:gd name="connsiteX9" fmla="*/ 56899 w 120608"/>
                <a:gd name="connsiteY9" fmla="*/ 138696 h 138632"/>
                <a:gd name="connsiteX10" fmla="*/ 120982 w 120608"/>
                <a:gd name="connsiteY10" fmla="*/ 89437 h 138632"/>
                <a:gd name="connsiteX11" fmla="*/ 116146 w 120608"/>
                <a:gd name="connsiteY11" fmla="*/ 87372 h 138632"/>
                <a:gd name="connsiteX12" fmla="*/ 22742 w 120608"/>
                <a:gd name="connsiteY12" fmla="*/ 44602 h 138632"/>
                <a:gd name="connsiteX13" fmla="*/ 54784 w 120608"/>
                <a:gd name="connsiteY13" fmla="*/ 10681 h 138632"/>
                <a:gd name="connsiteX14" fmla="*/ 84407 w 120608"/>
                <a:gd name="connsiteY14" fmla="*/ 44602 h 138632"/>
                <a:gd name="connsiteX15" fmla="*/ 22742 w 120608"/>
                <a:gd name="connsiteY15" fmla="*/ 44602 h 1386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20608" h="138632">
                  <a:moveTo>
                    <a:pt x="116146" y="87372"/>
                  </a:moveTo>
                  <a:cubicBezTo>
                    <a:pt x="101637" y="109789"/>
                    <a:pt x="88639" y="118343"/>
                    <a:pt x="69293" y="118343"/>
                  </a:cubicBezTo>
                  <a:cubicBezTo>
                    <a:pt x="52063" y="118343"/>
                    <a:pt x="39065" y="109789"/>
                    <a:pt x="30299" y="92976"/>
                  </a:cubicBezTo>
                  <a:cubicBezTo>
                    <a:pt x="24858" y="81768"/>
                    <a:pt x="22742" y="72034"/>
                    <a:pt x="22138" y="54041"/>
                  </a:cubicBezTo>
                  <a:lnTo>
                    <a:pt x="115239" y="54041"/>
                  </a:lnTo>
                  <a:cubicBezTo>
                    <a:pt x="112821" y="34868"/>
                    <a:pt x="109798" y="26315"/>
                    <a:pt x="102241" y="16876"/>
                  </a:cubicBezTo>
                  <a:cubicBezTo>
                    <a:pt x="93173" y="6257"/>
                    <a:pt x="79268" y="63"/>
                    <a:pt x="63550" y="63"/>
                  </a:cubicBezTo>
                  <a:cubicBezTo>
                    <a:pt x="48436" y="63"/>
                    <a:pt x="34229" y="5372"/>
                    <a:pt x="22742" y="15401"/>
                  </a:cubicBezTo>
                  <a:cubicBezTo>
                    <a:pt x="8535" y="27494"/>
                    <a:pt x="373" y="48437"/>
                    <a:pt x="373" y="72624"/>
                  </a:cubicBezTo>
                  <a:cubicBezTo>
                    <a:pt x="373" y="113329"/>
                    <a:pt x="22138" y="138696"/>
                    <a:pt x="56899" y="138696"/>
                  </a:cubicBezTo>
                  <a:cubicBezTo>
                    <a:pt x="85616" y="138696"/>
                    <a:pt x="108287" y="121293"/>
                    <a:pt x="120982" y="89437"/>
                  </a:cubicBezTo>
                  <a:lnTo>
                    <a:pt x="116146" y="87372"/>
                  </a:lnTo>
                  <a:close/>
                  <a:moveTo>
                    <a:pt x="22742" y="44602"/>
                  </a:moveTo>
                  <a:cubicBezTo>
                    <a:pt x="26067" y="21595"/>
                    <a:pt x="36345" y="10681"/>
                    <a:pt x="54784" y="10681"/>
                  </a:cubicBezTo>
                  <a:cubicBezTo>
                    <a:pt x="73222" y="10681"/>
                    <a:pt x="80477" y="18940"/>
                    <a:pt x="84407" y="44602"/>
                  </a:cubicBezTo>
                  <a:lnTo>
                    <a:pt x="22742" y="44602"/>
                  </a:ln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3" name="Freeform: Shape 2052">
              <a:extLst>
                <a:ext uri="{FF2B5EF4-FFF2-40B4-BE49-F238E27FC236}">
                  <a16:creationId xmlns:a16="http://schemas.microsoft.com/office/drawing/2014/main" id="{C314D42B-CE72-A6D4-93DB-0E89DD248209}"/>
                </a:ext>
              </a:extLst>
            </p:cNvPr>
            <p:cNvSpPr/>
            <p:nvPr>
              <p:custDataLst>
                <p:tags r:id="rId178"/>
              </p:custDataLst>
            </p:nvPr>
          </p:nvSpPr>
          <p:spPr>
            <a:xfrm>
              <a:off x="10928219" y="3499850"/>
              <a:ext cx="33552" cy="32740"/>
            </a:xfrm>
            <a:custGeom>
              <a:avLst/>
              <a:gdLst>
                <a:gd name="connsiteX0" fmla="*/ 17003 w 33552"/>
                <a:gd name="connsiteY0" fmla="*/ 63 h 32740"/>
                <a:gd name="connsiteX1" fmla="*/ 378 w 33552"/>
                <a:gd name="connsiteY1" fmla="*/ 16876 h 32740"/>
                <a:gd name="connsiteX2" fmla="*/ 16701 w 33552"/>
                <a:gd name="connsiteY2" fmla="*/ 32804 h 32740"/>
                <a:gd name="connsiteX3" fmla="*/ 33931 w 33552"/>
                <a:gd name="connsiteY3" fmla="*/ 16876 h 32740"/>
                <a:gd name="connsiteX4" fmla="*/ 17003 w 33552"/>
                <a:gd name="connsiteY4" fmla="*/ 63 h 327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552" h="32740">
                  <a:moveTo>
                    <a:pt x="17003" y="63"/>
                  </a:moveTo>
                  <a:cubicBezTo>
                    <a:pt x="7935" y="63"/>
                    <a:pt x="378" y="7732"/>
                    <a:pt x="378" y="16876"/>
                  </a:cubicBezTo>
                  <a:cubicBezTo>
                    <a:pt x="378" y="25430"/>
                    <a:pt x="7935" y="32804"/>
                    <a:pt x="16701" y="32804"/>
                  </a:cubicBezTo>
                  <a:cubicBezTo>
                    <a:pt x="26072" y="32804"/>
                    <a:pt x="33931" y="25430"/>
                    <a:pt x="33931" y="16876"/>
                  </a:cubicBezTo>
                  <a:cubicBezTo>
                    <a:pt x="33931" y="7732"/>
                    <a:pt x="26072" y="63"/>
                    <a:pt x="17003" y="63"/>
                  </a:cubicBezTo>
                  <a:close/>
                </a:path>
              </a:pathLst>
            </a:custGeom>
            <a:solidFill>
              <a:srgbClr val="000000"/>
            </a:solidFill>
            <a:ln w="304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090" name="Group 2089" descr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y' =1+y; \,\, y(0)=0, \,\, n=4; \,\, h = (1-0)/4=0.25&#10;\end{align*}&#10;}&#10;\end{document}" title="IguanaTex Shape Display">
            <a:extLst>
              <a:ext uri="{FF2B5EF4-FFF2-40B4-BE49-F238E27FC236}">
                <a16:creationId xmlns:a16="http://schemas.microsoft.com/office/drawing/2014/main" id="{8F61A23E-7D9D-FF8F-1F6E-80B50A99659A}"/>
              </a:ext>
            </a:extLst>
          </p:cNvPr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2621941" y="817302"/>
            <a:ext cx="7049738" cy="363248"/>
            <a:chOff x="4959668" y="5606535"/>
            <a:chExt cx="7049738" cy="363248"/>
          </a:xfrm>
        </p:grpSpPr>
        <p:sp>
          <p:nvSpPr>
            <p:cNvPr id="2058" name="Freeform: Shape 2057">
              <a:extLst>
                <a:ext uri="{FF2B5EF4-FFF2-40B4-BE49-F238E27FC236}">
                  <a16:creationId xmlns:a16="http://schemas.microsoft.com/office/drawing/2014/main" id="{60C586CF-8335-09CE-2D9A-7D9790873533}"/>
                </a:ext>
              </a:extLst>
            </p:cNvPr>
            <p:cNvSpPr/>
            <p:nvPr>
              <p:custDataLst>
                <p:tags r:id="rId85"/>
              </p:custDataLst>
            </p:nvPr>
          </p:nvSpPr>
          <p:spPr>
            <a:xfrm>
              <a:off x="4959668" y="5736982"/>
              <a:ext cx="158627" cy="217977"/>
            </a:xfrm>
            <a:custGeom>
              <a:avLst/>
              <a:gdLst>
                <a:gd name="connsiteX0" fmla="*/ 13882 w 158627"/>
                <a:gd name="connsiteY0" fmla="*/ 13898 h 217977"/>
                <a:gd name="connsiteX1" fmla="*/ 24809 w 158627"/>
                <a:gd name="connsiteY1" fmla="*/ 12550 h 217977"/>
                <a:gd name="connsiteX2" fmla="*/ 66405 w 158627"/>
                <a:gd name="connsiteY2" fmla="*/ 78920 h 217977"/>
                <a:gd name="connsiteX3" fmla="*/ 80858 w 158627"/>
                <a:gd name="connsiteY3" fmla="*/ 145964 h 217977"/>
                <a:gd name="connsiteX4" fmla="*/ 73455 w 158627"/>
                <a:gd name="connsiteY4" fmla="*/ 162810 h 217977"/>
                <a:gd name="connsiteX5" fmla="*/ 51600 w 158627"/>
                <a:gd name="connsiteY5" fmla="*/ 189425 h 217977"/>
                <a:gd name="connsiteX6" fmla="*/ 35385 w 158627"/>
                <a:gd name="connsiteY6" fmla="*/ 199532 h 217977"/>
                <a:gd name="connsiteX7" fmla="*/ 26925 w 158627"/>
                <a:gd name="connsiteY7" fmla="*/ 195826 h 217977"/>
                <a:gd name="connsiteX8" fmla="*/ 13882 w 158627"/>
                <a:gd name="connsiteY8" fmla="*/ 190099 h 217977"/>
                <a:gd name="connsiteX9" fmla="*/ 134 w 158627"/>
                <a:gd name="connsiteY9" fmla="*/ 203238 h 217977"/>
                <a:gd name="connsiteX10" fmla="*/ 18112 w 158627"/>
                <a:gd name="connsiteY10" fmla="*/ 218062 h 217977"/>
                <a:gd name="connsiteX11" fmla="*/ 124921 w 158627"/>
                <a:gd name="connsiteY11" fmla="*/ 100819 h 217977"/>
                <a:gd name="connsiteX12" fmla="*/ 158761 w 158627"/>
                <a:gd name="connsiteY12" fmla="*/ 18614 h 217977"/>
                <a:gd name="connsiteX13" fmla="*/ 139373 w 158627"/>
                <a:gd name="connsiteY13" fmla="*/ 85 h 217977"/>
                <a:gd name="connsiteX14" fmla="*/ 125626 w 158627"/>
                <a:gd name="connsiteY14" fmla="*/ 12550 h 217977"/>
                <a:gd name="connsiteX15" fmla="*/ 135496 w 158627"/>
                <a:gd name="connsiteY15" fmla="*/ 25689 h 217977"/>
                <a:gd name="connsiteX16" fmla="*/ 144661 w 158627"/>
                <a:gd name="connsiteY16" fmla="*/ 37144 h 217977"/>
                <a:gd name="connsiteX17" fmla="*/ 101655 w 158627"/>
                <a:gd name="connsiteY17" fmla="*/ 124403 h 217977"/>
                <a:gd name="connsiteX18" fmla="*/ 94605 w 158627"/>
                <a:gd name="connsiteY18" fmla="*/ 85322 h 217977"/>
                <a:gd name="connsiteX19" fmla="*/ 64290 w 158627"/>
                <a:gd name="connsiteY19" fmla="*/ 85 h 217977"/>
                <a:gd name="connsiteX20" fmla="*/ 62880 w 158627"/>
                <a:gd name="connsiteY20" fmla="*/ 85 h 217977"/>
                <a:gd name="connsiteX21" fmla="*/ 59707 w 158627"/>
                <a:gd name="connsiteY21" fmla="*/ 422 h 217977"/>
                <a:gd name="connsiteX22" fmla="*/ 25162 w 158627"/>
                <a:gd name="connsiteY22" fmla="*/ 6149 h 217977"/>
                <a:gd name="connsiteX23" fmla="*/ 13882 w 158627"/>
                <a:gd name="connsiteY23" fmla="*/ 8170 h 217977"/>
                <a:gd name="connsiteX24" fmla="*/ 13882 w 158627"/>
                <a:gd name="connsiteY24" fmla="*/ 13898 h 21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8627" h="217977">
                  <a:moveTo>
                    <a:pt x="13882" y="13898"/>
                  </a:moveTo>
                  <a:cubicBezTo>
                    <a:pt x="18464" y="12887"/>
                    <a:pt x="20932" y="12550"/>
                    <a:pt x="24809" y="12550"/>
                  </a:cubicBezTo>
                  <a:cubicBezTo>
                    <a:pt x="44902" y="12550"/>
                    <a:pt x="50190" y="20973"/>
                    <a:pt x="66405" y="78920"/>
                  </a:cubicBezTo>
                  <a:cubicBezTo>
                    <a:pt x="72398" y="100819"/>
                    <a:pt x="80858" y="140237"/>
                    <a:pt x="80858" y="145964"/>
                  </a:cubicBezTo>
                  <a:cubicBezTo>
                    <a:pt x="80858" y="151355"/>
                    <a:pt x="78743" y="156745"/>
                    <a:pt x="73455" y="162810"/>
                  </a:cubicBezTo>
                  <a:cubicBezTo>
                    <a:pt x="62527" y="176623"/>
                    <a:pt x="55477" y="185382"/>
                    <a:pt x="51600" y="189425"/>
                  </a:cubicBezTo>
                  <a:cubicBezTo>
                    <a:pt x="44197" y="196837"/>
                    <a:pt x="39967" y="199532"/>
                    <a:pt x="35385" y="199532"/>
                  </a:cubicBezTo>
                  <a:cubicBezTo>
                    <a:pt x="33270" y="199532"/>
                    <a:pt x="30802" y="198522"/>
                    <a:pt x="26925" y="195826"/>
                  </a:cubicBezTo>
                  <a:cubicBezTo>
                    <a:pt x="21637" y="191784"/>
                    <a:pt x="17759" y="190099"/>
                    <a:pt x="13882" y="190099"/>
                  </a:cubicBezTo>
                  <a:cubicBezTo>
                    <a:pt x="6127" y="190099"/>
                    <a:pt x="134" y="195826"/>
                    <a:pt x="134" y="203238"/>
                  </a:cubicBezTo>
                  <a:cubicBezTo>
                    <a:pt x="134" y="211661"/>
                    <a:pt x="7889" y="218062"/>
                    <a:pt x="18112" y="218062"/>
                  </a:cubicBezTo>
                  <a:cubicBezTo>
                    <a:pt x="40672" y="218062"/>
                    <a:pt x="86850" y="167526"/>
                    <a:pt x="124921" y="100819"/>
                  </a:cubicBezTo>
                  <a:cubicBezTo>
                    <a:pt x="148891" y="59380"/>
                    <a:pt x="158761" y="35123"/>
                    <a:pt x="158761" y="18614"/>
                  </a:cubicBezTo>
                  <a:cubicBezTo>
                    <a:pt x="158761" y="8507"/>
                    <a:pt x="149949" y="85"/>
                    <a:pt x="139373" y="85"/>
                  </a:cubicBezTo>
                  <a:cubicBezTo>
                    <a:pt x="131266" y="85"/>
                    <a:pt x="125626" y="5138"/>
                    <a:pt x="125626" y="12550"/>
                  </a:cubicBezTo>
                  <a:cubicBezTo>
                    <a:pt x="125626" y="17604"/>
                    <a:pt x="128446" y="21310"/>
                    <a:pt x="135496" y="25689"/>
                  </a:cubicBezTo>
                  <a:cubicBezTo>
                    <a:pt x="142194" y="29395"/>
                    <a:pt x="144661" y="32428"/>
                    <a:pt x="144661" y="37144"/>
                  </a:cubicBezTo>
                  <a:cubicBezTo>
                    <a:pt x="144661" y="50620"/>
                    <a:pt x="131618" y="76899"/>
                    <a:pt x="101655" y="124403"/>
                  </a:cubicBezTo>
                  <a:lnTo>
                    <a:pt x="94605" y="85322"/>
                  </a:lnTo>
                  <a:cubicBezTo>
                    <a:pt x="89318" y="55674"/>
                    <a:pt x="69578" y="85"/>
                    <a:pt x="64290" y="85"/>
                  </a:cubicBezTo>
                  <a:lnTo>
                    <a:pt x="62880" y="85"/>
                  </a:lnTo>
                  <a:cubicBezTo>
                    <a:pt x="62527" y="422"/>
                    <a:pt x="61117" y="422"/>
                    <a:pt x="59707" y="422"/>
                  </a:cubicBezTo>
                  <a:cubicBezTo>
                    <a:pt x="56535" y="759"/>
                    <a:pt x="43845" y="2780"/>
                    <a:pt x="25162" y="6149"/>
                  </a:cubicBezTo>
                  <a:cubicBezTo>
                    <a:pt x="23399" y="6486"/>
                    <a:pt x="18817" y="7497"/>
                    <a:pt x="13882" y="8170"/>
                  </a:cubicBezTo>
                  <a:lnTo>
                    <a:pt x="13882" y="13898"/>
                  </a:lnTo>
                  <a:close/>
                </a:path>
              </a:pathLst>
            </a:custGeom>
            <a:solidFill>
              <a:srgbClr val="000000"/>
            </a:solidFill>
            <a:ln w="35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9" name="Freeform: Shape 2058">
              <a:extLst>
                <a:ext uri="{FF2B5EF4-FFF2-40B4-BE49-F238E27FC236}">
                  <a16:creationId xmlns:a16="http://schemas.microsoft.com/office/drawing/2014/main" id="{8C218BC7-8445-E46F-0E2E-69CDB539FC8A}"/>
                </a:ext>
              </a:extLst>
            </p:cNvPr>
            <p:cNvSpPr/>
            <p:nvPr>
              <p:custDataLst>
                <p:tags r:id="rId86"/>
              </p:custDataLst>
            </p:nvPr>
          </p:nvSpPr>
          <p:spPr>
            <a:xfrm>
              <a:off x="5132790" y="5606535"/>
              <a:ext cx="60778" cy="128145"/>
            </a:xfrm>
            <a:custGeom>
              <a:avLst/>
              <a:gdLst>
                <a:gd name="connsiteX0" fmla="*/ 58570 w 60778"/>
                <a:gd name="connsiteY0" fmla="*/ 21023 h 128145"/>
                <a:gd name="connsiteX1" fmla="*/ 60917 w 60778"/>
                <a:gd name="connsiteY1" fmla="*/ 13294 h 128145"/>
                <a:gd name="connsiteX2" fmla="*/ 46049 w 60778"/>
                <a:gd name="connsiteY2" fmla="*/ 81 h 128145"/>
                <a:gd name="connsiteX3" fmla="*/ 32224 w 60778"/>
                <a:gd name="connsiteY3" fmla="*/ 11299 h 128145"/>
                <a:gd name="connsiteX4" fmla="*/ 1182 w 60778"/>
                <a:gd name="connsiteY4" fmla="*/ 120248 h 128145"/>
                <a:gd name="connsiteX5" fmla="*/ 139 w 60778"/>
                <a:gd name="connsiteY5" fmla="*/ 123738 h 128145"/>
                <a:gd name="connsiteX6" fmla="*/ 9008 w 60778"/>
                <a:gd name="connsiteY6" fmla="*/ 128226 h 128145"/>
                <a:gd name="connsiteX7" fmla="*/ 12399 w 60778"/>
                <a:gd name="connsiteY7" fmla="*/ 124237 h 128145"/>
                <a:gd name="connsiteX8" fmla="*/ 58570 w 60778"/>
                <a:gd name="connsiteY8" fmla="*/ 21023 h 1281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0778" h="128145">
                  <a:moveTo>
                    <a:pt x="58570" y="21023"/>
                  </a:moveTo>
                  <a:cubicBezTo>
                    <a:pt x="59874" y="18031"/>
                    <a:pt x="60917" y="15787"/>
                    <a:pt x="60917" y="13294"/>
                  </a:cubicBezTo>
                  <a:cubicBezTo>
                    <a:pt x="60917" y="6064"/>
                    <a:pt x="54135" y="81"/>
                    <a:pt x="46049" y="81"/>
                  </a:cubicBezTo>
                  <a:cubicBezTo>
                    <a:pt x="38745" y="81"/>
                    <a:pt x="34050" y="4817"/>
                    <a:pt x="32224" y="11299"/>
                  </a:cubicBezTo>
                  <a:lnTo>
                    <a:pt x="1182" y="120248"/>
                  </a:lnTo>
                  <a:cubicBezTo>
                    <a:pt x="1182" y="120746"/>
                    <a:pt x="139" y="123489"/>
                    <a:pt x="139" y="123738"/>
                  </a:cubicBezTo>
                  <a:cubicBezTo>
                    <a:pt x="139" y="126480"/>
                    <a:pt x="6921" y="128226"/>
                    <a:pt x="9008" y="128226"/>
                  </a:cubicBezTo>
                  <a:cubicBezTo>
                    <a:pt x="10573" y="128226"/>
                    <a:pt x="10834" y="127478"/>
                    <a:pt x="12399" y="124237"/>
                  </a:cubicBezTo>
                  <a:lnTo>
                    <a:pt x="58570" y="21023"/>
                  </a:lnTo>
                  <a:close/>
                </a:path>
              </a:pathLst>
            </a:custGeom>
            <a:solidFill>
              <a:srgbClr val="000000"/>
            </a:solidFill>
            <a:ln w="35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0" name="Freeform: Shape 2059">
              <a:extLst>
                <a:ext uri="{FF2B5EF4-FFF2-40B4-BE49-F238E27FC236}">
                  <a16:creationId xmlns:a16="http://schemas.microsoft.com/office/drawing/2014/main" id="{E097B8F6-240B-5606-3B3B-4B07E9CA6608}"/>
                </a:ext>
              </a:extLst>
            </p:cNvPr>
            <p:cNvSpPr/>
            <p:nvPr>
              <p:custDataLst>
                <p:tags r:id="rId87"/>
              </p:custDataLst>
            </p:nvPr>
          </p:nvSpPr>
          <p:spPr>
            <a:xfrm>
              <a:off x="5313286" y="5761913"/>
              <a:ext cx="234415" cy="78835"/>
            </a:xfrm>
            <a:custGeom>
              <a:avLst/>
              <a:gdLst>
                <a:gd name="connsiteX0" fmla="*/ 222574 w 234415"/>
                <a:gd name="connsiteY0" fmla="*/ 13561 h 78835"/>
                <a:gd name="connsiteX1" fmla="*/ 234559 w 234415"/>
                <a:gd name="connsiteY1" fmla="*/ 6823 h 78835"/>
                <a:gd name="connsiteX2" fmla="*/ 222926 w 234415"/>
                <a:gd name="connsiteY2" fmla="*/ 85 h 78835"/>
                <a:gd name="connsiteX3" fmla="*/ 11776 w 234415"/>
                <a:gd name="connsiteY3" fmla="*/ 85 h 78835"/>
                <a:gd name="connsiteX4" fmla="*/ 143 w 234415"/>
                <a:gd name="connsiteY4" fmla="*/ 6823 h 78835"/>
                <a:gd name="connsiteX5" fmla="*/ 12128 w 234415"/>
                <a:gd name="connsiteY5" fmla="*/ 13561 h 78835"/>
                <a:gd name="connsiteX6" fmla="*/ 222574 w 234415"/>
                <a:gd name="connsiteY6" fmla="*/ 13561 h 78835"/>
                <a:gd name="connsiteX7" fmla="*/ 222926 w 234415"/>
                <a:gd name="connsiteY7" fmla="*/ 78920 h 78835"/>
                <a:gd name="connsiteX8" fmla="*/ 234559 w 234415"/>
                <a:gd name="connsiteY8" fmla="*/ 72182 h 78835"/>
                <a:gd name="connsiteX9" fmla="*/ 222574 w 234415"/>
                <a:gd name="connsiteY9" fmla="*/ 65444 h 78835"/>
                <a:gd name="connsiteX10" fmla="*/ 12128 w 234415"/>
                <a:gd name="connsiteY10" fmla="*/ 65444 h 78835"/>
                <a:gd name="connsiteX11" fmla="*/ 143 w 234415"/>
                <a:gd name="connsiteY11" fmla="*/ 72182 h 78835"/>
                <a:gd name="connsiteX12" fmla="*/ 11776 w 234415"/>
                <a:gd name="connsiteY12" fmla="*/ 78920 h 78835"/>
                <a:gd name="connsiteX13" fmla="*/ 222926 w 234415"/>
                <a:gd name="connsiteY13" fmla="*/ 78920 h 78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415" h="78835">
                  <a:moveTo>
                    <a:pt x="222574" y="13561"/>
                  </a:moveTo>
                  <a:cubicBezTo>
                    <a:pt x="227861" y="13561"/>
                    <a:pt x="234559" y="13561"/>
                    <a:pt x="234559" y="6823"/>
                  </a:cubicBezTo>
                  <a:cubicBezTo>
                    <a:pt x="234559" y="85"/>
                    <a:pt x="227861" y="85"/>
                    <a:pt x="222926" y="85"/>
                  </a:cubicBezTo>
                  <a:lnTo>
                    <a:pt x="11776" y="85"/>
                  </a:lnTo>
                  <a:cubicBezTo>
                    <a:pt x="6841" y="85"/>
                    <a:pt x="143" y="85"/>
                    <a:pt x="143" y="6823"/>
                  </a:cubicBezTo>
                  <a:cubicBezTo>
                    <a:pt x="143" y="13561"/>
                    <a:pt x="6841" y="13561"/>
                    <a:pt x="12128" y="13561"/>
                  </a:cubicBezTo>
                  <a:lnTo>
                    <a:pt x="222574" y="13561"/>
                  </a:lnTo>
                  <a:close/>
                  <a:moveTo>
                    <a:pt x="222926" y="78920"/>
                  </a:moveTo>
                  <a:cubicBezTo>
                    <a:pt x="227861" y="78920"/>
                    <a:pt x="234559" y="78920"/>
                    <a:pt x="234559" y="72182"/>
                  </a:cubicBezTo>
                  <a:cubicBezTo>
                    <a:pt x="234559" y="65444"/>
                    <a:pt x="227861" y="65444"/>
                    <a:pt x="222574" y="65444"/>
                  </a:cubicBezTo>
                  <a:lnTo>
                    <a:pt x="12128" y="65444"/>
                  </a:lnTo>
                  <a:cubicBezTo>
                    <a:pt x="6841" y="65444"/>
                    <a:pt x="143" y="65444"/>
                    <a:pt x="143" y="72182"/>
                  </a:cubicBezTo>
                  <a:cubicBezTo>
                    <a:pt x="143" y="78920"/>
                    <a:pt x="6841" y="78920"/>
                    <a:pt x="11776" y="78920"/>
                  </a:cubicBezTo>
                  <a:lnTo>
                    <a:pt x="222926" y="78920"/>
                  </a:lnTo>
                  <a:close/>
                </a:path>
              </a:pathLst>
            </a:custGeom>
            <a:solidFill>
              <a:srgbClr val="000000"/>
            </a:solidFill>
            <a:ln w="35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1" name="Freeform: Shape 2060">
              <a:extLst>
                <a:ext uri="{FF2B5EF4-FFF2-40B4-BE49-F238E27FC236}">
                  <a16:creationId xmlns:a16="http://schemas.microsoft.com/office/drawing/2014/main" id="{440858C8-5BF4-6CAC-2800-1F2F9F271483}"/>
                </a:ext>
              </a:extLst>
            </p:cNvPr>
            <p:cNvSpPr/>
            <p:nvPr>
              <p:custDataLst>
                <p:tags r:id="rId88"/>
              </p:custDataLst>
            </p:nvPr>
          </p:nvSpPr>
          <p:spPr>
            <a:xfrm>
              <a:off x="5686220" y="5657810"/>
              <a:ext cx="99758" cy="227747"/>
            </a:xfrm>
            <a:custGeom>
              <a:avLst/>
              <a:gdLst>
                <a:gd name="connsiteX0" fmla="*/ 63605 w 99758"/>
                <a:gd name="connsiteY0" fmla="*/ 84 h 227747"/>
                <a:gd name="connsiteX1" fmla="*/ 154 w 99758"/>
                <a:gd name="connsiteY1" fmla="*/ 30742 h 227747"/>
                <a:gd name="connsiteX2" fmla="*/ 154 w 99758"/>
                <a:gd name="connsiteY2" fmla="*/ 35459 h 227747"/>
                <a:gd name="connsiteX3" fmla="*/ 9672 w 99758"/>
                <a:gd name="connsiteY3" fmla="*/ 31753 h 227747"/>
                <a:gd name="connsiteX4" fmla="*/ 25534 w 99758"/>
                <a:gd name="connsiteY4" fmla="*/ 28047 h 227747"/>
                <a:gd name="connsiteX5" fmla="*/ 36109 w 99758"/>
                <a:gd name="connsiteY5" fmla="*/ 43881 h 227747"/>
                <a:gd name="connsiteX6" fmla="*/ 36109 w 99758"/>
                <a:gd name="connsiteY6" fmla="*/ 196499 h 227747"/>
                <a:gd name="connsiteX7" fmla="*/ 27649 w 99758"/>
                <a:gd name="connsiteY7" fmla="*/ 218398 h 227747"/>
                <a:gd name="connsiteX8" fmla="*/ 2621 w 99758"/>
                <a:gd name="connsiteY8" fmla="*/ 222778 h 227747"/>
                <a:gd name="connsiteX9" fmla="*/ 2621 w 99758"/>
                <a:gd name="connsiteY9" fmla="*/ 227831 h 227747"/>
                <a:gd name="connsiteX10" fmla="*/ 99913 w 99758"/>
                <a:gd name="connsiteY10" fmla="*/ 227831 h 227747"/>
                <a:gd name="connsiteX11" fmla="*/ 99913 w 99758"/>
                <a:gd name="connsiteY11" fmla="*/ 222778 h 227747"/>
                <a:gd name="connsiteX12" fmla="*/ 66425 w 99758"/>
                <a:gd name="connsiteY12" fmla="*/ 202900 h 227747"/>
                <a:gd name="connsiteX13" fmla="*/ 66425 w 99758"/>
                <a:gd name="connsiteY13" fmla="*/ 758 h 227747"/>
                <a:gd name="connsiteX14" fmla="*/ 63605 w 99758"/>
                <a:gd name="connsiteY14" fmla="*/ 84 h 227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758" h="227747">
                  <a:moveTo>
                    <a:pt x="63605" y="84"/>
                  </a:moveTo>
                  <a:lnTo>
                    <a:pt x="154" y="30742"/>
                  </a:lnTo>
                  <a:lnTo>
                    <a:pt x="154" y="35459"/>
                  </a:lnTo>
                  <a:cubicBezTo>
                    <a:pt x="4384" y="33774"/>
                    <a:pt x="8262" y="32427"/>
                    <a:pt x="9672" y="31753"/>
                  </a:cubicBezTo>
                  <a:cubicBezTo>
                    <a:pt x="16017" y="29395"/>
                    <a:pt x="22009" y="28047"/>
                    <a:pt x="25534" y="28047"/>
                  </a:cubicBezTo>
                  <a:cubicBezTo>
                    <a:pt x="32937" y="28047"/>
                    <a:pt x="36109" y="33100"/>
                    <a:pt x="36109" y="43881"/>
                  </a:cubicBezTo>
                  <a:lnTo>
                    <a:pt x="36109" y="196499"/>
                  </a:lnTo>
                  <a:cubicBezTo>
                    <a:pt x="36109" y="207617"/>
                    <a:pt x="33289" y="215366"/>
                    <a:pt x="27649" y="218398"/>
                  </a:cubicBezTo>
                  <a:cubicBezTo>
                    <a:pt x="22362" y="221430"/>
                    <a:pt x="17427" y="222441"/>
                    <a:pt x="2621" y="222778"/>
                  </a:cubicBezTo>
                  <a:lnTo>
                    <a:pt x="2621" y="227831"/>
                  </a:lnTo>
                  <a:lnTo>
                    <a:pt x="99913" y="227831"/>
                  </a:lnTo>
                  <a:lnTo>
                    <a:pt x="99913" y="222778"/>
                  </a:lnTo>
                  <a:cubicBezTo>
                    <a:pt x="72065" y="222441"/>
                    <a:pt x="66425" y="219072"/>
                    <a:pt x="66425" y="202900"/>
                  </a:cubicBezTo>
                  <a:lnTo>
                    <a:pt x="66425" y="758"/>
                  </a:lnTo>
                  <a:lnTo>
                    <a:pt x="63605" y="84"/>
                  </a:lnTo>
                  <a:close/>
                </a:path>
              </a:pathLst>
            </a:custGeom>
            <a:solidFill>
              <a:srgbClr val="000000"/>
            </a:solidFill>
            <a:ln w="479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2" name="Freeform: Shape 2061">
              <a:extLst>
                <a:ext uri="{FF2B5EF4-FFF2-40B4-BE49-F238E27FC236}">
                  <a16:creationId xmlns:a16="http://schemas.microsoft.com/office/drawing/2014/main" id="{827B1C97-A567-FFB7-1CA4-97BD73E28658}"/>
                </a:ext>
              </a:extLst>
            </p:cNvPr>
            <p:cNvSpPr/>
            <p:nvPr>
              <p:custDataLst>
                <p:tags r:id="rId89"/>
              </p:custDataLst>
            </p:nvPr>
          </p:nvSpPr>
          <p:spPr>
            <a:xfrm>
              <a:off x="5892887" y="5689142"/>
              <a:ext cx="234415" cy="224378"/>
            </a:xfrm>
            <a:custGeom>
              <a:avLst/>
              <a:gdLst>
                <a:gd name="connsiteX0" fmla="*/ 124594 w 234415"/>
                <a:gd name="connsiteY0" fmla="*/ 119012 h 224378"/>
                <a:gd name="connsiteX1" fmla="*/ 222943 w 234415"/>
                <a:gd name="connsiteY1" fmla="*/ 119012 h 224378"/>
                <a:gd name="connsiteX2" fmla="*/ 234575 w 234415"/>
                <a:gd name="connsiteY2" fmla="*/ 112274 h 224378"/>
                <a:gd name="connsiteX3" fmla="*/ 222943 w 234415"/>
                <a:gd name="connsiteY3" fmla="*/ 105536 h 224378"/>
                <a:gd name="connsiteX4" fmla="*/ 124594 w 234415"/>
                <a:gd name="connsiteY4" fmla="*/ 105536 h 224378"/>
                <a:gd name="connsiteX5" fmla="*/ 124594 w 234415"/>
                <a:gd name="connsiteY5" fmla="*/ 11203 h 224378"/>
                <a:gd name="connsiteX6" fmla="*/ 117544 w 234415"/>
                <a:gd name="connsiteY6" fmla="*/ 85 h 224378"/>
                <a:gd name="connsiteX7" fmla="*/ 110494 w 234415"/>
                <a:gd name="connsiteY7" fmla="*/ 11203 h 224378"/>
                <a:gd name="connsiteX8" fmla="*/ 110494 w 234415"/>
                <a:gd name="connsiteY8" fmla="*/ 105536 h 224378"/>
                <a:gd name="connsiteX9" fmla="*/ 11792 w 234415"/>
                <a:gd name="connsiteY9" fmla="*/ 105536 h 224378"/>
                <a:gd name="connsiteX10" fmla="*/ 160 w 234415"/>
                <a:gd name="connsiteY10" fmla="*/ 112274 h 224378"/>
                <a:gd name="connsiteX11" fmla="*/ 11792 w 234415"/>
                <a:gd name="connsiteY11" fmla="*/ 119012 h 224378"/>
                <a:gd name="connsiteX12" fmla="*/ 110494 w 234415"/>
                <a:gd name="connsiteY12" fmla="*/ 119012 h 224378"/>
                <a:gd name="connsiteX13" fmla="*/ 110494 w 234415"/>
                <a:gd name="connsiteY13" fmla="*/ 213345 h 224378"/>
                <a:gd name="connsiteX14" fmla="*/ 117544 w 234415"/>
                <a:gd name="connsiteY14" fmla="*/ 224463 h 224378"/>
                <a:gd name="connsiteX15" fmla="*/ 124594 w 234415"/>
                <a:gd name="connsiteY15" fmla="*/ 213345 h 224378"/>
                <a:gd name="connsiteX16" fmla="*/ 124594 w 234415"/>
                <a:gd name="connsiteY16" fmla="*/ 119012 h 2243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4415" h="224378">
                  <a:moveTo>
                    <a:pt x="124594" y="119012"/>
                  </a:moveTo>
                  <a:lnTo>
                    <a:pt x="222943" y="119012"/>
                  </a:lnTo>
                  <a:cubicBezTo>
                    <a:pt x="227878" y="119012"/>
                    <a:pt x="234575" y="119012"/>
                    <a:pt x="234575" y="112274"/>
                  </a:cubicBezTo>
                  <a:cubicBezTo>
                    <a:pt x="234575" y="105536"/>
                    <a:pt x="227878" y="105536"/>
                    <a:pt x="222943" y="105536"/>
                  </a:cubicBezTo>
                  <a:lnTo>
                    <a:pt x="124594" y="105536"/>
                  </a:lnTo>
                  <a:lnTo>
                    <a:pt x="124594" y="11203"/>
                  </a:lnTo>
                  <a:cubicBezTo>
                    <a:pt x="124594" y="6486"/>
                    <a:pt x="124594" y="85"/>
                    <a:pt x="117544" y="85"/>
                  </a:cubicBezTo>
                  <a:cubicBezTo>
                    <a:pt x="110494" y="85"/>
                    <a:pt x="110494" y="6486"/>
                    <a:pt x="110494" y="11203"/>
                  </a:cubicBezTo>
                  <a:lnTo>
                    <a:pt x="110494" y="105536"/>
                  </a:lnTo>
                  <a:lnTo>
                    <a:pt x="11792" y="105536"/>
                  </a:lnTo>
                  <a:cubicBezTo>
                    <a:pt x="6857" y="105536"/>
                    <a:pt x="160" y="105536"/>
                    <a:pt x="160" y="112274"/>
                  </a:cubicBezTo>
                  <a:cubicBezTo>
                    <a:pt x="160" y="119012"/>
                    <a:pt x="6857" y="119012"/>
                    <a:pt x="11792" y="119012"/>
                  </a:cubicBezTo>
                  <a:lnTo>
                    <a:pt x="110494" y="119012"/>
                  </a:lnTo>
                  <a:lnTo>
                    <a:pt x="110494" y="213345"/>
                  </a:lnTo>
                  <a:cubicBezTo>
                    <a:pt x="110494" y="218062"/>
                    <a:pt x="110494" y="224463"/>
                    <a:pt x="117544" y="224463"/>
                  </a:cubicBezTo>
                  <a:cubicBezTo>
                    <a:pt x="124594" y="224463"/>
                    <a:pt x="124594" y="218062"/>
                    <a:pt x="124594" y="213345"/>
                  </a:cubicBezTo>
                  <a:lnTo>
                    <a:pt x="124594" y="119012"/>
                  </a:lnTo>
                  <a:close/>
                </a:path>
              </a:pathLst>
            </a:custGeom>
            <a:solidFill>
              <a:srgbClr val="000000"/>
            </a:solidFill>
            <a:ln w="35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3" name="Freeform: Shape 2062">
              <a:extLst>
                <a:ext uri="{FF2B5EF4-FFF2-40B4-BE49-F238E27FC236}">
                  <a16:creationId xmlns:a16="http://schemas.microsoft.com/office/drawing/2014/main" id="{BC54A7E0-2392-C13A-E6C6-5C06A7941BFB}"/>
                </a:ext>
              </a:extLst>
            </p:cNvPr>
            <p:cNvSpPr/>
            <p:nvPr>
              <p:custDataLst>
                <p:tags r:id="rId90"/>
              </p:custDataLst>
            </p:nvPr>
          </p:nvSpPr>
          <p:spPr>
            <a:xfrm>
              <a:off x="6188747" y="5736982"/>
              <a:ext cx="158627" cy="217977"/>
            </a:xfrm>
            <a:custGeom>
              <a:avLst/>
              <a:gdLst>
                <a:gd name="connsiteX0" fmla="*/ 13916 w 158627"/>
                <a:gd name="connsiteY0" fmla="*/ 13898 h 217977"/>
                <a:gd name="connsiteX1" fmla="*/ 24844 w 158627"/>
                <a:gd name="connsiteY1" fmla="*/ 12550 h 217977"/>
                <a:gd name="connsiteX2" fmla="*/ 66440 w 158627"/>
                <a:gd name="connsiteY2" fmla="*/ 78920 h 217977"/>
                <a:gd name="connsiteX3" fmla="*/ 80892 w 158627"/>
                <a:gd name="connsiteY3" fmla="*/ 145964 h 217977"/>
                <a:gd name="connsiteX4" fmla="*/ 73490 w 158627"/>
                <a:gd name="connsiteY4" fmla="*/ 162810 h 217977"/>
                <a:gd name="connsiteX5" fmla="*/ 51634 w 158627"/>
                <a:gd name="connsiteY5" fmla="*/ 189425 h 217977"/>
                <a:gd name="connsiteX6" fmla="*/ 35419 w 158627"/>
                <a:gd name="connsiteY6" fmla="*/ 199532 h 217977"/>
                <a:gd name="connsiteX7" fmla="*/ 26959 w 158627"/>
                <a:gd name="connsiteY7" fmla="*/ 195826 h 217977"/>
                <a:gd name="connsiteX8" fmla="*/ 13916 w 158627"/>
                <a:gd name="connsiteY8" fmla="*/ 190099 h 217977"/>
                <a:gd name="connsiteX9" fmla="*/ 169 w 158627"/>
                <a:gd name="connsiteY9" fmla="*/ 203238 h 217977"/>
                <a:gd name="connsiteX10" fmla="*/ 18147 w 158627"/>
                <a:gd name="connsiteY10" fmla="*/ 218062 h 217977"/>
                <a:gd name="connsiteX11" fmla="*/ 124955 w 158627"/>
                <a:gd name="connsiteY11" fmla="*/ 100819 h 217977"/>
                <a:gd name="connsiteX12" fmla="*/ 158796 w 158627"/>
                <a:gd name="connsiteY12" fmla="*/ 18614 h 217977"/>
                <a:gd name="connsiteX13" fmla="*/ 139408 w 158627"/>
                <a:gd name="connsiteY13" fmla="*/ 85 h 217977"/>
                <a:gd name="connsiteX14" fmla="*/ 125660 w 158627"/>
                <a:gd name="connsiteY14" fmla="*/ 12550 h 217977"/>
                <a:gd name="connsiteX15" fmla="*/ 135531 w 158627"/>
                <a:gd name="connsiteY15" fmla="*/ 25689 h 217977"/>
                <a:gd name="connsiteX16" fmla="*/ 144696 w 158627"/>
                <a:gd name="connsiteY16" fmla="*/ 37144 h 217977"/>
                <a:gd name="connsiteX17" fmla="*/ 101690 w 158627"/>
                <a:gd name="connsiteY17" fmla="*/ 124403 h 217977"/>
                <a:gd name="connsiteX18" fmla="*/ 94640 w 158627"/>
                <a:gd name="connsiteY18" fmla="*/ 85322 h 217977"/>
                <a:gd name="connsiteX19" fmla="*/ 64325 w 158627"/>
                <a:gd name="connsiteY19" fmla="*/ 85 h 217977"/>
                <a:gd name="connsiteX20" fmla="*/ 62915 w 158627"/>
                <a:gd name="connsiteY20" fmla="*/ 85 h 217977"/>
                <a:gd name="connsiteX21" fmla="*/ 59742 w 158627"/>
                <a:gd name="connsiteY21" fmla="*/ 422 h 217977"/>
                <a:gd name="connsiteX22" fmla="*/ 25197 w 158627"/>
                <a:gd name="connsiteY22" fmla="*/ 6149 h 217977"/>
                <a:gd name="connsiteX23" fmla="*/ 13916 w 158627"/>
                <a:gd name="connsiteY23" fmla="*/ 8170 h 217977"/>
                <a:gd name="connsiteX24" fmla="*/ 13916 w 158627"/>
                <a:gd name="connsiteY24" fmla="*/ 13898 h 21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8627" h="217977">
                  <a:moveTo>
                    <a:pt x="13916" y="13898"/>
                  </a:moveTo>
                  <a:cubicBezTo>
                    <a:pt x="18499" y="12887"/>
                    <a:pt x="20967" y="12550"/>
                    <a:pt x="24844" y="12550"/>
                  </a:cubicBezTo>
                  <a:cubicBezTo>
                    <a:pt x="44937" y="12550"/>
                    <a:pt x="50224" y="20973"/>
                    <a:pt x="66440" y="78920"/>
                  </a:cubicBezTo>
                  <a:cubicBezTo>
                    <a:pt x="72432" y="100819"/>
                    <a:pt x="80892" y="140237"/>
                    <a:pt x="80892" y="145964"/>
                  </a:cubicBezTo>
                  <a:cubicBezTo>
                    <a:pt x="80892" y="151355"/>
                    <a:pt x="78777" y="156745"/>
                    <a:pt x="73490" y="162810"/>
                  </a:cubicBezTo>
                  <a:cubicBezTo>
                    <a:pt x="62562" y="176623"/>
                    <a:pt x="55512" y="185382"/>
                    <a:pt x="51634" y="189425"/>
                  </a:cubicBezTo>
                  <a:cubicBezTo>
                    <a:pt x="44232" y="196837"/>
                    <a:pt x="40002" y="199532"/>
                    <a:pt x="35419" y="199532"/>
                  </a:cubicBezTo>
                  <a:cubicBezTo>
                    <a:pt x="33304" y="199532"/>
                    <a:pt x="30837" y="198522"/>
                    <a:pt x="26959" y="195826"/>
                  </a:cubicBezTo>
                  <a:cubicBezTo>
                    <a:pt x="21672" y="191784"/>
                    <a:pt x="17794" y="190099"/>
                    <a:pt x="13916" y="190099"/>
                  </a:cubicBezTo>
                  <a:cubicBezTo>
                    <a:pt x="6161" y="190099"/>
                    <a:pt x="169" y="195826"/>
                    <a:pt x="169" y="203238"/>
                  </a:cubicBezTo>
                  <a:cubicBezTo>
                    <a:pt x="169" y="211661"/>
                    <a:pt x="7924" y="218062"/>
                    <a:pt x="18147" y="218062"/>
                  </a:cubicBezTo>
                  <a:cubicBezTo>
                    <a:pt x="40707" y="218062"/>
                    <a:pt x="86885" y="167526"/>
                    <a:pt x="124955" y="100819"/>
                  </a:cubicBezTo>
                  <a:cubicBezTo>
                    <a:pt x="148926" y="59380"/>
                    <a:pt x="158796" y="35123"/>
                    <a:pt x="158796" y="18614"/>
                  </a:cubicBezTo>
                  <a:cubicBezTo>
                    <a:pt x="158796" y="8507"/>
                    <a:pt x="149983" y="85"/>
                    <a:pt x="139408" y="85"/>
                  </a:cubicBezTo>
                  <a:cubicBezTo>
                    <a:pt x="131300" y="85"/>
                    <a:pt x="125660" y="5138"/>
                    <a:pt x="125660" y="12550"/>
                  </a:cubicBezTo>
                  <a:cubicBezTo>
                    <a:pt x="125660" y="17604"/>
                    <a:pt x="128480" y="21310"/>
                    <a:pt x="135531" y="25689"/>
                  </a:cubicBezTo>
                  <a:cubicBezTo>
                    <a:pt x="142228" y="29395"/>
                    <a:pt x="144696" y="32428"/>
                    <a:pt x="144696" y="37144"/>
                  </a:cubicBezTo>
                  <a:cubicBezTo>
                    <a:pt x="144696" y="50620"/>
                    <a:pt x="131653" y="76899"/>
                    <a:pt x="101690" y="124403"/>
                  </a:cubicBezTo>
                  <a:lnTo>
                    <a:pt x="94640" y="85322"/>
                  </a:lnTo>
                  <a:cubicBezTo>
                    <a:pt x="89352" y="55674"/>
                    <a:pt x="69612" y="85"/>
                    <a:pt x="64325" y="85"/>
                  </a:cubicBezTo>
                  <a:lnTo>
                    <a:pt x="62915" y="85"/>
                  </a:lnTo>
                  <a:cubicBezTo>
                    <a:pt x="62562" y="422"/>
                    <a:pt x="61152" y="422"/>
                    <a:pt x="59742" y="422"/>
                  </a:cubicBezTo>
                  <a:cubicBezTo>
                    <a:pt x="56570" y="759"/>
                    <a:pt x="43879" y="2780"/>
                    <a:pt x="25197" y="6149"/>
                  </a:cubicBezTo>
                  <a:cubicBezTo>
                    <a:pt x="23434" y="6486"/>
                    <a:pt x="18852" y="7497"/>
                    <a:pt x="13916" y="8170"/>
                  </a:cubicBezTo>
                  <a:lnTo>
                    <a:pt x="13916" y="13898"/>
                  </a:lnTo>
                  <a:close/>
                </a:path>
              </a:pathLst>
            </a:custGeom>
            <a:solidFill>
              <a:srgbClr val="000000"/>
            </a:solidFill>
            <a:ln w="35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4" name="Freeform: Shape 2063">
              <a:extLst>
                <a:ext uri="{FF2B5EF4-FFF2-40B4-BE49-F238E27FC236}">
                  <a16:creationId xmlns:a16="http://schemas.microsoft.com/office/drawing/2014/main" id="{C9CB3F87-4A3D-D299-E0DD-31403859AE63}"/>
                </a:ext>
              </a:extLst>
            </p:cNvPr>
            <p:cNvSpPr/>
            <p:nvPr>
              <p:custDataLst>
                <p:tags r:id="rId91"/>
              </p:custDataLst>
            </p:nvPr>
          </p:nvSpPr>
          <p:spPr>
            <a:xfrm>
              <a:off x="6382505" y="5730918"/>
              <a:ext cx="48998" cy="202142"/>
            </a:xfrm>
            <a:custGeom>
              <a:avLst/>
              <a:gdLst>
                <a:gd name="connsiteX0" fmla="*/ 9691 w 48998"/>
                <a:gd name="connsiteY0" fmla="*/ 202227 h 202142"/>
                <a:gd name="connsiteX1" fmla="*/ 49172 w 48998"/>
                <a:gd name="connsiteY1" fmla="*/ 150344 h 202142"/>
                <a:gd name="connsiteX2" fmla="*/ 20971 w 48998"/>
                <a:gd name="connsiteY2" fmla="*/ 120359 h 202142"/>
                <a:gd name="connsiteX3" fmla="*/ 174 w 48998"/>
                <a:gd name="connsiteY3" fmla="*/ 139226 h 202142"/>
                <a:gd name="connsiteX4" fmla="*/ 20971 w 48998"/>
                <a:gd name="connsiteY4" fmla="*/ 156745 h 202142"/>
                <a:gd name="connsiteX5" fmla="*/ 27669 w 48998"/>
                <a:gd name="connsiteY5" fmla="*/ 156071 h 202142"/>
                <a:gd name="connsiteX6" fmla="*/ 30489 w 48998"/>
                <a:gd name="connsiteY6" fmla="*/ 155397 h 202142"/>
                <a:gd name="connsiteX7" fmla="*/ 35424 w 48998"/>
                <a:gd name="connsiteY7" fmla="*/ 160114 h 202142"/>
                <a:gd name="connsiteX8" fmla="*/ 6519 w 48998"/>
                <a:gd name="connsiteY8" fmla="*/ 195826 h 202142"/>
                <a:gd name="connsiteX9" fmla="*/ 9691 w 48998"/>
                <a:gd name="connsiteY9" fmla="*/ 202227 h 202142"/>
                <a:gd name="connsiteX10" fmla="*/ 19914 w 48998"/>
                <a:gd name="connsiteY10" fmla="*/ 84 h 202142"/>
                <a:gd name="connsiteX11" fmla="*/ 526 w 48998"/>
                <a:gd name="connsiteY11" fmla="*/ 19288 h 202142"/>
                <a:gd name="connsiteX12" fmla="*/ 19561 w 48998"/>
                <a:gd name="connsiteY12" fmla="*/ 37481 h 202142"/>
                <a:gd name="connsiteX13" fmla="*/ 39654 w 48998"/>
                <a:gd name="connsiteY13" fmla="*/ 19288 h 202142"/>
                <a:gd name="connsiteX14" fmla="*/ 19914 w 48998"/>
                <a:gd name="connsiteY14" fmla="*/ 84 h 202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998" h="202142">
                  <a:moveTo>
                    <a:pt x="9691" y="202227"/>
                  </a:moveTo>
                  <a:cubicBezTo>
                    <a:pt x="34014" y="190772"/>
                    <a:pt x="49172" y="170558"/>
                    <a:pt x="49172" y="150344"/>
                  </a:cubicBezTo>
                  <a:cubicBezTo>
                    <a:pt x="49172" y="133499"/>
                    <a:pt x="36834" y="120359"/>
                    <a:pt x="20971" y="120359"/>
                  </a:cubicBezTo>
                  <a:cubicBezTo>
                    <a:pt x="8634" y="120359"/>
                    <a:pt x="174" y="127771"/>
                    <a:pt x="174" y="139226"/>
                  </a:cubicBezTo>
                  <a:cubicBezTo>
                    <a:pt x="174" y="150344"/>
                    <a:pt x="7929" y="156745"/>
                    <a:pt x="20971" y="156745"/>
                  </a:cubicBezTo>
                  <a:cubicBezTo>
                    <a:pt x="23086" y="156745"/>
                    <a:pt x="25554" y="156408"/>
                    <a:pt x="27669" y="156071"/>
                  </a:cubicBezTo>
                  <a:cubicBezTo>
                    <a:pt x="30136" y="155397"/>
                    <a:pt x="30136" y="155397"/>
                    <a:pt x="30489" y="155397"/>
                  </a:cubicBezTo>
                  <a:cubicBezTo>
                    <a:pt x="33309" y="155397"/>
                    <a:pt x="35424" y="157419"/>
                    <a:pt x="35424" y="160114"/>
                  </a:cubicBezTo>
                  <a:cubicBezTo>
                    <a:pt x="35424" y="170895"/>
                    <a:pt x="25554" y="183360"/>
                    <a:pt x="6519" y="195826"/>
                  </a:cubicBezTo>
                  <a:lnTo>
                    <a:pt x="9691" y="202227"/>
                  </a:lnTo>
                  <a:close/>
                  <a:moveTo>
                    <a:pt x="19914" y="84"/>
                  </a:moveTo>
                  <a:cubicBezTo>
                    <a:pt x="9339" y="84"/>
                    <a:pt x="526" y="8844"/>
                    <a:pt x="526" y="19288"/>
                  </a:cubicBezTo>
                  <a:cubicBezTo>
                    <a:pt x="526" y="29058"/>
                    <a:pt x="9339" y="37481"/>
                    <a:pt x="19561" y="37481"/>
                  </a:cubicBezTo>
                  <a:cubicBezTo>
                    <a:pt x="30489" y="37481"/>
                    <a:pt x="39654" y="29058"/>
                    <a:pt x="39654" y="19288"/>
                  </a:cubicBezTo>
                  <a:cubicBezTo>
                    <a:pt x="39654" y="8844"/>
                    <a:pt x="30489" y="84"/>
                    <a:pt x="19914" y="84"/>
                  </a:cubicBezTo>
                  <a:close/>
                </a:path>
              </a:pathLst>
            </a:custGeom>
            <a:solidFill>
              <a:srgbClr val="000000"/>
            </a:solidFill>
            <a:ln w="479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5" name="Freeform: Shape 2064">
              <a:extLst>
                <a:ext uri="{FF2B5EF4-FFF2-40B4-BE49-F238E27FC236}">
                  <a16:creationId xmlns:a16="http://schemas.microsoft.com/office/drawing/2014/main" id="{D150C03B-B6DA-72D8-C95D-016C45A1DEB5}"/>
                </a:ext>
              </a:extLst>
            </p:cNvPr>
            <p:cNvSpPr/>
            <p:nvPr>
              <p:custDataLst>
                <p:tags r:id="rId92"/>
              </p:custDataLst>
            </p:nvPr>
          </p:nvSpPr>
          <p:spPr>
            <a:xfrm>
              <a:off x="6562144" y="5736982"/>
              <a:ext cx="158627" cy="217977"/>
            </a:xfrm>
            <a:custGeom>
              <a:avLst/>
              <a:gdLst>
                <a:gd name="connsiteX0" fmla="*/ 13927 w 158627"/>
                <a:gd name="connsiteY0" fmla="*/ 13898 h 217977"/>
                <a:gd name="connsiteX1" fmla="*/ 24855 w 158627"/>
                <a:gd name="connsiteY1" fmla="*/ 12550 h 217977"/>
                <a:gd name="connsiteX2" fmla="*/ 66450 w 158627"/>
                <a:gd name="connsiteY2" fmla="*/ 78920 h 217977"/>
                <a:gd name="connsiteX3" fmla="*/ 80903 w 158627"/>
                <a:gd name="connsiteY3" fmla="*/ 145964 h 217977"/>
                <a:gd name="connsiteX4" fmla="*/ 73500 w 158627"/>
                <a:gd name="connsiteY4" fmla="*/ 162810 h 217977"/>
                <a:gd name="connsiteX5" fmla="*/ 51645 w 158627"/>
                <a:gd name="connsiteY5" fmla="*/ 189425 h 217977"/>
                <a:gd name="connsiteX6" fmla="*/ 35430 w 158627"/>
                <a:gd name="connsiteY6" fmla="*/ 199532 h 217977"/>
                <a:gd name="connsiteX7" fmla="*/ 26970 w 158627"/>
                <a:gd name="connsiteY7" fmla="*/ 195826 h 217977"/>
                <a:gd name="connsiteX8" fmla="*/ 13927 w 158627"/>
                <a:gd name="connsiteY8" fmla="*/ 190099 h 217977"/>
                <a:gd name="connsiteX9" fmla="*/ 179 w 158627"/>
                <a:gd name="connsiteY9" fmla="*/ 203238 h 217977"/>
                <a:gd name="connsiteX10" fmla="*/ 18157 w 158627"/>
                <a:gd name="connsiteY10" fmla="*/ 218062 h 217977"/>
                <a:gd name="connsiteX11" fmla="*/ 124966 w 158627"/>
                <a:gd name="connsiteY11" fmla="*/ 100819 h 217977"/>
                <a:gd name="connsiteX12" fmla="*/ 158806 w 158627"/>
                <a:gd name="connsiteY12" fmla="*/ 18614 h 217977"/>
                <a:gd name="connsiteX13" fmla="*/ 139419 w 158627"/>
                <a:gd name="connsiteY13" fmla="*/ 85 h 217977"/>
                <a:gd name="connsiteX14" fmla="*/ 125671 w 158627"/>
                <a:gd name="connsiteY14" fmla="*/ 12550 h 217977"/>
                <a:gd name="connsiteX15" fmla="*/ 135541 w 158627"/>
                <a:gd name="connsiteY15" fmla="*/ 25689 h 217977"/>
                <a:gd name="connsiteX16" fmla="*/ 144706 w 158627"/>
                <a:gd name="connsiteY16" fmla="*/ 37144 h 217977"/>
                <a:gd name="connsiteX17" fmla="*/ 101701 w 158627"/>
                <a:gd name="connsiteY17" fmla="*/ 124403 h 217977"/>
                <a:gd name="connsiteX18" fmla="*/ 94650 w 158627"/>
                <a:gd name="connsiteY18" fmla="*/ 85322 h 217977"/>
                <a:gd name="connsiteX19" fmla="*/ 64335 w 158627"/>
                <a:gd name="connsiteY19" fmla="*/ 85 h 217977"/>
                <a:gd name="connsiteX20" fmla="*/ 62925 w 158627"/>
                <a:gd name="connsiteY20" fmla="*/ 85 h 217977"/>
                <a:gd name="connsiteX21" fmla="*/ 59753 w 158627"/>
                <a:gd name="connsiteY21" fmla="*/ 422 h 217977"/>
                <a:gd name="connsiteX22" fmla="*/ 25207 w 158627"/>
                <a:gd name="connsiteY22" fmla="*/ 6149 h 217977"/>
                <a:gd name="connsiteX23" fmla="*/ 13927 w 158627"/>
                <a:gd name="connsiteY23" fmla="*/ 8170 h 217977"/>
                <a:gd name="connsiteX24" fmla="*/ 13927 w 158627"/>
                <a:gd name="connsiteY24" fmla="*/ 13898 h 21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8627" h="217977">
                  <a:moveTo>
                    <a:pt x="13927" y="13898"/>
                  </a:moveTo>
                  <a:cubicBezTo>
                    <a:pt x="18510" y="12887"/>
                    <a:pt x="20977" y="12550"/>
                    <a:pt x="24855" y="12550"/>
                  </a:cubicBezTo>
                  <a:cubicBezTo>
                    <a:pt x="44947" y="12550"/>
                    <a:pt x="50235" y="20973"/>
                    <a:pt x="66450" y="78920"/>
                  </a:cubicBezTo>
                  <a:cubicBezTo>
                    <a:pt x="72443" y="100819"/>
                    <a:pt x="80903" y="140237"/>
                    <a:pt x="80903" y="145964"/>
                  </a:cubicBezTo>
                  <a:cubicBezTo>
                    <a:pt x="80903" y="151355"/>
                    <a:pt x="78788" y="156745"/>
                    <a:pt x="73500" y="162810"/>
                  </a:cubicBezTo>
                  <a:cubicBezTo>
                    <a:pt x="62573" y="176623"/>
                    <a:pt x="55523" y="185382"/>
                    <a:pt x="51645" y="189425"/>
                  </a:cubicBezTo>
                  <a:cubicBezTo>
                    <a:pt x="44242" y="196837"/>
                    <a:pt x="40012" y="199532"/>
                    <a:pt x="35430" y="199532"/>
                  </a:cubicBezTo>
                  <a:cubicBezTo>
                    <a:pt x="33315" y="199532"/>
                    <a:pt x="30847" y="198522"/>
                    <a:pt x="26970" y="195826"/>
                  </a:cubicBezTo>
                  <a:cubicBezTo>
                    <a:pt x="21682" y="191784"/>
                    <a:pt x="17805" y="190099"/>
                    <a:pt x="13927" y="190099"/>
                  </a:cubicBezTo>
                  <a:cubicBezTo>
                    <a:pt x="6172" y="190099"/>
                    <a:pt x="179" y="195826"/>
                    <a:pt x="179" y="203238"/>
                  </a:cubicBezTo>
                  <a:cubicBezTo>
                    <a:pt x="179" y="211661"/>
                    <a:pt x="7934" y="218062"/>
                    <a:pt x="18157" y="218062"/>
                  </a:cubicBezTo>
                  <a:cubicBezTo>
                    <a:pt x="40717" y="218062"/>
                    <a:pt x="86895" y="167526"/>
                    <a:pt x="124966" y="100819"/>
                  </a:cubicBezTo>
                  <a:cubicBezTo>
                    <a:pt x="148936" y="59380"/>
                    <a:pt x="158806" y="35123"/>
                    <a:pt x="158806" y="18614"/>
                  </a:cubicBezTo>
                  <a:cubicBezTo>
                    <a:pt x="158806" y="8507"/>
                    <a:pt x="149994" y="85"/>
                    <a:pt x="139419" y="85"/>
                  </a:cubicBezTo>
                  <a:cubicBezTo>
                    <a:pt x="131311" y="85"/>
                    <a:pt x="125671" y="5138"/>
                    <a:pt x="125671" y="12550"/>
                  </a:cubicBezTo>
                  <a:cubicBezTo>
                    <a:pt x="125671" y="17604"/>
                    <a:pt x="128491" y="21310"/>
                    <a:pt x="135541" y="25689"/>
                  </a:cubicBezTo>
                  <a:cubicBezTo>
                    <a:pt x="142239" y="29395"/>
                    <a:pt x="144706" y="32428"/>
                    <a:pt x="144706" y="37144"/>
                  </a:cubicBezTo>
                  <a:cubicBezTo>
                    <a:pt x="144706" y="50620"/>
                    <a:pt x="131664" y="76899"/>
                    <a:pt x="101701" y="124403"/>
                  </a:cubicBezTo>
                  <a:lnTo>
                    <a:pt x="94650" y="85322"/>
                  </a:lnTo>
                  <a:cubicBezTo>
                    <a:pt x="89363" y="55674"/>
                    <a:pt x="69623" y="85"/>
                    <a:pt x="64335" y="85"/>
                  </a:cubicBezTo>
                  <a:lnTo>
                    <a:pt x="62925" y="85"/>
                  </a:lnTo>
                  <a:cubicBezTo>
                    <a:pt x="62573" y="422"/>
                    <a:pt x="61163" y="422"/>
                    <a:pt x="59753" y="422"/>
                  </a:cubicBezTo>
                  <a:cubicBezTo>
                    <a:pt x="56580" y="759"/>
                    <a:pt x="43890" y="2780"/>
                    <a:pt x="25207" y="6149"/>
                  </a:cubicBezTo>
                  <a:cubicBezTo>
                    <a:pt x="23445" y="6486"/>
                    <a:pt x="18862" y="7497"/>
                    <a:pt x="13927" y="8170"/>
                  </a:cubicBezTo>
                  <a:lnTo>
                    <a:pt x="13927" y="13898"/>
                  </a:lnTo>
                  <a:close/>
                </a:path>
              </a:pathLst>
            </a:custGeom>
            <a:solidFill>
              <a:srgbClr val="000000"/>
            </a:solidFill>
            <a:ln w="35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6" name="Freeform: Shape 2065">
              <a:extLst>
                <a:ext uri="{FF2B5EF4-FFF2-40B4-BE49-F238E27FC236}">
                  <a16:creationId xmlns:a16="http://schemas.microsoft.com/office/drawing/2014/main" id="{FEE407EF-08A1-AA54-5D29-605D479613D3}"/>
                </a:ext>
              </a:extLst>
            </p:cNvPr>
            <p:cNvSpPr/>
            <p:nvPr>
              <p:custDataLst>
                <p:tags r:id="rId93"/>
              </p:custDataLst>
            </p:nvPr>
          </p:nvSpPr>
          <p:spPr>
            <a:xfrm>
              <a:off x="6762599" y="5632879"/>
              <a:ext cx="81781" cy="336904"/>
            </a:xfrm>
            <a:custGeom>
              <a:avLst/>
              <a:gdLst>
                <a:gd name="connsiteX0" fmla="*/ 81965 w 81781"/>
                <a:gd name="connsiteY0" fmla="*/ 333621 h 336904"/>
                <a:gd name="connsiteX1" fmla="*/ 75972 w 81781"/>
                <a:gd name="connsiteY1" fmla="*/ 326209 h 336904"/>
                <a:gd name="connsiteX2" fmla="*/ 20629 w 81781"/>
                <a:gd name="connsiteY2" fmla="*/ 168537 h 336904"/>
                <a:gd name="connsiteX3" fmla="*/ 77382 w 81781"/>
                <a:gd name="connsiteY3" fmla="*/ 9181 h 336904"/>
                <a:gd name="connsiteX4" fmla="*/ 81965 w 81781"/>
                <a:gd name="connsiteY4" fmla="*/ 3454 h 336904"/>
                <a:gd name="connsiteX5" fmla="*/ 78440 w 81781"/>
                <a:gd name="connsiteY5" fmla="*/ 85 h 336904"/>
                <a:gd name="connsiteX6" fmla="*/ 22391 w 81781"/>
                <a:gd name="connsiteY6" fmla="*/ 65781 h 336904"/>
                <a:gd name="connsiteX7" fmla="*/ 184 w 81781"/>
                <a:gd name="connsiteY7" fmla="*/ 168537 h 336904"/>
                <a:gd name="connsiteX8" fmla="*/ 23449 w 81781"/>
                <a:gd name="connsiteY8" fmla="*/ 273651 h 336904"/>
                <a:gd name="connsiteX9" fmla="*/ 78440 w 81781"/>
                <a:gd name="connsiteY9" fmla="*/ 336990 h 336904"/>
                <a:gd name="connsiteX10" fmla="*/ 81965 w 81781"/>
                <a:gd name="connsiteY10" fmla="*/ 333621 h 33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781" h="336904">
                  <a:moveTo>
                    <a:pt x="81965" y="333621"/>
                  </a:moveTo>
                  <a:cubicBezTo>
                    <a:pt x="81965" y="332610"/>
                    <a:pt x="81965" y="331936"/>
                    <a:pt x="75972" y="326209"/>
                  </a:cubicBezTo>
                  <a:cubicBezTo>
                    <a:pt x="31909" y="283759"/>
                    <a:pt x="20629" y="220084"/>
                    <a:pt x="20629" y="168537"/>
                  </a:cubicBezTo>
                  <a:cubicBezTo>
                    <a:pt x="20629" y="109916"/>
                    <a:pt x="34024" y="51294"/>
                    <a:pt x="77382" y="9181"/>
                  </a:cubicBezTo>
                  <a:cubicBezTo>
                    <a:pt x="81965" y="5138"/>
                    <a:pt x="81965" y="4464"/>
                    <a:pt x="81965" y="3454"/>
                  </a:cubicBezTo>
                  <a:cubicBezTo>
                    <a:pt x="81965" y="1095"/>
                    <a:pt x="80555" y="85"/>
                    <a:pt x="78440" y="85"/>
                  </a:cubicBezTo>
                  <a:cubicBezTo>
                    <a:pt x="74915" y="85"/>
                    <a:pt x="43189" y="22994"/>
                    <a:pt x="22391" y="65781"/>
                  </a:cubicBezTo>
                  <a:cubicBezTo>
                    <a:pt x="4414" y="102841"/>
                    <a:pt x="184" y="140237"/>
                    <a:pt x="184" y="168537"/>
                  </a:cubicBezTo>
                  <a:cubicBezTo>
                    <a:pt x="184" y="194816"/>
                    <a:pt x="4061" y="235581"/>
                    <a:pt x="23449" y="273651"/>
                  </a:cubicBezTo>
                  <a:cubicBezTo>
                    <a:pt x="44599" y="315091"/>
                    <a:pt x="74915" y="336990"/>
                    <a:pt x="78440" y="336990"/>
                  </a:cubicBezTo>
                  <a:cubicBezTo>
                    <a:pt x="80555" y="336990"/>
                    <a:pt x="81965" y="335979"/>
                    <a:pt x="81965" y="333621"/>
                  </a:cubicBezTo>
                  <a:close/>
                </a:path>
              </a:pathLst>
            </a:custGeom>
            <a:solidFill>
              <a:srgbClr val="000000"/>
            </a:solidFill>
            <a:ln w="35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7" name="Freeform: Shape 2066">
              <a:extLst>
                <a:ext uri="{FF2B5EF4-FFF2-40B4-BE49-F238E27FC236}">
                  <a16:creationId xmlns:a16="http://schemas.microsoft.com/office/drawing/2014/main" id="{01A22A1C-4C2E-3426-0372-94F3650391DB}"/>
                </a:ext>
              </a:extLst>
            </p:cNvPr>
            <p:cNvSpPr/>
            <p:nvPr>
              <p:custDataLst>
                <p:tags r:id="rId94"/>
              </p:custDataLst>
            </p:nvPr>
          </p:nvSpPr>
          <p:spPr>
            <a:xfrm>
              <a:off x="6873441" y="5657810"/>
              <a:ext cx="159332" cy="232464"/>
            </a:xfrm>
            <a:custGeom>
              <a:avLst/>
              <a:gdLst>
                <a:gd name="connsiteX0" fmla="*/ 81264 w 159332"/>
                <a:gd name="connsiteY0" fmla="*/ 84 h 232464"/>
                <a:gd name="connsiteX1" fmla="*/ 34029 w 159332"/>
                <a:gd name="connsiteY1" fmla="*/ 17603 h 232464"/>
                <a:gd name="connsiteX2" fmla="*/ 188 w 159332"/>
                <a:gd name="connsiteY2" fmla="*/ 114631 h 232464"/>
                <a:gd name="connsiteX3" fmla="*/ 28389 w 159332"/>
                <a:gd name="connsiteY3" fmla="*/ 209639 h 232464"/>
                <a:gd name="connsiteX4" fmla="*/ 79854 w 159332"/>
                <a:gd name="connsiteY4" fmla="*/ 232548 h 232464"/>
                <a:gd name="connsiteX5" fmla="*/ 125680 w 159332"/>
                <a:gd name="connsiteY5" fmla="*/ 215029 h 232464"/>
                <a:gd name="connsiteX6" fmla="*/ 159520 w 159332"/>
                <a:gd name="connsiteY6" fmla="*/ 116653 h 232464"/>
                <a:gd name="connsiteX7" fmla="*/ 81264 w 159332"/>
                <a:gd name="connsiteY7" fmla="*/ 84 h 232464"/>
                <a:gd name="connsiteX8" fmla="*/ 80207 w 159332"/>
                <a:gd name="connsiteY8" fmla="*/ 8843 h 232464"/>
                <a:gd name="connsiteX9" fmla="*/ 125680 w 159332"/>
                <a:gd name="connsiteY9" fmla="*/ 117327 h 232464"/>
                <a:gd name="connsiteX10" fmla="*/ 79854 w 159332"/>
                <a:gd name="connsiteY10" fmla="*/ 223789 h 232464"/>
                <a:gd name="connsiteX11" fmla="*/ 34029 w 159332"/>
                <a:gd name="connsiteY11" fmla="*/ 117664 h 232464"/>
                <a:gd name="connsiteX12" fmla="*/ 80207 w 159332"/>
                <a:gd name="connsiteY12" fmla="*/ 8843 h 23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332" h="232464">
                  <a:moveTo>
                    <a:pt x="81264" y="84"/>
                  </a:moveTo>
                  <a:cubicBezTo>
                    <a:pt x="61877" y="84"/>
                    <a:pt x="47071" y="5811"/>
                    <a:pt x="34029" y="17603"/>
                  </a:cubicBezTo>
                  <a:cubicBezTo>
                    <a:pt x="13583" y="36470"/>
                    <a:pt x="188" y="75214"/>
                    <a:pt x="188" y="114631"/>
                  </a:cubicBezTo>
                  <a:cubicBezTo>
                    <a:pt x="188" y="151354"/>
                    <a:pt x="11821" y="190772"/>
                    <a:pt x="28389" y="209639"/>
                  </a:cubicBezTo>
                  <a:cubicBezTo>
                    <a:pt x="41431" y="224462"/>
                    <a:pt x="59409" y="232548"/>
                    <a:pt x="79854" y="232548"/>
                  </a:cubicBezTo>
                  <a:cubicBezTo>
                    <a:pt x="97832" y="232548"/>
                    <a:pt x="112990" y="226821"/>
                    <a:pt x="125680" y="215029"/>
                  </a:cubicBezTo>
                  <a:cubicBezTo>
                    <a:pt x="146125" y="196499"/>
                    <a:pt x="159520" y="157418"/>
                    <a:pt x="159520" y="116653"/>
                  </a:cubicBezTo>
                  <a:cubicBezTo>
                    <a:pt x="159520" y="47587"/>
                    <a:pt x="127442" y="84"/>
                    <a:pt x="81264" y="84"/>
                  </a:cubicBezTo>
                  <a:close/>
                  <a:moveTo>
                    <a:pt x="80207" y="8843"/>
                  </a:moveTo>
                  <a:cubicBezTo>
                    <a:pt x="109817" y="8843"/>
                    <a:pt x="125680" y="46914"/>
                    <a:pt x="125680" y="117327"/>
                  </a:cubicBezTo>
                  <a:cubicBezTo>
                    <a:pt x="125680" y="187740"/>
                    <a:pt x="110170" y="223789"/>
                    <a:pt x="79854" y="223789"/>
                  </a:cubicBezTo>
                  <a:cubicBezTo>
                    <a:pt x="49539" y="223789"/>
                    <a:pt x="34029" y="187740"/>
                    <a:pt x="34029" y="117664"/>
                  </a:cubicBezTo>
                  <a:cubicBezTo>
                    <a:pt x="34029" y="46240"/>
                    <a:pt x="49891" y="8843"/>
                    <a:pt x="80207" y="8843"/>
                  </a:cubicBezTo>
                  <a:close/>
                </a:path>
              </a:pathLst>
            </a:custGeom>
            <a:solidFill>
              <a:srgbClr val="000000"/>
            </a:solidFill>
            <a:ln w="479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8" name="Freeform: Shape 2067">
              <a:extLst>
                <a:ext uri="{FF2B5EF4-FFF2-40B4-BE49-F238E27FC236}">
                  <a16:creationId xmlns:a16="http://schemas.microsoft.com/office/drawing/2014/main" id="{4DA36F3F-E159-DE30-AC7F-874D25D3CC4E}"/>
                </a:ext>
              </a:extLst>
            </p:cNvPr>
            <p:cNvSpPr/>
            <p:nvPr>
              <p:custDataLst>
                <p:tags r:id="rId95"/>
              </p:custDataLst>
            </p:nvPr>
          </p:nvSpPr>
          <p:spPr>
            <a:xfrm>
              <a:off x="7061987" y="5632879"/>
              <a:ext cx="81781" cy="336904"/>
            </a:xfrm>
            <a:custGeom>
              <a:avLst/>
              <a:gdLst>
                <a:gd name="connsiteX0" fmla="*/ 81974 w 81781"/>
                <a:gd name="connsiteY0" fmla="*/ 168537 h 336904"/>
                <a:gd name="connsiteX1" fmla="*/ 58708 w 81781"/>
                <a:gd name="connsiteY1" fmla="*/ 63423 h 336904"/>
                <a:gd name="connsiteX2" fmla="*/ 3718 w 81781"/>
                <a:gd name="connsiteY2" fmla="*/ 85 h 336904"/>
                <a:gd name="connsiteX3" fmla="*/ 193 w 81781"/>
                <a:gd name="connsiteY3" fmla="*/ 3454 h 336904"/>
                <a:gd name="connsiteX4" fmla="*/ 6890 w 81781"/>
                <a:gd name="connsiteY4" fmla="*/ 11203 h 336904"/>
                <a:gd name="connsiteX5" fmla="*/ 61528 w 81781"/>
                <a:gd name="connsiteY5" fmla="*/ 168537 h 336904"/>
                <a:gd name="connsiteX6" fmla="*/ 4775 w 81781"/>
                <a:gd name="connsiteY6" fmla="*/ 327893 h 336904"/>
                <a:gd name="connsiteX7" fmla="*/ 193 w 81781"/>
                <a:gd name="connsiteY7" fmla="*/ 333621 h 336904"/>
                <a:gd name="connsiteX8" fmla="*/ 3718 w 81781"/>
                <a:gd name="connsiteY8" fmla="*/ 336990 h 336904"/>
                <a:gd name="connsiteX9" fmla="*/ 59766 w 81781"/>
                <a:gd name="connsiteY9" fmla="*/ 271293 h 336904"/>
                <a:gd name="connsiteX10" fmla="*/ 81974 w 81781"/>
                <a:gd name="connsiteY10" fmla="*/ 168537 h 33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781" h="336904">
                  <a:moveTo>
                    <a:pt x="81974" y="168537"/>
                  </a:moveTo>
                  <a:cubicBezTo>
                    <a:pt x="81974" y="142259"/>
                    <a:pt x="78096" y="101493"/>
                    <a:pt x="58708" y="63423"/>
                  </a:cubicBezTo>
                  <a:cubicBezTo>
                    <a:pt x="37558" y="21983"/>
                    <a:pt x="7243" y="85"/>
                    <a:pt x="3718" y="85"/>
                  </a:cubicBezTo>
                  <a:cubicBezTo>
                    <a:pt x="1603" y="85"/>
                    <a:pt x="193" y="1432"/>
                    <a:pt x="193" y="3454"/>
                  </a:cubicBezTo>
                  <a:cubicBezTo>
                    <a:pt x="193" y="4464"/>
                    <a:pt x="193" y="5138"/>
                    <a:pt x="6890" y="11203"/>
                  </a:cubicBezTo>
                  <a:cubicBezTo>
                    <a:pt x="41436" y="44556"/>
                    <a:pt x="61528" y="98124"/>
                    <a:pt x="61528" y="168537"/>
                  </a:cubicBezTo>
                  <a:cubicBezTo>
                    <a:pt x="61528" y="226148"/>
                    <a:pt x="48486" y="285443"/>
                    <a:pt x="4775" y="327893"/>
                  </a:cubicBezTo>
                  <a:cubicBezTo>
                    <a:pt x="193" y="331936"/>
                    <a:pt x="193" y="332610"/>
                    <a:pt x="193" y="333621"/>
                  </a:cubicBezTo>
                  <a:cubicBezTo>
                    <a:pt x="193" y="335642"/>
                    <a:pt x="1603" y="336990"/>
                    <a:pt x="3718" y="336990"/>
                  </a:cubicBezTo>
                  <a:cubicBezTo>
                    <a:pt x="7243" y="336990"/>
                    <a:pt x="38968" y="314080"/>
                    <a:pt x="59766" y="271293"/>
                  </a:cubicBezTo>
                  <a:cubicBezTo>
                    <a:pt x="77744" y="234234"/>
                    <a:pt x="81974" y="196837"/>
                    <a:pt x="81974" y="168537"/>
                  </a:cubicBezTo>
                  <a:close/>
                </a:path>
              </a:pathLst>
            </a:custGeom>
            <a:solidFill>
              <a:srgbClr val="000000"/>
            </a:solidFill>
            <a:ln w="35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9" name="Freeform: Shape 2068">
              <a:extLst>
                <a:ext uri="{FF2B5EF4-FFF2-40B4-BE49-F238E27FC236}">
                  <a16:creationId xmlns:a16="http://schemas.microsoft.com/office/drawing/2014/main" id="{46C57CFA-685C-5F78-638D-0E753B2FFFCB}"/>
                </a:ext>
              </a:extLst>
            </p:cNvPr>
            <p:cNvSpPr/>
            <p:nvPr>
              <p:custDataLst>
                <p:tags r:id="rId96"/>
              </p:custDataLst>
            </p:nvPr>
          </p:nvSpPr>
          <p:spPr>
            <a:xfrm>
              <a:off x="7277542" y="5761913"/>
              <a:ext cx="234415" cy="78835"/>
            </a:xfrm>
            <a:custGeom>
              <a:avLst/>
              <a:gdLst>
                <a:gd name="connsiteX0" fmla="*/ 222629 w 234415"/>
                <a:gd name="connsiteY0" fmla="*/ 13561 h 78835"/>
                <a:gd name="connsiteX1" fmla="*/ 234614 w 234415"/>
                <a:gd name="connsiteY1" fmla="*/ 6823 h 78835"/>
                <a:gd name="connsiteX2" fmla="*/ 222982 w 234415"/>
                <a:gd name="connsiteY2" fmla="*/ 85 h 78835"/>
                <a:gd name="connsiteX3" fmla="*/ 11831 w 234415"/>
                <a:gd name="connsiteY3" fmla="*/ 85 h 78835"/>
                <a:gd name="connsiteX4" fmla="*/ 199 w 234415"/>
                <a:gd name="connsiteY4" fmla="*/ 6823 h 78835"/>
                <a:gd name="connsiteX5" fmla="*/ 12184 w 234415"/>
                <a:gd name="connsiteY5" fmla="*/ 13561 h 78835"/>
                <a:gd name="connsiteX6" fmla="*/ 222629 w 234415"/>
                <a:gd name="connsiteY6" fmla="*/ 13561 h 78835"/>
                <a:gd name="connsiteX7" fmla="*/ 222982 w 234415"/>
                <a:gd name="connsiteY7" fmla="*/ 78920 h 78835"/>
                <a:gd name="connsiteX8" fmla="*/ 234614 w 234415"/>
                <a:gd name="connsiteY8" fmla="*/ 72182 h 78835"/>
                <a:gd name="connsiteX9" fmla="*/ 222629 w 234415"/>
                <a:gd name="connsiteY9" fmla="*/ 65444 h 78835"/>
                <a:gd name="connsiteX10" fmla="*/ 12184 w 234415"/>
                <a:gd name="connsiteY10" fmla="*/ 65444 h 78835"/>
                <a:gd name="connsiteX11" fmla="*/ 199 w 234415"/>
                <a:gd name="connsiteY11" fmla="*/ 72182 h 78835"/>
                <a:gd name="connsiteX12" fmla="*/ 11831 w 234415"/>
                <a:gd name="connsiteY12" fmla="*/ 78920 h 78835"/>
                <a:gd name="connsiteX13" fmla="*/ 222982 w 234415"/>
                <a:gd name="connsiteY13" fmla="*/ 78920 h 78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415" h="78835">
                  <a:moveTo>
                    <a:pt x="222629" y="13561"/>
                  </a:moveTo>
                  <a:cubicBezTo>
                    <a:pt x="227917" y="13561"/>
                    <a:pt x="234614" y="13561"/>
                    <a:pt x="234614" y="6823"/>
                  </a:cubicBezTo>
                  <a:cubicBezTo>
                    <a:pt x="234614" y="85"/>
                    <a:pt x="227917" y="85"/>
                    <a:pt x="222982" y="85"/>
                  </a:cubicBezTo>
                  <a:lnTo>
                    <a:pt x="11831" y="85"/>
                  </a:lnTo>
                  <a:cubicBezTo>
                    <a:pt x="6896" y="85"/>
                    <a:pt x="199" y="85"/>
                    <a:pt x="199" y="6823"/>
                  </a:cubicBezTo>
                  <a:cubicBezTo>
                    <a:pt x="199" y="13561"/>
                    <a:pt x="6896" y="13561"/>
                    <a:pt x="12184" y="13561"/>
                  </a:cubicBezTo>
                  <a:lnTo>
                    <a:pt x="222629" y="13561"/>
                  </a:lnTo>
                  <a:close/>
                  <a:moveTo>
                    <a:pt x="222982" y="78920"/>
                  </a:moveTo>
                  <a:cubicBezTo>
                    <a:pt x="227917" y="78920"/>
                    <a:pt x="234614" y="78920"/>
                    <a:pt x="234614" y="72182"/>
                  </a:cubicBezTo>
                  <a:cubicBezTo>
                    <a:pt x="234614" y="65444"/>
                    <a:pt x="227917" y="65444"/>
                    <a:pt x="222629" y="65444"/>
                  </a:cubicBezTo>
                  <a:lnTo>
                    <a:pt x="12184" y="65444"/>
                  </a:lnTo>
                  <a:cubicBezTo>
                    <a:pt x="6896" y="65444"/>
                    <a:pt x="199" y="65444"/>
                    <a:pt x="199" y="72182"/>
                  </a:cubicBezTo>
                  <a:cubicBezTo>
                    <a:pt x="199" y="78920"/>
                    <a:pt x="6896" y="78920"/>
                    <a:pt x="11831" y="78920"/>
                  </a:cubicBezTo>
                  <a:lnTo>
                    <a:pt x="222982" y="78920"/>
                  </a:lnTo>
                  <a:close/>
                </a:path>
              </a:pathLst>
            </a:custGeom>
            <a:solidFill>
              <a:srgbClr val="000000"/>
            </a:solidFill>
            <a:ln w="35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0" name="Freeform: Shape 2069">
              <a:extLst>
                <a:ext uri="{FF2B5EF4-FFF2-40B4-BE49-F238E27FC236}">
                  <a16:creationId xmlns:a16="http://schemas.microsoft.com/office/drawing/2014/main" id="{4F837D0F-783E-4929-EC35-08E1A59BE0C0}"/>
                </a:ext>
              </a:extLst>
            </p:cNvPr>
            <p:cNvSpPr/>
            <p:nvPr>
              <p:custDataLst>
                <p:tags r:id="rId97"/>
              </p:custDataLst>
            </p:nvPr>
          </p:nvSpPr>
          <p:spPr>
            <a:xfrm>
              <a:off x="7619807" y="5657810"/>
              <a:ext cx="159332" cy="232464"/>
            </a:xfrm>
            <a:custGeom>
              <a:avLst/>
              <a:gdLst>
                <a:gd name="connsiteX0" fmla="*/ 81285 w 159332"/>
                <a:gd name="connsiteY0" fmla="*/ 84 h 232464"/>
                <a:gd name="connsiteX1" fmla="*/ 34050 w 159332"/>
                <a:gd name="connsiteY1" fmla="*/ 17603 h 232464"/>
                <a:gd name="connsiteX2" fmla="*/ 209 w 159332"/>
                <a:gd name="connsiteY2" fmla="*/ 114631 h 232464"/>
                <a:gd name="connsiteX3" fmla="*/ 28410 w 159332"/>
                <a:gd name="connsiteY3" fmla="*/ 209639 h 232464"/>
                <a:gd name="connsiteX4" fmla="*/ 79875 w 159332"/>
                <a:gd name="connsiteY4" fmla="*/ 232548 h 232464"/>
                <a:gd name="connsiteX5" fmla="*/ 125701 w 159332"/>
                <a:gd name="connsiteY5" fmla="*/ 215029 h 232464"/>
                <a:gd name="connsiteX6" fmla="*/ 159541 w 159332"/>
                <a:gd name="connsiteY6" fmla="*/ 116653 h 232464"/>
                <a:gd name="connsiteX7" fmla="*/ 81285 w 159332"/>
                <a:gd name="connsiteY7" fmla="*/ 84 h 232464"/>
                <a:gd name="connsiteX8" fmla="*/ 80228 w 159332"/>
                <a:gd name="connsiteY8" fmla="*/ 8843 h 232464"/>
                <a:gd name="connsiteX9" fmla="*/ 125701 w 159332"/>
                <a:gd name="connsiteY9" fmla="*/ 117327 h 232464"/>
                <a:gd name="connsiteX10" fmla="*/ 79875 w 159332"/>
                <a:gd name="connsiteY10" fmla="*/ 223789 h 232464"/>
                <a:gd name="connsiteX11" fmla="*/ 34050 w 159332"/>
                <a:gd name="connsiteY11" fmla="*/ 117664 h 232464"/>
                <a:gd name="connsiteX12" fmla="*/ 80228 w 159332"/>
                <a:gd name="connsiteY12" fmla="*/ 8843 h 23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332" h="232464">
                  <a:moveTo>
                    <a:pt x="81285" y="84"/>
                  </a:moveTo>
                  <a:cubicBezTo>
                    <a:pt x="61898" y="84"/>
                    <a:pt x="47092" y="5811"/>
                    <a:pt x="34050" y="17603"/>
                  </a:cubicBezTo>
                  <a:cubicBezTo>
                    <a:pt x="13604" y="36470"/>
                    <a:pt x="209" y="75214"/>
                    <a:pt x="209" y="114631"/>
                  </a:cubicBezTo>
                  <a:cubicBezTo>
                    <a:pt x="209" y="151354"/>
                    <a:pt x="11842" y="190772"/>
                    <a:pt x="28410" y="209639"/>
                  </a:cubicBezTo>
                  <a:cubicBezTo>
                    <a:pt x="41452" y="224462"/>
                    <a:pt x="59430" y="232548"/>
                    <a:pt x="79875" y="232548"/>
                  </a:cubicBezTo>
                  <a:cubicBezTo>
                    <a:pt x="97853" y="232548"/>
                    <a:pt x="113011" y="226821"/>
                    <a:pt x="125701" y="215029"/>
                  </a:cubicBezTo>
                  <a:cubicBezTo>
                    <a:pt x="146146" y="196499"/>
                    <a:pt x="159541" y="157418"/>
                    <a:pt x="159541" y="116653"/>
                  </a:cubicBezTo>
                  <a:cubicBezTo>
                    <a:pt x="159541" y="47587"/>
                    <a:pt x="127463" y="84"/>
                    <a:pt x="81285" y="84"/>
                  </a:cubicBezTo>
                  <a:close/>
                  <a:moveTo>
                    <a:pt x="80228" y="8843"/>
                  </a:moveTo>
                  <a:cubicBezTo>
                    <a:pt x="109838" y="8843"/>
                    <a:pt x="125701" y="46914"/>
                    <a:pt x="125701" y="117327"/>
                  </a:cubicBezTo>
                  <a:cubicBezTo>
                    <a:pt x="125701" y="187740"/>
                    <a:pt x="110191" y="223789"/>
                    <a:pt x="79875" y="223789"/>
                  </a:cubicBezTo>
                  <a:cubicBezTo>
                    <a:pt x="49560" y="223789"/>
                    <a:pt x="34050" y="187740"/>
                    <a:pt x="34050" y="117664"/>
                  </a:cubicBezTo>
                  <a:cubicBezTo>
                    <a:pt x="34050" y="46240"/>
                    <a:pt x="49912" y="8843"/>
                    <a:pt x="80228" y="8843"/>
                  </a:cubicBezTo>
                  <a:close/>
                </a:path>
              </a:pathLst>
            </a:custGeom>
            <a:solidFill>
              <a:srgbClr val="000000"/>
            </a:solidFill>
            <a:ln w="479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1" name="Freeform: Shape 2070">
              <a:extLst>
                <a:ext uri="{FF2B5EF4-FFF2-40B4-BE49-F238E27FC236}">
                  <a16:creationId xmlns:a16="http://schemas.microsoft.com/office/drawing/2014/main" id="{ECF6C299-F022-E2B0-4066-28D22BF3587A}"/>
                </a:ext>
              </a:extLst>
            </p:cNvPr>
            <p:cNvSpPr/>
            <p:nvPr>
              <p:custDataLst>
                <p:tags r:id="rId98"/>
              </p:custDataLst>
            </p:nvPr>
          </p:nvSpPr>
          <p:spPr>
            <a:xfrm>
              <a:off x="7818576" y="5849846"/>
              <a:ext cx="41243" cy="100734"/>
            </a:xfrm>
            <a:custGeom>
              <a:avLst/>
              <a:gdLst>
                <a:gd name="connsiteX0" fmla="*/ 41457 w 41243"/>
                <a:gd name="connsiteY0" fmla="*/ 35460 h 100734"/>
                <a:gd name="connsiteX1" fmla="*/ 18896 w 41243"/>
                <a:gd name="connsiteY1" fmla="*/ 85 h 100734"/>
                <a:gd name="connsiteX2" fmla="*/ 214 w 41243"/>
                <a:gd name="connsiteY2" fmla="*/ 17941 h 100734"/>
                <a:gd name="connsiteX3" fmla="*/ 18896 w 41243"/>
                <a:gd name="connsiteY3" fmla="*/ 35797 h 100734"/>
                <a:gd name="connsiteX4" fmla="*/ 31234 w 41243"/>
                <a:gd name="connsiteY4" fmla="*/ 31417 h 100734"/>
                <a:gd name="connsiteX5" fmla="*/ 32997 w 41243"/>
                <a:gd name="connsiteY5" fmla="*/ 30406 h 100734"/>
                <a:gd name="connsiteX6" fmla="*/ 33702 w 41243"/>
                <a:gd name="connsiteY6" fmla="*/ 35460 h 100734"/>
                <a:gd name="connsiteX7" fmla="*/ 9731 w 41243"/>
                <a:gd name="connsiteY7" fmla="*/ 91723 h 100734"/>
                <a:gd name="connsiteX8" fmla="*/ 5854 w 41243"/>
                <a:gd name="connsiteY8" fmla="*/ 97113 h 100734"/>
                <a:gd name="connsiteX9" fmla="*/ 9379 w 41243"/>
                <a:gd name="connsiteY9" fmla="*/ 100819 h 100734"/>
                <a:gd name="connsiteX10" fmla="*/ 41457 w 41243"/>
                <a:gd name="connsiteY10" fmla="*/ 35460 h 1007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243" h="100734">
                  <a:moveTo>
                    <a:pt x="41457" y="35460"/>
                  </a:moveTo>
                  <a:cubicBezTo>
                    <a:pt x="41457" y="13224"/>
                    <a:pt x="32644" y="85"/>
                    <a:pt x="18896" y="85"/>
                  </a:cubicBezTo>
                  <a:cubicBezTo>
                    <a:pt x="7264" y="85"/>
                    <a:pt x="214" y="8507"/>
                    <a:pt x="214" y="17941"/>
                  </a:cubicBezTo>
                  <a:cubicBezTo>
                    <a:pt x="214" y="27037"/>
                    <a:pt x="7264" y="35797"/>
                    <a:pt x="18896" y="35797"/>
                  </a:cubicBezTo>
                  <a:cubicBezTo>
                    <a:pt x="23126" y="35797"/>
                    <a:pt x="27709" y="34449"/>
                    <a:pt x="31234" y="31417"/>
                  </a:cubicBezTo>
                  <a:cubicBezTo>
                    <a:pt x="32291" y="30743"/>
                    <a:pt x="32644" y="30406"/>
                    <a:pt x="32997" y="30406"/>
                  </a:cubicBezTo>
                  <a:cubicBezTo>
                    <a:pt x="33349" y="30406"/>
                    <a:pt x="33702" y="30743"/>
                    <a:pt x="33702" y="35460"/>
                  </a:cubicBezTo>
                  <a:cubicBezTo>
                    <a:pt x="33702" y="60391"/>
                    <a:pt x="21364" y="80605"/>
                    <a:pt x="9731" y="91723"/>
                  </a:cubicBezTo>
                  <a:cubicBezTo>
                    <a:pt x="5854" y="95429"/>
                    <a:pt x="5854" y="96103"/>
                    <a:pt x="5854" y="97113"/>
                  </a:cubicBezTo>
                  <a:cubicBezTo>
                    <a:pt x="5854" y="99472"/>
                    <a:pt x="7616" y="100819"/>
                    <a:pt x="9379" y="100819"/>
                  </a:cubicBezTo>
                  <a:cubicBezTo>
                    <a:pt x="13256" y="100819"/>
                    <a:pt x="41457" y="74878"/>
                    <a:pt x="41457" y="35460"/>
                  </a:cubicBezTo>
                  <a:close/>
                </a:path>
              </a:pathLst>
            </a:custGeom>
            <a:solidFill>
              <a:srgbClr val="000000"/>
            </a:solidFill>
            <a:ln w="35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2" name="Freeform: Shape 2071">
              <a:extLst>
                <a:ext uri="{FF2B5EF4-FFF2-40B4-BE49-F238E27FC236}">
                  <a16:creationId xmlns:a16="http://schemas.microsoft.com/office/drawing/2014/main" id="{6BB61D4E-DCE4-3373-A571-3CAF330E4A45}"/>
                </a:ext>
              </a:extLst>
            </p:cNvPr>
            <p:cNvSpPr/>
            <p:nvPr>
              <p:custDataLst>
                <p:tags r:id="rId99"/>
              </p:custDataLst>
            </p:nvPr>
          </p:nvSpPr>
          <p:spPr>
            <a:xfrm>
              <a:off x="8009141" y="5736982"/>
              <a:ext cx="162152" cy="151607"/>
            </a:xfrm>
            <a:custGeom>
              <a:avLst/>
              <a:gdLst>
                <a:gd name="connsiteX0" fmla="*/ 157437 w 162152"/>
                <a:gd name="connsiteY0" fmla="*/ 109242 h 151607"/>
                <a:gd name="connsiteX1" fmla="*/ 150034 w 162152"/>
                <a:gd name="connsiteY1" fmla="*/ 118001 h 151607"/>
                <a:gd name="connsiteX2" fmla="*/ 128531 w 162152"/>
                <a:gd name="connsiteY2" fmla="*/ 135857 h 151607"/>
                <a:gd name="connsiteX3" fmla="*/ 122891 w 162152"/>
                <a:gd name="connsiteY3" fmla="*/ 130467 h 151607"/>
                <a:gd name="connsiteX4" fmla="*/ 127826 w 162152"/>
                <a:gd name="connsiteY4" fmla="*/ 109242 h 151607"/>
                <a:gd name="connsiteX5" fmla="*/ 147919 w 162152"/>
                <a:gd name="connsiteY5" fmla="*/ 39839 h 151607"/>
                <a:gd name="connsiteX6" fmla="*/ 151092 w 162152"/>
                <a:gd name="connsiteY6" fmla="*/ 20636 h 151607"/>
                <a:gd name="connsiteX7" fmla="*/ 127826 w 162152"/>
                <a:gd name="connsiteY7" fmla="*/ 85 h 151607"/>
                <a:gd name="connsiteX8" fmla="*/ 46750 w 162152"/>
                <a:gd name="connsiteY8" fmla="*/ 74204 h 151607"/>
                <a:gd name="connsiteX9" fmla="*/ 70368 w 162152"/>
                <a:gd name="connsiteY9" fmla="*/ 759 h 151607"/>
                <a:gd name="connsiteX10" fmla="*/ 69311 w 162152"/>
                <a:gd name="connsiteY10" fmla="*/ 85 h 151607"/>
                <a:gd name="connsiteX11" fmla="*/ 12205 w 162152"/>
                <a:gd name="connsiteY11" fmla="*/ 10529 h 151607"/>
                <a:gd name="connsiteX12" fmla="*/ 12205 w 162152"/>
                <a:gd name="connsiteY12" fmla="*/ 15919 h 151607"/>
                <a:gd name="connsiteX13" fmla="*/ 34765 w 162152"/>
                <a:gd name="connsiteY13" fmla="*/ 25016 h 151607"/>
                <a:gd name="connsiteX14" fmla="*/ 34060 w 162152"/>
                <a:gd name="connsiteY14" fmla="*/ 30743 h 151607"/>
                <a:gd name="connsiteX15" fmla="*/ 220 w 162152"/>
                <a:gd name="connsiteY15" fmla="*/ 148660 h 151607"/>
                <a:gd name="connsiteX16" fmla="*/ 26657 w 162152"/>
                <a:gd name="connsiteY16" fmla="*/ 148660 h 151607"/>
                <a:gd name="connsiteX17" fmla="*/ 61908 w 162152"/>
                <a:gd name="connsiteY17" fmla="*/ 65107 h 151607"/>
                <a:gd name="connsiteX18" fmla="*/ 114079 w 162152"/>
                <a:gd name="connsiteY18" fmla="*/ 17267 h 151607"/>
                <a:gd name="connsiteX19" fmla="*/ 122539 w 162152"/>
                <a:gd name="connsiteY19" fmla="*/ 27037 h 151607"/>
                <a:gd name="connsiteX20" fmla="*/ 117604 w 162152"/>
                <a:gd name="connsiteY20" fmla="*/ 52642 h 151607"/>
                <a:gd name="connsiteX21" fmla="*/ 102093 w 162152"/>
                <a:gd name="connsiteY21" fmla="*/ 108231 h 151607"/>
                <a:gd name="connsiteX22" fmla="*/ 96453 w 162152"/>
                <a:gd name="connsiteY22" fmla="*/ 133499 h 151607"/>
                <a:gd name="connsiteX23" fmla="*/ 113021 w 162152"/>
                <a:gd name="connsiteY23" fmla="*/ 151692 h 151607"/>
                <a:gd name="connsiteX24" fmla="*/ 162372 w 162152"/>
                <a:gd name="connsiteY24" fmla="*/ 113622 h 151607"/>
                <a:gd name="connsiteX25" fmla="*/ 157437 w 162152"/>
                <a:gd name="connsiteY25" fmla="*/ 109242 h 1516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152" h="151607">
                  <a:moveTo>
                    <a:pt x="157437" y="109242"/>
                  </a:moveTo>
                  <a:lnTo>
                    <a:pt x="150034" y="118001"/>
                  </a:lnTo>
                  <a:cubicBezTo>
                    <a:pt x="139811" y="130467"/>
                    <a:pt x="133466" y="135857"/>
                    <a:pt x="128531" y="135857"/>
                  </a:cubicBezTo>
                  <a:cubicBezTo>
                    <a:pt x="125711" y="135857"/>
                    <a:pt x="122891" y="133162"/>
                    <a:pt x="122891" y="130467"/>
                  </a:cubicBezTo>
                  <a:cubicBezTo>
                    <a:pt x="122891" y="128109"/>
                    <a:pt x="122891" y="128109"/>
                    <a:pt x="127826" y="109242"/>
                  </a:cubicBezTo>
                  <a:lnTo>
                    <a:pt x="147919" y="39839"/>
                  </a:lnTo>
                  <a:cubicBezTo>
                    <a:pt x="149682" y="32764"/>
                    <a:pt x="151092" y="25353"/>
                    <a:pt x="151092" y="20636"/>
                  </a:cubicBezTo>
                  <a:cubicBezTo>
                    <a:pt x="151092" y="8507"/>
                    <a:pt x="141574" y="85"/>
                    <a:pt x="127826" y="85"/>
                  </a:cubicBezTo>
                  <a:cubicBezTo>
                    <a:pt x="105266" y="85"/>
                    <a:pt x="83058" y="20299"/>
                    <a:pt x="46750" y="74204"/>
                  </a:cubicBezTo>
                  <a:lnTo>
                    <a:pt x="70368" y="759"/>
                  </a:lnTo>
                  <a:lnTo>
                    <a:pt x="69311" y="85"/>
                  </a:lnTo>
                  <a:cubicBezTo>
                    <a:pt x="50275" y="3791"/>
                    <a:pt x="42873" y="5138"/>
                    <a:pt x="12205" y="10529"/>
                  </a:cubicBezTo>
                  <a:lnTo>
                    <a:pt x="12205" y="15919"/>
                  </a:lnTo>
                  <a:cubicBezTo>
                    <a:pt x="30183" y="16256"/>
                    <a:pt x="34765" y="18278"/>
                    <a:pt x="34765" y="25016"/>
                  </a:cubicBezTo>
                  <a:cubicBezTo>
                    <a:pt x="34765" y="27037"/>
                    <a:pt x="34413" y="29058"/>
                    <a:pt x="34060" y="30743"/>
                  </a:cubicBezTo>
                  <a:lnTo>
                    <a:pt x="220" y="148660"/>
                  </a:lnTo>
                  <a:lnTo>
                    <a:pt x="26657" y="148660"/>
                  </a:lnTo>
                  <a:cubicBezTo>
                    <a:pt x="43225" y="95429"/>
                    <a:pt x="46398" y="88017"/>
                    <a:pt x="61908" y="65107"/>
                  </a:cubicBezTo>
                  <a:cubicBezTo>
                    <a:pt x="83058" y="34112"/>
                    <a:pt x="101036" y="17267"/>
                    <a:pt x="114079" y="17267"/>
                  </a:cubicBezTo>
                  <a:cubicBezTo>
                    <a:pt x="119366" y="17267"/>
                    <a:pt x="122539" y="20973"/>
                    <a:pt x="122539" y="27037"/>
                  </a:cubicBezTo>
                  <a:cubicBezTo>
                    <a:pt x="122539" y="31080"/>
                    <a:pt x="120424" y="42198"/>
                    <a:pt x="117604" y="52642"/>
                  </a:cubicBezTo>
                  <a:lnTo>
                    <a:pt x="102093" y="108231"/>
                  </a:lnTo>
                  <a:cubicBezTo>
                    <a:pt x="97511" y="125413"/>
                    <a:pt x="96453" y="130130"/>
                    <a:pt x="96453" y="133499"/>
                  </a:cubicBezTo>
                  <a:cubicBezTo>
                    <a:pt x="96453" y="146301"/>
                    <a:pt x="101388" y="151692"/>
                    <a:pt x="113021" y="151692"/>
                  </a:cubicBezTo>
                  <a:cubicBezTo>
                    <a:pt x="128884" y="151692"/>
                    <a:pt x="138049" y="144617"/>
                    <a:pt x="162372" y="113622"/>
                  </a:cubicBezTo>
                  <a:lnTo>
                    <a:pt x="157437" y="109242"/>
                  </a:lnTo>
                  <a:close/>
                </a:path>
              </a:pathLst>
            </a:custGeom>
            <a:solidFill>
              <a:srgbClr val="000000"/>
            </a:solidFill>
            <a:ln w="35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3" name="Freeform: Shape 2072">
              <a:extLst>
                <a:ext uri="{FF2B5EF4-FFF2-40B4-BE49-F238E27FC236}">
                  <a16:creationId xmlns:a16="http://schemas.microsoft.com/office/drawing/2014/main" id="{62ECE4A4-4E07-770A-52AD-09AB2F1E4DE4}"/>
                </a:ext>
              </a:extLst>
            </p:cNvPr>
            <p:cNvSpPr/>
            <p:nvPr>
              <p:custDataLst>
                <p:tags r:id="rId100"/>
              </p:custDataLst>
            </p:nvPr>
          </p:nvSpPr>
          <p:spPr>
            <a:xfrm>
              <a:off x="8279485" y="5761913"/>
              <a:ext cx="234415" cy="78835"/>
            </a:xfrm>
            <a:custGeom>
              <a:avLst/>
              <a:gdLst>
                <a:gd name="connsiteX0" fmla="*/ 222657 w 234415"/>
                <a:gd name="connsiteY0" fmla="*/ 13561 h 78835"/>
                <a:gd name="connsiteX1" fmla="*/ 234642 w 234415"/>
                <a:gd name="connsiteY1" fmla="*/ 6823 h 78835"/>
                <a:gd name="connsiteX2" fmla="*/ 223010 w 234415"/>
                <a:gd name="connsiteY2" fmla="*/ 85 h 78835"/>
                <a:gd name="connsiteX3" fmla="*/ 11859 w 234415"/>
                <a:gd name="connsiteY3" fmla="*/ 85 h 78835"/>
                <a:gd name="connsiteX4" fmla="*/ 227 w 234415"/>
                <a:gd name="connsiteY4" fmla="*/ 6823 h 78835"/>
                <a:gd name="connsiteX5" fmla="*/ 12212 w 234415"/>
                <a:gd name="connsiteY5" fmla="*/ 13561 h 78835"/>
                <a:gd name="connsiteX6" fmla="*/ 222657 w 234415"/>
                <a:gd name="connsiteY6" fmla="*/ 13561 h 78835"/>
                <a:gd name="connsiteX7" fmla="*/ 223010 w 234415"/>
                <a:gd name="connsiteY7" fmla="*/ 78920 h 78835"/>
                <a:gd name="connsiteX8" fmla="*/ 234642 w 234415"/>
                <a:gd name="connsiteY8" fmla="*/ 72182 h 78835"/>
                <a:gd name="connsiteX9" fmla="*/ 222657 w 234415"/>
                <a:gd name="connsiteY9" fmla="*/ 65444 h 78835"/>
                <a:gd name="connsiteX10" fmla="*/ 12212 w 234415"/>
                <a:gd name="connsiteY10" fmla="*/ 65444 h 78835"/>
                <a:gd name="connsiteX11" fmla="*/ 227 w 234415"/>
                <a:gd name="connsiteY11" fmla="*/ 72182 h 78835"/>
                <a:gd name="connsiteX12" fmla="*/ 11859 w 234415"/>
                <a:gd name="connsiteY12" fmla="*/ 78920 h 78835"/>
                <a:gd name="connsiteX13" fmla="*/ 223010 w 234415"/>
                <a:gd name="connsiteY13" fmla="*/ 78920 h 78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415" h="78835">
                  <a:moveTo>
                    <a:pt x="222657" y="13561"/>
                  </a:moveTo>
                  <a:cubicBezTo>
                    <a:pt x="227945" y="13561"/>
                    <a:pt x="234642" y="13561"/>
                    <a:pt x="234642" y="6823"/>
                  </a:cubicBezTo>
                  <a:cubicBezTo>
                    <a:pt x="234642" y="85"/>
                    <a:pt x="227945" y="85"/>
                    <a:pt x="223010" y="85"/>
                  </a:cubicBezTo>
                  <a:lnTo>
                    <a:pt x="11859" y="85"/>
                  </a:lnTo>
                  <a:cubicBezTo>
                    <a:pt x="6924" y="85"/>
                    <a:pt x="227" y="85"/>
                    <a:pt x="227" y="6823"/>
                  </a:cubicBezTo>
                  <a:cubicBezTo>
                    <a:pt x="227" y="13561"/>
                    <a:pt x="6924" y="13561"/>
                    <a:pt x="12212" y="13561"/>
                  </a:cubicBezTo>
                  <a:lnTo>
                    <a:pt x="222657" y="13561"/>
                  </a:lnTo>
                  <a:close/>
                  <a:moveTo>
                    <a:pt x="223010" y="78920"/>
                  </a:moveTo>
                  <a:cubicBezTo>
                    <a:pt x="227945" y="78920"/>
                    <a:pt x="234642" y="78920"/>
                    <a:pt x="234642" y="72182"/>
                  </a:cubicBezTo>
                  <a:cubicBezTo>
                    <a:pt x="234642" y="65444"/>
                    <a:pt x="227945" y="65444"/>
                    <a:pt x="222657" y="65444"/>
                  </a:cubicBezTo>
                  <a:lnTo>
                    <a:pt x="12212" y="65444"/>
                  </a:lnTo>
                  <a:cubicBezTo>
                    <a:pt x="6924" y="65444"/>
                    <a:pt x="227" y="65444"/>
                    <a:pt x="227" y="72182"/>
                  </a:cubicBezTo>
                  <a:cubicBezTo>
                    <a:pt x="227" y="78920"/>
                    <a:pt x="6924" y="78920"/>
                    <a:pt x="11859" y="78920"/>
                  </a:cubicBezTo>
                  <a:lnTo>
                    <a:pt x="223010" y="78920"/>
                  </a:lnTo>
                  <a:close/>
                </a:path>
              </a:pathLst>
            </a:custGeom>
            <a:solidFill>
              <a:srgbClr val="000000"/>
            </a:solidFill>
            <a:ln w="35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4" name="Freeform: Shape 2073">
              <a:extLst>
                <a:ext uri="{FF2B5EF4-FFF2-40B4-BE49-F238E27FC236}">
                  <a16:creationId xmlns:a16="http://schemas.microsoft.com/office/drawing/2014/main" id="{D7B2BA64-21E7-4F04-9BF1-2516DA8BA405}"/>
                </a:ext>
              </a:extLst>
            </p:cNvPr>
            <p:cNvSpPr/>
            <p:nvPr>
              <p:custDataLst>
                <p:tags r:id="rId101"/>
              </p:custDataLst>
            </p:nvPr>
          </p:nvSpPr>
          <p:spPr>
            <a:xfrm>
              <a:off x="8617521" y="5657810"/>
              <a:ext cx="162152" cy="227747"/>
            </a:xfrm>
            <a:custGeom>
              <a:avLst/>
              <a:gdLst>
                <a:gd name="connsiteX0" fmla="*/ 162389 w 162152"/>
                <a:gd name="connsiteY0" fmla="*/ 150006 h 227747"/>
                <a:gd name="connsiteX1" fmla="*/ 126434 w 162152"/>
                <a:gd name="connsiteY1" fmla="*/ 150006 h 227747"/>
                <a:gd name="connsiteX2" fmla="*/ 126434 w 162152"/>
                <a:gd name="connsiteY2" fmla="*/ 84 h 227747"/>
                <a:gd name="connsiteX3" fmla="*/ 110924 w 162152"/>
                <a:gd name="connsiteY3" fmla="*/ 84 h 227747"/>
                <a:gd name="connsiteX4" fmla="*/ 237 w 162152"/>
                <a:gd name="connsiteY4" fmla="*/ 150006 h 227747"/>
                <a:gd name="connsiteX5" fmla="*/ 237 w 162152"/>
                <a:gd name="connsiteY5" fmla="*/ 171568 h 227747"/>
                <a:gd name="connsiteX6" fmla="*/ 99291 w 162152"/>
                <a:gd name="connsiteY6" fmla="*/ 171568 h 227747"/>
                <a:gd name="connsiteX7" fmla="*/ 99291 w 162152"/>
                <a:gd name="connsiteY7" fmla="*/ 227831 h 227747"/>
                <a:gd name="connsiteX8" fmla="*/ 126434 w 162152"/>
                <a:gd name="connsiteY8" fmla="*/ 227831 h 227747"/>
                <a:gd name="connsiteX9" fmla="*/ 126434 w 162152"/>
                <a:gd name="connsiteY9" fmla="*/ 171568 h 227747"/>
                <a:gd name="connsiteX10" fmla="*/ 162389 w 162152"/>
                <a:gd name="connsiteY10" fmla="*/ 171568 h 227747"/>
                <a:gd name="connsiteX11" fmla="*/ 162389 w 162152"/>
                <a:gd name="connsiteY11" fmla="*/ 150006 h 227747"/>
                <a:gd name="connsiteX12" fmla="*/ 98939 w 162152"/>
                <a:gd name="connsiteY12" fmla="*/ 150006 h 227747"/>
                <a:gd name="connsiteX13" fmla="*/ 14338 w 162152"/>
                <a:gd name="connsiteY13" fmla="*/ 150006 h 227747"/>
                <a:gd name="connsiteX14" fmla="*/ 98939 w 162152"/>
                <a:gd name="connsiteY14" fmla="*/ 34448 h 227747"/>
                <a:gd name="connsiteX15" fmla="*/ 98939 w 162152"/>
                <a:gd name="connsiteY15" fmla="*/ 150006 h 227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2152" h="227747">
                  <a:moveTo>
                    <a:pt x="162389" y="150006"/>
                  </a:moveTo>
                  <a:lnTo>
                    <a:pt x="126434" y="150006"/>
                  </a:lnTo>
                  <a:lnTo>
                    <a:pt x="126434" y="84"/>
                  </a:lnTo>
                  <a:lnTo>
                    <a:pt x="110924" y="84"/>
                  </a:lnTo>
                  <a:lnTo>
                    <a:pt x="237" y="150006"/>
                  </a:lnTo>
                  <a:lnTo>
                    <a:pt x="237" y="171568"/>
                  </a:lnTo>
                  <a:lnTo>
                    <a:pt x="99291" y="171568"/>
                  </a:lnTo>
                  <a:lnTo>
                    <a:pt x="99291" y="227831"/>
                  </a:lnTo>
                  <a:lnTo>
                    <a:pt x="126434" y="227831"/>
                  </a:lnTo>
                  <a:lnTo>
                    <a:pt x="126434" y="171568"/>
                  </a:lnTo>
                  <a:lnTo>
                    <a:pt x="162389" y="171568"/>
                  </a:lnTo>
                  <a:lnTo>
                    <a:pt x="162389" y="150006"/>
                  </a:lnTo>
                  <a:close/>
                  <a:moveTo>
                    <a:pt x="98939" y="150006"/>
                  </a:moveTo>
                  <a:lnTo>
                    <a:pt x="14338" y="150006"/>
                  </a:lnTo>
                  <a:lnTo>
                    <a:pt x="98939" y="34448"/>
                  </a:lnTo>
                  <a:lnTo>
                    <a:pt x="98939" y="150006"/>
                  </a:lnTo>
                  <a:close/>
                </a:path>
              </a:pathLst>
            </a:custGeom>
            <a:solidFill>
              <a:srgbClr val="000000"/>
            </a:solidFill>
            <a:ln w="479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5" name="Freeform: Shape 2074">
              <a:extLst>
                <a:ext uri="{FF2B5EF4-FFF2-40B4-BE49-F238E27FC236}">
                  <a16:creationId xmlns:a16="http://schemas.microsoft.com/office/drawing/2014/main" id="{2C960419-BC57-5494-54E0-C187CB04B41E}"/>
                </a:ext>
              </a:extLst>
            </p:cNvPr>
            <p:cNvSpPr/>
            <p:nvPr>
              <p:custDataLst>
                <p:tags r:id="rId102"/>
              </p:custDataLst>
            </p:nvPr>
          </p:nvSpPr>
          <p:spPr>
            <a:xfrm>
              <a:off x="8818404" y="5730918"/>
              <a:ext cx="48998" cy="202142"/>
            </a:xfrm>
            <a:custGeom>
              <a:avLst/>
              <a:gdLst>
                <a:gd name="connsiteX0" fmla="*/ 9760 w 48998"/>
                <a:gd name="connsiteY0" fmla="*/ 202227 h 202142"/>
                <a:gd name="connsiteX1" fmla="*/ 49240 w 48998"/>
                <a:gd name="connsiteY1" fmla="*/ 150344 h 202142"/>
                <a:gd name="connsiteX2" fmla="*/ 21040 w 48998"/>
                <a:gd name="connsiteY2" fmla="*/ 120359 h 202142"/>
                <a:gd name="connsiteX3" fmla="*/ 242 w 48998"/>
                <a:gd name="connsiteY3" fmla="*/ 139226 h 202142"/>
                <a:gd name="connsiteX4" fmla="*/ 21040 w 48998"/>
                <a:gd name="connsiteY4" fmla="*/ 156745 h 202142"/>
                <a:gd name="connsiteX5" fmla="*/ 27738 w 48998"/>
                <a:gd name="connsiteY5" fmla="*/ 156071 h 202142"/>
                <a:gd name="connsiteX6" fmla="*/ 30558 w 48998"/>
                <a:gd name="connsiteY6" fmla="*/ 155397 h 202142"/>
                <a:gd name="connsiteX7" fmla="*/ 35493 w 48998"/>
                <a:gd name="connsiteY7" fmla="*/ 160114 h 202142"/>
                <a:gd name="connsiteX8" fmla="*/ 6587 w 48998"/>
                <a:gd name="connsiteY8" fmla="*/ 195826 h 202142"/>
                <a:gd name="connsiteX9" fmla="*/ 9760 w 48998"/>
                <a:gd name="connsiteY9" fmla="*/ 202227 h 202142"/>
                <a:gd name="connsiteX10" fmla="*/ 19982 w 48998"/>
                <a:gd name="connsiteY10" fmla="*/ 84 h 202142"/>
                <a:gd name="connsiteX11" fmla="*/ 595 w 48998"/>
                <a:gd name="connsiteY11" fmla="*/ 19288 h 202142"/>
                <a:gd name="connsiteX12" fmla="*/ 19630 w 48998"/>
                <a:gd name="connsiteY12" fmla="*/ 37481 h 202142"/>
                <a:gd name="connsiteX13" fmla="*/ 39723 w 48998"/>
                <a:gd name="connsiteY13" fmla="*/ 19288 h 202142"/>
                <a:gd name="connsiteX14" fmla="*/ 19982 w 48998"/>
                <a:gd name="connsiteY14" fmla="*/ 84 h 202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8998" h="202142">
                  <a:moveTo>
                    <a:pt x="9760" y="202227"/>
                  </a:moveTo>
                  <a:cubicBezTo>
                    <a:pt x="34083" y="190772"/>
                    <a:pt x="49240" y="170558"/>
                    <a:pt x="49240" y="150344"/>
                  </a:cubicBezTo>
                  <a:cubicBezTo>
                    <a:pt x="49240" y="133499"/>
                    <a:pt x="36903" y="120359"/>
                    <a:pt x="21040" y="120359"/>
                  </a:cubicBezTo>
                  <a:cubicBezTo>
                    <a:pt x="8702" y="120359"/>
                    <a:pt x="242" y="127771"/>
                    <a:pt x="242" y="139226"/>
                  </a:cubicBezTo>
                  <a:cubicBezTo>
                    <a:pt x="242" y="150344"/>
                    <a:pt x="7997" y="156745"/>
                    <a:pt x="21040" y="156745"/>
                  </a:cubicBezTo>
                  <a:cubicBezTo>
                    <a:pt x="23155" y="156745"/>
                    <a:pt x="25623" y="156408"/>
                    <a:pt x="27738" y="156071"/>
                  </a:cubicBezTo>
                  <a:cubicBezTo>
                    <a:pt x="30205" y="155397"/>
                    <a:pt x="30205" y="155397"/>
                    <a:pt x="30558" y="155397"/>
                  </a:cubicBezTo>
                  <a:cubicBezTo>
                    <a:pt x="33378" y="155397"/>
                    <a:pt x="35493" y="157419"/>
                    <a:pt x="35493" y="160114"/>
                  </a:cubicBezTo>
                  <a:cubicBezTo>
                    <a:pt x="35493" y="170895"/>
                    <a:pt x="25623" y="183360"/>
                    <a:pt x="6587" y="195826"/>
                  </a:cubicBezTo>
                  <a:lnTo>
                    <a:pt x="9760" y="202227"/>
                  </a:lnTo>
                  <a:close/>
                  <a:moveTo>
                    <a:pt x="19982" y="84"/>
                  </a:moveTo>
                  <a:cubicBezTo>
                    <a:pt x="9407" y="84"/>
                    <a:pt x="595" y="8844"/>
                    <a:pt x="595" y="19288"/>
                  </a:cubicBezTo>
                  <a:cubicBezTo>
                    <a:pt x="595" y="29058"/>
                    <a:pt x="9407" y="37481"/>
                    <a:pt x="19630" y="37481"/>
                  </a:cubicBezTo>
                  <a:cubicBezTo>
                    <a:pt x="30558" y="37481"/>
                    <a:pt x="39723" y="29058"/>
                    <a:pt x="39723" y="19288"/>
                  </a:cubicBezTo>
                  <a:cubicBezTo>
                    <a:pt x="39723" y="8844"/>
                    <a:pt x="30558" y="84"/>
                    <a:pt x="19982" y="84"/>
                  </a:cubicBezTo>
                  <a:close/>
                </a:path>
              </a:pathLst>
            </a:custGeom>
            <a:solidFill>
              <a:srgbClr val="000000"/>
            </a:solidFill>
            <a:ln w="479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6" name="Freeform: Shape 2075">
              <a:extLst>
                <a:ext uri="{FF2B5EF4-FFF2-40B4-BE49-F238E27FC236}">
                  <a16:creationId xmlns:a16="http://schemas.microsoft.com/office/drawing/2014/main" id="{8D262CCD-1AB4-9539-670C-F4B2A1A736F6}"/>
                </a:ext>
              </a:extLst>
            </p:cNvPr>
            <p:cNvSpPr/>
            <p:nvPr>
              <p:custDataLst>
                <p:tags r:id="rId103"/>
              </p:custDataLst>
            </p:nvPr>
          </p:nvSpPr>
          <p:spPr>
            <a:xfrm>
              <a:off x="9013201" y="5655451"/>
              <a:ext cx="161799" cy="233138"/>
            </a:xfrm>
            <a:custGeom>
              <a:avLst/>
              <a:gdLst>
                <a:gd name="connsiteX0" fmla="*/ 157465 w 161799"/>
                <a:gd name="connsiteY0" fmla="*/ 190773 h 233138"/>
                <a:gd name="connsiteX1" fmla="*/ 128560 w 161799"/>
                <a:gd name="connsiteY1" fmla="*/ 217388 h 233138"/>
                <a:gd name="connsiteX2" fmla="*/ 122919 w 161799"/>
                <a:gd name="connsiteY2" fmla="*/ 211324 h 233138"/>
                <a:gd name="connsiteX3" fmla="*/ 134552 w 161799"/>
                <a:gd name="connsiteY3" fmla="*/ 169211 h 233138"/>
                <a:gd name="connsiteX4" fmla="*/ 151472 w 161799"/>
                <a:gd name="connsiteY4" fmla="*/ 104188 h 233138"/>
                <a:gd name="connsiteX5" fmla="*/ 128207 w 161799"/>
                <a:gd name="connsiteY5" fmla="*/ 81616 h 233138"/>
                <a:gd name="connsiteX6" fmla="*/ 47483 w 161799"/>
                <a:gd name="connsiteY6" fmla="*/ 152703 h 233138"/>
                <a:gd name="connsiteX7" fmla="*/ 89784 w 161799"/>
                <a:gd name="connsiteY7" fmla="*/ 1769 h 233138"/>
                <a:gd name="connsiteX8" fmla="*/ 88021 w 161799"/>
                <a:gd name="connsiteY8" fmla="*/ 85 h 233138"/>
                <a:gd name="connsiteX9" fmla="*/ 32678 w 161799"/>
                <a:gd name="connsiteY9" fmla="*/ 9181 h 233138"/>
                <a:gd name="connsiteX10" fmla="*/ 32678 w 161799"/>
                <a:gd name="connsiteY10" fmla="*/ 14235 h 233138"/>
                <a:gd name="connsiteX11" fmla="*/ 41843 w 161799"/>
                <a:gd name="connsiteY11" fmla="*/ 14235 h 233138"/>
                <a:gd name="connsiteX12" fmla="*/ 42901 w 161799"/>
                <a:gd name="connsiteY12" fmla="*/ 13898 h 233138"/>
                <a:gd name="connsiteX13" fmla="*/ 56296 w 161799"/>
                <a:gd name="connsiteY13" fmla="*/ 22320 h 233138"/>
                <a:gd name="connsiteX14" fmla="*/ 51361 w 161799"/>
                <a:gd name="connsiteY14" fmla="*/ 45230 h 233138"/>
                <a:gd name="connsiteX15" fmla="*/ 47836 w 161799"/>
                <a:gd name="connsiteY15" fmla="*/ 57695 h 233138"/>
                <a:gd name="connsiteX16" fmla="*/ 248 w 161799"/>
                <a:gd name="connsiteY16" fmla="*/ 230191 h 233138"/>
                <a:gd name="connsiteX17" fmla="*/ 26686 w 161799"/>
                <a:gd name="connsiteY17" fmla="*/ 230191 h 233138"/>
                <a:gd name="connsiteX18" fmla="*/ 59469 w 161799"/>
                <a:gd name="connsiteY18" fmla="*/ 146301 h 233138"/>
                <a:gd name="connsiteX19" fmla="*/ 114107 w 161799"/>
                <a:gd name="connsiteY19" fmla="*/ 98798 h 233138"/>
                <a:gd name="connsiteX20" fmla="*/ 123977 w 161799"/>
                <a:gd name="connsiteY20" fmla="*/ 107220 h 233138"/>
                <a:gd name="connsiteX21" fmla="*/ 121509 w 161799"/>
                <a:gd name="connsiteY21" fmla="*/ 118338 h 233138"/>
                <a:gd name="connsiteX22" fmla="*/ 102122 w 161799"/>
                <a:gd name="connsiteY22" fmla="*/ 188078 h 233138"/>
                <a:gd name="connsiteX23" fmla="*/ 95072 w 161799"/>
                <a:gd name="connsiteY23" fmla="*/ 219073 h 233138"/>
                <a:gd name="connsiteX24" fmla="*/ 110582 w 161799"/>
                <a:gd name="connsiteY24" fmla="*/ 233223 h 233138"/>
                <a:gd name="connsiteX25" fmla="*/ 162047 w 161799"/>
                <a:gd name="connsiteY25" fmla="*/ 194816 h 233138"/>
                <a:gd name="connsiteX26" fmla="*/ 157465 w 161799"/>
                <a:gd name="connsiteY26" fmla="*/ 190773 h 2331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1799" h="233138">
                  <a:moveTo>
                    <a:pt x="157465" y="190773"/>
                  </a:moveTo>
                  <a:cubicBezTo>
                    <a:pt x="138430" y="213682"/>
                    <a:pt x="134200" y="217388"/>
                    <a:pt x="128560" y="217388"/>
                  </a:cubicBezTo>
                  <a:cubicBezTo>
                    <a:pt x="125387" y="217388"/>
                    <a:pt x="122919" y="214356"/>
                    <a:pt x="122919" y="211324"/>
                  </a:cubicBezTo>
                  <a:cubicBezTo>
                    <a:pt x="122919" y="207955"/>
                    <a:pt x="128560" y="186730"/>
                    <a:pt x="134552" y="169211"/>
                  </a:cubicBezTo>
                  <a:cubicBezTo>
                    <a:pt x="144775" y="137205"/>
                    <a:pt x="151472" y="112274"/>
                    <a:pt x="151472" y="104188"/>
                  </a:cubicBezTo>
                  <a:cubicBezTo>
                    <a:pt x="151472" y="90712"/>
                    <a:pt x="141955" y="81616"/>
                    <a:pt x="128207" y="81616"/>
                  </a:cubicBezTo>
                  <a:cubicBezTo>
                    <a:pt x="105294" y="81616"/>
                    <a:pt x="80266" y="103851"/>
                    <a:pt x="47483" y="152703"/>
                  </a:cubicBezTo>
                  <a:lnTo>
                    <a:pt x="89784" y="1769"/>
                  </a:lnTo>
                  <a:lnTo>
                    <a:pt x="88021" y="85"/>
                  </a:lnTo>
                  <a:cubicBezTo>
                    <a:pt x="67576" y="4464"/>
                    <a:pt x="53829" y="6823"/>
                    <a:pt x="32678" y="9181"/>
                  </a:cubicBezTo>
                  <a:lnTo>
                    <a:pt x="32678" y="14235"/>
                  </a:lnTo>
                  <a:lnTo>
                    <a:pt x="41843" y="14235"/>
                  </a:lnTo>
                  <a:cubicBezTo>
                    <a:pt x="42196" y="14235"/>
                    <a:pt x="42548" y="14235"/>
                    <a:pt x="42901" y="13898"/>
                  </a:cubicBezTo>
                  <a:cubicBezTo>
                    <a:pt x="47836" y="11876"/>
                    <a:pt x="56296" y="17604"/>
                    <a:pt x="56296" y="22320"/>
                  </a:cubicBezTo>
                  <a:cubicBezTo>
                    <a:pt x="56296" y="27037"/>
                    <a:pt x="54534" y="35460"/>
                    <a:pt x="51361" y="45230"/>
                  </a:cubicBezTo>
                  <a:cubicBezTo>
                    <a:pt x="51009" y="45567"/>
                    <a:pt x="49951" y="50284"/>
                    <a:pt x="47836" y="57695"/>
                  </a:cubicBezTo>
                  <a:lnTo>
                    <a:pt x="248" y="230191"/>
                  </a:lnTo>
                  <a:lnTo>
                    <a:pt x="26686" y="230191"/>
                  </a:lnTo>
                  <a:cubicBezTo>
                    <a:pt x="40786" y="178307"/>
                    <a:pt x="45368" y="166853"/>
                    <a:pt x="59469" y="146301"/>
                  </a:cubicBezTo>
                  <a:cubicBezTo>
                    <a:pt x="77799" y="119686"/>
                    <a:pt x="101769" y="98798"/>
                    <a:pt x="114107" y="98798"/>
                  </a:cubicBezTo>
                  <a:cubicBezTo>
                    <a:pt x="119394" y="98798"/>
                    <a:pt x="123977" y="102841"/>
                    <a:pt x="123977" y="107220"/>
                  </a:cubicBezTo>
                  <a:cubicBezTo>
                    <a:pt x="123977" y="108568"/>
                    <a:pt x="122919" y="112948"/>
                    <a:pt x="121509" y="118338"/>
                  </a:cubicBezTo>
                  <a:lnTo>
                    <a:pt x="102122" y="188078"/>
                  </a:lnTo>
                  <a:cubicBezTo>
                    <a:pt x="97539" y="204586"/>
                    <a:pt x="95072" y="215030"/>
                    <a:pt x="95072" y="219073"/>
                  </a:cubicBezTo>
                  <a:cubicBezTo>
                    <a:pt x="95072" y="227832"/>
                    <a:pt x="101064" y="233223"/>
                    <a:pt x="110582" y="233223"/>
                  </a:cubicBezTo>
                  <a:cubicBezTo>
                    <a:pt x="128560" y="233223"/>
                    <a:pt x="140897" y="224126"/>
                    <a:pt x="162047" y="194816"/>
                  </a:cubicBezTo>
                  <a:lnTo>
                    <a:pt x="157465" y="190773"/>
                  </a:lnTo>
                  <a:close/>
                </a:path>
              </a:pathLst>
            </a:custGeom>
            <a:solidFill>
              <a:srgbClr val="000000"/>
            </a:solidFill>
            <a:ln w="35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7" name="Freeform: Shape 2076">
              <a:extLst>
                <a:ext uri="{FF2B5EF4-FFF2-40B4-BE49-F238E27FC236}">
                  <a16:creationId xmlns:a16="http://schemas.microsoft.com/office/drawing/2014/main" id="{A6E20B4F-198D-D585-70DC-322DF7BD4140}"/>
                </a:ext>
              </a:extLst>
            </p:cNvPr>
            <p:cNvSpPr/>
            <p:nvPr>
              <p:custDataLst>
                <p:tags r:id="rId104"/>
              </p:custDataLst>
            </p:nvPr>
          </p:nvSpPr>
          <p:spPr>
            <a:xfrm>
              <a:off x="9281783" y="5761913"/>
              <a:ext cx="234415" cy="78835"/>
            </a:xfrm>
            <a:custGeom>
              <a:avLst/>
              <a:gdLst>
                <a:gd name="connsiteX0" fmla="*/ 222685 w 234415"/>
                <a:gd name="connsiteY0" fmla="*/ 13561 h 78835"/>
                <a:gd name="connsiteX1" fmla="*/ 234671 w 234415"/>
                <a:gd name="connsiteY1" fmla="*/ 6823 h 78835"/>
                <a:gd name="connsiteX2" fmla="*/ 223038 w 234415"/>
                <a:gd name="connsiteY2" fmla="*/ 85 h 78835"/>
                <a:gd name="connsiteX3" fmla="*/ 11888 w 234415"/>
                <a:gd name="connsiteY3" fmla="*/ 85 h 78835"/>
                <a:gd name="connsiteX4" fmla="*/ 255 w 234415"/>
                <a:gd name="connsiteY4" fmla="*/ 6823 h 78835"/>
                <a:gd name="connsiteX5" fmla="*/ 12240 w 234415"/>
                <a:gd name="connsiteY5" fmla="*/ 13561 h 78835"/>
                <a:gd name="connsiteX6" fmla="*/ 222685 w 234415"/>
                <a:gd name="connsiteY6" fmla="*/ 13561 h 78835"/>
                <a:gd name="connsiteX7" fmla="*/ 223038 w 234415"/>
                <a:gd name="connsiteY7" fmla="*/ 78920 h 78835"/>
                <a:gd name="connsiteX8" fmla="*/ 234671 w 234415"/>
                <a:gd name="connsiteY8" fmla="*/ 72182 h 78835"/>
                <a:gd name="connsiteX9" fmla="*/ 222685 w 234415"/>
                <a:gd name="connsiteY9" fmla="*/ 65444 h 78835"/>
                <a:gd name="connsiteX10" fmla="*/ 12240 w 234415"/>
                <a:gd name="connsiteY10" fmla="*/ 65444 h 78835"/>
                <a:gd name="connsiteX11" fmla="*/ 255 w 234415"/>
                <a:gd name="connsiteY11" fmla="*/ 72182 h 78835"/>
                <a:gd name="connsiteX12" fmla="*/ 11888 w 234415"/>
                <a:gd name="connsiteY12" fmla="*/ 78920 h 78835"/>
                <a:gd name="connsiteX13" fmla="*/ 223038 w 234415"/>
                <a:gd name="connsiteY13" fmla="*/ 78920 h 78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415" h="78835">
                  <a:moveTo>
                    <a:pt x="222685" y="13561"/>
                  </a:moveTo>
                  <a:cubicBezTo>
                    <a:pt x="227973" y="13561"/>
                    <a:pt x="234671" y="13561"/>
                    <a:pt x="234671" y="6823"/>
                  </a:cubicBezTo>
                  <a:cubicBezTo>
                    <a:pt x="234671" y="85"/>
                    <a:pt x="227973" y="85"/>
                    <a:pt x="223038" y="85"/>
                  </a:cubicBezTo>
                  <a:lnTo>
                    <a:pt x="11888" y="85"/>
                  </a:lnTo>
                  <a:cubicBezTo>
                    <a:pt x="6953" y="85"/>
                    <a:pt x="255" y="85"/>
                    <a:pt x="255" y="6823"/>
                  </a:cubicBezTo>
                  <a:cubicBezTo>
                    <a:pt x="255" y="13561"/>
                    <a:pt x="6953" y="13561"/>
                    <a:pt x="12240" y="13561"/>
                  </a:cubicBezTo>
                  <a:lnTo>
                    <a:pt x="222685" y="13561"/>
                  </a:lnTo>
                  <a:close/>
                  <a:moveTo>
                    <a:pt x="223038" y="78920"/>
                  </a:moveTo>
                  <a:cubicBezTo>
                    <a:pt x="227973" y="78920"/>
                    <a:pt x="234671" y="78920"/>
                    <a:pt x="234671" y="72182"/>
                  </a:cubicBezTo>
                  <a:cubicBezTo>
                    <a:pt x="234671" y="65444"/>
                    <a:pt x="227973" y="65444"/>
                    <a:pt x="222685" y="65444"/>
                  </a:cubicBezTo>
                  <a:lnTo>
                    <a:pt x="12240" y="65444"/>
                  </a:lnTo>
                  <a:cubicBezTo>
                    <a:pt x="6953" y="65444"/>
                    <a:pt x="255" y="65444"/>
                    <a:pt x="255" y="72182"/>
                  </a:cubicBezTo>
                  <a:cubicBezTo>
                    <a:pt x="255" y="78920"/>
                    <a:pt x="6953" y="78920"/>
                    <a:pt x="11888" y="78920"/>
                  </a:cubicBezTo>
                  <a:lnTo>
                    <a:pt x="223038" y="78920"/>
                  </a:lnTo>
                  <a:close/>
                </a:path>
              </a:pathLst>
            </a:custGeom>
            <a:solidFill>
              <a:srgbClr val="000000"/>
            </a:solidFill>
            <a:ln w="35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8" name="Freeform: Shape 2077">
              <a:extLst>
                <a:ext uri="{FF2B5EF4-FFF2-40B4-BE49-F238E27FC236}">
                  <a16:creationId xmlns:a16="http://schemas.microsoft.com/office/drawing/2014/main" id="{611C33EC-8978-39BD-6F2F-42B7CA9F3F90}"/>
                </a:ext>
              </a:extLst>
            </p:cNvPr>
            <p:cNvSpPr/>
            <p:nvPr>
              <p:custDataLst>
                <p:tags r:id="rId105"/>
              </p:custDataLst>
            </p:nvPr>
          </p:nvSpPr>
          <p:spPr>
            <a:xfrm>
              <a:off x="9650487" y="5632879"/>
              <a:ext cx="81781" cy="336904"/>
            </a:xfrm>
            <a:custGeom>
              <a:avLst/>
              <a:gdLst>
                <a:gd name="connsiteX0" fmla="*/ 82046 w 81781"/>
                <a:gd name="connsiteY0" fmla="*/ 333621 h 336904"/>
                <a:gd name="connsiteX1" fmla="*/ 76053 w 81781"/>
                <a:gd name="connsiteY1" fmla="*/ 326209 h 336904"/>
                <a:gd name="connsiteX2" fmla="*/ 20710 w 81781"/>
                <a:gd name="connsiteY2" fmla="*/ 168537 h 336904"/>
                <a:gd name="connsiteX3" fmla="*/ 77463 w 81781"/>
                <a:gd name="connsiteY3" fmla="*/ 9181 h 336904"/>
                <a:gd name="connsiteX4" fmla="*/ 82046 w 81781"/>
                <a:gd name="connsiteY4" fmla="*/ 3454 h 336904"/>
                <a:gd name="connsiteX5" fmla="*/ 78521 w 81781"/>
                <a:gd name="connsiteY5" fmla="*/ 85 h 336904"/>
                <a:gd name="connsiteX6" fmla="*/ 22473 w 81781"/>
                <a:gd name="connsiteY6" fmla="*/ 65781 h 336904"/>
                <a:gd name="connsiteX7" fmla="*/ 265 w 81781"/>
                <a:gd name="connsiteY7" fmla="*/ 168537 h 336904"/>
                <a:gd name="connsiteX8" fmla="*/ 23530 w 81781"/>
                <a:gd name="connsiteY8" fmla="*/ 273651 h 336904"/>
                <a:gd name="connsiteX9" fmla="*/ 78521 w 81781"/>
                <a:gd name="connsiteY9" fmla="*/ 336990 h 336904"/>
                <a:gd name="connsiteX10" fmla="*/ 82046 w 81781"/>
                <a:gd name="connsiteY10" fmla="*/ 333621 h 33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781" h="336904">
                  <a:moveTo>
                    <a:pt x="82046" y="333621"/>
                  </a:moveTo>
                  <a:cubicBezTo>
                    <a:pt x="82046" y="332610"/>
                    <a:pt x="82046" y="331936"/>
                    <a:pt x="76053" y="326209"/>
                  </a:cubicBezTo>
                  <a:cubicBezTo>
                    <a:pt x="31990" y="283759"/>
                    <a:pt x="20710" y="220084"/>
                    <a:pt x="20710" y="168537"/>
                  </a:cubicBezTo>
                  <a:cubicBezTo>
                    <a:pt x="20710" y="109916"/>
                    <a:pt x="34105" y="51294"/>
                    <a:pt x="77463" y="9181"/>
                  </a:cubicBezTo>
                  <a:cubicBezTo>
                    <a:pt x="82046" y="5138"/>
                    <a:pt x="82046" y="4464"/>
                    <a:pt x="82046" y="3454"/>
                  </a:cubicBezTo>
                  <a:cubicBezTo>
                    <a:pt x="82046" y="1095"/>
                    <a:pt x="80636" y="85"/>
                    <a:pt x="78521" y="85"/>
                  </a:cubicBezTo>
                  <a:cubicBezTo>
                    <a:pt x="74996" y="85"/>
                    <a:pt x="43271" y="22994"/>
                    <a:pt x="22473" y="65781"/>
                  </a:cubicBezTo>
                  <a:cubicBezTo>
                    <a:pt x="4495" y="102841"/>
                    <a:pt x="265" y="140237"/>
                    <a:pt x="265" y="168537"/>
                  </a:cubicBezTo>
                  <a:cubicBezTo>
                    <a:pt x="265" y="194816"/>
                    <a:pt x="4143" y="235581"/>
                    <a:pt x="23530" y="273651"/>
                  </a:cubicBezTo>
                  <a:cubicBezTo>
                    <a:pt x="44681" y="315091"/>
                    <a:pt x="74996" y="336990"/>
                    <a:pt x="78521" y="336990"/>
                  </a:cubicBezTo>
                  <a:cubicBezTo>
                    <a:pt x="80636" y="336990"/>
                    <a:pt x="82046" y="335979"/>
                    <a:pt x="82046" y="333621"/>
                  </a:cubicBezTo>
                  <a:close/>
                </a:path>
              </a:pathLst>
            </a:custGeom>
            <a:solidFill>
              <a:srgbClr val="000000"/>
            </a:solidFill>
            <a:ln w="35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9" name="Freeform: Shape 2078">
              <a:extLst>
                <a:ext uri="{FF2B5EF4-FFF2-40B4-BE49-F238E27FC236}">
                  <a16:creationId xmlns:a16="http://schemas.microsoft.com/office/drawing/2014/main" id="{813A745D-964A-78AB-C289-AE1836EB2DF6}"/>
                </a:ext>
              </a:extLst>
            </p:cNvPr>
            <p:cNvSpPr/>
            <p:nvPr>
              <p:custDataLst>
                <p:tags r:id="rId106"/>
              </p:custDataLst>
            </p:nvPr>
          </p:nvSpPr>
          <p:spPr>
            <a:xfrm>
              <a:off x="9791997" y="5657810"/>
              <a:ext cx="99758" cy="227747"/>
            </a:xfrm>
            <a:custGeom>
              <a:avLst/>
              <a:gdLst>
                <a:gd name="connsiteX0" fmla="*/ 63720 w 99758"/>
                <a:gd name="connsiteY0" fmla="*/ 84 h 227747"/>
                <a:gd name="connsiteX1" fmla="*/ 270 w 99758"/>
                <a:gd name="connsiteY1" fmla="*/ 30742 h 227747"/>
                <a:gd name="connsiteX2" fmla="*/ 270 w 99758"/>
                <a:gd name="connsiteY2" fmla="*/ 35459 h 227747"/>
                <a:gd name="connsiteX3" fmla="*/ 9787 w 99758"/>
                <a:gd name="connsiteY3" fmla="*/ 31753 h 227747"/>
                <a:gd name="connsiteX4" fmla="*/ 25650 w 99758"/>
                <a:gd name="connsiteY4" fmla="*/ 28047 h 227747"/>
                <a:gd name="connsiteX5" fmla="*/ 36225 w 99758"/>
                <a:gd name="connsiteY5" fmla="*/ 43881 h 227747"/>
                <a:gd name="connsiteX6" fmla="*/ 36225 w 99758"/>
                <a:gd name="connsiteY6" fmla="*/ 196499 h 227747"/>
                <a:gd name="connsiteX7" fmla="*/ 27765 w 99758"/>
                <a:gd name="connsiteY7" fmla="*/ 218398 h 227747"/>
                <a:gd name="connsiteX8" fmla="*/ 2737 w 99758"/>
                <a:gd name="connsiteY8" fmla="*/ 222778 h 227747"/>
                <a:gd name="connsiteX9" fmla="*/ 2737 w 99758"/>
                <a:gd name="connsiteY9" fmla="*/ 227831 h 227747"/>
                <a:gd name="connsiteX10" fmla="*/ 100028 w 99758"/>
                <a:gd name="connsiteY10" fmla="*/ 227831 h 227747"/>
                <a:gd name="connsiteX11" fmla="*/ 100028 w 99758"/>
                <a:gd name="connsiteY11" fmla="*/ 222778 h 227747"/>
                <a:gd name="connsiteX12" fmla="*/ 66540 w 99758"/>
                <a:gd name="connsiteY12" fmla="*/ 202900 h 227747"/>
                <a:gd name="connsiteX13" fmla="*/ 66540 w 99758"/>
                <a:gd name="connsiteY13" fmla="*/ 758 h 227747"/>
                <a:gd name="connsiteX14" fmla="*/ 63720 w 99758"/>
                <a:gd name="connsiteY14" fmla="*/ 84 h 227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758" h="227747">
                  <a:moveTo>
                    <a:pt x="63720" y="84"/>
                  </a:moveTo>
                  <a:lnTo>
                    <a:pt x="270" y="30742"/>
                  </a:lnTo>
                  <a:lnTo>
                    <a:pt x="270" y="35459"/>
                  </a:lnTo>
                  <a:cubicBezTo>
                    <a:pt x="4500" y="33774"/>
                    <a:pt x="8377" y="32427"/>
                    <a:pt x="9787" y="31753"/>
                  </a:cubicBezTo>
                  <a:cubicBezTo>
                    <a:pt x="16132" y="29395"/>
                    <a:pt x="22125" y="28047"/>
                    <a:pt x="25650" y="28047"/>
                  </a:cubicBezTo>
                  <a:cubicBezTo>
                    <a:pt x="33052" y="28047"/>
                    <a:pt x="36225" y="33100"/>
                    <a:pt x="36225" y="43881"/>
                  </a:cubicBezTo>
                  <a:lnTo>
                    <a:pt x="36225" y="196499"/>
                  </a:lnTo>
                  <a:cubicBezTo>
                    <a:pt x="36225" y="207617"/>
                    <a:pt x="33405" y="215366"/>
                    <a:pt x="27765" y="218398"/>
                  </a:cubicBezTo>
                  <a:cubicBezTo>
                    <a:pt x="22477" y="221430"/>
                    <a:pt x="17542" y="222441"/>
                    <a:pt x="2737" y="222778"/>
                  </a:cubicBezTo>
                  <a:lnTo>
                    <a:pt x="2737" y="227831"/>
                  </a:lnTo>
                  <a:lnTo>
                    <a:pt x="100028" y="227831"/>
                  </a:lnTo>
                  <a:lnTo>
                    <a:pt x="100028" y="222778"/>
                  </a:lnTo>
                  <a:cubicBezTo>
                    <a:pt x="72180" y="222441"/>
                    <a:pt x="66540" y="219072"/>
                    <a:pt x="66540" y="202900"/>
                  </a:cubicBezTo>
                  <a:lnTo>
                    <a:pt x="66540" y="758"/>
                  </a:lnTo>
                  <a:lnTo>
                    <a:pt x="63720" y="84"/>
                  </a:lnTo>
                  <a:close/>
                </a:path>
              </a:pathLst>
            </a:custGeom>
            <a:solidFill>
              <a:srgbClr val="000000"/>
            </a:solidFill>
            <a:ln w="479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0" name="Freeform: Shape 2079">
              <a:extLst>
                <a:ext uri="{FF2B5EF4-FFF2-40B4-BE49-F238E27FC236}">
                  <a16:creationId xmlns:a16="http://schemas.microsoft.com/office/drawing/2014/main" id="{469DC39A-0888-E9FA-1195-4BC7579BC0A3}"/>
                </a:ext>
              </a:extLst>
            </p:cNvPr>
            <p:cNvSpPr/>
            <p:nvPr>
              <p:custDataLst>
                <p:tags r:id="rId107"/>
              </p:custDataLst>
            </p:nvPr>
          </p:nvSpPr>
          <p:spPr>
            <a:xfrm>
              <a:off x="10008182" y="5794593"/>
              <a:ext cx="215380" cy="13476"/>
            </a:xfrm>
            <a:custGeom>
              <a:avLst/>
              <a:gdLst>
                <a:gd name="connsiteX0" fmla="*/ 203319 w 215380"/>
                <a:gd name="connsiteY0" fmla="*/ 13560 h 13476"/>
                <a:gd name="connsiteX1" fmla="*/ 215656 w 215380"/>
                <a:gd name="connsiteY1" fmla="*/ 6822 h 13476"/>
                <a:gd name="connsiteX2" fmla="*/ 203319 w 215380"/>
                <a:gd name="connsiteY2" fmla="*/ 84 h 13476"/>
                <a:gd name="connsiteX3" fmla="*/ 12614 w 215380"/>
                <a:gd name="connsiteY3" fmla="*/ 84 h 13476"/>
                <a:gd name="connsiteX4" fmla="*/ 276 w 215380"/>
                <a:gd name="connsiteY4" fmla="*/ 6822 h 13476"/>
                <a:gd name="connsiteX5" fmla="*/ 12614 w 215380"/>
                <a:gd name="connsiteY5" fmla="*/ 13560 h 13476"/>
                <a:gd name="connsiteX6" fmla="*/ 203319 w 215380"/>
                <a:gd name="connsiteY6" fmla="*/ 13560 h 13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5380" h="13476">
                  <a:moveTo>
                    <a:pt x="203319" y="13560"/>
                  </a:moveTo>
                  <a:cubicBezTo>
                    <a:pt x="209311" y="13560"/>
                    <a:pt x="215656" y="13560"/>
                    <a:pt x="215656" y="6822"/>
                  </a:cubicBezTo>
                  <a:cubicBezTo>
                    <a:pt x="215656" y="84"/>
                    <a:pt x="209311" y="84"/>
                    <a:pt x="203319" y="84"/>
                  </a:cubicBezTo>
                  <a:lnTo>
                    <a:pt x="12614" y="84"/>
                  </a:lnTo>
                  <a:cubicBezTo>
                    <a:pt x="6621" y="84"/>
                    <a:pt x="276" y="84"/>
                    <a:pt x="276" y="6822"/>
                  </a:cubicBezTo>
                  <a:cubicBezTo>
                    <a:pt x="276" y="13560"/>
                    <a:pt x="6621" y="13560"/>
                    <a:pt x="12614" y="13560"/>
                  </a:cubicBezTo>
                  <a:lnTo>
                    <a:pt x="203319" y="13560"/>
                  </a:lnTo>
                  <a:close/>
                </a:path>
              </a:pathLst>
            </a:custGeom>
            <a:solidFill>
              <a:srgbClr val="000000"/>
            </a:solidFill>
            <a:ln w="479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1" name="Freeform: Shape 2080">
              <a:extLst>
                <a:ext uri="{FF2B5EF4-FFF2-40B4-BE49-F238E27FC236}">
                  <a16:creationId xmlns:a16="http://schemas.microsoft.com/office/drawing/2014/main" id="{BFEA76A9-6E1F-4D56-1C9D-2D633BFCB01F}"/>
                </a:ext>
              </a:extLst>
            </p:cNvPr>
            <p:cNvSpPr/>
            <p:nvPr>
              <p:custDataLst>
                <p:tags r:id="rId108"/>
              </p:custDataLst>
            </p:nvPr>
          </p:nvSpPr>
          <p:spPr>
            <a:xfrm>
              <a:off x="10311445" y="5657810"/>
              <a:ext cx="159332" cy="232464"/>
            </a:xfrm>
            <a:custGeom>
              <a:avLst/>
              <a:gdLst>
                <a:gd name="connsiteX0" fmla="*/ 81361 w 159332"/>
                <a:gd name="connsiteY0" fmla="*/ 84 h 232464"/>
                <a:gd name="connsiteX1" fmla="*/ 34125 w 159332"/>
                <a:gd name="connsiteY1" fmla="*/ 17603 h 232464"/>
                <a:gd name="connsiteX2" fmla="*/ 285 w 159332"/>
                <a:gd name="connsiteY2" fmla="*/ 114631 h 232464"/>
                <a:gd name="connsiteX3" fmla="*/ 28485 w 159332"/>
                <a:gd name="connsiteY3" fmla="*/ 209639 h 232464"/>
                <a:gd name="connsiteX4" fmla="*/ 79951 w 159332"/>
                <a:gd name="connsiteY4" fmla="*/ 232548 h 232464"/>
                <a:gd name="connsiteX5" fmla="*/ 125777 w 159332"/>
                <a:gd name="connsiteY5" fmla="*/ 215029 h 232464"/>
                <a:gd name="connsiteX6" fmla="*/ 159617 w 159332"/>
                <a:gd name="connsiteY6" fmla="*/ 116653 h 232464"/>
                <a:gd name="connsiteX7" fmla="*/ 81361 w 159332"/>
                <a:gd name="connsiteY7" fmla="*/ 84 h 232464"/>
                <a:gd name="connsiteX8" fmla="*/ 80304 w 159332"/>
                <a:gd name="connsiteY8" fmla="*/ 8843 h 232464"/>
                <a:gd name="connsiteX9" fmla="*/ 125777 w 159332"/>
                <a:gd name="connsiteY9" fmla="*/ 117327 h 232464"/>
                <a:gd name="connsiteX10" fmla="*/ 79951 w 159332"/>
                <a:gd name="connsiteY10" fmla="*/ 223789 h 232464"/>
                <a:gd name="connsiteX11" fmla="*/ 34125 w 159332"/>
                <a:gd name="connsiteY11" fmla="*/ 117664 h 232464"/>
                <a:gd name="connsiteX12" fmla="*/ 80304 w 159332"/>
                <a:gd name="connsiteY12" fmla="*/ 8843 h 23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332" h="232464">
                  <a:moveTo>
                    <a:pt x="81361" y="84"/>
                  </a:moveTo>
                  <a:cubicBezTo>
                    <a:pt x="61973" y="84"/>
                    <a:pt x="47168" y="5811"/>
                    <a:pt x="34125" y="17603"/>
                  </a:cubicBezTo>
                  <a:cubicBezTo>
                    <a:pt x="13680" y="36470"/>
                    <a:pt x="285" y="75214"/>
                    <a:pt x="285" y="114631"/>
                  </a:cubicBezTo>
                  <a:cubicBezTo>
                    <a:pt x="285" y="151354"/>
                    <a:pt x="11918" y="190772"/>
                    <a:pt x="28485" y="209639"/>
                  </a:cubicBezTo>
                  <a:cubicBezTo>
                    <a:pt x="41528" y="224462"/>
                    <a:pt x="59506" y="232548"/>
                    <a:pt x="79951" y="232548"/>
                  </a:cubicBezTo>
                  <a:cubicBezTo>
                    <a:pt x="97929" y="232548"/>
                    <a:pt x="113086" y="226821"/>
                    <a:pt x="125777" y="215029"/>
                  </a:cubicBezTo>
                  <a:cubicBezTo>
                    <a:pt x="146222" y="196499"/>
                    <a:pt x="159617" y="157418"/>
                    <a:pt x="159617" y="116653"/>
                  </a:cubicBezTo>
                  <a:cubicBezTo>
                    <a:pt x="159617" y="47587"/>
                    <a:pt x="127539" y="84"/>
                    <a:pt x="81361" y="84"/>
                  </a:cubicBezTo>
                  <a:close/>
                  <a:moveTo>
                    <a:pt x="80304" y="8843"/>
                  </a:moveTo>
                  <a:cubicBezTo>
                    <a:pt x="109914" y="8843"/>
                    <a:pt x="125777" y="46914"/>
                    <a:pt x="125777" y="117327"/>
                  </a:cubicBezTo>
                  <a:cubicBezTo>
                    <a:pt x="125777" y="187740"/>
                    <a:pt x="110266" y="223789"/>
                    <a:pt x="79951" y="223789"/>
                  </a:cubicBezTo>
                  <a:cubicBezTo>
                    <a:pt x="49636" y="223789"/>
                    <a:pt x="34125" y="187740"/>
                    <a:pt x="34125" y="117664"/>
                  </a:cubicBezTo>
                  <a:cubicBezTo>
                    <a:pt x="34125" y="46240"/>
                    <a:pt x="49988" y="8843"/>
                    <a:pt x="80304" y="8843"/>
                  </a:cubicBezTo>
                  <a:close/>
                </a:path>
              </a:pathLst>
            </a:custGeom>
            <a:solidFill>
              <a:srgbClr val="000000"/>
            </a:solidFill>
            <a:ln w="479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2" name="Freeform: Shape 2081">
              <a:extLst>
                <a:ext uri="{FF2B5EF4-FFF2-40B4-BE49-F238E27FC236}">
                  <a16:creationId xmlns:a16="http://schemas.microsoft.com/office/drawing/2014/main" id="{41696130-5003-BCD0-2C9A-FA272134EDDF}"/>
                </a:ext>
              </a:extLst>
            </p:cNvPr>
            <p:cNvSpPr/>
            <p:nvPr>
              <p:custDataLst>
                <p:tags r:id="rId109"/>
              </p:custDataLst>
            </p:nvPr>
          </p:nvSpPr>
          <p:spPr>
            <a:xfrm>
              <a:off x="10499991" y="5632879"/>
              <a:ext cx="81781" cy="336904"/>
            </a:xfrm>
            <a:custGeom>
              <a:avLst/>
              <a:gdLst>
                <a:gd name="connsiteX0" fmla="*/ 82070 w 81781"/>
                <a:gd name="connsiteY0" fmla="*/ 168537 h 336904"/>
                <a:gd name="connsiteX1" fmla="*/ 58805 w 81781"/>
                <a:gd name="connsiteY1" fmla="*/ 63423 h 336904"/>
                <a:gd name="connsiteX2" fmla="*/ 3814 w 81781"/>
                <a:gd name="connsiteY2" fmla="*/ 85 h 336904"/>
                <a:gd name="connsiteX3" fmla="*/ 289 w 81781"/>
                <a:gd name="connsiteY3" fmla="*/ 3454 h 336904"/>
                <a:gd name="connsiteX4" fmla="*/ 6987 w 81781"/>
                <a:gd name="connsiteY4" fmla="*/ 11203 h 336904"/>
                <a:gd name="connsiteX5" fmla="*/ 61625 w 81781"/>
                <a:gd name="connsiteY5" fmla="*/ 168537 h 336904"/>
                <a:gd name="connsiteX6" fmla="*/ 4872 w 81781"/>
                <a:gd name="connsiteY6" fmla="*/ 327893 h 336904"/>
                <a:gd name="connsiteX7" fmla="*/ 289 w 81781"/>
                <a:gd name="connsiteY7" fmla="*/ 333621 h 336904"/>
                <a:gd name="connsiteX8" fmla="*/ 3814 w 81781"/>
                <a:gd name="connsiteY8" fmla="*/ 336990 h 336904"/>
                <a:gd name="connsiteX9" fmla="*/ 59863 w 81781"/>
                <a:gd name="connsiteY9" fmla="*/ 271293 h 336904"/>
                <a:gd name="connsiteX10" fmla="*/ 82070 w 81781"/>
                <a:gd name="connsiteY10" fmla="*/ 168537 h 33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781" h="336904">
                  <a:moveTo>
                    <a:pt x="82070" y="168537"/>
                  </a:moveTo>
                  <a:cubicBezTo>
                    <a:pt x="82070" y="142259"/>
                    <a:pt x="78193" y="101493"/>
                    <a:pt x="58805" y="63423"/>
                  </a:cubicBezTo>
                  <a:cubicBezTo>
                    <a:pt x="37655" y="21983"/>
                    <a:pt x="7339" y="85"/>
                    <a:pt x="3814" y="85"/>
                  </a:cubicBezTo>
                  <a:cubicBezTo>
                    <a:pt x="1699" y="85"/>
                    <a:pt x="289" y="1432"/>
                    <a:pt x="289" y="3454"/>
                  </a:cubicBezTo>
                  <a:cubicBezTo>
                    <a:pt x="289" y="4464"/>
                    <a:pt x="289" y="5138"/>
                    <a:pt x="6987" y="11203"/>
                  </a:cubicBezTo>
                  <a:cubicBezTo>
                    <a:pt x="41532" y="44556"/>
                    <a:pt x="61625" y="98124"/>
                    <a:pt x="61625" y="168537"/>
                  </a:cubicBezTo>
                  <a:cubicBezTo>
                    <a:pt x="61625" y="226148"/>
                    <a:pt x="48582" y="285443"/>
                    <a:pt x="4872" y="327893"/>
                  </a:cubicBezTo>
                  <a:cubicBezTo>
                    <a:pt x="289" y="331936"/>
                    <a:pt x="289" y="332610"/>
                    <a:pt x="289" y="333621"/>
                  </a:cubicBezTo>
                  <a:cubicBezTo>
                    <a:pt x="289" y="335642"/>
                    <a:pt x="1699" y="336990"/>
                    <a:pt x="3814" y="336990"/>
                  </a:cubicBezTo>
                  <a:cubicBezTo>
                    <a:pt x="7339" y="336990"/>
                    <a:pt x="39065" y="314080"/>
                    <a:pt x="59863" y="271293"/>
                  </a:cubicBezTo>
                  <a:cubicBezTo>
                    <a:pt x="77840" y="234234"/>
                    <a:pt x="82070" y="196837"/>
                    <a:pt x="82070" y="168537"/>
                  </a:cubicBezTo>
                  <a:close/>
                </a:path>
              </a:pathLst>
            </a:custGeom>
            <a:solidFill>
              <a:srgbClr val="000000"/>
            </a:solidFill>
            <a:ln w="35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3" name="Freeform: Shape 2082">
              <a:extLst>
                <a:ext uri="{FF2B5EF4-FFF2-40B4-BE49-F238E27FC236}">
                  <a16:creationId xmlns:a16="http://schemas.microsoft.com/office/drawing/2014/main" id="{A9C82A72-36F0-9378-56FD-C681226A1A70}"/>
                </a:ext>
              </a:extLst>
            </p:cNvPr>
            <p:cNvSpPr/>
            <p:nvPr>
              <p:custDataLst>
                <p:tags r:id="rId110"/>
              </p:custDataLst>
            </p:nvPr>
          </p:nvSpPr>
          <p:spPr>
            <a:xfrm>
              <a:off x="10636566" y="5632879"/>
              <a:ext cx="137124" cy="336904"/>
            </a:xfrm>
            <a:custGeom>
              <a:avLst/>
              <a:gdLst>
                <a:gd name="connsiteX0" fmla="*/ 135655 w 137124"/>
                <a:gd name="connsiteY0" fmla="*/ 12887 h 336904"/>
                <a:gd name="connsiteX1" fmla="*/ 137417 w 137124"/>
                <a:gd name="connsiteY1" fmla="*/ 6823 h 336904"/>
                <a:gd name="connsiteX2" fmla="*/ 130367 w 137124"/>
                <a:gd name="connsiteY2" fmla="*/ 85 h 336904"/>
                <a:gd name="connsiteX3" fmla="*/ 124375 w 137124"/>
                <a:gd name="connsiteY3" fmla="*/ 3117 h 336904"/>
                <a:gd name="connsiteX4" fmla="*/ 2056 w 137124"/>
                <a:gd name="connsiteY4" fmla="*/ 324187 h 336904"/>
                <a:gd name="connsiteX5" fmla="*/ 293 w 137124"/>
                <a:gd name="connsiteY5" fmla="*/ 330251 h 336904"/>
                <a:gd name="connsiteX6" fmla="*/ 7343 w 137124"/>
                <a:gd name="connsiteY6" fmla="*/ 336990 h 336904"/>
                <a:gd name="connsiteX7" fmla="*/ 15098 w 137124"/>
                <a:gd name="connsiteY7" fmla="*/ 328904 h 336904"/>
                <a:gd name="connsiteX8" fmla="*/ 135655 w 137124"/>
                <a:gd name="connsiteY8" fmla="*/ 12887 h 3369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37124" h="336904">
                  <a:moveTo>
                    <a:pt x="135655" y="12887"/>
                  </a:moveTo>
                  <a:cubicBezTo>
                    <a:pt x="137417" y="8507"/>
                    <a:pt x="137417" y="7160"/>
                    <a:pt x="137417" y="6823"/>
                  </a:cubicBezTo>
                  <a:cubicBezTo>
                    <a:pt x="137417" y="3117"/>
                    <a:pt x="134245" y="85"/>
                    <a:pt x="130367" y="85"/>
                  </a:cubicBezTo>
                  <a:cubicBezTo>
                    <a:pt x="127900" y="85"/>
                    <a:pt x="125432" y="1095"/>
                    <a:pt x="124375" y="3117"/>
                  </a:cubicBezTo>
                  <a:lnTo>
                    <a:pt x="2056" y="324187"/>
                  </a:lnTo>
                  <a:cubicBezTo>
                    <a:pt x="293" y="328567"/>
                    <a:pt x="293" y="329915"/>
                    <a:pt x="293" y="330251"/>
                  </a:cubicBezTo>
                  <a:cubicBezTo>
                    <a:pt x="293" y="333957"/>
                    <a:pt x="3466" y="336990"/>
                    <a:pt x="7343" y="336990"/>
                  </a:cubicBezTo>
                  <a:cubicBezTo>
                    <a:pt x="11926" y="336990"/>
                    <a:pt x="12983" y="334631"/>
                    <a:pt x="15098" y="328904"/>
                  </a:cubicBezTo>
                  <a:lnTo>
                    <a:pt x="135655" y="12887"/>
                  </a:lnTo>
                  <a:close/>
                </a:path>
              </a:pathLst>
            </a:custGeom>
            <a:solidFill>
              <a:srgbClr val="000000"/>
            </a:solidFill>
            <a:ln w="35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4" name="Freeform: Shape 2083">
              <a:extLst>
                <a:ext uri="{FF2B5EF4-FFF2-40B4-BE49-F238E27FC236}">
                  <a16:creationId xmlns:a16="http://schemas.microsoft.com/office/drawing/2014/main" id="{20C8E7D9-ECCC-00C2-9039-2F2E8763BAF3}"/>
                </a:ext>
              </a:extLst>
            </p:cNvPr>
            <p:cNvSpPr/>
            <p:nvPr>
              <p:custDataLst>
                <p:tags r:id="rId111"/>
              </p:custDataLst>
            </p:nvPr>
          </p:nvSpPr>
          <p:spPr>
            <a:xfrm>
              <a:off x="10798322" y="5657810"/>
              <a:ext cx="162152" cy="227747"/>
            </a:xfrm>
            <a:custGeom>
              <a:avLst/>
              <a:gdLst>
                <a:gd name="connsiteX0" fmla="*/ 162451 w 162152"/>
                <a:gd name="connsiteY0" fmla="*/ 150006 h 227747"/>
                <a:gd name="connsiteX1" fmla="*/ 126495 w 162152"/>
                <a:gd name="connsiteY1" fmla="*/ 150006 h 227747"/>
                <a:gd name="connsiteX2" fmla="*/ 126495 w 162152"/>
                <a:gd name="connsiteY2" fmla="*/ 84 h 227747"/>
                <a:gd name="connsiteX3" fmla="*/ 110985 w 162152"/>
                <a:gd name="connsiteY3" fmla="*/ 84 h 227747"/>
                <a:gd name="connsiteX4" fmla="*/ 299 w 162152"/>
                <a:gd name="connsiteY4" fmla="*/ 150006 h 227747"/>
                <a:gd name="connsiteX5" fmla="*/ 299 w 162152"/>
                <a:gd name="connsiteY5" fmla="*/ 171568 h 227747"/>
                <a:gd name="connsiteX6" fmla="*/ 99353 w 162152"/>
                <a:gd name="connsiteY6" fmla="*/ 171568 h 227747"/>
                <a:gd name="connsiteX7" fmla="*/ 99353 w 162152"/>
                <a:gd name="connsiteY7" fmla="*/ 227831 h 227747"/>
                <a:gd name="connsiteX8" fmla="*/ 126495 w 162152"/>
                <a:gd name="connsiteY8" fmla="*/ 227831 h 227747"/>
                <a:gd name="connsiteX9" fmla="*/ 126495 w 162152"/>
                <a:gd name="connsiteY9" fmla="*/ 171568 h 227747"/>
                <a:gd name="connsiteX10" fmla="*/ 162451 w 162152"/>
                <a:gd name="connsiteY10" fmla="*/ 171568 h 227747"/>
                <a:gd name="connsiteX11" fmla="*/ 162451 w 162152"/>
                <a:gd name="connsiteY11" fmla="*/ 150006 h 227747"/>
                <a:gd name="connsiteX12" fmla="*/ 99000 w 162152"/>
                <a:gd name="connsiteY12" fmla="*/ 150006 h 227747"/>
                <a:gd name="connsiteX13" fmla="*/ 14399 w 162152"/>
                <a:gd name="connsiteY13" fmla="*/ 150006 h 227747"/>
                <a:gd name="connsiteX14" fmla="*/ 99000 w 162152"/>
                <a:gd name="connsiteY14" fmla="*/ 34448 h 227747"/>
                <a:gd name="connsiteX15" fmla="*/ 99000 w 162152"/>
                <a:gd name="connsiteY15" fmla="*/ 150006 h 227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62152" h="227747">
                  <a:moveTo>
                    <a:pt x="162451" y="150006"/>
                  </a:moveTo>
                  <a:lnTo>
                    <a:pt x="126495" y="150006"/>
                  </a:lnTo>
                  <a:lnTo>
                    <a:pt x="126495" y="84"/>
                  </a:lnTo>
                  <a:lnTo>
                    <a:pt x="110985" y="84"/>
                  </a:lnTo>
                  <a:lnTo>
                    <a:pt x="299" y="150006"/>
                  </a:lnTo>
                  <a:lnTo>
                    <a:pt x="299" y="171568"/>
                  </a:lnTo>
                  <a:lnTo>
                    <a:pt x="99353" y="171568"/>
                  </a:lnTo>
                  <a:lnTo>
                    <a:pt x="99353" y="227831"/>
                  </a:lnTo>
                  <a:lnTo>
                    <a:pt x="126495" y="227831"/>
                  </a:lnTo>
                  <a:lnTo>
                    <a:pt x="126495" y="171568"/>
                  </a:lnTo>
                  <a:lnTo>
                    <a:pt x="162451" y="171568"/>
                  </a:lnTo>
                  <a:lnTo>
                    <a:pt x="162451" y="150006"/>
                  </a:lnTo>
                  <a:close/>
                  <a:moveTo>
                    <a:pt x="99000" y="150006"/>
                  </a:moveTo>
                  <a:lnTo>
                    <a:pt x="14399" y="150006"/>
                  </a:lnTo>
                  <a:lnTo>
                    <a:pt x="99000" y="34448"/>
                  </a:lnTo>
                  <a:lnTo>
                    <a:pt x="99000" y="150006"/>
                  </a:lnTo>
                  <a:close/>
                </a:path>
              </a:pathLst>
            </a:custGeom>
            <a:solidFill>
              <a:srgbClr val="000000"/>
            </a:solidFill>
            <a:ln w="479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5" name="Freeform: Shape 2084">
              <a:extLst>
                <a:ext uri="{FF2B5EF4-FFF2-40B4-BE49-F238E27FC236}">
                  <a16:creationId xmlns:a16="http://schemas.microsoft.com/office/drawing/2014/main" id="{755F5D12-653B-30BB-F1D6-33DE4C277AC0}"/>
                </a:ext>
              </a:extLst>
            </p:cNvPr>
            <p:cNvSpPr/>
            <p:nvPr>
              <p:custDataLst>
                <p:tags r:id="rId112"/>
              </p:custDataLst>
            </p:nvPr>
          </p:nvSpPr>
          <p:spPr>
            <a:xfrm>
              <a:off x="11069371" y="5761913"/>
              <a:ext cx="234415" cy="78835"/>
            </a:xfrm>
            <a:custGeom>
              <a:avLst/>
              <a:gdLst>
                <a:gd name="connsiteX0" fmla="*/ 222736 w 234415"/>
                <a:gd name="connsiteY0" fmla="*/ 13561 h 78835"/>
                <a:gd name="connsiteX1" fmla="*/ 234721 w 234415"/>
                <a:gd name="connsiteY1" fmla="*/ 6823 h 78835"/>
                <a:gd name="connsiteX2" fmla="*/ 223088 w 234415"/>
                <a:gd name="connsiteY2" fmla="*/ 85 h 78835"/>
                <a:gd name="connsiteX3" fmla="*/ 11938 w 234415"/>
                <a:gd name="connsiteY3" fmla="*/ 85 h 78835"/>
                <a:gd name="connsiteX4" fmla="*/ 305 w 234415"/>
                <a:gd name="connsiteY4" fmla="*/ 6823 h 78835"/>
                <a:gd name="connsiteX5" fmla="*/ 12291 w 234415"/>
                <a:gd name="connsiteY5" fmla="*/ 13561 h 78835"/>
                <a:gd name="connsiteX6" fmla="*/ 222736 w 234415"/>
                <a:gd name="connsiteY6" fmla="*/ 13561 h 78835"/>
                <a:gd name="connsiteX7" fmla="*/ 223088 w 234415"/>
                <a:gd name="connsiteY7" fmla="*/ 78920 h 78835"/>
                <a:gd name="connsiteX8" fmla="*/ 234721 w 234415"/>
                <a:gd name="connsiteY8" fmla="*/ 72182 h 78835"/>
                <a:gd name="connsiteX9" fmla="*/ 222736 w 234415"/>
                <a:gd name="connsiteY9" fmla="*/ 65444 h 78835"/>
                <a:gd name="connsiteX10" fmla="*/ 12291 w 234415"/>
                <a:gd name="connsiteY10" fmla="*/ 65444 h 78835"/>
                <a:gd name="connsiteX11" fmla="*/ 305 w 234415"/>
                <a:gd name="connsiteY11" fmla="*/ 72182 h 78835"/>
                <a:gd name="connsiteX12" fmla="*/ 11938 w 234415"/>
                <a:gd name="connsiteY12" fmla="*/ 78920 h 78835"/>
                <a:gd name="connsiteX13" fmla="*/ 223088 w 234415"/>
                <a:gd name="connsiteY13" fmla="*/ 78920 h 788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415" h="78835">
                  <a:moveTo>
                    <a:pt x="222736" y="13561"/>
                  </a:moveTo>
                  <a:cubicBezTo>
                    <a:pt x="228023" y="13561"/>
                    <a:pt x="234721" y="13561"/>
                    <a:pt x="234721" y="6823"/>
                  </a:cubicBezTo>
                  <a:cubicBezTo>
                    <a:pt x="234721" y="85"/>
                    <a:pt x="228023" y="85"/>
                    <a:pt x="223088" y="85"/>
                  </a:cubicBezTo>
                  <a:lnTo>
                    <a:pt x="11938" y="85"/>
                  </a:lnTo>
                  <a:cubicBezTo>
                    <a:pt x="7003" y="85"/>
                    <a:pt x="305" y="85"/>
                    <a:pt x="305" y="6823"/>
                  </a:cubicBezTo>
                  <a:cubicBezTo>
                    <a:pt x="305" y="13561"/>
                    <a:pt x="7003" y="13561"/>
                    <a:pt x="12291" y="13561"/>
                  </a:cubicBezTo>
                  <a:lnTo>
                    <a:pt x="222736" y="13561"/>
                  </a:lnTo>
                  <a:close/>
                  <a:moveTo>
                    <a:pt x="223088" y="78920"/>
                  </a:moveTo>
                  <a:cubicBezTo>
                    <a:pt x="228023" y="78920"/>
                    <a:pt x="234721" y="78920"/>
                    <a:pt x="234721" y="72182"/>
                  </a:cubicBezTo>
                  <a:cubicBezTo>
                    <a:pt x="234721" y="65444"/>
                    <a:pt x="228023" y="65444"/>
                    <a:pt x="222736" y="65444"/>
                  </a:cubicBezTo>
                  <a:lnTo>
                    <a:pt x="12291" y="65444"/>
                  </a:lnTo>
                  <a:cubicBezTo>
                    <a:pt x="7003" y="65444"/>
                    <a:pt x="305" y="65444"/>
                    <a:pt x="305" y="72182"/>
                  </a:cubicBezTo>
                  <a:cubicBezTo>
                    <a:pt x="305" y="78920"/>
                    <a:pt x="7003" y="78920"/>
                    <a:pt x="11938" y="78920"/>
                  </a:cubicBezTo>
                  <a:lnTo>
                    <a:pt x="223088" y="78920"/>
                  </a:lnTo>
                  <a:close/>
                </a:path>
              </a:pathLst>
            </a:custGeom>
            <a:solidFill>
              <a:srgbClr val="000000"/>
            </a:solidFill>
            <a:ln w="35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6" name="Freeform: Shape 2085">
              <a:extLst>
                <a:ext uri="{FF2B5EF4-FFF2-40B4-BE49-F238E27FC236}">
                  <a16:creationId xmlns:a16="http://schemas.microsoft.com/office/drawing/2014/main" id="{3644F08B-06A0-FF59-BE41-DDDCC680F348}"/>
                </a:ext>
              </a:extLst>
            </p:cNvPr>
            <p:cNvSpPr/>
            <p:nvPr>
              <p:custDataLst>
                <p:tags r:id="rId113"/>
              </p:custDataLst>
            </p:nvPr>
          </p:nvSpPr>
          <p:spPr>
            <a:xfrm>
              <a:off x="11411637" y="5657810"/>
              <a:ext cx="159332" cy="232464"/>
            </a:xfrm>
            <a:custGeom>
              <a:avLst/>
              <a:gdLst>
                <a:gd name="connsiteX0" fmla="*/ 81392 w 159332"/>
                <a:gd name="connsiteY0" fmla="*/ 84 h 232464"/>
                <a:gd name="connsiteX1" fmla="*/ 34156 w 159332"/>
                <a:gd name="connsiteY1" fmla="*/ 17603 h 232464"/>
                <a:gd name="connsiteX2" fmla="*/ 316 w 159332"/>
                <a:gd name="connsiteY2" fmla="*/ 114631 h 232464"/>
                <a:gd name="connsiteX3" fmla="*/ 28516 w 159332"/>
                <a:gd name="connsiteY3" fmla="*/ 209639 h 232464"/>
                <a:gd name="connsiteX4" fmla="*/ 79982 w 159332"/>
                <a:gd name="connsiteY4" fmla="*/ 232548 h 232464"/>
                <a:gd name="connsiteX5" fmla="*/ 125808 w 159332"/>
                <a:gd name="connsiteY5" fmla="*/ 215029 h 232464"/>
                <a:gd name="connsiteX6" fmla="*/ 159648 w 159332"/>
                <a:gd name="connsiteY6" fmla="*/ 116653 h 232464"/>
                <a:gd name="connsiteX7" fmla="*/ 81392 w 159332"/>
                <a:gd name="connsiteY7" fmla="*/ 84 h 232464"/>
                <a:gd name="connsiteX8" fmla="*/ 80335 w 159332"/>
                <a:gd name="connsiteY8" fmla="*/ 8843 h 232464"/>
                <a:gd name="connsiteX9" fmla="*/ 125808 w 159332"/>
                <a:gd name="connsiteY9" fmla="*/ 117327 h 232464"/>
                <a:gd name="connsiteX10" fmla="*/ 79982 w 159332"/>
                <a:gd name="connsiteY10" fmla="*/ 223789 h 232464"/>
                <a:gd name="connsiteX11" fmla="*/ 34156 w 159332"/>
                <a:gd name="connsiteY11" fmla="*/ 117664 h 232464"/>
                <a:gd name="connsiteX12" fmla="*/ 80335 w 159332"/>
                <a:gd name="connsiteY12" fmla="*/ 8843 h 2324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332" h="232464">
                  <a:moveTo>
                    <a:pt x="81392" y="84"/>
                  </a:moveTo>
                  <a:cubicBezTo>
                    <a:pt x="62004" y="84"/>
                    <a:pt x="47199" y="5811"/>
                    <a:pt x="34156" y="17603"/>
                  </a:cubicBezTo>
                  <a:cubicBezTo>
                    <a:pt x="13711" y="36470"/>
                    <a:pt x="316" y="75214"/>
                    <a:pt x="316" y="114631"/>
                  </a:cubicBezTo>
                  <a:cubicBezTo>
                    <a:pt x="316" y="151354"/>
                    <a:pt x="11949" y="190772"/>
                    <a:pt x="28516" y="209639"/>
                  </a:cubicBezTo>
                  <a:cubicBezTo>
                    <a:pt x="41559" y="224462"/>
                    <a:pt x="59537" y="232548"/>
                    <a:pt x="79982" y="232548"/>
                  </a:cubicBezTo>
                  <a:cubicBezTo>
                    <a:pt x="97960" y="232548"/>
                    <a:pt x="113117" y="226821"/>
                    <a:pt x="125808" y="215029"/>
                  </a:cubicBezTo>
                  <a:cubicBezTo>
                    <a:pt x="146253" y="196499"/>
                    <a:pt x="159648" y="157418"/>
                    <a:pt x="159648" y="116653"/>
                  </a:cubicBezTo>
                  <a:cubicBezTo>
                    <a:pt x="159648" y="47587"/>
                    <a:pt x="127570" y="84"/>
                    <a:pt x="81392" y="84"/>
                  </a:cubicBezTo>
                  <a:close/>
                  <a:moveTo>
                    <a:pt x="80335" y="8843"/>
                  </a:moveTo>
                  <a:cubicBezTo>
                    <a:pt x="109945" y="8843"/>
                    <a:pt x="125808" y="46914"/>
                    <a:pt x="125808" y="117327"/>
                  </a:cubicBezTo>
                  <a:cubicBezTo>
                    <a:pt x="125808" y="187740"/>
                    <a:pt x="110297" y="223789"/>
                    <a:pt x="79982" y="223789"/>
                  </a:cubicBezTo>
                  <a:cubicBezTo>
                    <a:pt x="49667" y="223789"/>
                    <a:pt x="34156" y="187740"/>
                    <a:pt x="34156" y="117664"/>
                  </a:cubicBezTo>
                  <a:cubicBezTo>
                    <a:pt x="34156" y="46240"/>
                    <a:pt x="50019" y="8843"/>
                    <a:pt x="80335" y="8843"/>
                  </a:cubicBezTo>
                  <a:close/>
                </a:path>
              </a:pathLst>
            </a:custGeom>
            <a:solidFill>
              <a:srgbClr val="000000"/>
            </a:solidFill>
            <a:ln w="479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7" name="Freeform: Shape 2086">
              <a:extLst>
                <a:ext uri="{FF2B5EF4-FFF2-40B4-BE49-F238E27FC236}">
                  <a16:creationId xmlns:a16="http://schemas.microsoft.com/office/drawing/2014/main" id="{F5AFBE9B-3FF1-81B6-CB11-F64E206E3742}"/>
                </a:ext>
              </a:extLst>
            </p:cNvPr>
            <p:cNvSpPr/>
            <p:nvPr>
              <p:custDataLst>
                <p:tags r:id="rId114"/>
              </p:custDataLst>
            </p:nvPr>
          </p:nvSpPr>
          <p:spPr>
            <a:xfrm>
              <a:off x="11610405" y="5849846"/>
              <a:ext cx="37365" cy="35711"/>
            </a:xfrm>
            <a:custGeom>
              <a:avLst/>
              <a:gdLst>
                <a:gd name="connsiteX0" fmla="*/ 37686 w 37365"/>
                <a:gd name="connsiteY0" fmla="*/ 17941 h 35711"/>
                <a:gd name="connsiteX1" fmla="*/ 19003 w 37365"/>
                <a:gd name="connsiteY1" fmla="*/ 85 h 35711"/>
                <a:gd name="connsiteX2" fmla="*/ 320 w 37365"/>
                <a:gd name="connsiteY2" fmla="*/ 17941 h 35711"/>
                <a:gd name="connsiteX3" fmla="*/ 19003 w 37365"/>
                <a:gd name="connsiteY3" fmla="*/ 35797 h 35711"/>
                <a:gd name="connsiteX4" fmla="*/ 37686 w 37365"/>
                <a:gd name="connsiteY4" fmla="*/ 17941 h 35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365" h="35711">
                  <a:moveTo>
                    <a:pt x="37686" y="17941"/>
                  </a:moveTo>
                  <a:cubicBezTo>
                    <a:pt x="37686" y="8170"/>
                    <a:pt x="29226" y="85"/>
                    <a:pt x="19003" y="85"/>
                  </a:cubicBezTo>
                  <a:cubicBezTo>
                    <a:pt x="8780" y="85"/>
                    <a:pt x="320" y="8170"/>
                    <a:pt x="320" y="17941"/>
                  </a:cubicBezTo>
                  <a:cubicBezTo>
                    <a:pt x="320" y="27711"/>
                    <a:pt x="8780" y="35797"/>
                    <a:pt x="19003" y="35797"/>
                  </a:cubicBezTo>
                  <a:cubicBezTo>
                    <a:pt x="29226" y="35797"/>
                    <a:pt x="37686" y="27711"/>
                    <a:pt x="37686" y="17941"/>
                  </a:cubicBezTo>
                  <a:close/>
                </a:path>
              </a:pathLst>
            </a:custGeom>
            <a:solidFill>
              <a:srgbClr val="000000"/>
            </a:solidFill>
            <a:ln w="355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8" name="Freeform: Shape 2087">
              <a:extLst>
                <a:ext uri="{FF2B5EF4-FFF2-40B4-BE49-F238E27FC236}">
                  <a16:creationId xmlns:a16="http://schemas.microsoft.com/office/drawing/2014/main" id="{1D922ED3-1FF2-8888-5810-49172194ED5F}"/>
                </a:ext>
              </a:extLst>
            </p:cNvPr>
            <p:cNvSpPr/>
            <p:nvPr>
              <p:custDataLst>
                <p:tags r:id="rId115"/>
              </p:custDataLst>
            </p:nvPr>
          </p:nvSpPr>
          <p:spPr>
            <a:xfrm>
              <a:off x="11688671" y="5657810"/>
              <a:ext cx="156864" cy="227747"/>
            </a:xfrm>
            <a:custGeom>
              <a:avLst/>
              <a:gdLst>
                <a:gd name="connsiteX0" fmla="*/ 157188 w 156864"/>
                <a:gd name="connsiteY0" fmla="*/ 181675 h 227747"/>
                <a:gd name="connsiteX1" fmla="*/ 152606 w 156864"/>
                <a:gd name="connsiteY1" fmla="*/ 179991 h 227747"/>
                <a:gd name="connsiteX2" fmla="*/ 119118 w 156864"/>
                <a:gd name="connsiteY2" fmla="*/ 202227 h 227747"/>
                <a:gd name="connsiteX3" fmla="*/ 34869 w 156864"/>
                <a:gd name="connsiteY3" fmla="*/ 202227 h 227747"/>
                <a:gd name="connsiteX4" fmla="*/ 94090 w 156864"/>
                <a:gd name="connsiteY4" fmla="*/ 142931 h 227747"/>
                <a:gd name="connsiteX5" fmla="*/ 139211 w 156864"/>
                <a:gd name="connsiteY5" fmla="*/ 59716 h 227747"/>
                <a:gd name="connsiteX6" fmla="*/ 73997 w 156864"/>
                <a:gd name="connsiteY6" fmla="*/ 84 h 227747"/>
                <a:gd name="connsiteX7" fmla="*/ 23237 w 156864"/>
                <a:gd name="connsiteY7" fmla="*/ 20972 h 227747"/>
                <a:gd name="connsiteX8" fmla="*/ 676 w 156864"/>
                <a:gd name="connsiteY8" fmla="*/ 67128 h 227747"/>
                <a:gd name="connsiteX9" fmla="*/ 8079 w 156864"/>
                <a:gd name="connsiteY9" fmla="*/ 68812 h 227747"/>
                <a:gd name="connsiteX10" fmla="*/ 59192 w 156864"/>
                <a:gd name="connsiteY10" fmla="*/ 25015 h 227747"/>
                <a:gd name="connsiteX11" fmla="*/ 108895 w 156864"/>
                <a:gd name="connsiteY11" fmla="*/ 72518 h 227747"/>
                <a:gd name="connsiteX12" fmla="*/ 63070 w 156864"/>
                <a:gd name="connsiteY12" fmla="*/ 160114 h 227747"/>
                <a:gd name="connsiteX13" fmla="*/ 324 w 156864"/>
                <a:gd name="connsiteY13" fmla="*/ 223789 h 227747"/>
                <a:gd name="connsiteX14" fmla="*/ 324 w 156864"/>
                <a:gd name="connsiteY14" fmla="*/ 227831 h 227747"/>
                <a:gd name="connsiteX15" fmla="*/ 137800 w 156864"/>
                <a:gd name="connsiteY15" fmla="*/ 227831 h 227747"/>
                <a:gd name="connsiteX16" fmla="*/ 157188 w 156864"/>
                <a:gd name="connsiteY16" fmla="*/ 181675 h 2277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6864" h="227747">
                  <a:moveTo>
                    <a:pt x="157188" y="181675"/>
                  </a:moveTo>
                  <a:lnTo>
                    <a:pt x="152606" y="179991"/>
                  </a:lnTo>
                  <a:cubicBezTo>
                    <a:pt x="139563" y="199195"/>
                    <a:pt x="134980" y="202227"/>
                    <a:pt x="119118" y="202227"/>
                  </a:cubicBezTo>
                  <a:lnTo>
                    <a:pt x="34869" y="202227"/>
                  </a:lnTo>
                  <a:lnTo>
                    <a:pt x="94090" y="142931"/>
                  </a:lnTo>
                  <a:cubicBezTo>
                    <a:pt x="125463" y="111599"/>
                    <a:pt x="139211" y="85995"/>
                    <a:pt x="139211" y="59716"/>
                  </a:cubicBezTo>
                  <a:cubicBezTo>
                    <a:pt x="139211" y="26025"/>
                    <a:pt x="110658" y="84"/>
                    <a:pt x="73997" y="84"/>
                  </a:cubicBezTo>
                  <a:cubicBezTo>
                    <a:pt x="54609" y="84"/>
                    <a:pt x="36279" y="7496"/>
                    <a:pt x="23237" y="20972"/>
                  </a:cubicBezTo>
                  <a:cubicBezTo>
                    <a:pt x="11956" y="32427"/>
                    <a:pt x="6669" y="43208"/>
                    <a:pt x="676" y="67128"/>
                  </a:cubicBezTo>
                  <a:lnTo>
                    <a:pt x="8079" y="68812"/>
                  </a:lnTo>
                  <a:cubicBezTo>
                    <a:pt x="22179" y="35796"/>
                    <a:pt x="34869" y="25015"/>
                    <a:pt x="59192" y="25015"/>
                  </a:cubicBezTo>
                  <a:cubicBezTo>
                    <a:pt x="88802" y="25015"/>
                    <a:pt x="108895" y="44218"/>
                    <a:pt x="108895" y="72518"/>
                  </a:cubicBezTo>
                  <a:cubicBezTo>
                    <a:pt x="108895" y="98797"/>
                    <a:pt x="92680" y="130129"/>
                    <a:pt x="63070" y="160114"/>
                  </a:cubicBezTo>
                  <a:lnTo>
                    <a:pt x="324" y="223789"/>
                  </a:lnTo>
                  <a:lnTo>
                    <a:pt x="324" y="227831"/>
                  </a:lnTo>
                  <a:lnTo>
                    <a:pt x="137800" y="227831"/>
                  </a:lnTo>
                  <a:lnTo>
                    <a:pt x="157188" y="181675"/>
                  </a:lnTo>
                  <a:close/>
                </a:path>
              </a:pathLst>
            </a:custGeom>
            <a:solidFill>
              <a:srgbClr val="000000"/>
            </a:solidFill>
            <a:ln w="479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9" name="Freeform: Shape 2088">
              <a:extLst>
                <a:ext uri="{FF2B5EF4-FFF2-40B4-BE49-F238E27FC236}">
                  <a16:creationId xmlns:a16="http://schemas.microsoft.com/office/drawing/2014/main" id="{257274E1-FCA5-EEDE-4206-D28CEEAA1BF3}"/>
                </a:ext>
              </a:extLst>
            </p:cNvPr>
            <p:cNvSpPr/>
            <p:nvPr>
              <p:custDataLst>
                <p:tags r:id="rId116"/>
              </p:custDataLst>
            </p:nvPr>
          </p:nvSpPr>
          <p:spPr>
            <a:xfrm>
              <a:off x="11866290" y="5653767"/>
              <a:ext cx="143116" cy="236507"/>
            </a:xfrm>
            <a:custGeom>
              <a:avLst/>
              <a:gdLst>
                <a:gd name="connsiteX0" fmla="*/ 52852 w 143116"/>
                <a:gd name="connsiteY0" fmla="*/ 35459 h 236507"/>
                <a:gd name="connsiteX1" fmla="*/ 121943 w 143116"/>
                <a:gd name="connsiteY1" fmla="*/ 35459 h 236507"/>
                <a:gd name="connsiteX2" fmla="*/ 130050 w 143116"/>
                <a:gd name="connsiteY2" fmla="*/ 32427 h 236507"/>
                <a:gd name="connsiteX3" fmla="*/ 143445 w 143116"/>
                <a:gd name="connsiteY3" fmla="*/ 2442 h 236507"/>
                <a:gd name="connsiteX4" fmla="*/ 140273 w 143116"/>
                <a:gd name="connsiteY4" fmla="*/ 84 h 236507"/>
                <a:gd name="connsiteX5" fmla="*/ 124058 w 143116"/>
                <a:gd name="connsiteY5" fmla="*/ 8843 h 236507"/>
                <a:gd name="connsiteX6" fmla="*/ 50384 w 143116"/>
                <a:gd name="connsiteY6" fmla="*/ 8843 h 236507"/>
                <a:gd name="connsiteX7" fmla="*/ 11961 w 143116"/>
                <a:gd name="connsiteY7" fmla="*/ 88690 h 236507"/>
                <a:gd name="connsiteX8" fmla="*/ 11609 w 143116"/>
                <a:gd name="connsiteY8" fmla="*/ 90374 h 236507"/>
                <a:gd name="connsiteX9" fmla="*/ 15839 w 143116"/>
                <a:gd name="connsiteY9" fmla="*/ 93070 h 236507"/>
                <a:gd name="connsiteX10" fmla="*/ 55672 w 143116"/>
                <a:gd name="connsiteY10" fmla="*/ 99808 h 236507"/>
                <a:gd name="connsiteX11" fmla="*/ 114893 w 143116"/>
                <a:gd name="connsiteY11" fmla="*/ 166515 h 236507"/>
                <a:gd name="connsiteX12" fmla="*/ 65894 w 143116"/>
                <a:gd name="connsiteY12" fmla="*/ 224125 h 236507"/>
                <a:gd name="connsiteX13" fmla="*/ 42277 w 143116"/>
                <a:gd name="connsiteY13" fmla="*/ 214355 h 236507"/>
                <a:gd name="connsiteX14" fmla="*/ 15486 w 143116"/>
                <a:gd name="connsiteY14" fmla="*/ 203237 h 236507"/>
                <a:gd name="connsiteX15" fmla="*/ 329 w 143116"/>
                <a:gd name="connsiteY15" fmla="*/ 215703 h 236507"/>
                <a:gd name="connsiteX16" fmla="*/ 43334 w 143116"/>
                <a:gd name="connsiteY16" fmla="*/ 236591 h 236507"/>
                <a:gd name="connsiteX17" fmla="*/ 115950 w 143116"/>
                <a:gd name="connsiteY17" fmla="*/ 210312 h 236507"/>
                <a:gd name="connsiteX18" fmla="*/ 139568 w 143116"/>
                <a:gd name="connsiteY18" fmla="*/ 150343 h 236507"/>
                <a:gd name="connsiteX19" fmla="*/ 115245 w 143116"/>
                <a:gd name="connsiteY19" fmla="*/ 93743 h 236507"/>
                <a:gd name="connsiteX20" fmla="*/ 38047 w 143116"/>
                <a:gd name="connsiteY20" fmla="*/ 64096 h 236507"/>
                <a:gd name="connsiteX21" fmla="*/ 52852 w 143116"/>
                <a:gd name="connsiteY21" fmla="*/ 35459 h 2365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43116" h="236507">
                  <a:moveTo>
                    <a:pt x="52852" y="35459"/>
                  </a:moveTo>
                  <a:lnTo>
                    <a:pt x="121943" y="35459"/>
                  </a:lnTo>
                  <a:cubicBezTo>
                    <a:pt x="127583" y="35459"/>
                    <a:pt x="128993" y="34785"/>
                    <a:pt x="130050" y="32427"/>
                  </a:cubicBezTo>
                  <a:lnTo>
                    <a:pt x="143445" y="2442"/>
                  </a:lnTo>
                  <a:lnTo>
                    <a:pt x="140273" y="84"/>
                  </a:lnTo>
                  <a:cubicBezTo>
                    <a:pt x="134985" y="7159"/>
                    <a:pt x="131460" y="8843"/>
                    <a:pt x="124058" y="8843"/>
                  </a:cubicBezTo>
                  <a:lnTo>
                    <a:pt x="50384" y="8843"/>
                  </a:lnTo>
                  <a:lnTo>
                    <a:pt x="11961" y="88690"/>
                  </a:lnTo>
                  <a:cubicBezTo>
                    <a:pt x="11609" y="89364"/>
                    <a:pt x="11609" y="89700"/>
                    <a:pt x="11609" y="90374"/>
                  </a:cubicBezTo>
                  <a:cubicBezTo>
                    <a:pt x="11609" y="92059"/>
                    <a:pt x="13019" y="93070"/>
                    <a:pt x="15839" y="93070"/>
                  </a:cubicBezTo>
                  <a:cubicBezTo>
                    <a:pt x="27119" y="93070"/>
                    <a:pt x="41219" y="95428"/>
                    <a:pt x="55672" y="99808"/>
                  </a:cubicBezTo>
                  <a:cubicBezTo>
                    <a:pt x="96210" y="112273"/>
                    <a:pt x="114893" y="133161"/>
                    <a:pt x="114893" y="166515"/>
                  </a:cubicBezTo>
                  <a:cubicBezTo>
                    <a:pt x="114893" y="198858"/>
                    <a:pt x="93390" y="224125"/>
                    <a:pt x="65894" y="224125"/>
                  </a:cubicBezTo>
                  <a:cubicBezTo>
                    <a:pt x="58844" y="224125"/>
                    <a:pt x="52852" y="221767"/>
                    <a:pt x="42277" y="214355"/>
                  </a:cubicBezTo>
                  <a:cubicBezTo>
                    <a:pt x="30997" y="206606"/>
                    <a:pt x="22889" y="203237"/>
                    <a:pt x="15486" y="203237"/>
                  </a:cubicBezTo>
                  <a:cubicBezTo>
                    <a:pt x="5264" y="203237"/>
                    <a:pt x="329" y="207280"/>
                    <a:pt x="329" y="215703"/>
                  </a:cubicBezTo>
                  <a:cubicBezTo>
                    <a:pt x="329" y="228505"/>
                    <a:pt x="16896" y="236591"/>
                    <a:pt x="43334" y="236591"/>
                  </a:cubicBezTo>
                  <a:cubicBezTo>
                    <a:pt x="72945" y="236591"/>
                    <a:pt x="98325" y="227495"/>
                    <a:pt x="115950" y="210312"/>
                  </a:cubicBezTo>
                  <a:cubicBezTo>
                    <a:pt x="132165" y="195152"/>
                    <a:pt x="139568" y="175948"/>
                    <a:pt x="139568" y="150343"/>
                  </a:cubicBezTo>
                  <a:cubicBezTo>
                    <a:pt x="139568" y="126086"/>
                    <a:pt x="132870" y="110589"/>
                    <a:pt x="115245" y="93743"/>
                  </a:cubicBezTo>
                  <a:cubicBezTo>
                    <a:pt x="99735" y="78920"/>
                    <a:pt x="79642" y="71171"/>
                    <a:pt x="38047" y="64096"/>
                  </a:cubicBezTo>
                  <a:lnTo>
                    <a:pt x="52852" y="35459"/>
                  </a:lnTo>
                  <a:close/>
                </a:path>
              </a:pathLst>
            </a:custGeom>
            <a:solidFill>
              <a:srgbClr val="000000"/>
            </a:solidFill>
            <a:ln w="4799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12" name="Group 2111" descr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\text{here}\,\, f(t, y)= 1+y(t);&#10;\end{align*}&#10;}&#10;\end{document}" title="IguanaTex Shape Display">
            <a:extLst>
              <a:ext uri="{FF2B5EF4-FFF2-40B4-BE49-F238E27FC236}">
                <a16:creationId xmlns:a16="http://schemas.microsoft.com/office/drawing/2014/main" id="{2DEAD2B3-85EB-0760-3ACD-F4DFFFD45CC8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2540000" y="1369960"/>
            <a:ext cx="3178732" cy="344124"/>
            <a:chOff x="9249295" y="5217930"/>
            <a:chExt cx="3178732" cy="344124"/>
          </a:xfrm>
        </p:grpSpPr>
        <p:sp>
          <p:nvSpPr>
            <p:cNvPr id="2094" name="Freeform: Shape 2093">
              <a:extLst>
                <a:ext uri="{FF2B5EF4-FFF2-40B4-BE49-F238E27FC236}">
                  <a16:creationId xmlns:a16="http://schemas.microsoft.com/office/drawing/2014/main" id="{5483FEB0-42AA-A52F-1423-2B21E6C11404}"/>
                </a:ext>
              </a:extLst>
            </p:cNvPr>
            <p:cNvSpPr/>
            <p:nvPr>
              <p:custDataLst>
                <p:tags r:id="rId67"/>
              </p:custDataLst>
            </p:nvPr>
          </p:nvSpPr>
          <p:spPr>
            <a:xfrm>
              <a:off x="9249295" y="5240987"/>
              <a:ext cx="168709" cy="235036"/>
            </a:xfrm>
            <a:custGeom>
              <a:avLst/>
              <a:gdLst>
                <a:gd name="connsiteX0" fmla="*/ 52425 w 168709"/>
                <a:gd name="connsiteY0" fmla="*/ 117087 h 235036"/>
                <a:gd name="connsiteX1" fmla="*/ 91602 w 168709"/>
                <a:gd name="connsiteY1" fmla="*/ 95407 h 235036"/>
                <a:gd name="connsiteX2" fmla="*/ 118073 w 168709"/>
                <a:gd name="connsiteY2" fmla="*/ 131884 h 235036"/>
                <a:gd name="connsiteX3" fmla="*/ 118073 w 168709"/>
                <a:gd name="connsiteY3" fmla="*/ 200021 h 235036"/>
                <a:gd name="connsiteX4" fmla="*/ 94073 w 168709"/>
                <a:gd name="connsiteY4" fmla="*/ 229960 h 235036"/>
                <a:gd name="connsiteX5" fmla="*/ 94073 w 168709"/>
                <a:gd name="connsiteY5" fmla="*/ 235122 h 235036"/>
                <a:gd name="connsiteX6" fmla="*/ 168898 w 168709"/>
                <a:gd name="connsiteY6" fmla="*/ 235122 h 235036"/>
                <a:gd name="connsiteX7" fmla="*/ 168898 w 168709"/>
                <a:gd name="connsiteY7" fmla="*/ 229960 h 235036"/>
                <a:gd name="connsiteX8" fmla="*/ 147721 w 168709"/>
                <a:gd name="connsiteY8" fmla="*/ 200021 h 235036"/>
                <a:gd name="connsiteX9" fmla="*/ 147721 w 168709"/>
                <a:gd name="connsiteY9" fmla="*/ 131540 h 235036"/>
                <a:gd name="connsiteX10" fmla="*/ 104308 w 168709"/>
                <a:gd name="connsiteY10" fmla="*/ 76824 h 235036"/>
                <a:gd name="connsiteX11" fmla="*/ 52425 w 168709"/>
                <a:gd name="connsiteY11" fmla="*/ 105731 h 235036"/>
                <a:gd name="connsiteX12" fmla="*/ 52425 w 168709"/>
                <a:gd name="connsiteY12" fmla="*/ 1117 h 235036"/>
                <a:gd name="connsiteX13" fmla="*/ 50660 w 168709"/>
                <a:gd name="connsiteY13" fmla="*/ 85 h 235036"/>
                <a:gd name="connsiteX14" fmla="*/ 10071 w 168709"/>
                <a:gd name="connsiteY14" fmla="*/ 12473 h 235036"/>
                <a:gd name="connsiteX15" fmla="*/ 542 w 168709"/>
                <a:gd name="connsiteY15" fmla="*/ 15226 h 235036"/>
                <a:gd name="connsiteX16" fmla="*/ 542 w 168709"/>
                <a:gd name="connsiteY16" fmla="*/ 20732 h 235036"/>
                <a:gd name="connsiteX17" fmla="*/ 4777 w 168709"/>
                <a:gd name="connsiteY17" fmla="*/ 20388 h 235036"/>
                <a:gd name="connsiteX18" fmla="*/ 22777 w 168709"/>
                <a:gd name="connsiteY18" fmla="*/ 37938 h 235036"/>
                <a:gd name="connsiteX19" fmla="*/ 22777 w 168709"/>
                <a:gd name="connsiteY19" fmla="*/ 200021 h 235036"/>
                <a:gd name="connsiteX20" fmla="*/ 189 w 168709"/>
                <a:gd name="connsiteY20" fmla="*/ 229960 h 235036"/>
                <a:gd name="connsiteX21" fmla="*/ 189 w 168709"/>
                <a:gd name="connsiteY21" fmla="*/ 235122 h 235036"/>
                <a:gd name="connsiteX22" fmla="*/ 76425 w 168709"/>
                <a:gd name="connsiteY22" fmla="*/ 235122 h 235036"/>
                <a:gd name="connsiteX23" fmla="*/ 76425 w 168709"/>
                <a:gd name="connsiteY23" fmla="*/ 229960 h 235036"/>
                <a:gd name="connsiteX24" fmla="*/ 52425 w 168709"/>
                <a:gd name="connsiteY24" fmla="*/ 200021 h 235036"/>
                <a:gd name="connsiteX25" fmla="*/ 52425 w 168709"/>
                <a:gd name="connsiteY25" fmla="*/ 117087 h 23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8709" h="235036">
                  <a:moveTo>
                    <a:pt x="52425" y="117087"/>
                  </a:moveTo>
                  <a:cubicBezTo>
                    <a:pt x="67249" y="101257"/>
                    <a:pt x="77837" y="95407"/>
                    <a:pt x="91602" y="95407"/>
                  </a:cubicBezTo>
                  <a:cubicBezTo>
                    <a:pt x="109249" y="95407"/>
                    <a:pt x="118073" y="107796"/>
                    <a:pt x="118073" y="131884"/>
                  </a:cubicBezTo>
                  <a:lnTo>
                    <a:pt x="118073" y="200021"/>
                  </a:lnTo>
                  <a:cubicBezTo>
                    <a:pt x="118073" y="223421"/>
                    <a:pt x="114544" y="227895"/>
                    <a:pt x="94073" y="229960"/>
                  </a:cubicBezTo>
                  <a:lnTo>
                    <a:pt x="94073" y="235122"/>
                  </a:lnTo>
                  <a:lnTo>
                    <a:pt x="168898" y="235122"/>
                  </a:lnTo>
                  <a:lnTo>
                    <a:pt x="168898" y="229960"/>
                  </a:lnTo>
                  <a:cubicBezTo>
                    <a:pt x="149839" y="226518"/>
                    <a:pt x="147721" y="223765"/>
                    <a:pt x="147721" y="200021"/>
                  </a:cubicBezTo>
                  <a:lnTo>
                    <a:pt x="147721" y="131540"/>
                  </a:lnTo>
                  <a:cubicBezTo>
                    <a:pt x="147721" y="95407"/>
                    <a:pt x="132897" y="76824"/>
                    <a:pt x="104308" y="76824"/>
                  </a:cubicBezTo>
                  <a:cubicBezTo>
                    <a:pt x="83484" y="76824"/>
                    <a:pt x="68660" y="85083"/>
                    <a:pt x="52425" y="105731"/>
                  </a:cubicBezTo>
                  <a:lnTo>
                    <a:pt x="52425" y="1117"/>
                  </a:lnTo>
                  <a:lnTo>
                    <a:pt x="50660" y="85"/>
                  </a:lnTo>
                  <a:cubicBezTo>
                    <a:pt x="38660" y="4214"/>
                    <a:pt x="29836" y="6967"/>
                    <a:pt x="10071" y="12473"/>
                  </a:cubicBezTo>
                  <a:lnTo>
                    <a:pt x="542" y="15226"/>
                  </a:lnTo>
                  <a:lnTo>
                    <a:pt x="542" y="20732"/>
                  </a:lnTo>
                  <a:cubicBezTo>
                    <a:pt x="1953" y="20388"/>
                    <a:pt x="3012" y="20388"/>
                    <a:pt x="4777" y="20388"/>
                  </a:cubicBezTo>
                  <a:cubicBezTo>
                    <a:pt x="19954" y="20388"/>
                    <a:pt x="22777" y="23141"/>
                    <a:pt x="22777" y="37938"/>
                  </a:cubicBezTo>
                  <a:lnTo>
                    <a:pt x="22777" y="200021"/>
                  </a:lnTo>
                  <a:cubicBezTo>
                    <a:pt x="22777" y="224110"/>
                    <a:pt x="20660" y="227207"/>
                    <a:pt x="189" y="229960"/>
                  </a:cubicBezTo>
                  <a:lnTo>
                    <a:pt x="189" y="235122"/>
                  </a:lnTo>
                  <a:lnTo>
                    <a:pt x="76425" y="235122"/>
                  </a:lnTo>
                  <a:lnTo>
                    <a:pt x="76425" y="229960"/>
                  </a:lnTo>
                  <a:cubicBezTo>
                    <a:pt x="55954" y="227895"/>
                    <a:pt x="52425" y="223765"/>
                    <a:pt x="52425" y="200021"/>
                  </a:cubicBezTo>
                  <a:lnTo>
                    <a:pt x="52425" y="117087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5" name="Freeform: Shape 2094">
              <a:extLst>
                <a:ext uri="{FF2B5EF4-FFF2-40B4-BE49-F238E27FC236}">
                  <a16:creationId xmlns:a16="http://schemas.microsoft.com/office/drawing/2014/main" id="{45EB32CB-3415-E416-DDF2-2376DC60CED3}"/>
                </a:ext>
              </a:extLst>
            </p:cNvPr>
            <p:cNvSpPr/>
            <p:nvPr>
              <p:custDataLst>
                <p:tags r:id="rId68"/>
              </p:custDataLst>
            </p:nvPr>
          </p:nvSpPr>
          <p:spPr>
            <a:xfrm>
              <a:off x="9432078" y="5317726"/>
              <a:ext cx="140826" cy="161738"/>
            </a:xfrm>
            <a:custGeom>
              <a:avLst/>
              <a:gdLst>
                <a:gd name="connsiteX0" fmla="*/ 135373 w 140826"/>
                <a:gd name="connsiteY0" fmla="*/ 101945 h 161738"/>
                <a:gd name="connsiteX1" fmla="*/ 80666 w 140826"/>
                <a:gd name="connsiteY1" fmla="*/ 138078 h 161738"/>
                <a:gd name="connsiteX2" fmla="*/ 35135 w 140826"/>
                <a:gd name="connsiteY2" fmla="*/ 108484 h 161738"/>
                <a:gd name="connsiteX3" fmla="*/ 25606 w 140826"/>
                <a:gd name="connsiteY3" fmla="*/ 63059 h 161738"/>
                <a:gd name="connsiteX4" fmla="*/ 134314 w 140826"/>
                <a:gd name="connsiteY4" fmla="*/ 63059 h 161738"/>
                <a:gd name="connsiteX5" fmla="*/ 119137 w 140826"/>
                <a:gd name="connsiteY5" fmla="*/ 19700 h 161738"/>
                <a:gd name="connsiteX6" fmla="*/ 73960 w 140826"/>
                <a:gd name="connsiteY6" fmla="*/ 85 h 161738"/>
                <a:gd name="connsiteX7" fmla="*/ 26312 w 140826"/>
                <a:gd name="connsiteY7" fmla="*/ 17979 h 161738"/>
                <a:gd name="connsiteX8" fmla="*/ 194 w 140826"/>
                <a:gd name="connsiteY8" fmla="*/ 84739 h 161738"/>
                <a:gd name="connsiteX9" fmla="*/ 66195 w 140826"/>
                <a:gd name="connsiteY9" fmla="*/ 161823 h 161738"/>
                <a:gd name="connsiteX10" fmla="*/ 141020 w 140826"/>
                <a:gd name="connsiteY10" fmla="*/ 104354 h 161738"/>
                <a:gd name="connsiteX11" fmla="*/ 135373 w 140826"/>
                <a:gd name="connsiteY11" fmla="*/ 101945 h 161738"/>
                <a:gd name="connsiteX12" fmla="*/ 26312 w 140826"/>
                <a:gd name="connsiteY12" fmla="*/ 52047 h 161738"/>
                <a:gd name="connsiteX13" fmla="*/ 63724 w 140826"/>
                <a:gd name="connsiteY13" fmla="*/ 12473 h 161738"/>
                <a:gd name="connsiteX14" fmla="*/ 98313 w 140826"/>
                <a:gd name="connsiteY14" fmla="*/ 52047 h 161738"/>
                <a:gd name="connsiteX15" fmla="*/ 26312 w 140826"/>
                <a:gd name="connsiteY15" fmla="*/ 52047 h 16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0826" h="161738">
                  <a:moveTo>
                    <a:pt x="135373" y="101945"/>
                  </a:moveTo>
                  <a:cubicBezTo>
                    <a:pt x="118431" y="128099"/>
                    <a:pt x="103254" y="138078"/>
                    <a:pt x="80666" y="138078"/>
                  </a:cubicBezTo>
                  <a:cubicBezTo>
                    <a:pt x="60548" y="138078"/>
                    <a:pt x="45371" y="128099"/>
                    <a:pt x="35135" y="108484"/>
                  </a:cubicBezTo>
                  <a:cubicBezTo>
                    <a:pt x="28782" y="95407"/>
                    <a:pt x="26312" y="84051"/>
                    <a:pt x="25606" y="63059"/>
                  </a:cubicBezTo>
                  <a:lnTo>
                    <a:pt x="134314" y="63059"/>
                  </a:lnTo>
                  <a:cubicBezTo>
                    <a:pt x="131490" y="40691"/>
                    <a:pt x="127961" y="30712"/>
                    <a:pt x="119137" y="19700"/>
                  </a:cubicBezTo>
                  <a:cubicBezTo>
                    <a:pt x="108549" y="7311"/>
                    <a:pt x="92313" y="85"/>
                    <a:pt x="73960" y="85"/>
                  </a:cubicBezTo>
                  <a:cubicBezTo>
                    <a:pt x="56312" y="85"/>
                    <a:pt x="39724" y="6279"/>
                    <a:pt x="26312" y="17979"/>
                  </a:cubicBezTo>
                  <a:cubicBezTo>
                    <a:pt x="9723" y="32088"/>
                    <a:pt x="194" y="56521"/>
                    <a:pt x="194" y="84739"/>
                  </a:cubicBezTo>
                  <a:cubicBezTo>
                    <a:pt x="194" y="132228"/>
                    <a:pt x="25606" y="161823"/>
                    <a:pt x="66195" y="161823"/>
                  </a:cubicBezTo>
                  <a:cubicBezTo>
                    <a:pt x="99725" y="161823"/>
                    <a:pt x="126196" y="141520"/>
                    <a:pt x="141020" y="104354"/>
                  </a:cubicBezTo>
                  <a:lnTo>
                    <a:pt x="135373" y="101945"/>
                  </a:lnTo>
                  <a:close/>
                  <a:moveTo>
                    <a:pt x="26312" y="52047"/>
                  </a:moveTo>
                  <a:cubicBezTo>
                    <a:pt x="30194" y="25206"/>
                    <a:pt x="42194" y="12473"/>
                    <a:pt x="63724" y="12473"/>
                  </a:cubicBezTo>
                  <a:cubicBezTo>
                    <a:pt x="85254" y="12473"/>
                    <a:pt x="93725" y="22109"/>
                    <a:pt x="98313" y="52047"/>
                  </a:cubicBezTo>
                  <a:lnTo>
                    <a:pt x="26312" y="52047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6" name="Freeform: Shape 2095">
              <a:extLst>
                <a:ext uri="{FF2B5EF4-FFF2-40B4-BE49-F238E27FC236}">
                  <a16:creationId xmlns:a16="http://schemas.microsoft.com/office/drawing/2014/main" id="{C7AF46C1-B914-8611-6915-6F6BCD4DF064}"/>
                </a:ext>
              </a:extLst>
            </p:cNvPr>
            <p:cNvSpPr/>
            <p:nvPr>
              <p:custDataLst>
                <p:tags r:id="rId69"/>
              </p:custDataLst>
            </p:nvPr>
          </p:nvSpPr>
          <p:spPr>
            <a:xfrm>
              <a:off x="9582313" y="5317726"/>
              <a:ext cx="116472" cy="158297"/>
            </a:xfrm>
            <a:custGeom>
              <a:avLst/>
              <a:gdLst>
                <a:gd name="connsiteX0" fmla="*/ 904 w 116472"/>
                <a:gd name="connsiteY0" fmla="*/ 24173 h 158297"/>
                <a:gd name="connsiteX1" fmla="*/ 13257 w 116472"/>
                <a:gd name="connsiteY1" fmla="*/ 22797 h 158297"/>
                <a:gd name="connsiteX2" fmla="*/ 25257 w 116472"/>
                <a:gd name="connsiteY2" fmla="*/ 43444 h 158297"/>
                <a:gd name="connsiteX3" fmla="*/ 25257 w 116472"/>
                <a:gd name="connsiteY3" fmla="*/ 129475 h 158297"/>
                <a:gd name="connsiteX4" fmla="*/ 198 w 116472"/>
                <a:gd name="connsiteY4" fmla="*/ 153220 h 158297"/>
                <a:gd name="connsiteX5" fmla="*/ 198 w 116472"/>
                <a:gd name="connsiteY5" fmla="*/ 158382 h 158297"/>
                <a:gd name="connsiteX6" fmla="*/ 84906 w 116472"/>
                <a:gd name="connsiteY6" fmla="*/ 158382 h 158297"/>
                <a:gd name="connsiteX7" fmla="*/ 84906 w 116472"/>
                <a:gd name="connsiteY7" fmla="*/ 153220 h 158297"/>
                <a:gd name="connsiteX8" fmla="*/ 54905 w 116472"/>
                <a:gd name="connsiteY8" fmla="*/ 127411 h 158297"/>
                <a:gd name="connsiteX9" fmla="*/ 54905 w 116472"/>
                <a:gd name="connsiteY9" fmla="*/ 49983 h 158297"/>
                <a:gd name="connsiteX10" fmla="*/ 79611 w 116472"/>
                <a:gd name="connsiteY10" fmla="*/ 21764 h 158297"/>
                <a:gd name="connsiteX11" fmla="*/ 88788 w 116472"/>
                <a:gd name="connsiteY11" fmla="*/ 26926 h 158297"/>
                <a:gd name="connsiteX12" fmla="*/ 102906 w 116472"/>
                <a:gd name="connsiteY12" fmla="*/ 33809 h 158297"/>
                <a:gd name="connsiteX13" fmla="*/ 116671 w 116472"/>
                <a:gd name="connsiteY13" fmla="*/ 18323 h 158297"/>
                <a:gd name="connsiteX14" fmla="*/ 97259 w 116472"/>
                <a:gd name="connsiteY14" fmla="*/ 85 h 158297"/>
                <a:gd name="connsiteX15" fmla="*/ 54905 w 116472"/>
                <a:gd name="connsiteY15" fmla="*/ 32432 h 158297"/>
                <a:gd name="connsiteX16" fmla="*/ 54905 w 116472"/>
                <a:gd name="connsiteY16" fmla="*/ 773 h 158297"/>
                <a:gd name="connsiteX17" fmla="*/ 53140 w 116472"/>
                <a:gd name="connsiteY17" fmla="*/ 85 h 158297"/>
                <a:gd name="connsiteX18" fmla="*/ 904 w 116472"/>
                <a:gd name="connsiteY18" fmla="*/ 18667 h 158297"/>
                <a:gd name="connsiteX19" fmla="*/ 904 w 116472"/>
                <a:gd name="connsiteY19" fmla="*/ 24173 h 158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472" h="158297">
                  <a:moveTo>
                    <a:pt x="904" y="24173"/>
                  </a:moveTo>
                  <a:cubicBezTo>
                    <a:pt x="5845" y="23141"/>
                    <a:pt x="9022" y="22797"/>
                    <a:pt x="13257" y="22797"/>
                  </a:cubicBezTo>
                  <a:cubicBezTo>
                    <a:pt x="22081" y="22797"/>
                    <a:pt x="25257" y="28303"/>
                    <a:pt x="25257" y="43444"/>
                  </a:cubicBezTo>
                  <a:lnTo>
                    <a:pt x="25257" y="129475"/>
                  </a:lnTo>
                  <a:cubicBezTo>
                    <a:pt x="25257" y="146682"/>
                    <a:pt x="22787" y="149090"/>
                    <a:pt x="198" y="153220"/>
                  </a:cubicBezTo>
                  <a:lnTo>
                    <a:pt x="198" y="158382"/>
                  </a:lnTo>
                  <a:lnTo>
                    <a:pt x="84906" y="158382"/>
                  </a:lnTo>
                  <a:lnTo>
                    <a:pt x="84906" y="153220"/>
                  </a:lnTo>
                  <a:cubicBezTo>
                    <a:pt x="60905" y="152188"/>
                    <a:pt x="54905" y="147026"/>
                    <a:pt x="54905" y="127411"/>
                  </a:cubicBezTo>
                  <a:lnTo>
                    <a:pt x="54905" y="49983"/>
                  </a:lnTo>
                  <a:cubicBezTo>
                    <a:pt x="54905" y="38971"/>
                    <a:pt x="70082" y="21764"/>
                    <a:pt x="79611" y="21764"/>
                  </a:cubicBezTo>
                  <a:cubicBezTo>
                    <a:pt x="81729" y="21764"/>
                    <a:pt x="84906" y="23485"/>
                    <a:pt x="88788" y="26926"/>
                  </a:cubicBezTo>
                  <a:cubicBezTo>
                    <a:pt x="94435" y="31744"/>
                    <a:pt x="98318" y="33809"/>
                    <a:pt x="102906" y="33809"/>
                  </a:cubicBezTo>
                  <a:cubicBezTo>
                    <a:pt x="111377" y="33809"/>
                    <a:pt x="116671" y="27959"/>
                    <a:pt x="116671" y="18323"/>
                  </a:cubicBezTo>
                  <a:cubicBezTo>
                    <a:pt x="116671" y="6967"/>
                    <a:pt x="109259" y="85"/>
                    <a:pt x="97259" y="85"/>
                  </a:cubicBezTo>
                  <a:cubicBezTo>
                    <a:pt x="82435" y="85"/>
                    <a:pt x="72199" y="8000"/>
                    <a:pt x="54905" y="32432"/>
                  </a:cubicBezTo>
                  <a:lnTo>
                    <a:pt x="54905" y="773"/>
                  </a:lnTo>
                  <a:lnTo>
                    <a:pt x="53140" y="85"/>
                  </a:lnTo>
                  <a:cubicBezTo>
                    <a:pt x="34434" y="7655"/>
                    <a:pt x="21728" y="12129"/>
                    <a:pt x="904" y="18667"/>
                  </a:cubicBezTo>
                  <a:lnTo>
                    <a:pt x="904" y="24173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7" name="Freeform: Shape 2096">
              <a:extLst>
                <a:ext uri="{FF2B5EF4-FFF2-40B4-BE49-F238E27FC236}">
                  <a16:creationId xmlns:a16="http://schemas.microsoft.com/office/drawing/2014/main" id="{43E2C7A8-CAD8-BC55-2581-B6DFFF7498F6}"/>
                </a:ext>
              </a:extLst>
            </p:cNvPr>
            <p:cNvSpPr/>
            <p:nvPr>
              <p:custDataLst>
                <p:tags r:id="rId70"/>
              </p:custDataLst>
            </p:nvPr>
          </p:nvSpPr>
          <p:spPr>
            <a:xfrm>
              <a:off x="9707343" y="5317726"/>
              <a:ext cx="140826" cy="161738"/>
            </a:xfrm>
            <a:custGeom>
              <a:avLst/>
              <a:gdLst>
                <a:gd name="connsiteX0" fmla="*/ 135380 w 140826"/>
                <a:gd name="connsiteY0" fmla="*/ 101945 h 161738"/>
                <a:gd name="connsiteX1" fmla="*/ 80673 w 140826"/>
                <a:gd name="connsiteY1" fmla="*/ 138078 h 161738"/>
                <a:gd name="connsiteX2" fmla="*/ 35143 w 140826"/>
                <a:gd name="connsiteY2" fmla="*/ 108484 h 161738"/>
                <a:gd name="connsiteX3" fmla="*/ 25614 w 140826"/>
                <a:gd name="connsiteY3" fmla="*/ 63059 h 161738"/>
                <a:gd name="connsiteX4" fmla="*/ 134322 w 140826"/>
                <a:gd name="connsiteY4" fmla="*/ 63059 h 161738"/>
                <a:gd name="connsiteX5" fmla="*/ 119145 w 140826"/>
                <a:gd name="connsiteY5" fmla="*/ 19700 h 161738"/>
                <a:gd name="connsiteX6" fmla="*/ 73967 w 140826"/>
                <a:gd name="connsiteY6" fmla="*/ 85 h 161738"/>
                <a:gd name="connsiteX7" fmla="*/ 26319 w 140826"/>
                <a:gd name="connsiteY7" fmla="*/ 17979 h 161738"/>
                <a:gd name="connsiteX8" fmla="*/ 201 w 140826"/>
                <a:gd name="connsiteY8" fmla="*/ 84739 h 161738"/>
                <a:gd name="connsiteX9" fmla="*/ 66203 w 140826"/>
                <a:gd name="connsiteY9" fmla="*/ 161823 h 161738"/>
                <a:gd name="connsiteX10" fmla="*/ 141028 w 140826"/>
                <a:gd name="connsiteY10" fmla="*/ 104354 h 161738"/>
                <a:gd name="connsiteX11" fmla="*/ 135380 w 140826"/>
                <a:gd name="connsiteY11" fmla="*/ 101945 h 161738"/>
                <a:gd name="connsiteX12" fmla="*/ 26319 w 140826"/>
                <a:gd name="connsiteY12" fmla="*/ 52047 h 161738"/>
                <a:gd name="connsiteX13" fmla="*/ 63732 w 140826"/>
                <a:gd name="connsiteY13" fmla="*/ 12473 h 161738"/>
                <a:gd name="connsiteX14" fmla="*/ 98321 w 140826"/>
                <a:gd name="connsiteY14" fmla="*/ 52047 h 161738"/>
                <a:gd name="connsiteX15" fmla="*/ 26319 w 140826"/>
                <a:gd name="connsiteY15" fmla="*/ 52047 h 16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0826" h="161738">
                  <a:moveTo>
                    <a:pt x="135380" y="101945"/>
                  </a:moveTo>
                  <a:cubicBezTo>
                    <a:pt x="118439" y="128099"/>
                    <a:pt x="103262" y="138078"/>
                    <a:pt x="80673" y="138078"/>
                  </a:cubicBezTo>
                  <a:cubicBezTo>
                    <a:pt x="60555" y="138078"/>
                    <a:pt x="45379" y="128099"/>
                    <a:pt x="35143" y="108484"/>
                  </a:cubicBezTo>
                  <a:cubicBezTo>
                    <a:pt x="28790" y="95407"/>
                    <a:pt x="26319" y="84051"/>
                    <a:pt x="25614" y="63059"/>
                  </a:cubicBezTo>
                  <a:lnTo>
                    <a:pt x="134322" y="63059"/>
                  </a:lnTo>
                  <a:cubicBezTo>
                    <a:pt x="131498" y="40691"/>
                    <a:pt x="127968" y="30712"/>
                    <a:pt x="119145" y="19700"/>
                  </a:cubicBezTo>
                  <a:cubicBezTo>
                    <a:pt x="108556" y="7311"/>
                    <a:pt x="92321" y="85"/>
                    <a:pt x="73967" y="85"/>
                  </a:cubicBezTo>
                  <a:cubicBezTo>
                    <a:pt x="56320" y="85"/>
                    <a:pt x="39732" y="6279"/>
                    <a:pt x="26319" y="17979"/>
                  </a:cubicBezTo>
                  <a:cubicBezTo>
                    <a:pt x="9731" y="32088"/>
                    <a:pt x="201" y="56521"/>
                    <a:pt x="201" y="84739"/>
                  </a:cubicBezTo>
                  <a:cubicBezTo>
                    <a:pt x="201" y="132228"/>
                    <a:pt x="25614" y="161823"/>
                    <a:pt x="66203" y="161823"/>
                  </a:cubicBezTo>
                  <a:cubicBezTo>
                    <a:pt x="99733" y="161823"/>
                    <a:pt x="126204" y="141520"/>
                    <a:pt x="141028" y="104354"/>
                  </a:cubicBezTo>
                  <a:lnTo>
                    <a:pt x="135380" y="101945"/>
                  </a:lnTo>
                  <a:close/>
                  <a:moveTo>
                    <a:pt x="26319" y="52047"/>
                  </a:moveTo>
                  <a:cubicBezTo>
                    <a:pt x="30202" y="25206"/>
                    <a:pt x="42202" y="12473"/>
                    <a:pt x="63732" y="12473"/>
                  </a:cubicBezTo>
                  <a:cubicBezTo>
                    <a:pt x="85262" y="12473"/>
                    <a:pt x="93733" y="22109"/>
                    <a:pt x="98321" y="52047"/>
                  </a:cubicBezTo>
                  <a:lnTo>
                    <a:pt x="26319" y="52047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8" name="Freeform: Shape 2097">
              <a:extLst>
                <a:ext uri="{FF2B5EF4-FFF2-40B4-BE49-F238E27FC236}">
                  <a16:creationId xmlns:a16="http://schemas.microsoft.com/office/drawing/2014/main" id="{5D9A4D3D-2C92-B2FE-8F3A-68AD69CEF29F}"/>
                </a:ext>
              </a:extLst>
            </p:cNvPr>
            <p:cNvSpPr/>
            <p:nvPr>
              <p:custDataLst>
                <p:tags r:id="rId71"/>
              </p:custDataLst>
            </p:nvPr>
          </p:nvSpPr>
          <p:spPr>
            <a:xfrm>
              <a:off x="9935796" y="5242707"/>
              <a:ext cx="201533" cy="304549"/>
            </a:xfrm>
            <a:custGeom>
              <a:avLst/>
              <a:gdLst>
                <a:gd name="connsiteX0" fmla="*/ 64446 w 201533"/>
                <a:gd name="connsiteY0" fmla="*/ 97128 h 304549"/>
                <a:gd name="connsiteX1" fmla="*/ 96211 w 201533"/>
                <a:gd name="connsiteY1" fmla="*/ 97128 h 304549"/>
                <a:gd name="connsiteX2" fmla="*/ 65152 w 201533"/>
                <a:gd name="connsiteY2" fmla="*/ 241660 h 304549"/>
                <a:gd name="connsiteX3" fmla="*/ 30916 w 201533"/>
                <a:gd name="connsiteY3" fmla="*/ 297408 h 304549"/>
                <a:gd name="connsiteX4" fmla="*/ 23857 w 201533"/>
                <a:gd name="connsiteY4" fmla="*/ 291902 h 304549"/>
                <a:gd name="connsiteX5" fmla="*/ 25269 w 201533"/>
                <a:gd name="connsiteY5" fmla="*/ 288117 h 304549"/>
                <a:gd name="connsiteX6" fmla="*/ 27033 w 201533"/>
                <a:gd name="connsiteY6" fmla="*/ 282611 h 304549"/>
                <a:gd name="connsiteX7" fmla="*/ 13269 w 201533"/>
                <a:gd name="connsiteY7" fmla="*/ 269534 h 304549"/>
                <a:gd name="connsiteX8" fmla="*/ 209 w 201533"/>
                <a:gd name="connsiteY8" fmla="*/ 283643 h 304549"/>
                <a:gd name="connsiteX9" fmla="*/ 28092 w 201533"/>
                <a:gd name="connsiteY9" fmla="*/ 304635 h 304549"/>
                <a:gd name="connsiteX10" fmla="*/ 98682 w 201533"/>
                <a:gd name="connsiteY10" fmla="*/ 207247 h 304549"/>
                <a:gd name="connsiteX11" fmla="*/ 124094 w 201533"/>
                <a:gd name="connsiteY11" fmla="*/ 97128 h 304549"/>
                <a:gd name="connsiteX12" fmla="*/ 162565 w 201533"/>
                <a:gd name="connsiteY12" fmla="*/ 97128 h 304549"/>
                <a:gd name="connsiteX13" fmla="*/ 164683 w 201533"/>
                <a:gd name="connsiteY13" fmla="*/ 86116 h 304549"/>
                <a:gd name="connsiteX14" fmla="*/ 126565 w 201533"/>
                <a:gd name="connsiteY14" fmla="*/ 86116 h 304549"/>
                <a:gd name="connsiteX15" fmla="*/ 169624 w 201533"/>
                <a:gd name="connsiteY15" fmla="*/ 7655 h 304549"/>
                <a:gd name="connsiteX16" fmla="*/ 177389 w 201533"/>
                <a:gd name="connsiteY16" fmla="*/ 11785 h 304549"/>
                <a:gd name="connsiteX17" fmla="*/ 175978 w 201533"/>
                <a:gd name="connsiteY17" fmla="*/ 15226 h 304549"/>
                <a:gd name="connsiteX18" fmla="*/ 173860 w 201533"/>
                <a:gd name="connsiteY18" fmla="*/ 22453 h 304549"/>
                <a:gd name="connsiteX19" fmla="*/ 186919 w 201533"/>
                <a:gd name="connsiteY19" fmla="*/ 36218 h 304549"/>
                <a:gd name="connsiteX20" fmla="*/ 201743 w 201533"/>
                <a:gd name="connsiteY20" fmla="*/ 22453 h 304549"/>
                <a:gd name="connsiteX21" fmla="*/ 171389 w 201533"/>
                <a:gd name="connsiteY21" fmla="*/ 85 h 304549"/>
                <a:gd name="connsiteX22" fmla="*/ 127624 w 201533"/>
                <a:gd name="connsiteY22" fmla="*/ 23829 h 304549"/>
                <a:gd name="connsiteX23" fmla="*/ 99388 w 201533"/>
                <a:gd name="connsiteY23" fmla="*/ 86116 h 304549"/>
                <a:gd name="connsiteX24" fmla="*/ 66917 w 201533"/>
                <a:gd name="connsiteY24" fmla="*/ 86116 h 304549"/>
                <a:gd name="connsiteX25" fmla="*/ 64446 w 201533"/>
                <a:gd name="connsiteY25" fmla="*/ 97128 h 304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1533" h="304549">
                  <a:moveTo>
                    <a:pt x="64446" y="97128"/>
                  </a:moveTo>
                  <a:lnTo>
                    <a:pt x="96211" y="97128"/>
                  </a:lnTo>
                  <a:lnTo>
                    <a:pt x="65152" y="241660"/>
                  </a:lnTo>
                  <a:cubicBezTo>
                    <a:pt x="57387" y="278481"/>
                    <a:pt x="45740" y="297408"/>
                    <a:pt x="30916" y="297408"/>
                  </a:cubicBezTo>
                  <a:cubicBezTo>
                    <a:pt x="26681" y="297408"/>
                    <a:pt x="23857" y="294999"/>
                    <a:pt x="23857" y="291902"/>
                  </a:cubicBezTo>
                  <a:cubicBezTo>
                    <a:pt x="23857" y="290870"/>
                    <a:pt x="24210" y="289837"/>
                    <a:pt x="25269" y="288117"/>
                  </a:cubicBezTo>
                  <a:cubicBezTo>
                    <a:pt x="26681" y="286052"/>
                    <a:pt x="27033" y="284675"/>
                    <a:pt x="27033" y="282611"/>
                  </a:cubicBezTo>
                  <a:cubicBezTo>
                    <a:pt x="27033" y="275384"/>
                    <a:pt x="20680" y="269534"/>
                    <a:pt x="13269" y="269534"/>
                  </a:cubicBezTo>
                  <a:cubicBezTo>
                    <a:pt x="5857" y="269534"/>
                    <a:pt x="209" y="275728"/>
                    <a:pt x="209" y="283643"/>
                  </a:cubicBezTo>
                  <a:cubicBezTo>
                    <a:pt x="209" y="295343"/>
                    <a:pt x="12563" y="304635"/>
                    <a:pt x="28092" y="304635"/>
                  </a:cubicBezTo>
                  <a:cubicBezTo>
                    <a:pt x="59505" y="304635"/>
                    <a:pt x="84211" y="270566"/>
                    <a:pt x="98682" y="207247"/>
                  </a:cubicBezTo>
                  <a:lnTo>
                    <a:pt x="124094" y="97128"/>
                  </a:lnTo>
                  <a:lnTo>
                    <a:pt x="162565" y="97128"/>
                  </a:lnTo>
                  <a:lnTo>
                    <a:pt x="164683" y="86116"/>
                  </a:lnTo>
                  <a:lnTo>
                    <a:pt x="126565" y="86116"/>
                  </a:lnTo>
                  <a:cubicBezTo>
                    <a:pt x="136800" y="32088"/>
                    <a:pt x="149859" y="7655"/>
                    <a:pt x="169624" y="7655"/>
                  </a:cubicBezTo>
                  <a:cubicBezTo>
                    <a:pt x="174213" y="7655"/>
                    <a:pt x="177389" y="9376"/>
                    <a:pt x="177389" y="11785"/>
                  </a:cubicBezTo>
                  <a:cubicBezTo>
                    <a:pt x="177389" y="12817"/>
                    <a:pt x="177036" y="13506"/>
                    <a:pt x="175978" y="15226"/>
                  </a:cubicBezTo>
                  <a:cubicBezTo>
                    <a:pt x="174566" y="18323"/>
                    <a:pt x="173860" y="20044"/>
                    <a:pt x="173860" y="22453"/>
                  </a:cubicBezTo>
                  <a:cubicBezTo>
                    <a:pt x="173860" y="30712"/>
                    <a:pt x="179154" y="36218"/>
                    <a:pt x="186919" y="36218"/>
                  </a:cubicBezTo>
                  <a:cubicBezTo>
                    <a:pt x="195037" y="36218"/>
                    <a:pt x="201743" y="30024"/>
                    <a:pt x="201743" y="22453"/>
                  </a:cubicBezTo>
                  <a:cubicBezTo>
                    <a:pt x="201743" y="9720"/>
                    <a:pt x="188684" y="85"/>
                    <a:pt x="171389" y="85"/>
                  </a:cubicBezTo>
                  <a:cubicBezTo>
                    <a:pt x="154095" y="85"/>
                    <a:pt x="140330" y="7655"/>
                    <a:pt x="127624" y="23829"/>
                  </a:cubicBezTo>
                  <a:cubicBezTo>
                    <a:pt x="117035" y="37250"/>
                    <a:pt x="109976" y="53080"/>
                    <a:pt x="99388" y="86116"/>
                  </a:cubicBezTo>
                  <a:lnTo>
                    <a:pt x="66917" y="86116"/>
                  </a:lnTo>
                  <a:lnTo>
                    <a:pt x="64446" y="97128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9" name="Freeform: Shape 2098">
              <a:extLst>
                <a:ext uri="{FF2B5EF4-FFF2-40B4-BE49-F238E27FC236}">
                  <a16:creationId xmlns:a16="http://schemas.microsoft.com/office/drawing/2014/main" id="{F52E4894-65D7-A8BC-2695-A25D38E6FC3A}"/>
                </a:ext>
              </a:extLst>
            </p:cNvPr>
            <p:cNvSpPr/>
            <p:nvPr>
              <p:custDataLst>
                <p:tags r:id="rId72"/>
              </p:custDataLst>
            </p:nvPr>
          </p:nvSpPr>
          <p:spPr>
            <a:xfrm>
              <a:off x="10172827" y="5217930"/>
              <a:ext cx="81883" cy="344124"/>
            </a:xfrm>
            <a:custGeom>
              <a:avLst/>
              <a:gdLst>
                <a:gd name="connsiteX0" fmla="*/ 82098 w 81883"/>
                <a:gd name="connsiteY0" fmla="*/ 340768 h 344124"/>
                <a:gd name="connsiteX1" fmla="*/ 76097 w 81883"/>
                <a:gd name="connsiteY1" fmla="*/ 333197 h 344124"/>
                <a:gd name="connsiteX2" fmla="*/ 20685 w 81883"/>
                <a:gd name="connsiteY2" fmla="*/ 172147 h 344124"/>
                <a:gd name="connsiteX3" fmla="*/ 77509 w 81883"/>
                <a:gd name="connsiteY3" fmla="*/ 9376 h 344124"/>
                <a:gd name="connsiteX4" fmla="*/ 82098 w 81883"/>
                <a:gd name="connsiteY4" fmla="*/ 3526 h 344124"/>
                <a:gd name="connsiteX5" fmla="*/ 78568 w 81883"/>
                <a:gd name="connsiteY5" fmla="*/ 85 h 344124"/>
                <a:gd name="connsiteX6" fmla="*/ 22449 w 81883"/>
                <a:gd name="connsiteY6" fmla="*/ 67189 h 344124"/>
                <a:gd name="connsiteX7" fmla="*/ 214 w 81883"/>
                <a:gd name="connsiteY7" fmla="*/ 172147 h 344124"/>
                <a:gd name="connsiteX8" fmla="*/ 23508 w 81883"/>
                <a:gd name="connsiteY8" fmla="*/ 279514 h 344124"/>
                <a:gd name="connsiteX9" fmla="*/ 78568 w 81883"/>
                <a:gd name="connsiteY9" fmla="*/ 344209 h 344124"/>
                <a:gd name="connsiteX10" fmla="*/ 82098 w 81883"/>
                <a:gd name="connsiteY10" fmla="*/ 340768 h 344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44124">
                  <a:moveTo>
                    <a:pt x="82098" y="340768"/>
                  </a:moveTo>
                  <a:cubicBezTo>
                    <a:pt x="82098" y="339735"/>
                    <a:pt x="82098" y="339047"/>
                    <a:pt x="76097" y="333197"/>
                  </a:cubicBezTo>
                  <a:cubicBezTo>
                    <a:pt x="31979" y="289837"/>
                    <a:pt x="20685" y="224798"/>
                    <a:pt x="20685" y="172147"/>
                  </a:cubicBezTo>
                  <a:cubicBezTo>
                    <a:pt x="20685" y="112269"/>
                    <a:pt x="34097" y="52392"/>
                    <a:pt x="77509" y="9376"/>
                  </a:cubicBezTo>
                  <a:cubicBezTo>
                    <a:pt x="82098" y="5247"/>
                    <a:pt x="82098" y="4558"/>
                    <a:pt x="82098" y="3526"/>
                  </a:cubicBezTo>
                  <a:cubicBezTo>
                    <a:pt x="82098" y="1117"/>
                    <a:pt x="80686" y="85"/>
                    <a:pt x="78568" y="85"/>
                  </a:cubicBezTo>
                  <a:cubicBezTo>
                    <a:pt x="75039" y="85"/>
                    <a:pt x="43273" y="23485"/>
                    <a:pt x="22449" y="67189"/>
                  </a:cubicBezTo>
                  <a:cubicBezTo>
                    <a:pt x="4449" y="105043"/>
                    <a:pt x="214" y="143240"/>
                    <a:pt x="214" y="172147"/>
                  </a:cubicBezTo>
                  <a:cubicBezTo>
                    <a:pt x="214" y="198989"/>
                    <a:pt x="4096" y="240628"/>
                    <a:pt x="23508" y="279514"/>
                  </a:cubicBezTo>
                  <a:cubicBezTo>
                    <a:pt x="44685" y="321841"/>
                    <a:pt x="75039" y="344209"/>
                    <a:pt x="78568" y="344209"/>
                  </a:cubicBezTo>
                  <a:cubicBezTo>
                    <a:pt x="80686" y="344209"/>
                    <a:pt x="82098" y="343177"/>
                    <a:pt x="82098" y="34076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0" name="Freeform: Shape 2099">
              <a:extLst>
                <a:ext uri="{FF2B5EF4-FFF2-40B4-BE49-F238E27FC236}">
                  <a16:creationId xmlns:a16="http://schemas.microsoft.com/office/drawing/2014/main" id="{EB16C7E9-3DE4-70F7-D7D2-6124CF18A880}"/>
                </a:ext>
              </a:extLst>
            </p:cNvPr>
            <p:cNvSpPr/>
            <p:nvPr>
              <p:custDataLst>
                <p:tags r:id="rId73"/>
              </p:custDataLst>
            </p:nvPr>
          </p:nvSpPr>
          <p:spPr>
            <a:xfrm>
              <a:off x="10279541" y="5288132"/>
              <a:ext cx="91413" cy="191677"/>
            </a:xfrm>
            <a:custGeom>
              <a:avLst/>
              <a:gdLst>
                <a:gd name="connsiteX0" fmla="*/ 91631 w 91413"/>
                <a:gd name="connsiteY0" fmla="*/ 40691 h 191677"/>
                <a:gd name="connsiteX1" fmla="*/ 63395 w 91413"/>
                <a:gd name="connsiteY1" fmla="*/ 40691 h 191677"/>
                <a:gd name="connsiteX2" fmla="*/ 73277 w 91413"/>
                <a:gd name="connsiteY2" fmla="*/ 5247 h 191677"/>
                <a:gd name="connsiteX3" fmla="*/ 73630 w 91413"/>
                <a:gd name="connsiteY3" fmla="*/ 3526 h 191677"/>
                <a:gd name="connsiteX4" fmla="*/ 70807 w 91413"/>
                <a:gd name="connsiteY4" fmla="*/ 85 h 191677"/>
                <a:gd name="connsiteX5" fmla="*/ 65513 w 91413"/>
                <a:gd name="connsiteY5" fmla="*/ 3182 h 191677"/>
                <a:gd name="connsiteX6" fmla="*/ 18571 w 91413"/>
                <a:gd name="connsiteY6" fmla="*/ 41035 h 191677"/>
                <a:gd name="connsiteX7" fmla="*/ 7276 w 91413"/>
                <a:gd name="connsiteY7" fmla="*/ 49639 h 191677"/>
                <a:gd name="connsiteX8" fmla="*/ 7629 w 91413"/>
                <a:gd name="connsiteY8" fmla="*/ 51703 h 191677"/>
                <a:gd name="connsiteX9" fmla="*/ 33747 w 91413"/>
                <a:gd name="connsiteY9" fmla="*/ 51703 h 191677"/>
                <a:gd name="connsiteX10" fmla="*/ 8335 w 91413"/>
                <a:gd name="connsiteY10" fmla="*/ 146337 h 191677"/>
                <a:gd name="connsiteX11" fmla="*/ 6217 w 91413"/>
                <a:gd name="connsiteY11" fmla="*/ 153564 h 191677"/>
                <a:gd name="connsiteX12" fmla="*/ 217 w 91413"/>
                <a:gd name="connsiteY12" fmla="*/ 178685 h 191677"/>
                <a:gd name="connsiteX13" fmla="*/ 17159 w 91413"/>
                <a:gd name="connsiteY13" fmla="*/ 191762 h 191677"/>
                <a:gd name="connsiteX14" fmla="*/ 67277 w 91413"/>
                <a:gd name="connsiteY14" fmla="*/ 150123 h 191677"/>
                <a:gd name="connsiteX15" fmla="*/ 62689 w 91413"/>
                <a:gd name="connsiteY15" fmla="*/ 147714 h 191677"/>
                <a:gd name="connsiteX16" fmla="*/ 34100 w 91413"/>
                <a:gd name="connsiteY16" fmla="*/ 174900 h 191677"/>
                <a:gd name="connsiteX17" fmla="*/ 28806 w 91413"/>
                <a:gd name="connsiteY17" fmla="*/ 168017 h 191677"/>
                <a:gd name="connsiteX18" fmla="*/ 29159 w 91413"/>
                <a:gd name="connsiteY18" fmla="*/ 166297 h 191677"/>
                <a:gd name="connsiteX19" fmla="*/ 60218 w 91413"/>
                <a:gd name="connsiteY19" fmla="*/ 51703 h 191677"/>
                <a:gd name="connsiteX20" fmla="*/ 89866 w 91413"/>
                <a:gd name="connsiteY20" fmla="*/ 51703 h 191677"/>
                <a:gd name="connsiteX21" fmla="*/ 91631 w 91413"/>
                <a:gd name="connsiteY21" fmla="*/ 40691 h 19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1413" h="191677">
                  <a:moveTo>
                    <a:pt x="91631" y="40691"/>
                  </a:moveTo>
                  <a:lnTo>
                    <a:pt x="63395" y="40691"/>
                  </a:lnTo>
                  <a:lnTo>
                    <a:pt x="73277" y="5247"/>
                  </a:lnTo>
                  <a:cubicBezTo>
                    <a:pt x="73630" y="4558"/>
                    <a:pt x="73630" y="3870"/>
                    <a:pt x="73630" y="3526"/>
                  </a:cubicBezTo>
                  <a:cubicBezTo>
                    <a:pt x="73630" y="1117"/>
                    <a:pt x="72572" y="85"/>
                    <a:pt x="70807" y="85"/>
                  </a:cubicBezTo>
                  <a:cubicBezTo>
                    <a:pt x="68689" y="85"/>
                    <a:pt x="67630" y="429"/>
                    <a:pt x="65513" y="3182"/>
                  </a:cubicBezTo>
                  <a:cubicBezTo>
                    <a:pt x="51748" y="20732"/>
                    <a:pt x="29865" y="37938"/>
                    <a:pt x="18571" y="41035"/>
                  </a:cubicBezTo>
                  <a:cubicBezTo>
                    <a:pt x="9747" y="43788"/>
                    <a:pt x="7276" y="45853"/>
                    <a:pt x="7276" y="49639"/>
                  </a:cubicBezTo>
                  <a:cubicBezTo>
                    <a:pt x="7276" y="49983"/>
                    <a:pt x="7276" y="50671"/>
                    <a:pt x="7629" y="51703"/>
                  </a:cubicBezTo>
                  <a:lnTo>
                    <a:pt x="33747" y="51703"/>
                  </a:lnTo>
                  <a:lnTo>
                    <a:pt x="8335" y="146337"/>
                  </a:lnTo>
                  <a:cubicBezTo>
                    <a:pt x="7629" y="149435"/>
                    <a:pt x="7276" y="150467"/>
                    <a:pt x="6217" y="153564"/>
                  </a:cubicBezTo>
                  <a:cubicBezTo>
                    <a:pt x="3041" y="163888"/>
                    <a:pt x="217" y="175932"/>
                    <a:pt x="217" y="178685"/>
                  </a:cubicBezTo>
                  <a:cubicBezTo>
                    <a:pt x="217" y="186256"/>
                    <a:pt x="7629" y="191762"/>
                    <a:pt x="17159" y="191762"/>
                  </a:cubicBezTo>
                  <a:cubicBezTo>
                    <a:pt x="33394" y="191762"/>
                    <a:pt x="45042" y="182126"/>
                    <a:pt x="67277" y="150123"/>
                  </a:cubicBezTo>
                  <a:lnTo>
                    <a:pt x="62689" y="147714"/>
                  </a:lnTo>
                  <a:cubicBezTo>
                    <a:pt x="45395" y="169394"/>
                    <a:pt x="39747" y="174900"/>
                    <a:pt x="34100" y="174900"/>
                  </a:cubicBezTo>
                  <a:cubicBezTo>
                    <a:pt x="30924" y="174900"/>
                    <a:pt x="28806" y="172147"/>
                    <a:pt x="28806" y="168017"/>
                  </a:cubicBezTo>
                  <a:cubicBezTo>
                    <a:pt x="28806" y="167673"/>
                    <a:pt x="28806" y="167329"/>
                    <a:pt x="29159" y="166297"/>
                  </a:cubicBezTo>
                  <a:lnTo>
                    <a:pt x="60218" y="51703"/>
                  </a:lnTo>
                  <a:lnTo>
                    <a:pt x="89866" y="51703"/>
                  </a:lnTo>
                  <a:lnTo>
                    <a:pt x="91631" y="40691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1" name="Freeform: Shape 2100">
              <a:extLst>
                <a:ext uri="{FF2B5EF4-FFF2-40B4-BE49-F238E27FC236}">
                  <a16:creationId xmlns:a16="http://schemas.microsoft.com/office/drawing/2014/main" id="{16EF182B-00A1-6972-7FFE-A10D9B987342}"/>
                </a:ext>
              </a:extLst>
            </p:cNvPr>
            <p:cNvSpPr/>
            <p:nvPr>
              <p:custDataLst>
                <p:tags r:id="rId74"/>
              </p:custDataLst>
            </p:nvPr>
          </p:nvSpPr>
          <p:spPr>
            <a:xfrm>
              <a:off x="10419407" y="5439546"/>
              <a:ext cx="41294" cy="102893"/>
            </a:xfrm>
            <a:custGeom>
              <a:avLst/>
              <a:gdLst>
                <a:gd name="connsiteX0" fmla="*/ 41516 w 41294"/>
                <a:gd name="connsiteY0" fmla="*/ 36218 h 102893"/>
                <a:gd name="connsiteX1" fmla="*/ 18927 w 41294"/>
                <a:gd name="connsiteY1" fmla="*/ 85 h 102893"/>
                <a:gd name="connsiteX2" fmla="*/ 221 w 41294"/>
                <a:gd name="connsiteY2" fmla="*/ 18323 h 102893"/>
                <a:gd name="connsiteX3" fmla="*/ 18927 w 41294"/>
                <a:gd name="connsiteY3" fmla="*/ 36562 h 102893"/>
                <a:gd name="connsiteX4" fmla="*/ 31280 w 41294"/>
                <a:gd name="connsiteY4" fmla="*/ 32088 h 102893"/>
                <a:gd name="connsiteX5" fmla="*/ 33045 w 41294"/>
                <a:gd name="connsiteY5" fmla="*/ 31056 h 102893"/>
                <a:gd name="connsiteX6" fmla="*/ 33751 w 41294"/>
                <a:gd name="connsiteY6" fmla="*/ 36218 h 102893"/>
                <a:gd name="connsiteX7" fmla="*/ 9750 w 41294"/>
                <a:gd name="connsiteY7" fmla="*/ 93686 h 102893"/>
                <a:gd name="connsiteX8" fmla="*/ 5868 w 41294"/>
                <a:gd name="connsiteY8" fmla="*/ 99192 h 102893"/>
                <a:gd name="connsiteX9" fmla="*/ 9397 w 41294"/>
                <a:gd name="connsiteY9" fmla="*/ 102978 h 102893"/>
                <a:gd name="connsiteX10" fmla="*/ 41516 w 41294"/>
                <a:gd name="connsiteY10" fmla="*/ 36218 h 10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294" h="102893">
                  <a:moveTo>
                    <a:pt x="41516" y="36218"/>
                  </a:moveTo>
                  <a:cubicBezTo>
                    <a:pt x="41516" y="13506"/>
                    <a:pt x="32692" y="85"/>
                    <a:pt x="18927" y="85"/>
                  </a:cubicBezTo>
                  <a:cubicBezTo>
                    <a:pt x="7280" y="85"/>
                    <a:pt x="221" y="8688"/>
                    <a:pt x="221" y="18323"/>
                  </a:cubicBezTo>
                  <a:cubicBezTo>
                    <a:pt x="221" y="27615"/>
                    <a:pt x="7280" y="36562"/>
                    <a:pt x="18927" y="36562"/>
                  </a:cubicBezTo>
                  <a:cubicBezTo>
                    <a:pt x="23162" y="36562"/>
                    <a:pt x="27751" y="35185"/>
                    <a:pt x="31280" y="32088"/>
                  </a:cubicBezTo>
                  <a:cubicBezTo>
                    <a:pt x="32339" y="31400"/>
                    <a:pt x="32692" y="31056"/>
                    <a:pt x="33045" y="31056"/>
                  </a:cubicBezTo>
                  <a:cubicBezTo>
                    <a:pt x="33398" y="31056"/>
                    <a:pt x="33751" y="31400"/>
                    <a:pt x="33751" y="36218"/>
                  </a:cubicBezTo>
                  <a:cubicBezTo>
                    <a:pt x="33751" y="61683"/>
                    <a:pt x="21398" y="82330"/>
                    <a:pt x="9750" y="93686"/>
                  </a:cubicBezTo>
                  <a:cubicBezTo>
                    <a:pt x="5868" y="97472"/>
                    <a:pt x="5868" y="98160"/>
                    <a:pt x="5868" y="99192"/>
                  </a:cubicBezTo>
                  <a:cubicBezTo>
                    <a:pt x="5868" y="101601"/>
                    <a:pt x="7633" y="102978"/>
                    <a:pt x="9397" y="102978"/>
                  </a:cubicBezTo>
                  <a:cubicBezTo>
                    <a:pt x="13280" y="102978"/>
                    <a:pt x="41516" y="76480"/>
                    <a:pt x="41516" y="3621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2" name="Freeform: Shape 2101">
              <a:extLst>
                <a:ext uri="{FF2B5EF4-FFF2-40B4-BE49-F238E27FC236}">
                  <a16:creationId xmlns:a16="http://schemas.microsoft.com/office/drawing/2014/main" id="{618AA016-F8BB-71CB-ADF9-E3D18D2499E1}"/>
                </a:ext>
              </a:extLst>
            </p:cNvPr>
            <p:cNvSpPr/>
            <p:nvPr>
              <p:custDataLst>
                <p:tags r:id="rId75"/>
              </p:custDataLst>
            </p:nvPr>
          </p:nvSpPr>
          <p:spPr>
            <a:xfrm>
              <a:off x="10518075" y="5324265"/>
              <a:ext cx="158826" cy="222648"/>
            </a:xfrm>
            <a:custGeom>
              <a:avLst/>
              <a:gdLst>
                <a:gd name="connsiteX0" fmla="*/ 13990 w 158826"/>
                <a:gd name="connsiteY0" fmla="*/ 14194 h 222648"/>
                <a:gd name="connsiteX1" fmla="*/ 24931 w 158826"/>
                <a:gd name="connsiteY1" fmla="*/ 12817 h 222648"/>
                <a:gd name="connsiteX2" fmla="*/ 66579 w 158826"/>
                <a:gd name="connsiteY2" fmla="*/ 80610 h 222648"/>
                <a:gd name="connsiteX3" fmla="*/ 81050 w 158826"/>
                <a:gd name="connsiteY3" fmla="*/ 149090 h 222648"/>
                <a:gd name="connsiteX4" fmla="*/ 73638 w 158826"/>
                <a:gd name="connsiteY4" fmla="*/ 166297 h 222648"/>
                <a:gd name="connsiteX5" fmla="*/ 51755 w 158826"/>
                <a:gd name="connsiteY5" fmla="*/ 193483 h 222648"/>
                <a:gd name="connsiteX6" fmla="*/ 35519 w 158826"/>
                <a:gd name="connsiteY6" fmla="*/ 203806 h 222648"/>
                <a:gd name="connsiteX7" fmla="*/ 27049 w 158826"/>
                <a:gd name="connsiteY7" fmla="*/ 200021 h 222648"/>
                <a:gd name="connsiteX8" fmla="*/ 13990 w 158826"/>
                <a:gd name="connsiteY8" fmla="*/ 194171 h 222648"/>
                <a:gd name="connsiteX9" fmla="*/ 225 w 158826"/>
                <a:gd name="connsiteY9" fmla="*/ 207592 h 222648"/>
                <a:gd name="connsiteX10" fmla="*/ 18225 w 158826"/>
                <a:gd name="connsiteY10" fmla="*/ 222733 h 222648"/>
                <a:gd name="connsiteX11" fmla="*/ 125168 w 158826"/>
                <a:gd name="connsiteY11" fmla="*/ 102978 h 222648"/>
                <a:gd name="connsiteX12" fmla="*/ 159051 w 158826"/>
                <a:gd name="connsiteY12" fmla="*/ 19012 h 222648"/>
                <a:gd name="connsiteX13" fmla="*/ 139639 w 158826"/>
                <a:gd name="connsiteY13" fmla="*/ 85 h 222648"/>
                <a:gd name="connsiteX14" fmla="*/ 125874 w 158826"/>
                <a:gd name="connsiteY14" fmla="*/ 12817 h 222648"/>
                <a:gd name="connsiteX15" fmla="*/ 135757 w 158826"/>
                <a:gd name="connsiteY15" fmla="*/ 26238 h 222648"/>
                <a:gd name="connsiteX16" fmla="*/ 144933 w 158826"/>
                <a:gd name="connsiteY16" fmla="*/ 37938 h 222648"/>
                <a:gd name="connsiteX17" fmla="*/ 101874 w 158826"/>
                <a:gd name="connsiteY17" fmla="*/ 127067 h 222648"/>
                <a:gd name="connsiteX18" fmla="*/ 94815 w 158826"/>
                <a:gd name="connsiteY18" fmla="*/ 87148 h 222648"/>
                <a:gd name="connsiteX19" fmla="*/ 64461 w 158826"/>
                <a:gd name="connsiteY19" fmla="*/ 85 h 222648"/>
                <a:gd name="connsiteX20" fmla="*/ 63049 w 158826"/>
                <a:gd name="connsiteY20" fmla="*/ 85 h 222648"/>
                <a:gd name="connsiteX21" fmla="*/ 59873 w 158826"/>
                <a:gd name="connsiteY21" fmla="*/ 429 h 222648"/>
                <a:gd name="connsiteX22" fmla="*/ 25284 w 158826"/>
                <a:gd name="connsiteY22" fmla="*/ 6279 h 222648"/>
                <a:gd name="connsiteX23" fmla="*/ 13990 w 158826"/>
                <a:gd name="connsiteY23" fmla="*/ 8344 h 222648"/>
                <a:gd name="connsiteX24" fmla="*/ 13990 w 158826"/>
                <a:gd name="connsiteY24" fmla="*/ 14194 h 222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8826" h="222648">
                  <a:moveTo>
                    <a:pt x="13990" y="14194"/>
                  </a:moveTo>
                  <a:cubicBezTo>
                    <a:pt x="18578" y="13161"/>
                    <a:pt x="21049" y="12817"/>
                    <a:pt x="24931" y="12817"/>
                  </a:cubicBezTo>
                  <a:cubicBezTo>
                    <a:pt x="45049" y="12817"/>
                    <a:pt x="50343" y="21420"/>
                    <a:pt x="66579" y="80610"/>
                  </a:cubicBezTo>
                  <a:cubicBezTo>
                    <a:pt x="72579" y="102978"/>
                    <a:pt x="81050" y="143240"/>
                    <a:pt x="81050" y="149090"/>
                  </a:cubicBezTo>
                  <a:cubicBezTo>
                    <a:pt x="81050" y="154596"/>
                    <a:pt x="78932" y="160102"/>
                    <a:pt x="73638" y="166297"/>
                  </a:cubicBezTo>
                  <a:cubicBezTo>
                    <a:pt x="62696" y="180406"/>
                    <a:pt x="55637" y="189353"/>
                    <a:pt x="51755" y="193483"/>
                  </a:cubicBezTo>
                  <a:cubicBezTo>
                    <a:pt x="44343" y="201053"/>
                    <a:pt x="40108" y="203806"/>
                    <a:pt x="35519" y="203806"/>
                  </a:cubicBezTo>
                  <a:cubicBezTo>
                    <a:pt x="33402" y="203806"/>
                    <a:pt x="30931" y="202774"/>
                    <a:pt x="27049" y="200021"/>
                  </a:cubicBezTo>
                  <a:cubicBezTo>
                    <a:pt x="21754" y="195891"/>
                    <a:pt x="17872" y="194171"/>
                    <a:pt x="13990" y="194171"/>
                  </a:cubicBezTo>
                  <a:cubicBezTo>
                    <a:pt x="6225" y="194171"/>
                    <a:pt x="225" y="200021"/>
                    <a:pt x="225" y="207592"/>
                  </a:cubicBezTo>
                  <a:cubicBezTo>
                    <a:pt x="225" y="216195"/>
                    <a:pt x="7989" y="222733"/>
                    <a:pt x="18225" y="222733"/>
                  </a:cubicBezTo>
                  <a:cubicBezTo>
                    <a:pt x="40814" y="222733"/>
                    <a:pt x="87050" y="171114"/>
                    <a:pt x="125168" y="102978"/>
                  </a:cubicBezTo>
                  <a:cubicBezTo>
                    <a:pt x="149169" y="60651"/>
                    <a:pt x="159051" y="35874"/>
                    <a:pt x="159051" y="19012"/>
                  </a:cubicBezTo>
                  <a:cubicBezTo>
                    <a:pt x="159051" y="8688"/>
                    <a:pt x="150227" y="85"/>
                    <a:pt x="139639" y="85"/>
                  </a:cubicBezTo>
                  <a:cubicBezTo>
                    <a:pt x="131521" y="85"/>
                    <a:pt x="125874" y="5247"/>
                    <a:pt x="125874" y="12817"/>
                  </a:cubicBezTo>
                  <a:cubicBezTo>
                    <a:pt x="125874" y="17979"/>
                    <a:pt x="128698" y="21764"/>
                    <a:pt x="135757" y="26238"/>
                  </a:cubicBezTo>
                  <a:cubicBezTo>
                    <a:pt x="142463" y="30023"/>
                    <a:pt x="144933" y="33121"/>
                    <a:pt x="144933" y="37938"/>
                  </a:cubicBezTo>
                  <a:cubicBezTo>
                    <a:pt x="144933" y="51703"/>
                    <a:pt x="131874" y="78545"/>
                    <a:pt x="101874" y="127067"/>
                  </a:cubicBezTo>
                  <a:lnTo>
                    <a:pt x="94815" y="87148"/>
                  </a:lnTo>
                  <a:cubicBezTo>
                    <a:pt x="89520" y="56865"/>
                    <a:pt x="69755" y="85"/>
                    <a:pt x="64461" y="85"/>
                  </a:cubicBezTo>
                  <a:lnTo>
                    <a:pt x="63049" y="85"/>
                  </a:lnTo>
                  <a:cubicBezTo>
                    <a:pt x="62696" y="429"/>
                    <a:pt x="61285" y="429"/>
                    <a:pt x="59873" y="429"/>
                  </a:cubicBezTo>
                  <a:cubicBezTo>
                    <a:pt x="56696" y="773"/>
                    <a:pt x="43990" y="2838"/>
                    <a:pt x="25284" y="6279"/>
                  </a:cubicBezTo>
                  <a:cubicBezTo>
                    <a:pt x="23519" y="6623"/>
                    <a:pt x="18931" y="7655"/>
                    <a:pt x="13990" y="8344"/>
                  </a:cubicBezTo>
                  <a:lnTo>
                    <a:pt x="13990" y="14194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3" name="Freeform: Shape 2102">
              <a:extLst>
                <a:ext uri="{FF2B5EF4-FFF2-40B4-BE49-F238E27FC236}">
                  <a16:creationId xmlns:a16="http://schemas.microsoft.com/office/drawing/2014/main" id="{3F5F8C15-F9AA-F1EA-86C8-0E2B94342425}"/>
                </a:ext>
              </a:extLst>
            </p:cNvPr>
            <p:cNvSpPr/>
            <p:nvPr>
              <p:custDataLst>
                <p:tags r:id="rId76"/>
              </p:custDataLst>
            </p:nvPr>
          </p:nvSpPr>
          <p:spPr>
            <a:xfrm>
              <a:off x="10703959" y="5217930"/>
              <a:ext cx="81883" cy="344124"/>
            </a:xfrm>
            <a:custGeom>
              <a:avLst/>
              <a:gdLst>
                <a:gd name="connsiteX0" fmla="*/ 82113 w 81883"/>
                <a:gd name="connsiteY0" fmla="*/ 172147 h 344124"/>
                <a:gd name="connsiteX1" fmla="*/ 58818 w 81883"/>
                <a:gd name="connsiteY1" fmla="*/ 64780 h 344124"/>
                <a:gd name="connsiteX2" fmla="*/ 3758 w 81883"/>
                <a:gd name="connsiteY2" fmla="*/ 85 h 344124"/>
                <a:gd name="connsiteX3" fmla="*/ 229 w 81883"/>
                <a:gd name="connsiteY3" fmla="*/ 3526 h 344124"/>
                <a:gd name="connsiteX4" fmla="*/ 6935 w 81883"/>
                <a:gd name="connsiteY4" fmla="*/ 11441 h 344124"/>
                <a:gd name="connsiteX5" fmla="*/ 61642 w 81883"/>
                <a:gd name="connsiteY5" fmla="*/ 172147 h 344124"/>
                <a:gd name="connsiteX6" fmla="*/ 4817 w 81883"/>
                <a:gd name="connsiteY6" fmla="*/ 334918 h 344124"/>
                <a:gd name="connsiteX7" fmla="*/ 229 w 81883"/>
                <a:gd name="connsiteY7" fmla="*/ 340768 h 344124"/>
                <a:gd name="connsiteX8" fmla="*/ 3758 w 81883"/>
                <a:gd name="connsiteY8" fmla="*/ 344209 h 344124"/>
                <a:gd name="connsiteX9" fmla="*/ 59877 w 81883"/>
                <a:gd name="connsiteY9" fmla="*/ 277105 h 344124"/>
                <a:gd name="connsiteX10" fmla="*/ 82113 w 81883"/>
                <a:gd name="connsiteY10" fmla="*/ 172147 h 344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44124">
                  <a:moveTo>
                    <a:pt x="82113" y="172147"/>
                  </a:moveTo>
                  <a:cubicBezTo>
                    <a:pt x="82113" y="145305"/>
                    <a:pt x="78231" y="103666"/>
                    <a:pt x="58818" y="64780"/>
                  </a:cubicBezTo>
                  <a:cubicBezTo>
                    <a:pt x="37641" y="22453"/>
                    <a:pt x="7288" y="85"/>
                    <a:pt x="3758" y="85"/>
                  </a:cubicBezTo>
                  <a:cubicBezTo>
                    <a:pt x="1641" y="85"/>
                    <a:pt x="229" y="1461"/>
                    <a:pt x="229" y="3526"/>
                  </a:cubicBezTo>
                  <a:cubicBezTo>
                    <a:pt x="229" y="4558"/>
                    <a:pt x="229" y="5247"/>
                    <a:pt x="6935" y="11441"/>
                  </a:cubicBezTo>
                  <a:cubicBezTo>
                    <a:pt x="41524" y="45509"/>
                    <a:pt x="61642" y="100225"/>
                    <a:pt x="61642" y="172147"/>
                  </a:cubicBezTo>
                  <a:cubicBezTo>
                    <a:pt x="61642" y="230992"/>
                    <a:pt x="48583" y="291558"/>
                    <a:pt x="4817" y="334918"/>
                  </a:cubicBezTo>
                  <a:cubicBezTo>
                    <a:pt x="229" y="339047"/>
                    <a:pt x="229" y="339735"/>
                    <a:pt x="229" y="340768"/>
                  </a:cubicBezTo>
                  <a:cubicBezTo>
                    <a:pt x="229" y="342832"/>
                    <a:pt x="1641" y="344209"/>
                    <a:pt x="3758" y="344209"/>
                  </a:cubicBezTo>
                  <a:cubicBezTo>
                    <a:pt x="7288" y="344209"/>
                    <a:pt x="39053" y="320808"/>
                    <a:pt x="59877" y="277105"/>
                  </a:cubicBezTo>
                  <a:cubicBezTo>
                    <a:pt x="77878" y="239251"/>
                    <a:pt x="82113" y="201053"/>
                    <a:pt x="82113" y="172147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4" name="Freeform: Shape 2103">
              <a:extLst>
                <a:ext uri="{FF2B5EF4-FFF2-40B4-BE49-F238E27FC236}">
                  <a16:creationId xmlns:a16="http://schemas.microsoft.com/office/drawing/2014/main" id="{A586470A-7F15-B7C9-8D5C-7661CEF402B2}"/>
                </a:ext>
              </a:extLst>
            </p:cNvPr>
            <p:cNvSpPr/>
            <p:nvPr>
              <p:custDataLst>
                <p:tags r:id="rId77"/>
              </p:custDataLst>
            </p:nvPr>
          </p:nvSpPr>
          <p:spPr>
            <a:xfrm>
              <a:off x="10919784" y="5349730"/>
              <a:ext cx="234710" cy="80525"/>
            </a:xfrm>
            <a:custGeom>
              <a:avLst/>
              <a:gdLst>
                <a:gd name="connsiteX0" fmla="*/ 222945 w 234710"/>
                <a:gd name="connsiteY0" fmla="*/ 13850 h 80525"/>
                <a:gd name="connsiteX1" fmla="*/ 234945 w 234710"/>
                <a:gd name="connsiteY1" fmla="*/ 6967 h 80525"/>
                <a:gd name="connsiteX2" fmla="*/ 223298 w 234710"/>
                <a:gd name="connsiteY2" fmla="*/ 85 h 80525"/>
                <a:gd name="connsiteX3" fmla="*/ 11882 w 234710"/>
                <a:gd name="connsiteY3" fmla="*/ 85 h 80525"/>
                <a:gd name="connsiteX4" fmla="*/ 235 w 234710"/>
                <a:gd name="connsiteY4" fmla="*/ 6967 h 80525"/>
                <a:gd name="connsiteX5" fmla="*/ 12235 w 234710"/>
                <a:gd name="connsiteY5" fmla="*/ 13850 h 80525"/>
                <a:gd name="connsiteX6" fmla="*/ 222945 w 234710"/>
                <a:gd name="connsiteY6" fmla="*/ 13850 h 80525"/>
                <a:gd name="connsiteX7" fmla="*/ 223298 w 234710"/>
                <a:gd name="connsiteY7" fmla="*/ 80610 h 80525"/>
                <a:gd name="connsiteX8" fmla="*/ 234945 w 234710"/>
                <a:gd name="connsiteY8" fmla="*/ 73727 h 80525"/>
                <a:gd name="connsiteX9" fmla="*/ 222945 w 234710"/>
                <a:gd name="connsiteY9" fmla="*/ 66845 h 80525"/>
                <a:gd name="connsiteX10" fmla="*/ 12235 w 234710"/>
                <a:gd name="connsiteY10" fmla="*/ 66845 h 80525"/>
                <a:gd name="connsiteX11" fmla="*/ 235 w 234710"/>
                <a:gd name="connsiteY11" fmla="*/ 73727 h 80525"/>
                <a:gd name="connsiteX12" fmla="*/ 11882 w 234710"/>
                <a:gd name="connsiteY12" fmla="*/ 80610 h 80525"/>
                <a:gd name="connsiteX13" fmla="*/ 223298 w 234710"/>
                <a:gd name="connsiteY13" fmla="*/ 80610 h 8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4710" h="80525">
                  <a:moveTo>
                    <a:pt x="222945" y="13850"/>
                  </a:moveTo>
                  <a:cubicBezTo>
                    <a:pt x="228239" y="13850"/>
                    <a:pt x="234945" y="13850"/>
                    <a:pt x="234945" y="6967"/>
                  </a:cubicBezTo>
                  <a:cubicBezTo>
                    <a:pt x="234945" y="85"/>
                    <a:pt x="228239" y="85"/>
                    <a:pt x="223298" y="85"/>
                  </a:cubicBezTo>
                  <a:lnTo>
                    <a:pt x="11882" y="85"/>
                  </a:lnTo>
                  <a:cubicBezTo>
                    <a:pt x="6941" y="85"/>
                    <a:pt x="235" y="85"/>
                    <a:pt x="235" y="6967"/>
                  </a:cubicBezTo>
                  <a:cubicBezTo>
                    <a:pt x="235" y="13850"/>
                    <a:pt x="6941" y="13850"/>
                    <a:pt x="12235" y="13850"/>
                  </a:cubicBezTo>
                  <a:lnTo>
                    <a:pt x="222945" y="13850"/>
                  </a:lnTo>
                  <a:close/>
                  <a:moveTo>
                    <a:pt x="223298" y="80610"/>
                  </a:moveTo>
                  <a:cubicBezTo>
                    <a:pt x="228239" y="80610"/>
                    <a:pt x="234945" y="80610"/>
                    <a:pt x="234945" y="73727"/>
                  </a:cubicBezTo>
                  <a:cubicBezTo>
                    <a:pt x="234945" y="66845"/>
                    <a:pt x="228239" y="66845"/>
                    <a:pt x="222945" y="66845"/>
                  </a:cubicBezTo>
                  <a:lnTo>
                    <a:pt x="12235" y="66845"/>
                  </a:lnTo>
                  <a:cubicBezTo>
                    <a:pt x="6941" y="66845"/>
                    <a:pt x="235" y="66845"/>
                    <a:pt x="235" y="73727"/>
                  </a:cubicBezTo>
                  <a:cubicBezTo>
                    <a:pt x="235" y="80610"/>
                    <a:pt x="6941" y="80610"/>
                    <a:pt x="11882" y="80610"/>
                  </a:cubicBezTo>
                  <a:lnTo>
                    <a:pt x="223298" y="80610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5" name="Freeform: Shape 2104">
              <a:extLst>
                <a:ext uri="{FF2B5EF4-FFF2-40B4-BE49-F238E27FC236}">
                  <a16:creationId xmlns:a16="http://schemas.microsoft.com/office/drawing/2014/main" id="{B9FA9DE5-F1EC-DD8E-CDBF-18C8AC97133D}"/>
                </a:ext>
              </a:extLst>
            </p:cNvPr>
            <p:cNvSpPr/>
            <p:nvPr>
              <p:custDataLst>
                <p:tags r:id="rId78"/>
              </p:custDataLst>
            </p:nvPr>
          </p:nvSpPr>
          <p:spPr>
            <a:xfrm>
              <a:off x="11293186" y="5243395"/>
              <a:ext cx="99884" cy="232627"/>
            </a:xfrm>
            <a:custGeom>
              <a:avLst/>
              <a:gdLst>
                <a:gd name="connsiteX0" fmla="*/ 63776 w 99884"/>
                <a:gd name="connsiteY0" fmla="*/ 85 h 232627"/>
                <a:gd name="connsiteX1" fmla="*/ 245 w 99884"/>
                <a:gd name="connsiteY1" fmla="*/ 31400 h 232627"/>
                <a:gd name="connsiteX2" fmla="*/ 245 w 99884"/>
                <a:gd name="connsiteY2" fmla="*/ 36218 h 232627"/>
                <a:gd name="connsiteX3" fmla="*/ 9775 w 99884"/>
                <a:gd name="connsiteY3" fmla="*/ 32432 h 232627"/>
                <a:gd name="connsiteX4" fmla="*/ 25657 w 99884"/>
                <a:gd name="connsiteY4" fmla="*/ 28647 h 232627"/>
                <a:gd name="connsiteX5" fmla="*/ 36246 w 99884"/>
                <a:gd name="connsiteY5" fmla="*/ 44821 h 232627"/>
                <a:gd name="connsiteX6" fmla="*/ 36246 w 99884"/>
                <a:gd name="connsiteY6" fmla="*/ 200709 h 232627"/>
                <a:gd name="connsiteX7" fmla="*/ 27775 w 99884"/>
                <a:gd name="connsiteY7" fmla="*/ 223077 h 232627"/>
                <a:gd name="connsiteX8" fmla="*/ 2716 w 99884"/>
                <a:gd name="connsiteY8" fmla="*/ 227551 h 232627"/>
                <a:gd name="connsiteX9" fmla="*/ 2716 w 99884"/>
                <a:gd name="connsiteY9" fmla="*/ 232713 h 232627"/>
                <a:gd name="connsiteX10" fmla="*/ 100129 w 99884"/>
                <a:gd name="connsiteY10" fmla="*/ 232713 h 232627"/>
                <a:gd name="connsiteX11" fmla="*/ 100129 w 99884"/>
                <a:gd name="connsiteY11" fmla="*/ 227551 h 232627"/>
                <a:gd name="connsiteX12" fmla="*/ 66599 w 99884"/>
                <a:gd name="connsiteY12" fmla="*/ 207247 h 232627"/>
                <a:gd name="connsiteX13" fmla="*/ 66599 w 99884"/>
                <a:gd name="connsiteY13" fmla="*/ 773 h 232627"/>
                <a:gd name="connsiteX14" fmla="*/ 63776 w 99884"/>
                <a:gd name="connsiteY14" fmla="*/ 85 h 232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99884" h="232627">
                  <a:moveTo>
                    <a:pt x="63776" y="85"/>
                  </a:moveTo>
                  <a:lnTo>
                    <a:pt x="245" y="31400"/>
                  </a:lnTo>
                  <a:lnTo>
                    <a:pt x="245" y="36218"/>
                  </a:lnTo>
                  <a:cubicBezTo>
                    <a:pt x="4480" y="34497"/>
                    <a:pt x="8363" y="33121"/>
                    <a:pt x="9775" y="32432"/>
                  </a:cubicBezTo>
                  <a:cubicBezTo>
                    <a:pt x="16128" y="30024"/>
                    <a:pt x="22128" y="28647"/>
                    <a:pt x="25657" y="28647"/>
                  </a:cubicBezTo>
                  <a:cubicBezTo>
                    <a:pt x="33069" y="28647"/>
                    <a:pt x="36246" y="33809"/>
                    <a:pt x="36246" y="44821"/>
                  </a:cubicBezTo>
                  <a:lnTo>
                    <a:pt x="36246" y="200709"/>
                  </a:lnTo>
                  <a:cubicBezTo>
                    <a:pt x="36246" y="212065"/>
                    <a:pt x="33422" y="219980"/>
                    <a:pt x="27775" y="223077"/>
                  </a:cubicBezTo>
                  <a:cubicBezTo>
                    <a:pt x="22481" y="226174"/>
                    <a:pt x="17539" y="227207"/>
                    <a:pt x="2716" y="227551"/>
                  </a:cubicBezTo>
                  <a:lnTo>
                    <a:pt x="2716" y="232713"/>
                  </a:lnTo>
                  <a:lnTo>
                    <a:pt x="100129" y="232713"/>
                  </a:lnTo>
                  <a:lnTo>
                    <a:pt x="100129" y="227551"/>
                  </a:lnTo>
                  <a:cubicBezTo>
                    <a:pt x="72246" y="227207"/>
                    <a:pt x="66599" y="223765"/>
                    <a:pt x="66599" y="207247"/>
                  </a:cubicBezTo>
                  <a:lnTo>
                    <a:pt x="66599" y="773"/>
                  </a:lnTo>
                  <a:lnTo>
                    <a:pt x="63776" y="85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6" name="Freeform: Shape 2105">
              <a:extLst>
                <a:ext uri="{FF2B5EF4-FFF2-40B4-BE49-F238E27FC236}">
                  <a16:creationId xmlns:a16="http://schemas.microsoft.com/office/drawing/2014/main" id="{C5624527-6141-FDB8-06C8-A2BBB944FE25}"/>
                </a:ext>
              </a:extLst>
            </p:cNvPr>
            <p:cNvSpPr/>
            <p:nvPr>
              <p:custDataLst>
                <p:tags r:id="rId79"/>
              </p:custDataLst>
            </p:nvPr>
          </p:nvSpPr>
          <p:spPr>
            <a:xfrm>
              <a:off x="11500113" y="5275399"/>
              <a:ext cx="234710" cy="229186"/>
            </a:xfrm>
            <a:custGeom>
              <a:avLst/>
              <a:gdLst>
                <a:gd name="connsiteX0" fmla="*/ 124842 w 234710"/>
                <a:gd name="connsiteY0" fmla="*/ 121561 h 229186"/>
                <a:gd name="connsiteX1" fmla="*/ 223315 w 234710"/>
                <a:gd name="connsiteY1" fmla="*/ 121561 h 229186"/>
                <a:gd name="connsiteX2" fmla="*/ 234962 w 234710"/>
                <a:gd name="connsiteY2" fmla="*/ 114678 h 229186"/>
                <a:gd name="connsiteX3" fmla="*/ 223315 w 234710"/>
                <a:gd name="connsiteY3" fmla="*/ 107796 h 229186"/>
                <a:gd name="connsiteX4" fmla="*/ 124842 w 234710"/>
                <a:gd name="connsiteY4" fmla="*/ 107796 h 229186"/>
                <a:gd name="connsiteX5" fmla="*/ 124842 w 234710"/>
                <a:gd name="connsiteY5" fmla="*/ 11441 h 229186"/>
                <a:gd name="connsiteX6" fmla="*/ 117783 w 234710"/>
                <a:gd name="connsiteY6" fmla="*/ 85 h 229186"/>
                <a:gd name="connsiteX7" fmla="*/ 110724 w 234710"/>
                <a:gd name="connsiteY7" fmla="*/ 11441 h 229186"/>
                <a:gd name="connsiteX8" fmla="*/ 110724 w 234710"/>
                <a:gd name="connsiteY8" fmla="*/ 107796 h 229186"/>
                <a:gd name="connsiteX9" fmla="*/ 11899 w 234710"/>
                <a:gd name="connsiteY9" fmla="*/ 107796 h 229186"/>
                <a:gd name="connsiteX10" fmla="*/ 251 w 234710"/>
                <a:gd name="connsiteY10" fmla="*/ 114678 h 229186"/>
                <a:gd name="connsiteX11" fmla="*/ 11899 w 234710"/>
                <a:gd name="connsiteY11" fmla="*/ 121561 h 229186"/>
                <a:gd name="connsiteX12" fmla="*/ 110724 w 234710"/>
                <a:gd name="connsiteY12" fmla="*/ 121561 h 229186"/>
                <a:gd name="connsiteX13" fmla="*/ 110724 w 234710"/>
                <a:gd name="connsiteY13" fmla="*/ 217915 h 229186"/>
                <a:gd name="connsiteX14" fmla="*/ 117783 w 234710"/>
                <a:gd name="connsiteY14" fmla="*/ 229271 h 229186"/>
                <a:gd name="connsiteX15" fmla="*/ 124842 w 234710"/>
                <a:gd name="connsiteY15" fmla="*/ 217915 h 229186"/>
                <a:gd name="connsiteX16" fmla="*/ 124842 w 234710"/>
                <a:gd name="connsiteY16" fmla="*/ 121561 h 229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4710" h="229186">
                  <a:moveTo>
                    <a:pt x="124842" y="121561"/>
                  </a:moveTo>
                  <a:lnTo>
                    <a:pt x="223315" y="121561"/>
                  </a:lnTo>
                  <a:cubicBezTo>
                    <a:pt x="228256" y="121561"/>
                    <a:pt x="234962" y="121561"/>
                    <a:pt x="234962" y="114678"/>
                  </a:cubicBezTo>
                  <a:cubicBezTo>
                    <a:pt x="234962" y="107796"/>
                    <a:pt x="228256" y="107796"/>
                    <a:pt x="223315" y="107796"/>
                  </a:cubicBezTo>
                  <a:lnTo>
                    <a:pt x="124842" y="107796"/>
                  </a:lnTo>
                  <a:lnTo>
                    <a:pt x="124842" y="11441"/>
                  </a:lnTo>
                  <a:cubicBezTo>
                    <a:pt x="124842" y="6623"/>
                    <a:pt x="124842" y="85"/>
                    <a:pt x="117783" y="85"/>
                  </a:cubicBezTo>
                  <a:cubicBezTo>
                    <a:pt x="110724" y="85"/>
                    <a:pt x="110724" y="6623"/>
                    <a:pt x="110724" y="11441"/>
                  </a:cubicBezTo>
                  <a:lnTo>
                    <a:pt x="110724" y="107796"/>
                  </a:lnTo>
                  <a:lnTo>
                    <a:pt x="11899" y="107796"/>
                  </a:lnTo>
                  <a:cubicBezTo>
                    <a:pt x="6957" y="107796"/>
                    <a:pt x="251" y="107796"/>
                    <a:pt x="251" y="114678"/>
                  </a:cubicBezTo>
                  <a:cubicBezTo>
                    <a:pt x="251" y="121561"/>
                    <a:pt x="6957" y="121561"/>
                    <a:pt x="11899" y="121561"/>
                  </a:cubicBezTo>
                  <a:lnTo>
                    <a:pt x="110724" y="121561"/>
                  </a:lnTo>
                  <a:lnTo>
                    <a:pt x="110724" y="217915"/>
                  </a:lnTo>
                  <a:cubicBezTo>
                    <a:pt x="110724" y="222733"/>
                    <a:pt x="110724" y="229271"/>
                    <a:pt x="117783" y="229271"/>
                  </a:cubicBezTo>
                  <a:cubicBezTo>
                    <a:pt x="124842" y="229271"/>
                    <a:pt x="124842" y="222733"/>
                    <a:pt x="124842" y="217915"/>
                  </a:cubicBezTo>
                  <a:lnTo>
                    <a:pt x="124842" y="121561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7" name="Freeform: Shape 2106">
              <a:extLst>
                <a:ext uri="{FF2B5EF4-FFF2-40B4-BE49-F238E27FC236}">
                  <a16:creationId xmlns:a16="http://schemas.microsoft.com/office/drawing/2014/main" id="{A94465D1-BA54-01E7-DCA5-E0D9C454B61C}"/>
                </a:ext>
              </a:extLst>
            </p:cNvPr>
            <p:cNvSpPr/>
            <p:nvPr>
              <p:custDataLst>
                <p:tags r:id="rId80"/>
              </p:custDataLst>
            </p:nvPr>
          </p:nvSpPr>
          <p:spPr>
            <a:xfrm>
              <a:off x="11796346" y="5324265"/>
              <a:ext cx="158826" cy="222648"/>
            </a:xfrm>
            <a:custGeom>
              <a:avLst/>
              <a:gdLst>
                <a:gd name="connsiteX0" fmla="*/ 14025 w 158826"/>
                <a:gd name="connsiteY0" fmla="*/ 14194 h 222648"/>
                <a:gd name="connsiteX1" fmla="*/ 24967 w 158826"/>
                <a:gd name="connsiteY1" fmla="*/ 12817 h 222648"/>
                <a:gd name="connsiteX2" fmla="*/ 66615 w 158826"/>
                <a:gd name="connsiteY2" fmla="*/ 80610 h 222648"/>
                <a:gd name="connsiteX3" fmla="*/ 81086 w 158826"/>
                <a:gd name="connsiteY3" fmla="*/ 149090 h 222648"/>
                <a:gd name="connsiteX4" fmla="*/ 73674 w 158826"/>
                <a:gd name="connsiteY4" fmla="*/ 166297 h 222648"/>
                <a:gd name="connsiteX5" fmla="*/ 51791 w 158826"/>
                <a:gd name="connsiteY5" fmla="*/ 193483 h 222648"/>
                <a:gd name="connsiteX6" fmla="*/ 35555 w 158826"/>
                <a:gd name="connsiteY6" fmla="*/ 203806 h 222648"/>
                <a:gd name="connsiteX7" fmla="*/ 27085 w 158826"/>
                <a:gd name="connsiteY7" fmla="*/ 200021 h 222648"/>
                <a:gd name="connsiteX8" fmla="*/ 14025 w 158826"/>
                <a:gd name="connsiteY8" fmla="*/ 194171 h 222648"/>
                <a:gd name="connsiteX9" fmla="*/ 261 w 158826"/>
                <a:gd name="connsiteY9" fmla="*/ 207592 h 222648"/>
                <a:gd name="connsiteX10" fmla="*/ 18261 w 158826"/>
                <a:gd name="connsiteY10" fmla="*/ 222733 h 222648"/>
                <a:gd name="connsiteX11" fmla="*/ 125204 w 158826"/>
                <a:gd name="connsiteY11" fmla="*/ 102978 h 222648"/>
                <a:gd name="connsiteX12" fmla="*/ 159087 w 158826"/>
                <a:gd name="connsiteY12" fmla="*/ 19012 h 222648"/>
                <a:gd name="connsiteX13" fmla="*/ 139675 w 158826"/>
                <a:gd name="connsiteY13" fmla="*/ 85 h 222648"/>
                <a:gd name="connsiteX14" fmla="*/ 125910 w 158826"/>
                <a:gd name="connsiteY14" fmla="*/ 12817 h 222648"/>
                <a:gd name="connsiteX15" fmla="*/ 135793 w 158826"/>
                <a:gd name="connsiteY15" fmla="*/ 26238 h 222648"/>
                <a:gd name="connsiteX16" fmla="*/ 144969 w 158826"/>
                <a:gd name="connsiteY16" fmla="*/ 37938 h 222648"/>
                <a:gd name="connsiteX17" fmla="*/ 101910 w 158826"/>
                <a:gd name="connsiteY17" fmla="*/ 127067 h 222648"/>
                <a:gd name="connsiteX18" fmla="*/ 94851 w 158826"/>
                <a:gd name="connsiteY18" fmla="*/ 87148 h 222648"/>
                <a:gd name="connsiteX19" fmla="*/ 64497 w 158826"/>
                <a:gd name="connsiteY19" fmla="*/ 85 h 222648"/>
                <a:gd name="connsiteX20" fmla="*/ 63085 w 158826"/>
                <a:gd name="connsiteY20" fmla="*/ 85 h 222648"/>
                <a:gd name="connsiteX21" fmla="*/ 59909 w 158826"/>
                <a:gd name="connsiteY21" fmla="*/ 429 h 222648"/>
                <a:gd name="connsiteX22" fmla="*/ 25320 w 158826"/>
                <a:gd name="connsiteY22" fmla="*/ 6279 h 222648"/>
                <a:gd name="connsiteX23" fmla="*/ 14025 w 158826"/>
                <a:gd name="connsiteY23" fmla="*/ 8344 h 222648"/>
                <a:gd name="connsiteX24" fmla="*/ 14025 w 158826"/>
                <a:gd name="connsiteY24" fmla="*/ 14194 h 222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8826" h="222648">
                  <a:moveTo>
                    <a:pt x="14025" y="14194"/>
                  </a:moveTo>
                  <a:cubicBezTo>
                    <a:pt x="18614" y="13161"/>
                    <a:pt x="21084" y="12817"/>
                    <a:pt x="24967" y="12817"/>
                  </a:cubicBezTo>
                  <a:cubicBezTo>
                    <a:pt x="45085" y="12817"/>
                    <a:pt x="50379" y="21420"/>
                    <a:pt x="66615" y="80610"/>
                  </a:cubicBezTo>
                  <a:cubicBezTo>
                    <a:pt x="72615" y="102978"/>
                    <a:pt x="81086" y="143240"/>
                    <a:pt x="81086" y="149090"/>
                  </a:cubicBezTo>
                  <a:cubicBezTo>
                    <a:pt x="81086" y="154596"/>
                    <a:pt x="78968" y="160102"/>
                    <a:pt x="73674" y="166297"/>
                  </a:cubicBezTo>
                  <a:cubicBezTo>
                    <a:pt x="62732" y="180406"/>
                    <a:pt x="55673" y="189353"/>
                    <a:pt x="51791" y="193483"/>
                  </a:cubicBezTo>
                  <a:cubicBezTo>
                    <a:pt x="44379" y="201053"/>
                    <a:pt x="40144" y="203806"/>
                    <a:pt x="35555" y="203806"/>
                  </a:cubicBezTo>
                  <a:cubicBezTo>
                    <a:pt x="33438" y="203806"/>
                    <a:pt x="30967" y="202774"/>
                    <a:pt x="27085" y="200021"/>
                  </a:cubicBezTo>
                  <a:cubicBezTo>
                    <a:pt x="21790" y="195891"/>
                    <a:pt x="17908" y="194171"/>
                    <a:pt x="14025" y="194171"/>
                  </a:cubicBezTo>
                  <a:cubicBezTo>
                    <a:pt x="6261" y="194171"/>
                    <a:pt x="261" y="200021"/>
                    <a:pt x="261" y="207592"/>
                  </a:cubicBezTo>
                  <a:cubicBezTo>
                    <a:pt x="261" y="216195"/>
                    <a:pt x="8025" y="222733"/>
                    <a:pt x="18261" y="222733"/>
                  </a:cubicBezTo>
                  <a:cubicBezTo>
                    <a:pt x="40850" y="222733"/>
                    <a:pt x="87086" y="171114"/>
                    <a:pt x="125204" y="102978"/>
                  </a:cubicBezTo>
                  <a:cubicBezTo>
                    <a:pt x="149205" y="60651"/>
                    <a:pt x="159087" y="35874"/>
                    <a:pt x="159087" y="19012"/>
                  </a:cubicBezTo>
                  <a:cubicBezTo>
                    <a:pt x="159087" y="8688"/>
                    <a:pt x="150263" y="85"/>
                    <a:pt x="139675" y="85"/>
                  </a:cubicBezTo>
                  <a:cubicBezTo>
                    <a:pt x="131557" y="85"/>
                    <a:pt x="125910" y="5247"/>
                    <a:pt x="125910" y="12817"/>
                  </a:cubicBezTo>
                  <a:cubicBezTo>
                    <a:pt x="125910" y="17979"/>
                    <a:pt x="128734" y="21764"/>
                    <a:pt x="135793" y="26238"/>
                  </a:cubicBezTo>
                  <a:cubicBezTo>
                    <a:pt x="142499" y="30023"/>
                    <a:pt x="144969" y="33121"/>
                    <a:pt x="144969" y="37938"/>
                  </a:cubicBezTo>
                  <a:cubicBezTo>
                    <a:pt x="144969" y="51703"/>
                    <a:pt x="131910" y="78545"/>
                    <a:pt x="101910" y="127067"/>
                  </a:cubicBezTo>
                  <a:lnTo>
                    <a:pt x="94851" y="87148"/>
                  </a:lnTo>
                  <a:cubicBezTo>
                    <a:pt x="89556" y="56865"/>
                    <a:pt x="69791" y="85"/>
                    <a:pt x="64497" y="85"/>
                  </a:cubicBezTo>
                  <a:lnTo>
                    <a:pt x="63085" y="85"/>
                  </a:lnTo>
                  <a:cubicBezTo>
                    <a:pt x="62732" y="429"/>
                    <a:pt x="61321" y="429"/>
                    <a:pt x="59909" y="429"/>
                  </a:cubicBezTo>
                  <a:cubicBezTo>
                    <a:pt x="56732" y="773"/>
                    <a:pt x="44026" y="2838"/>
                    <a:pt x="25320" y="6279"/>
                  </a:cubicBezTo>
                  <a:cubicBezTo>
                    <a:pt x="23555" y="6623"/>
                    <a:pt x="18967" y="7655"/>
                    <a:pt x="14025" y="8344"/>
                  </a:cubicBezTo>
                  <a:lnTo>
                    <a:pt x="14025" y="14194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8" name="Freeform: Shape 2107">
              <a:extLst>
                <a:ext uri="{FF2B5EF4-FFF2-40B4-BE49-F238E27FC236}">
                  <a16:creationId xmlns:a16="http://schemas.microsoft.com/office/drawing/2014/main" id="{28815517-B943-F0FA-4D75-B5B03713DE20}"/>
                </a:ext>
              </a:extLst>
            </p:cNvPr>
            <p:cNvSpPr/>
            <p:nvPr>
              <p:custDataLst>
                <p:tags r:id="rId81"/>
              </p:custDataLst>
            </p:nvPr>
          </p:nvSpPr>
          <p:spPr>
            <a:xfrm>
              <a:off x="11997053" y="5217930"/>
              <a:ext cx="81883" cy="344124"/>
            </a:xfrm>
            <a:custGeom>
              <a:avLst/>
              <a:gdLst>
                <a:gd name="connsiteX0" fmla="*/ 82149 w 81883"/>
                <a:gd name="connsiteY0" fmla="*/ 340768 h 344124"/>
                <a:gd name="connsiteX1" fmla="*/ 76149 w 81883"/>
                <a:gd name="connsiteY1" fmla="*/ 333197 h 344124"/>
                <a:gd name="connsiteX2" fmla="*/ 20736 w 81883"/>
                <a:gd name="connsiteY2" fmla="*/ 172147 h 344124"/>
                <a:gd name="connsiteX3" fmla="*/ 77561 w 81883"/>
                <a:gd name="connsiteY3" fmla="*/ 9376 h 344124"/>
                <a:gd name="connsiteX4" fmla="*/ 82149 w 81883"/>
                <a:gd name="connsiteY4" fmla="*/ 3526 h 344124"/>
                <a:gd name="connsiteX5" fmla="*/ 78619 w 81883"/>
                <a:gd name="connsiteY5" fmla="*/ 85 h 344124"/>
                <a:gd name="connsiteX6" fmla="*/ 22501 w 81883"/>
                <a:gd name="connsiteY6" fmla="*/ 67189 h 344124"/>
                <a:gd name="connsiteX7" fmla="*/ 265 w 81883"/>
                <a:gd name="connsiteY7" fmla="*/ 172147 h 344124"/>
                <a:gd name="connsiteX8" fmla="*/ 23560 w 81883"/>
                <a:gd name="connsiteY8" fmla="*/ 279514 h 344124"/>
                <a:gd name="connsiteX9" fmla="*/ 78619 w 81883"/>
                <a:gd name="connsiteY9" fmla="*/ 344209 h 344124"/>
                <a:gd name="connsiteX10" fmla="*/ 82149 w 81883"/>
                <a:gd name="connsiteY10" fmla="*/ 340768 h 344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44124">
                  <a:moveTo>
                    <a:pt x="82149" y="340768"/>
                  </a:moveTo>
                  <a:cubicBezTo>
                    <a:pt x="82149" y="339735"/>
                    <a:pt x="82149" y="339047"/>
                    <a:pt x="76149" y="333197"/>
                  </a:cubicBezTo>
                  <a:cubicBezTo>
                    <a:pt x="32030" y="289837"/>
                    <a:pt x="20736" y="224798"/>
                    <a:pt x="20736" y="172147"/>
                  </a:cubicBezTo>
                  <a:cubicBezTo>
                    <a:pt x="20736" y="112269"/>
                    <a:pt x="34148" y="52392"/>
                    <a:pt x="77561" y="9376"/>
                  </a:cubicBezTo>
                  <a:cubicBezTo>
                    <a:pt x="82149" y="5247"/>
                    <a:pt x="82149" y="4558"/>
                    <a:pt x="82149" y="3526"/>
                  </a:cubicBezTo>
                  <a:cubicBezTo>
                    <a:pt x="82149" y="1117"/>
                    <a:pt x="80737" y="85"/>
                    <a:pt x="78619" y="85"/>
                  </a:cubicBezTo>
                  <a:cubicBezTo>
                    <a:pt x="75090" y="85"/>
                    <a:pt x="43325" y="23485"/>
                    <a:pt x="22501" y="67189"/>
                  </a:cubicBezTo>
                  <a:cubicBezTo>
                    <a:pt x="4500" y="105043"/>
                    <a:pt x="265" y="143240"/>
                    <a:pt x="265" y="172147"/>
                  </a:cubicBezTo>
                  <a:cubicBezTo>
                    <a:pt x="265" y="198989"/>
                    <a:pt x="4147" y="240628"/>
                    <a:pt x="23560" y="279514"/>
                  </a:cubicBezTo>
                  <a:cubicBezTo>
                    <a:pt x="44736" y="321841"/>
                    <a:pt x="75090" y="344209"/>
                    <a:pt x="78619" y="344209"/>
                  </a:cubicBezTo>
                  <a:cubicBezTo>
                    <a:pt x="80737" y="344209"/>
                    <a:pt x="82149" y="343177"/>
                    <a:pt x="82149" y="340768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9" name="Freeform: Shape 2108">
              <a:extLst>
                <a:ext uri="{FF2B5EF4-FFF2-40B4-BE49-F238E27FC236}">
                  <a16:creationId xmlns:a16="http://schemas.microsoft.com/office/drawing/2014/main" id="{BB0DE138-FC2B-37BC-3EEB-0D0709CA6C36}"/>
                </a:ext>
              </a:extLst>
            </p:cNvPr>
            <p:cNvSpPr/>
            <p:nvPr>
              <p:custDataLst>
                <p:tags r:id="rId82"/>
              </p:custDataLst>
            </p:nvPr>
          </p:nvSpPr>
          <p:spPr>
            <a:xfrm>
              <a:off x="12103767" y="5288132"/>
              <a:ext cx="91413" cy="191677"/>
            </a:xfrm>
            <a:custGeom>
              <a:avLst/>
              <a:gdLst>
                <a:gd name="connsiteX0" fmla="*/ 91682 w 91413"/>
                <a:gd name="connsiteY0" fmla="*/ 40691 h 191677"/>
                <a:gd name="connsiteX1" fmla="*/ 63446 w 91413"/>
                <a:gd name="connsiteY1" fmla="*/ 40691 h 191677"/>
                <a:gd name="connsiteX2" fmla="*/ 73329 w 91413"/>
                <a:gd name="connsiteY2" fmla="*/ 5247 h 191677"/>
                <a:gd name="connsiteX3" fmla="*/ 73682 w 91413"/>
                <a:gd name="connsiteY3" fmla="*/ 3526 h 191677"/>
                <a:gd name="connsiteX4" fmla="*/ 70858 w 91413"/>
                <a:gd name="connsiteY4" fmla="*/ 85 h 191677"/>
                <a:gd name="connsiteX5" fmla="*/ 65564 w 91413"/>
                <a:gd name="connsiteY5" fmla="*/ 3182 h 191677"/>
                <a:gd name="connsiteX6" fmla="*/ 18622 w 91413"/>
                <a:gd name="connsiteY6" fmla="*/ 41035 h 191677"/>
                <a:gd name="connsiteX7" fmla="*/ 7328 w 91413"/>
                <a:gd name="connsiteY7" fmla="*/ 49639 h 191677"/>
                <a:gd name="connsiteX8" fmla="*/ 7680 w 91413"/>
                <a:gd name="connsiteY8" fmla="*/ 51703 h 191677"/>
                <a:gd name="connsiteX9" fmla="*/ 33799 w 91413"/>
                <a:gd name="connsiteY9" fmla="*/ 51703 h 191677"/>
                <a:gd name="connsiteX10" fmla="*/ 8386 w 91413"/>
                <a:gd name="connsiteY10" fmla="*/ 146337 h 191677"/>
                <a:gd name="connsiteX11" fmla="*/ 6269 w 91413"/>
                <a:gd name="connsiteY11" fmla="*/ 153564 h 191677"/>
                <a:gd name="connsiteX12" fmla="*/ 269 w 91413"/>
                <a:gd name="connsiteY12" fmla="*/ 178685 h 191677"/>
                <a:gd name="connsiteX13" fmla="*/ 17210 w 91413"/>
                <a:gd name="connsiteY13" fmla="*/ 191762 h 191677"/>
                <a:gd name="connsiteX14" fmla="*/ 67329 w 91413"/>
                <a:gd name="connsiteY14" fmla="*/ 150123 h 191677"/>
                <a:gd name="connsiteX15" fmla="*/ 62740 w 91413"/>
                <a:gd name="connsiteY15" fmla="*/ 147714 h 191677"/>
                <a:gd name="connsiteX16" fmla="*/ 34152 w 91413"/>
                <a:gd name="connsiteY16" fmla="*/ 174900 h 191677"/>
                <a:gd name="connsiteX17" fmla="*/ 28857 w 91413"/>
                <a:gd name="connsiteY17" fmla="*/ 168017 h 191677"/>
                <a:gd name="connsiteX18" fmla="*/ 29210 w 91413"/>
                <a:gd name="connsiteY18" fmla="*/ 166297 h 191677"/>
                <a:gd name="connsiteX19" fmla="*/ 60270 w 91413"/>
                <a:gd name="connsiteY19" fmla="*/ 51703 h 191677"/>
                <a:gd name="connsiteX20" fmla="*/ 89917 w 91413"/>
                <a:gd name="connsiteY20" fmla="*/ 51703 h 191677"/>
                <a:gd name="connsiteX21" fmla="*/ 91682 w 91413"/>
                <a:gd name="connsiteY21" fmla="*/ 40691 h 19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1413" h="191677">
                  <a:moveTo>
                    <a:pt x="91682" y="40691"/>
                  </a:moveTo>
                  <a:lnTo>
                    <a:pt x="63446" y="40691"/>
                  </a:lnTo>
                  <a:lnTo>
                    <a:pt x="73329" y="5247"/>
                  </a:lnTo>
                  <a:cubicBezTo>
                    <a:pt x="73682" y="4558"/>
                    <a:pt x="73682" y="3870"/>
                    <a:pt x="73682" y="3526"/>
                  </a:cubicBezTo>
                  <a:cubicBezTo>
                    <a:pt x="73682" y="1117"/>
                    <a:pt x="72623" y="85"/>
                    <a:pt x="70858" y="85"/>
                  </a:cubicBezTo>
                  <a:cubicBezTo>
                    <a:pt x="68740" y="85"/>
                    <a:pt x="67682" y="429"/>
                    <a:pt x="65564" y="3182"/>
                  </a:cubicBezTo>
                  <a:cubicBezTo>
                    <a:pt x="51799" y="20732"/>
                    <a:pt x="29916" y="37938"/>
                    <a:pt x="18622" y="41035"/>
                  </a:cubicBezTo>
                  <a:cubicBezTo>
                    <a:pt x="9798" y="43788"/>
                    <a:pt x="7328" y="45853"/>
                    <a:pt x="7328" y="49639"/>
                  </a:cubicBezTo>
                  <a:cubicBezTo>
                    <a:pt x="7328" y="49983"/>
                    <a:pt x="7328" y="50671"/>
                    <a:pt x="7680" y="51703"/>
                  </a:cubicBezTo>
                  <a:lnTo>
                    <a:pt x="33799" y="51703"/>
                  </a:lnTo>
                  <a:lnTo>
                    <a:pt x="8386" y="146337"/>
                  </a:lnTo>
                  <a:cubicBezTo>
                    <a:pt x="7680" y="149435"/>
                    <a:pt x="7328" y="150467"/>
                    <a:pt x="6269" y="153564"/>
                  </a:cubicBezTo>
                  <a:cubicBezTo>
                    <a:pt x="3092" y="163888"/>
                    <a:pt x="269" y="175932"/>
                    <a:pt x="269" y="178685"/>
                  </a:cubicBezTo>
                  <a:cubicBezTo>
                    <a:pt x="269" y="186256"/>
                    <a:pt x="7680" y="191762"/>
                    <a:pt x="17210" y="191762"/>
                  </a:cubicBezTo>
                  <a:cubicBezTo>
                    <a:pt x="33446" y="191762"/>
                    <a:pt x="45093" y="182126"/>
                    <a:pt x="67329" y="150123"/>
                  </a:cubicBezTo>
                  <a:lnTo>
                    <a:pt x="62740" y="147714"/>
                  </a:lnTo>
                  <a:cubicBezTo>
                    <a:pt x="45446" y="169394"/>
                    <a:pt x="39799" y="174900"/>
                    <a:pt x="34152" y="174900"/>
                  </a:cubicBezTo>
                  <a:cubicBezTo>
                    <a:pt x="30975" y="174900"/>
                    <a:pt x="28857" y="172147"/>
                    <a:pt x="28857" y="168017"/>
                  </a:cubicBezTo>
                  <a:cubicBezTo>
                    <a:pt x="28857" y="167673"/>
                    <a:pt x="28857" y="167329"/>
                    <a:pt x="29210" y="166297"/>
                  </a:cubicBezTo>
                  <a:lnTo>
                    <a:pt x="60270" y="51703"/>
                  </a:lnTo>
                  <a:lnTo>
                    <a:pt x="89917" y="51703"/>
                  </a:lnTo>
                  <a:lnTo>
                    <a:pt x="91682" y="40691"/>
                  </a:ln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0" name="Freeform: Shape 2109">
              <a:extLst>
                <a:ext uri="{FF2B5EF4-FFF2-40B4-BE49-F238E27FC236}">
                  <a16:creationId xmlns:a16="http://schemas.microsoft.com/office/drawing/2014/main" id="{C56C6A97-4B76-D1B5-25CA-F5DFE8DD7A45}"/>
                </a:ext>
              </a:extLst>
            </p:cNvPr>
            <p:cNvSpPr/>
            <p:nvPr>
              <p:custDataLst>
                <p:tags r:id="rId83"/>
              </p:custDataLst>
            </p:nvPr>
          </p:nvSpPr>
          <p:spPr>
            <a:xfrm>
              <a:off x="12233397" y="5217930"/>
              <a:ext cx="81883" cy="344124"/>
            </a:xfrm>
            <a:custGeom>
              <a:avLst/>
              <a:gdLst>
                <a:gd name="connsiteX0" fmla="*/ 82156 w 81883"/>
                <a:gd name="connsiteY0" fmla="*/ 172147 h 344124"/>
                <a:gd name="connsiteX1" fmla="*/ 58861 w 81883"/>
                <a:gd name="connsiteY1" fmla="*/ 64780 h 344124"/>
                <a:gd name="connsiteX2" fmla="*/ 3801 w 81883"/>
                <a:gd name="connsiteY2" fmla="*/ 85 h 344124"/>
                <a:gd name="connsiteX3" fmla="*/ 272 w 81883"/>
                <a:gd name="connsiteY3" fmla="*/ 3526 h 344124"/>
                <a:gd name="connsiteX4" fmla="*/ 6978 w 81883"/>
                <a:gd name="connsiteY4" fmla="*/ 11441 h 344124"/>
                <a:gd name="connsiteX5" fmla="*/ 61685 w 81883"/>
                <a:gd name="connsiteY5" fmla="*/ 172147 h 344124"/>
                <a:gd name="connsiteX6" fmla="*/ 4860 w 81883"/>
                <a:gd name="connsiteY6" fmla="*/ 334918 h 344124"/>
                <a:gd name="connsiteX7" fmla="*/ 272 w 81883"/>
                <a:gd name="connsiteY7" fmla="*/ 340768 h 344124"/>
                <a:gd name="connsiteX8" fmla="*/ 3801 w 81883"/>
                <a:gd name="connsiteY8" fmla="*/ 344209 h 344124"/>
                <a:gd name="connsiteX9" fmla="*/ 59920 w 81883"/>
                <a:gd name="connsiteY9" fmla="*/ 277105 h 344124"/>
                <a:gd name="connsiteX10" fmla="*/ 82156 w 81883"/>
                <a:gd name="connsiteY10" fmla="*/ 172147 h 344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1883" h="344124">
                  <a:moveTo>
                    <a:pt x="82156" y="172147"/>
                  </a:moveTo>
                  <a:cubicBezTo>
                    <a:pt x="82156" y="145305"/>
                    <a:pt x="78274" y="103666"/>
                    <a:pt x="58861" y="64780"/>
                  </a:cubicBezTo>
                  <a:cubicBezTo>
                    <a:pt x="37684" y="22453"/>
                    <a:pt x="7331" y="85"/>
                    <a:pt x="3801" y="85"/>
                  </a:cubicBezTo>
                  <a:cubicBezTo>
                    <a:pt x="1684" y="85"/>
                    <a:pt x="272" y="1461"/>
                    <a:pt x="272" y="3526"/>
                  </a:cubicBezTo>
                  <a:cubicBezTo>
                    <a:pt x="272" y="4558"/>
                    <a:pt x="272" y="5247"/>
                    <a:pt x="6978" y="11441"/>
                  </a:cubicBezTo>
                  <a:cubicBezTo>
                    <a:pt x="41567" y="45509"/>
                    <a:pt x="61685" y="100225"/>
                    <a:pt x="61685" y="172147"/>
                  </a:cubicBezTo>
                  <a:cubicBezTo>
                    <a:pt x="61685" y="230992"/>
                    <a:pt x="48626" y="291558"/>
                    <a:pt x="4860" y="334918"/>
                  </a:cubicBezTo>
                  <a:cubicBezTo>
                    <a:pt x="272" y="339047"/>
                    <a:pt x="272" y="339735"/>
                    <a:pt x="272" y="340768"/>
                  </a:cubicBezTo>
                  <a:cubicBezTo>
                    <a:pt x="272" y="342832"/>
                    <a:pt x="1684" y="344209"/>
                    <a:pt x="3801" y="344209"/>
                  </a:cubicBezTo>
                  <a:cubicBezTo>
                    <a:pt x="7331" y="344209"/>
                    <a:pt x="39096" y="320808"/>
                    <a:pt x="59920" y="277105"/>
                  </a:cubicBezTo>
                  <a:cubicBezTo>
                    <a:pt x="77921" y="239251"/>
                    <a:pt x="82156" y="201053"/>
                    <a:pt x="82156" y="172147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1" name="Freeform: Shape 2110">
              <a:extLst>
                <a:ext uri="{FF2B5EF4-FFF2-40B4-BE49-F238E27FC236}">
                  <a16:creationId xmlns:a16="http://schemas.microsoft.com/office/drawing/2014/main" id="{05E8FC8D-D79F-3372-56BA-104CECCB393D}"/>
                </a:ext>
              </a:extLst>
            </p:cNvPr>
            <p:cNvSpPr/>
            <p:nvPr>
              <p:custDataLst>
                <p:tags r:id="rId84"/>
              </p:custDataLst>
            </p:nvPr>
          </p:nvSpPr>
          <p:spPr>
            <a:xfrm>
              <a:off x="12378968" y="5318070"/>
              <a:ext cx="49059" cy="206474"/>
            </a:xfrm>
            <a:custGeom>
              <a:avLst/>
              <a:gdLst>
                <a:gd name="connsiteX0" fmla="*/ 9805 w 49059"/>
                <a:gd name="connsiteY0" fmla="*/ 206559 h 206474"/>
                <a:gd name="connsiteX1" fmla="*/ 49336 w 49059"/>
                <a:gd name="connsiteY1" fmla="*/ 153564 h 206474"/>
                <a:gd name="connsiteX2" fmla="*/ 21100 w 49059"/>
                <a:gd name="connsiteY2" fmla="*/ 122937 h 206474"/>
                <a:gd name="connsiteX3" fmla="*/ 276 w 49059"/>
                <a:gd name="connsiteY3" fmla="*/ 142208 h 206474"/>
                <a:gd name="connsiteX4" fmla="*/ 21100 w 49059"/>
                <a:gd name="connsiteY4" fmla="*/ 160102 h 206474"/>
                <a:gd name="connsiteX5" fmla="*/ 27806 w 49059"/>
                <a:gd name="connsiteY5" fmla="*/ 159414 h 206474"/>
                <a:gd name="connsiteX6" fmla="*/ 30629 w 49059"/>
                <a:gd name="connsiteY6" fmla="*/ 158726 h 206474"/>
                <a:gd name="connsiteX7" fmla="*/ 35571 w 49059"/>
                <a:gd name="connsiteY7" fmla="*/ 163544 h 206474"/>
                <a:gd name="connsiteX8" fmla="*/ 6629 w 49059"/>
                <a:gd name="connsiteY8" fmla="*/ 200021 h 206474"/>
                <a:gd name="connsiteX9" fmla="*/ 9805 w 49059"/>
                <a:gd name="connsiteY9" fmla="*/ 206559 h 206474"/>
                <a:gd name="connsiteX10" fmla="*/ 20041 w 49059"/>
                <a:gd name="connsiteY10" fmla="*/ 85 h 206474"/>
                <a:gd name="connsiteX11" fmla="*/ 629 w 49059"/>
                <a:gd name="connsiteY11" fmla="*/ 19700 h 206474"/>
                <a:gd name="connsiteX12" fmla="*/ 19688 w 49059"/>
                <a:gd name="connsiteY12" fmla="*/ 38282 h 206474"/>
                <a:gd name="connsiteX13" fmla="*/ 39806 w 49059"/>
                <a:gd name="connsiteY13" fmla="*/ 19700 h 206474"/>
                <a:gd name="connsiteX14" fmla="*/ 20041 w 49059"/>
                <a:gd name="connsiteY14" fmla="*/ 85 h 206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9059" h="206474">
                  <a:moveTo>
                    <a:pt x="9805" y="206559"/>
                  </a:moveTo>
                  <a:cubicBezTo>
                    <a:pt x="34159" y="194859"/>
                    <a:pt x="49336" y="174212"/>
                    <a:pt x="49336" y="153564"/>
                  </a:cubicBezTo>
                  <a:cubicBezTo>
                    <a:pt x="49336" y="136358"/>
                    <a:pt x="36982" y="122937"/>
                    <a:pt x="21100" y="122937"/>
                  </a:cubicBezTo>
                  <a:cubicBezTo>
                    <a:pt x="8747" y="122937"/>
                    <a:pt x="276" y="130508"/>
                    <a:pt x="276" y="142208"/>
                  </a:cubicBezTo>
                  <a:cubicBezTo>
                    <a:pt x="276" y="153564"/>
                    <a:pt x="8041" y="160102"/>
                    <a:pt x="21100" y="160102"/>
                  </a:cubicBezTo>
                  <a:cubicBezTo>
                    <a:pt x="23217" y="160102"/>
                    <a:pt x="25688" y="159758"/>
                    <a:pt x="27806" y="159414"/>
                  </a:cubicBezTo>
                  <a:cubicBezTo>
                    <a:pt x="30276" y="158726"/>
                    <a:pt x="30276" y="158726"/>
                    <a:pt x="30629" y="158726"/>
                  </a:cubicBezTo>
                  <a:cubicBezTo>
                    <a:pt x="33453" y="158726"/>
                    <a:pt x="35571" y="160791"/>
                    <a:pt x="35571" y="163544"/>
                  </a:cubicBezTo>
                  <a:cubicBezTo>
                    <a:pt x="35571" y="174556"/>
                    <a:pt x="25688" y="187288"/>
                    <a:pt x="6629" y="200021"/>
                  </a:cubicBezTo>
                  <a:lnTo>
                    <a:pt x="9805" y="206559"/>
                  </a:lnTo>
                  <a:close/>
                  <a:moveTo>
                    <a:pt x="20041" y="85"/>
                  </a:moveTo>
                  <a:cubicBezTo>
                    <a:pt x="9453" y="85"/>
                    <a:pt x="629" y="9032"/>
                    <a:pt x="629" y="19700"/>
                  </a:cubicBezTo>
                  <a:cubicBezTo>
                    <a:pt x="629" y="29679"/>
                    <a:pt x="9453" y="38282"/>
                    <a:pt x="19688" y="38282"/>
                  </a:cubicBezTo>
                  <a:cubicBezTo>
                    <a:pt x="30629" y="38282"/>
                    <a:pt x="39806" y="29679"/>
                    <a:pt x="39806" y="19700"/>
                  </a:cubicBezTo>
                  <a:cubicBezTo>
                    <a:pt x="39806" y="9032"/>
                    <a:pt x="30629" y="85"/>
                    <a:pt x="20041" y="85"/>
                  </a:cubicBezTo>
                  <a:close/>
                </a:path>
              </a:pathLst>
            </a:custGeom>
            <a:solidFill>
              <a:srgbClr val="000000"/>
            </a:solidFill>
            <a:ln w="3556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159" name="Group 2158" descr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\text{By Euler's method:}\,\, y_{i+1} = y_i + h\, f(t_i, y_i); i=0,1,2,3&#10;\end{align*}&#10;}&#10;\end{document}" title="IguanaTex Shape Display">
            <a:extLst>
              <a:ext uri="{FF2B5EF4-FFF2-40B4-BE49-F238E27FC236}">
                <a16:creationId xmlns:a16="http://schemas.microsoft.com/office/drawing/2014/main" id="{C1154C1A-569A-BC2A-D791-E5AE6D0A1019}"/>
              </a:ext>
            </a:extLst>
          </p:cNvPr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2136877" y="1930400"/>
            <a:ext cx="7508659" cy="344124"/>
            <a:chOff x="7103671" y="5217930"/>
            <a:chExt cx="7508659" cy="344124"/>
          </a:xfrm>
        </p:grpSpPr>
        <p:sp>
          <p:nvSpPr>
            <p:cNvPr id="2116" name="Freeform: Shape 2115">
              <a:extLst>
                <a:ext uri="{FF2B5EF4-FFF2-40B4-BE49-F238E27FC236}">
                  <a16:creationId xmlns:a16="http://schemas.microsoft.com/office/drawing/2014/main" id="{1321B90E-9EBB-6531-219C-A078E6A32340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7103671" y="5248213"/>
              <a:ext cx="203779" cy="227810"/>
            </a:xfrm>
            <a:custGeom>
              <a:avLst/>
              <a:gdLst>
                <a:gd name="connsiteX0" fmla="*/ 129 w 203779"/>
                <a:gd name="connsiteY0" fmla="*/ 84 h 227810"/>
                <a:gd name="connsiteX1" fmla="*/ 129 w 203779"/>
                <a:gd name="connsiteY1" fmla="*/ 6622 h 227810"/>
                <a:gd name="connsiteX2" fmla="*/ 34092 w 203779"/>
                <a:gd name="connsiteY2" fmla="*/ 37593 h 227810"/>
                <a:gd name="connsiteX3" fmla="*/ 34092 w 203779"/>
                <a:gd name="connsiteY3" fmla="*/ 190384 h 227810"/>
                <a:gd name="connsiteX4" fmla="*/ 129 w 203779"/>
                <a:gd name="connsiteY4" fmla="*/ 221356 h 227810"/>
                <a:gd name="connsiteX5" fmla="*/ 129 w 203779"/>
                <a:gd name="connsiteY5" fmla="*/ 227894 h 227810"/>
                <a:gd name="connsiteX6" fmla="*/ 118293 w 203779"/>
                <a:gd name="connsiteY6" fmla="*/ 227894 h 227810"/>
                <a:gd name="connsiteX7" fmla="*/ 184096 w 203779"/>
                <a:gd name="connsiteY7" fmla="*/ 208967 h 227810"/>
                <a:gd name="connsiteX8" fmla="*/ 203908 w 203779"/>
                <a:gd name="connsiteY8" fmla="*/ 165952 h 227810"/>
                <a:gd name="connsiteX9" fmla="*/ 186573 w 203779"/>
                <a:gd name="connsiteY9" fmla="*/ 127066 h 227810"/>
                <a:gd name="connsiteX10" fmla="*/ 143411 w 203779"/>
                <a:gd name="connsiteY10" fmla="*/ 108139 h 227810"/>
                <a:gd name="connsiteX11" fmla="*/ 177728 w 203779"/>
                <a:gd name="connsiteY11" fmla="*/ 92997 h 227810"/>
                <a:gd name="connsiteX12" fmla="*/ 191880 w 203779"/>
                <a:gd name="connsiteY12" fmla="*/ 58585 h 227810"/>
                <a:gd name="connsiteX13" fmla="*/ 99188 w 203779"/>
                <a:gd name="connsiteY13" fmla="*/ 84 h 227810"/>
                <a:gd name="connsiteX14" fmla="*/ 129 w 203779"/>
                <a:gd name="connsiteY14" fmla="*/ 84 h 227810"/>
                <a:gd name="connsiteX15" fmla="*/ 70178 w 203779"/>
                <a:gd name="connsiteY15" fmla="*/ 115710 h 227810"/>
                <a:gd name="connsiteX16" fmla="*/ 133505 w 203779"/>
                <a:gd name="connsiteY16" fmla="*/ 122592 h 227810"/>
                <a:gd name="connsiteX17" fmla="*/ 163223 w 203779"/>
                <a:gd name="connsiteY17" fmla="*/ 166296 h 227810"/>
                <a:gd name="connsiteX18" fmla="*/ 141642 w 203779"/>
                <a:gd name="connsiteY18" fmla="*/ 206214 h 227810"/>
                <a:gd name="connsiteX19" fmla="*/ 92466 w 203779"/>
                <a:gd name="connsiteY19" fmla="*/ 215161 h 227810"/>
                <a:gd name="connsiteX20" fmla="*/ 70178 w 203779"/>
                <a:gd name="connsiteY20" fmla="*/ 201052 h 227810"/>
                <a:gd name="connsiteX21" fmla="*/ 70178 w 203779"/>
                <a:gd name="connsiteY21" fmla="*/ 115710 h 227810"/>
                <a:gd name="connsiteX22" fmla="*/ 70178 w 203779"/>
                <a:gd name="connsiteY22" fmla="*/ 101945 h 227810"/>
                <a:gd name="connsiteX23" fmla="*/ 70178 w 203779"/>
                <a:gd name="connsiteY23" fmla="*/ 23140 h 227810"/>
                <a:gd name="connsiteX24" fmla="*/ 77961 w 203779"/>
                <a:gd name="connsiteY24" fmla="*/ 12816 h 227810"/>
                <a:gd name="connsiteX25" fmla="*/ 93528 w 203779"/>
                <a:gd name="connsiteY25" fmla="*/ 12816 h 227810"/>
                <a:gd name="connsiteX26" fmla="*/ 155794 w 203779"/>
                <a:gd name="connsiteY26" fmla="*/ 59961 h 227810"/>
                <a:gd name="connsiteX27" fmla="*/ 103787 w 203779"/>
                <a:gd name="connsiteY27" fmla="*/ 101945 h 227810"/>
                <a:gd name="connsiteX28" fmla="*/ 70178 w 203779"/>
                <a:gd name="connsiteY28" fmla="*/ 101945 h 227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03779" h="227810">
                  <a:moveTo>
                    <a:pt x="129" y="84"/>
                  </a:moveTo>
                  <a:lnTo>
                    <a:pt x="129" y="6622"/>
                  </a:lnTo>
                  <a:cubicBezTo>
                    <a:pt x="29846" y="8343"/>
                    <a:pt x="34092" y="12128"/>
                    <a:pt x="34092" y="37593"/>
                  </a:cubicBezTo>
                  <a:lnTo>
                    <a:pt x="34092" y="190384"/>
                  </a:lnTo>
                  <a:cubicBezTo>
                    <a:pt x="34092" y="215850"/>
                    <a:pt x="29493" y="220323"/>
                    <a:pt x="129" y="221356"/>
                  </a:cubicBezTo>
                  <a:lnTo>
                    <a:pt x="129" y="227894"/>
                  </a:lnTo>
                  <a:lnTo>
                    <a:pt x="118293" y="227894"/>
                  </a:lnTo>
                  <a:cubicBezTo>
                    <a:pt x="145888" y="227894"/>
                    <a:pt x="171006" y="220667"/>
                    <a:pt x="184096" y="208967"/>
                  </a:cubicBezTo>
                  <a:cubicBezTo>
                    <a:pt x="196833" y="197955"/>
                    <a:pt x="203908" y="182470"/>
                    <a:pt x="203908" y="165952"/>
                  </a:cubicBezTo>
                  <a:cubicBezTo>
                    <a:pt x="203908" y="150810"/>
                    <a:pt x="197540" y="137045"/>
                    <a:pt x="186573" y="127066"/>
                  </a:cubicBezTo>
                  <a:cubicBezTo>
                    <a:pt x="175959" y="117774"/>
                    <a:pt x="166407" y="113645"/>
                    <a:pt x="143411" y="108139"/>
                  </a:cubicBezTo>
                  <a:cubicBezTo>
                    <a:pt x="161808" y="103665"/>
                    <a:pt x="169237" y="100224"/>
                    <a:pt x="177728" y="92997"/>
                  </a:cubicBezTo>
                  <a:cubicBezTo>
                    <a:pt x="186573" y="85427"/>
                    <a:pt x="191880" y="72694"/>
                    <a:pt x="191880" y="58585"/>
                  </a:cubicBezTo>
                  <a:cubicBezTo>
                    <a:pt x="191880" y="20043"/>
                    <a:pt x="160393" y="84"/>
                    <a:pt x="99188" y="84"/>
                  </a:cubicBezTo>
                  <a:lnTo>
                    <a:pt x="129" y="84"/>
                  </a:lnTo>
                  <a:close/>
                  <a:moveTo>
                    <a:pt x="70178" y="115710"/>
                  </a:moveTo>
                  <a:cubicBezTo>
                    <a:pt x="104495" y="115710"/>
                    <a:pt x="120769" y="117430"/>
                    <a:pt x="133505" y="122592"/>
                  </a:cubicBezTo>
                  <a:cubicBezTo>
                    <a:pt x="153671" y="130851"/>
                    <a:pt x="163223" y="144616"/>
                    <a:pt x="163223" y="166296"/>
                  </a:cubicBezTo>
                  <a:cubicBezTo>
                    <a:pt x="163223" y="184878"/>
                    <a:pt x="155794" y="198299"/>
                    <a:pt x="141642" y="206214"/>
                  </a:cubicBezTo>
                  <a:cubicBezTo>
                    <a:pt x="130321" y="212408"/>
                    <a:pt x="115816" y="215161"/>
                    <a:pt x="92466" y="215161"/>
                  </a:cubicBezTo>
                  <a:cubicBezTo>
                    <a:pt x="75131" y="215161"/>
                    <a:pt x="70178" y="212064"/>
                    <a:pt x="70178" y="201052"/>
                  </a:cubicBezTo>
                  <a:lnTo>
                    <a:pt x="70178" y="115710"/>
                  </a:lnTo>
                  <a:close/>
                  <a:moveTo>
                    <a:pt x="70178" y="101945"/>
                  </a:moveTo>
                  <a:lnTo>
                    <a:pt x="70178" y="23140"/>
                  </a:lnTo>
                  <a:cubicBezTo>
                    <a:pt x="70178" y="15914"/>
                    <a:pt x="72654" y="12816"/>
                    <a:pt x="77961" y="12816"/>
                  </a:cubicBezTo>
                  <a:lnTo>
                    <a:pt x="93528" y="12816"/>
                  </a:lnTo>
                  <a:cubicBezTo>
                    <a:pt x="134213" y="12816"/>
                    <a:pt x="155794" y="29334"/>
                    <a:pt x="155794" y="59961"/>
                  </a:cubicBezTo>
                  <a:cubicBezTo>
                    <a:pt x="155794" y="86803"/>
                    <a:pt x="137043" y="101945"/>
                    <a:pt x="103787" y="101945"/>
                  </a:cubicBezTo>
                  <a:lnTo>
                    <a:pt x="70178" y="101945"/>
                  </a:ln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7" name="Freeform: Shape 2116">
              <a:extLst>
                <a:ext uri="{FF2B5EF4-FFF2-40B4-BE49-F238E27FC236}">
                  <a16:creationId xmlns:a16="http://schemas.microsoft.com/office/drawing/2014/main" id="{DD58FA22-BCFD-35E8-6628-6A50BDB31BED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>
            <a:xfrm>
              <a:off x="7339466" y="5321168"/>
              <a:ext cx="163094" cy="229874"/>
            </a:xfrm>
            <a:custGeom>
              <a:avLst/>
              <a:gdLst>
                <a:gd name="connsiteX0" fmla="*/ 163230 w 163094"/>
                <a:gd name="connsiteY0" fmla="*/ 84 h 229874"/>
                <a:gd name="connsiteX1" fmla="*/ 115469 w 163094"/>
                <a:gd name="connsiteY1" fmla="*/ 84 h 229874"/>
                <a:gd name="connsiteX2" fmla="*/ 115469 w 163094"/>
                <a:gd name="connsiteY2" fmla="*/ 5246 h 229874"/>
                <a:gd name="connsiteX3" fmla="*/ 132450 w 163094"/>
                <a:gd name="connsiteY3" fmla="*/ 13849 h 229874"/>
                <a:gd name="connsiteX4" fmla="*/ 131035 w 163094"/>
                <a:gd name="connsiteY4" fmla="*/ 19699 h 229874"/>
                <a:gd name="connsiteX5" fmla="*/ 96718 w 163094"/>
                <a:gd name="connsiteY5" fmla="*/ 114678 h 229874"/>
                <a:gd name="connsiteX6" fmla="*/ 56033 w 163094"/>
                <a:gd name="connsiteY6" fmla="*/ 27614 h 229874"/>
                <a:gd name="connsiteX7" fmla="*/ 52495 w 163094"/>
                <a:gd name="connsiteY7" fmla="*/ 14538 h 229874"/>
                <a:gd name="connsiteX8" fmla="*/ 73015 w 163094"/>
                <a:gd name="connsiteY8" fmla="*/ 5246 h 229874"/>
                <a:gd name="connsiteX9" fmla="*/ 73015 w 163094"/>
                <a:gd name="connsiteY9" fmla="*/ 84 h 229874"/>
                <a:gd name="connsiteX10" fmla="*/ 135 w 163094"/>
                <a:gd name="connsiteY10" fmla="*/ 84 h 229874"/>
                <a:gd name="connsiteX11" fmla="*/ 135 w 163094"/>
                <a:gd name="connsiteY11" fmla="*/ 4902 h 229874"/>
                <a:gd name="connsiteX12" fmla="*/ 18178 w 163094"/>
                <a:gd name="connsiteY12" fmla="*/ 15914 h 229874"/>
                <a:gd name="connsiteX13" fmla="*/ 58510 w 163094"/>
                <a:gd name="connsiteY13" fmla="*/ 100569 h 229874"/>
                <a:gd name="connsiteX14" fmla="*/ 59571 w 163094"/>
                <a:gd name="connsiteY14" fmla="*/ 103322 h 229874"/>
                <a:gd name="connsiteX15" fmla="*/ 64878 w 163094"/>
                <a:gd name="connsiteY15" fmla="*/ 113645 h 229874"/>
                <a:gd name="connsiteX16" fmla="*/ 80444 w 163094"/>
                <a:gd name="connsiteY16" fmla="*/ 148402 h 229874"/>
                <a:gd name="connsiteX17" fmla="*/ 66293 w 163094"/>
                <a:gd name="connsiteY17" fmla="*/ 185567 h 229874"/>
                <a:gd name="connsiteX18" fmla="*/ 48604 w 163094"/>
                <a:gd name="connsiteY18" fmla="*/ 201053 h 229874"/>
                <a:gd name="connsiteX19" fmla="*/ 39759 w 163094"/>
                <a:gd name="connsiteY19" fmla="*/ 198644 h 229874"/>
                <a:gd name="connsiteX20" fmla="*/ 21008 w 163094"/>
                <a:gd name="connsiteY20" fmla="*/ 194859 h 229874"/>
                <a:gd name="connsiteX21" fmla="*/ 5796 w 163094"/>
                <a:gd name="connsiteY21" fmla="*/ 210000 h 229874"/>
                <a:gd name="connsiteX22" fmla="*/ 31976 w 163094"/>
                <a:gd name="connsiteY22" fmla="*/ 229959 h 229874"/>
                <a:gd name="connsiteX23" fmla="*/ 91765 w 163094"/>
                <a:gd name="connsiteY23" fmla="*/ 161134 h 229874"/>
                <a:gd name="connsiteX24" fmla="*/ 146248 w 163094"/>
                <a:gd name="connsiteY24" fmla="*/ 20732 h 229874"/>
                <a:gd name="connsiteX25" fmla="*/ 163230 w 163094"/>
                <a:gd name="connsiteY25" fmla="*/ 5246 h 229874"/>
                <a:gd name="connsiteX26" fmla="*/ 163230 w 163094"/>
                <a:gd name="connsiteY26" fmla="*/ 84 h 2298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3094" h="229874">
                  <a:moveTo>
                    <a:pt x="163230" y="84"/>
                  </a:moveTo>
                  <a:lnTo>
                    <a:pt x="115469" y="84"/>
                  </a:lnTo>
                  <a:lnTo>
                    <a:pt x="115469" y="5246"/>
                  </a:lnTo>
                  <a:cubicBezTo>
                    <a:pt x="126790" y="5246"/>
                    <a:pt x="132450" y="8343"/>
                    <a:pt x="132450" y="13849"/>
                  </a:cubicBezTo>
                  <a:cubicBezTo>
                    <a:pt x="132450" y="15226"/>
                    <a:pt x="132097" y="17291"/>
                    <a:pt x="131035" y="19699"/>
                  </a:cubicBezTo>
                  <a:lnTo>
                    <a:pt x="96718" y="114678"/>
                  </a:lnTo>
                  <a:lnTo>
                    <a:pt x="56033" y="27614"/>
                  </a:lnTo>
                  <a:cubicBezTo>
                    <a:pt x="53910" y="22797"/>
                    <a:pt x="52495" y="18323"/>
                    <a:pt x="52495" y="14538"/>
                  </a:cubicBezTo>
                  <a:cubicBezTo>
                    <a:pt x="52495" y="8343"/>
                    <a:pt x="57802" y="5935"/>
                    <a:pt x="73015" y="5246"/>
                  </a:cubicBezTo>
                  <a:lnTo>
                    <a:pt x="73015" y="84"/>
                  </a:lnTo>
                  <a:lnTo>
                    <a:pt x="135" y="84"/>
                  </a:lnTo>
                  <a:lnTo>
                    <a:pt x="135" y="4902"/>
                  </a:lnTo>
                  <a:cubicBezTo>
                    <a:pt x="9334" y="6279"/>
                    <a:pt x="15348" y="10064"/>
                    <a:pt x="18178" y="15914"/>
                  </a:cubicBezTo>
                  <a:lnTo>
                    <a:pt x="58510" y="100569"/>
                  </a:lnTo>
                  <a:lnTo>
                    <a:pt x="59571" y="103322"/>
                  </a:lnTo>
                  <a:lnTo>
                    <a:pt x="64878" y="113645"/>
                  </a:lnTo>
                  <a:cubicBezTo>
                    <a:pt x="74784" y="130852"/>
                    <a:pt x="80444" y="143240"/>
                    <a:pt x="80444" y="148402"/>
                  </a:cubicBezTo>
                  <a:cubicBezTo>
                    <a:pt x="80444" y="153564"/>
                    <a:pt x="72307" y="175244"/>
                    <a:pt x="66293" y="185567"/>
                  </a:cubicBezTo>
                  <a:cubicBezTo>
                    <a:pt x="61340" y="194515"/>
                    <a:pt x="53557" y="201053"/>
                    <a:pt x="48604" y="201053"/>
                  </a:cubicBezTo>
                  <a:cubicBezTo>
                    <a:pt x="46481" y="201053"/>
                    <a:pt x="43297" y="200365"/>
                    <a:pt x="39759" y="198644"/>
                  </a:cubicBezTo>
                  <a:cubicBezTo>
                    <a:pt x="33037" y="196235"/>
                    <a:pt x="27023" y="194859"/>
                    <a:pt x="21008" y="194859"/>
                  </a:cubicBezTo>
                  <a:cubicBezTo>
                    <a:pt x="12871" y="194859"/>
                    <a:pt x="5796" y="201741"/>
                    <a:pt x="5796" y="210000"/>
                  </a:cubicBezTo>
                  <a:cubicBezTo>
                    <a:pt x="5796" y="221356"/>
                    <a:pt x="17117" y="229959"/>
                    <a:pt x="31976" y="229959"/>
                  </a:cubicBezTo>
                  <a:cubicBezTo>
                    <a:pt x="55679" y="229959"/>
                    <a:pt x="72661" y="210688"/>
                    <a:pt x="91765" y="161134"/>
                  </a:cubicBezTo>
                  <a:lnTo>
                    <a:pt x="146248" y="20732"/>
                  </a:lnTo>
                  <a:cubicBezTo>
                    <a:pt x="150847" y="9720"/>
                    <a:pt x="154739" y="6279"/>
                    <a:pt x="163230" y="5246"/>
                  </a:cubicBezTo>
                  <a:lnTo>
                    <a:pt x="163230" y="84"/>
                  </a:ln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8" name="Freeform: Shape 2117">
              <a:extLst>
                <a:ext uri="{FF2B5EF4-FFF2-40B4-BE49-F238E27FC236}">
                  <a16:creationId xmlns:a16="http://schemas.microsoft.com/office/drawing/2014/main" id="{A4A51F7B-CD91-C812-4E3B-51ACCBC09BC3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>
            <a:xfrm>
              <a:off x="7605092" y="5248213"/>
              <a:ext cx="206963" cy="227810"/>
            </a:xfrm>
            <a:custGeom>
              <a:avLst/>
              <a:gdLst>
                <a:gd name="connsiteX0" fmla="*/ 207106 w 206963"/>
                <a:gd name="connsiteY0" fmla="*/ 169737 h 227810"/>
                <a:gd name="connsiteX1" fmla="*/ 197201 w 206963"/>
                <a:gd name="connsiteY1" fmla="*/ 169737 h 227810"/>
                <a:gd name="connsiteX2" fmla="*/ 113707 w 206963"/>
                <a:gd name="connsiteY2" fmla="*/ 215161 h 227810"/>
                <a:gd name="connsiteX3" fmla="*/ 104155 w 206963"/>
                <a:gd name="connsiteY3" fmla="*/ 215161 h 227810"/>
                <a:gd name="connsiteX4" fmla="*/ 69484 w 206963"/>
                <a:gd name="connsiteY4" fmla="*/ 211032 h 227810"/>
                <a:gd name="connsiteX5" fmla="*/ 67008 w 206963"/>
                <a:gd name="connsiteY5" fmla="*/ 200364 h 227810"/>
                <a:gd name="connsiteX6" fmla="*/ 67008 w 206963"/>
                <a:gd name="connsiteY6" fmla="*/ 115365 h 227810"/>
                <a:gd name="connsiteX7" fmla="*/ 121491 w 206963"/>
                <a:gd name="connsiteY7" fmla="*/ 115365 h 227810"/>
                <a:gd name="connsiteX8" fmla="*/ 160407 w 206963"/>
                <a:gd name="connsiteY8" fmla="*/ 148401 h 227810"/>
                <a:gd name="connsiteX9" fmla="*/ 168544 w 206963"/>
                <a:gd name="connsiteY9" fmla="*/ 148401 h 227810"/>
                <a:gd name="connsiteX10" fmla="*/ 168544 w 206963"/>
                <a:gd name="connsiteY10" fmla="*/ 68565 h 227810"/>
                <a:gd name="connsiteX11" fmla="*/ 160407 w 206963"/>
                <a:gd name="connsiteY11" fmla="*/ 68565 h 227810"/>
                <a:gd name="connsiteX12" fmla="*/ 152624 w 206963"/>
                <a:gd name="connsiteY12" fmla="*/ 92653 h 227810"/>
                <a:gd name="connsiteX13" fmla="*/ 121491 w 206963"/>
                <a:gd name="connsiteY13" fmla="*/ 101256 h 227810"/>
                <a:gd name="connsiteX14" fmla="*/ 67008 w 206963"/>
                <a:gd name="connsiteY14" fmla="*/ 101256 h 227810"/>
                <a:gd name="connsiteX15" fmla="*/ 67008 w 206963"/>
                <a:gd name="connsiteY15" fmla="*/ 24861 h 227810"/>
                <a:gd name="connsiteX16" fmla="*/ 78683 w 206963"/>
                <a:gd name="connsiteY16" fmla="*/ 13161 h 227810"/>
                <a:gd name="connsiteX17" fmla="*/ 126444 w 206963"/>
                <a:gd name="connsiteY17" fmla="*/ 13161 h 227810"/>
                <a:gd name="connsiteX18" fmla="*/ 180219 w 206963"/>
                <a:gd name="connsiteY18" fmla="*/ 49294 h 227810"/>
                <a:gd name="connsiteX19" fmla="*/ 189063 w 206963"/>
                <a:gd name="connsiteY19" fmla="*/ 49294 h 227810"/>
                <a:gd name="connsiteX20" fmla="*/ 188002 w 206963"/>
                <a:gd name="connsiteY20" fmla="*/ 84 h 227810"/>
                <a:gd name="connsiteX21" fmla="*/ 143 w 206963"/>
                <a:gd name="connsiteY21" fmla="*/ 84 h 227810"/>
                <a:gd name="connsiteX22" fmla="*/ 143 w 206963"/>
                <a:gd name="connsiteY22" fmla="*/ 6622 h 227810"/>
                <a:gd name="connsiteX23" fmla="*/ 30922 w 206963"/>
                <a:gd name="connsiteY23" fmla="*/ 37593 h 227810"/>
                <a:gd name="connsiteX24" fmla="*/ 30922 w 206963"/>
                <a:gd name="connsiteY24" fmla="*/ 190384 h 227810"/>
                <a:gd name="connsiteX25" fmla="*/ 143 w 206963"/>
                <a:gd name="connsiteY25" fmla="*/ 221356 h 227810"/>
                <a:gd name="connsiteX26" fmla="*/ 143 w 206963"/>
                <a:gd name="connsiteY26" fmla="*/ 227894 h 227810"/>
                <a:gd name="connsiteX27" fmla="*/ 191186 w 206963"/>
                <a:gd name="connsiteY27" fmla="*/ 227894 h 227810"/>
                <a:gd name="connsiteX28" fmla="*/ 207106 w 206963"/>
                <a:gd name="connsiteY28" fmla="*/ 169737 h 227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06963" h="227810">
                  <a:moveTo>
                    <a:pt x="207106" y="169737"/>
                  </a:moveTo>
                  <a:lnTo>
                    <a:pt x="197201" y="169737"/>
                  </a:lnTo>
                  <a:cubicBezTo>
                    <a:pt x="179511" y="206902"/>
                    <a:pt x="164299" y="215161"/>
                    <a:pt x="113707" y="215161"/>
                  </a:cubicBezTo>
                  <a:lnTo>
                    <a:pt x="104155" y="215161"/>
                  </a:lnTo>
                  <a:cubicBezTo>
                    <a:pt x="86820" y="215161"/>
                    <a:pt x="71961" y="213441"/>
                    <a:pt x="69484" y="211032"/>
                  </a:cubicBezTo>
                  <a:cubicBezTo>
                    <a:pt x="67716" y="210000"/>
                    <a:pt x="67008" y="206214"/>
                    <a:pt x="67008" y="200364"/>
                  </a:cubicBezTo>
                  <a:lnTo>
                    <a:pt x="67008" y="115365"/>
                  </a:lnTo>
                  <a:lnTo>
                    <a:pt x="121491" y="115365"/>
                  </a:lnTo>
                  <a:cubicBezTo>
                    <a:pt x="150501" y="115365"/>
                    <a:pt x="155808" y="119839"/>
                    <a:pt x="160407" y="148401"/>
                  </a:cubicBezTo>
                  <a:lnTo>
                    <a:pt x="168544" y="148401"/>
                  </a:lnTo>
                  <a:lnTo>
                    <a:pt x="168544" y="68565"/>
                  </a:lnTo>
                  <a:lnTo>
                    <a:pt x="160407" y="68565"/>
                  </a:lnTo>
                  <a:cubicBezTo>
                    <a:pt x="157930" y="82674"/>
                    <a:pt x="156515" y="87836"/>
                    <a:pt x="152624" y="92653"/>
                  </a:cubicBezTo>
                  <a:cubicBezTo>
                    <a:pt x="148025" y="98503"/>
                    <a:pt x="138119" y="101256"/>
                    <a:pt x="121491" y="101256"/>
                  </a:cubicBezTo>
                  <a:lnTo>
                    <a:pt x="67008" y="101256"/>
                  </a:lnTo>
                  <a:lnTo>
                    <a:pt x="67008" y="24861"/>
                  </a:lnTo>
                  <a:cubicBezTo>
                    <a:pt x="67008" y="15225"/>
                    <a:pt x="69131" y="13161"/>
                    <a:pt x="78683" y="13161"/>
                  </a:cubicBezTo>
                  <a:lnTo>
                    <a:pt x="126444" y="13161"/>
                  </a:lnTo>
                  <a:cubicBezTo>
                    <a:pt x="166421" y="13161"/>
                    <a:pt x="174205" y="18322"/>
                    <a:pt x="180219" y="49294"/>
                  </a:cubicBezTo>
                  <a:lnTo>
                    <a:pt x="189063" y="49294"/>
                  </a:lnTo>
                  <a:lnTo>
                    <a:pt x="188002" y="84"/>
                  </a:lnTo>
                  <a:lnTo>
                    <a:pt x="143" y="84"/>
                  </a:lnTo>
                  <a:lnTo>
                    <a:pt x="143" y="6622"/>
                  </a:lnTo>
                  <a:cubicBezTo>
                    <a:pt x="26323" y="8687"/>
                    <a:pt x="30922" y="13505"/>
                    <a:pt x="30922" y="37593"/>
                  </a:cubicBezTo>
                  <a:lnTo>
                    <a:pt x="30922" y="190384"/>
                  </a:lnTo>
                  <a:cubicBezTo>
                    <a:pt x="30922" y="214473"/>
                    <a:pt x="25969" y="219635"/>
                    <a:pt x="143" y="221356"/>
                  </a:cubicBezTo>
                  <a:lnTo>
                    <a:pt x="143" y="227894"/>
                  </a:lnTo>
                  <a:lnTo>
                    <a:pt x="191186" y="227894"/>
                  </a:lnTo>
                  <a:lnTo>
                    <a:pt x="207106" y="169737"/>
                  </a:ln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9" name="Freeform: Shape 2118">
              <a:extLst>
                <a:ext uri="{FF2B5EF4-FFF2-40B4-BE49-F238E27FC236}">
                  <a16:creationId xmlns:a16="http://schemas.microsoft.com/office/drawing/2014/main" id="{2721C4C2-E99D-43B9-49D3-916EF4DB4BDC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>
            <a:xfrm>
              <a:off x="7821003" y="5321168"/>
              <a:ext cx="166278" cy="158297"/>
            </a:xfrm>
            <a:custGeom>
              <a:avLst/>
              <a:gdLst>
                <a:gd name="connsiteX0" fmla="*/ 166427 w 166278"/>
                <a:gd name="connsiteY0" fmla="*/ 137734 h 158297"/>
                <a:gd name="connsiteX1" fmla="*/ 164658 w 166278"/>
                <a:gd name="connsiteY1" fmla="*/ 137734 h 158297"/>
                <a:gd name="connsiteX2" fmla="*/ 144493 w 166278"/>
                <a:gd name="connsiteY2" fmla="*/ 118119 h 158297"/>
                <a:gd name="connsiteX3" fmla="*/ 144493 w 166278"/>
                <a:gd name="connsiteY3" fmla="*/ 84 h 158297"/>
                <a:gd name="connsiteX4" fmla="*/ 88595 w 166278"/>
                <a:gd name="connsiteY4" fmla="*/ 84 h 158297"/>
                <a:gd name="connsiteX5" fmla="*/ 88595 w 166278"/>
                <a:gd name="connsiteY5" fmla="*/ 5934 h 158297"/>
                <a:gd name="connsiteX6" fmla="*/ 114775 w 166278"/>
                <a:gd name="connsiteY6" fmla="*/ 27614 h 158297"/>
                <a:gd name="connsiteX7" fmla="*/ 114775 w 166278"/>
                <a:gd name="connsiteY7" fmla="*/ 108483 h 158297"/>
                <a:gd name="connsiteX8" fmla="*/ 108053 w 166278"/>
                <a:gd name="connsiteY8" fmla="*/ 126722 h 158297"/>
                <a:gd name="connsiteX9" fmla="*/ 76920 w 166278"/>
                <a:gd name="connsiteY9" fmla="*/ 138422 h 158297"/>
                <a:gd name="connsiteX10" fmla="*/ 51801 w 166278"/>
                <a:gd name="connsiteY10" fmla="*/ 112269 h 158297"/>
                <a:gd name="connsiteX11" fmla="*/ 51801 w 166278"/>
                <a:gd name="connsiteY11" fmla="*/ 84 h 158297"/>
                <a:gd name="connsiteX12" fmla="*/ 149 w 166278"/>
                <a:gd name="connsiteY12" fmla="*/ 84 h 158297"/>
                <a:gd name="connsiteX13" fmla="*/ 149 w 166278"/>
                <a:gd name="connsiteY13" fmla="*/ 4902 h 158297"/>
                <a:gd name="connsiteX14" fmla="*/ 22083 w 166278"/>
                <a:gd name="connsiteY14" fmla="*/ 26926 h 158297"/>
                <a:gd name="connsiteX15" fmla="*/ 22083 w 166278"/>
                <a:gd name="connsiteY15" fmla="*/ 113645 h 158297"/>
                <a:gd name="connsiteX16" fmla="*/ 64891 w 166278"/>
                <a:gd name="connsiteY16" fmla="*/ 158381 h 158297"/>
                <a:gd name="connsiteX17" fmla="*/ 101331 w 166278"/>
                <a:gd name="connsiteY17" fmla="*/ 143584 h 158297"/>
                <a:gd name="connsiteX18" fmla="*/ 116544 w 166278"/>
                <a:gd name="connsiteY18" fmla="*/ 128787 h 158297"/>
                <a:gd name="connsiteX19" fmla="*/ 116544 w 166278"/>
                <a:gd name="connsiteY19" fmla="*/ 157349 h 158297"/>
                <a:gd name="connsiteX20" fmla="*/ 117959 w 166278"/>
                <a:gd name="connsiteY20" fmla="*/ 158037 h 158297"/>
                <a:gd name="connsiteX21" fmla="*/ 166427 w 166278"/>
                <a:gd name="connsiteY21" fmla="*/ 142551 h 158297"/>
                <a:gd name="connsiteX22" fmla="*/ 166427 w 166278"/>
                <a:gd name="connsiteY22" fmla="*/ 137734 h 158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66278" h="158297">
                  <a:moveTo>
                    <a:pt x="166427" y="137734"/>
                  </a:moveTo>
                  <a:lnTo>
                    <a:pt x="164658" y="137734"/>
                  </a:lnTo>
                  <a:cubicBezTo>
                    <a:pt x="148384" y="137734"/>
                    <a:pt x="144493" y="133948"/>
                    <a:pt x="144493" y="118119"/>
                  </a:cubicBezTo>
                  <a:lnTo>
                    <a:pt x="144493" y="84"/>
                  </a:lnTo>
                  <a:lnTo>
                    <a:pt x="88595" y="84"/>
                  </a:lnTo>
                  <a:lnTo>
                    <a:pt x="88595" y="5934"/>
                  </a:lnTo>
                  <a:cubicBezTo>
                    <a:pt x="110529" y="6967"/>
                    <a:pt x="114775" y="10408"/>
                    <a:pt x="114775" y="27614"/>
                  </a:cubicBezTo>
                  <a:lnTo>
                    <a:pt x="114775" y="108483"/>
                  </a:lnTo>
                  <a:cubicBezTo>
                    <a:pt x="114775" y="118119"/>
                    <a:pt x="113006" y="122936"/>
                    <a:pt x="108053" y="126722"/>
                  </a:cubicBezTo>
                  <a:cubicBezTo>
                    <a:pt x="98501" y="134293"/>
                    <a:pt x="87533" y="138422"/>
                    <a:pt x="76920" y="138422"/>
                  </a:cubicBezTo>
                  <a:cubicBezTo>
                    <a:pt x="63122" y="138422"/>
                    <a:pt x="51801" y="126722"/>
                    <a:pt x="51801" y="112269"/>
                  </a:cubicBezTo>
                  <a:lnTo>
                    <a:pt x="51801" y="84"/>
                  </a:lnTo>
                  <a:lnTo>
                    <a:pt x="149" y="84"/>
                  </a:lnTo>
                  <a:lnTo>
                    <a:pt x="149" y="4902"/>
                  </a:lnTo>
                  <a:cubicBezTo>
                    <a:pt x="17130" y="5934"/>
                    <a:pt x="22083" y="11096"/>
                    <a:pt x="22083" y="26926"/>
                  </a:cubicBezTo>
                  <a:lnTo>
                    <a:pt x="22083" y="113645"/>
                  </a:lnTo>
                  <a:cubicBezTo>
                    <a:pt x="22083" y="140831"/>
                    <a:pt x="39065" y="158381"/>
                    <a:pt x="64891" y="158381"/>
                  </a:cubicBezTo>
                  <a:cubicBezTo>
                    <a:pt x="77981" y="158381"/>
                    <a:pt x="91779" y="152875"/>
                    <a:pt x="101331" y="143584"/>
                  </a:cubicBezTo>
                  <a:lnTo>
                    <a:pt x="116544" y="128787"/>
                  </a:lnTo>
                  <a:lnTo>
                    <a:pt x="116544" y="157349"/>
                  </a:lnTo>
                  <a:lnTo>
                    <a:pt x="117959" y="158037"/>
                  </a:lnTo>
                  <a:cubicBezTo>
                    <a:pt x="135648" y="151155"/>
                    <a:pt x="148384" y="147369"/>
                    <a:pt x="166427" y="142551"/>
                  </a:cubicBezTo>
                  <a:lnTo>
                    <a:pt x="166427" y="137734"/>
                  </a:ln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0" name="Freeform: Shape 2119">
              <a:extLst>
                <a:ext uri="{FF2B5EF4-FFF2-40B4-BE49-F238E27FC236}">
                  <a16:creationId xmlns:a16="http://schemas.microsoft.com/office/drawing/2014/main" id="{1A96D81E-39B5-000E-47AB-637814443E67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>
            <a:xfrm>
              <a:off x="8002096" y="5240987"/>
              <a:ext cx="84200" cy="235036"/>
            </a:xfrm>
            <a:custGeom>
              <a:avLst/>
              <a:gdLst>
                <a:gd name="connsiteX0" fmla="*/ 153 w 84200"/>
                <a:gd name="connsiteY0" fmla="*/ 20731 h 235036"/>
                <a:gd name="connsiteX1" fmla="*/ 2276 w 84200"/>
                <a:gd name="connsiteY1" fmla="*/ 20731 h 235036"/>
                <a:gd name="connsiteX2" fmla="*/ 13243 w 84200"/>
                <a:gd name="connsiteY2" fmla="*/ 20043 h 235036"/>
                <a:gd name="connsiteX3" fmla="*/ 28102 w 84200"/>
                <a:gd name="connsiteY3" fmla="*/ 41035 h 235036"/>
                <a:gd name="connsiteX4" fmla="*/ 28102 w 84200"/>
                <a:gd name="connsiteY4" fmla="*/ 205182 h 235036"/>
                <a:gd name="connsiteX5" fmla="*/ 861 w 84200"/>
                <a:gd name="connsiteY5" fmla="*/ 229959 h 235036"/>
                <a:gd name="connsiteX6" fmla="*/ 861 w 84200"/>
                <a:gd name="connsiteY6" fmla="*/ 235121 h 235036"/>
                <a:gd name="connsiteX7" fmla="*/ 84354 w 84200"/>
                <a:gd name="connsiteY7" fmla="*/ 235121 h 235036"/>
                <a:gd name="connsiteX8" fmla="*/ 84354 w 84200"/>
                <a:gd name="connsiteY8" fmla="*/ 229959 h 235036"/>
                <a:gd name="connsiteX9" fmla="*/ 57820 w 84200"/>
                <a:gd name="connsiteY9" fmla="*/ 206214 h 235036"/>
                <a:gd name="connsiteX10" fmla="*/ 57820 w 84200"/>
                <a:gd name="connsiteY10" fmla="*/ 772 h 235036"/>
                <a:gd name="connsiteX11" fmla="*/ 56405 w 84200"/>
                <a:gd name="connsiteY11" fmla="*/ 84 h 235036"/>
                <a:gd name="connsiteX12" fmla="*/ 153 w 84200"/>
                <a:gd name="connsiteY12" fmla="*/ 15225 h 235036"/>
                <a:gd name="connsiteX13" fmla="*/ 153 w 84200"/>
                <a:gd name="connsiteY13" fmla="*/ 20731 h 23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84200" h="235036">
                  <a:moveTo>
                    <a:pt x="153" y="20731"/>
                  </a:moveTo>
                  <a:lnTo>
                    <a:pt x="2276" y="20731"/>
                  </a:lnTo>
                  <a:cubicBezTo>
                    <a:pt x="6168" y="20387"/>
                    <a:pt x="10413" y="20043"/>
                    <a:pt x="13243" y="20043"/>
                  </a:cubicBezTo>
                  <a:cubicBezTo>
                    <a:pt x="24565" y="20043"/>
                    <a:pt x="28102" y="24861"/>
                    <a:pt x="28102" y="41035"/>
                  </a:cubicBezTo>
                  <a:lnTo>
                    <a:pt x="28102" y="205182"/>
                  </a:lnTo>
                  <a:cubicBezTo>
                    <a:pt x="28102" y="223764"/>
                    <a:pt x="23149" y="228238"/>
                    <a:pt x="861" y="229959"/>
                  </a:cubicBezTo>
                  <a:lnTo>
                    <a:pt x="861" y="235121"/>
                  </a:lnTo>
                  <a:lnTo>
                    <a:pt x="84354" y="235121"/>
                  </a:lnTo>
                  <a:lnTo>
                    <a:pt x="84354" y="229959"/>
                  </a:lnTo>
                  <a:cubicBezTo>
                    <a:pt x="62066" y="228582"/>
                    <a:pt x="57820" y="225141"/>
                    <a:pt x="57820" y="206214"/>
                  </a:cubicBezTo>
                  <a:lnTo>
                    <a:pt x="57820" y="772"/>
                  </a:lnTo>
                  <a:lnTo>
                    <a:pt x="56405" y="84"/>
                  </a:lnTo>
                  <a:cubicBezTo>
                    <a:pt x="38008" y="5934"/>
                    <a:pt x="24565" y="9375"/>
                    <a:pt x="153" y="15225"/>
                  </a:cubicBezTo>
                  <a:lnTo>
                    <a:pt x="153" y="20731"/>
                  </a:ln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1" name="Freeform: Shape 2120">
              <a:extLst>
                <a:ext uri="{FF2B5EF4-FFF2-40B4-BE49-F238E27FC236}">
                  <a16:creationId xmlns:a16="http://schemas.microsoft.com/office/drawing/2014/main" id="{5A226DF2-D53B-198B-6923-7B2B6E24F248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>
            <a:xfrm>
              <a:off x="8102936" y="5317726"/>
              <a:ext cx="141159" cy="161738"/>
            </a:xfrm>
            <a:custGeom>
              <a:avLst/>
              <a:gdLst>
                <a:gd name="connsiteX0" fmla="*/ 135656 w 141159"/>
                <a:gd name="connsiteY0" fmla="*/ 101945 h 161738"/>
                <a:gd name="connsiteX1" fmla="*/ 80819 w 141159"/>
                <a:gd name="connsiteY1" fmla="*/ 138078 h 161738"/>
                <a:gd name="connsiteX2" fmla="*/ 35181 w 141159"/>
                <a:gd name="connsiteY2" fmla="*/ 108483 h 161738"/>
                <a:gd name="connsiteX3" fmla="*/ 25629 w 141159"/>
                <a:gd name="connsiteY3" fmla="*/ 63059 h 161738"/>
                <a:gd name="connsiteX4" fmla="*/ 134594 w 141159"/>
                <a:gd name="connsiteY4" fmla="*/ 63059 h 161738"/>
                <a:gd name="connsiteX5" fmla="*/ 119382 w 141159"/>
                <a:gd name="connsiteY5" fmla="*/ 19699 h 161738"/>
                <a:gd name="connsiteX6" fmla="*/ 74097 w 141159"/>
                <a:gd name="connsiteY6" fmla="*/ 84 h 161738"/>
                <a:gd name="connsiteX7" fmla="*/ 26336 w 141159"/>
                <a:gd name="connsiteY7" fmla="*/ 17979 h 161738"/>
                <a:gd name="connsiteX8" fmla="*/ 156 w 141159"/>
                <a:gd name="connsiteY8" fmla="*/ 84739 h 161738"/>
                <a:gd name="connsiteX9" fmla="*/ 66314 w 141159"/>
                <a:gd name="connsiteY9" fmla="*/ 161822 h 161738"/>
                <a:gd name="connsiteX10" fmla="*/ 141316 w 141159"/>
                <a:gd name="connsiteY10" fmla="*/ 104354 h 161738"/>
                <a:gd name="connsiteX11" fmla="*/ 135656 w 141159"/>
                <a:gd name="connsiteY11" fmla="*/ 101945 h 161738"/>
                <a:gd name="connsiteX12" fmla="*/ 26336 w 141159"/>
                <a:gd name="connsiteY12" fmla="*/ 52047 h 161738"/>
                <a:gd name="connsiteX13" fmla="*/ 63838 w 141159"/>
                <a:gd name="connsiteY13" fmla="*/ 12473 h 161738"/>
                <a:gd name="connsiteX14" fmla="*/ 98508 w 141159"/>
                <a:gd name="connsiteY14" fmla="*/ 52047 h 161738"/>
                <a:gd name="connsiteX15" fmla="*/ 26336 w 141159"/>
                <a:gd name="connsiteY15" fmla="*/ 52047 h 16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1159" h="161738">
                  <a:moveTo>
                    <a:pt x="135656" y="101945"/>
                  </a:moveTo>
                  <a:cubicBezTo>
                    <a:pt x="118674" y="128098"/>
                    <a:pt x="103461" y="138078"/>
                    <a:pt x="80819" y="138078"/>
                  </a:cubicBezTo>
                  <a:cubicBezTo>
                    <a:pt x="60654" y="138078"/>
                    <a:pt x="45441" y="128098"/>
                    <a:pt x="35181" y="108483"/>
                  </a:cubicBezTo>
                  <a:cubicBezTo>
                    <a:pt x="28813" y="95406"/>
                    <a:pt x="26336" y="84050"/>
                    <a:pt x="25629" y="63059"/>
                  </a:cubicBezTo>
                  <a:lnTo>
                    <a:pt x="134594" y="63059"/>
                  </a:lnTo>
                  <a:cubicBezTo>
                    <a:pt x="131764" y="40691"/>
                    <a:pt x="128226" y="30711"/>
                    <a:pt x="119382" y="19699"/>
                  </a:cubicBezTo>
                  <a:cubicBezTo>
                    <a:pt x="108768" y="7311"/>
                    <a:pt x="92494" y="84"/>
                    <a:pt x="74097" y="84"/>
                  </a:cubicBezTo>
                  <a:cubicBezTo>
                    <a:pt x="56408" y="84"/>
                    <a:pt x="39780" y="6278"/>
                    <a:pt x="26336" y="17979"/>
                  </a:cubicBezTo>
                  <a:cubicBezTo>
                    <a:pt x="9709" y="32088"/>
                    <a:pt x="156" y="56520"/>
                    <a:pt x="156" y="84739"/>
                  </a:cubicBezTo>
                  <a:cubicBezTo>
                    <a:pt x="156" y="132228"/>
                    <a:pt x="25629" y="161822"/>
                    <a:pt x="66314" y="161822"/>
                  </a:cubicBezTo>
                  <a:cubicBezTo>
                    <a:pt x="99924" y="161822"/>
                    <a:pt x="126457" y="141519"/>
                    <a:pt x="141316" y="104354"/>
                  </a:cubicBezTo>
                  <a:lnTo>
                    <a:pt x="135656" y="101945"/>
                  </a:lnTo>
                  <a:close/>
                  <a:moveTo>
                    <a:pt x="26336" y="52047"/>
                  </a:moveTo>
                  <a:cubicBezTo>
                    <a:pt x="30228" y="25205"/>
                    <a:pt x="42257" y="12473"/>
                    <a:pt x="63838" y="12473"/>
                  </a:cubicBezTo>
                  <a:cubicBezTo>
                    <a:pt x="85418" y="12473"/>
                    <a:pt x="93909" y="22108"/>
                    <a:pt x="98508" y="52047"/>
                  </a:cubicBezTo>
                  <a:lnTo>
                    <a:pt x="26336" y="52047"/>
                  </a:ln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2" name="Freeform: Shape 2121">
              <a:extLst>
                <a:ext uri="{FF2B5EF4-FFF2-40B4-BE49-F238E27FC236}">
                  <a16:creationId xmlns:a16="http://schemas.microsoft.com/office/drawing/2014/main" id="{1D9B5F68-83C1-3499-36F2-F86BE06C2069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>
            <a:xfrm>
              <a:off x="8253528" y="5317726"/>
              <a:ext cx="116748" cy="158297"/>
            </a:xfrm>
            <a:custGeom>
              <a:avLst/>
              <a:gdLst>
                <a:gd name="connsiteX0" fmla="*/ 868 w 116748"/>
                <a:gd name="connsiteY0" fmla="*/ 24173 h 158297"/>
                <a:gd name="connsiteX1" fmla="*/ 13251 w 116748"/>
                <a:gd name="connsiteY1" fmla="*/ 22796 h 158297"/>
                <a:gd name="connsiteX2" fmla="*/ 25279 w 116748"/>
                <a:gd name="connsiteY2" fmla="*/ 43444 h 158297"/>
                <a:gd name="connsiteX3" fmla="*/ 25279 w 116748"/>
                <a:gd name="connsiteY3" fmla="*/ 129475 h 158297"/>
                <a:gd name="connsiteX4" fmla="*/ 161 w 116748"/>
                <a:gd name="connsiteY4" fmla="*/ 153219 h 158297"/>
                <a:gd name="connsiteX5" fmla="*/ 161 w 116748"/>
                <a:gd name="connsiteY5" fmla="*/ 158381 h 158297"/>
                <a:gd name="connsiteX6" fmla="*/ 85069 w 116748"/>
                <a:gd name="connsiteY6" fmla="*/ 158381 h 158297"/>
                <a:gd name="connsiteX7" fmla="*/ 85069 w 116748"/>
                <a:gd name="connsiteY7" fmla="*/ 153219 h 158297"/>
                <a:gd name="connsiteX8" fmla="*/ 54997 w 116748"/>
                <a:gd name="connsiteY8" fmla="*/ 127410 h 158297"/>
                <a:gd name="connsiteX9" fmla="*/ 54997 w 116748"/>
                <a:gd name="connsiteY9" fmla="*/ 49982 h 158297"/>
                <a:gd name="connsiteX10" fmla="*/ 79762 w 116748"/>
                <a:gd name="connsiteY10" fmla="*/ 21764 h 158297"/>
                <a:gd name="connsiteX11" fmla="*/ 88961 w 116748"/>
                <a:gd name="connsiteY11" fmla="*/ 26926 h 158297"/>
                <a:gd name="connsiteX12" fmla="*/ 103112 w 116748"/>
                <a:gd name="connsiteY12" fmla="*/ 33808 h 158297"/>
                <a:gd name="connsiteX13" fmla="*/ 116909 w 116748"/>
                <a:gd name="connsiteY13" fmla="*/ 18323 h 158297"/>
                <a:gd name="connsiteX14" fmla="*/ 97451 w 116748"/>
                <a:gd name="connsiteY14" fmla="*/ 84 h 158297"/>
                <a:gd name="connsiteX15" fmla="*/ 54997 w 116748"/>
                <a:gd name="connsiteY15" fmla="*/ 32432 h 158297"/>
                <a:gd name="connsiteX16" fmla="*/ 54997 w 116748"/>
                <a:gd name="connsiteY16" fmla="*/ 772 h 158297"/>
                <a:gd name="connsiteX17" fmla="*/ 53228 w 116748"/>
                <a:gd name="connsiteY17" fmla="*/ 84 h 158297"/>
                <a:gd name="connsiteX18" fmla="*/ 868 w 116748"/>
                <a:gd name="connsiteY18" fmla="*/ 18667 h 158297"/>
                <a:gd name="connsiteX19" fmla="*/ 868 w 116748"/>
                <a:gd name="connsiteY19" fmla="*/ 24173 h 158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16748" h="158297">
                  <a:moveTo>
                    <a:pt x="868" y="24173"/>
                  </a:moveTo>
                  <a:cubicBezTo>
                    <a:pt x="5821" y="23140"/>
                    <a:pt x="9005" y="22796"/>
                    <a:pt x="13251" y="22796"/>
                  </a:cubicBezTo>
                  <a:cubicBezTo>
                    <a:pt x="22095" y="22796"/>
                    <a:pt x="25279" y="28302"/>
                    <a:pt x="25279" y="43444"/>
                  </a:cubicBezTo>
                  <a:lnTo>
                    <a:pt x="25279" y="129475"/>
                  </a:lnTo>
                  <a:cubicBezTo>
                    <a:pt x="25279" y="146681"/>
                    <a:pt x="22803" y="149090"/>
                    <a:pt x="161" y="153219"/>
                  </a:cubicBezTo>
                  <a:lnTo>
                    <a:pt x="161" y="158381"/>
                  </a:lnTo>
                  <a:lnTo>
                    <a:pt x="85069" y="158381"/>
                  </a:lnTo>
                  <a:lnTo>
                    <a:pt x="85069" y="153219"/>
                  </a:lnTo>
                  <a:cubicBezTo>
                    <a:pt x="61012" y="152187"/>
                    <a:pt x="54997" y="147025"/>
                    <a:pt x="54997" y="127410"/>
                  </a:cubicBezTo>
                  <a:lnTo>
                    <a:pt x="54997" y="49982"/>
                  </a:lnTo>
                  <a:cubicBezTo>
                    <a:pt x="54997" y="38970"/>
                    <a:pt x="70210" y="21764"/>
                    <a:pt x="79762" y="21764"/>
                  </a:cubicBezTo>
                  <a:cubicBezTo>
                    <a:pt x="81885" y="21764"/>
                    <a:pt x="85069" y="23485"/>
                    <a:pt x="88961" y="26926"/>
                  </a:cubicBezTo>
                  <a:cubicBezTo>
                    <a:pt x="94621" y="31744"/>
                    <a:pt x="98513" y="33808"/>
                    <a:pt x="103112" y="33808"/>
                  </a:cubicBezTo>
                  <a:cubicBezTo>
                    <a:pt x="111603" y="33808"/>
                    <a:pt x="116909" y="27958"/>
                    <a:pt x="116909" y="18323"/>
                  </a:cubicBezTo>
                  <a:cubicBezTo>
                    <a:pt x="116909" y="6967"/>
                    <a:pt x="109480" y="84"/>
                    <a:pt x="97451" y="84"/>
                  </a:cubicBezTo>
                  <a:cubicBezTo>
                    <a:pt x="82592" y="84"/>
                    <a:pt x="72333" y="7999"/>
                    <a:pt x="54997" y="32432"/>
                  </a:cubicBezTo>
                  <a:lnTo>
                    <a:pt x="54997" y="772"/>
                  </a:lnTo>
                  <a:lnTo>
                    <a:pt x="53228" y="84"/>
                  </a:lnTo>
                  <a:cubicBezTo>
                    <a:pt x="34478" y="7655"/>
                    <a:pt x="21742" y="12128"/>
                    <a:pt x="868" y="18667"/>
                  </a:cubicBezTo>
                  <a:lnTo>
                    <a:pt x="868" y="24173"/>
                  </a:ln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3" name="Freeform: Shape 2122">
              <a:extLst>
                <a:ext uri="{FF2B5EF4-FFF2-40B4-BE49-F238E27FC236}">
                  <a16:creationId xmlns:a16="http://schemas.microsoft.com/office/drawing/2014/main" id="{64666174-3171-6246-FDD8-53314264CA63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>
            <a:xfrm>
              <a:off x="8397959" y="5243396"/>
              <a:ext cx="49175" cy="83622"/>
            </a:xfrm>
            <a:custGeom>
              <a:avLst/>
              <a:gdLst>
                <a:gd name="connsiteX0" fmla="*/ 9716 w 49175"/>
                <a:gd name="connsiteY0" fmla="*/ 83705 h 83622"/>
                <a:gd name="connsiteX1" fmla="*/ 49340 w 49175"/>
                <a:gd name="connsiteY1" fmla="*/ 30710 h 83622"/>
                <a:gd name="connsiteX2" fmla="*/ 21037 w 49175"/>
                <a:gd name="connsiteY2" fmla="*/ 83 h 83622"/>
                <a:gd name="connsiteX3" fmla="*/ 164 w 49175"/>
                <a:gd name="connsiteY3" fmla="*/ 19698 h 83622"/>
                <a:gd name="connsiteX4" fmla="*/ 21037 w 49175"/>
                <a:gd name="connsiteY4" fmla="*/ 37249 h 83622"/>
                <a:gd name="connsiteX5" fmla="*/ 27759 w 49175"/>
                <a:gd name="connsiteY5" fmla="*/ 36560 h 83622"/>
                <a:gd name="connsiteX6" fmla="*/ 30589 w 49175"/>
                <a:gd name="connsiteY6" fmla="*/ 35872 h 83622"/>
                <a:gd name="connsiteX7" fmla="*/ 35542 w 49175"/>
                <a:gd name="connsiteY7" fmla="*/ 40690 h 83622"/>
                <a:gd name="connsiteX8" fmla="*/ 6532 w 49175"/>
                <a:gd name="connsiteY8" fmla="*/ 77167 h 83622"/>
                <a:gd name="connsiteX9" fmla="*/ 9716 w 49175"/>
                <a:gd name="connsiteY9" fmla="*/ 83705 h 83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9175" h="83622">
                  <a:moveTo>
                    <a:pt x="9716" y="83705"/>
                  </a:moveTo>
                  <a:cubicBezTo>
                    <a:pt x="33420" y="72349"/>
                    <a:pt x="49340" y="51358"/>
                    <a:pt x="49340" y="30710"/>
                  </a:cubicBezTo>
                  <a:cubicBezTo>
                    <a:pt x="49340" y="13504"/>
                    <a:pt x="36957" y="83"/>
                    <a:pt x="21037" y="83"/>
                  </a:cubicBezTo>
                  <a:cubicBezTo>
                    <a:pt x="8655" y="83"/>
                    <a:pt x="164" y="7998"/>
                    <a:pt x="164" y="19698"/>
                  </a:cubicBezTo>
                  <a:cubicBezTo>
                    <a:pt x="164" y="30710"/>
                    <a:pt x="8301" y="37249"/>
                    <a:pt x="21037" y="37249"/>
                  </a:cubicBezTo>
                  <a:cubicBezTo>
                    <a:pt x="23160" y="37249"/>
                    <a:pt x="25636" y="36905"/>
                    <a:pt x="27759" y="36560"/>
                  </a:cubicBezTo>
                  <a:cubicBezTo>
                    <a:pt x="30236" y="35872"/>
                    <a:pt x="30236" y="35872"/>
                    <a:pt x="30589" y="35872"/>
                  </a:cubicBezTo>
                  <a:cubicBezTo>
                    <a:pt x="33420" y="35872"/>
                    <a:pt x="35542" y="37937"/>
                    <a:pt x="35542" y="40690"/>
                  </a:cubicBezTo>
                  <a:cubicBezTo>
                    <a:pt x="35542" y="52046"/>
                    <a:pt x="25636" y="64434"/>
                    <a:pt x="6532" y="77167"/>
                  </a:cubicBezTo>
                  <a:lnTo>
                    <a:pt x="9716" y="83705"/>
                  </a:ln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4" name="Freeform: Shape 2123">
              <a:extLst>
                <a:ext uri="{FF2B5EF4-FFF2-40B4-BE49-F238E27FC236}">
                  <a16:creationId xmlns:a16="http://schemas.microsoft.com/office/drawing/2014/main" id="{DDDDF685-DD38-85BF-7433-DF238C8A606C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>
            <a:xfrm>
              <a:off x="8486775" y="5318070"/>
              <a:ext cx="105073" cy="161394"/>
            </a:xfrm>
            <a:custGeom>
              <a:avLst/>
              <a:gdLst>
                <a:gd name="connsiteX0" fmla="*/ 93566 w 105073"/>
                <a:gd name="connsiteY0" fmla="*/ 49982 h 161394"/>
                <a:gd name="connsiteX1" fmla="*/ 92151 w 105073"/>
                <a:gd name="connsiteY1" fmla="*/ 3181 h 161394"/>
                <a:gd name="connsiteX2" fmla="*/ 88259 w 105073"/>
                <a:gd name="connsiteY2" fmla="*/ 3181 h 161394"/>
                <a:gd name="connsiteX3" fmla="*/ 87552 w 105073"/>
                <a:gd name="connsiteY3" fmla="*/ 3869 h 161394"/>
                <a:gd name="connsiteX4" fmla="*/ 82599 w 105073"/>
                <a:gd name="connsiteY4" fmla="*/ 6622 h 161394"/>
                <a:gd name="connsiteX5" fmla="*/ 73046 w 105073"/>
                <a:gd name="connsiteY5" fmla="*/ 4214 h 161394"/>
                <a:gd name="connsiteX6" fmla="*/ 48281 w 105073"/>
                <a:gd name="connsiteY6" fmla="*/ 84 h 161394"/>
                <a:gd name="connsiteX7" fmla="*/ 167 w 105073"/>
                <a:gd name="connsiteY7" fmla="*/ 42411 h 161394"/>
                <a:gd name="connsiteX8" fmla="*/ 41560 w 105073"/>
                <a:gd name="connsiteY8" fmla="*/ 91965 h 161394"/>
                <a:gd name="connsiteX9" fmla="*/ 62079 w 105073"/>
                <a:gd name="connsiteY9" fmla="*/ 103321 h 161394"/>
                <a:gd name="connsiteX10" fmla="*/ 80476 w 105073"/>
                <a:gd name="connsiteY10" fmla="*/ 129131 h 161394"/>
                <a:gd name="connsiteX11" fmla="*/ 51112 w 105073"/>
                <a:gd name="connsiteY11" fmla="*/ 153908 h 161394"/>
                <a:gd name="connsiteX12" fmla="*/ 21394 w 105073"/>
                <a:gd name="connsiteY12" fmla="*/ 141863 h 161394"/>
                <a:gd name="connsiteX13" fmla="*/ 6181 w 105073"/>
                <a:gd name="connsiteY13" fmla="*/ 105730 h 161394"/>
                <a:gd name="connsiteX14" fmla="*/ 521 w 105073"/>
                <a:gd name="connsiteY14" fmla="*/ 105730 h 161394"/>
                <a:gd name="connsiteX15" fmla="*/ 521 w 105073"/>
                <a:gd name="connsiteY15" fmla="*/ 159414 h 161394"/>
                <a:gd name="connsiteX16" fmla="*/ 5120 w 105073"/>
                <a:gd name="connsiteY16" fmla="*/ 159414 h 161394"/>
                <a:gd name="connsiteX17" fmla="*/ 13257 w 105073"/>
                <a:gd name="connsiteY17" fmla="*/ 155284 h 161394"/>
                <a:gd name="connsiteX18" fmla="*/ 29531 w 105073"/>
                <a:gd name="connsiteY18" fmla="*/ 158037 h 161394"/>
                <a:gd name="connsiteX19" fmla="*/ 55357 w 105073"/>
                <a:gd name="connsiteY19" fmla="*/ 161478 h 161394"/>
                <a:gd name="connsiteX20" fmla="*/ 105241 w 105073"/>
                <a:gd name="connsiteY20" fmla="*/ 117430 h 161394"/>
                <a:gd name="connsiteX21" fmla="*/ 75523 w 105073"/>
                <a:gd name="connsiteY21" fmla="*/ 76480 h 161394"/>
                <a:gd name="connsiteX22" fmla="*/ 37314 w 105073"/>
                <a:gd name="connsiteY22" fmla="*/ 54456 h 161394"/>
                <a:gd name="connsiteX23" fmla="*/ 22101 w 105073"/>
                <a:gd name="connsiteY23" fmla="*/ 31055 h 161394"/>
                <a:gd name="connsiteX24" fmla="*/ 49343 w 105073"/>
                <a:gd name="connsiteY24" fmla="*/ 7655 h 161394"/>
                <a:gd name="connsiteX25" fmla="*/ 88259 w 105073"/>
                <a:gd name="connsiteY25" fmla="*/ 49982 h 161394"/>
                <a:gd name="connsiteX26" fmla="*/ 93566 w 105073"/>
                <a:gd name="connsiteY26" fmla="*/ 49982 h 161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05073" h="161394">
                  <a:moveTo>
                    <a:pt x="93566" y="49982"/>
                  </a:moveTo>
                  <a:lnTo>
                    <a:pt x="92151" y="3181"/>
                  </a:lnTo>
                  <a:lnTo>
                    <a:pt x="88259" y="3181"/>
                  </a:lnTo>
                  <a:lnTo>
                    <a:pt x="87552" y="3869"/>
                  </a:lnTo>
                  <a:cubicBezTo>
                    <a:pt x="84368" y="6278"/>
                    <a:pt x="84014" y="6622"/>
                    <a:pt x="82599" y="6622"/>
                  </a:cubicBezTo>
                  <a:cubicBezTo>
                    <a:pt x="80476" y="6622"/>
                    <a:pt x="76938" y="5934"/>
                    <a:pt x="73046" y="4214"/>
                  </a:cubicBezTo>
                  <a:cubicBezTo>
                    <a:pt x="65263" y="1461"/>
                    <a:pt x="57480" y="84"/>
                    <a:pt x="48281" y="84"/>
                  </a:cubicBezTo>
                  <a:cubicBezTo>
                    <a:pt x="20333" y="84"/>
                    <a:pt x="167" y="17634"/>
                    <a:pt x="167" y="42411"/>
                  </a:cubicBezTo>
                  <a:cubicBezTo>
                    <a:pt x="167" y="61682"/>
                    <a:pt x="11488" y="75447"/>
                    <a:pt x="41560" y="91965"/>
                  </a:cubicBezTo>
                  <a:lnTo>
                    <a:pt x="62079" y="103321"/>
                  </a:lnTo>
                  <a:cubicBezTo>
                    <a:pt x="74462" y="110204"/>
                    <a:pt x="80476" y="118463"/>
                    <a:pt x="80476" y="129131"/>
                  </a:cubicBezTo>
                  <a:cubicBezTo>
                    <a:pt x="80476" y="144272"/>
                    <a:pt x="69155" y="153908"/>
                    <a:pt x="51112" y="153908"/>
                  </a:cubicBezTo>
                  <a:cubicBezTo>
                    <a:pt x="39083" y="153908"/>
                    <a:pt x="28116" y="149434"/>
                    <a:pt x="21394" y="141863"/>
                  </a:cubicBezTo>
                  <a:cubicBezTo>
                    <a:pt x="13964" y="133260"/>
                    <a:pt x="10780" y="125345"/>
                    <a:pt x="6181" y="105730"/>
                  </a:cubicBezTo>
                  <a:lnTo>
                    <a:pt x="521" y="105730"/>
                  </a:lnTo>
                  <a:lnTo>
                    <a:pt x="521" y="159414"/>
                  </a:lnTo>
                  <a:lnTo>
                    <a:pt x="5120" y="159414"/>
                  </a:lnTo>
                  <a:cubicBezTo>
                    <a:pt x="7596" y="155972"/>
                    <a:pt x="9011" y="155284"/>
                    <a:pt x="13257" y="155284"/>
                  </a:cubicBezTo>
                  <a:cubicBezTo>
                    <a:pt x="16441" y="155284"/>
                    <a:pt x="21394" y="155972"/>
                    <a:pt x="29531" y="158037"/>
                  </a:cubicBezTo>
                  <a:cubicBezTo>
                    <a:pt x="39437" y="160102"/>
                    <a:pt x="48989" y="161478"/>
                    <a:pt x="55357" y="161478"/>
                  </a:cubicBezTo>
                  <a:cubicBezTo>
                    <a:pt x="82599" y="161478"/>
                    <a:pt x="105241" y="141519"/>
                    <a:pt x="105241" y="117430"/>
                  </a:cubicBezTo>
                  <a:cubicBezTo>
                    <a:pt x="105241" y="100224"/>
                    <a:pt x="96750" y="88868"/>
                    <a:pt x="75523" y="76480"/>
                  </a:cubicBezTo>
                  <a:lnTo>
                    <a:pt x="37314" y="54456"/>
                  </a:lnTo>
                  <a:cubicBezTo>
                    <a:pt x="27408" y="48950"/>
                    <a:pt x="22101" y="40347"/>
                    <a:pt x="22101" y="31055"/>
                  </a:cubicBezTo>
                  <a:cubicBezTo>
                    <a:pt x="22101" y="17290"/>
                    <a:pt x="33069" y="7655"/>
                    <a:pt x="49343" y="7655"/>
                  </a:cubicBezTo>
                  <a:cubicBezTo>
                    <a:pt x="69509" y="7655"/>
                    <a:pt x="80122" y="19355"/>
                    <a:pt x="88259" y="49982"/>
                  </a:cubicBezTo>
                  <a:lnTo>
                    <a:pt x="93566" y="49982"/>
                  </a:ln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5" name="Freeform: Shape 2124">
              <a:extLst>
                <a:ext uri="{FF2B5EF4-FFF2-40B4-BE49-F238E27FC236}">
                  <a16:creationId xmlns:a16="http://schemas.microsoft.com/office/drawing/2014/main" id="{199C5208-FC59-1FA2-FB60-05896DFD573A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>
            <a:xfrm>
              <a:off x="8701305" y="5317726"/>
              <a:ext cx="268522" cy="158297"/>
            </a:xfrm>
            <a:custGeom>
              <a:avLst/>
              <a:gdLst>
                <a:gd name="connsiteX0" fmla="*/ 1235 w 268522"/>
                <a:gd name="connsiteY0" fmla="*/ 21420 h 158297"/>
                <a:gd name="connsiteX1" fmla="*/ 12556 w 268522"/>
                <a:gd name="connsiteY1" fmla="*/ 20043 h 158297"/>
                <a:gd name="connsiteX2" fmla="*/ 24939 w 268522"/>
                <a:gd name="connsiteY2" fmla="*/ 42067 h 158297"/>
                <a:gd name="connsiteX3" fmla="*/ 24939 w 268522"/>
                <a:gd name="connsiteY3" fmla="*/ 129131 h 158297"/>
                <a:gd name="connsiteX4" fmla="*/ 174 w 268522"/>
                <a:gd name="connsiteY4" fmla="*/ 153219 h 158297"/>
                <a:gd name="connsiteX5" fmla="*/ 174 w 268522"/>
                <a:gd name="connsiteY5" fmla="*/ 158381 h 158297"/>
                <a:gd name="connsiteX6" fmla="*/ 78714 w 268522"/>
                <a:gd name="connsiteY6" fmla="*/ 158381 h 158297"/>
                <a:gd name="connsiteX7" fmla="*/ 78714 w 268522"/>
                <a:gd name="connsiteY7" fmla="*/ 153219 h 158297"/>
                <a:gd name="connsiteX8" fmla="*/ 54656 w 268522"/>
                <a:gd name="connsiteY8" fmla="*/ 135325 h 158297"/>
                <a:gd name="connsiteX9" fmla="*/ 54656 w 268522"/>
                <a:gd name="connsiteY9" fmla="*/ 38282 h 158297"/>
                <a:gd name="connsiteX10" fmla="*/ 59963 w 268522"/>
                <a:gd name="connsiteY10" fmla="*/ 31744 h 158297"/>
                <a:gd name="connsiteX11" fmla="*/ 96403 w 268522"/>
                <a:gd name="connsiteY11" fmla="*/ 17979 h 158297"/>
                <a:gd name="connsiteX12" fmla="*/ 119753 w 268522"/>
                <a:gd name="connsiteY12" fmla="*/ 54112 h 158297"/>
                <a:gd name="connsiteX13" fmla="*/ 119753 w 268522"/>
                <a:gd name="connsiteY13" fmla="*/ 128787 h 158297"/>
                <a:gd name="connsiteX14" fmla="*/ 95695 w 268522"/>
                <a:gd name="connsiteY14" fmla="*/ 153219 h 158297"/>
                <a:gd name="connsiteX15" fmla="*/ 95695 w 268522"/>
                <a:gd name="connsiteY15" fmla="*/ 158381 h 158297"/>
                <a:gd name="connsiteX16" fmla="*/ 174943 w 268522"/>
                <a:gd name="connsiteY16" fmla="*/ 158381 h 158297"/>
                <a:gd name="connsiteX17" fmla="*/ 174943 w 268522"/>
                <a:gd name="connsiteY17" fmla="*/ 153219 h 158297"/>
                <a:gd name="connsiteX18" fmla="*/ 149471 w 268522"/>
                <a:gd name="connsiteY18" fmla="*/ 125689 h 158297"/>
                <a:gd name="connsiteX19" fmla="*/ 149471 w 268522"/>
                <a:gd name="connsiteY19" fmla="*/ 38970 h 158297"/>
                <a:gd name="connsiteX20" fmla="*/ 188033 w 268522"/>
                <a:gd name="connsiteY20" fmla="*/ 17979 h 158297"/>
                <a:gd name="connsiteX21" fmla="*/ 214567 w 268522"/>
                <a:gd name="connsiteY21" fmla="*/ 55832 h 158297"/>
                <a:gd name="connsiteX22" fmla="*/ 214567 w 268522"/>
                <a:gd name="connsiteY22" fmla="*/ 128442 h 158297"/>
                <a:gd name="connsiteX23" fmla="*/ 191217 w 268522"/>
                <a:gd name="connsiteY23" fmla="*/ 153219 h 158297"/>
                <a:gd name="connsiteX24" fmla="*/ 191217 w 268522"/>
                <a:gd name="connsiteY24" fmla="*/ 158381 h 158297"/>
                <a:gd name="connsiteX25" fmla="*/ 268696 w 268522"/>
                <a:gd name="connsiteY25" fmla="*/ 158381 h 158297"/>
                <a:gd name="connsiteX26" fmla="*/ 268696 w 268522"/>
                <a:gd name="connsiteY26" fmla="*/ 153219 h 158297"/>
                <a:gd name="connsiteX27" fmla="*/ 259498 w 268522"/>
                <a:gd name="connsiteY27" fmla="*/ 152531 h 158297"/>
                <a:gd name="connsiteX28" fmla="*/ 244285 w 268522"/>
                <a:gd name="connsiteY28" fmla="*/ 132228 h 158297"/>
                <a:gd name="connsiteX29" fmla="*/ 244285 w 268522"/>
                <a:gd name="connsiteY29" fmla="*/ 61338 h 158297"/>
                <a:gd name="connsiteX30" fmla="*/ 203246 w 268522"/>
                <a:gd name="connsiteY30" fmla="*/ 84 h 158297"/>
                <a:gd name="connsiteX31" fmla="*/ 145579 w 268522"/>
                <a:gd name="connsiteY31" fmla="*/ 28990 h 158297"/>
                <a:gd name="connsiteX32" fmla="*/ 108078 w 268522"/>
                <a:gd name="connsiteY32" fmla="*/ 84 h 158297"/>
                <a:gd name="connsiteX33" fmla="*/ 53241 w 268522"/>
                <a:gd name="connsiteY33" fmla="*/ 26582 h 158297"/>
                <a:gd name="connsiteX34" fmla="*/ 53241 w 268522"/>
                <a:gd name="connsiteY34" fmla="*/ 772 h 158297"/>
                <a:gd name="connsiteX35" fmla="*/ 50765 w 268522"/>
                <a:gd name="connsiteY35" fmla="*/ 84 h 158297"/>
                <a:gd name="connsiteX36" fmla="*/ 1235 w 268522"/>
                <a:gd name="connsiteY36" fmla="*/ 15570 h 158297"/>
                <a:gd name="connsiteX37" fmla="*/ 1235 w 268522"/>
                <a:gd name="connsiteY37" fmla="*/ 21420 h 158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68522" h="158297">
                  <a:moveTo>
                    <a:pt x="1235" y="21420"/>
                  </a:moveTo>
                  <a:cubicBezTo>
                    <a:pt x="5834" y="20387"/>
                    <a:pt x="8665" y="20043"/>
                    <a:pt x="12556" y="20043"/>
                  </a:cubicBezTo>
                  <a:cubicBezTo>
                    <a:pt x="21755" y="20043"/>
                    <a:pt x="24939" y="25549"/>
                    <a:pt x="24939" y="42067"/>
                  </a:cubicBezTo>
                  <a:lnTo>
                    <a:pt x="24939" y="129131"/>
                  </a:lnTo>
                  <a:cubicBezTo>
                    <a:pt x="24939" y="147713"/>
                    <a:pt x="19986" y="152875"/>
                    <a:pt x="174" y="153219"/>
                  </a:cubicBezTo>
                  <a:lnTo>
                    <a:pt x="174" y="158381"/>
                  </a:lnTo>
                  <a:lnTo>
                    <a:pt x="78714" y="158381"/>
                  </a:lnTo>
                  <a:lnTo>
                    <a:pt x="78714" y="153219"/>
                  </a:lnTo>
                  <a:cubicBezTo>
                    <a:pt x="59963" y="152531"/>
                    <a:pt x="54656" y="148746"/>
                    <a:pt x="54656" y="135325"/>
                  </a:cubicBezTo>
                  <a:lnTo>
                    <a:pt x="54656" y="38282"/>
                  </a:lnTo>
                  <a:cubicBezTo>
                    <a:pt x="54656" y="37594"/>
                    <a:pt x="57487" y="34152"/>
                    <a:pt x="59963" y="31744"/>
                  </a:cubicBezTo>
                  <a:cubicBezTo>
                    <a:pt x="68808" y="23829"/>
                    <a:pt x="84021" y="17979"/>
                    <a:pt x="96403" y="17979"/>
                  </a:cubicBezTo>
                  <a:cubicBezTo>
                    <a:pt x="111970" y="17979"/>
                    <a:pt x="119753" y="30023"/>
                    <a:pt x="119753" y="54112"/>
                  </a:cubicBezTo>
                  <a:lnTo>
                    <a:pt x="119753" y="128787"/>
                  </a:lnTo>
                  <a:cubicBezTo>
                    <a:pt x="119753" y="148057"/>
                    <a:pt x="115861" y="151843"/>
                    <a:pt x="95695" y="153219"/>
                  </a:cubicBezTo>
                  <a:lnTo>
                    <a:pt x="95695" y="158381"/>
                  </a:lnTo>
                  <a:lnTo>
                    <a:pt x="174943" y="158381"/>
                  </a:lnTo>
                  <a:lnTo>
                    <a:pt x="174943" y="153219"/>
                  </a:lnTo>
                  <a:cubicBezTo>
                    <a:pt x="154777" y="152875"/>
                    <a:pt x="149471" y="147025"/>
                    <a:pt x="149471" y="125689"/>
                  </a:cubicBezTo>
                  <a:lnTo>
                    <a:pt x="149471" y="38970"/>
                  </a:lnTo>
                  <a:cubicBezTo>
                    <a:pt x="160084" y="24173"/>
                    <a:pt x="171759" y="17979"/>
                    <a:pt x="188033" y="17979"/>
                  </a:cubicBezTo>
                  <a:cubicBezTo>
                    <a:pt x="208199" y="17979"/>
                    <a:pt x="214567" y="27270"/>
                    <a:pt x="214567" y="55832"/>
                  </a:cubicBezTo>
                  <a:lnTo>
                    <a:pt x="214567" y="128442"/>
                  </a:lnTo>
                  <a:cubicBezTo>
                    <a:pt x="214567" y="148057"/>
                    <a:pt x="211737" y="150810"/>
                    <a:pt x="191217" y="153219"/>
                  </a:cubicBezTo>
                  <a:lnTo>
                    <a:pt x="191217" y="158381"/>
                  </a:lnTo>
                  <a:lnTo>
                    <a:pt x="268696" y="158381"/>
                  </a:lnTo>
                  <a:lnTo>
                    <a:pt x="268696" y="153219"/>
                  </a:lnTo>
                  <a:lnTo>
                    <a:pt x="259498" y="152531"/>
                  </a:lnTo>
                  <a:cubicBezTo>
                    <a:pt x="248884" y="151843"/>
                    <a:pt x="244285" y="145649"/>
                    <a:pt x="244285" y="132228"/>
                  </a:cubicBezTo>
                  <a:lnTo>
                    <a:pt x="244285" y="61338"/>
                  </a:lnTo>
                  <a:cubicBezTo>
                    <a:pt x="244285" y="20732"/>
                    <a:pt x="230487" y="84"/>
                    <a:pt x="203246" y="84"/>
                  </a:cubicBezTo>
                  <a:cubicBezTo>
                    <a:pt x="182726" y="84"/>
                    <a:pt x="164683" y="9031"/>
                    <a:pt x="145579" y="28990"/>
                  </a:cubicBezTo>
                  <a:cubicBezTo>
                    <a:pt x="139211" y="9375"/>
                    <a:pt x="127182" y="84"/>
                    <a:pt x="108078" y="84"/>
                  </a:cubicBezTo>
                  <a:cubicBezTo>
                    <a:pt x="92511" y="84"/>
                    <a:pt x="82605" y="4902"/>
                    <a:pt x="53241" y="26582"/>
                  </a:cubicBezTo>
                  <a:lnTo>
                    <a:pt x="53241" y="772"/>
                  </a:lnTo>
                  <a:lnTo>
                    <a:pt x="50765" y="84"/>
                  </a:lnTo>
                  <a:cubicBezTo>
                    <a:pt x="32722" y="6622"/>
                    <a:pt x="20693" y="10408"/>
                    <a:pt x="1235" y="15570"/>
                  </a:cubicBezTo>
                  <a:lnTo>
                    <a:pt x="1235" y="21420"/>
                  </a:ln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6" name="Freeform: Shape 2125">
              <a:extLst>
                <a:ext uri="{FF2B5EF4-FFF2-40B4-BE49-F238E27FC236}">
                  <a16:creationId xmlns:a16="http://schemas.microsoft.com/office/drawing/2014/main" id="{D6A50140-D87D-233F-0172-5E1398B9C3A1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>
            <a:xfrm>
              <a:off x="8980762" y="5317726"/>
              <a:ext cx="141159" cy="161738"/>
            </a:xfrm>
            <a:custGeom>
              <a:avLst/>
              <a:gdLst>
                <a:gd name="connsiteX0" fmla="*/ 135680 w 141159"/>
                <a:gd name="connsiteY0" fmla="*/ 101945 h 161738"/>
                <a:gd name="connsiteX1" fmla="*/ 80844 w 141159"/>
                <a:gd name="connsiteY1" fmla="*/ 138078 h 161738"/>
                <a:gd name="connsiteX2" fmla="*/ 35206 w 141159"/>
                <a:gd name="connsiteY2" fmla="*/ 108483 h 161738"/>
                <a:gd name="connsiteX3" fmla="*/ 25653 w 141159"/>
                <a:gd name="connsiteY3" fmla="*/ 63059 h 161738"/>
                <a:gd name="connsiteX4" fmla="*/ 134619 w 141159"/>
                <a:gd name="connsiteY4" fmla="*/ 63059 h 161738"/>
                <a:gd name="connsiteX5" fmla="*/ 119406 w 141159"/>
                <a:gd name="connsiteY5" fmla="*/ 19699 h 161738"/>
                <a:gd name="connsiteX6" fmla="*/ 74122 w 141159"/>
                <a:gd name="connsiteY6" fmla="*/ 84 h 161738"/>
                <a:gd name="connsiteX7" fmla="*/ 26361 w 141159"/>
                <a:gd name="connsiteY7" fmla="*/ 17979 h 161738"/>
                <a:gd name="connsiteX8" fmla="*/ 181 w 141159"/>
                <a:gd name="connsiteY8" fmla="*/ 84739 h 161738"/>
                <a:gd name="connsiteX9" fmla="*/ 66339 w 141159"/>
                <a:gd name="connsiteY9" fmla="*/ 161822 h 161738"/>
                <a:gd name="connsiteX10" fmla="*/ 141341 w 141159"/>
                <a:gd name="connsiteY10" fmla="*/ 104354 h 161738"/>
                <a:gd name="connsiteX11" fmla="*/ 135680 w 141159"/>
                <a:gd name="connsiteY11" fmla="*/ 101945 h 161738"/>
                <a:gd name="connsiteX12" fmla="*/ 26361 w 141159"/>
                <a:gd name="connsiteY12" fmla="*/ 52047 h 161738"/>
                <a:gd name="connsiteX13" fmla="*/ 63862 w 141159"/>
                <a:gd name="connsiteY13" fmla="*/ 12473 h 161738"/>
                <a:gd name="connsiteX14" fmla="*/ 98533 w 141159"/>
                <a:gd name="connsiteY14" fmla="*/ 52047 h 161738"/>
                <a:gd name="connsiteX15" fmla="*/ 26361 w 141159"/>
                <a:gd name="connsiteY15" fmla="*/ 52047 h 16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1159" h="161738">
                  <a:moveTo>
                    <a:pt x="135680" y="101945"/>
                  </a:moveTo>
                  <a:cubicBezTo>
                    <a:pt x="118699" y="128098"/>
                    <a:pt x="103486" y="138078"/>
                    <a:pt x="80844" y="138078"/>
                  </a:cubicBezTo>
                  <a:cubicBezTo>
                    <a:pt x="60678" y="138078"/>
                    <a:pt x="45465" y="128098"/>
                    <a:pt x="35206" y="108483"/>
                  </a:cubicBezTo>
                  <a:cubicBezTo>
                    <a:pt x="28838" y="95406"/>
                    <a:pt x="26361" y="84050"/>
                    <a:pt x="25653" y="63059"/>
                  </a:cubicBezTo>
                  <a:lnTo>
                    <a:pt x="134619" y="63059"/>
                  </a:lnTo>
                  <a:cubicBezTo>
                    <a:pt x="131789" y="40691"/>
                    <a:pt x="128251" y="30711"/>
                    <a:pt x="119406" y="19699"/>
                  </a:cubicBezTo>
                  <a:cubicBezTo>
                    <a:pt x="108793" y="7311"/>
                    <a:pt x="92519" y="84"/>
                    <a:pt x="74122" y="84"/>
                  </a:cubicBezTo>
                  <a:cubicBezTo>
                    <a:pt x="56433" y="84"/>
                    <a:pt x="39805" y="6278"/>
                    <a:pt x="26361" y="17979"/>
                  </a:cubicBezTo>
                  <a:cubicBezTo>
                    <a:pt x="9733" y="32088"/>
                    <a:pt x="181" y="56520"/>
                    <a:pt x="181" y="84739"/>
                  </a:cubicBezTo>
                  <a:cubicBezTo>
                    <a:pt x="181" y="132228"/>
                    <a:pt x="25653" y="161822"/>
                    <a:pt x="66339" y="161822"/>
                  </a:cubicBezTo>
                  <a:cubicBezTo>
                    <a:pt x="99948" y="161822"/>
                    <a:pt x="126482" y="141519"/>
                    <a:pt x="141341" y="104354"/>
                  </a:cubicBezTo>
                  <a:lnTo>
                    <a:pt x="135680" y="101945"/>
                  </a:lnTo>
                  <a:close/>
                  <a:moveTo>
                    <a:pt x="26361" y="52047"/>
                  </a:moveTo>
                  <a:cubicBezTo>
                    <a:pt x="30253" y="25205"/>
                    <a:pt x="42281" y="12473"/>
                    <a:pt x="63862" y="12473"/>
                  </a:cubicBezTo>
                  <a:cubicBezTo>
                    <a:pt x="85443" y="12473"/>
                    <a:pt x="93934" y="22108"/>
                    <a:pt x="98533" y="52047"/>
                  </a:cubicBezTo>
                  <a:lnTo>
                    <a:pt x="26361" y="52047"/>
                  </a:ln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7" name="Freeform: Shape 2126">
              <a:extLst>
                <a:ext uri="{FF2B5EF4-FFF2-40B4-BE49-F238E27FC236}">
                  <a16:creationId xmlns:a16="http://schemas.microsoft.com/office/drawing/2014/main" id="{93DA05CB-5CDC-4212-5491-858EF8135F94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>
            <a:xfrm>
              <a:off x="9134184" y="5276776"/>
              <a:ext cx="94106" cy="202689"/>
            </a:xfrm>
            <a:custGeom>
              <a:avLst/>
              <a:gdLst>
                <a:gd name="connsiteX0" fmla="*/ 85801 w 94106"/>
                <a:gd name="connsiteY0" fmla="*/ 44476 h 202689"/>
                <a:gd name="connsiteX1" fmla="*/ 50069 w 94106"/>
                <a:gd name="connsiteY1" fmla="*/ 44476 h 202689"/>
                <a:gd name="connsiteX2" fmla="*/ 50069 w 94106"/>
                <a:gd name="connsiteY2" fmla="*/ 4558 h 202689"/>
                <a:gd name="connsiteX3" fmla="*/ 47592 w 94106"/>
                <a:gd name="connsiteY3" fmla="*/ 84 h 202689"/>
                <a:gd name="connsiteX4" fmla="*/ 40517 w 94106"/>
                <a:gd name="connsiteY4" fmla="*/ 9719 h 202689"/>
                <a:gd name="connsiteX5" fmla="*/ 6200 w 94106"/>
                <a:gd name="connsiteY5" fmla="*/ 46541 h 202689"/>
                <a:gd name="connsiteX6" fmla="*/ 185 w 94106"/>
                <a:gd name="connsiteY6" fmla="*/ 53079 h 202689"/>
                <a:gd name="connsiteX7" fmla="*/ 1600 w 94106"/>
                <a:gd name="connsiteY7" fmla="*/ 55488 h 202689"/>
                <a:gd name="connsiteX8" fmla="*/ 20351 w 94106"/>
                <a:gd name="connsiteY8" fmla="*/ 55488 h 202689"/>
                <a:gd name="connsiteX9" fmla="*/ 20351 w 94106"/>
                <a:gd name="connsiteY9" fmla="*/ 159069 h 202689"/>
                <a:gd name="connsiteX10" fmla="*/ 51838 w 94106"/>
                <a:gd name="connsiteY10" fmla="*/ 202773 h 202689"/>
                <a:gd name="connsiteX11" fmla="*/ 94292 w 94106"/>
                <a:gd name="connsiteY11" fmla="*/ 176620 h 202689"/>
                <a:gd name="connsiteX12" fmla="*/ 89693 w 94106"/>
                <a:gd name="connsiteY12" fmla="*/ 172834 h 202689"/>
                <a:gd name="connsiteX13" fmla="*/ 68466 w 94106"/>
                <a:gd name="connsiteY13" fmla="*/ 184879 h 202689"/>
                <a:gd name="connsiteX14" fmla="*/ 50069 w 94106"/>
                <a:gd name="connsiteY14" fmla="*/ 153907 h 202689"/>
                <a:gd name="connsiteX15" fmla="*/ 50069 w 94106"/>
                <a:gd name="connsiteY15" fmla="*/ 55488 h 202689"/>
                <a:gd name="connsiteX16" fmla="*/ 85801 w 94106"/>
                <a:gd name="connsiteY16" fmla="*/ 55488 h 202689"/>
                <a:gd name="connsiteX17" fmla="*/ 85801 w 94106"/>
                <a:gd name="connsiteY17" fmla="*/ 44476 h 202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106" h="202689">
                  <a:moveTo>
                    <a:pt x="85801" y="44476"/>
                  </a:moveTo>
                  <a:lnTo>
                    <a:pt x="50069" y="44476"/>
                  </a:lnTo>
                  <a:lnTo>
                    <a:pt x="50069" y="4558"/>
                  </a:lnTo>
                  <a:cubicBezTo>
                    <a:pt x="50069" y="1116"/>
                    <a:pt x="49715" y="84"/>
                    <a:pt x="47592" y="84"/>
                  </a:cubicBezTo>
                  <a:cubicBezTo>
                    <a:pt x="45116" y="3181"/>
                    <a:pt x="42993" y="6278"/>
                    <a:pt x="40517" y="9719"/>
                  </a:cubicBezTo>
                  <a:cubicBezTo>
                    <a:pt x="27073" y="28646"/>
                    <a:pt x="11860" y="45164"/>
                    <a:pt x="6200" y="46541"/>
                  </a:cubicBezTo>
                  <a:cubicBezTo>
                    <a:pt x="2308" y="48950"/>
                    <a:pt x="185" y="51358"/>
                    <a:pt x="185" y="53079"/>
                  </a:cubicBezTo>
                  <a:cubicBezTo>
                    <a:pt x="185" y="54111"/>
                    <a:pt x="539" y="54800"/>
                    <a:pt x="1600" y="55488"/>
                  </a:cubicBezTo>
                  <a:lnTo>
                    <a:pt x="20351" y="55488"/>
                  </a:lnTo>
                  <a:lnTo>
                    <a:pt x="20351" y="159069"/>
                  </a:lnTo>
                  <a:cubicBezTo>
                    <a:pt x="20351" y="187976"/>
                    <a:pt x="30964" y="202773"/>
                    <a:pt x="51838" y="202773"/>
                  </a:cubicBezTo>
                  <a:cubicBezTo>
                    <a:pt x="69173" y="202773"/>
                    <a:pt x="82617" y="194514"/>
                    <a:pt x="94292" y="176620"/>
                  </a:cubicBezTo>
                  <a:lnTo>
                    <a:pt x="89693" y="172834"/>
                  </a:lnTo>
                  <a:cubicBezTo>
                    <a:pt x="82263" y="181437"/>
                    <a:pt x="76249" y="184879"/>
                    <a:pt x="68466" y="184879"/>
                  </a:cubicBezTo>
                  <a:cubicBezTo>
                    <a:pt x="55376" y="184879"/>
                    <a:pt x="50069" y="175587"/>
                    <a:pt x="50069" y="153907"/>
                  </a:cubicBezTo>
                  <a:lnTo>
                    <a:pt x="50069" y="55488"/>
                  </a:lnTo>
                  <a:lnTo>
                    <a:pt x="85801" y="55488"/>
                  </a:lnTo>
                  <a:lnTo>
                    <a:pt x="85801" y="44476"/>
                  </a:ln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8" name="Freeform: Shape 2127">
              <a:extLst>
                <a:ext uri="{FF2B5EF4-FFF2-40B4-BE49-F238E27FC236}">
                  <a16:creationId xmlns:a16="http://schemas.microsoft.com/office/drawing/2014/main" id="{09BC821D-723C-1941-0928-E7F5BB761CD6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>
            <a:xfrm>
              <a:off x="9231486" y="5240987"/>
              <a:ext cx="169108" cy="235036"/>
            </a:xfrm>
            <a:custGeom>
              <a:avLst/>
              <a:gdLst>
                <a:gd name="connsiteX0" fmla="*/ 52548 w 169108"/>
                <a:gd name="connsiteY0" fmla="*/ 117086 h 235036"/>
                <a:gd name="connsiteX1" fmla="*/ 91818 w 169108"/>
                <a:gd name="connsiteY1" fmla="*/ 95406 h 235036"/>
                <a:gd name="connsiteX2" fmla="*/ 118352 w 169108"/>
                <a:gd name="connsiteY2" fmla="*/ 131883 h 235036"/>
                <a:gd name="connsiteX3" fmla="*/ 118352 w 169108"/>
                <a:gd name="connsiteY3" fmla="*/ 200020 h 235036"/>
                <a:gd name="connsiteX4" fmla="*/ 94295 w 169108"/>
                <a:gd name="connsiteY4" fmla="*/ 229959 h 235036"/>
                <a:gd name="connsiteX5" fmla="*/ 94295 w 169108"/>
                <a:gd name="connsiteY5" fmla="*/ 235121 h 235036"/>
                <a:gd name="connsiteX6" fmla="*/ 169297 w 169108"/>
                <a:gd name="connsiteY6" fmla="*/ 235121 h 235036"/>
                <a:gd name="connsiteX7" fmla="*/ 169297 w 169108"/>
                <a:gd name="connsiteY7" fmla="*/ 229959 h 235036"/>
                <a:gd name="connsiteX8" fmla="*/ 148070 w 169108"/>
                <a:gd name="connsiteY8" fmla="*/ 200020 h 235036"/>
                <a:gd name="connsiteX9" fmla="*/ 148070 w 169108"/>
                <a:gd name="connsiteY9" fmla="*/ 131539 h 235036"/>
                <a:gd name="connsiteX10" fmla="*/ 104555 w 169108"/>
                <a:gd name="connsiteY10" fmla="*/ 76824 h 235036"/>
                <a:gd name="connsiteX11" fmla="*/ 52548 w 169108"/>
                <a:gd name="connsiteY11" fmla="*/ 105730 h 235036"/>
                <a:gd name="connsiteX12" fmla="*/ 52548 w 169108"/>
                <a:gd name="connsiteY12" fmla="*/ 1116 h 235036"/>
                <a:gd name="connsiteX13" fmla="*/ 50779 w 169108"/>
                <a:gd name="connsiteY13" fmla="*/ 84 h 235036"/>
                <a:gd name="connsiteX14" fmla="*/ 10094 w 169108"/>
                <a:gd name="connsiteY14" fmla="*/ 12472 h 235036"/>
                <a:gd name="connsiteX15" fmla="*/ 542 w 169108"/>
                <a:gd name="connsiteY15" fmla="*/ 15225 h 235036"/>
                <a:gd name="connsiteX16" fmla="*/ 542 w 169108"/>
                <a:gd name="connsiteY16" fmla="*/ 20731 h 235036"/>
                <a:gd name="connsiteX17" fmla="*/ 4788 w 169108"/>
                <a:gd name="connsiteY17" fmla="*/ 20387 h 235036"/>
                <a:gd name="connsiteX18" fmla="*/ 22830 w 169108"/>
                <a:gd name="connsiteY18" fmla="*/ 37937 h 235036"/>
                <a:gd name="connsiteX19" fmla="*/ 22830 w 169108"/>
                <a:gd name="connsiteY19" fmla="*/ 200020 h 235036"/>
                <a:gd name="connsiteX20" fmla="*/ 188 w 169108"/>
                <a:gd name="connsiteY20" fmla="*/ 229959 h 235036"/>
                <a:gd name="connsiteX21" fmla="*/ 188 w 169108"/>
                <a:gd name="connsiteY21" fmla="*/ 235121 h 235036"/>
                <a:gd name="connsiteX22" fmla="*/ 76606 w 169108"/>
                <a:gd name="connsiteY22" fmla="*/ 235121 h 235036"/>
                <a:gd name="connsiteX23" fmla="*/ 76606 w 169108"/>
                <a:gd name="connsiteY23" fmla="*/ 229959 h 235036"/>
                <a:gd name="connsiteX24" fmla="*/ 52548 w 169108"/>
                <a:gd name="connsiteY24" fmla="*/ 200020 h 235036"/>
                <a:gd name="connsiteX25" fmla="*/ 52548 w 169108"/>
                <a:gd name="connsiteY25" fmla="*/ 117086 h 23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9108" h="235036">
                  <a:moveTo>
                    <a:pt x="52548" y="117086"/>
                  </a:moveTo>
                  <a:cubicBezTo>
                    <a:pt x="67407" y="101256"/>
                    <a:pt x="78021" y="95406"/>
                    <a:pt x="91818" y="95406"/>
                  </a:cubicBezTo>
                  <a:cubicBezTo>
                    <a:pt x="109508" y="95406"/>
                    <a:pt x="118352" y="107795"/>
                    <a:pt x="118352" y="131883"/>
                  </a:cubicBezTo>
                  <a:lnTo>
                    <a:pt x="118352" y="200020"/>
                  </a:lnTo>
                  <a:cubicBezTo>
                    <a:pt x="118352" y="223420"/>
                    <a:pt x="114814" y="227894"/>
                    <a:pt x="94295" y="229959"/>
                  </a:cubicBezTo>
                  <a:lnTo>
                    <a:pt x="94295" y="235121"/>
                  </a:lnTo>
                  <a:lnTo>
                    <a:pt x="169297" y="235121"/>
                  </a:lnTo>
                  <a:lnTo>
                    <a:pt x="169297" y="229959"/>
                  </a:lnTo>
                  <a:cubicBezTo>
                    <a:pt x="150193" y="226517"/>
                    <a:pt x="148070" y="223764"/>
                    <a:pt x="148070" y="200020"/>
                  </a:cubicBezTo>
                  <a:lnTo>
                    <a:pt x="148070" y="131539"/>
                  </a:lnTo>
                  <a:cubicBezTo>
                    <a:pt x="148070" y="95406"/>
                    <a:pt x="133211" y="76824"/>
                    <a:pt x="104555" y="76824"/>
                  </a:cubicBezTo>
                  <a:cubicBezTo>
                    <a:pt x="83681" y="76824"/>
                    <a:pt x="68822" y="85082"/>
                    <a:pt x="52548" y="105730"/>
                  </a:cubicBezTo>
                  <a:lnTo>
                    <a:pt x="52548" y="1116"/>
                  </a:lnTo>
                  <a:lnTo>
                    <a:pt x="50779" y="84"/>
                  </a:lnTo>
                  <a:cubicBezTo>
                    <a:pt x="38751" y="4213"/>
                    <a:pt x="29906" y="6966"/>
                    <a:pt x="10094" y="12472"/>
                  </a:cubicBezTo>
                  <a:lnTo>
                    <a:pt x="542" y="15225"/>
                  </a:lnTo>
                  <a:lnTo>
                    <a:pt x="542" y="20731"/>
                  </a:lnTo>
                  <a:cubicBezTo>
                    <a:pt x="1957" y="20387"/>
                    <a:pt x="3019" y="20387"/>
                    <a:pt x="4788" y="20387"/>
                  </a:cubicBezTo>
                  <a:cubicBezTo>
                    <a:pt x="20000" y="20387"/>
                    <a:pt x="22830" y="23140"/>
                    <a:pt x="22830" y="37937"/>
                  </a:cubicBezTo>
                  <a:lnTo>
                    <a:pt x="22830" y="200020"/>
                  </a:lnTo>
                  <a:cubicBezTo>
                    <a:pt x="22830" y="224109"/>
                    <a:pt x="20708" y="227206"/>
                    <a:pt x="188" y="229959"/>
                  </a:cubicBezTo>
                  <a:lnTo>
                    <a:pt x="188" y="235121"/>
                  </a:lnTo>
                  <a:lnTo>
                    <a:pt x="76606" y="235121"/>
                  </a:lnTo>
                  <a:lnTo>
                    <a:pt x="76606" y="229959"/>
                  </a:lnTo>
                  <a:cubicBezTo>
                    <a:pt x="56086" y="227894"/>
                    <a:pt x="52548" y="223764"/>
                    <a:pt x="52548" y="200020"/>
                  </a:cubicBezTo>
                  <a:lnTo>
                    <a:pt x="52548" y="117086"/>
                  </a:ln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9" name="Freeform: Shape 2128">
              <a:extLst>
                <a:ext uri="{FF2B5EF4-FFF2-40B4-BE49-F238E27FC236}">
                  <a16:creationId xmlns:a16="http://schemas.microsoft.com/office/drawing/2014/main" id="{CF77A726-E966-4DBD-7040-6F161B308A1E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>
            <a:xfrm>
              <a:off x="9416117" y="5317726"/>
              <a:ext cx="156018" cy="161738"/>
            </a:xfrm>
            <a:custGeom>
              <a:avLst/>
              <a:gdLst>
                <a:gd name="connsiteX0" fmla="*/ 78380 w 156018"/>
                <a:gd name="connsiteY0" fmla="*/ 84 h 161738"/>
                <a:gd name="connsiteX1" fmla="*/ 193 w 156018"/>
                <a:gd name="connsiteY1" fmla="*/ 80609 h 161738"/>
                <a:gd name="connsiteX2" fmla="*/ 77672 w 156018"/>
                <a:gd name="connsiteY2" fmla="*/ 161822 h 161738"/>
                <a:gd name="connsiteX3" fmla="*/ 156212 w 156018"/>
                <a:gd name="connsiteY3" fmla="*/ 77856 h 161738"/>
                <a:gd name="connsiteX4" fmla="*/ 78380 w 156018"/>
                <a:gd name="connsiteY4" fmla="*/ 84 h 161738"/>
                <a:gd name="connsiteX5" fmla="*/ 73780 w 156018"/>
                <a:gd name="connsiteY5" fmla="*/ 9720 h 161738"/>
                <a:gd name="connsiteX6" fmla="*/ 124372 w 156018"/>
                <a:gd name="connsiteY6" fmla="*/ 89900 h 161738"/>
                <a:gd name="connsiteX7" fmla="*/ 81917 w 156018"/>
                <a:gd name="connsiteY7" fmla="*/ 152187 h 161738"/>
                <a:gd name="connsiteX8" fmla="*/ 47600 w 156018"/>
                <a:gd name="connsiteY8" fmla="*/ 130163 h 161738"/>
                <a:gd name="connsiteX9" fmla="*/ 32034 w 156018"/>
                <a:gd name="connsiteY9" fmla="*/ 63747 h 161738"/>
                <a:gd name="connsiteX10" fmla="*/ 73780 w 156018"/>
                <a:gd name="connsiteY10" fmla="*/ 9720 h 16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56018" h="161738">
                  <a:moveTo>
                    <a:pt x="78380" y="84"/>
                  </a:moveTo>
                  <a:cubicBezTo>
                    <a:pt x="32388" y="84"/>
                    <a:pt x="193" y="33120"/>
                    <a:pt x="193" y="80609"/>
                  </a:cubicBezTo>
                  <a:cubicBezTo>
                    <a:pt x="193" y="127066"/>
                    <a:pt x="33095" y="161822"/>
                    <a:pt x="77672" y="161822"/>
                  </a:cubicBezTo>
                  <a:cubicBezTo>
                    <a:pt x="122249" y="161822"/>
                    <a:pt x="156212" y="125345"/>
                    <a:pt x="156212" y="77856"/>
                  </a:cubicBezTo>
                  <a:cubicBezTo>
                    <a:pt x="156212" y="32776"/>
                    <a:pt x="123664" y="84"/>
                    <a:pt x="78380" y="84"/>
                  </a:cubicBezTo>
                  <a:close/>
                  <a:moveTo>
                    <a:pt x="73780" y="9720"/>
                  </a:moveTo>
                  <a:cubicBezTo>
                    <a:pt x="103498" y="9720"/>
                    <a:pt x="124372" y="42755"/>
                    <a:pt x="124372" y="89900"/>
                  </a:cubicBezTo>
                  <a:cubicBezTo>
                    <a:pt x="124372" y="128787"/>
                    <a:pt x="108451" y="152187"/>
                    <a:pt x="81917" y="152187"/>
                  </a:cubicBezTo>
                  <a:cubicBezTo>
                    <a:pt x="68120" y="152187"/>
                    <a:pt x="55030" y="143928"/>
                    <a:pt x="47600" y="130163"/>
                  </a:cubicBezTo>
                  <a:cubicBezTo>
                    <a:pt x="37694" y="112269"/>
                    <a:pt x="32034" y="88180"/>
                    <a:pt x="32034" y="63747"/>
                  </a:cubicBezTo>
                  <a:cubicBezTo>
                    <a:pt x="32034" y="31055"/>
                    <a:pt x="48662" y="9720"/>
                    <a:pt x="73780" y="9720"/>
                  </a:cubicBez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0" name="Freeform: Shape 2129">
              <a:extLst>
                <a:ext uri="{FF2B5EF4-FFF2-40B4-BE49-F238E27FC236}">
                  <a16:creationId xmlns:a16="http://schemas.microsoft.com/office/drawing/2014/main" id="{528E2D31-176E-F9FA-9530-A4E6C464D881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>
            <a:xfrm>
              <a:off x="9592965" y="5240987"/>
              <a:ext cx="164155" cy="238478"/>
            </a:xfrm>
            <a:custGeom>
              <a:avLst/>
              <a:gdLst>
                <a:gd name="connsiteX0" fmla="*/ 112348 w 164155"/>
                <a:gd name="connsiteY0" fmla="*/ 238562 h 238478"/>
                <a:gd name="connsiteX1" fmla="*/ 164354 w 164155"/>
                <a:gd name="connsiteY1" fmla="*/ 220667 h 238478"/>
                <a:gd name="connsiteX2" fmla="*/ 164354 w 164155"/>
                <a:gd name="connsiteY2" fmla="*/ 215161 h 238478"/>
                <a:gd name="connsiteX3" fmla="*/ 156217 w 164155"/>
                <a:gd name="connsiteY3" fmla="*/ 215506 h 238478"/>
                <a:gd name="connsiteX4" fmla="*/ 140651 w 164155"/>
                <a:gd name="connsiteY4" fmla="*/ 195890 h 238478"/>
                <a:gd name="connsiteX5" fmla="*/ 140651 w 164155"/>
                <a:gd name="connsiteY5" fmla="*/ 772 h 238478"/>
                <a:gd name="connsiteX6" fmla="*/ 138882 w 164155"/>
                <a:gd name="connsiteY6" fmla="*/ 84 h 238478"/>
                <a:gd name="connsiteX7" fmla="*/ 86875 w 164155"/>
                <a:gd name="connsiteY7" fmla="*/ 15225 h 238478"/>
                <a:gd name="connsiteX8" fmla="*/ 86875 w 164155"/>
                <a:gd name="connsiteY8" fmla="*/ 20731 h 238478"/>
                <a:gd name="connsiteX9" fmla="*/ 94659 w 164155"/>
                <a:gd name="connsiteY9" fmla="*/ 20387 h 238478"/>
                <a:gd name="connsiteX10" fmla="*/ 110933 w 164155"/>
                <a:gd name="connsiteY10" fmla="*/ 37937 h 238478"/>
                <a:gd name="connsiteX11" fmla="*/ 110933 w 164155"/>
                <a:gd name="connsiteY11" fmla="*/ 91621 h 238478"/>
                <a:gd name="connsiteX12" fmla="*/ 73785 w 164155"/>
                <a:gd name="connsiteY12" fmla="*/ 76824 h 238478"/>
                <a:gd name="connsiteX13" fmla="*/ 198 w 164155"/>
                <a:gd name="connsiteY13" fmla="*/ 164575 h 238478"/>
                <a:gd name="connsiteX14" fmla="*/ 65648 w 164155"/>
                <a:gd name="connsiteY14" fmla="*/ 238562 h 238478"/>
                <a:gd name="connsiteX15" fmla="*/ 110933 w 164155"/>
                <a:gd name="connsiteY15" fmla="*/ 215506 h 238478"/>
                <a:gd name="connsiteX16" fmla="*/ 110933 w 164155"/>
                <a:gd name="connsiteY16" fmla="*/ 237529 h 238478"/>
                <a:gd name="connsiteX17" fmla="*/ 112348 w 164155"/>
                <a:gd name="connsiteY17" fmla="*/ 238562 h 238478"/>
                <a:gd name="connsiteX18" fmla="*/ 110933 w 164155"/>
                <a:gd name="connsiteY18" fmla="*/ 200020 h 238478"/>
                <a:gd name="connsiteX19" fmla="*/ 104918 w 164155"/>
                <a:gd name="connsiteY19" fmla="*/ 210344 h 238478"/>
                <a:gd name="connsiteX20" fmla="*/ 79446 w 164155"/>
                <a:gd name="connsiteY20" fmla="*/ 220667 h 238478"/>
                <a:gd name="connsiteX21" fmla="*/ 30624 w 164155"/>
                <a:gd name="connsiteY21" fmla="*/ 150810 h 238478"/>
                <a:gd name="connsiteX22" fmla="*/ 74847 w 164155"/>
                <a:gd name="connsiteY22" fmla="*/ 86459 h 238478"/>
                <a:gd name="connsiteX23" fmla="*/ 110933 w 164155"/>
                <a:gd name="connsiteY23" fmla="*/ 120871 h 238478"/>
                <a:gd name="connsiteX24" fmla="*/ 110933 w 164155"/>
                <a:gd name="connsiteY24" fmla="*/ 200020 h 23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4155" h="238478">
                  <a:moveTo>
                    <a:pt x="112348" y="238562"/>
                  </a:moveTo>
                  <a:lnTo>
                    <a:pt x="164354" y="220667"/>
                  </a:lnTo>
                  <a:lnTo>
                    <a:pt x="164354" y="215161"/>
                  </a:lnTo>
                  <a:cubicBezTo>
                    <a:pt x="157986" y="215506"/>
                    <a:pt x="157278" y="215506"/>
                    <a:pt x="156217" y="215506"/>
                  </a:cubicBezTo>
                  <a:cubicBezTo>
                    <a:pt x="143481" y="215506"/>
                    <a:pt x="140651" y="211720"/>
                    <a:pt x="140651" y="195890"/>
                  </a:cubicBezTo>
                  <a:lnTo>
                    <a:pt x="140651" y="772"/>
                  </a:lnTo>
                  <a:lnTo>
                    <a:pt x="138882" y="84"/>
                  </a:lnTo>
                  <a:cubicBezTo>
                    <a:pt x="121900" y="5934"/>
                    <a:pt x="109518" y="9375"/>
                    <a:pt x="86875" y="15225"/>
                  </a:cubicBezTo>
                  <a:lnTo>
                    <a:pt x="86875" y="20731"/>
                  </a:lnTo>
                  <a:cubicBezTo>
                    <a:pt x="89706" y="20387"/>
                    <a:pt x="91828" y="20387"/>
                    <a:pt x="94659" y="20387"/>
                  </a:cubicBezTo>
                  <a:cubicBezTo>
                    <a:pt x="107749" y="20387"/>
                    <a:pt x="110933" y="23828"/>
                    <a:pt x="110933" y="37937"/>
                  </a:cubicBezTo>
                  <a:lnTo>
                    <a:pt x="110933" y="91621"/>
                  </a:lnTo>
                  <a:cubicBezTo>
                    <a:pt x="97489" y="80609"/>
                    <a:pt x="87937" y="76824"/>
                    <a:pt x="73785" y="76824"/>
                  </a:cubicBezTo>
                  <a:cubicBezTo>
                    <a:pt x="33100" y="76824"/>
                    <a:pt x="198" y="115710"/>
                    <a:pt x="198" y="164575"/>
                  </a:cubicBezTo>
                  <a:cubicBezTo>
                    <a:pt x="198" y="208623"/>
                    <a:pt x="26732" y="238562"/>
                    <a:pt x="65648" y="238562"/>
                  </a:cubicBezTo>
                  <a:cubicBezTo>
                    <a:pt x="85460" y="238562"/>
                    <a:pt x="98904" y="231679"/>
                    <a:pt x="110933" y="215506"/>
                  </a:cubicBezTo>
                  <a:lnTo>
                    <a:pt x="110933" y="237529"/>
                  </a:lnTo>
                  <a:lnTo>
                    <a:pt x="112348" y="238562"/>
                  </a:lnTo>
                  <a:close/>
                  <a:moveTo>
                    <a:pt x="110933" y="200020"/>
                  </a:moveTo>
                  <a:cubicBezTo>
                    <a:pt x="110933" y="202429"/>
                    <a:pt x="108456" y="206558"/>
                    <a:pt x="104918" y="210344"/>
                  </a:cubicBezTo>
                  <a:cubicBezTo>
                    <a:pt x="98550" y="217226"/>
                    <a:pt x="89706" y="220667"/>
                    <a:pt x="79446" y="220667"/>
                  </a:cubicBezTo>
                  <a:cubicBezTo>
                    <a:pt x="50082" y="220667"/>
                    <a:pt x="30624" y="193137"/>
                    <a:pt x="30624" y="150810"/>
                  </a:cubicBezTo>
                  <a:cubicBezTo>
                    <a:pt x="30624" y="111924"/>
                    <a:pt x="47959" y="86459"/>
                    <a:pt x="74847" y="86459"/>
                  </a:cubicBezTo>
                  <a:cubicBezTo>
                    <a:pt x="93597" y="86459"/>
                    <a:pt x="110933" y="102633"/>
                    <a:pt x="110933" y="120871"/>
                  </a:cubicBezTo>
                  <a:lnTo>
                    <a:pt x="110933" y="200020"/>
                  </a:ln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1" name="Freeform: Shape 2130">
              <a:extLst>
                <a:ext uri="{FF2B5EF4-FFF2-40B4-BE49-F238E27FC236}">
                  <a16:creationId xmlns:a16="http://schemas.microsoft.com/office/drawing/2014/main" id="{6649B548-E4D2-889C-F3A8-4854733E32A1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>
            <a:xfrm>
              <a:off x="9789625" y="5318070"/>
              <a:ext cx="39270" cy="161738"/>
            </a:xfrm>
            <a:custGeom>
              <a:avLst/>
              <a:gdLst>
                <a:gd name="connsiteX0" fmla="*/ 19661 w 39270"/>
                <a:gd name="connsiteY0" fmla="*/ 84 h 161738"/>
                <a:gd name="connsiteX1" fmla="*/ 203 w 39270"/>
                <a:gd name="connsiteY1" fmla="*/ 19699 h 161738"/>
                <a:gd name="connsiteX2" fmla="*/ 19307 w 39270"/>
                <a:gd name="connsiteY2" fmla="*/ 38282 h 161738"/>
                <a:gd name="connsiteX3" fmla="*/ 39473 w 39270"/>
                <a:gd name="connsiteY3" fmla="*/ 19699 h 161738"/>
                <a:gd name="connsiteX4" fmla="*/ 19661 w 39270"/>
                <a:gd name="connsiteY4" fmla="*/ 84 h 161738"/>
                <a:gd name="connsiteX5" fmla="*/ 19661 w 39270"/>
                <a:gd name="connsiteY5" fmla="*/ 123625 h 161738"/>
                <a:gd name="connsiteX6" fmla="*/ 203 w 39270"/>
                <a:gd name="connsiteY6" fmla="*/ 143240 h 161738"/>
                <a:gd name="connsiteX7" fmla="*/ 19307 w 39270"/>
                <a:gd name="connsiteY7" fmla="*/ 161822 h 161738"/>
                <a:gd name="connsiteX8" fmla="*/ 39473 w 39270"/>
                <a:gd name="connsiteY8" fmla="*/ 143240 h 161738"/>
                <a:gd name="connsiteX9" fmla="*/ 19661 w 39270"/>
                <a:gd name="connsiteY9" fmla="*/ 123625 h 16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270" h="161738">
                  <a:moveTo>
                    <a:pt x="19661" y="84"/>
                  </a:moveTo>
                  <a:cubicBezTo>
                    <a:pt x="9048" y="84"/>
                    <a:pt x="203" y="9031"/>
                    <a:pt x="203" y="19699"/>
                  </a:cubicBezTo>
                  <a:cubicBezTo>
                    <a:pt x="203" y="29679"/>
                    <a:pt x="9048" y="38282"/>
                    <a:pt x="19307" y="38282"/>
                  </a:cubicBezTo>
                  <a:cubicBezTo>
                    <a:pt x="30275" y="38282"/>
                    <a:pt x="39473" y="29679"/>
                    <a:pt x="39473" y="19699"/>
                  </a:cubicBezTo>
                  <a:cubicBezTo>
                    <a:pt x="39473" y="9031"/>
                    <a:pt x="30275" y="84"/>
                    <a:pt x="19661" y="84"/>
                  </a:cubicBezTo>
                  <a:close/>
                  <a:moveTo>
                    <a:pt x="19661" y="123625"/>
                  </a:moveTo>
                  <a:cubicBezTo>
                    <a:pt x="9048" y="123625"/>
                    <a:pt x="203" y="132572"/>
                    <a:pt x="203" y="143240"/>
                  </a:cubicBezTo>
                  <a:cubicBezTo>
                    <a:pt x="203" y="153219"/>
                    <a:pt x="9048" y="161822"/>
                    <a:pt x="19307" y="161822"/>
                  </a:cubicBezTo>
                  <a:cubicBezTo>
                    <a:pt x="30275" y="161822"/>
                    <a:pt x="39473" y="153219"/>
                    <a:pt x="39473" y="143240"/>
                  </a:cubicBezTo>
                  <a:cubicBezTo>
                    <a:pt x="39473" y="132572"/>
                    <a:pt x="30275" y="123625"/>
                    <a:pt x="19661" y="123625"/>
                  </a:cubicBez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2" name="Freeform: Shape 2131">
              <a:extLst>
                <a:ext uri="{FF2B5EF4-FFF2-40B4-BE49-F238E27FC236}">
                  <a16:creationId xmlns:a16="http://schemas.microsoft.com/office/drawing/2014/main" id="{2F955B46-868B-40DA-4CD6-5D0C522C4BC2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>
            <a:xfrm>
              <a:off x="9930104" y="5324265"/>
              <a:ext cx="159202" cy="222648"/>
            </a:xfrm>
            <a:custGeom>
              <a:avLst/>
              <a:gdLst>
                <a:gd name="connsiteX0" fmla="*/ 14006 w 159202"/>
                <a:gd name="connsiteY0" fmla="*/ 14193 h 222648"/>
                <a:gd name="connsiteX1" fmla="*/ 24973 w 159202"/>
                <a:gd name="connsiteY1" fmla="*/ 12817 h 222648"/>
                <a:gd name="connsiteX2" fmla="*/ 66720 w 159202"/>
                <a:gd name="connsiteY2" fmla="*/ 80609 h 222648"/>
                <a:gd name="connsiteX3" fmla="*/ 81225 w 159202"/>
                <a:gd name="connsiteY3" fmla="*/ 149090 h 222648"/>
                <a:gd name="connsiteX4" fmla="*/ 73795 w 159202"/>
                <a:gd name="connsiteY4" fmla="*/ 166296 h 222648"/>
                <a:gd name="connsiteX5" fmla="*/ 51861 w 159202"/>
                <a:gd name="connsiteY5" fmla="*/ 193482 h 222648"/>
                <a:gd name="connsiteX6" fmla="*/ 35586 w 159202"/>
                <a:gd name="connsiteY6" fmla="*/ 203806 h 222648"/>
                <a:gd name="connsiteX7" fmla="*/ 27096 w 159202"/>
                <a:gd name="connsiteY7" fmla="*/ 200021 h 222648"/>
                <a:gd name="connsiteX8" fmla="*/ 14006 w 159202"/>
                <a:gd name="connsiteY8" fmla="*/ 194170 h 222648"/>
                <a:gd name="connsiteX9" fmla="*/ 208 w 159202"/>
                <a:gd name="connsiteY9" fmla="*/ 207591 h 222648"/>
                <a:gd name="connsiteX10" fmla="*/ 18251 w 159202"/>
                <a:gd name="connsiteY10" fmla="*/ 222733 h 222648"/>
                <a:gd name="connsiteX11" fmla="*/ 125448 w 159202"/>
                <a:gd name="connsiteY11" fmla="*/ 102978 h 222648"/>
                <a:gd name="connsiteX12" fmla="*/ 159411 w 159202"/>
                <a:gd name="connsiteY12" fmla="*/ 19011 h 222648"/>
                <a:gd name="connsiteX13" fmla="*/ 139953 w 159202"/>
                <a:gd name="connsiteY13" fmla="*/ 84 h 222648"/>
                <a:gd name="connsiteX14" fmla="*/ 126155 w 159202"/>
                <a:gd name="connsiteY14" fmla="*/ 12817 h 222648"/>
                <a:gd name="connsiteX15" fmla="*/ 136061 w 159202"/>
                <a:gd name="connsiteY15" fmla="*/ 26238 h 222648"/>
                <a:gd name="connsiteX16" fmla="*/ 145260 w 159202"/>
                <a:gd name="connsiteY16" fmla="*/ 37938 h 222648"/>
                <a:gd name="connsiteX17" fmla="*/ 102098 w 159202"/>
                <a:gd name="connsiteY17" fmla="*/ 127066 h 222648"/>
                <a:gd name="connsiteX18" fmla="*/ 95022 w 159202"/>
                <a:gd name="connsiteY18" fmla="*/ 87148 h 222648"/>
                <a:gd name="connsiteX19" fmla="*/ 64597 w 159202"/>
                <a:gd name="connsiteY19" fmla="*/ 84 h 222648"/>
                <a:gd name="connsiteX20" fmla="*/ 63182 w 159202"/>
                <a:gd name="connsiteY20" fmla="*/ 84 h 222648"/>
                <a:gd name="connsiteX21" fmla="*/ 59998 w 159202"/>
                <a:gd name="connsiteY21" fmla="*/ 429 h 222648"/>
                <a:gd name="connsiteX22" fmla="*/ 25327 w 159202"/>
                <a:gd name="connsiteY22" fmla="*/ 6279 h 222648"/>
                <a:gd name="connsiteX23" fmla="*/ 14006 w 159202"/>
                <a:gd name="connsiteY23" fmla="*/ 8343 h 222648"/>
                <a:gd name="connsiteX24" fmla="*/ 14006 w 159202"/>
                <a:gd name="connsiteY24" fmla="*/ 14193 h 222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9202" h="222648">
                  <a:moveTo>
                    <a:pt x="14006" y="14193"/>
                  </a:moveTo>
                  <a:cubicBezTo>
                    <a:pt x="18605" y="13161"/>
                    <a:pt x="21081" y="12817"/>
                    <a:pt x="24973" y="12817"/>
                  </a:cubicBezTo>
                  <a:cubicBezTo>
                    <a:pt x="45139" y="12817"/>
                    <a:pt x="50445" y="21420"/>
                    <a:pt x="66720" y="80609"/>
                  </a:cubicBezTo>
                  <a:cubicBezTo>
                    <a:pt x="72734" y="102978"/>
                    <a:pt x="81225" y="143240"/>
                    <a:pt x="81225" y="149090"/>
                  </a:cubicBezTo>
                  <a:cubicBezTo>
                    <a:pt x="81225" y="154596"/>
                    <a:pt x="79102" y="160102"/>
                    <a:pt x="73795" y="166296"/>
                  </a:cubicBezTo>
                  <a:cubicBezTo>
                    <a:pt x="62828" y="180405"/>
                    <a:pt x="55752" y="189353"/>
                    <a:pt x="51861" y="193482"/>
                  </a:cubicBezTo>
                  <a:cubicBezTo>
                    <a:pt x="44431" y="201053"/>
                    <a:pt x="40186" y="203806"/>
                    <a:pt x="35586" y="203806"/>
                  </a:cubicBezTo>
                  <a:cubicBezTo>
                    <a:pt x="33464" y="203806"/>
                    <a:pt x="30987" y="202773"/>
                    <a:pt x="27096" y="200021"/>
                  </a:cubicBezTo>
                  <a:cubicBezTo>
                    <a:pt x="21789" y="195891"/>
                    <a:pt x="17897" y="194170"/>
                    <a:pt x="14006" y="194170"/>
                  </a:cubicBezTo>
                  <a:cubicBezTo>
                    <a:pt x="6222" y="194170"/>
                    <a:pt x="208" y="200021"/>
                    <a:pt x="208" y="207591"/>
                  </a:cubicBezTo>
                  <a:cubicBezTo>
                    <a:pt x="208" y="216194"/>
                    <a:pt x="7991" y="222733"/>
                    <a:pt x="18251" y="222733"/>
                  </a:cubicBezTo>
                  <a:cubicBezTo>
                    <a:pt x="40893" y="222733"/>
                    <a:pt x="87239" y="171114"/>
                    <a:pt x="125448" y="102978"/>
                  </a:cubicBezTo>
                  <a:cubicBezTo>
                    <a:pt x="149505" y="60650"/>
                    <a:pt x="159411" y="35873"/>
                    <a:pt x="159411" y="19011"/>
                  </a:cubicBezTo>
                  <a:cubicBezTo>
                    <a:pt x="159411" y="8687"/>
                    <a:pt x="150566" y="84"/>
                    <a:pt x="139953" y="84"/>
                  </a:cubicBezTo>
                  <a:cubicBezTo>
                    <a:pt x="131816" y="84"/>
                    <a:pt x="126155" y="5246"/>
                    <a:pt x="126155" y="12817"/>
                  </a:cubicBezTo>
                  <a:cubicBezTo>
                    <a:pt x="126155" y="17979"/>
                    <a:pt x="128986" y="21764"/>
                    <a:pt x="136061" y="26238"/>
                  </a:cubicBezTo>
                  <a:cubicBezTo>
                    <a:pt x="142783" y="30023"/>
                    <a:pt x="145260" y="33120"/>
                    <a:pt x="145260" y="37938"/>
                  </a:cubicBezTo>
                  <a:cubicBezTo>
                    <a:pt x="145260" y="51703"/>
                    <a:pt x="132170" y="78545"/>
                    <a:pt x="102098" y="127066"/>
                  </a:cubicBezTo>
                  <a:lnTo>
                    <a:pt x="95022" y="87148"/>
                  </a:lnTo>
                  <a:cubicBezTo>
                    <a:pt x="89715" y="56865"/>
                    <a:pt x="69904" y="84"/>
                    <a:pt x="64597" y="84"/>
                  </a:cubicBezTo>
                  <a:lnTo>
                    <a:pt x="63182" y="84"/>
                  </a:lnTo>
                  <a:cubicBezTo>
                    <a:pt x="62828" y="429"/>
                    <a:pt x="61413" y="429"/>
                    <a:pt x="59998" y="429"/>
                  </a:cubicBezTo>
                  <a:cubicBezTo>
                    <a:pt x="56814" y="773"/>
                    <a:pt x="44077" y="2837"/>
                    <a:pt x="25327" y="6279"/>
                  </a:cubicBezTo>
                  <a:cubicBezTo>
                    <a:pt x="23558" y="6623"/>
                    <a:pt x="18959" y="7655"/>
                    <a:pt x="14006" y="8343"/>
                  </a:cubicBezTo>
                  <a:lnTo>
                    <a:pt x="14006" y="14193"/>
                  </a:ln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3" name="Freeform: Shape 2132">
              <a:extLst>
                <a:ext uri="{FF2B5EF4-FFF2-40B4-BE49-F238E27FC236}">
                  <a16:creationId xmlns:a16="http://schemas.microsoft.com/office/drawing/2014/main" id="{7E6F20A8-A60E-ABD4-44BB-AD3CFDCC82BF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>
            <a:xfrm>
              <a:off x="10109090" y="5361660"/>
              <a:ext cx="56287" cy="169343"/>
            </a:xfrm>
            <a:custGeom>
              <a:avLst/>
              <a:gdLst>
                <a:gd name="connsiteX0" fmla="*/ 45503 w 56287"/>
                <a:gd name="connsiteY0" fmla="*/ 137598 h 169343"/>
                <a:gd name="connsiteX1" fmla="*/ 34770 w 56287"/>
                <a:gd name="connsiteY1" fmla="*/ 150585 h 169343"/>
                <a:gd name="connsiteX2" fmla="*/ 24036 w 56287"/>
                <a:gd name="connsiteY2" fmla="*/ 157461 h 169343"/>
                <a:gd name="connsiteX3" fmla="*/ 19847 w 56287"/>
                <a:gd name="connsiteY3" fmla="*/ 153641 h 169343"/>
                <a:gd name="connsiteX4" fmla="*/ 22465 w 56287"/>
                <a:gd name="connsiteY4" fmla="*/ 142437 h 169343"/>
                <a:gd name="connsiteX5" fmla="*/ 23774 w 56287"/>
                <a:gd name="connsiteY5" fmla="*/ 137853 h 169343"/>
                <a:gd name="connsiteX6" fmla="*/ 23774 w 56287"/>
                <a:gd name="connsiteY6" fmla="*/ 137343 h 169343"/>
                <a:gd name="connsiteX7" fmla="*/ 24036 w 56287"/>
                <a:gd name="connsiteY7" fmla="*/ 136834 h 169343"/>
                <a:gd name="connsiteX8" fmla="*/ 47074 w 56287"/>
                <a:gd name="connsiteY8" fmla="*/ 54836 h 169343"/>
                <a:gd name="connsiteX9" fmla="*/ 46289 w 56287"/>
                <a:gd name="connsiteY9" fmla="*/ 54327 h 169343"/>
                <a:gd name="connsiteX10" fmla="*/ 4401 w 56287"/>
                <a:gd name="connsiteY10" fmla="*/ 60693 h 169343"/>
                <a:gd name="connsiteX11" fmla="*/ 4401 w 56287"/>
                <a:gd name="connsiteY11" fmla="*/ 64768 h 169343"/>
                <a:gd name="connsiteX12" fmla="*/ 20894 w 56287"/>
                <a:gd name="connsiteY12" fmla="*/ 70879 h 169343"/>
                <a:gd name="connsiteX13" fmla="*/ 18538 w 56287"/>
                <a:gd name="connsiteY13" fmla="*/ 82084 h 169343"/>
                <a:gd name="connsiteX14" fmla="*/ 5972 w 56287"/>
                <a:gd name="connsiteY14" fmla="*/ 127157 h 169343"/>
                <a:gd name="connsiteX15" fmla="*/ 212 w 56287"/>
                <a:gd name="connsiteY15" fmla="*/ 154914 h 169343"/>
                <a:gd name="connsiteX16" fmla="*/ 12255 w 56287"/>
                <a:gd name="connsiteY16" fmla="*/ 169430 h 169343"/>
                <a:gd name="connsiteX17" fmla="*/ 48907 w 56287"/>
                <a:gd name="connsiteY17" fmla="*/ 140399 h 169343"/>
                <a:gd name="connsiteX18" fmla="*/ 45503 w 56287"/>
                <a:gd name="connsiteY18" fmla="*/ 137598 h 169343"/>
                <a:gd name="connsiteX19" fmla="*/ 43409 w 56287"/>
                <a:gd name="connsiteY19" fmla="*/ 86 h 169343"/>
                <a:gd name="connsiteX20" fmla="*/ 31104 w 56287"/>
                <a:gd name="connsiteY20" fmla="*/ 13583 h 169343"/>
                <a:gd name="connsiteX21" fmla="*/ 43671 w 56287"/>
                <a:gd name="connsiteY21" fmla="*/ 27079 h 169343"/>
                <a:gd name="connsiteX22" fmla="*/ 56499 w 56287"/>
                <a:gd name="connsiteY22" fmla="*/ 14092 h 169343"/>
                <a:gd name="connsiteX23" fmla="*/ 43409 w 56287"/>
                <a:gd name="connsiteY23" fmla="*/ 86 h 169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6287" h="169343">
                  <a:moveTo>
                    <a:pt x="45503" y="137598"/>
                  </a:moveTo>
                  <a:cubicBezTo>
                    <a:pt x="39220" y="145747"/>
                    <a:pt x="37388" y="147784"/>
                    <a:pt x="34770" y="150585"/>
                  </a:cubicBezTo>
                  <a:cubicBezTo>
                    <a:pt x="30319" y="154914"/>
                    <a:pt x="26392" y="157461"/>
                    <a:pt x="24036" y="157461"/>
                  </a:cubicBezTo>
                  <a:cubicBezTo>
                    <a:pt x="21941" y="157461"/>
                    <a:pt x="19847" y="155424"/>
                    <a:pt x="19847" y="153641"/>
                  </a:cubicBezTo>
                  <a:cubicBezTo>
                    <a:pt x="19847" y="151095"/>
                    <a:pt x="20632" y="147275"/>
                    <a:pt x="22465" y="142437"/>
                  </a:cubicBezTo>
                  <a:cubicBezTo>
                    <a:pt x="22465" y="141673"/>
                    <a:pt x="23250" y="139890"/>
                    <a:pt x="23774" y="137853"/>
                  </a:cubicBezTo>
                  <a:lnTo>
                    <a:pt x="23774" y="137343"/>
                  </a:lnTo>
                  <a:lnTo>
                    <a:pt x="24036" y="136834"/>
                  </a:lnTo>
                  <a:lnTo>
                    <a:pt x="47074" y="54836"/>
                  </a:lnTo>
                  <a:lnTo>
                    <a:pt x="46289" y="54327"/>
                  </a:lnTo>
                  <a:cubicBezTo>
                    <a:pt x="19847" y="59165"/>
                    <a:pt x="14611" y="59929"/>
                    <a:pt x="4401" y="60693"/>
                  </a:cubicBezTo>
                  <a:lnTo>
                    <a:pt x="4401" y="64768"/>
                  </a:lnTo>
                  <a:cubicBezTo>
                    <a:pt x="18276" y="65022"/>
                    <a:pt x="20894" y="65786"/>
                    <a:pt x="20894" y="70879"/>
                  </a:cubicBezTo>
                  <a:cubicBezTo>
                    <a:pt x="20894" y="72917"/>
                    <a:pt x="20109" y="76991"/>
                    <a:pt x="18538" y="82084"/>
                  </a:cubicBezTo>
                  <a:lnTo>
                    <a:pt x="5972" y="127157"/>
                  </a:lnTo>
                  <a:cubicBezTo>
                    <a:pt x="1783" y="141927"/>
                    <a:pt x="212" y="149821"/>
                    <a:pt x="212" y="154914"/>
                  </a:cubicBezTo>
                  <a:cubicBezTo>
                    <a:pt x="212" y="164337"/>
                    <a:pt x="4401" y="169430"/>
                    <a:pt x="12255" y="169430"/>
                  </a:cubicBezTo>
                  <a:cubicBezTo>
                    <a:pt x="24298" y="169430"/>
                    <a:pt x="33984" y="161790"/>
                    <a:pt x="48907" y="140399"/>
                  </a:cubicBezTo>
                  <a:lnTo>
                    <a:pt x="45503" y="137598"/>
                  </a:lnTo>
                  <a:close/>
                  <a:moveTo>
                    <a:pt x="43409" y="86"/>
                  </a:moveTo>
                  <a:cubicBezTo>
                    <a:pt x="36340" y="86"/>
                    <a:pt x="31104" y="5943"/>
                    <a:pt x="31104" y="13583"/>
                  </a:cubicBezTo>
                  <a:cubicBezTo>
                    <a:pt x="31104" y="21732"/>
                    <a:pt x="36079" y="27079"/>
                    <a:pt x="43671" y="27079"/>
                  </a:cubicBezTo>
                  <a:cubicBezTo>
                    <a:pt x="50478" y="27079"/>
                    <a:pt x="56499" y="21222"/>
                    <a:pt x="56499" y="14092"/>
                  </a:cubicBezTo>
                  <a:cubicBezTo>
                    <a:pt x="56499" y="6707"/>
                    <a:pt x="50478" y="86"/>
                    <a:pt x="43409" y="86"/>
                  </a:cubicBezTo>
                  <a:close/>
                </a:path>
              </a:pathLst>
            </a:custGeom>
            <a:solidFill>
              <a:srgbClr val="000000"/>
            </a:solidFill>
            <a:ln w="356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4" name="Freeform: Shape 2133">
              <a:extLst>
                <a:ext uri="{FF2B5EF4-FFF2-40B4-BE49-F238E27FC236}">
                  <a16:creationId xmlns:a16="http://schemas.microsoft.com/office/drawing/2014/main" id="{1A861339-9129-5CDA-CB33-6A35D5292523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>
            <a:xfrm>
              <a:off x="10183974" y="5379740"/>
              <a:ext cx="174097" cy="169598"/>
            </a:xfrm>
            <a:custGeom>
              <a:avLst/>
              <a:gdLst>
                <a:gd name="connsiteX0" fmla="*/ 92630 w 174097"/>
                <a:gd name="connsiteY0" fmla="*/ 89978 h 169598"/>
                <a:gd name="connsiteX1" fmla="*/ 165672 w 174097"/>
                <a:gd name="connsiteY1" fmla="*/ 89978 h 169598"/>
                <a:gd name="connsiteX2" fmla="*/ 174311 w 174097"/>
                <a:gd name="connsiteY2" fmla="*/ 84885 h 169598"/>
                <a:gd name="connsiteX3" fmla="*/ 165672 w 174097"/>
                <a:gd name="connsiteY3" fmla="*/ 79792 h 169598"/>
                <a:gd name="connsiteX4" fmla="*/ 92630 w 174097"/>
                <a:gd name="connsiteY4" fmla="*/ 79792 h 169598"/>
                <a:gd name="connsiteX5" fmla="*/ 92630 w 174097"/>
                <a:gd name="connsiteY5" fmla="*/ 8490 h 169598"/>
                <a:gd name="connsiteX6" fmla="*/ 87394 w 174097"/>
                <a:gd name="connsiteY6" fmla="*/ 86 h 169598"/>
                <a:gd name="connsiteX7" fmla="*/ 82158 w 174097"/>
                <a:gd name="connsiteY7" fmla="*/ 8490 h 169598"/>
                <a:gd name="connsiteX8" fmla="*/ 82158 w 174097"/>
                <a:gd name="connsiteY8" fmla="*/ 79792 h 169598"/>
                <a:gd name="connsiteX9" fmla="*/ 8853 w 174097"/>
                <a:gd name="connsiteY9" fmla="*/ 79792 h 169598"/>
                <a:gd name="connsiteX10" fmla="*/ 214 w 174097"/>
                <a:gd name="connsiteY10" fmla="*/ 84885 h 169598"/>
                <a:gd name="connsiteX11" fmla="*/ 8853 w 174097"/>
                <a:gd name="connsiteY11" fmla="*/ 89978 h 169598"/>
                <a:gd name="connsiteX12" fmla="*/ 82158 w 174097"/>
                <a:gd name="connsiteY12" fmla="*/ 89978 h 169598"/>
                <a:gd name="connsiteX13" fmla="*/ 82158 w 174097"/>
                <a:gd name="connsiteY13" fmla="*/ 161281 h 169598"/>
                <a:gd name="connsiteX14" fmla="*/ 87394 w 174097"/>
                <a:gd name="connsiteY14" fmla="*/ 169684 h 169598"/>
                <a:gd name="connsiteX15" fmla="*/ 92630 w 174097"/>
                <a:gd name="connsiteY15" fmla="*/ 161281 h 169598"/>
                <a:gd name="connsiteX16" fmla="*/ 92630 w 174097"/>
                <a:gd name="connsiteY16" fmla="*/ 89978 h 1695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4097" h="169598">
                  <a:moveTo>
                    <a:pt x="92630" y="89978"/>
                  </a:moveTo>
                  <a:lnTo>
                    <a:pt x="165672" y="89978"/>
                  </a:lnTo>
                  <a:cubicBezTo>
                    <a:pt x="169337" y="89978"/>
                    <a:pt x="174311" y="89978"/>
                    <a:pt x="174311" y="84885"/>
                  </a:cubicBezTo>
                  <a:cubicBezTo>
                    <a:pt x="174311" y="79792"/>
                    <a:pt x="169337" y="79792"/>
                    <a:pt x="165672" y="79792"/>
                  </a:cubicBezTo>
                  <a:lnTo>
                    <a:pt x="92630" y="79792"/>
                  </a:lnTo>
                  <a:lnTo>
                    <a:pt x="92630" y="8490"/>
                  </a:lnTo>
                  <a:cubicBezTo>
                    <a:pt x="92630" y="4925"/>
                    <a:pt x="92630" y="86"/>
                    <a:pt x="87394" y="86"/>
                  </a:cubicBezTo>
                  <a:cubicBezTo>
                    <a:pt x="82158" y="86"/>
                    <a:pt x="82158" y="4925"/>
                    <a:pt x="82158" y="8490"/>
                  </a:cubicBezTo>
                  <a:lnTo>
                    <a:pt x="82158" y="79792"/>
                  </a:lnTo>
                  <a:lnTo>
                    <a:pt x="8853" y="79792"/>
                  </a:lnTo>
                  <a:cubicBezTo>
                    <a:pt x="5188" y="79792"/>
                    <a:pt x="214" y="79792"/>
                    <a:pt x="214" y="84885"/>
                  </a:cubicBezTo>
                  <a:cubicBezTo>
                    <a:pt x="214" y="89978"/>
                    <a:pt x="5188" y="89978"/>
                    <a:pt x="8853" y="89978"/>
                  </a:cubicBezTo>
                  <a:lnTo>
                    <a:pt x="82158" y="89978"/>
                  </a:lnTo>
                  <a:lnTo>
                    <a:pt x="82158" y="161281"/>
                  </a:lnTo>
                  <a:cubicBezTo>
                    <a:pt x="82158" y="164846"/>
                    <a:pt x="82158" y="169684"/>
                    <a:pt x="87394" y="169684"/>
                  </a:cubicBezTo>
                  <a:cubicBezTo>
                    <a:pt x="92630" y="169684"/>
                    <a:pt x="92630" y="164846"/>
                    <a:pt x="92630" y="161281"/>
                  </a:cubicBezTo>
                  <a:lnTo>
                    <a:pt x="92630" y="89978"/>
                  </a:lnTo>
                  <a:close/>
                </a:path>
              </a:pathLst>
            </a:custGeom>
            <a:solidFill>
              <a:srgbClr val="000000"/>
            </a:solidFill>
            <a:ln w="356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5" name="Freeform: Shape 2134">
              <a:extLst>
                <a:ext uri="{FF2B5EF4-FFF2-40B4-BE49-F238E27FC236}">
                  <a16:creationId xmlns:a16="http://schemas.microsoft.com/office/drawing/2014/main" id="{C7D384A2-0170-37D0-7DFB-C6E6EF304D0C}"/>
                </a:ext>
              </a:extLst>
            </p:cNvPr>
            <p:cNvSpPr/>
            <p:nvPr>
              <p:custDataLst>
                <p:tags r:id="rId43"/>
              </p:custDataLst>
            </p:nvPr>
          </p:nvSpPr>
          <p:spPr>
            <a:xfrm>
              <a:off x="10402552" y="5356057"/>
              <a:ext cx="74089" cy="172144"/>
            </a:xfrm>
            <a:custGeom>
              <a:avLst/>
              <a:gdLst>
                <a:gd name="connsiteX0" fmla="*/ 47344 w 74089"/>
                <a:gd name="connsiteY0" fmla="*/ 86 h 172144"/>
                <a:gd name="connsiteX1" fmla="*/ 220 w 74089"/>
                <a:gd name="connsiteY1" fmla="*/ 23259 h 172144"/>
                <a:gd name="connsiteX2" fmla="*/ 220 w 74089"/>
                <a:gd name="connsiteY2" fmla="*/ 26825 h 172144"/>
                <a:gd name="connsiteX3" fmla="*/ 7288 w 74089"/>
                <a:gd name="connsiteY3" fmla="*/ 24023 h 172144"/>
                <a:gd name="connsiteX4" fmla="*/ 19069 w 74089"/>
                <a:gd name="connsiteY4" fmla="*/ 21222 h 172144"/>
                <a:gd name="connsiteX5" fmla="*/ 26923 w 74089"/>
                <a:gd name="connsiteY5" fmla="*/ 33191 h 172144"/>
                <a:gd name="connsiteX6" fmla="*/ 26923 w 74089"/>
                <a:gd name="connsiteY6" fmla="*/ 148548 h 172144"/>
                <a:gd name="connsiteX7" fmla="*/ 20640 w 74089"/>
                <a:gd name="connsiteY7" fmla="*/ 165100 h 172144"/>
                <a:gd name="connsiteX8" fmla="*/ 2052 w 74089"/>
                <a:gd name="connsiteY8" fmla="*/ 168411 h 172144"/>
                <a:gd name="connsiteX9" fmla="*/ 2052 w 74089"/>
                <a:gd name="connsiteY9" fmla="*/ 172231 h 172144"/>
                <a:gd name="connsiteX10" fmla="*/ 74309 w 74089"/>
                <a:gd name="connsiteY10" fmla="*/ 172231 h 172144"/>
                <a:gd name="connsiteX11" fmla="*/ 74309 w 74089"/>
                <a:gd name="connsiteY11" fmla="*/ 168411 h 172144"/>
                <a:gd name="connsiteX12" fmla="*/ 49438 w 74089"/>
                <a:gd name="connsiteY12" fmla="*/ 153387 h 172144"/>
                <a:gd name="connsiteX13" fmla="*/ 49438 w 74089"/>
                <a:gd name="connsiteY13" fmla="*/ 596 h 172144"/>
                <a:gd name="connsiteX14" fmla="*/ 47344 w 74089"/>
                <a:gd name="connsiteY14" fmla="*/ 86 h 1721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74089" h="172144">
                  <a:moveTo>
                    <a:pt x="47344" y="86"/>
                  </a:moveTo>
                  <a:lnTo>
                    <a:pt x="220" y="23259"/>
                  </a:lnTo>
                  <a:lnTo>
                    <a:pt x="220" y="26825"/>
                  </a:lnTo>
                  <a:cubicBezTo>
                    <a:pt x="3361" y="25551"/>
                    <a:pt x="6241" y="24533"/>
                    <a:pt x="7288" y="24023"/>
                  </a:cubicBezTo>
                  <a:cubicBezTo>
                    <a:pt x="12001" y="22241"/>
                    <a:pt x="16451" y="21222"/>
                    <a:pt x="19069" y="21222"/>
                  </a:cubicBezTo>
                  <a:cubicBezTo>
                    <a:pt x="24567" y="21222"/>
                    <a:pt x="26923" y="25042"/>
                    <a:pt x="26923" y="33191"/>
                  </a:cubicBezTo>
                  <a:lnTo>
                    <a:pt x="26923" y="148548"/>
                  </a:lnTo>
                  <a:cubicBezTo>
                    <a:pt x="26923" y="156952"/>
                    <a:pt x="24829" y="162809"/>
                    <a:pt x="20640" y="165100"/>
                  </a:cubicBezTo>
                  <a:cubicBezTo>
                    <a:pt x="16713" y="167392"/>
                    <a:pt x="13048" y="168156"/>
                    <a:pt x="2052" y="168411"/>
                  </a:cubicBezTo>
                  <a:lnTo>
                    <a:pt x="2052" y="172231"/>
                  </a:lnTo>
                  <a:lnTo>
                    <a:pt x="74309" y="172231"/>
                  </a:lnTo>
                  <a:lnTo>
                    <a:pt x="74309" y="168411"/>
                  </a:lnTo>
                  <a:cubicBezTo>
                    <a:pt x="53627" y="168156"/>
                    <a:pt x="49438" y="165610"/>
                    <a:pt x="49438" y="153387"/>
                  </a:cubicBezTo>
                  <a:lnTo>
                    <a:pt x="49438" y="596"/>
                  </a:lnTo>
                  <a:lnTo>
                    <a:pt x="47344" y="86"/>
                  </a:lnTo>
                  <a:close/>
                </a:path>
              </a:pathLst>
            </a:custGeom>
            <a:solidFill>
              <a:srgbClr val="000000"/>
            </a:solidFill>
            <a:ln w="356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6" name="Freeform: Shape 2135">
              <a:extLst>
                <a:ext uri="{FF2B5EF4-FFF2-40B4-BE49-F238E27FC236}">
                  <a16:creationId xmlns:a16="http://schemas.microsoft.com/office/drawing/2014/main" id="{3C520726-94E0-A0E3-04C9-37DD4F3CC888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>
            <a:xfrm>
              <a:off x="10621361" y="5349730"/>
              <a:ext cx="235266" cy="80525"/>
            </a:xfrm>
            <a:custGeom>
              <a:avLst/>
              <a:gdLst>
                <a:gd name="connsiteX0" fmla="*/ 223465 w 235266"/>
                <a:gd name="connsiteY0" fmla="*/ 13849 h 80525"/>
                <a:gd name="connsiteX1" fmla="*/ 235494 w 235266"/>
                <a:gd name="connsiteY1" fmla="*/ 6967 h 80525"/>
                <a:gd name="connsiteX2" fmla="*/ 223819 w 235266"/>
                <a:gd name="connsiteY2" fmla="*/ 84 h 80525"/>
                <a:gd name="connsiteX3" fmla="*/ 11902 w 235266"/>
                <a:gd name="connsiteY3" fmla="*/ 84 h 80525"/>
                <a:gd name="connsiteX4" fmla="*/ 227 w 235266"/>
                <a:gd name="connsiteY4" fmla="*/ 6967 h 80525"/>
                <a:gd name="connsiteX5" fmla="*/ 12256 w 235266"/>
                <a:gd name="connsiteY5" fmla="*/ 13849 h 80525"/>
                <a:gd name="connsiteX6" fmla="*/ 223465 w 235266"/>
                <a:gd name="connsiteY6" fmla="*/ 13849 h 80525"/>
                <a:gd name="connsiteX7" fmla="*/ 223819 w 235266"/>
                <a:gd name="connsiteY7" fmla="*/ 80609 h 80525"/>
                <a:gd name="connsiteX8" fmla="*/ 235494 w 235266"/>
                <a:gd name="connsiteY8" fmla="*/ 73727 h 80525"/>
                <a:gd name="connsiteX9" fmla="*/ 223465 w 235266"/>
                <a:gd name="connsiteY9" fmla="*/ 66844 h 80525"/>
                <a:gd name="connsiteX10" fmla="*/ 12256 w 235266"/>
                <a:gd name="connsiteY10" fmla="*/ 66844 h 80525"/>
                <a:gd name="connsiteX11" fmla="*/ 227 w 235266"/>
                <a:gd name="connsiteY11" fmla="*/ 73727 h 80525"/>
                <a:gd name="connsiteX12" fmla="*/ 11902 w 235266"/>
                <a:gd name="connsiteY12" fmla="*/ 80609 h 80525"/>
                <a:gd name="connsiteX13" fmla="*/ 223819 w 235266"/>
                <a:gd name="connsiteY13" fmla="*/ 80609 h 8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266" h="80525">
                  <a:moveTo>
                    <a:pt x="223465" y="13849"/>
                  </a:moveTo>
                  <a:cubicBezTo>
                    <a:pt x="228772" y="13849"/>
                    <a:pt x="235494" y="13849"/>
                    <a:pt x="235494" y="6967"/>
                  </a:cubicBezTo>
                  <a:cubicBezTo>
                    <a:pt x="235494" y="84"/>
                    <a:pt x="228772" y="84"/>
                    <a:pt x="223819" y="84"/>
                  </a:cubicBezTo>
                  <a:lnTo>
                    <a:pt x="11902" y="84"/>
                  </a:lnTo>
                  <a:cubicBezTo>
                    <a:pt x="6949" y="84"/>
                    <a:pt x="227" y="84"/>
                    <a:pt x="227" y="6967"/>
                  </a:cubicBezTo>
                  <a:cubicBezTo>
                    <a:pt x="227" y="13849"/>
                    <a:pt x="6949" y="13849"/>
                    <a:pt x="12256" y="13849"/>
                  </a:cubicBezTo>
                  <a:lnTo>
                    <a:pt x="223465" y="13849"/>
                  </a:lnTo>
                  <a:close/>
                  <a:moveTo>
                    <a:pt x="223819" y="80609"/>
                  </a:moveTo>
                  <a:cubicBezTo>
                    <a:pt x="228772" y="80609"/>
                    <a:pt x="235494" y="80609"/>
                    <a:pt x="235494" y="73727"/>
                  </a:cubicBezTo>
                  <a:cubicBezTo>
                    <a:pt x="235494" y="66844"/>
                    <a:pt x="228772" y="66844"/>
                    <a:pt x="223465" y="66844"/>
                  </a:cubicBezTo>
                  <a:lnTo>
                    <a:pt x="12256" y="66844"/>
                  </a:lnTo>
                  <a:cubicBezTo>
                    <a:pt x="6949" y="66844"/>
                    <a:pt x="227" y="66844"/>
                    <a:pt x="227" y="73727"/>
                  </a:cubicBezTo>
                  <a:cubicBezTo>
                    <a:pt x="227" y="80609"/>
                    <a:pt x="6949" y="80609"/>
                    <a:pt x="11902" y="80609"/>
                  </a:cubicBezTo>
                  <a:lnTo>
                    <a:pt x="223819" y="80609"/>
                  </a:ln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7" name="Freeform: Shape 2136">
              <a:extLst>
                <a:ext uri="{FF2B5EF4-FFF2-40B4-BE49-F238E27FC236}">
                  <a16:creationId xmlns:a16="http://schemas.microsoft.com/office/drawing/2014/main" id="{5E1204EF-8983-F81A-2DCA-822BBB62EFB4}"/>
                </a:ext>
              </a:extLst>
            </p:cNvPr>
            <p:cNvSpPr/>
            <p:nvPr>
              <p:custDataLst>
                <p:tags r:id="rId45"/>
              </p:custDataLst>
            </p:nvPr>
          </p:nvSpPr>
          <p:spPr>
            <a:xfrm>
              <a:off x="10947887" y="5324265"/>
              <a:ext cx="159202" cy="222648"/>
            </a:xfrm>
            <a:custGeom>
              <a:avLst/>
              <a:gdLst>
                <a:gd name="connsiteX0" fmla="*/ 14034 w 159202"/>
                <a:gd name="connsiteY0" fmla="*/ 14193 h 222648"/>
                <a:gd name="connsiteX1" fmla="*/ 25002 w 159202"/>
                <a:gd name="connsiteY1" fmla="*/ 12817 h 222648"/>
                <a:gd name="connsiteX2" fmla="*/ 66748 w 159202"/>
                <a:gd name="connsiteY2" fmla="*/ 80609 h 222648"/>
                <a:gd name="connsiteX3" fmla="*/ 81253 w 159202"/>
                <a:gd name="connsiteY3" fmla="*/ 149090 h 222648"/>
                <a:gd name="connsiteX4" fmla="*/ 73824 w 159202"/>
                <a:gd name="connsiteY4" fmla="*/ 166296 h 222648"/>
                <a:gd name="connsiteX5" fmla="*/ 51889 w 159202"/>
                <a:gd name="connsiteY5" fmla="*/ 193482 h 222648"/>
                <a:gd name="connsiteX6" fmla="*/ 35615 w 159202"/>
                <a:gd name="connsiteY6" fmla="*/ 203806 h 222648"/>
                <a:gd name="connsiteX7" fmla="*/ 27124 w 159202"/>
                <a:gd name="connsiteY7" fmla="*/ 200021 h 222648"/>
                <a:gd name="connsiteX8" fmla="*/ 14034 w 159202"/>
                <a:gd name="connsiteY8" fmla="*/ 194170 h 222648"/>
                <a:gd name="connsiteX9" fmla="*/ 237 w 159202"/>
                <a:gd name="connsiteY9" fmla="*/ 207591 h 222648"/>
                <a:gd name="connsiteX10" fmla="*/ 18280 w 159202"/>
                <a:gd name="connsiteY10" fmla="*/ 222733 h 222648"/>
                <a:gd name="connsiteX11" fmla="*/ 125476 w 159202"/>
                <a:gd name="connsiteY11" fmla="*/ 102978 h 222648"/>
                <a:gd name="connsiteX12" fmla="*/ 159440 w 159202"/>
                <a:gd name="connsiteY12" fmla="*/ 19011 h 222648"/>
                <a:gd name="connsiteX13" fmla="*/ 139981 w 159202"/>
                <a:gd name="connsiteY13" fmla="*/ 84 h 222648"/>
                <a:gd name="connsiteX14" fmla="*/ 126184 w 159202"/>
                <a:gd name="connsiteY14" fmla="*/ 12817 h 222648"/>
                <a:gd name="connsiteX15" fmla="*/ 136090 w 159202"/>
                <a:gd name="connsiteY15" fmla="*/ 26238 h 222648"/>
                <a:gd name="connsiteX16" fmla="*/ 145288 w 159202"/>
                <a:gd name="connsiteY16" fmla="*/ 37938 h 222648"/>
                <a:gd name="connsiteX17" fmla="*/ 102126 w 159202"/>
                <a:gd name="connsiteY17" fmla="*/ 127066 h 222648"/>
                <a:gd name="connsiteX18" fmla="*/ 95051 w 159202"/>
                <a:gd name="connsiteY18" fmla="*/ 87148 h 222648"/>
                <a:gd name="connsiteX19" fmla="*/ 64625 w 159202"/>
                <a:gd name="connsiteY19" fmla="*/ 84 h 222648"/>
                <a:gd name="connsiteX20" fmla="*/ 63210 w 159202"/>
                <a:gd name="connsiteY20" fmla="*/ 84 h 222648"/>
                <a:gd name="connsiteX21" fmla="*/ 60026 w 159202"/>
                <a:gd name="connsiteY21" fmla="*/ 429 h 222648"/>
                <a:gd name="connsiteX22" fmla="*/ 25355 w 159202"/>
                <a:gd name="connsiteY22" fmla="*/ 6279 h 222648"/>
                <a:gd name="connsiteX23" fmla="*/ 14034 w 159202"/>
                <a:gd name="connsiteY23" fmla="*/ 8343 h 222648"/>
                <a:gd name="connsiteX24" fmla="*/ 14034 w 159202"/>
                <a:gd name="connsiteY24" fmla="*/ 14193 h 222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9202" h="222648">
                  <a:moveTo>
                    <a:pt x="14034" y="14193"/>
                  </a:moveTo>
                  <a:cubicBezTo>
                    <a:pt x="18633" y="13161"/>
                    <a:pt x="21110" y="12817"/>
                    <a:pt x="25002" y="12817"/>
                  </a:cubicBezTo>
                  <a:cubicBezTo>
                    <a:pt x="45167" y="12817"/>
                    <a:pt x="50474" y="21420"/>
                    <a:pt x="66748" y="80609"/>
                  </a:cubicBezTo>
                  <a:cubicBezTo>
                    <a:pt x="72762" y="102978"/>
                    <a:pt x="81253" y="143240"/>
                    <a:pt x="81253" y="149090"/>
                  </a:cubicBezTo>
                  <a:cubicBezTo>
                    <a:pt x="81253" y="154596"/>
                    <a:pt x="79130" y="160102"/>
                    <a:pt x="73824" y="166296"/>
                  </a:cubicBezTo>
                  <a:cubicBezTo>
                    <a:pt x="62856" y="180405"/>
                    <a:pt x="55781" y="189353"/>
                    <a:pt x="51889" y="193482"/>
                  </a:cubicBezTo>
                  <a:cubicBezTo>
                    <a:pt x="44460" y="201053"/>
                    <a:pt x="40214" y="203806"/>
                    <a:pt x="35615" y="203806"/>
                  </a:cubicBezTo>
                  <a:cubicBezTo>
                    <a:pt x="33492" y="203806"/>
                    <a:pt x="31016" y="202773"/>
                    <a:pt x="27124" y="200021"/>
                  </a:cubicBezTo>
                  <a:cubicBezTo>
                    <a:pt x="21817" y="195891"/>
                    <a:pt x="17926" y="194170"/>
                    <a:pt x="14034" y="194170"/>
                  </a:cubicBezTo>
                  <a:cubicBezTo>
                    <a:pt x="6251" y="194170"/>
                    <a:pt x="237" y="200021"/>
                    <a:pt x="237" y="207591"/>
                  </a:cubicBezTo>
                  <a:cubicBezTo>
                    <a:pt x="237" y="216194"/>
                    <a:pt x="8020" y="222733"/>
                    <a:pt x="18280" y="222733"/>
                  </a:cubicBezTo>
                  <a:cubicBezTo>
                    <a:pt x="40922" y="222733"/>
                    <a:pt x="87268" y="171114"/>
                    <a:pt x="125476" y="102978"/>
                  </a:cubicBezTo>
                  <a:cubicBezTo>
                    <a:pt x="149534" y="60650"/>
                    <a:pt x="159440" y="35873"/>
                    <a:pt x="159440" y="19011"/>
                  </a:cubicBezTo>
                  <a:cubicBezTo>
                    <a:pt x="159440" y="8687"/>
                    <a:pt x="150595" y="84"/>
                    <a:pt x="139981" y="84"/>
                  </a:cubicBezTo>
                  <a:cubicBezTo>
                    <a:pt x="131844" y="84"/>
                    <a:pt x="126184" y="5246"/>
                    <a:pt x="126184" y="12817"/>
                  </a:cubicBezTo>
                  <a:cubicBezTo>
                    <a:pt x="126184" y="17979"/>
                    <a:pt x="129014" y="21764"/>
                    <a:pt x="136090" y="26238"/>
                  </a:cubicBezTo>
                  <a:cubicBezTo>
                    <a:pt x="142812" y="30023"/>
                    <a:pt x="145288" y="33120"/>
                    <a:pt x="145288" y="37938"/>
                  </a:cubicBezTo>
                  <a:cubicBezTo>
                    <a:pt x="145288" y="51703"/>
                    <a:pt x="132198" y="78545"/>
                    <a:pt x="102126" y="127066"/>
                  </a:cubicBezTo>
                  <a:lnTo>
                    <a:pt x="95051" y="87148"/>
                  </a:lnTo>
                  <a:cubicBezTo>
                    <a:pt x="89744" y="56865"/>
                    <a:pt x="69932" y="84"/>
                    <a:pt x="64625" y="84"/>
                  </a:cubicBezTo>
                  <a:lnTo>
                    <a:pt x="63210" y="84"/>
                  </a:lnTo>
                  <a:cubicBezTo>
                    <a:pt x="62856" y="429"/>
                    <a:pt x="61441" y="429"/>
                    <a:pt x="60026" y="429"/>
                  </a:cubicBezTo>
                  <a:cubicBezTo>
                    <a:pt x="56842" y="773"/>
                    <a:pt x="44106" y="2837"/>
                    <a:pt x="25355" y="6279"/>
                  </a:cubicBezTo>
                  <a:cubicBezTo>
                    <a:pt x="23586" y="6623"/>
                    <a:pt x="18987" y="7655"/>
                    <a:pt x="14034" y="8343"/>
                  </a:cubicBezTo>
                  <a:lnTo>
                    <a:pt x="14034" y="14193"/>
                  </a:ln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8" name="Freeform: Shape 2137">
              <a:extLst>
                <a:ext uri="{FF2B5EF4-FFF2-40B4-BE49-F238E27FC236}">
                  <a16:creationId xmlns:a16="http://schemas.microsoft.com/office/drawing/2014/main" id="{64029FF2-F641-7506-A71E-548320C8FFB3}"/>
                </a:ext>
              </a:extLst>
            </p:cNvPr>
            <p:cNvSpPr/>
            <p:nvPr>
              <p:custDataLst>
                <p:tags r:id="rId46"/>
              </p:custDataLst>
            </p:nvPr>
          </p:nvSpPr>
          <p:spPr>
            <a:xfrm>
              <a:off x="11126874" y="5361293"/>
              <a:ext cx="56287" cy="169343"/>
            </a:xfrm>
            <a:custGeom>
              <a:avLst/>
              <a:gdLst>
                <a:gd name="connsiteX0" fmla="*/ 45532 w 56287"/>
                <a:gd name="connsiteY0" fmla="*/ 137598 h 169343"/>
                <a:gd name="connsiteX1" fmla="*/ 34798 w 56287"/>
                <a:gd name="connsiteY1" fmla="*/ 150585 h 169343"/>
                <a:gd name="connsiteX2" fmla="*/ 24064 w 56287"/>
                <a:gd name="connsiteY2" fmla="*/ 157461 h 169343"/>
                <a:gd name="connsiteX3" fmla="*/ 19876 w 56287"/>
                <a:gd name="connsiteY3" fmla="*/ 153641 h 169343"/>
                <a:gd name="connsiteX4" fmla="*/ 22494 w 56287"/>
                <a:gd name="connsiteY4" fmla="*/ 142437 h 169343"/>
                <a:gd name="connsiteX5" fmla="*/ 23803 w 56287"/>
                <a:gd name="connsiteY5" fmla="*/ 137853 h 169343"/>
                <a:gd name="connsiteX6" fmla="*/ 23803 w 56287"/>
                <a:gd name="connsiteY6" fmla="*/ 137343 h 169343"/>
                <a:gd name="connsiteX7" fmla="*/ 24064 w 56287"/>
                <a:gd name="connsiteY7" fmla="*/ 136834 h 169343"/>
                <a:gd name="connsiteX8" fmla="*/ 47103 w 56287"/>
                <a:gd name="connsiteY8" fmla="*/ 54836 h 169343"/>
                <a:gd name="connsiteX9" fmla="*/ 46317 w 56287"/>
                <a:gd name="connsiteY9" fmla="*/ 54327 h 169343"/>
                <a:gd name="connsiteX10" fmla="*/ 4429 w 56287"/>
                <a:gd name="connsiteY10" fmla="*/ 60693 h 169343"/>
                <a:gd name="connsiteX11" fmla="*/ 4429 w 56287"/>
                <a:gd name="connsiteY11" fmla="*/ 64768 h 169343"/>
                <a:gd name="connsiteX12" fmla="*/ 20923 w 56287"/>
                <a:gd name="connsiteY12" fmla="*/ 70879 h 169343"/>
                <a:gd name="connsiteX13" fmla="*/ 18567 w 56287"/>
                <a:gd name="connsiteY13" fmla="*/ 82084 h 169343"/>
                <a:gd name="connsiteX14" fmla="*/ 6000 w 56287"/>
                <a:gd name="connsiteY14" fmla="*/ 127157 h 169343"/>
                <a:gd name="connsiteX15" fmla="*/ 241 w 56287"/>
                <a:gd name="connsiteY15" fmla="*/ 154914 h 169343"/>
                <a:gd name="connsiteX16" fmla="*/ 12283 w 56287"/>
                <a:gd name="connsiteY16" fmla="*/ 169430 h 169343"/>
                <a:gd name="connsiteX17" fmla="*/ 48935 w 56287"/>
                <a:gd name="connsiteY17" fmla="*/ 140399 h 169343"/>
                <a:gd name="connsiteX18" fmla="*/ 45532 w 56287"/>
                <a:gd name="connsiteY18" fmla="*/ 137598 h 169343"/>
                <a:gd name="connsiteX19" fmla="*/ 43438 w 56287"/>
                <a:gd name="connsiteY19" fmla="*/ 86 h 169343"/>
                <a:gd name="connsiteX20" fmla="*/ 31133 w 56287"/>
                <a:gd name="connsiteY20" fmla="*/ 13583 h 169343"/>
                <a:gd name="connsiteX21" fmla="*/ 43699 w 56287"/>
                <a:gd name="connsiteY21" fmla="*/ 27079 h 169343"/>
                <a:gd name="connsiteX22" fmla="*/ 56528 w 56287"/>
                <a:gd name="connsiteY22" fmla="*/ 14092 h 169343"/>
                <a:gd name="connsiteX23" fmla="*/ 43438 w 56287"/>
                <a:gd name="connsiteY23" fmla="*/ 86 h 169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6287" h="169343">
                  <a:moveTo>
                    <a:pt x="45532" y="137598"/>
                  </a:moveTo>
                  <a:cubicBezTo>
                    <a:pt x="39249" y="145747"/>
                    <a:pt x="37416" y="147784"/>
                    <a:pt x="34798" y="150585"/>
                  </a:cubicBezTo>
                  <a:cubicBezTo>
                    <a:pt x="30348" y="154914"/>
                    <a:pt x="26421" y="157461"/>
                    <a:pt x="24064" y="157461"/>
                  </a:cubicBezTo>
                  <a:cubicBezTo>
                    <a:pt x="21970" y="157461"/>
                    <a:pt x="19876" y="155424"/>
                    <a:pt x="19876" y="153641"/>
                  </a:cubicBezTo>
                  <a:cubicBezTo>
                    <a:pt x="19876" y="151095"/>
                    <a:pt x="20661" y="147275"/>
                    <a:pt x="22494" y="142437"/>
                  </a:cubicBezTo>
                  <a:cubicBezTo>
                    <a:pt x="22494" y="141673"/>
                    <a:pt x="23279" y="139890"/>
                    <a:pt x="23803" y="137853"/>
                  </a:cubicBezTo>
                  <a:lnTo>
                    <a:pt x="23803" y="137343"/>
                  </a:lnTo>
                  <a:lnTo>
                    <a:pt x="24064" y="136834"/>
                  </a:lnTo>
                  <a:lnTo>
                    <a:pt x="47103" y="54836"/>
                  </a:lnTo>
                  <a:lnTo>
                    <a:pt x="46317" y="54327"/>
                  </a:lnTo>
                  <a:cubicBezTo>
                    <a:pt x="19876" y="59165"/>
                    <a:pt x="14640" y="59929"/>
                    <a:pt x="4429" y="60693"/>
                  </a:cubicBezTo>
                  <a:lnTo>
                    <a:pt x="4429" y="64768"/>
                  </a:lnTo>
                  <a:cubicBezTo>
                    <a:pt x="18305" y="65022"/>
                    <a:pt x="20923" y="65786"/>
                    <a:pt x="20923" y="70879"/>
                  </a:cubicBezTo>
                  <a:cubicBezTo>
                    <a:pt x="20923" y="72917"/>
                    <a:pt x="20137" y="76991"/>
                    <a:pt x="18567" y="82084"/>
                  </a:cubicBezTo>
                  <a:lnTo>
                    <a:pt x="6000" y="127157"/>
                  </a:lnTo>
                  <a:cubicBezTo>
                    <a:pt x="1811" y="141927"/>
                    <a:pt x="241" y="149821"/>
                    <a:pt x="241" y="154914"/>
                  </a:cubicBezTo>
                  <a:cubicBezTo>
                    <a:pt x="241" y="164337"/>
                    <a:pt x="4429" y="169430"/>
                    <a:pt x="12283" y="169430"/>
                  </a:cubicBezTo>
                  <a:cubicBezTo>
                    <a:pt x="24326" y="169430"/>
                    <a:pt x="34013" y="161790"/>
                    <a:pt x="48935" y="140399"/>
                  </a:cubicBezTo>
                  <a:lnTo>
                    <a:pt x="45532" y="137598"/>
                  </a:lnTo>
                  <a:close/>
                  <a:moveTo>
                    <a:pt x="43438" y="86"/>
                  </a:moveTo>
                  <a:cubicBezTo>
                    <a:pt x="36369" y="86"/>
                    <a:pt x="31133" y="5943"/>
                    <a:pt x="31133" y="13583"/>
                  </a:cubicBezTo>
                  <a:cubicBezTo>
                    <a:pt x="31133" y="21732"/>
                    <a:pt x="36107" y="27079"/>
                    <a:pt x="43699" y="27079"/>
                  </a:cubicBezTo>
                  <a:cubicBezTo>
                    <a:pt x="50506" y="27079"/>
                    <a:pt x="56528" y="21222"/>
                    <a:pt x="56528" y="14092"/>
                  </a:cubicBezTo>
                  <a:cubicBezTo>
                    <a:pt x="56528" y="6707"/>
                    <a:pt x="50506" y="86"/>
                    <a:pt x="43438" y="86"/>
                  </a:cubicBezTo>
                  <a:close/>
                </a:path>
              </a:pathLst>
            </a:custGeom>
            <a:solidFill>
              <a:srgbClr val="000000"/>
            </a:solidFill>
            <a:ln w="356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9" name="Freeform: Shape 2138">
              <a:extLst>
                <a:ext uri="{FF2B5EF4-FFF2-40B4-BE49-F238E27FC236}">
                  <a16:creationId xmlns:a16="http://schemas.microsoft.com/office/drawing/2014/main" id="{E436FC49-C10E-555E-23C3-5EF4EB1A12AC}"/>
                </a:ext>
              </a:extLst>
            </p:cNvPr>
            <p:cNvSpPr/>
            <p:nvPr>
              <p:custDataLst>
                <p:tags r:id="rId47"/>
              </p:custDataLst>
            </p:nvPr>
          </p:nvSpPr>
          <p:spPr>
            <a:xfrm>
              <a:off x="11273983" y="5275399"/>
              <a:ext cx="235266" cy="229186"/>
            </a:xfrm>
            <a:custGeom>
              <a:avLst/>
              <a:gdLst>
                <a:gd name="connsiteX0" fmla="*/ 125131 w 235266"/>
                <a:gd name="connsiteY0" fmla="*/ 121560 h 229186"/>
                <a:gd name="connsiteX1" fmla="*/ 223837 w 235266"/>
                <a:gd name="connsiteY1" fmla="*/ 121560 h 229186"/>
                <a:gd name="connsiteX2" fmla="*/ 235512 w 235266"/>
                <a:gd name="connsiteY2" fmla="*/ 114677 h 229186"/>
                <a:gd name="connsiteX3" fmla="*/ 223837 w 235266"/>
                <a:gd name="connsiteY3" fmla="*/ 107795 h 229186"/>
                <a:gd name="connsiteX4" fmla="*/ 125131 w 235266"/>
                <a:gd name="connsiteY4" fmla="*/ 107795 h 229186"/>
                <a:gd name="connsiteX5" fmla="*/ 125131 w 235266"/>
                <a:gd name="connsiteY5" fmla="*/ 11440 h 229186"/>
                <a:gd name="connsiteX6" fmla="*/ 118056 w 235266"/>
                <a:gd name="connsiteY6" fmla="*/ 84 h 229186"/>
                <a:gd name="connsiteX7" fmla="*/ 110980 w 235266"/>
                <a:gd name="connsiteY7" fmla="*/ 11440 h 229186"/>
                <a:gd name="connsiteX8" fmla="*/ 110980 w 235266"/>
                <a:gd name="connsiteY8" fmla="*/ 107795 h 229186"/>
                <a:gd name="connsiteX9" fmla="*/ 11920 w 235266"/>
                <a:gd name="connsiteY9" fmla="*/ 107795 h 229186"/>
                <a:gd name="connsiteX10" fmla="*/ 245 w 235266"/>
                <a:gd name="connsiteY10" fmla="*/ 114677 h 229186"/>
                <a:gd name="connsiteX11" fmla="*/ 11920 w 235266"/>
                <a:gd name="connsiteY11" fmla="*/ 121560 h 229186"/>
                <a:gd name="connsiteX12" fmla="*/ 110980 w 235266"/>
                <a:gd name="connsiteY12" fmla="*/ 121560 h 229186"/>
                <a:gd name="connsiteX13" fmla="*/ 110980 w 235266"/>
                <a:gd name="connsiteY13" fmla="*/ 217915 h 229186"/>
                <a:gd name="connsiteX14" fmla="*/ 118056 w 235266"/>
                <a:gd name="connsiteY14" fmla="*/ 229271 h 229186"/>
                <a:gd name="connsiteX15" fmla="*/ 125131 w 235266"/>
                <a:gd name="connsiteY15" fmla="*/ 217915 h 229186"/>
                <a:gd name="connsiteX16" fmla="*/ 125131 w 235266"/>
                <a:gd name="connsiteY16" fmla="*/ 121560 h 2291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35266" h="229186">
                  <a:moveTo>
                    <a:pt x="125131" y="121560"/>
                  </a:moveTo>
                  <a:lnTo>
                    <a:pt x="223837" y="121560"/>
                  </a:lnTo>
                  <a:cubicBezTo>
                    <a:pt x="228790" y="121560"/>
                    <a:pt x="235512" y="121560"/>
                    <a:pt x="235512" y="114677"/>
                  </a:cubicBezTo>
                  <a:cubicBezTo>
                    <a:pt x="235512" y="107795"/>
                    <a:pt x="228790" y="107795"/>
                    <a:pt x="223837" y="107795"/>
                  </a:cubicBezTo>
                  <a:lnTo>
                    <a:pt x="125131" y="107795"/>
                  </a:lnTo>
                  <a:lnTo>
                    <a:pt x="125131" y="11440"/>
                  </a:lnTo>
                  <a:cubicBezTo>
                    <a:pt x="125131" y="6622"/>
                    <a:pt x="125131" y="84"/>
                    <a:pt x="118056" y="84"/>
                  </a:cubicBezTo>
                  <a:cubicBezTo>
                    <a:pt x="110980" y="84"/>
                    <a:pt x="110980" y="6622"/>
                    <a:pt x="110980" y="11440"/>
                  </a:cubicBezTo>
                  <a:lnTo>
                    <a:pt x="110980" y="107795"/>
                  </a:lnTo>
                  <a:lnTo>
                    <a:pt x="11920" y="107795"/>
                  </a:lnTo>
                  <a:cubicBezTo>
                    <a:pt x="6967" y="107795"/>
                    <a:pt x="245" y="107795"/>
                    <a:pt x="245" y="114677"/>
                  </a:cubicBezTo>
                  <a:cubicBezTo>
                    <a:pt x="245" y="121560"/>
                    <a:pt x="6967" y="121560"/>
                    <a:pt x="11920" y="121560"/>
                  </a:cubicBezTo>
                  <a:lnTo>
                    <a:pt x="110980" y="121560"/>
                  </a:lnTo>
                  <a:lnTo>
                    <a:pt x="110980" y="217915"/>
                  </a:lnTo>
                  <a:cubicBezTo>
                    <a:pt x="110980" y="222732"/>
                    <a:pt x="110980" y="229271"/>
                    <a:pt x="118056" y="229271"/>
                  </a:cubicBezTo>
                  <a:cubicBezTo>
                    <a:pt x="125131" y="229271"/>
                    <a:pt x="125131" y="222732"/>
                    <a:pt x="125131" y="217915"/>
                  </a:cubicBezTo>
                  <a:lnTo>
                    <a:pt x="125131" y="121560"/>
                  </a:ln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0" name="Freeform: Shape 2139">
              <a:extLst>
                <a:ext uri="{FF2B5EF4-FFF2-40B4-BE49-F238E27FC236}">
                  <a16:creationId xmlns:a16="http://schemas.microsoft.com/office/drawing/2014/main" id="{A58006B2-5799-400E-9279-051011190FF4}"/>
                </a:ext>
              </a:extLst>
            </p:cNvPr>
            <p:cNvSpPr/>
            <p:nvPr>
              <p:custDataLst>
                <p:tags r:id="rId48"/>
              </p:custDataLst>
            </p:nvPr>
          </p:nvSpPr>
          <p:spPr>
            <a:xfrm>
              <a:off x="11586131" y="5240987"/>
              <a:ext cx="162386" cy="238133"/>
            </a:xfrm>
            <a:custGeom>
              <a:avLst/>
              <a:gdLst>
                <a:gd name="connsiteX0" fmla="*/ 158042 w 162386"/>
                <a:gd name="connsiteY0" fmla="*/ 194858 h 238133"/>
                <a:gd name="connsiteX1" fmla="*/ 129032 w 162386"/>
                <a:gd name="connsiteY1" fmla="*/ 222044 h 238133"/>
                <a:gd name="connsiteX2" fmla="*/ 123371 w 162386"/>
                <a:gd name="connsiteY2" fmla="*/ 215850 h 238133"/>
                <a:gd name="connsiteX3" fmla="*/ 135046 w 162386"/>
                <a:gd name="connsiteY3" fmla="*/ 172834 h 238133"/>
                <a:gd name="connsiteX4" fmla="*/ 152028 w 162386"/>
                <a:gd name="connsiteY4" fmla="*/ 106418 h 238133"/>
                <a:gd name="connsiteX5" fmla="*/ 128678 w 162386"/>
                <a:gd name="connsiteY5" fmla="*/ 83362 h 238133"/>
                <a:gd name="connsiteX6" fmla="*/ 47661 w 162386"/>
                <a:gd name="connsiteY6" fmla="*/ 155972 h 238133"/>
                <a:gd name="connsiteX7" fmla="*/ 90115 w 162386"/>
                <a:gd name="connsiteY7" fmla="*/ 1804 h 238133"/>
                <a:gd name="connsiteX8" fmla="*/ 88347 w 162386"/>
                <a:gd name="connsiteY8" fmla="*/ 84 h 238133"/>
                <a:gd name="connsiteX9" fmla="*/ 32802 w 162386"/>
                <a:gd name="connsiteY9" fmla="*/ 9375 h 238133"/>
                <a:gd name="connsiteX10" fmla="*/ 32802 w 162386"/>
                <a:gd name="connsiteY10" fmla="*/ 14537 h 238133"/>
                <a:gd name="connsiteX11" fmla="*/ 42001 w 162386"/>
                <a:gd name="connsiteY11" fmla="*/ 14537 h 238133"/>
                <a:gd name="connsiteX12" fmla="*/ 43062 w 162386"/>
                <a:gd name="connsiteY12" fmla="*/ 14193 h 238133"/>
                <a:gd name="connsiteX13" fmla="*/ 56506 w 162386"/>
                <a:gd name="connsiteY13" fmla="*/ 22796 h 238133"/>
                <a:gd name="connsiteX14" fmla="*/ 51553 w 162386"/>
                <a:gd name="connsiteY14" fmla="*/ 46196 h 238133"/>
                <a:gd name="connsiteX15" fmla="*/ 48015 w 162386"/>
                <a:gd name="connsiteY15" fmla="*/ 58929 h 238133"/>
                <a:gd name="connsiteX16" fmla="*/ 254 w 162386"/>
                <a:gd name="connsiteY16" fmla="*/ 235121 h 238133"/>
                <a:gd name="connsiteX17" fmla="*/ 26788 w 162386"/>
                <a:gd name="connsiteY17" fmla="*/ 235121 h 238133"/>
                <a:gd name="connsiteX18" fmla="*/ 59690 w 162386"/>
                <a:gd name="connsiteY18" fmla="*/ 149434 h 238133"/>
                <a:gd name="connsiteX19" fmla="*/ 114527 w 162386"/>
                <a:gd name="connsiteY19" fmla="*/ 100912 h 238133"/>
                <a:gd name="connsiteX20" fmla="*/ 124433 w 162386"/>
                <a:gd name="connsiteY20" fmla="*/ 109515 h 238133"/>
                <a:gd name="connsiteX21" fmla="*/ 121956 w 162386"/>
                <a:gd name="connsiteY21" fmla="*/ 120871 h 238133"/>
                <a:gd name="connsiteX22" fmla="*/ 102498 w 162386"/>
                <a:gd name="connsiteY22" fmla="*/ 192105 h 238133"/>
                <a:gd name="connsiteX23" fmla="*/ 95422 w 162386"/>
                <a:gd name="connsiteY23" fmla="*/ 223764 h 238133"/>
                <a:gd name="connsiteX24" fmla="*/ 110989 w 162386"/>
                <a:gd name="connsiteY24" fmla="*/ 238218 h 238133"/>
                <a:gd name="connsiteX25" fmla="*/ 162641 w 162386"/>
                <a:gd name="connsiteY25" fmla="*/ 198988 h 238133"/>
                <a:gd name="connsiteX26" fmla="*/ 158042 w 162386"/>
                <a:gd name="connsiteY26" fmla="*/ 194858 h 238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162386" h="238133">
                  <a:moveTo>
                    <a:pt x="158042" y="194858"/>
                  </a:moveTo>
                  <a:cubicBezTo>
                    <a:pt x="138938" y="218259"/>
                    <a:pt x="134692" y="222044"/>
                    <a:pt x="129032" y="222044"/>
                  </a:cubicBezTo>
                  <a:cubicBezTo>
                    <a:pt x="125848" y="222044"/>
                    <a:pt x="123371" y="218947"/>
                    <a:pt x="123371" y="215850"/>
                  </a:cubicBezTo>
                  <a:cubicBezTo>
                    <a:pt x="123371" y="212408"/>
                    <a:pt x="129032" y="190729"/>
                    <a:pt x="135046" y="172834"/>
                  </a:cubicBezTo>
                  <a:cubicBezTo>
                    <a:pt x="145306" y="140142"/>
                    <a:pt x="152028" y="114677"/>
                    <a:pt x="152028" y="106418"/>
                  </a:cubicBezTo>
                  <a:cubicBezTo>
                    <a:pt x="152028" y="92653"/>
                    <a:pt x="142476" y="83362"/>
                    <a:pt x="128678" y="83362"/>
                  </a:cubicBezTo>
                  <a:cubicBezTo>
                    <a:pt x="105682" y="83362"/>
                    <a:pt x="80563" y="106074"/>
                    <a:pt x="47661" y="155972"/>
                  </a:cubicBezTo>
                  <a:lnTo>
                    <a:pt x="90115" y="1804"/>
                  </a:lnTo>
                  <a:lnTo>
                    <a:pt x="88347" y="84"/>
                  </a:lnTo>
                  <a:cubicBezTo>
                    <a:pt x="67827" y="4557"/>
                    <a:pt x="54029" y="6966"/>
                    <a:pt x="32802" y="9375"/>
                  </a:cubicBezTo>
                  <a:lnTo>
                    <a:pt x="32802" y="14537"/>
                  </a:lnTo>
                  <a:lnTo>
                    <a:pt x="42001" y="14537"/>
                  </a:lnTo>
                  <a:cubicBezTo>
                    <a:pt x="42355" y="14537"/>
                    <a:pt x="42708" y="14537"/>
                    <a:pt x="43062" y="14193"/>
                  </a:cubicBezTo>
                  <a:cubicBezTo>
                    <a:pt x="48015" y="12128"/>
                    <a:pt x="56506" y="17978"/>
                    <a:pt x="56506" y="22796"/>
                  </a:cubicBezTo>
                  <a:cubicBezTo>
                    <a:pt x="56506" y="27614"/>
                    <a:pt x="54737" y="36217"/>
                    <a:pt x="51553" y="46196"/>
                  </a:cubicBezTo>
                  <a:cubicBezTo>
                    <a:pt x="51199" y="46541"/>
                    <a:pt x="50138" y="51358"/>
                    <a:pt x="48015" y="58929"/>
                  </a:cubicBezTo>
                  <a:lnTo>
                    <a:pt x="254" y="235121"/>
                  </a:lnTo>
                  <a:lnTo>
                    <a:pt x="26788" y="235121"/>
                  </a:lnTo>
                  <a:cubicBezTo>
                    <a:pt x="40939" y="182125"/>
                    <a:pt x="45539" y="170425"/>
                    <a:pt x="59690" y="149434"/>
                  </a:cubicBezTo>
                  <a:cubicBezTo>
                    <a:pt x="78087" y="122248"/>
                    <a:pt x="102144" y="100912"/>
                    <a:pt x="114527" y="100912"/>
                  </a:cubicBezTo>
                  <a:cubicBezTo>
                    <a:pt x="119833" y="100912"/>
                    <a:pt x="124433" y="105042"/>
                    <a:pt x="124433" y="109515"/>
                  </a:cubicBezTo>
                  <a:cubicBezTo>
                    <a:pt x="124433" y="110892"/>
                    <a:pt x="123371" y="115365"/>
                    <a:pt x="121956" y="120871"/>
                  </a:cubicBezTo>
                  <a:lnTo>
                    <a:pt x="102498" y="192105"/>
                  </a:lnTo>
                  <a:cubicBezTo>
                    <a:pt x="97899" y="208967"/>
                    <a:pt x="95422" y="219635"/>
                    <a:pt x="95422" y="223764"/>
                  </a:cubicBezTo>
                  <a:cubicBezTo>
                    <a:pt x="95422" y="232712"/>
                    <a:pt x="101437" y="238218"/>
                    <a:pt x="110989" y="238218"/>
                  </a:cubicBezTo>
                  <a:cubicBezTo>
                    <a:pt x="129032" y="238218"/>
                    <a:pt x="141414" y="228926"/>
                    <a:pt x="162641" y="198988"/>
                  </a:cubicBezTo>
                  <a:lnTo>
                    <a:pt x="158042" y="194858"/>
                  </a:ln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1" name="Freeform: Shape 2140">
              <a:extLst>
                <a:ext uri="{FF2B5EF4-FFF2-40B4-BE49-F238E27FC236}">
                  <a16:creationId xmlns:a16="http://schemas.microsoft.com/office/drawing/2014/main" id="{E0CBAC47-2818-CECD-ED05-6B19A6BD3A5D}"/>
                </a:ext>
              </a:extLst>
            </p:cNvPr>
            <p:cNvSpPr/>
            <p:nvPr>
              <p:custDataLst>
                <p:tags r:id="rId49"/>
              </p:custDataLst>
            </p:nvPr>
          </p:nvSpPr>
          <p:spPr>
            <a:xfrm>
              <a:off x="11797680" y="5242707"/>
              <a:ext cx="202010" cy="304549"/>
            </a:xfrm>
            <a:custGeom>
              <a:avLst/>
              <a:gdLst>
                <a:gd name="connsiteX0" fmla="*/ 64650 w 202010"/>
                <a:gd name="connsiteY0" fmla="*/ 97127 h 304549"/>
                <a:gd name="connsiteX1" fmla="*/ 96491 w 202010"/>
                <a:gd name="connsiteY1" fmla="*/ 97127 h 304549"/>
                <a:gd name="connsiteX2" fmla="*/ 65358 w 202010"/>
                <a:gd name="connsiteY2" fmla="*/ 241659 h 304549"/>
                <a:gd name="connsiteX3" fmla="*/ 31041 w 202010"/>
                <a:gd name="connsiteY3" fmla="*/ 297407 h 304549"/>
                <a:gd name="connsiteX4" fmla="*/ 23965 w 202010"/>
                <a:gd name="connsiteY4" fmla="*/ 291901 h 304549"/>
                <a:gd name="connsiteX5" fmla="*/ 25380 w 202010"/>
                <a:gd name="connsiteY5" fmla="*/ 288116 h 304549"/>
                <a:gd name="connsiteX6" fmla="*/ 27149 w 202010"/>
                <a:gd name="connsiteY6" fmla="*/ 282610 h 304549"/>
                <a:gd name="connsiteX7" fmla="*/ 13352 w 202010"/>
                <a:gd name="connsiteY7" fmla="*/ 269533 h 304549"/>
                <a:gd name="connsiteX8" fmla="*/ 262 w 202010"/>
                <a:gd name="connsiteY8" fmla="*/ 283642 h 304549"/>
                <a:gd name="connsiteX9" fmla="*/ 28210 w 202010"/>
                <a:gd name="connsiteY9" fmla="*/ 304634 h 304549"/>
                <a:gd name="connsiteX10" fmla="*/ 98967 w 202010"/>
                <a:gd name="connsiteY10" fmla="*/ 207247 h 304549"/>
                <a:gd name="connsiteX11" fmla="*/ 124440 w 202010"/>
                <a:gd name="connsiteY11" fmla="*/ 97127 h 304549"/>
                <a:gd name="connsiteX12" fmla="*/ 163002 w 202010"/>
                <a:gd name="connsiteY12" fmla="*/ 97127 h 304549"/>
                <a:gd name="connsiteX13" fmla="*/ 165125 w 202010"/>
                <a:gd name="connsiteY13" fmla="*/ 86115 h 304549"/>
                <a:gd name="connsiteX14" fmla="*/ 126916 w 202010"/>
                <a:gd name="connsiteY14" fmla="*/ 86115 h 304549"/>
                <a:gd name="connsiteX15" fmla="*/ 170078 w 202010"/>
                <a:gd name="connsiteY15" fmla="*/ 7655 h 304549"/>
                <a:gd name="connsiteX16" fmla="*/ 177861 w 202010"/>
                <a:gd name="connsiteY16" fmla="*/ 11784 h 304549"/>
                <a:gd name="connsiteX17" fmla="*/ 176446 w 202010"/>
                <a:gd name="connsiteY17" fmla="*/ 15226 h 304549"/>
                <a:gd name="connsiteX18" fmla="*/ 174323 w 202010"/>
                <a:gd name="connsiteY18" fmla="*/ 22452 h 304549"/>
                <a:gd name="connsiteX19" fmla="*/ 187413 w 202010"/>
                <a:gd name="connsiteY19" fmla="*/ 36217 h 304549"/>
                <a:gd name="connsiteX20" fmla="*/ 202272 w 202010"/>
                <a:gd name="connsiteY20" fmla="*/ 22452 h 304549"/>
                <a:gd name="connsiteX21" fmla="*/ 171847 w 202010"/>
                <a:gd name="connsiteY21" fmla="*/ 84 h 304549"/>
                <a:gd name="connsiteX22" fmla="*/ 127978 w 202010"/>
                <a:gd name="connsiteY22" fmla="*/ 23829 h 304549"/>
                <a:gd name="connsiteX23" fmla="*/ 99675 w 202010"/>
                <a:gd name="connsiteY23" fmla="*/ 86115 h 304549"/>
                <a:gd name="connsiteX24" fmla="*/ 67127 w 202010"/>
                <a:gd name="connsiteY24" fmla="*/ 86115 h 304549"/>
                <a:gd name="connsiteX25" fmla="*/ 64650 w 202010"/>
                <a:gd name="connsiteY25" fmla="*/ 97127 h 3045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2010" h="304549">
                  <a:moveTo>
                    <a:pt x="64650" y="97127"/>
                  </a:moveTo>
                  <a:lnTo>
                    <a:pt x="96491" y="97127"/>
                  </a:lnTo>
                  <a:lnTo>
                    <a:pt x="65358" y="241659"/>
                  </a:lnTo>
                  <a:cubicBezTo>
                    <a:pt x="57575" y="278480"/>
                    <a:pt x="45900" y="297407"/>
                    <a:pt x="31041" y="297407"/>
                  </a:cubicBezTo>
                  <a:cubicBezTo>
                    <a:pt x="26795" y="297407"/>
                    <a:pt x="23965" y="294998"/>
                    <a:pt x="23965" y="291901"/>
                  </a:cubicBezTo>
                  <a:cubicBezTo>
                    <a:pt x="23965" y="290869"/>
                    <a:pt x="24319" y="289837"/>
                    <a:pt x="25380" y="288116"/>
                  </a:cubicBezTo>
                  <a:cubicBezTo>
                    <a:pt x="26795" y="286051"/>
                    <a:pt x="27149" y="284675"/>
                    <a:pt x="27149" y="282610"/>
                  </a:cubicBezTo>
                  <a:cubicBezTo>
                    <a:pt x="27149" y="275383"/>
                    <a:pt x="20781" y="269533"/>
                    <a:pt x="13352" y="269533"/>
                  </a:cubicBezTo>
                  <a:cubicBezTo>
                    <a:pt x="5922" y="269533"/>
                    <a:pt x="262" y="275728"/>
                    <a:pt x="262" y="283642"/>
                  </a:cubicBezTo>
                  <a:cubicBezTo>
                    <a:pt x="262" y="295343"/>
                    <a:pt x="12644" y="304634"/>
                    <a:pt x="28210" y="304634"/>
                  </a:cubicBezTo>
                  <a:cubicBezTo>
                    <a:pt x="59697" y="304634"/>
                    <a:pt x="84462" y="270566"/>
                    <a:pt x="98967" y="207247"/>
                  </a:cubicBezTo>
                  <a:lnTo>
                    <a:pt x="124440" y="97127"/>
                  </a:lnTo>
                  <a:lnTo>
                    <a:pt x="163002" y="97127"/>
                  </a:lnTo>
                  <a:lnTo>
                    <a:pt x="165125" y="86115"/>
                  </a:lnTo>
                  <a:lnTo>
                    <a:pt x="126916" y="86115"/>
                  </a:lnTo>
                  <a:cubicBezTo>
                    <a:pt x="137176" y="32088"/>
                    <a:pt x="150266" y="7655"/>
                    <a:pt x="170078" y="7655"/>
                  </a:cubicBezTo>
                  <a:cubicBezTo>
                    <a:pt x="174677" y="7655"/>
                    <a:pt x="177861" y="9375"/>
                    <a:pt x="177861" y="11784"/>
                  </a:cubicBezTo>
                  <a:cubicBezTo>
                    <a:pt x="177861" y="12817"/>
                    <a:pt x="177507" y="13505"/>
                    <a:pt x="176446" y="15226"/>
                  </a:cubicBezTo>
                  <a:cubicBezTo>
                    <a:pt x="175031" y="18323"/>
                    <a:pt x="174323" y="20043"/>
                    <a:pt x="174323" y="22452"/>
                  </a:cubicBezTo>
                  <a:cubicBezTo>
                    <a:pt x="174323" y="30711"/>
                    <a:pt x="179630" y="36217"/>
                    <a:pt x="187413" y="36217"/>
                  </a:cubicBezTo>
                  <a:cubicBezTo>
                    <a:pt x="195550" y="36217"/>
                    <a:pt x="202272" y="30023"/>
                    <a:pt x="202272" y="22452"/>
                  </a:cubicBezTo>
                  <a:cubicBezTo>
                    <a:pt x="202272" y="9720"/>
                    <a:pt x="189182" y="84"/>
                    <a:pt x="171847" y="84"/>
                  </a:cubicBezTo>
                  <a:cubicBezTo>
                    <a:pt x="154511" y="84"/>
                    <a:pt x="140714" y="7655"/>
                    <a:pt x="127978" y="23829"/>
                  </a:cubicBezTo>
                  <a:cubicBezTo>
                    <a:pt x="117364" y="37249"/>
                    <a:pt x="110288" y="53079"/>
                    <a:pt x="99675" y="86115"/>
                  </a:cubicBezTo>
                  <a:lnTo>
                    <a:pt x="67127" y="86115"/>
                  </a:lnTo>
                  <a:lnTo>
                    <a:pt x="64650" y="97127"/>
                  </a:ln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2" name="Freeform: Shape 2141">
              <a:extLst>
                <a:ext uri="{FF2B5EF4-FFF2-40B4-BE49-F238E27FC236}">
                  <a16:creationId xmlns:a16="http://schemas.microsoft.com/office/drawing/2014/main" id="{0FF48AB6-5040-B8D4-54E9-3AB7694AEFEC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>
            <a:xfrm>
              <a:off x="12035273" y="5217930"/>
              <a:ext cx="82077" cy="344124"/>
            </a:xfrm>
            <a:custGeom>
              <a:avLst/>
              <a:gdLst>
                <a:gd name="connsiteX0" fmla="*/ 82344 w 82077"/>
                <a:gd name="connsiteY0" fmla="*/ 340767 h 344124"/>
                <a:gd name="connsiteX1" fmla="*/ 76330 w 82077"/>
                <a:gd name="connsiteY1" fmla="*/ 333196 h 344124"/>
                <a:gd name="connsiteX2" fmla="*/ 20785 w 82077"/>
                <a:gd name="connsiteY2" fmla="*/ 172146 h 344124"/>
                <a:gd name="connsiteX3" fmla="*/ 77745 w 82077"/>
                <a:gd name="connsiteY3" fmla="*/ 9375 h 344124"/>
                <a:gd name="connsiteX4" fmla="*/ 82344 w 82077"/>
                <a:gd name="connsiteY4" fmla="*/ 3525 h 344124"/>
                <a:gd name="connsiteX5" fmla="*/ 78806 w 82077"/>
                <a:gd name="connsiteY5" fmla="*/ 84 h 344124"/>
                <a:gd name="connsiteX6" fmla="*/ 22554 w 82077"/>
                <a:gd name="connsiteY6" fmla="*/ 67188 h 344124"/>
                <a:gd name="connsiteX7" fmla="*/ 266 w 82077"/>
                <a:gd name="connsiteY7" fmla="*/ 172146 h 344124"/>
                <a:gd name="connsiteX8" fmla="*/ 23616 w 82077"/>
                <a:gd name="connsiteY8" fmla="*/ 279513 h 344124"/>
                <a:gd name="connsiteX9" fmla="*/ 78806 w 82077"/>
                <a:gd name="connsiteY9" fmla="*/ 344208 h 344124"/>
                <a:gd name="connsiteX10" fmla="*/ 82344 w 82077"/>
                <a:gd name="connsiteY10" fmla="*/ 340767 h 344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77" h="344124">
                  <a:moveTo>
                    <a:pt x="82344" y="340767"/>
                  </a:moveTo>
                  <a:cubicBezTo>
                    <a:pt x="82344" y="339735"/>
                    <a:pt x="82344" y="339046"/>
                    <a:pt x="76330" y="333196"/>
                  </a:cubicBezTo>
                  <a:cubicBezTo>
                    <a:pt x="32107" y="289837"/>
                    <a:pt x="20785" y="224797"/>
                    <a:pt x="20785" y="172146"/>
                  </a:cubicBezTo>
                  <a:cubicBezTo>
                    <a:pt x="20785" y="112268"/>
                    <a:pt x="34229" y="52391"/>
                    <a:pt x="77745" y="9375"/>
                  </a:cubicBezTo>
                  <a:cubicBezTo>
                    <a:pt x="82344" y="5246"/>
                    <a:pt x="82344" y="4558"/>
                    <a:pt x="82344" y="3525"/>
                  </a:cubicBezTo>
                  <a:cubicBezTo>
                    <a:pt x="82344" y="1116"/>
                    <a:pt x="80929" y="84"/>
                    <a:pt x="78806" y="84"/>
                  </a:cubicBezTo>
                  <a:cubicBezTo>
                    <a:pt x="75268" y="84"/>
                    <a:pt x="43428" y="23484"/>
                    <a:pt x="22554" y="67188"/>
                  </a:cubicBezTo>
                  <a:cubicBezTo>
                    <a:pt x="4511" y="105042"/>
                    <a:pt x="266" y="143240"/>
                    <a:pt x="266" y="172146"/>
                  </a:cubicBezTo>
                  <a:cubicBezTo>
                    <a:pt x="266" y="198988"/>
                    <a:pt x="4158" y="240627"/>
                    <a:pt x="23616" y="279513"/>
                  </a:cubicBezTo>
                  <a:cubicBezTo>
                    <a:pt x="44843" y="321840"/>
                    <a:pt x="75268" y="344208"/>
                    <a:pt x="78806" y="344208"/>
                  </a:cubicBezTo>
                  <a:cubicBezTo>
                    <a:pt x="80929" y="344208"/>
                    <a:pt x="82344" y="343176"/>
                    <a:pt x="82344" y="340767"/>
                  </a:cubicBez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3" name="Freeform: Shape 2142">
              <a:extLst>
                <a:ext uri="{FF2B5EF4-FFF2-40B4-BE49-F238E27FC236}">
                  <a16:creationId xmlns:a16="http://schemas.microsoft.com/office/drawing/2014/main" id="{4B647A31-DB83-AE6F-F5FD-D5611186EC85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>
            <a:xfrm>
              <a:off x="12142240" y="5288132"/>
              <a:ext cx="91630" cy="191677"/>
            </a:xfrm>
            <a:custGeom>
              <a:avLst/>
              <a:gdLst>
                <a:gd name="connsiteX0" fmla="*/ 91900 w 91630"/>
                <a:gd name="connsiteY0" fmla="*/ 40691 h 191677"/>
                <a:gd name="connsiteX1" fmla="*/ 63597 w 91630"/>
                <a:gd name="connsiteY1" fmla="*/ 40691 h 191677"/>
                <a:gd name="connsiteX2" fmla="*/ 73503 w 91630"/>
                <a:gd name="connsiteY2" fmla="*/ 5246 h 191677"/>
                <a:gd name="connsiteX3" fmla="*/ 73857 w 91630"/>
                <a:gd name="connsiteY3" fmla="*/ 3525 h 191677"/>
                <a:gd name="connsiteX4" fmla="*/ 71026 w 91630"/>
                <a:gd name="connsiteY4" fmla="*/ 84 h 191677"/>
                <a:gd name="connsiteX5" fmla="*/ 65720 w 91630"/>
                <a:gd name="connsiteY5" fmla="*/ 3181 h 191677"/>
                <a:gd name="connsiteX6" fmla="*/ 18666 w 91630"/>
                <a:gd name="connsiteY6" fmla="*/ 41035 h 191677"/>
                <a:gd name="connsiteX7" fmla="*/ 7345 w 91630"/>
                <a:gd name="connsiteY7" fmla="*/ 49638 h 191677"/>
                <a:gd name="connsiteX8" fmla="*/ 7699 w 91630"/>
                <a:gd name="connsiteY8" fmla="*/ 51703 h 191677"/>
                <a:gd name="connsiteX9" fmla="*/ 33879 w 91630"/>
                <a:gd name="connsiteY9" fmla="*/ 51703 h 191677"/>
                <a:gd name="connsiteX10" fmla="*/ 8406 w 91630"/>
                <a:gd name="connsiteY10" fmla="*/ 146337 h 191677"/>
                <a:gd name="connsiteX11" fmla="*/ 6284 w 91630"/>
                <a:gd name="connsiteY11" fmla="*/ 153563 h 191677"/>
                <a:gd name="connsiteX12" fmla="*/ 269 w 91630"/>
                <a:gd name="connsiteY12" fmla="*/ 178684 h 191677"/>
                <a:gd name="connsiteX13" fmla="*/ 17251 w 91630"/>
                <a:gd name="connsiteY13" fmla="*/ 191761 h 191677"/>
                <a:gd name="connsiteX14" fmla="*/ 67488 w 91630"/>
                <a:gd name="connsiteY14" fmla="*/ 150122 h 191677"/>
                <a:gd name="connsiteX15" fmla="*/ 62889 w 91630"/>
                <a:gd name="connsiteY15" fmla="*/ 147713 h 191677"/>
                <a:gd name="connsiteX16" fmla="*/ 34233 w 91630"/>
                <a:gd name="connsiteY16" fmla="*/ 174899 h 191677"/>
                <a:gd name="connsiteX17" fmla="*/ 28926 w 91630"/>
                <a:gd name="connsiteY17" fmla="*/ 168017 h 191677"/>
                <a:gd name="connsiteX18" fmla="*/ 29280 w 91630"/>
                <a:gd name="connsiteY18" fmla="*/ 166296 h 191677"/>
                <a:gd name="connsiteX19" fmla="*/ 60413 w 91630"/>
                <a:gd name="connsiteY19" fmla="*/ 51703 h 191677"/>
                <a:gd name="connsiteX20" fmla="*/ 90131 w 91630"/>
                <a:gd name="connsiteY20" fmla="*/ 51703 h 191677"/>
                <a:gd name="connsiteX21" fmla="*/ 91900 w 91630"/>
                <a:gd name="connsiteY21" fmla="*/ 40691 h 19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1630" h="191677">
                  <a:moveTo>
                    <a:pt x="91900" y="40691"/>
                  </a:moveTo>
                  <a:lnTo>
                    <a:pt x="63597" y="40691"/>
                  </a:lnTo>
                  <a:lnTo>
                    <a:pt x="73503" y="5246"/>
                  </a:lnTo>
                  <a:cubicBezTo>
                    <a:pt x="73857" y="4558"/>
                    <a:pt x="73857" y="3869"/>
                    <a:pt x="73857" y="3525"/>
                  </a:cubicBezTo>
                  <a:cubicBezTo>
                    <a:pt x="73857" y="1116"/>
                    <a:pt x="72795" y="84"/>
                    <a:pt x="71026" y="84"/>
                  </a:cubicBezTo>
                  <a:cubicBezTo>
                    <a:pt x="68904" y="84"/>
                    <a:pt x="67842" y="428"/>
                    <a:pt x="65720" y="3181"/>
                  </a:cubicBezTo>
                  <a:cubicBezTo>
                    <a:pt x="51922" y="20731"/>
                    <a:pt x="29987" y="37938"/>
                    <a:pt x="18666" y="41035"/>
                  </a:cubicBezTo>
                  <a:cubicBezTo>
                    <a:pt x="9822" y="43788"/>
                    <a:pt x="7345" y="45852"/>
                    <a:pt x="7345" y="49638"/>
                  </a:cubicBezTo>
                  <a:cubicBezTo>
                    <a:pt x="7345" y="49982"/>
                    <a:pt x="7345" y="50670"/>
                    <a:pt x="7699" y="51703"/>
                  </a:cubicBezTo>
                  <a:lnTo>
                    <a:pt x="33879" y="51703"/>
                  </a:lnTo>
                  <a:lnTo>
                    <a:pt x="8406" y="146337"/>
                  </a:lnTo>
                  <a:cubicBezTo>
                    <a:pt x="7699" y="149434"/>
                    <a:pt x="7345" y="150466"/>
                    <a:pt x="6284" y="153563"/>
                  </a:cubicBezTo>
                  <a:cubicBezTo>
                    <a:pt x="3100" y="163887"/>
                    <a:pt x="269" y="175931"/>
                    <a:pt x="269" y="178684"/>
                  </a:cubicBezTo>
                  <a:cubicBezTo>
                    <a:pt x="269" y="186255"/>
                    <a:pt x="7699" y="191761"/>
                    <a:pt x="17251" y="191761"/>
                  </a:cubicBezTo>
                  <a:cubicBezTo>
                    <a:pt x="33525" y="191761"/>
                    <a:pt x="45200" y="182126"/>
                    <a:pt x="67488" y="150122"/>
                  </a:cubicBezTo>
                  <a:lnTo>
                    <a:pt x="62889" y="147713"/>
                  </a:lnTo>
                  <a:cubicBezTo>
                    <a:pt x="45554" y="169393"/>
                    <a:pt x="39893" y="174899"/>
                    <a:pt x="34233" y="174899"/>
                  </a:cubicBezTo>
                  <a:cubicBezTo>
                    <a:pt x="31049" y="174899"/>
                    <a:pt x="28926" y="172146"/>
                    <a:pt x="28926" y="168017"/>
                  </a:cubicBezTo>
                  <a:cubicBezTo>
                    <a:pt x="28926" y="167672"/>
                    <a:pt x="28926" y="167328"/>
                    <a:pt x="29280" y="166296"/>
                  </a:cubicBezTo>
                  <a:lnTo>
                    <a:pt x="60413" y="51703"/>
                  </a:lnTo>
                  <a:lnTo>
                    <a:pt x="90131" y="51703"/>
                  </a:lnTo>
                  <a:lnTo>
                    <a:pt x="91900" y="40691"/>
                  </a:ln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4" name="Freeform: Shape 2143">
              <a:extLst>
                <a:ext uri="{FF2B5EF4-FFF2-40B4-BE49-F238E27FC236}">
                  <a16:creationId xmlns:a16="http://schemas.microsoft.com/office/drawing/2014/main" id="{AACD8B09-A6B4-5E21-C82C-72F539C37709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>
            <a:xfrm>
              <a:off x="12240695" y="5361293"/>
              <a:ext cx="56287" cy="169343"/>
            </a:xfrm>
            <a:custGeom>
              <a:avLst/>
              <a:gdLst>
                <a:gd name="connsiteX0" fmla="*/ 45563 w 56287"/>
                <a:gd name="connsiteY0" fmla="*/ 137598 h 169343"/>
                <a:gd name="connsiteX1" fmla="*/ 34829 w 56287"/>
                <a:gd name="connsiteY1" fmla="*/ 150585 h 169343"/>
                <a:gd name="connsiteX2" fmla="*/ 24096 w 56287"/>
                <a:gd name="connsiteY2" fmla="*/ 157461 h 169343"/>
                <a:gd name="connsiteX3" fmla="*/ 19907 w 56287"/>
                <a:gd name="connsiteY3" fmla="*/ 153641 h 169343"/>
                <a:gd name="connsiteX4" fmla="*/ 22525 w 56287"/>
                <a:gd name="connsiteY4" fmla="*/ 142437 h 169343"/>
                <a:gd name="connsiteX5" fmla="*/ 23834 w 56287"/>
                <a:gd name="connsiteY5" fmla="*/ 137853 h 169343"/>
                <a:gd name="connsiteX6" fmla="*/ 23834 w 56287"/>
                <a:gd name="connsiteY6" fmla="*/ 137343 h 169343"/>
                <a:gd name="connsiteX7" fmla="*/ 24096 w 56287"/>
                <a:gd name="connsiteY7" fmla="*/ 136834 h 169343"/>
                <a:gd name="connsiteX8" fmla="*/ 47134 w 56287"/>
                <a:gd name="connsiteY8" fmla="*/ 54836 h 169343"/>
                <a:gd name="connsiteX9" fmla="*/ 46349 w 56287"/>
                <a:gd name="connsiteY9" fmla="*/ 54327 h 169343"/>
                <a:gd name="connsiteX10" fmla="*/ 4461 w 56287"/>
                <a:gd name="connsiteY10" fmla="*/ 60693 h 169343"/>
                <a:gd name="connsiteX11" fmla="*/ 4461 w 56287"/>
                <a:gd name="connsiteY11" fmla="*/ 64768 h 169343"/>
                <a:gd name="connsiteX12" fmla="*/ 20954 w 56287"/>
                <a:gd name="connsiteY12" fmla="*/ 70879 h 169343"/>
                <a:gd name="connsiteX13" fmla="*/ 18598 w 56287"/>
                <a:gd name="connsiteY13" fmla="*/ 82084 h 169343"/>
                <a:gd name="connsiteX14" fmla="*/ 6031 w 56287"/>
                <a:gd name="connsiteY14" fmla="*/ 127157 h 169343"/>
                <a:gd name="connsiteX15" fmla="*/ 272 w 56287"/>
                <a:gd name="connsiteY15" fmla="*/ 154914 h 169343"/>
                <a:gd name="connsiteX16" fmla="*/ 12315 w 56287"/>
                <a:gd name="connsiteY16" fmla="*/ 169430 h 169343"/>
                <a:gd name="connsiteX17" fmla="*/ 48967 w 56287"/>
                <a:gd name="connsiteY17" fmla="*/ 140399 h 169343"/>
                <a:gd name="connsiteX18" fmla="*/ 45563 w 56287"/>
                <a:gd name="connsiteY18" fmla="*/ 137598 h 169343"/>
                <a:gd name="connsiteX19" fmla="*/ 43469 w 56287"/>
                <a:gd name="connsiteY19" fmla="*/ 86 h 169343"/>
                <a:gd name="connsiteX20" fmla="*/ 31164 w 56287"/>
                <a:gd name="connsiteY20" fmla="*/ 13583 h 169343"/>
                <a:gd name="connsiteX21" fmla="*/ 43731 w 56287"/>
                <a:gd name="connsiteY21" fmla="*/ 27079 h 169343"/>
                <a:gd name="connsiteX22" fmla="*/ 56559 w 56287"/>
                <a:gd name="connsiteY22" fmla="*/ 14092 h 169343"/>
                <a:gd name="connsiteX23" fmla="*/ 43469 w 56287"/>
                <a:gd name="connsiteY23" fmla="*/ 86 h 169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6287" h="169343">
                  <a:moveTo>
                    <a:pt x="45563" y="137598"/>
                  </a:moveTo>
                  <a:cubicBezTo>
                    <a:pt x="39280" y="145747"/>
                    <a:pt x="37447" y="147784"/>
                    <a:pt x="34829" y="150585"/>
                  </a:cubicBezTo>
                  <a:cubicBezTo>
                    <a:pt x="30379" y="154914"/>
                    <a:pt x="26452" y="157461"/>
                    <a:pt x="24096" y="157461"/>
                  </a:cubicBezTo>
                  <a:cubicBezTo>
                    <a:pt x="22001" y="157461"/>
                    <a:pt x="19907" y="155424"/>
                    <a:pt x="19907" y="153641"/>
                  </a:cubicBezTo>
                  <a:cubicBezTo>
                    <a:pt x="19907" y="151095"/>
                    <a:pt x="20692" y="147275"/>
                    <a:pt x="22525" y="142437"/>
                  </a:cubicBezTo>
                  <a:cubicBezTo>
                    <a:pt x="22525" y="141673"/>
                    <a:pt x="23310" y="139890"/>
                    <a:pt x="23834" y="137853"/>
                  </a:cubicBezTo>
                  <a:lnTo>
                    <a:pt x="23834" y="137343"/>
                  </a:lnTo>
                  <a:lnTo>
                    <a:pt x="24096" y="136834"/>
                  </a:lnTo>
                  <a:lnTo>
                    <a:pt x="47134" y="54836"/>
                  </a:lnTo>
                  <a:lnTo>
                    <a:pt x="46349" y="54327"/>
                  </a:lnTo>
                  <a:cubicBezTo>
                    <a:pt x="19907" y="59165"/>
                    <a:pt x="14671" y="59929"/>
                    <a:pt x="4461" y="60693"/>
                  </a:cubicBezTo>
                  <a:lnTo>
                    <a:pt x="4461" y="64768"/>
                  </a:lnTo>
                  <a:cubicBezTo>
                    <a:pt x="18336" y="65022"/>
                    <a:pt x="20954" y="65786"/>
                    <a:pt x="20954" y="70879"/>
                  </a:cubicBezTo>
                  <a:cubicBezTo>
                    <a:pt x="20954" y="72917"/>
                    <a:pt x="20169" y="76991"/>
                    <a:pt x="18598" y="82084"/>
                  </a:cubicBezTo>
                  <a:lnTo>
                    <a:pt x="6031" y="127157"/>
                  </a:lnTo>
                  <a:cubicBezTo>
                    <a:pt x="1843" y="141927"/>
                    <a:pt x="272" y="149821"/>
                    <a:pt x="272" y="154914"/>
                  </a:cubicBezTo>
                  <a:cubicBezTo>
                    <a:pt x="272" y="164337"/>
                    <a:pt x="4461" y="169430"/>
                    <a:pt x="12315" y="169430"/>
                  </a:cubicBezTo>
                  <a:cubicBezTo>
                    <a:pt x="24357" y="169430"/>
                    <a:pt x="34044" y="161790"/>
                    <a:pt x="48967" y="140399"/>
                  </a:cubicBezTo>
                  <a:lnTo>
                    <a:pt x="45563" y="137598"/>
                  </a:lnTo>
                  <a:close/>
                  <a:moveTo>
                    <a:pt x="43469" y="86"/>
                  </a:moveTo>
                  <a:cubicBezTo>
                    <a:pt x="36400" y="86"/>
                    <a:pt x="31164" y="5943"/>
                    <a:pt x="31164" y="13583"/>
                  </a:cubicBezTo>
                  <a:cubicBezTo>
                    <a:pt x="31164" y="21732"/>
                    <a:pt x="36138" y="27079"/>
                    <a:pt x="43731" y="27079"/>
                  </a:cubicBezTo>
                  <a:cubicBezTo>
                    <a:pt x="50537" y="27079"/>
                    <a:pt x="56559" y="21222"/>
                    <a:pt x="56559" y="14092"/>
                  </a:cubicBezTo>
                  <a:cubicBezTo>
                    <a:pt x="56559" y="6707"/>
                    <a:pt x="50537" y="86"/>
                    <a:pt x="43469" y="86"/>
                  </a:cubicBezTo>
                  <a:close/>
                </a:path>
              </a:pathLst>
            </a:custGeom>
            <a:solidFill>
              <a:srgbClr val="000000"/>
            </a:solidFill>
            <a:ln w="356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5" name="Freeform: Shape 2144">
              <a:extLst>
                <a:ext uri="{FF2B5EF4-FFF2-40B4-BE49-F238E27FC236}">
                  <a16:creationId xmlns:a16="http://schemas.microsoft.com/office/drawing/2014/main" id="{3C4C14B6-2EB5-7373-B0A7-CBBE4052DDEB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>
            <a:xfrm>
              <a:off x="12349098" y="5439546"/>
              <a:ext cx="41392" cy="102893"/>
            </a:xfrm>
            <a:custGeom>
              <a:avLst/>
              <a:gdLst>
                <a:gd name="connsiteX0" fmla="*/ 41667 w 41392"/>
                <a:gd name="connsiteY0" fmla="*/ 36218 h 102893"/>
                <a:gd name="connsiteX1" fmla="*/ 19025 w 41392"/>
                <a:gd name="connsiteY1" fmla="*/ 85 h 102893"/>
                <a:gd name="connsiteX2" fmla="*/ 275 w 41392"/>
                <a:gd name="connsiteY2" fmla="*/ 18323 h 102893"/>
                <a:gd name="connsiteX3" fmla="*/ 19025 w 41392"/>
                <a:gd name="connsiteY3" fmla="*/ 36562 h 102893"/>
                <a:gd name="connsiteX4" fmla="*/ 31408 w 41392"/>
                <a:gd name="connsiteY4" fmla="*/ 32088 h 102893"/>
                <a:gd name="connsiteX5" fmla="*/ 33177 w 41392"/>
                <a:gd name="connsiteY5" fmla="*/ 31056 h 102893"/>
                <a:gd name="connsiteX6" fmla="*/ 33884 w 41392"/>
                <a:gd name="connsiteY6" fmla="*/ 36218 h 102893"/>
                <a:gd name="connsiteX7" fmla="*/ 9827 w 41392"/>
                <a:gd name="connsiteY7" fmla="*/ 93687 h 102893"/>
                <a:gd name="connsiteX8" fmla="*/ 5935 w 41392"/>
                <a:gd name="connsiteY8" fmla="*/ 99193 h 102893"/>
                <a:gd name="connsiteX9" fmla="*/ 9473 w 41392"/>
                <a:gd name="connsiteY9" fmla="*/ 102978 h 102893"/>
                <a:gd name="connsiteX10" fmla="*/ 41667 w 41392"/>
                <a:gd name="connsiteY10" fmla="*/ 36218 h 10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392" h="102893">
                  <a:moveTo>
                    <a:pt x="41667" y="36218"/>
                  </a:moveTo>
                  <a:cubicBezTo>
                    <a:pt x="41667" y="13506"/>
                    <a:pt x="32823" y="85"/>
                    <a:pt x="19025" y="85"/>
                  </a:cubicBezTo>
                  <a:cubicBezTo>
                    <a:pt x="7350" y="85"/>
                    <a:pt x="275" y="8688"/>
                    <a:pt x="275" y="18323"/>
                  </a:cubicBezTo>
                  <a:cubicBezTo>
                    <a:pt x="275" y="27615"/>
                    <a:pt x="7350" y="36562"/>
                    <a:pt x="19025" y="36562"/>
                  </a:cubicBezTo>
                  <a:cubicBezTo>
                    <a:pt x="23271" y="36562"/>
                    <a:pt x="27870" y="35185"/>
                    <a:pt x="31408" y="32088"/>
                  </a:cubicBezTo>
                  <a:cubicBezTo>
                    <a:pt x="32469" y="31400"/>
                    <a:pt x="32823" y="31056"/>
                    <a:pt x="33177" y="31056"/>
                  </a:cubicBezTo>
                  <a:cubicBezTo>
                    <a:pt x="33530" y="31056"/>
                    <a:pt x="33884" y="31400"/>
                    <a:pt x="33884" y="36218"/>
                  </a:cubicBezTo>
                  <a:cubicBezTo>
                    <a:pt x="33884" y="61683"/>
                    <a:pt x="21502" y="82330"/>
                    <a:pt x="9827" y="93687"/>
                  </a:cubicBezTo>
                  <a:cubicBezTo>
                    <a:pt x="5935" y="97472"/>
                    <a:pt x="5935" y="98160"/>
                    <a:pt x="5935" y="99193"/>
                  </a:cubicBezTo>
                  <a:cubicBezTo>
                    <a:pt x="5935" y="101601"/>
                    <a:pt x="7704" y="102978"/>
                    <a:pt x="9473" y="102978"/>
                  </a:cubicBezTo>
                  <a:cubicBezTo>
                    <a:pt x="13365" y="102978"/>
                    <a:pt x="41667" y="76480"/>
                    <a:pt x="41667" y="36218"/>
                  </a:cubicBez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6" name="Freeform: Shape 2145">
              <a:extLst>
                <a:ext uri="{FF2B5EF4-FFF2-40B4-BE49-F238E27FC236}">
                  <a16:creationId xmlns:a16="http://schemas.microsoft.com/office/drawing/2014/main" id="{120967BC-A03B-8A3E-4AC7-95174A24997D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>
            <a:xfrm>
              <a:off x="12448000" y="5324265"/>
              <a:ext cx="159202" cy="222648"/>
            </a:xfrm>
            <a:custGeom>
              <a:avLst/>
              <a:gdLst>
                <a:gd name="connsiteX0" fmla="*/ 14076 w 159202"/>
                <a:gd name="connsiteY0" fmla="*/ 14193 h 222648"/>
                <a:gd name="connsiteX1" fmla="*/ 25044 w 159202"/>
                <a:gd name="connsiteY1" fmla="*/ 12817 h 222648"/>
                <a:gd name="connsiteX2" fmla="*/ 66790 w 159202"/>
                <a:gd name="connsiteY2" fmla="*/ 80609 h 222648"/>
                <a:gd name="connsiteX3" fmla="*/ 81295 w 159202"/>
                <a:gd name="connsiteY3" fmla="*/ 149090 h 222648"/>
                <a:gd name="connsiteX4" fmla="*/ 73866 w 159202"/>
                <a:gd name="connsiteY4" fmla="*/ 166296 h 222648"/>
                <a:gd name="connsiteX5" fmla="*/ 51931 w 159202"/>
                <a:gd name="connsiteY5" fmla="*/ 193482 h 222648"/>
                <a:gd name="connsiteX6" fmla="*/ 35657 w 159202"/>
                <a:gd name="connsiteY6" fmla="*/ 203806 h 222648"/>
                <a:gd name="connsiteX7" fmla="*/ 27166 w 159202"/>
                <a:gd name="connsiteY7" fmla="*/ 200021 h 222648"/>
                <a:gd name="connsiteX8" fmla="*/ 14076 w 159202"/>
                <a:gd name="connsiteY8" fmla="*/ 194170 h 222648"/>
                <a:gd name="connsiteX9" fmla="*/ 279 w 159202"/>
                <a:gd name="connsiteY9" fmla="*/ 207591 h 222648"/>
                <a:gd name="connsiteX10" fmla="*/ 18322 w 159202"/>
                <a:gd name="connsiteY10" fmla="*/ 222733 h 222648"/>
                <a:gd name="connsiteX11" fmla="*/ 125518 w 159202"/>
                <a:gd name="connsiteY11" fmla="*/ 102978 h 222648"/>
                <a:gd name="connsiteX12" fmla="*/ 159482 w 159202"/>
                <a:gd name="connsiteY12" fmla="*/ 19011 h 222648"/>
                <a:gd name="connsiteX13" fmla="*/ 140023 w 159202"/>
                <a:gd name="connsiteY13" fmla="*/ 84 h 222648"/>
                <a:gd name="connsiteX14" fmla="*/ 126226 w 159202"/>
                <a:gd name="connsiteY14" fmla="*/ 12817 h 222648"/>
                <a:gd name="connsiteX15" fmla="*/ 136132 w 159202"/>
                <a:gd name="connsiteY15" fmla="*/ 26238 h 222648"/>
                <a:gd name="connsiteX16" fmla="*/ 145330 w 159202"/>
                <a:gd name="connsiteY16" fmla="*/ 37938 h 222648"/>
                <a:gd name="connsiteX17" fmla="*/ 102169 w 159202"/>
                <a:gd name="connsiteY17" fmla="*/ 127066 h 222648"/>
                <a:gd name="connsiteX18" fmla="*/ 95093 w 159202"/>
                <a:gd name="connsiteY18" fmla="*/ 87148 h 222648"/>
                <a:gd name="connsiteX19" fmla="*/ 64667 w 159202"/>
                <a:gd name="connsiteY19" fmla="*/ 84 h 222648"/>
                <a:gd name="connsiteX20" fmla="*/ 63252 w 159202"/>
                <a:gd name="connsiteY20" fmla="*/ 84 h 222648"/>
                <a:gd name="connsiteX21" fmla="*/ 60068 w 159202"/>
                <a:gd name="connsiteY21" fmla="*/ 429 h 222648"/>
                <a:gd name="connsiteX22" fmla="*/ 25397 w 159202"/>
                <a:gd name="connsiteY22" fmla="*/ 6279 h 222648"/>
                <a:gd name="connsiteX23" fmla="*/ 14076 w 159202"/>
                <a:gd name="connsiteY23" fmla="*/ 8343 h 222648"/>
                <a:gd name="connsiteX24" fmla="*/ 14076 w 159202"/>
                <a:gd name="connsiteY24" fmla="*/ 14193 h 222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59202" h="222648">
                  <a:moveTo>
                    <a:pt x="14076" y="14193"/>
                  </a:moveTo>
                  <a:cubicBezTo>
                    <a:pt x="18676" y="13161"/>
                    <a:pt x="21152" y="12817"/>
                    <a:pt x="25044" y="12817"/>
                  </a:cubicBezTo>
                  <a:cubicBezTo>
                    <a:pt x="45209" y="12817"/>
                    <a:pt x="50516" y="21420"/>
                    <a:pt x="66790" y="80609"/>
                  </a:cubicBezTo>
                  <a:cubicBezTo>
                    <a:pt x="72804" y="102978"/>
                    <a:pt x="81295" y="143240"/>
                    <a:pt x="81295" y="149090"/>
                  </a:cubicBezTo>
                  <a:cubicBezTo>
                    <a:pt x="81295" y="154596"/>
                    <a:pt x="79173" y="160102"/>
                    <a:pt x="73866" y="166296"/>
                  </a:cubicBezTo>
                  <a:cubicBezTo>
                    <a:pt x="62899" y="180405"/>
                    <a:pt x="55823" y="189353"/>
                    <a:pt x="51931" y="193482"/>
                  </a:cubicBezTo>
                  <a:cubicBezTo>
                    <a:pt x="44502" y="201053"/>
                    <a:pt x="40256" y="203806"/>
                    <a:pt x="35657" y="203806"/>
                  </a:cubicBezTo>
                  <a:cubicBezTo>
                    <a:pt x="33534" y="203806"/>
                    <a:pt x="31058" y="202773"/>
                    <a:pt x="27166" y="200021"/>
                  </a:cubicBezTo>
                  <a:cubicBezTo>
                    <a:pt x="21860" y="195891"/>
                    <a:pt x="17968" y="194170"/>
                    <a:pt x="14076" y="194170"/>
                  </a:cubicBezTo>
                  <a:cubicBezTo>
                    <a:pt x="6293" y="194170"/>
                    <a:pt x="279" y="200021"/>
                    <a:pt x="279" y="207591"/>
                  </a:cubicBezTo>
                  <a:cubicBezTo>
                    <a:pt x="279" y="216194"/>
                    <a:pt x="8062" y="222733"/>
                    <a:pt x="18322" y="222733"/>
                  </a:cubicBezTo>
                  <a:cubicBezTo>
                    <a:pt x="40964" y="222733"/>
                    <a:pt x="87310" y="171114"/>
                    <a:pt x="125518" y="102978"/>
                  </a:cubicBezTo>
                  <a:cubicBezTo>
                    <a:pt x="149576" y="60650"/>
                    <a:pt x="159482" y="35873"/>
                    <a:pt x="159482" y="19011"/>
                  </a:cubicBezTo>
                  <a:cubicBezTo>
                    <a:pt x="159482" y="8687"/>
                    <a:pt x="150637" y="84"/>
                    <a:pt x="140023" y="84"/>
                  </a:cubicBezTo>
                  <a:cubicBezTo>
                    <a:pt x="131886" y="84"/>
                    <a:pt x="126226" y="5246"/>
                    <a:pt x="126226" y="12817"/>
                  </a:cubicBezTo>
                  <a:cubicBezTo>
                    <a:pt x="126226" y="17979"/>
                    <a:pt x="129056" y="21764"/>
                    <a:pt x="136132" y="26238"/>
                  </a:cubicBezTo>
                  <a:cubicBezTo>
                    <a:pt x="142854" y="30023"/>
                    <a:pt x="145330" y="33120"/>
                    <a:pt x="145330" y="37938"/>
                  </a:cubicBezTo>
                  <a:cubicBezTo>
                    <a:pt x="145330" y="51703"/>
                    <a:pt x="132240" y="78545"/>
                    <a:pt x="102169" y="127066"/>
                  </a:cubicBezTo>
                  <a:lnTo>
                    <a:pt x="95093" y="87148"/>
                  </a:lnTo>
                  <a:cubicBezTo>
                    <a:pt x="89786" y="56865"/>
                    <a:pt x="69974" y="84"/>
                    <a:pt x="64667" y="84"/>
                  </a:cubicBezTo>
                  <a:lnTo>
                    <a:pt x="63252" y="84"/>
                  </a:lnTo>
                  <a:cubicBezTo>
                    <a:pt x="62899" y="429"/>
                    <a:pt x="61483" y="429"/>
                    <a:pt x="60068" y="429"/>
                  </a:cubicBezTo>
                  <a:cubicBezTo>
                    <a:pt x="56884" y="773"/>
                    <a:pt x="44148" y="2837"/>
                    <a:pt x="25397" y="6279"/>
                  </a:cubicBezTo>
                  <a:cubicBezTo>
                    <a:pt x="23628" y="6623"/>
                    <a:pt x="19029" y="7655"/>
                    <a:pt x="14076" y="8343"/>
                  </a:cubicBezTo>
                  <a:lnTo>
                    <a:pt x="14076" y="14193"/>
                  </a:ln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7" name="Freeform: Shape 2146">
              <a:extLst>
                <a:ext uri="{FF2B5EF4-FFF2-40B4-BE49-F238E27FC236}">
                  <a16:creationId xmlns:a16="http://schemas.microsoft.com/office/drawing/2014/main" id="{BBBD04DF-6E55-5800-7406-C2CBB0B93294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>
            <a:xfrm>
              <a:off x="12626986" y="5361293"/>
              <a:ext cx="56287" cy="169343"/>
            </a:xfrm>
            <a:custGeom>
              <a:avLst/>
              <a:gdLst>
                <a:gd name="connsiteX0" fmla="*/ 45574 w 56287"/>
                <a:gd name="connsiteY0" fmla="*/ 137598 h 169343"/>
                <a:gd name="connsiteX1" fmla="*/ 34840 w 56287"/>
                <a:gd name="connsiteY1" fmla="*/ 150585 h 169343"/>
                <a:gd name="connsiteX2" fmla="*/ 24106 w 56287"/>
                <a:gd name="connsiteY2" fmla="*/ 157461 h 169343"/>
                <a:gd name="connsiteX3" fmla="*/ 19918 w 56287"/>
                <a:gd name="connsiteY3" fmla="*/ 153641 h 169343"/>
                <a:gd name="connsiteX4" fmla="*/ 22536 w 56287"/>
                <a:gd name="connsiteY4" fmla="*/ 142437 h 169343"/>
                <a:gd name="connsiteX5" fmla="*/ 23845 w 56287"/>
                <a:gd name="connsiteY5" fmla="*/ 137853 h 169343"/>
                <a:gd name="connsiteX6" fmla="*/ 23845 w 56287"/>
                <a:gd name="connsiteY6" fmla="*/ 137343 h 169343"/>
                <a:gd name="connsiteX7" fmla="*/ 24106 w 56287"/>
                <a:gd name="connsiteY7" fmla="*/ 136834 h 169343"/>
                <a:gd name="connsiteX8" fmla="*/ 47145 w 56287"/>
                <a:gd name="connsiteY8" fmla="*/ 54836 h 169343"/>
                <a:gd name="connsiteX9" fmla="*/ 46359 w 56287"/>
                <a:gd name="connsiteY9" fmla="*/ 54327 h 169343"/>
                <a:gd name="connsiteX10" fmla="*/ 4471 w 56287"/>
                <a:gd name="connsiteY10" fmla="*/ 60693 h 169343"/>
                <a:gd name="connsiteX11" fmla="*/ 4471 w 56287"/>
                <a:gd name="connsiteY11" fmla="*/ 64768 h 169343"/>
                <a:gd name="connsiteX12" fmla="*/ 20965 w 56287"/>
                <a:gd name="connsiteY12" fmla="*/ 70879 h 169343"/>
                <a:gd name="connsiteX13" fmla="*/ 18609 w 56287"/>
                <a:gd name="connsiteY13" fmla="*/ 82084 h 169343"/>
                <a:gd name="connsiteX14" fmla="*/ 6042 w 56287"/>
                <a:gd name="connsiteY14" fmla="*/ 127157 h 169343"/>
                <a:gd name="connsiteX15" fmla="*/ 283 w 56287"/>
                <a:gd name="connsiteY15" fmla="*/ 154914 h 169343"/>
                <a:gd name="connsiteX16" fmla="*/ 12325 w 56287"/>
                <a:gd name="connsiteY16" fmla="*/ 169430 h 169343"/>
                <a:gd name="connsiteX17" fmla="*/ 48977 w 56287"/>
                <a:gd name="connsiteY17" fmla="*/ 140399 h 169343"/>
                <a:gd name="connsiteX18" fmla="*/ 45574 w 56287"/>
                <a:gd name="connsiteY18" fmla="*/ 137598 h 169343"/>
                <a:gd name="connsiteX19" fmla="*/ 43480 w 56287"/>
                <a:gd name="connsiteY19" fmla="*/ 86 h 169343"/>
                <a:gd name="connsiteX20" fmla="*/ 31175 w 56287"/>
                <a:gd name="connsiteY20" fmla="*/ 13583 h 169343"/>
                <a:gd name="connsiteX21" fmla="*/ 43741 w 56287"/>
                <a:gd name="connsiteY21" fmla="*/ 27079 h 169343"/>
                <a:gd name="connsiteX22" fmla="*/ 56570 w 56287"/>
                <a:gd name="connsiteY22" fmla="*/ 14092 h 169343"/>
                <a:gd name="connsiteX23" fmla="*/ 43480 w 56287"/>
                <a:gd name="connsiteY23" fmla="*/ 86 h 1693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56287" h="169343">
                  <a:moveTo>
                    <a:pt x="45574" y="137598"/>
                  </a:moveTo>
                  <a:cubicBezTo>
                    <a:pt x="39291" y="145747"/>
                    <a:pt x="37458" y="147784"/>
                    <a:pt x="34840" y="150585"/>
                  </a:cubicBezTo>
                  <a:cubicBezTo>
                    <a:pt x="30390" y="154914"/>
                    <a:pt x="26463" y="157461"/>
                    <a:pt x="24106" y="157461"/>
                  </a:cubicBezTo>
                  <a:cubicBezTo>
                    <a:pt x="22012" y="157461"/>
                    <a:pt x="19918" y="155424"/>
                    <a:pt x="19918" y="153641"/>
                  </a:cubicBezTo>
                  <a:cubicBezTo>
                    <a:pt x="19918" y="151095"/>
                    <a:pt x="20703" y="147275"/>
                    <a:pt x="22536" y="142437"/>
                  </a:cubicBezTo>
                  <a:cubicBezTo>
                    <a:pt x="22536" y="141673"/>
                    <a:pt x="23321" y="139890"/>
                    <a:pt x="23845" y="137853"/>
                  </a:cubicBezTo>
                  <a:lnTo>
                    <a:pt x="23845" y="137343"/>
                  </a:lnTo>
                  <a:lnTo>
                    <a:pt x="24106" y="136834"/>
                  </a:lnTo>
                  <a:lnTo>
                    <a:pt x="47145" y="54836"/>
                  </a:lnTo>
                  <a:lnTo>
                    <a:pt x="46359" y="54327"/>
                  </a:lnTo>
                  <a:cubicBezTo>
                    <a:pt x="19918" y="59165"/>
                    <a:pt x="14682" y="59929"/>
                    <a:pt x="4471" y="60693"/>
                  </a:cubicBezTo>
                  <a:lnTo>
                    <a:pt x="4471" y="64768"/>
                  </a:lnTo>
                  <a:cubicBezTo>
                    <a:pt x="18347" y="65022"/>
                    <a:pt x="20965" y="65786"/>
                    <a:pt x="20965" y="70879"/>
                  </a:cubicBezTo>
                  <a:cubicBezTo>
                    <a:pt x="20965" y="72917"/>
                    <a:pt x="20179" y="76991"/>
                    <a:pt x="18609" y="82084"/>
                  </a:cubicBezTo>
                  <a:lnTo>
                    <a:pt x="6042" y="127157"/>
                  </a:lnTo>
                  <a:cubicBezTo>
                    <a:pt x="1853" y="141927"/>
                    <a:pt x="283" y="149821"/>
                    <a:pt x="283" y="154914"/>
                  </a:cubicBezTo>
                  <a:cubicBezTo>
                    <a:pt x="283" y="164337"/>
                    <a:pt x="4471" y="169430"/>
                    <a:pt x="12325" y="169430"/>
                  </a:cubicBezTo>
                  <a:cubicBezTo>
                    <a:pt x="24368" y="169430"/>
                    <a:pt x="34055" y="161790"/>
                    <a:pt x="48977" y="140399"/>
                  </a:cubicBezTo>
                  <a:lnTo>
                    <a:pt x="45574" y="137598"/>
                  </a:lnTo>
                  <a:close/>
                  <a:moveTo>
                    <a:pt x="43480" y="86"/>
                  </a:moveTo>
                  <a:cubicBezTo>
                    <a:pt x="36411" y="86"/>
                    <a:pt x="31175" y="5943"/>
                    <a:pt x="31175" y="13583"/>
                  </a:cubicBezTo>
                  <a:cubicBezTo>
                    <a:pt x="31175" y="21732"/>
                    <a:pt x="36149" y="27079"/>
                    <a:pt x="43741" y="27079"/>
                  </a:cubicBezTo>
                  <a:cubicBezTo>
                    <a:pt x="50548" y="27079"/>
                    <a:pt x="56570" y="21222"/>
                    <a:pt x="56570" y="14092"/>
                  </a:cubicBezTo>
                  <a:cubicBezTo>
                    <a:pt x="56570" y="6707"/>
                    <a:pt x="50548" y="86"/>
                    <a:pt x="43480" y="86"/>
                  </a:cubicBezTo>
                  <a:close/>
                </a:path>
              </a:pathLst>
            </a:custGeom>
            <a:solidFill>
              <a:srgbClr val="000000"/>
            </a:solidFill>
            <a:ln w="3561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8" name="Freeform: Shape 2147">
              <a:extLst>
                <a:ext uri="{FF2B5EF4-FFF2-40B4-BE49-F238E27FC236}">
                  <a16:creationId xmlns:a16="http://schemas.microsoft.com/office/drawing/2014/main" id="{DA3CFEBF-0CF3-528B-F31F-ADE3DED28726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>
            <a:xfrm>
              <a:off x="12725130" y="5217930"/>
              <a:ext cx="82077" cy="344124"/>
            </a:xfrm>
            <a:custGeom>
              <a:avLst/>
              <a:gdLst>
                <a:gd name="connsiteX0" fmla="*/ 82364 w 82077"/>
                <a:gd name="connsiteY0" fmla="*/ 172146 h 344124"/>
                <a:gd name="connsiteX1" fmla="*/ 59014 w 82077"/>
                <a:gd name="connsiteY1" fmla="*/ 64779 h 344124"/>
                <a:gd name="connsiteX2" fmla="*/ 3823 w 82077"/>
                <a:gd name="connsiteY2" fmla="*/ 84 h 344124"/>
                <a:gd name="connsiteX3" fmla="*/ 286 w 82077"/>
                <a:gd name="connsiteY3" fmla="*/ 3525 h 344124"/>
                <a:gd name="connsiteX4" fmla="*/ 7008 w 82077"/>
                <a:gd name="connsiteY4" fmla="*/ 11440 h 344124"/>
                <a:gd name="connsiteX5" fmla="*/ 61844 w 82077"/>
                <a:gd name="connsiteY5" fmla="*/ 172146 h 344124"/>
                <a:gd name="connsiteX6" fmla="*/ 4885 w 82077"/>
                <a:gd name="connsiteY6" fmla="*/ 334917 h 344124"/>
                <a:gd name="connsiteX7" fmla="*/ 286 w 82077"/>
                <a:gd name="connsiteY7" fmla="*/ 340767 h 344124"/>
                <a:gd name="connsiteX8" fmla="*/ 3823 w 82077"/>
                <a:gd name="connsiteY8" fmla="*/ 344208 h 344124"/>
                <a:gd name="connsiteX9" fmla="*/ 60075 w 82077"/>
                <a:gd name="connsiteY9" fmla="*/ 277104 h 344124"/>
                <a:gd name="connsiteX10" fmla="*/ 82364 w 82077"/>
                <a:gd name="connsiteY10" fmla="*/ 172146 h 344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077" h="344124">
                  <a:moveTo>
                    <a:pt x="82364" y="172146"/>
                  </a:moveTo>
                  <a:cubicBezTo>
                    <a:pt x="82364" y="145304"/>
                    <a:pt x="78472" y="103665"/>
                    <a:pt x="59014" y="64779"/>
                  </a:cubicBezTo>
                  <a:cubicBezTo>
                    <a:pt x="37787" y="22452"/>
                    <a:pt x="7361" y="84"/>
                    <a:pt x="3823" y="84"/>
                  </a:cubicBezTo>
                  <a:cubicBezTo>
                    <a:pt x="1701" y="84"/>
                    <a:pt x="286" y="1461"/>
                    <a:pt x="286" y="3525"/>
                  </a:cubicBezTo>
                  <a:cubicBezTo>
                    <a:pt x="286" y="4558"/>
                    <a:pt x="286" y="5246"/>
                    <a:pt x="7008" y="11440"/>
                  </a:cubicBezTo>
                  <a:cubicBezTo>
                    <a:pt x="41678" y="45508"/>
                    <a:pt x="61844" y="100224"/>
                    <a:pt x="61844" y="172146"/>
                  </a:cubicBezTo>
                  <a:cubicBezTo>
                    <a:pt x="61844" y="230991"/>
                    <a:pt x="48754" y="291557"/>
                    <a:pt x="4885" y="334917"/>
                  </a:cubicBezTo>
                  <a:cubicBezTo>
                    <a:pt x="286" y="339046"/>
                    <a:pt x="286" y="339735"/>
                    <a:pt x="286" y="340767"/>
                  </a:cubicBezTo>
                  <a:cubicBezTo>
                    <a:pt x="286" y="342832"/>
                    <a:pt x="1701" y="344208"/>
                    <a:pt x="3823" y="344208"/>
                  </a:cubicBezTo>
                  <a:cubicBezTo>
                    <a:pt x="7361" y="344208"/>
                    <a:pt x="39202" y="320808"/>
                    <a:pt x="60075" y="277104"/>
                  </a:cubicBezTo>
                  <a:cubicBezTo>
                    <a:pt x="78118" y="239250"/>
                    <a:pt x="82364" y="201052"/>
                    <a:pt x="82364" y="172146"/>
                  </a:cubicBez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9" name="Freeform: Shape 2148">
              <a:extLst>
                <a:ext uri="{FF2B5EF4-FFF2-40B4-BE49-F238E27FC236}">
                  <a16:creationId xmlns:a16="http://schemas.microsoft.com/office/drawing/2014/main" id="{C3BFEEBA-B926-3E66-C558-6AB5B945085A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>
            <a:xfrm>
              <a:off x="12871046" y="5318070"/>
              <a:ext cx="49176" cy="206474"/>
            </a:xfrm>
            <a:custGeom>
              <a:avLst/>
              <a:gdLst>
                <a:gd name="connsiteX0" fmla="*/ 9842 w 49176"/>
                <a:gd name="connsiteY0" fmla="*/ 206559 h 206474"/>
                <a:gd name="connsiteX1" fmla="*/ 49465 w 49176"/>
                <a:gd name="connsiteY1" fmla="*/ 153564 h 206474"/>
                <a:gd name="connsiteX2" fmla="*/ 21163 w 49176"/>
                <a:gd name="connsiteY2" fmla="*/ 122937 h 206474"/>
                <a:gd name="connsiteX3" fmla="*/ 289 w 49176"/>
                <a:gd name="connsiteY3" fmla="*/ 142208 h 206474"/>
                <a:gd name="connsiteX4" fmla="*/ 21163 w 49176"/>
                <a:gd name="connsiteY4" fmla="*/ 160102 h 206474"/>
                <a:gd name="connsiteX5" fmla="*/ 27885 w 49176"/>
                <a:gd name="connsiteY5" fmla="*/ 159414 h 206474"/>
                <a:gd name="connsiteX6" fmla="*/ 30715 w 49176"/>
                <a:gd name="connsiteY6" fmla="*/ 158725 h 206474"/>
                <a:gd name="connsiteX7" fmla="*/ 35668 w 49176"/>
                <a:gd name="connsiteY7" fmla="*/ 163543 h 206474"/>
                <a:gd name="connsiteX8" fmla="*/ 6658 w 49176"/>
                <a:gd name="connsiteY8" fmla="*/ 200020 h 206474"/>
                <a:gd name="connsiteX9" fmla="*/ 9842 w 49176"/>
                <a:gd name="connsiteY9" fmla="*/ 206559 h 206474"/>
                <a:gd name="connsiteX10" fmla="*/ 20101 w 49176"/>
                <a:gd name="connsiteY10" fmla="*/ 84 h 206474"/>
                <a:gd name="connsiteX11" fmla="*/ 643 w 49176"/>
                <a:gd name="connsiteY11" fmla="*/ 19699 h 206474"/>
                <a:gd name="connsiteX12" fmla="*/ 19748 w 49176"/>
                <a:gd name="connsiteY12" fmla="*/ 38282 h 206474"/>
                <a:gd name="connsiteX13" fmla="*/ 39913 w 49176"/>
                <a:gd name="connsiteY13" fmla="*/ 19699 h 206474"/>
                <a:gd name="connsiteX14" fmla="*/ 20101 w 49176"/>
                <a:gd name="connsiteY14" fmla="*/ 84 h 206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9176" h="206474">
                  <a:moveTo>
                    <a:pt x="9842" y="206559"/>
                  </a:moveTo>
                  <a:cubicBezTo>
                    <a:pt x="34253" y="194859"/>
                    <a:pt x="49465" y="174211"/>
                    <a:pt x="49465" y="153564"/>
                  </a:cubicBezTo>
                  <a:cubicBezTo>
                    <a:pt x="49465" y="136357"/>
                    <a:pt x="37083" y="122937"/>
                    <a:pt x="21163" y="122937"/>
                  </a:cubicBezTo>
                  <a:cubicBezTo>
                    <a:pt x="8780" y="122937"/>
                    <a:pt x="289" y="130507"/>
                    <a:pt x="289" y="142208"/>
                  </a:cubicBezTo>
                  <a:cubicBezTo>
                    <a:pt x="289" y="153564"/>
                    <a:pt x="8073" y="160102"/>
                    <a:pt x="21163" y="160102"/>
                  </a:cubicBezTo>
                  <a:cubicBezTo>
                    <a:pt x="23285" y="160102"/>
                    <a:pt x="25762" y="159758"/>
                    <a:pt x="27885" y="159414"/>
                  </a:cubicBezTo>
                  <a:cubicBezTo>
                    <a:pt x="30361" y="158725"/>
                    <a:pt x="30361" y="158725"/>
                    <a:pt x="30715" y="158725"/>
                  </a:cubicBezTo>
                  <a:cubicBezTo>
                    <a:pt x="33545" y="158725"/>
                    <a:pt x="35668" y="160790"/>
                    <a:pt x="35668" y="163543"/>
                  </a:cubicBezTo>
                  <a:cubicBezTo>
                    <a:pt x="35668" y="174555"/>
                    <a:pt x="25762" y="187288"/>
                    <a:pt x="6658" y="200020"/>
                  </a:cubicBezTo>
                  <a:lnTo>
                    <a:pt x="9842" y="206559"/>
                  </a:lnTo>
                  <a:close/>
                  <a:moveTo>
                    <a:pt x="20101" y="84"/>
                  </a:moveTo>
                  <a:cubicBezTo>
                    <a:pt x="9488" y="84"/>
                    <a:pt x="643" y="9032"/>
                    <a:pt x="643" y="19699"/>
                  </a:cubicBezTo>
                  <a:cubicBezTo>
                    <a:pt x="643" y="29679"/>
                    <a:pt x="9488" y="38282"/>
                    <a:pt x="19748" y="38282"/>
                  </a:cubicBezTo>
                  <a:cubicBezTo>
                    <a:pt x="30715" y="38282"/>
                    <a:pt x="39913" y="29679"/>
                    <a:pt x="39913" y="19699"/>
                  </a:cubicBezTo>
                  <a:cubicBezTo>
                    <a:pt x="39913" y="9032"/>
                    <a:pt x="30715" y="84"/>
                    <a:pt x="20101" y="84"/>
                  </a:cubicBez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0" name="Freeform: Shape 2149">
              <a:extLst>
                <a:ext uri="{FF2B5EF4-FFF2-40B4-BE49-F238E27FC236}">
                  <a16:creationId xmlns:a16="http://schemas.microsoft.com/office/drawing/2014/main" id="{0813F6DF-05D7-11DA-15F8-AF984DFF2CBC}"/>
                </a:ext>
              </a:extLst>
            </p:cNvPr>
            <p:cNvSpPr/>
            <p:nvPr>
              <p:custDataLst>
                <p:tags r:id="rId58"/>
              </p:custDataLst>
            </p:nvPr>
          </p:nvSpPr>
          <p:spPr>
            <a:xfrm>
              <a:off x="12998252" y="5250966"/>
              <a:ext cx="76063" cy="228842"/>
            </a:xfrm>
            <a:custGeom>
              <a:avLst/>
              <a:gdLst>
                <a:gd name="connsiteX0" fmla="*/ 61498 w 76063"/>
                <a:gd name="connsiteY0" fmla="*/ 185911 h 228842"/>
                <a:gd name="connsiteX1" fmla="*/ 46993 w 76063"/>
                <a:gd name="connsiteY1" fmla="*/ 203461 h 228842"/>
                <a:gd name="connsiteX2" fmla="*/ 32488 w 76063"/>
                <a:gd name="connsiteY2" fmla="*/ 212753 h 228842"/>
                <a:gd name="connsiteX3" fmla="*/ 26827 w 76063"/>
                <a:gd name="connsiteY3" fmla="*/ 207591 h 228842"/>
                <a:gd name="connsiteX4" fmla="*/ 30365 w 76063"/>
                <a:gd name="connsiteY4" fmla="*/ 192449 h 228842"/>
                <a:gd name="connsiteX5" fmla="*/ 32134 w 76063"/>
                <a:gd name="connsiteY5" fmla="*/ 186255 h 228842"/>
                <a:gd name="connsiteX6" fmla="*/ 32134 w 76063"/>
                <a:gd name="connsiteY6" fmla="*/ 185567 h 228842"/>
                <a:gd name="connsiteX7" fmla="*/ 32488 w 76063"/>
                <a:gd name="connsiteY7" fmla="*/ 184879 h 228842"/>
                <a:gd name="connsiteX8" fmla="*/ 63621 w 76063"/>
                <a:gd name="connsiteY8" fmla="*/ 74071 h 228842"/>
                <a:gd name="connsiteX9" fmla="*/ 62559 w 76063"/>
                <a:gd name="connsiteY9" fmla="*/ 73382 h 228842"/>
                <a:gd name="connsiteX10" fmla="*/ 5954 w 76063"/>
                <a:gd name="connsiteY10" fmla="*/ 81985 h 228842"/>
                <a:gd name="connsiteX11" fmla="*/ 5954 w 76063"/>
                <a:gd name="connsiteY11" fmla="*/ 87491 h 228842"/>
                <a:gd name="connsiteX12" fmla="*/ 28242 w 76063"/>
                <a:gd name="connsiteY12" fmla="*/ 95750 h 228842"/>
                <a:gd name="connsiteX13" fmla="*/ 25058 w 76063"/>
                <a:gd name="connsiteY13" fmla="*/ 110892 h 228842"/>
                <a:gd name="connsiteX14" fmla="*/ 8077 w 76063"/>
                <a:gd name="connsiteY14" fmla="*/ 171802 h 228842"/>
                <a:gd name="connsiteX15" fmla="*/ 293 w 76063"/>
                <a:gd name="connsiteY15" fmla="*/ 209311 h 228842"/>
                <a:gd name="connsiteX16" fmla="*/ 16567 w 76063"/>
                <a:gd name="connsiteY16" fmla="*/ 228926 h 228842"/>
                <a:gd name="connsiteX17" fmla="*/ 66097 w 76063"/>
                <a:gd name="connsiteY17" fmla="*/ 189696 h 228842"/>
                <a:gd name="connsiteX18" fmla="*/ 61498 w 76063"/>
                <a:gd name="connsiteY18" fmla="*/ 185911 h 228842"/>
                <a:gd name="connsiteX19" fmla="*/ 58668 w 76063"/>
                <a:gd name="connsiteY19" fmla="*/ 84 h 228842"/>
                <a:gd name="connsiteX20" fmla="*/ 42040 w 76063"/>
                <a:gd name="connsiteY20" fmla="*/ 18322 h 228842"/>
                <a:gd name="connsiteX21" fmla="*/ 59022 w 76063"/>
                <a:gd name="connsiteY21" fmla="*/ 36561 h 228842"/>
                <a:gd name="connsiteX22" fmla="*/ 76357 w 76063"/>
                <a:gd name="connsiteY22" fmla="*/ 19011 h 228842"/>
                <a:gd name="connsiteX23" fmla="*/ 58668 w 76063"/>
                <a:gd name="connsiteY23" fmla="*/ 84 h 228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76063" h="228842">
                  <a:moveTo>
                    <a:pt x="61498" y="185911"/>
                  </a:moveTo>
                  <a:cubicBezTo>
                    <a:pt x="53007" y="196923"/>
                    <a:pt x="50531" y="199676"/>
                    <a:pt x="46993" y="203461"/>
                  </a:cubicBezTo>
                  <a:cubicBezTo>
                    <a:pt x="40979" y="209311"/>
                    <a:pt x="35672" y="212753"/>
                    <a:pt x="32488" y="212753"/>
                  </a:cubicBezTo>
                  <a:cubicBezTo>
                    <a:pt x="29657" y="212753"/>
                    <a:pt x="26827" y="210000"/>
                    <a:pt x="26827" y="207591"/>
                  </a:cubicBezTo>
                  <a:cubicBezTo>
                    <a:pt x="26827" y="204149"/>
                    <a:pt x="27889" y="198988"/>
                    <a:pt x="30365" y="192449"/>
                  </a:cubicBezTo>
                  <a:cubicBezTo>
                    <a:pt x="30365" y="191417"/>
                    <a:pt x="31426" y="189008"/>
                    <a:pt x="32134" y="186255"/>
                  </a:cubicBezTo>
                  <a:lnTo>
                    <a:pt x="32134" y="185567"/>
                  </a:lnTo>
                  <a:lnTo>
                    <a:pt x="32488" y="184879"/>
                  </a:lnTo>
                  <a:lnTo>
                    <a:pt x="63621" y="74071"/>
                  </a:lnTo>
                  <a:lnTo>
                    <a:pt x="62559" y="73382"/>
                  </a:lnTo>
                  <a:cubicBezTo>
                    <a:pt x="26827" y="79921"/>
                    <a:pt x="19751" y="80953"/>
                    <a:pt x="5954" y="81985"/>
                  </a:cubicBezTo>
                  <a:lnTo>
                    <a:pt x="5954" y="87491"/>
                  </a:lnTo>
                  <a:cubicBezTo>
                    <a:pt x="24704" y="87835"/>
                    <a:pt x="28242" y="88868"/>
                    <a:pt x="28242" y="95750"/>
                  </a:cubicBezTo>
                  <a:cubicBezTo>
                    <a:pt x="28242" y="98503"/>
                    <a:pt x="27181" y="104009"/>
                    <a:pt x="25058" y="110892"/>
                  </a:cubicBezTo>
                  <a:lnTo>
                    <a:pt x="8077" y="171802"/>
                  </a:lnTo>
                  <a:cubicBezTo>
                    <a:pt x="2416" y="191761"/>
                    <a:pt x="293" y="202429"/>
                    <a:pt x="293" y="209311"/>
                  </a:cubicBezTo>
                  <a:cubicBezTo>
                    <a:pt x="293" y="222044"/>
                    <a:pt x="5954" y="228926"/>
                    <a:pt x="16567" y="228926"/>
                  </a:cubicBezTo>
                  <a:cubicBezTo>
                    <a:pt x="32841" y="228926"/>
                    <a:pt x="45931" y="218603"/>
                    <a:pt x="66097" y="189696"/>
                  </a:cubicBezTo>
                  <a:lnTo>
                    <a:pt x="61498" y="185911"/>
                  </a:lnTo>
                  <a:close/>
                  <a:moveTo>
                    <a:pt x="58668" y="84"/>
                  </a:moveTo>
                  <a:cubicBezTo>
                    <a:pt x="49116" y="84"/>
                    <a:pt x="42040" y="7999"/>
                    <a:pt x="42040" y="18322"/>
                  </a:cubicBezTo>
                  <a:cubicBezTo>
                    <a:pt x="42040" y="29334"/>
                    <a:pt x="48762" y="36561"/>
                    <a:pt x="59022" y="36561"/>
                  </a:cubicBezTo>
                  <a:cubicBezTo>
                    <a:pt x="68220" y="36561"/>
                    <a:pt x="76357" y="28646"/>
                    <a:pt x="76357" y="19011"/>
                  </a:cubicBezTo>
                  <a:cubicBezTo>
                    <a:pt x="76357" y="9031"/>
                    <a:pt x="68220" y="84"/>
                    <a:pt x="58668" y="84"/>
                  </a:cubicBez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1" name="Freeform: Shape 2150">
              <a:extLst>
                <a:ext uri="{FF2B5EF4-FFF2-40B4-BE49-F238E27FC236}">
                  <a16:creationId xmlns:a16="http://schemas.microsoft.com/office/drawing/2014/main" id="{B05E1FE1-8F2E-8334-AB41-45C0E329F9CA}"/>
                </a:ext>
              </a:extLst>
            </p:cNvPr>
            <p:cNvSpPr/>
            <p:nvPr>
              <p:custDataLst>
                <p:tags r:id="rId59"/>
              </p:custDataLst>
            </p:nvPr>
          </p:nvSpPr>
          <p:spPr>
            <a:xfrm>
              <a:off x="13178357" y="5349730"/>
              <a:ext cx="235266" cy="80525"/>
            </a:xfrm>
            <a:custGeom>
              <a:avLst/>
              <a:gdLst>
                <a:gd name="connsiteX0" fmla="*/ 223537 w 235266"/>
                <a:gd name="connsiteY0" fmla="*/ 13849 h 80525"/>
                <a:gd name="connsiteX1" fmla="*/ 235565 w 235266"/>
                <a:gd name="connsiteY1" fmla="*/ 6967 h 80525"/>
                <a:gd name="connsiteX2" fmla="*/ 223891 w 235266"/>
                <a:gd name="connsiteY2" fmla="*/ 84 h 80525"/>
                <a:gd name="connsiteX3" fmla="*/ 11974 w 235266"/>
                <a:gd name="connsiteY3" fmla="*/ 84 h 80525"/>
                <a:gd name="connsiteX4" fmla="*/ 299 w 235266"/>
                <a:gd name="connsiteY4" fmla="*/ 6967 h 80525"/>
                <a:gd name="connsiteX5" fmla="*/ 12328 w 235266"/>
                <a:gd name="connsiteY5" fmla="*/ 13849 h 80525"/>
                <a:gd name="connsiteX6" fmla="*/ 223537 w 235266"/>
                <a:gd name="connsiteY6" fmla="*/ 13849 h 80525"/>
                <a:gd name="connsiteX7" fmla="*/ 223891 w 235266"/>
                <a:gd name="connsiteY7" fmla="*/ 80609 h 80525"/>
                <a:gd name="connsiteX8" fmla="*/ 235565 w 235266"/>
                <a:gd name="connsiteY8" fmla="*/ 73727 h 80525"/>
                <a:gd name="connsiteX9" fmla="*/ 223537 w 235266"/>
                <a:gd name="connsiteY9" fmla="*/ 66844 h 80525"/>
                <a:gd name="connsiteX10" fmla="*/ 12328 w 235266"/>
                <a:gd name="connsiteY10" fmla="*/ 66844 h 80525"/>
                <a:gd name="connsiteX11" fmla="*/ 299 w 235266"/>
                <a:gd name="connsiteY11" fmla="*/ 73727 h 80525"/>
                <a:gd name="connsiteX12" fmla="*/ 11974 w 235266"/>
                <a:gd name="connsiteY12" fmla="*/ 80609 h 80525"/>
                <a:gd name="connsiteX13" fmla="*/ 223891 w 235266"/>
                <a:gd name="connsiteY13" fmla="*/ 80609 h 8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5266" h="80525">
                  <a:moveTo>
                    <a:pt x="223537" y="13849"/>
                  </a:moveTo>
                  <a:cubicBezTo>
                    <a:pt x="228844" y="13849"/>
                    <a:pt x="235565" y="13849"/>
                    <a:pt x="235565" y="6967"/>
                  </a:cubicBezTo>
                  <a:cubicBezTo>
                    <a:pt x="235565" y="84"/>
                    <a:pt x="228844" y="84"/>
                    <a:pt x="223891" y="84"/>
                  </a:cubicBezTo>
                  <a:lnTo>
                    <a:pt x="11974" y="84"/>
                  </a:lnTo>
                  <a:cubicBezTo>
                    <a:pt x="7021" y="84"/>
                    <a:pt x="299" y="84"/>
                    <a:pt x="299" y="6967"/>
                  </a:cubicBezTo>
                  <a:cubicBezTo>
                    <a:pt x="299" y="13849"/>
                    <a:pt x="7021" y="13849"/>
                    <a:pt x="12328" y="13849"/>
                  </a:cubicBezTo>
                  <a:lnTo>
                    <a:pt x="223537" y="13849"/>
                  </a:lnTo>
                  <a:close/>
                  <a:moveTo>
                    <a:pt x="223891" y="80609"/>
                  </a:moveTo>
                  <a:cubicBezTo>
                    <a:pt x="228844" y="80609"/>
                    <a:pt x="235565" y="80609"/>
                    <a:pt x="235565" y="73727"/>
                  </a:cubicBezTo>
                  <a:cubicBezTo>
                    <a:pt x="235565" y="66844"/>
                    <a:pt x="228844" y="66844"/>
                    <a:pt x="223537" y="66844"/>
                  </a:cubicBezTo>
                  <a:lnTo>
                    <a:pt x="12328" y="66844"/>
                  </a:lnTo>
                  <a:cubicBezTo>
                    <a:pt x="7021" y="66844"/>
                    <a:pt x="299" y="66844"/>
                    <a:pt x="299" y="73727"/>
                  </a:cubicBezTo>
                  <a:cubicBezTo>
                    <a:pt x="299" y="80609"/>
                    <a:pt x="7021" y="80609"/>
                    <a:pt x="11974" y="80609"/>
                  </a:cubicBezTo>
                  <a:lnTo>
                    <a:pt x="223891" y="80609"/>
                  </a:ln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2" name="Freeform: Shape 2151">
              <a:extLst>
                <a:ext uri="{FF2B5EF4-FFF2-40B4-BE49-F238E27FC236}">
                  <a16:creationId xmlns:a16="http://schemas.microsoft.com/office/drawing/2014/main" id="{2D2BAE08-3B2A-E470-F755-C5655760623E}"/>
                </a:ext>
              </a:extLst>
            </p:cNvPr>
            <p:cNvSpPr/>
            <p:nvPr>
              <p:custDataLst>
                <p:tags r:id="rId60"/>
              </p:custDataLst>
            </p:nvPr>
          </p:nvSpPr>
          <p:spPr>
            <a:xfrm>
              <a:off x="13521865" y="5243396"/>
              <a:ext cx="159910" cy="237445"/>
            </a:xfrm>
            <a:custGeom>
              <a:avLst/>
              <a:gdLst>
                <a:gd name="connsiteX0" fmla="*/ 81679 w 159910"/>
                <a:gd name="connsiteY0" fmla="*/ 84 h 237445"/>
                <a:gd name="connsiteX1" fmla="*/ 34272 w 159910"/>
                <a:gd name="connsiteY1" fmla="*/ 17978 h 237445"/>
                <a:gd name="connsiteX2" fmla="*/ 309 w 159910"/>
                <a:gd name="connsiteY2" fmla="*/ 117086 h 237445"/>
                <a:gd name="connsiteX3" fmla="*/ 28611 w 159910"/>
                <a:gd name="connsiteY3" fmla="*/ 214129 h 237445"/>
                <a:gd name="connsiteX4" fmla="*/ 80264 w 159910"/>
                <a:gd name="connsiteY4" fmla="*/ 237529 h 237445"/>
                <a:gd name="connsiteX5" fmla="*/ 126256 w 159910"/>
                <a:gd name="connsiteY5" fmla="*/ 219635 h 237445"/>
                <a:gd name="connsiteX6" fmla="*/ 160219 w 159910"/>
                <a:gd name="connsiteY6" fmla="*/ 119151 h 237445"/>
                <a:gd name="connsiteX7" fmla="*/ 81679 w 159910"/>
                <a:gd name="connsiteY7" fmla="*/ 84 h 237445"/>
                <a:gd name="connsiteX8" fmla="*/ 80618 w 159910"/>
                <a:gd name="connsiteY8" fmla="*/ 9031 h 237445"/>
                <a:gd name="connsiteX9" fmla="*/ 126256 w 159910"/>
                <a:gd name="connsiteY9" fmla="*/ 119839 h 237445"/>
                <a:gd name="connsiteX10" fmla="*/ 80264 w 159910"/>
                <a:gd name="connsiteY10" fmla="*/ 228582 h 237445"/>
                <a:gd name="connsiteX11" fmla="*/ 34272 w 159910"/>
                <a:gd name="connsiteY11" fmla="*/ 120183 h 237445"/>
                <a:gd name="connsiteX12" fmla="*/ 80618 w 159910"/>
                <a:gd name="connsiteY12" fmla="*/ 9031 h 237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59910" h="237445">
                  <a:moveTo>
                    <a:pt x="81679" y="84"/>
                  </a:moveTo>
                  <a:cubicBezTo>
                    <a:pt x="62221" y="84"/>
                    <a:pt x="47362" y="5934"/>
                    <a:pt x="34272" y="17978"/>
                  </a:cubicBezTo>
                  <a:cubicBezTo>
                    <a:pt x="13752" y="37249"/>
                    <a:pt x="309" y="76824"/>
                    <a:pt x="309" y="117086"/>
                  </a:cubicBezTo>
                  <a:cubicBezTo>
                    <a:pt x="309" y="154596"/>
                    <a:pt x="11983" y="194858"/>
                    <a:pt x="28611" y="214129"/>
                  </a:cubicBezTo>
                  <a:cubicBezTo>
                    <a:pt x="41701" y="229270"/>
                    <a:pt x="59744" y="237529"/>
                    <a:pt x="80264" y="237529"/>
                  </a:cubicBezTo>
                  <a:cubicBezTo>
                    <a:pt x="98307" y="237529"/>
                    <a:pt x="113519" y="231679"/>
                    <a:pt x="126256" y="219635"/>
                  </a:cubicBezTo>
                  <a:cubicBezTo>
                    <a:pt x="146775" y="200708"/>
                    <a:pt x="160219" y="160790"/>
                    <a:pt x="160219" y="119151"/>
                  </a:cubicBezTo>
                  <a:cubicBezTo>
                    <a:pt x="160219" y="48605"/>
                    <a:pt x="128025" y="84"/>
                    <a:pt x="81679" y="84"/>
                  </a:cubicBezTo>
                  <a:close/>
                  <a:moveTo>
                    <a:pt x="80618" y="9031"/>
                  </a:moveTo>
                  <a:cubicBezTo>
                    <a:pt x="110335" y="9031"/>
                    <a:pt x="126256" y="47917"/>
                    <a:pt x="126256" y="119839"/>
                  </a:cubicBezTo>
                  <a:cubicBezTo>
                    <a:pt x="126256" y="191761"/>
                    <a:pt x="110689" y="228582"/>
                    <a:pt x="80264" y="228582"/>
                  </a:cubicBezTo>
                  <a:cubicBezTo>
                    <a:pt x="49838" y="228582"/>
                    <a:pt x="34272" y="191761"/>
                    <a:pt x="34272" y="120183"/>
                  </a:cubicBezTo>
                  <a:cubicBezTo>
                    <a:pt x="34272" y="47229"/>
                    <a:pt x="50192" y="9031"/>
                    <a:pt x="80618" y="9031"/>
                  </a:cubicBez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3" name="Freeform: Shape 2152">
              <a:extLst>
                <a:ext uri="{FF2B5EF4-FFF2-40B4-BE49-F238E27FC236}">
                  <a16:creationId xmlns:a16="http://schemas.microsoft.com/office/drawing/2014/main" id="{8AB61CA8-A2BE-E062-E27F-3EDD6A0F8206}"/>
                </a:ext>
              </a:extLst>
            </p:cNvPr>
            <p:cNvSpPr/>
            <p:nvPr>
              <p:custDataLst>
                <p:tags r:id="rId61"/>
              </p:custDataLst>
            </p:nvPr>
          </p:nvSpPr>
          <p:spPr>
            <a:xfrm>
              <a:off x="13721355" y="5439546"/>
              <a:ext cx="41392" cy="102893"/>
            </a:xfrm>
            <a:custGeom>
              <a:avLst/>
              <a:gdLst>
                <a:gd name="connsiteX0" fmla="*/ 41706 w 41392"/>
                <a:gd name="connsiteY0" fmla="*/ 36218 h 102893"/>
                <a:gd name="connsiteX1" fmla="*/ 19064 w 41392"/>
                <a:gd name="connsiteY1" fmla="*/ 85 h 102893"/>
                <a:gd name="connsiteX2" fmla="*/ 313 w 41392"/>
                <a:gd name="connsiteY2" fmla="*/ 18323 h 102893"/>
                <a:gd name="connsiteX3" fmla="*/ 19064 w 41392"/>
                <a:gd name="connsiteY3" fmla="*/ 36562 h 102893"/>
                <a:gd name="connsiteX4" fmla="*/ 31446 w 41392"/>
                <a:gd name="connsiteY4" fmla="*/ 32088 h 102893"/>
                <a:gd name="connsiteX5" fmla="*/ 33215 w 41392"/>
                <a:gd name="connsiteY5" fmla="*/ 31056 h 102893"/>
                <a:gd name="connsiteX6" fmla="*/ 33923 w 41392"/>
                <a:gd name="connsiteY6" fmla="*/ 36218 h 102893"/>
                <a:gd name="connsiteX7" fmla="*/ 9865 w 41392"/>
                <a:gd name="connsiteY7" fmla="*/ 93687 h 102893"/>
                <a:gd name="connsiteX8" fmla="*/ 5974 w 41392"/>
                <a:gd name="connsiteY8" fmla="*/ 99193 h 102893"/>
                <a:gd name="connsiteX9" fmla="*/ 9512 w 41392"/>
                <a:gd name="connsiteY9" fmla="*/ 102978 h 102893"/>
                <a:gd name="connsiteX10" fmla="*/ 41706 w 41392"/>
                <a:gd name="connsiteY10" fmla="*/ 36218 h 10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392" h="102893">
                  <a:moveTo>
                    <a:pt x="41706" y="36218"/>
                  </a:moveTo>
                  <a:cubicBezTo>
                    <a:pt x="41706" y="13506"/>
                    <a:pt x="32861" y="85"/>
                    <a:pt x="19064" y="85"/>
                  </a:cubicBezTo>
                  <a:cubicBezTo>
                    <a:pt x="7389" y="85"/>
                    <a:pt x="313" y="8688"/>
                    <a:pt x="313" y="18323"/>
                  </a:cubicBezTo>
                  <a:cubicBezTo>
                    <a:pt x="313" y="27615"/>
                    <a:pt x="7389" y="36562"/>
                    <a:pt x="19064" y="36562"/>
                  </a:cubicBezTo>
                  <a:cubicBezTo>
                    <a:pt x="23309" y="36562"/>
                    <a:pt x="27908" y="35185"/>
                    <a:pt x="31446" y="32088"/>
                  </a:cubicBezTo>
                  <a:cubicBezTo>
                    <a:pt x="32508" y="31400"/>
                    <a:pt x="32861" y="31056"/>
                    <a:pt x="33215" y="31056"/>
                  </a:cubicBezTo>
                  <a:cubicBezTo>
                    <a:pt x="33569" y="31056"/>
                    <a:pt x="33923" y="31400"/>
                    <a:pt x="33923" y="36218"/>
                  </a:cubicBezTo>
                  <a:cubicBezTo>
                    <a:pt x="33923" y="61683"/>
                    <a:pt x="21540" y="82330"/>
                    <a:pt x="9865" y="93687"/>
                  </a:cubicBezTo>
                  <a:cubicBezTo>
                    <a:pt x="5974" y="97472"/>
                    <a:pt x="5974" y="98160"/>
                    <a:pt x="5974" y="99193"/>
                  </a:cubicBezTo>
                  <a:cubicBezTo>
                    <a:pt x="5974" y="101601"/>
                    <a:pt x="7743" y="102978"/>
                    <a:pt x="9512" y="102978"/>
                  </a:cubicBezTo>
                  <a:cubicBezTo>
                    <a:pt x="13403" y="102978"/>
                    <a:pt x="41706" y="76480"/>
                    <a:pt x="41706" y="36218"/>
                  </a:cubicBez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4" name="Freeform: Shape 2153">
              <a:extLst>
                <a:ext uri="{FF2B5EF4-FFF2-40B4-BE49-F238E27FC236}">
                  <a16:creationId xmlns:a16="http://schemas.microsoft.com/office/drawing/2014/main" id="{40C7CEF7-11C9-52FF-5B65-EE058F1508CC}"/>
                </a:ext>
              </a:extLst>
            </p:cNvPr>
            <p:cNvSpPr/>
            <p:nvPr>
              <p:custDataLst>
                <p:tags r:id="rId62"/>
              </p:custDataLst>
            </p:nvPr>
          </p:nvSpPr>
          <p:spPr>
            <a:xfrm>
              <a:off x="13868018" y="5243396"/>
              <a:ext cx="100120" cy="232627"/>
            </a:xfrm>
            <a:custGeom>
              <a:avLst/>
              <a:gdLst>
                <a:gd name="connsiteX0" fmla="*/ 63999 w 100120"/>
                <a:gd name="connsiteY0" fmla="*/ 84 h 232627"/>
                <a:gd name="connsiteX1" fmla="*/ 317 w 100120"/>
                <a:gd name="connsiteY1" fmla="*/ 31399 h 232627"/>
                <a:gd name="connsiteX2" fmla="*/ 317 w 100120"/>
                <a:gd name="connsiteY2" fmla="*/ 36217 h 232627"/>
                <a:gd name="connsiteX3" fmla="*/ 9870 w 100120"/>
                <a:gd name="connsiteY3" fmla="*/ 32431 h 232627"/>
                <a:gd name="connsiteX4" fmla="*/ 25790 w 100120"/>
                <a:gd name="connsiteY4" fmla="*/ 28646 h 232627"/>
                <a:gd name="connsiteX5" fmla="*/ 36403 w 100120"/>
                <a:gd name="connsiteY5" fmla="*/ 44820 h 232627"/>
                <a:gd name="connsiteX6" fmla="*/ 36403 w 100120"/>
                <a:gd name="connsiteY6" fmla="*/ 200708 h 232627"/>
                <a:gd name="connsiteX7" fmla="*/ 27913 w 100120"/>
                <a:gd name="connsiteY7" fmla="*/ 223076 h 232627"/>
                <a:gd name="connsiteX8" fmla="*/ 2794 w 100120"/>
                <a:gd name="connsiteY8" fmla="*/ 227550 h 232627"/>
                <a:gd name="connsiteX9" fmla="*/ 2794 w 100120"/>
                <a:gd name="connsiteY9" fmla="*/ 232712 h 232627"/>
                <a:gd name="connsiteX10" fmla="*/ 100438 w 100120"/>
                <a:gd name="connsiteY10" fmla="*/ 232712 h 232627"/>
                <a:gd name="connsiteX11" fmla="*/ 100438 w 100120"/>
                <a:gd name="connsiteY11" fmla="*/ 227550 h 232627"/>
                <a:gd name="connsiteX12" fmla="*/ 66829 w 100120"/>
                <a:gd name="connsiteY12" fmla="*/ 207247 h 232627"/>
                <a:gd name="connsiteX13" fmla="*/ 66829 w 100120"/>
                <a:gd name="connsiteY13" fmla="*/ 772 h 232627"/>
                <a:gd name="connsiteX14" fmla="*/ 63999 w 100120"/>
                <a:gd name="connsiteY14" fmla="*/ 84 h 232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120" h="232627">
                  <a:moveTo>
                    <a:pt x="63999" y="84"/>
                  </a:moveTo>
                  <a:lnTo>
                    <a:pt x="317" y="31399"/>
                  </a:lnTo>
                  <a:lnTo>
                    <a:pt x="317" y="36217"/>
                  </a:lnTo>
                  <a:cubicBezTo>
                    <a:pt x="4563" y="34496"/>
                    <a:pt x="8454" y="33120"/>
                    <a:pt x="9870" y="32431"/>
                  </a:cubicBezTo>
                  <a:cubicBezTo>
                    <a:pt x="16238" y="30023"/>
                    <a:pt x="22252" y="28646"/>
                    <a:pt x="25790" y="28646"/>
                  </a:cubicBezTo>
                  <a:cubicBezTo>
                    <a:pt x="33219" y="28646"/>
                    <a:pt x="36403" y="33808"/>
                    <a:pt x="36403" y="44820"/>
                  </a:cubicBezTo>
                  <a:lnTo>
                    <a:pt x="36403" y="200708"/>
                  </a:lnTo>
                  <a:cubicBezTo>
                    <a:pt x="36403" y="212064"/>
                    <a:pt x="33573" y="219979"/>
                    <a:pt x="27913" y="223076"/>
                  </a:cubicBezTo>
                  <a:cubicBezTo>
                    <a:pt x="22606" y="226173"/>
                    <a:pt x="17653" y="227206"/>
                    <a:pt x="2794" y="227550"/>
                  </a:cubicBezTo>
                  <a:lnTo>
                    <a:pt x="2794" y="232712"/>
                  </a:lnTo>
                  <a:lnTo>
                    <a:pt x="100438" y="232712"/>
                  </a:lnTo>
                  <a:lnTo>
                    <a:pt x="100438" y="227550"/>
                  </a:lnTo>
                  <a:cubicBezTo>
                    <a:pt x="72489" y="227206"/>
                    <a:pt x="66829" y="223764"/>
                    <a:pt x="66829" y="207247"/>
                  </a:cubicBezTo>
                  <a:lnTo>
                    <a:pt x="66829" y="772"/>
                  </a:lnTo>
                  <a:lnTo>
                    <a:pt x="63999" y="84"/>
                  </a:ln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5" name="Freeform: Shape 2154">
              <a:extLst>
                <a:ext uri="{FF2B5EF4-FFF2-40B4-BE49-F238E27FC236}">
                  <a16:creationId xmlns:a16="http://schemas.microsoft.com/office/drawing/2014/main" id="{60A49361-4CE3-2C55-3AF5-85CE5B38CB90}"/>
                </a:ext>
              </a:extLst>
            </p:cNvPr>
            <p:cNvSpPr/>
            <p:nvPr>
              <p:custDataLst>
                <p:tags r:id="rId63"/>
              </p:custDataLst>
            </p:nvPr>
          </p:nvSpPr>
          <p:spPr>
            <a:xfrm>
              <a:off x="14036729" y="5439546"/>
              <a:ext cx="41392" cy="102893"/>
            </a:xfrm>
            <a:custGeom>
              <a:avLst/>
              <a:gdLst>
                <a:gd name="connsiteX0" fmla="*/ 41715 w 41392"/>
                <a:gd name="connsiteY0" fmla="*/ 36218 h 102893"/>
                <a:gd name="connsiteX1" fmla="*/ 19073 w 41392"/>
                <a:gd name="connsiteY1" fmla="*/ 85 h 102893"/>
                <a:gd name="connsiteX2" fmla="*/ 322 w 41392"/>
                <a:gd name="connsiteY2" fmla="*/ 18323 h 102893"/>
                <a:gd name="connsiteX3" fmla="*/ 19073 w 41392"/>
                <a:gd name="connsiteY3" fmla="*/ 36562 h 102893"/>
                <a:gd name="connsiteX4" fmla="*/ 31455 w 41392"/>
                <a:gd name="connsiteY4" fmla="*/ 32088 h 102893"/>
                <a:gd name="connsiteX5" fmla="*/ 33224 w 41392"/>
                <a:gd name="connsiteY5" fmla="*/ 31056 h 102893"/>
                <a:gd name="connsiteX6" fmla="*/ 33932 w 41392"/>
                <a:gd name="connsiteY6" fmla="*/ 36218 h 102893"/>
                <a:gd name="connsiteX7" fmla="*/ 9874 w 41392"/>
                <a:gd name="connsiteY7" fmla="*/ 93687 h 102893"/>
                <a:gd name="connsiteX8" fmla="*/ 5983 w 41392"/>
                <a:gd name="connsiteY8" fmla="*/ 99193 h 102893"/>
                <a:gd name="connsiteX9" fmla="*/ 9520 w 41392"/>
                <a:gd name="connsiteY9" fmla="*/ 102978 h 102893"/>
                <a:gd name="connsiteX10" fmla="*/ 41715 w 41392"/>
                <a:gd name="connsiteY10" fmla="*/ 36218 h 10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392" h="102893">
                  <a:moveTo>
                    <a:pt x="41715" y="36218"/>
                  </a:moveTo>
                  <a:cubicBezTo>
                    <a:pt x="41715" y="13506"/>
                    <a:pt x="32870" y="85"/>
                    <a:pt x="19073" y="85"/>
                  </a:cubicBezTo>
                  <a:cubicBezTo>
                    <a:pt x="7398" y="85"/>
                    <a:pt x="322" y="8688"/>
                    <a:pt x="322" y="18323"/>
                  </a:cubicBezTo>
                  <a:cubicBezTo>
                    <a:pt x="322" y="27615"/>
                    <a:pt x="7398" y="36562"/>
                    <a:pt x="19073" y="36562"/>
                  </a:cubicBezTo>
                  <a:cubicBezTo>
                    <a:pt x="23318" y="36562"/>
                    <a:pt x="27917" y="35185"/>
                    <a:pt x="31455" y="32088"/>
                  </a:cubicBezTo>
                  <a:cubicBezTo>
                    <a:pt x="32516" y="31400"/>
                    <a:pt x="32870" y="31056"/>
                    <a:pt x="33224" y="31056"/>
                  </a:cubicBezTo>
                  <a:cubicBezTo>
                    <a:pt x="33578" y="31056"/>
                    <a:pt x="33932" y="31400"/>
                    <a:pt x="33932" y="36218"/>
                  </a:cubicBezTo>
                  <a:cubicBezTo>
                    <a:pt x="33932" y="61683"/>
                    <a:pt x="21549" y="82330"/>
                    <a:pt x="9874" y="93687"/>
                  </a:cubicBezTo>
                  <a:cubicBezTo>
                    <a:pt x="5983" y="97472"/>
                    <a:pt x="5983" y="98160"/>
                    <a:pt x="5983" y="99193"/>
                  </a:cubicBezTo>
                  <a:cubicBezTo>
                    <a:pt x="5983" y="101601"/>
                    <a:pt x="7752" y="102978"/>
                    <a:pt x="9520" y="102978"/>
                  </a:cubicBezTo>
                  <a:cubicBezTo>
                    <a:pt x="13412" y="102978"/>
                    <a:pt x="41715" y="76480"/>
                    <a:pt x="41715" y="36218"/>
                  </a:cubicBez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6" name="Freeform: Shape 2155">
              <a:extLst>
                <a:ext uri="{FF2B5EF4-FFF2-40B4-BE49-F238E27FC236}">
                  <a16:creationId xmlns:a16="http://schemas.microsoft.com/office/drawing/2014/main" id="{8D206E80-9F77-DF2F-626C-AB98B3E5B3BD}"/>
                </a:ext>
              </a:extLst>
            </p:cNvPr>
            <p:cNvSpPr/>
            <p:nvPr>
              <p:custDataLst>
                <p:tags r:id="rId64"/>
              </p:custDataLst>
            </p:nvPr>
          </p:nvSpPr>
          <p:spPr>
            <a:xfrm>
              <a:off x="14154735" y="5243396"/>
              <a:ext cx="157433" cy="232627"/>
            </a:xfrm>
            <a:custGeom>
              <a:avLst/>
              <a:gdLst>
                <a:gd name="connsiteX0" fmla="*/ 157760 w 157433"/>
                <a:gd name="connsiteY0" fmla="*/ 185567 h 232627"/>
                <a:gd name="connsiteX1" fmla="*/ 153161 w 157433"/>
                <a:gd name="connsiteY1" fmla="*/ 183846 h 232627"/>
                <a:gd name="connsiteX2" fmla="*/ 119551 w 157433"/>
                <a:gd name="connsiteY2" fmla="*/ 206558 h 232627"/>
                <a:gd name="connsiteX3" fmla="*/ 34997 w 157433"/>
                <a:gd name="connsiteY3" fmla="*/ 206558 h 232627"/>
                <a:gd name="connsiteX4" fmla="*/ 94433 w 157433"/>
                <a:gd name="connsiteY4" fmla="*/ 145992 h 232627"/>
                <a:gd name="connsiteX5" fmla="*/ 139717 w 157433"/>
                <a:gd name="connsiteY5" fmla="*/ 60994 h 232627"/>
                <a:gd name="connsiteX6" fmla="*/ 74267 w 157433"/>
                <a:gd name="connsiteY6" fmla="*/ 84 h 232627"/>
                <a:gd name="connsiteX7" fmla="*/ 23322 w 157433"/>
                <a:gd name="connsiteY7" fmla="*/ 21420 h 232627"/>
                <a:gd name="connsiteX8" fmla="*/ 680 w 157433"/>
                <a:gd name="connsiteY8" fmla="*/ 68564 h 232627"/>
                <a:gd name="connsiteX9" fmla="*/ 8109 w 157433"/>
                <a:gd name="connsiteY9" fmla="*/ 70285 h 232627"/>
                <a:gd name="connsiteX10" fmla="*/ 59408 w 157433"/>
                <a:gd name="connsiteY10" fmla="*/ 25549 h 232627"/>
                <a:gd name="connsiteX11" fmla="*/ 109292 w 157433"/>
                <a:gd name="connsiteY11" fmla="*/ 74070 h 232627"/>
                <a:gd name="connsiteX12" fmla="*/ 63300 w 157433"/>
                <a:gd name="connsiteY12" fmla="*/ 163543 h 232627"/>
                <a:gd name="connsiteX13" fmla="*/ 326 w 157433"/>
                <a:gd name="connsiteY13" fmla="*/ 228582 h 232627"/>
                <a:gd name="connsiteX14" fmla="*/ 326 w 157433"/>
                <a:gd name="connsiteY14" fmla="*/ 232712 h 232627"/>
                <a:gd name="connsiteX15" fmla="*/ 138302 w 157433"/>
                <a:gd name="connsiteY15" fmla="*/ 232712 h 232627"/>
                <a:gd name="connsiteX16" fmla="*/ 157760 w 157433"/>
                <a:gd name="connsiteY16" fmla="*/ 185567 h 232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57433" h="232627">
                  <a:moveTo>
                    <a:pt x="157760" y="185567"/>
                  </a:moveTo>
                  <a:lnTo>
                    <a:pt x="153161" y="183846"/>
                  </a:lnTo>
                  <a:cubicBezTo>
                    <a:pt x="140071" y="203461"/>
                    <a:pt x="135472" y="206558"/>
                    <a:pt x="119551" y="206558"/>
                  </a:cubicBezTo>
                  <a:lnTo>
                    <a:pt x="34997" y="206558"/>
                  </a:lnTo>
                  <a:lnTo>
                    <a:pt x="94433" y="145992"/>
                  </a:lnTo>
                  <a:cubicBezTo>
                    <a:pt x="125920" y="113989"/>
                    <a:pt x="139717" y="87835"/>
                    <a:pt x="139717" y="60994"/>
                  </a:cubicBezTo>
                  <a:cubicBezTo>
                    <a:pt x="139717" y="26581"/>
                    <a:pt x="111061" y="84"/>
                    <a:pt x="74267" y="84"/>
                  </a:cubicBezTo>
                  <a:cubicBezTo>
                    <a:pt x="54809" y="84"/>
                    <a:pt x="36412" y="7655"/>
                    <a:pt x="23322" y="21420"/>
                  </a:cubicBezTo>
                  <a:cubicBezTo>
                    <a:pt x="12001" y="33120"/>
                    <a:pt x="6694" y="44132"/>
                    <a:pt x="680" y="68564"/>
                  </a:cubicBezTo>
                  <a:lnTo>
                    <a:pt x="8109" y="70285"/>
                  </a:lnTo>
                  <a:cubicBezTo>
                    <a:pt x="22261" y="36561"/>
                    <a:pt x="34997" y="25549"/>
                    <a:pt x="59408" y="25549"/>
                  </a:cubicBezTo>
                  <a:cubicBezTo>
                    <a:pt x="89126" y="25549"/>
                    <a:pt x="109292" y="45164"/>
                    <a:pt x="109292" y="74070"/>
                  </a:cubicBezTo>
                  <a:cubicBezTo>
                    <a:pt x="109292" y="100912"/>
                    <a:pt x="93018" y="132916"/>
                    <a:pt x="63300" y="163543"/>
                  </a:cubicBezTo>
                  <a:lnTo>
                    <a:pt x="326" y="228582"/>
                  </a:lnTo>
                  <a:lnTo>
                    <a:pt x="326" y="232712"/>
                  </a:lnTo>
                  <a:lnTo>
                    <a:pt x="138302" y="232712"/>
                  </a:lnTo>
                  <a:lnTo>
                    <a:pt x="157760" y="185567"/>
                  </a:ln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7" name="Freeform: Shape 2156">
              <a:extLst>
                <a:ext uri="{FF2B5EF4-FFF2-40B4-BE49-F238E27FC236}">
                  <a16:creationId xmlns:a16="http://schemas.microsoft.com/office/drawing/2014/main" id="{7816C175-9EE2-7D10-E7C4-916C9A99BA5F}"/>
                </a:ext>
              </a:extLst>
            </p:cNvPr>
            <p:cNvSpPr/>
            <p:nvPr>
              <p:custDataLst>
                <p:tags r:id="rId65"/>
              </p:custDataLst>
            </p:nvPr>
          </p:nvSpPr>
          <p:spPr>
            <a:xfrm>
              <a:off x="14352102" y="5439546"/>
              <a:ext cx="41392" cy="102893"/>
            </a:xfrm>
            <a:custGeom>
              <a:avLst/>
              <a:gdLst>
                <a:gd name="connsiteX0" fmla="*/ 41724 w 41392"/>
                <a:gd name="connsiteY0" fmla="*/ 36218 h 102893"/>
                <a:gd name="connsiteX1" fmla="*/ 19081 w 41392"/>
                <a:gd name="connsiteY1" fmla="*/ 85 h 102893"/>
                <a:gd name="connsiteX2" fmla="*/ 331 w 41392"/>
                <a:gd name="connsiteY2" fmla="*/ 18323 h 102893"/>
                <a:gd name="connsiteX3" fmla="*/ 19081 w 41392"/>
                <a:gd name="connsiteY3" fmla="*/ 36562 h 102893"/>
                <a:gd name="connsiteX4" fmla="*/ 31464 w 41392"/>
                <a:gd name="connsiteY4" fmla="*/ 32088 h 102893"/>
                <a:gd name="connsiteX5" fmla="*/ 33233 w 41392"/>
                <a:gd name="connsiteY5" fmla="*/ 31056 h 102893"/>
                <a:gd name="connsiteX6" fmla="*/ 33940 w 41392"/>
                <a:gd name="connsiteY6" fmla="*/ 36218 h 102893"/>
                <a:gd name="connsiteX7" fmla="*/ 9883 w 41392"/>
                <a:gd name="connsiteY7" fmla="*/ 93687 h 102893"/>
                <a:gd name="connsiteX8" fmla="*/ 5991 w 41392"/>
                <a:gd name="connsiteY8" fmla="*/ 99193 h 102893"/>
                <a:gd name="connsiteX9" fmla="*/ 9529 w 41392"/>
                <a:gd name="connsiteY9" fmla="*/ 102978 h 102893"/>
                <a:gd name="connsiteX10" fmla="*/ 41724 w 41392"/>
                <a:gd name="connsiteY10" fmla="*/ 36218 h 1028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1392" h="102893">
                  <a:moveTo>
                    <a:pt x="41724" y="36218"/>
                  </a:moveTo>
                  <a:cubicBezTo>
                    <a:pt x="41724" y="13506"/>
                    <a:pt x="32879" y="85"/>
                    <a:pt x="19081" y="85"/>
                  </a:cubicBezTo>
                  <a:cubicBezTo>
                    <a:pt x="7407" y="85"/>
                    <a:pt x="331" y="8688"/>
                    <a:pt x="331" y="18323"/>
                  </a:cubicBezTo>
                  <a:cubicBezTo>
                    <a:pt x="331" y="27615"/>
                    <a:pt x="7407" y="36562"/>
                    <a:pt x="19081" y="36562"/>
                  </a:cubicBezTo>
                  <a:cubicBezTo>
                    <a:pt x="23327" y="36562"/>
                    <a:pt x="27926" y="35185"/>
                    <a:pt x="31464" y="32088"/>
                  </a:cubicBezTo>
                  <a:cubicBezTo>
                    <a:pt x="32525" y="31400"/>
                    <a:pt x="32879" y="31056"/>
                    <a:pt x="33233" y="31056"/>
                  </a:cubicBezTo>
                  <a:cubicBezTo>
                    <a:pt x="33587" y="31056"/>
                    <a:pt x="33940" y="31400"/>
                    <a:pt x="33940" y="36218"/>
                  </a:cubicBezTo>
                  <a:cubicBezTo>
                    <a:pt x="33940" y="61683"/>
                    <a:pt x="21558" y="82330"/>
                    <a:pt x="9883" y="93687"/>
                  </a:cubicBezTo>
                  <a:cubicBezTo>
                    <a:pt x="5991" y="97472"/>
                    <a:pt x="5991" y="98160"/>
                    <a:pt x="5991" y="99193"/>
                  </a:cubicBezTo>
                  <a:cubicBezTo>
                    <a:pt x="5991" y="101601"/>
                    <a:pt x="7760" y="102978"/>
                    <a:pt x="9529" y="102978"/>
                  </a:cubicBezTo>
                  <a:cubicBezTo>
                    <a:pt x="13421" y="102978"/>
                    <a:pt x="41724" y="76480"/>
                    <a:pt x="41724" y="36218"/>
                  </a:cubicBez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8" name="Freeform: Shape 2157">
              <a:extLst>
                <a:ext uri="{FF2B5EF4-FFF2-40B4-BE49-F238E27FC236}">
                  <a16:creationId xmlns:a16="http://schemas.microsoft.com/office/drawing/2014/main" id="{E834494B-DC14-D75B-BFFD-EB7FD0EE90D4}"/>
                </a:ext>
              </a:extLst>
            </p:cNvPr>
            <p:cNvSpPr/>
            <p:nvPr>
              <p:custDataLst>
                <p:tags r:id="rId66"/>
              </p:custDataLst>
            </p:nvPr>
          </p:nvSpPr>
          <p:spPr>
            <a:xfrm>
              <a:off x="14474708" y="5243396"/>
              <a:ext cx="137622" cy="237445"/>
            </a:xfrm>
            <a:custGeom>
              <a:avLst/>
              <a:gdLst>
                <a:gd name="connsiteX0" fmla="*/ 39251 w 137622"/>
                <a:gd name="connsiteY0" fmla="*/ 119151 h 237445"/>
                <a:gd name="connsiteX1" fmla="*/ 76752 w 137622"/>
                <a:gd name="connsiteY1" fmla="*/ 122936 h 237445"/>
                <a:gd name="connsiteX2" fmla="*/ 112485 w 137622"/>
                <a:gd name="connsiteY2" fmla="*/ 173866 h 237445"/>
                <a:gd name="connsiteX3" fmla="*/ 66139 w 137622"/>
                <a:gd name="connsiteY3" fmla="*/ 225141 h 237445"/>
                <a:gd name="connsiteX4" fmla="*/ 36421 w 137622"/>
                <a:gd name="connsiteY4" fmla="*/ 214473 h 237445"/>
                <a:gd name="connsiteX5" fmla="*/ 13779 w 137622"/>
                <a:gd name="connsiteY5" fmla="*/ 205870 h 237445"/>
                <a:gd name="connsiteX6" fmla="*/ 335 w 137622"/>
                <a:gd name="connsiteY6" fmla="*/ 217914 h 237445"/>
                <a:gd name="connsiteX7" fmla="*/ 40313 w 137622"/>
                <a:gd name="connsiteY7" fmla="*/ 237529 h 237445"/>
                <a:gd name="connsiteX8" fmla="*/ 112131 w 137622"/>
                <a:gd name="connsiteY8" fmla="*/ 214473 h 237445"/>
                <a:gd name="connsiteX9" fmla="*/ 137957 w 137622"/>
                <a:gd name="connsiteY9" fmla="*/ 157349 h 237445"/>
                <a:gd name="connsiteX10" fmla="*/ 122037 w 137622"/>
                <a:gd name="connsiteY10" fmla="*/ 112957 h 237445"/>
                <a:gd name="connsiteX11" fmla="*/ 92673 w 137622"/>
                <a:gd name="connsiteY11" fmla="*/ 94718 h 237445"/>
                <a:gd name="connsiteX12" fmla="*/ 125928 w 137622"/>
                <a:gd name="connsiteY12" fmla="*/ 47229 h 237445"/>
                <a:gd name="connsiteX13" fmla="*/ 70738 w 137622"/>
                <a:gd name="connsiteY13" fmla="*/ 84 h 237445"/>
                <a:gd name="connsiteX14" fmla="*/ 24746 w 137622"/>
                <a:gd name="connsiteY14" fmla="*/ 16946 h 237445"/>
                <a:gd name="connsiteX15" fmla="*/ 1043 w 137622"/>
                <a:gd name="connsiteY15" fmla="*/ 55832 h 237445"/>
                <a:gd name="connsiteX16" fmla="*/ 6349 w 137622"/>
                <a:gd name="connsiteY16" fmla="*/ 57208 h 237445"/>
                <a:gd name="connsiteX17" fmla="*/ 59063 w 137622"/>
                <a:gd name="connsiteY17" fmla="*/ 20731 h 237445"/>
                <a:gd name="connsiteX18" fmla="*/ 97979 w 137622"/>
                <a:gd name="connsiteY18" fmla="*/ 57553 h 237445"/>
                <a:gd name="connsiteX19" fmla="*/ 83828 w 137622"/>
                <a:gd name="connsiteY19" fmla="*/ 90933 h 237445"/>
                <a:gd name="connsiteX20" fmla="*/ 39251 w 137622"/>
                <a:gd name="connsiteY20" fmla="*/ 114677 h 237445"/>
                <a:gd name="connsiteX21" fmla="*/ 39251 w 137622"/>
                <a:gd name="connsiteY21" fmla="*/ 119151 h 2374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7622" h="237445">
                  <a:moveTo>
                    <a:pt x="39251" y="119151"/>
                  </a:moveTo>
                  <a:cubicBezTo>
                    <a:pt x="60125" y="119151"/>
                    <a:pt x="68262" y="119839"/>
                    <a:pt x="76752" y="122936"/>
                  </a:cubicBezTo>
                  <a:cubicBezTo>
                    <a:pt x="98687" y="130507"/>
                    <a:pt x="112485" y="150122"/>
                    <a:pt x="112485" y="173866"/>
                  </a:cubicBezTo>
                  <a:cubicBezTo>
                    <a:pt x="112485" y="202773"/>
                    <a:pt x="92319" y="225141"/>
                    <a:pt x="66139" y="225141"/>
                  </a:cubicBezTo>
                  <a:cubicBezTo>
                    <a:pt x="56587" y="225141"/>
                    <a:pt x="49511" y="222732"/>
                    <a:pt x="36421" y="214473"/>
                  </a:cubicBezTo>
                  <a:cubicBezTo>
                    <a:pt x="25807" y="208279"/>
                    <a:pt x="19793" y="205870"/>
                    <a:pt x="13779" y="205870"/>
                  </a:cubicBezTo>
                  <a:cubicBezTo>
                    <a:pt x="5642" y="205870"/>
                    <a:pt x="335" y="210688"/>
                    <a:pt x="335" y="217914"/>
                  </a:cubicBezTo>
                  <a:cubicBezTo>
                    <a:pt x="335" y="229959"/>
                    <a:pt x="15548" y="237529"/>
                    <a:pt x="40313" y="237529"/>
                  </a:cubicBezTo>
                  <a:cubicBezTo>
                    <a:pt x="67554" y="237529"/>
                    <a:pt x="95503" y="228582"/>
                    <a:pt x="112131" y="214473"/>
                  </a:cubicBezTo>
                  <a:cubicBezTo>
                    <a:pt x="128759" y="200364"/>
                    <a:pt x="137957" y="180405"/>
                    <a:pt x="137957" y="157349"/>
                  </a:cubicBezTo>
                  <a:cubicBezTo>
                    <a:pt x="137957" y="139798"/>
                    <a:pt x="132297" y="123624"/>
                    <a:pt x="122037" y="112957"/>
                  </a:cubicBezTo>
                  <a:cubicBezTo>
                    <a:pt x="114961" y="105386"/>
                    <a:pt x="108239" y="101256"/>
                    <a:pt x="92673" y="94718"/>
                  </a:cubicBezTo>
                  <a:cubicBezTo>
                    <a:pt x="117084" y="78544"/>
                    <a:pt x="125928" y="65812"/>
                    <a:pt x="125928" y="47229"/>
                  </a:cubicBezTo>
                  <a:cubicBezTo>
                    <a:pt x="125928" y="19355"/>
                    <a:pt x="103286" y="84"/>
                    <a:pt x="70738" y="84"/>
                  </a:cubicBezTo>
                  <a:cubicBezTo>
                    <a:pt x="53049" y="84"/>
                    <a:pt x="37482" y="5934"/>
                    <a:pt x="24746" y="16946"/>
                  </a:cubicBezTo>
                  <a:cubicBezTo>
                    <a:pt x="14133" y="26237"/>
                    <a:pt x="8826" y="35184"/>
                    <a:pt x="1043" y="55832"/>
                  </a:cubicBezTo>
                  <a:lnTo>
                    <a:pt x="6349" y="57208"/>
                  </a:lnTo>
                  <a:cubicBezTo>
                    <a:pt x="20854" y="32087"/>
                    <a:pt x="36775" y="20731"/>
                    <a:pt x="59063" y="20731"/>
                  </a:cubicBezTo>
                  <a:cubicBezTo>
                    <a:pt x="82059" y="20731"/>
                    <a:pt x="97979" y="35873"/>
                    <a:pt x="97979" y="57553"/>
                  </a:cubicBezTo>
                  <a:cubicBezTo>
                    <a:pt x="97979" y="69941"/>
                    <a:pt x="92673" y="82329"/>
                    <a:pt x="83828" y="90933"/>
                  </a:cubicBezTo>
                  <a:cubicBezTo>
                    <a:pt x="73215" y="101256"/>
                    <a:pt x="63309" y="106418"/>
                    <a:pt x="39251" y="114677"/>
                  </a:cubicBezTo>
                  <a:lnTo>
                    <a:pt x="39251" y="119151"/>
                  </a:lnTo>
                  <a:close/>
                </a:path>
              </a:pathLst>
            </a:custGeom>
            <a:solidFill>
              <a:srgbClr val="000000"/>
            </a:solidFill>
            <a:ln w="4813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60" name="Table 2159">
                <a:extLst>
                  <a:ext uri="{FF2B5EF4-FFF2-40B4-BE49-F238E27FC236}">
                    <a16:creationId xmlns:a16="http://schemas.microsoft.com/office/drawing/2014/main" id="{933E0378-7F34-6E0C-BB29-8BFCBC5D551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227376"/>
                  </p:ext>
                </p:extLst>
              </p:nvPr>
            </p:nvGraphicFramePr>
            <p:xfrm>
              <a:off x="1528362" y="2548466"/>
              <a:ext cx="10270350" cy="2286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0141">
                      <a:extLst>
                        <a:ext uri="{9D8B030D-6E8A-4147-A177-3AD203B41FA5}">
                          <a16:colId xmlns:a16="http://schemas.microsoft.com/office/drawing/2014/main" val="1701974351"/>
                        </a:ext>
                      </a:extLst>
                    </a:gridCol>
                    <a:gridCol w="2458065">
                      <a:extLst>
                        <a:ext uri="{9D8B030D-6E8A-4147-A177-3AD203B41FA5}">
                          <a16:colId xmlns:a16="http://schemas.microsoft.com/office/drawing/2014/main" val="3675743249"/>
                        </a:ext>
                      </a:extLst>
                    </a:gridCol>
                    <a:gridCol w="6322144">
                      <a:extLst>
                        <a:ext uri="{9D8B030D-6E8A-4147-A177-3AD203B41FA5}">
                          <a16:colId xmlns:a16="http://schemas.microsoft.com/office/drawing/2014/main" val="284479879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sz="2400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005651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=0.25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16471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=0.25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=0.25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=0.5625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302818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=0.5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=0.5625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sSub>
                                    <m:sSubPr>
                                      <m:ctrlP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en-US" sz="24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US" sz="2400" b="0" i="0" dirty="0">
                              <a:latin typeface="+mj-lt"/>
                            </a:rPr>
                            <a:t>=</a:t>
                          </a:r>
                          <a:r>
                            <a:rPr lang="en-US" sz="2400" dirty="0"/>
                            <a:t>0.953125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4464544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=0.75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=0.953125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sSub>
                                  <m:sSub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d>
                                  <m:dPr>
                                    <m:ctrlP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400" b="0" i="1" smtClean="0">
                                        <a:latin typeface="Cambria Math" panose="02040503050406030204" pitchFamily="18" charset="0"/>
                                      </a:rPr>
                                      <m:t>1+</m:t>
                                    </m:r>
                                    <m:sSub>
                                      <m:sSubPr>
                                        <m:ctrlP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US" sz="24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=1.4414062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8566475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60" name="Table 2159">
                <a:extLst>
                  <a:ext uri="{FF2B5EF4-FFF2-40B4-BE49-F238E27FC236}">
                    <a16:creationId xmlns:a16="http://schemas.microsoft.com/office/drawing/2014/main" id="{933E0378-7F34-6E0C-BB29-8BFCBC5D551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227376"/>
                  </p:ext>
                </p:extLst>
              </p:nvPr>
            </p:nvGraphicFramePr>
            <p:xfrm>
              <a:off x="1528362" y="2548466"/>
              <a:ext cx="10270350" cy="22860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490141">
                      <a:extLst>
                        <a:ext uri="{9D8B030D-6E8A-4147-A177-3AD203B41FA5}">
                          <a16:colId xmlns:a16="http://schemas.microsoft.com/office/drawing/2014/main" val="1701974351"/>
                        </a:ext>
                      </a:extLst>
                    </a:gridCol>
                    <a:gridCol w="2458065">
                      <a:extLst>
                        <a:ext uri="{9D8B030D-6E8A-4147-A177-3AD203B41FA5}">
                          <a16:colId xmlns:a16="http://schemas.microsoft.com/office/drawing/2014/main" val="3675743249"/>
                        </a:ext>
                      </a:extLst>
                    </a:gridCol>
                    <a:gridCol w="6322144">
                      <a:extLst>
                        <a:ext uri="{9D8B030D-6E8A-4147-A177-3AD203B41FA5}">
                          <a16:colId xmlns:a16="http://schemas.microsoft.com/office/drawing/2014/main" val="2844798793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80"/>
                          <a:stretch>
                            <a:fillRect l="-408" t="-1333" r="-589796" b="-41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80"/>
                          <a:stretch>
                            <a:fillRect l="-61042" t="-1333" r="-258561" b="-41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80"/>
                          <a:stretch>
                            <a:fillRect l="-62524" t="-1333" r="-385" b="-41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0005651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80"/>
                          <a:stretch>
                            <a:fillRect l="-408" t="-101333" r="-589796" b="-31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80"/>
                          <a:stretch>
                            <a:fillRect l="-61042" t="-101333" r="-258561" b="-31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80"/>
                          <a:stretch>
                            <a:fillRect l="-62524" t="-101333" r="-385" b="-31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64714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80"/>
                          <a:stretch>
                            <a:fillRect l="-408" t="-198684" r="-589796" b="-206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80"/>
                          <a:stretch>
                            <a:fillRect l="-61042" t="-198684" r="-258561" b="-2065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80"/>
                          <a:stretch>
                            <a:fillRect l="-62524" t="-198684" r="-385" b="-20657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028184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80"/>
                          <a:stretch>
                            <a:fillRect l="-408" t="-302667" r="-589796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80"/>
                          <a:stretch>
                            <a:fillRect l="-61042" t="-302667" r="-258561" b="-10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80"/>
                          <a:stretch>
                            <a:fillRect l="-62524" t="-302667" r="-385" b="-10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4464544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80"/>
                          <a:stretch>
                            <a:fillRect l="-408" t="-402667" r="-589796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80"/>
                          <a:stretch>
                            <a:fillRect l="-61042" t="-402667" r="-258561" b="-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180"/>
                          <a:stretch>
                            <a:fillRect l="-62524" t="-402667" r="-385" b="-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85664755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2182" name="Group 2181" descr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y_{exact}(t) = \exp(t)-1&#10;\end{align*}&#10;}&#10;\end{document}" title="IguanaTex Shape Display">
            <a:extLst>
              <a:ext uri="{FF2B5EF4-FFF2-40B4-BE49-F238E27FC236}">
                <a16:creationId xmlns:a16="http://schemas.microsoft.com/office/drawing/2014/main" id="{A174473C-76E8-C6C4-41EC-597F22DA66B1}"/>
              </a:ext>
            </a:extLst>
          </p:cNvPr>
          <p:cNvGrpSpPr>
            <a:grpSpLocks noChangeAspect="1"/>
          </p:cNvGrpSpPr>
          <p:nvPr>
            <p:custDataLst>
              <p:tags r:id="rId5"/>
            </p:custDataLst>
          </p:nvPr>
        </p:nvGrpSpPr>
        <p:grpSpPr>
          <a:xfrm>
            <a:off x="2540000" y="5479853"/>
            <a:ext cx="2998929" cy="344124"/>
            <a:chOff x="9398897" y="5217930"/>
            <a:chExt cx="2998929" cy="344124"/>
          </a:xfrm>
        </p:grpSpPr>
        <p:sp>
          <p:nvSpPr>
            <p:cNvPr id="2164" name="Freeform: Shape 2163">
              <a:extLst>
                <a:ext uri="{FF2B5EF4-FFF2-40B4-BE49-F238E27FC236}">
                  <a16:creationId xmlns:a16="http://schemas.microsoft.com/office/drawing/2014/main" id="{2B84EA68-C4D5-9D3C-5DB7-3F72DE79F03B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9398897" y="5324265"/>
              <a:ext cx="160244" cy="222648"/>
            </a:xfrm>
            <a:custGeom>
              <a:avLst/>
              <a:gdLst>
                <a:gd name="connsiteX0" fmla="*/ 14080 w 160244"/>
                <a:gd name="connsiteY0" fmla="*/ 14193 h 222648"/>
                <a:gd name="connsiteX1" fmla="*/ 25119 w 160244"/>
                <a:gd name="connsiteY1" fmla="*/ 12817 h 222648"/>
                <a:gd name="connsiteX2" fmla="*/ 67139 w 160244"/>
                <a:gd name="connsiteY2" fmla="*/ 80609 h 222648"/>
                <a:gd name="connsiteX3" fmla="*/ 81739 w 160244"/>
                <a:gd name="connsiteY3" fmla="*/ 149090 h 222648"/>
                <a:gd name="connsiteX4" fmla="*/ 74261 w 160244"/>
                <a:gd name="connsiteY4" fmla="*/ 166296 h 222648"/>
                <a:gd name="connsiteX5" fmla="*/ 52182 w 160244"/>
                <a:gd name="connsiteY5" fmla="*/ 193482 h 222648"/>
                <a:gd name="connsiteX6" fmla="*/ 35802 w 160244"/>
                <a:gd name="connsiteY6" fmla="*/ 203806 h 222648"/>
                <a:gd name="connsiteX7" fmla="*/ 27255 w 160244"/>
                <a:gd name="connsiteY7" fmla="*/ 200021 h 222648"/>
                <a:gd name="connsiteX8" fmla="*/ 14080 w 160244"/>
                <a:gd name="connsiteY8" fmla="*/ 194170 h 222648"/>
                <a:gd name="connsiteX9" fmla="*/ 192 w 160244"/>
                <a:gd name="connsiteY9" fmla="*/ 207591 h 222648"/>
                <a:gd name="connsiteX10" fmla="*/ 18353 w 160244"/>
                <a:gd name="connsiteY10" fmla="*/ 222733 h 222648"/>
                <a:gd name="connsiteX11" fmla="*/ 126251 w 160244"/>
                <a:gd name="connsiteY11" fmla="*/ 102978 h 222648"/>
                <a:gd name="connsiteX12" fmla="*/ 160437 w 160244"/>
                <a:gd name="connsiteY12" fmla="*/ 19011 h 222648"/>
                <a:gd name="connsiteX13" fmla="*/ 140851 w 160244"/>
                <a:gd name="connsiteY13" fmla="*/ 84 h 222648"/>
                <a:gd name="connsiteX14" fmla="*/ 126963 w 160244"/>
                <a:gd name="connsiteY14" fmla="*/ 12817 h 222648"/>
                <a:gd name="connsiteX15" fmla="*/ 136934 w 160244"/>
                <a:gd name="connsiteY15" fmla="*/ 26238 h 222648"/>
                <a:gd name="connsiteX16" fmla="*/ 146193 w 160244"/>
                <a:gd name="connsiteY16" fmla="*/ 37938 h 222648"/>
                <a:gd name="connsiteX17" fmla="*/ 102748 w 160244"/>
                <a:gd name="connsiteY17" fmla="*/ 127066 h 222648"/>
                <a:gd name="connsiteX18" fmla="*/ 95626 w 160244"/>
                <a:gd name="connsiteY18" fmla="*/ 87148 h 222648"/>
                <a:gd name="connsiteX19" fmla="*/ 65002 w 160244"/>
                <a:gd name="connsiteY19" fmla="*/ 84 h 222648"/>
                <a:gd name="connsiteX20" fmla="*/ 63578 w 160244"/>
                <a:gd name="connsiteY20" fmla="*/ 84 h 222648"/>
                <a:gd name="connsiteX21" fmla="*/ 60373 w 160244"/>
                <a:gd name="connsiteY21" fmla="*/ 429 h 222648"/>
                <a:gd name="connsiteX22" fmla="*/ 25475 w 160244"/>
                <a:gd name="connsiteY22" fmla="*/ 6279 h 222648"/>
                <a:gd name="connsiteX23" fmla="*/ 14080 w 160244"/>
                <a:gd name="connsiteY23" fmla="*/ 8343 h 222648"/>
                <a:gd name="connsiteX24" fmla="*/ 14080 w 160244"/>
                <a:gd name="connsiteY24" fmla="*/ 14193 h 222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244" h="222648">
                  <a:moveTo>
                    <a:pt x="14080" y="14193"/>
                  </a:moveTo>
                  <a:cubicBezTo>
                    <a:pt x="18709" y="13161"/>
                    <a:pt x="21202" y="12817"/>
                    <a:pt x="25119" y="12817"/>
                  </a:cubicBezTo>
                  <a:cubicBezTo>
                    <a:pt x="45417" y="12817"/>
                    <a:pt x="50758" y="21420"/>
                    <a:pt x="67139" y="80609"/>
                  </a:cubicBezTo>
                  <a:cubicBezTo>
                    <a:pt x="73192" y="102978"/>
                    <a:pt x="81739" y="143240"/>
                    <a:pt x="81739" y="149090"/>
                  </a:cubicBezTo>
                  <a:cubicBezTo>
                    <a:pt x="81739" y="154596"/>
                    <a:pt x="79602" y="160102"/>
                    <a:pt x="74261" y="166296"/>
                  </a:cubicBezTo>
                  <a:cubicBezTo>
                    <a:pt x="63221" y="180405"/>
                    <a:pt x="56099" y="189353"/>
                    <a:pt x="52182" y="193482"/>
                  </a:cubicBezTo>
                  <a:cubicBezTo>
                    <a:pt x="44704" y="201053"/>
                    <a:pt x="40431" y="203806"/>
                    <a:pt x="35802" y="203806"/>
                  </a:cubicBezTo>
                  <a:cubicBezTo>
                    <a:pt x="33665" y="203806"/>
                    <a:pt x="31173" y="202773"/>
                    <a:pt x="27255" y="200021"/>
                  </a:cubicBezTo>
                  <a:cubicBezTo>
                    <a:pt x="21914" y="195891"/>
                    <a:pt x="17997" y="194170"/>
                    <a:pt x="14080" y="194170"/>
                  </a:cubicBezTo>
                  <a:cubicBezTo>
                    <a:pt x="6246" y="194170"/>
                    <a:pt x="192" y="200021"/>
                    <a:pt x="192" y="207591"/>
                  </a:cubicBezTo>
                  <a:cubicBezTo>
                    <a:pt x="192" y="216194"/>
                    <a:pt x="8026" y="222733"/>
                    <a:pt x="18353" y="222733"/>
                  </a:cubicBezTo>
                  <a:cubicBezTo>
                    <a:pt x="41143" y="222733"/>
                    <a:pt x="87792" y="171114"/>
                    <a:pt x="126251" y="102978"/>
                  </a:cubicBezTo>
                  <a:cubicBezTo>
                    <a:pt x="150466" y="60650"/>
                    <a:pt x="160437" y="35873"/>
                    <a:pt x="160437" y="19011"/>
                  </a:cubicBezTo>
                  <a:cubicBezTo>
                    <a:pt x="160437" y="8687"/>
                    <a:pt x="151534" y="84"/>
                    <a:pt x="140851" y="84"/>
                  </a:cubicBezTo>
                  <a:cubicBezTo>
                    <a:pt x="132661" y="84"/>
                    <a:pt x="126963" y="5246"/>
                    <a:pt x="126963" y="12817"/>
                  </a:cubicBezTo>
                  <a:cubicBezTo>
                    <a:pt x="126963" y="17979"/>
                    <a:pt x="129812" y="21764"/>
                    <a:pt x="136934" y="26238"/>
                  </a:cubicBezTo>
                  <a:cubicBezTo>
                    <a:pt x="143700" y="30023"/>
                    <a:pt x="146193" y="33120"/>
                    <a:pt x="146193" y="37938"/>
                  </a:cubicBezTo>
                  <a:cubicBezTo>
                    <a:pt x="146193" y="51703"/>
                    <a:pt x="133017" y="78545"/>
                    <a:pt x="102748" y="127066"/>
                  </a:cubicBezTo>
                  <a:lnTo>
                    <a:pt x="95626" y="87148"/>
                  </a:lnTo>
                  <a:cubicBezTo>
                    <a:pt x="90285" y="56865"/>
                    <a:pt x="70343" y="84"/>
                    <a:pt x="65002" y="84"/>
                  </a:cubicBezTo>
                  <a:lnTo>
                    <a:pt x="63578" y="84"/>
                  </a:lnTo>
                  <a:cubicBezTo>
                    <a:pt x="63221" y="429"/>
                    <a:pt x="61797" y="429"/>
                    <a:pt x="60373" y="429"/>
                  </a:cubicBezTo>
                  <a:cubicBezTo>
                    <a:pt x="57168" y="773"/>
                    <a:pt x="44348" y="2837"/>
                    <a:pt x="25475" y="6279"/>
                  </a:cubicBezTo>
                  <a:cubicBezTo>
                    <a:pt x="23694" y="6623"/>
                    <a:pt x="19065" y="7655"/>
                    <a:pt x="14080" y="8343"/>
                  </a:cubicBezTo>
                  <a:lnTo>
                    <a:pt x="14080" y="14193"/>
                  </a:lnTo>
                  <a:close/>
                </a:path>
              </a:pathLst>
            </a:custGeom>
            <a:solidFill>
              <a:srgbClr val="000000"/>
            </a:solidFill>
            <a:ln w="48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5" name="Freeform: Shape 2164">
              <a:extLst>
                <a:ext uri="{FF2B5EF4-FFF2-40B4-BE49-F238E27FC236}">
                  <a16:creationId xmlns:a16="http://schemas.microsoft.com/office/drawing/2014/main" id="{7DF59ABD-F527-24E1-D78A-5E49DBE76477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9574311" y="5415534"/>
              <a:ext cx="100398" cy="115102"/>
            </a:xfrm>
            <a:custGeom>
              <a:avLst/>
              <a:gdLst>
                <a:gd name="connsiteX0" fmla="*/ 86365 w 100398"/>
                <a:gd name="connsiteY0" fmla="*/ 84631 h 115102"/>
                <a:gd name="connsiteX1" fmla="*/ 47892 w 100398"/>
                <a:gd name="connsiteY1" fmla="*/ 103729 h 115102"/>
                <a:gd name="connsiteX2" fmla="*/ 23121 w 100398"/>
                <a:gd name="connsiteY2" fmla="*/ 80811 h 115102"/>
                <a:gd name="connsiteX3" fmla="*/ 25757 w 100398"/>
                <a:gd name="connsiteY3" fmla="*/ 65022 h 115102"/>
                <a:gd name="connsiteX4" fmla="*/ 33135 w 100398"/>
                <a:gd name="connsiteY4" fmla="*/ 64004 h 115102"/>
                <a:gd name="connsiteX5" fmla="*/ 100594 w 100398"/>
                <a:gd name="connsiteY5" fmla="*/ 17403 h 115102"/>
                <a:gd name="connsiteX6" fmla="*/ 79513 w 100398"/>
                <a:gd name="connsiteY6" fmla="*/ 86 h 115102"/>
                <a:gd name="connsiteX7" fmla="*/ 196 w 100398"/>
                <a:gd name="connsiteY7" fmla="*/ 80301 h 115102"/>
                <a:gd name="connsiteX8" fmla="*/ 34980 w 100398"/>
                <a:gd name="connsiteY8" fmla="*/ 115189 h 115102"/>
                <a:gd name="connsiteX9" fmla="*/ 89527 w 100398"/>
                <a:gd name="connsiteY9" fmla="*/ 87686 h 115102"/>
                <a:gd name="connsiteX10" fmla="*/ 86365 w 100398"/>
                <a:gd name="connsiteY10" fmla="*/ 84631 h 115102"/>
                <a:gd name="connsiteX11" fmla="*/ 32081 w 100398"/>
                <a:gd name="connsiteY11" fmla="*/ 48215 h 115102"/>
                <a:gd name="connsiteX12" fmla="*/ 73980 w 100398"/>
                <a:gd name="connsiteY12" fmla="*/ 5943 h 115102"/>
                <a:gd name="connsiteX13" fmla="*/ 83202 w 100398"/>
                <a:gd name="connsiteY13" fmla="*/ 15875 h 115102"/>
                <a:gd name="connsiteX14" fmla="*/ 70027 w 100398"/>
                <a:gd name="connsiteY14" fmla="*/ 40576 h 115102"/>
                <a:gd name="connsiteX15" fmla="*/ 27601 w 100398"/>
                <a:gd name="connsiteY15" fmla="*/ 59420 h 115102"/>
                <a:gd name="connsiteX16" fmla="*/ 32081 w 100398"/>
                <a:gd name="connsiteY16" fmla="*/ 48215 h 115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00398" h="115102">
                  <a:moveTo>
                    <a:pt x="86365" y="84631"/>
                  </a:moveTo>
                  <a:cubicBezTo>
                    <a:pt x="67392" y="99655"/>
                    <a:pt x="59223" y="103729"/>
                    <a:pt x="47892" y="103729"/>
                  </a:cubicBezTo>
                  <a:cubicBezTo>
                    <a:pt x="32871" y="103729"/>
                    <a:pt x="23121" y="94562"/>
                    <a:pt x="23121" y="80811"/>
                  </a:cubicBezTo>
                  <a:cubicBezTo>
                    <a:pt x="23121" y="76991"/>
                    <a:pt x="23649" y="73171"/>
                    <a:pt x="25757" y="65022"/>
                  </a:cubicBezTo>
                  <a:lnTo>
                    <a:pt x="33135" y="64004"/>
                  </a:lnTo>
                  <a:cubicBezTo>
                    <a:pt x="72662" y="58656"/>
                    <a:pt x="100594" y="39303"/>
                    <a:pt x="100594" y="17403"/>
                  </a:cubicBezTo>
                  <a:cubicBezTo>
                    <a:pt x="100594" y="6707"/>
                    <a:pt x="92689" y="86"/>
                    <a:pt x="79513" y="86"/>
                  </a:cubicBezTo>
                  <a:cubicBezTo>
                    <a:pt x="41567" y="86"/>
                    <a:pt x="196" y="42104"/>
                    <a:pt x="196" y="80301"/>
                  </a:cubicBezTo>
                  <a:cubicBezTo>
                    <a:pt x="196" y="100928"/>
                    <a:pt x="14426" y="115189"/>
                    <a:pt x="34980" y="115189"/>
                  </a:cubicBezTo>
                  <a:cubicBezTo>
                    <a:pt x="53689" y="115189"/>
                    <a:pt x="73980" y="104748"/>
                    <a:pt x="89527" y="87686"/>
                  </a:cubicBezTo>
                  <a:lnTo>
                    <a:pt x="86365" y="84631"/>
                  </a:lnTo>
                  <a:close/>
                  <a:moveTo>
                    <a:pt x="32081" y="48215"/>
                  </a:moveTo>
                  <a:cubicBezTo>
                    <a:pt x="41040" y="25551"/>
                    <a:pt x="60540" y="5943"/>
                    <a:pt x="73980" y="5943"/>
                  </a:cubicBezTo>
                  <a:cubicBezTo>
                    <a:pt x="79513" y="5943"/>
                    <a:pt x="83202" y="10018"/>
                    <a:pt x="83202" y="15875"/>
                  </a:cubicBezTo>
                  <a:cubicBezTo>
                    <a:pt x="83202" y="23769"/>
                    <a:pt x="78196" y="32936"/>
                    <a:pt x="70027" y="40576"/>
                  </a:cubicBezTo>
                  <a:cubicBezTo>
                    <a:pt x="60277" y="49489"/>
                    <a:pt x="50263" y="54072"/>
                    <a:pt x="27601" y="59420"/>
                  </a:cubicBezTo>
                  <a:lnTo>
                    <a:pt x="32081" y="48215"/>
                  </a:lnTo>
                  <a:close/>
                </a:path>
              </a:pathLst>
            </a:custGeom>
            <a:solidFill>
              <a:srgbClr val="000000"/>
            </a:solidFill>
            <a:ln w="358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6" name="Freeform: Shape 2165">
              <a:extLst>
                <a:ext uri="{FF2B5EF4-FFF2-40B4-BE49-F238E27FC236}">
                  <a16:creationId xmlns:a16="http://schemas.microsoft.com/office/drawing/2014/main" id="{215939C3-4464-E73D-0D8C-EB6B557B5148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9671176" y="5415534"/>
              <a:ext cx="124905" cy="115102"/>
            </a:xfrm>
            <a:custGeom>
              <a:avLst/>
              <a:gdLst>
                <a:gd name="connsiteX0" fmla="*/ 113246 w 124905"/>
                <a:gd name="connsiteY0" fmla="*/ 84121 h 115102"/>
                <a:gd name="connsiteX1" fmla="*/ 107449 w 124905"/>
                <a:gd name="connsiteY1" fmla="*/ 90997 h 115102"/>
                <a:gd name="connsiteX2" fmla="*/ 95327 w 124905"/>
                <a:gd name="connsiteY2" fmla="*/ 101183 h 115102"/>
                <a:gd name="connsiteX3" fmla="*/ 87158 w 124905"/>
                <a:gd name="connsiteY3" fmla="*/ 90742 h 115102"/>
                <a:gd name="connsiteX4" fmla="*/ 86104 w 124905"/>
                <a:gd name="connsiteY4" fmla="*/ 86413 h 115102"/>
                <a:gd name="connsiteX5" fmla="*/ 76618 w 124905"/>
                <a:gd name="connsiteY5" fmla="*/ 45160 h 115102"/>
                <a:gd name="connsiteX6" fmla="*/ 102442 w 124905"/>
                <a:gd name="connsiteY6" fmla="*/ 14347 h 115102"/>
                <a:gd name="connsiteX7" fmla="*/ 108766 w 124905"/>
                <a:gd name="connsiteY7" fmla="*/ 16384 h 115102"/>
                <a:gd name="connsiteX8" fmla="*/ 115881 w 124905"/>
                <a:gd name="connsiteY8" fmla="*/ 18676 h 115102"/>
                <a:gd name="connsiteX9" fmla="*/ 125104 w 124905"/>
                <a:gd name="connsiteY9" fmla="*/ 9508 h 115102"/>
                <a:gd name="connsiteX10" fmla="*/ 114300 w 124905"/>
                <a:gd name="connsiteY10" fmla="*/ 86 h 115102"/>
                <a:gd name="connsiteX11" fmla="*/ 74510 w 124905"/>
                <a:gd name="connsiteY11" fmla="*/ 36501 h 115102"/>
                <a:gd name="connsiteX12" fmla="*/ 71611 w 124905"/>
                <a:gd name="connsiteY12" fmla="*/ 22496 h 115102"/>
                <a:gd name="connsiteX13" fmla="*/ 57908 w 124905"/>
                <a:gd name="connsiteY13" fmla="*/ 86 h 115102"/>
                <a:gd name="connsiteX14" fmla="*/ 27077 w 124905"/>
                <a:gd name="connsiteY14" fmla="*/ 7471 h 115102"/>
                <a:gd name="connsiteX15" fmla="*/ 24179 w 124905"/>
                <a:gd name="connsiteY15" fmla="*/ 8490 h 115102"/>
                <a:gd name="connsiteX16" fmla="*/ 25233 w 124905"/>
                <a:gd name="connsiteY16" fmla="*/ 12309 h 115102"/>
                <a:gd name="connsiteX17" fmla="*/ 39989 w 124905"/>
                <a:gd name="connsiteY17" fmla="*/ 9508 h 115102"/>
                <a:gd name="connsiteX18" fmla="*/ 51848 w 124905"/>
                <a:gd name="connsiteY18" fmla="*/ 27079 h 115102"/>
                <a:gd name="connsiteX19" fmla="*/ 59489 w 124905"/>
                <a:gd name="connsiteY19" fmla="*/ 58401 h 115102"/>
                <a:gd name="connsiteX20" fmla="*/ 37881 w 124905"/>
                <a:gd name="connsiteY20" fmla="*/ 88196 h 115102"/>
                <a:gd name="connsiteX21" fmla="*/ 24442 w 124905"/>
                <a:gd name="connsiteY21" fmla="*/ 100419 h 115102"/>
                <a:gd name="connsiteX22" fmla="*/ 17591 w 124905"/>
                <a:gd name="connsiteY22" fmla="*/ 98127 h 115102"/>
                <a:gd name="connsiteX23" fmla="*/ 9158 w 124905"/>
                <a:gd name="connsiteY23" fmla="*/ 95581 h 115102"/>
                <a:gd name="connsiteX24" fmla="*/ 199 w 124905"/>
                <a:gd name="connsiteY24" fmla="*/ 104493 h 115102"/>
                <a:gd name="connsiteX25" fmla="*/ 13375 w 124905"/>
                <a:gd name="connsiteY25" fmla="*/ 115189 h 115102"/>
                <a:gd name="connsiteX26" fmla="*/ 37881 w 124905"/>
                <a:gd name="connsiteY26" fmla="*/ 97363 h 115102"/>
                <a:gd name="connsiteX27" fmla="*/ 61598 w 124905"/>
                <a:gd name="connsiteY27" fmla="*/ 67569 h 115102"/>
                <a:gd name="connsiteX28" fmla="*/ 69503 w 124905"/>
                <a:gd name="connsiteY28" fmla="*/ 98127 h 115102"/>
                <a:gd name="connsiteX29" fmla="*/ 84787 w 124905"/>
                <a:gd name="connsiteY29" fmla="*/ 115189 h 115102"/>
                <a:gd name="connsiteX30" fmla="*/ 116935 w 124905"/>
                <a:gd name="connsiteY30" fmla="*/ 86158 h 115102"/>
                <a:gd name="connsiteX31" fmla="*/ 113246 w 124905"/>
                <a:gd name="connsiteY31" fmla="*/ 84121 h 115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24905" h="115102">
                  <a:moveTo>
                    <a:pt x="113246" y="84121"/>
                  </a:moveTo>
                  <a:cubicBezTo>
                    <a:pt x="111138" y="86413"/>
                    <a:pt x="109820" y="87941"/>
                    <a:pt x="107449" y="90997"/>
                  </a:cubicBezTo>
                  <a:cubicBezTo>
                    <a:pt x="101388" y="98636"/>
                    <a:pt x="98226" y="101183"/>
                    <a:pt x="95327" y="101183"/>
                  </a:cubicBezTo>
                  <a:cubicBezTo>
                    <a:pt x="91375" y="101183"/>
                    <a:pt x="89003" y="97872"/>
                    <a:pt x="87158" y="90742"/>
                  </a:cubicBezTo>
                  <a:cubicBezTo>
                    <a:pt x="86631" y="88705"/>
                    <a:pt x="86368" y="87177"/>
                    <a:pt x="86104" y="86413"/>
                  </a:cubicBezTo>
                  <a:cubicBezTo>
                    <a:pt x="79516" y="60693"/>
                    <a:pt x="76618" y="48979"/>
                    <a:pt x="76618" y="45160"/>
                  </a:cubicBezTo>
                  <a:cubicBezTo>
                    <a:pt x="88212" y="25551"/>
                    <a:pt x="97699" y="14347"/>
                    <a:pt x="102442" y="14347"/>
                  </a:cubicBezTo>
                  <a:cubicBezTo>
                    <a:pt x="104023" y="14347"/>
                    <a:pt x="106131" y="15111"/>
                    <a:pt x="108766" y="16384"/>
                  </a:cubicBezTo>
                  <a:cubicBezTo>
                    <a:pt x="111929" y="18166"/>
                    <a:pt x="113773" y="18676"/>
                    <a:pt x="115881" y="18676"/>
                  </a:cubicBezTo>
                  <a:cubicBezTo>
                    <a:pt x="121415" y="18676"/>
                    <a:pt x="125104" y="14856"/>
                    <a:pt x="125104" y="9508"/>
                  </a:cubicBezTo>
                  <a:cubicBezTo>
                    <a:pt x="125104" y="4161"/>
                    <a:pt x="120625" y="86"/>
                    <a:pt x="114300" y="86"/>
                  </a:cubicBezTo>
                  <a:cubicBezTo>
                    <a:pt x="102706" y="86"/>
                    <a:pt x="92692" y="9254"/>
                    <a:pt x="74510" y="36501"/>
                  </a:cubicBezTo>
                  <a:lnTo>
                    <a:pt x="71611" y="22496"/>
                  </a:lnTo>
                  <a:cubicBezTo>
                    <a:pt x="67922" y="5179"/>
                    <a:pt x="65023" y="86"/>
                    <a:pt x="57908" y="86"/>
                  </a:cubicBezTo>
                  <a:cubicBezTo>
                    <a:pt x="52111" y="86"/>
                    <a:pt x="43152" y="2378"/>
                    <a:pt x="27077" y="7471"/>
                  </a:cubicBezTo>
                  <a:lnTo>
                    <a:pt x="24179" y="8490"/>
                  </a:lnTo>
                  <a:lnTo>
                    <a:pt x="25233" y="12309"/>
                  </a:lnTo>
                  <a:cubicBezTo>
                    <a:pt x="35246" y="10018"/>
                    <a:pt x="37618" y="9508"/>
                    <a:pt x="39989" y="9508"/>
                  </a:cubicBezTo>
                  <a:cubicBezTo>
                    <a:pt x="46577" y="9508"/>
                    <a:pt x="48158" y="11800"/>
                    <a:pt x="51848" y="27079"/>
                  </a:cubicBezTo>
                  <a:lnTo>
                    <a:pt x="59489" y="58401"/>
                  </a:lnTo>
                  <a:lnTo>
                    <a:pt x="37881" y="88196"/>
                  </a:lnTo>
                  <a:cubicBezTo>
                    <a:pt x="32611" y="95835"/>
                    <a:pt x="27341" y="100419"/>
                    <a:pt x="24442" y="100419"/>
                  </a:cubicBezTo>
                  <a:cubicBezTo>
                    <a:pt x="22861" y="100419"/>
                    <a:pt x="20226" y="99655"/>
                    <a:pt x="17591" y="98127"/>
                  </a:cubicBezTo>
                  <a:cubicBezTo>
                    <a:pt x="14165" y="96345"/>
                    <a:pt x="11267" y="95581"/>
                    <a:pt x="9158" y="95581"/>
                  </a:cubicBezTo>
                  <a:cubicBezTo>
                    <a:pt x="4152" y="95581"/>
                    <a:pt x="199" y="99400"/>
                    <a:pt x="199" y="104493"/>
                  </a:cubicBezTo>
                  <a:cubicBezTo>
                    <a:pt x="199" y="111114"/>
                    <a:pt x="5469" y="115189"/>
                    <a:pt x="13375" y="115189"/>
                  </a:cubicBezTo>
                  <a:cubicBezTo>
                    <a:pt x="21544" y="115189"/>
                    <a:pt x="24706" y="112897"/>
                    <a:pt x="37881" y="97363"/>
                  </a:cubicBezTo>
                  <a:cubicBezTo>
                    <a:pt x="44996" y="89214"/>
                    <a:pt x="50530" y="82339"/>
                    <a:pt x="61598" y="67569"/>
                  </a:cubicBezTo>
                  <a:lnTo>
                    <a:pt x="69503" y="98127"/>
                  </a:lnTo>
                  <a:cubicBezTo>
                    <a:pt x="72929" y="111114"/>
                    <a:pt x="76354" y="115189"/>
                    <a:pt x="84787" y="115189"/>
                  </a:cubicBezTo>
                  <a:cubicBezTo>
                    <a:pt x="94800" y="115189"/>
                    <a:pt x="101652" y="109077"/>
                    <a:pt x="116935" y="86158"/>
                  </a:cubicBezTo>
                  <a:lnTo>
                    <a:pt x="113246" y="84121"/>
                  </a:lnTo>
                  <a:close/>
                </a:path>
              </a:pathLst>
            </a:custGeom>
            <a:solidFill>
              <a:srgbClr val="000000"/>
            </a:solidFill>
            <a:ln w="358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7" name="Freeform: Shape 2166">
              <a:extLst>
                <a:ext uri="{FF2B5EF4-FFF2-40B4-BE49-F238E27FC236}">
                  <a16:creationId xmlns:a16="http://schemas.microsoft.com/office/drawing/2014/main" id="{27738440-0BBC-1ABD-2431-E65D373A3EBD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9800998" y="5415534"/>
              <a:ext cx="120952" cy="115102"/>
            </a:xfrm>
            <a:custGeom>
              <a:avLst/>
              <a:gdLst>
                <a:gd name="connsiteX0" fmla="*/ 117993 w 120952"/>
                <a:gd name="connsiteY0" fmla="*/ 84376 h 115102"/>
                <a:gd name="connsiteX1" fmla="*/ 110614 w 120952"/>
                <a:gd name="connsiteY1" fmla="*/ 91506 h 115102"/>
                <a:gd name="connsiteX2" fmla="*/ 96912 w 120952"/>
                <a:gd name="connsiteY2" fmla="*/ 101947 h 115102"/>
                <a:gd name="connsiteX3" fmla="*/ 93222 w 120952"/>
                <a:gd name="connsiteY3" fmla="*/ 98636 h 115102"/>
                <a:gd name="connsiteX4" fmla="*/ 116675 w 120952"/>
                <a:gd name="connsiteY4" fmla="*/ 6198 h 115102"/>
                <a:gd name="connsiteX5" fmla="*/ 118256 w 120952"/>
                <a:gd name="connsiteY5" fmla="*/ 850 h 115102"/>
                <a:gd name="connsiteX6" fmla="*/ 116412 w 120952"/>
                <a:gd name="connsiteY6" fmla="*/ 86 h 115102"/>
                <a:gd name="connsiteX7" fmla="*/ 100337 w 120952"/>
                <a:gd name="connsiteY7" fmla="*/ 1869 h 115102"/>
                <a:gd name="connsiteX8" fmla="*/ 99547 w 120952"/>
                <a:gd name="connsiteY8" fmla="*/ 2633 h 115102"/>
                <a:gd name="connsiteX9" fmla="*/ 96648 w 120952"/>
                <a:gd name="connsiteY9" fmla="*/ 14856 h 115102"/>
                <a:gd name="connsiteX10" fmla="*/ 75567 w 120952"/>
                <a:gd name="connsiteY10" fmla="*/ 86 h 115102"/>
                <a:gd name="connsiteX11" fmla="*/ 202 w 120952"/>
                <a:gd name="connsiteY11" fmla="*/ 86922 h 115102"/>
                <a:gd name="connsiteX12" fmla="*/ 27081 w 120952"/>
                <a:gd name="connsiteY12" fmla="*/ 115189 h 115102"/>
                <a:gd name="connsiteX13" fmla="*/ 80047 w 120952"/>
                <a:gd name="connsiteY13" fmla="*/ 75208 h 115102"/>
                <a:gd name="connsiteX14" fmla="*/ 73986 w 120952"/>
                <a:gd name="connsiteY14" fmla="*/ 104493 h 115102"/>
                <a:gd name="connsiteX15" fmla="*/ 84526 w 120952"/>
                <a:gd name="connsiteY15" fmla="*/ 114934 h 115102"/>
                <a:gd name="connsiteX16" fmla="*/ 121155 w 120952"/>
                <a:gd name="connsiteY16" fmla="*/ 86922 h 115102"/>
                <a:gd name="connsiteX17" fmla="*/ 117993 w 120952"/>
                <a:gd name="connsiteY17" fmla="*/ 84376 h 115102"/>
                <a:gd name="connsiteX18" fmla="*/ 77148 w 120952"/>
                <a:gd name="connsiteY18" fmla="*/ 5689 h 115102"/>
                <a:gd name="connsiteX19" fmla="*/ 91905 w 120952"/>
                <a:gd name="connsiteY19" fmla="*/ 21222 h 115102"/>
                <a:gd name="connsiteX20" fmla="*/ 60547 w 120952"/>
                <a:gd name="connsiteY20" fmla="*/ 91506 h 115102"/>
                <a:gd name="connsiteX21" fmla="*/ 37621 w 120952"/>
                <a:gd name="connsiteY21" fmla="*/ 102711 h 115102"/>
                <a:gd name="connsiteX22" fmla="*/ 22337 w 120952"/>
                <a:gd name="connsiteY22" fmla="*/ 83612 h 115102"/>
                <a:gd name="connsiteX23" fmla="*/ 43682 w 120952"/>
                <a:gd name="connsiteY23" fmla="*/ 27843 h 115102"/>
                <a:gd name="connsiteX24" fmla="*/ 77148 w 120952"/>
                <a:gd name="connsiteY24" fmla="*/ 5689 h 115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20952" h="115102">
                  <a:moveTo>
                    <a:pt x="117993" y="84376"/>
                  </a:moveTo>
                  <a:cubicBezTo>
                    <a:pt x="114040" y="88196"/>
                    <a:pt x="112459" y="89469"/>
                    <a:pt x="110614" y="91506"/>
                  </a:cubicBezTo>
                  <a:cubicBezTo>
                    <a:pt x="102709" y="99400"/>
                    <a:pt x="99283" y="101947"/>
                    <a:pt x="96912" y="101947"/>
                  </a:cubicBezTo>
                  <a:cubicBezTo>
                    <a:pt x="94804" y="101947"/>
                    <a:pt x="93222" y="100419"/>
                    <a:pt x="93222" y="98636"/>
                  </a:cubicBezTo>
                  <a:cubicBezTo>
                    <a:pt x="93222" y="93543"/>
                    <a:pt x="104290" y="49998"/>
                    <a:pt x="116675" y="6198"/>
                  </a:cubicBezTo>
                  <a:cubicBezTo>
                    <a:pt x="117466" y="3651"/>
                    <a:pt x="117729" y="3142"/>
                    <a:pt x="118256" y="850"/>
                  </a:cubicBezTo>
                  <a:lnTo>
                    <a:pt x="116412" y="86"/>
                  </a:lnTo>
                  <a:lnTo>
                    <a:pt x="100337" y="1869"/>
                  </a:lnTo>
                  <a:lnTo>
                    <a:pt x="99547" y="2633"/>
                  </a:lnTo>
                  <a:lnTo>
                    <a:pt x="96648" y="14856"/>
                  </a:lnTo>
                  <a:cubicBezTo>
                    <a:pt x="94540" y="5434"/>
                    <a:pt x="86898" y="86"/>
                    <a:pt x="75567" y="86"/>
                  </a:cubicBezTo>
                  <a:cubicBezTo>
                    <a:pt x="40783" y="86"/>
                    <a:pt x="202" y="46687"/>
                    <a:pt x="202" y="86922"/>
                  </a:cubicBezTo>
                  <a:cubicBezTo>
                    <a:pt x="202" y="104748"/>
                    <a:pt x="10216" y="115189"/>
                    <a:pt x="27081" y="115189"/>
                  </a:cubicBezTo>
                  <a:cubicBezTo>
                    <a:pt x="45527" y="115189"/>
                    <a:pt x="56858" y="106785"/>
                    <a:pt x="80047" y="75208"/>
                  </a:cubicBezTo>
                  <a:cubicBezTo>
                    <a:pt x="74776" y="95071"/>
                    <a:pt x="73986" y="98382"/>
                    <a:pt x="73986" y="104493"/>
                  </a:cubicBezTo>
                  <a:cubicBezTo>
                    <a:pt x="73986" y="111878"/>
                    <a:pt x="77148" y="114934"/>
                    <a:pt x="84526" y="114934"/>
                  </a:cubicBezTo>
                  <a:cubicBezTo>
                    <a:pt x="95067" y="114934"/>
                    <a:pt x="101655" y="110096"/>
                    <a:pt x="121155" y="86922"/>
                  </a:cubicBezTo>
                  <a:lnTo>
                    <a:pt x="117993" y="84376"/>
                  </a:lnTo>
                  <a:close/>
                  <a:moveTo>
                    <a:pt x="77148" y="5689"/>
                  </a:moveTo>
                  <a:cubicBezTo>
                    <a:pt x="86108" y="6198"/>
                    <a:pt x="91905" y="12309"/>
                    <a:pt x="91905" y="21222"/>
                  </a:cubicBezTo>
                  <a:cubicBezTo>
                    <a:pt x="91905" y="42613"/>
                    <a:pt x="78729" y="72662"/>
                    <a:pt x="60547" y="91506"/>
                  </a:cubicBezTo>
                  <a:cubicBezTo>
                    <a:pt x="54222" y="98382"/>
                    <a:pt x="45263" y="102711"/>
                    <a:pt x="37621" y="102711"/>
                  </a:cubicBezTo>
                  <a:cubicBezTo>
                    <a:pt x="28398" y="102711"/>
                    <a:pt x="22337" y="95326"/>
                    <a:pt x="22337" y="83612"/>
                  </a:cubicBezTo>
                  <a:cubicBezTo>
                    <a:pt x="22337" y="69861"/>
                    <a:pt x="32351" y="43632"/>
                    <a:pt x="43682" y="27843"/>
                  </a:cubicBezTo>
                  <a:cubicBezTo>
                    <a:pt x="54222" y="13073"/>
                    <a:pt x="66608" y="4925"/>
                    <a:pt x="77148" y="5689"/>
                  </a:cubicBezTo>
                  <a:close/>
                </a:path>
              </a:pathLst>
            </a:custGeom>
            <a:solidFill>
              <a:srgbClr val="000000"/>
            </a:solidFill>
            <a:ln w="358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8" name="Freeform: Shape 2167">
              <a:extLst>
                <a:ext uri="{FF2B5EF4-FFF2-40B4-BE49-F238E27FC236}">
                  <a16:creationId xmlns:a16="http://schemas.microsoft.com/office/drawing/2014/main" id="{AC3B4952-4B15-D2BE-F1F9-A7958CEC372A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9936674" y="5415534"/>
              <a:ext cx="104087" cy="115102"/>
            </a:xfrm>
            <a:custGeom>
              <a:avLst/>
              <a:gdLst>
                <a:gd name="connsiteX0" fmla="*/ 84530 w 104087"/>
                <a:gd name="connsiteY0" fmla="*/ 85395 h 115102"/>
                <a:gd name="connsiteX1" fmla="*/ 46848 w 104087"/>
                <a:gd name="connsiteY1" fmla="*/ 106021 h 115102"/>
                <a:gd name="connsiteX2" fmla="*/ 22868 w 104087"/>
                <a:gd name="connsiteY2" fmla="*/ 76991 h 115102"/>
                <a:gd name="connsiteX3" fmla="*/ 46848 w 104087"/>
                <a:gd name="connsiteY3" fmla="*/ 17657 h 115102"/>
                <a:gd name="connsiteX4" fmla="*/ 75307 w 104087"/>
                <a:gd name="connsiteY4" fmla="*/ 5434 h 115102"/>
                <a:gd name="connsiteX5" fmla="*/ 85321 w 104087"/>
                <a:gd name="connsiteY5" fmla="*/ 10527 h 115102"/>
                <a:gd name="connsiteX6" fmla="*/ 83740 w 104087"/>
                <a:gd name="connsiteY6" fmla="*/ 15365 h 115102"/>
                <a:gd name="connsiteX7" fmla="*/ 81368 w 104087"/>
                <a:gd name="connsiteY7" fmla="*/ 22750 h 115102"/>
                <a:gd name="connsiteX8" fmla="*/ 91645 w 104087"/>
                <a:gd name="connsiteY8" fmla="*/ 32427 h 115102"/>
                <a:gd name="connsiteX9" fmla="*/ 104294 w 104087"/>
                <a:gd name="connsiteY9" fmla="*/ 20713 h 115102"/>
                <a:gd name="connsiteX10" fmla="*/ 76625 w 104087"/>
                <a:gd name="connsiteY10" fmla="*/ 86 h 115102"/>
                <a:gd name="connsiteX11" fmla="*/ 206 w 104087"/>
                <a:gd name="connsiteY11" fmla="*/ 76991 h 115102"/>
                <a:gd name="connsiteX12" fmla="*/ 38942 w 104087"/>
                <a:gd name="connsiteY12" fmla="*/ 115189 h 115102"/>
                <a:gd name="connsiteX13" fmla="*/ 88746 w 104087"/>
                <a:gd name="connsiteY13" fmla="*/ 87941 h 115102"/>
                <a:gd name="connsiteX14" fmla="*/ 84530 w 104087"/>
                <a:gd name="connsiteY14" fmla="*/ 85395 h 115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4087" h="115102">
                  <a:moveTo>
                    <a:pt x="84530" y="85395"/>
                  </a:moveTo>
                  <a:cubicBezTo>
                    <a:pt x="70037" y="100419"/>
                    <a:pt x="59760" y="106021"/>
                    <a:pt x="46848" y="106021"/>
                  </a:cubicBezTo>
                  <a:cubicBezTo>
                    <a:pt x="31828" y="106021"/>
                    <a:pt x="22868" y="95071"/>
                    <a:pt x="22868" y="76991"/>
                  </a:cubicBezTo>
                  <a:cubicBezTo>
                    <a:pt x="22868" y="55346"/>
                    <a:pt x="32091" y="32682"/>
                    <a:pt x="46848" y="17657"/>
                  </a:cubicBezTo>
                  <a:cubicBezTo>
                    <a:pt x="54490" y="10018"/>
                    <a:pt x="65030" y="5434"/>
                    <a:pt x="75307" y="5434"/>
                  </a:cubicBezTo>
                  <a:cubicBezTo>
                    <a:pt x="81368" y="5434"/>
                    <a:pt x="85321" y="7471"/>
                    <a:pt x="85321" y="10527"/>
                  </a:cubicBezTo>
                  <a:cubicBezTo>
                    <a:pt x="85321" y="11800"/>
                    <a:pt x="84794" y="13073"/>
                    <a:pt x="83740" y="15365"/>
                  </a:cubicBezTo>
                  <a:cubicBezTo>
                    <a:pt x="81895" y="18676"/>
                    <a:pt x="81368" y="20458"/>
                    <a:pt x="81368" y="22750"/>
                  </a:cubicBezTo>
                  <a:cubicBezTo>
                    <a:pt x="81368" y="28862"/>
                    <a:pt x="85321" y="32427"/>
                    <a:pt x="91645" y="32427"/>
                  </a:cubicBezTo>
                  <a:cubicBezTo>
                    <a:pt x="98760" y="32427"/>
                    <a:pt x="104294" y="27334"/>
                    <a:pt x="104294" y="20713"/>
                  </a:cubicBezTo>
                  <a:cubicBezTo>
                    <a:pt x="104294" y="8999"/>
                    <a:pt x="92436" y="86"/>
                    <a:pt x="76625" y="86"/>
                  </a:cubicBezTo>
                  <a:cubicBezTo>
                    <a:pt x="37098" y="86"/>
                    <a:pt x="206" y="37265"/>
                    <a:pt x="206" y="76991"/>
                  </a:cubicBezTo>
                  <a:cubicBezTo>
                    <a:pt x="206" y="101183"/>
                    <a:pt x="14436" y="115189"/>
                    <a:pt x="38942" y="115189"/>
                  </a:cubicBezTo>
                  <a:cubicBezTo>
                    <a:pt x="58442" y="115189"/>
                    <a:pt x="72936" y="107295"/>
                    <a:pt x="88746" y="87941"/>
                  </a:cubicBezTo>
                  <a:lnTo>
                    <a:pt x="84530" y="85395"/>
                  </a:lnTo>
                  <a:close/>
                </a:path>
              </a:pathLst>
            </a:custGeom>
            <a:solidFill>
              <a:srgbClr val="000000"/>
            </a:solidFill>
            <a:ln w="358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9" name="Freeform: Shape 2168">
              <a:extLst>
                <a:ext uri="{FF2B5EF4-FFF2-40B4-BE49-F238E27FC236}">
                  <a16:creationId xmlns:a16="http://schemas.microsoft.com/office/drawing/2014/main" id="{4C79B9EC-FED3-71F8-6C1A-BB63DAEA42FA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0049344" y="5388795"/>
              <a:ext cx="68249" cy="141841"/>
            </a:xfrm>
            <a:custGeom>
              <a:avLst/>
              <a:gdLst>
                <a:gd name="connsiteX0" fmla="*/ 68459 w 68249"/>
                <a:gd name="connsiteY0" fmla="*/ 30135 h 141841"/>
                <a:gd name="connsiteX1" fmla="*/ 47378 w 68249"/>
                <a:gd name="connsiteY1" fmla="*/ 30135 h 141841"/>
                <a:gd name="connsiteX2" fmla="*/ 54756 w 68249"/>
                <a:gd name="connsiteY2" fmla="*/ 3906 h 141841"/>
                <a:gd name="connsiteX3" fmla="*/ 55020 w 68249"/>
                <a:gd name="connsiteY3" fmla="*/ 2633 h 141841"/>
                <a:gd name="connsiteX4" fmla="*/ 52912 w 68249"/>
                <a:gd name="connsiteY4" fmla="*/ 86 h 141841"/>
                <a:gd name="connsiteX5" fmla="*/ 48959 w 68249"/>
                <a:gd name="connsiteY5" fmla="*/ 2378 h 141841"/>
                <a:gd name="connsiteX6" fmla="*/ 13912 w 68249"/>
                <a:gd name="connsiteY6" fmla="*/ 30390 h 141841"/>
                <a:gd name="connsiteX7" fmla="*/ 5479 w 68249"/>
                <a:gd name="connsiteY7" fmla="*/ 36756 h 141841"/>
                <a:gd name="connsiteX8" fmla="*/ 5743 w 68249"/>
                <a:gd name="connsiteY8" fmla="*/ 38284 h 141841"/>
                <a:gd name="connsiteX9" fmla="*/ 25243 w 68249"/>
                <a:gd name="connsiteY9" fmla="*/ 38284 h 141841"/>
                <a:gd name="connsiteX10" fmla="*/ 6270 w 68249"/>
                <a:gd name="connsiteY10" fmla="*/ 108313 h 141841"/>
                <a:gd name="connsiteX11" fmla="*/ 4689 w 68249"/>
                <a:gd name="connsiteY11" fmla="*/ 113661 h 141841"/>
                <a:gd name="connsiteX12" fmla="*/ 209 w 68249"/>
                <a:gd name="connsiteY12" fmla="*/ 132250 h 141841"/>
                <a:gd name="connsiteX13" fmla="*/ 12858 w 68249"/>
                <a:gd name="connsiteY13" fmla="*/ 141927 h 141841"/>
                <a:gd name="connsiteX14" fmla="*/ 50277 w 68249"/>
                <a:gd name="connsiteY14" fmla="*/ 111114 h 141841"/>
                <a:gd name="connsiteX15" fmla="*/ 46851 w 68249"/>
                <a:gd name="connsiteY15" fmla="*/ 109332 h 141841"/>
                <a:gd name="connsiteX16" fmla="*/ 25506 w 68249"/>
                <a:gd name="connsiteY16" fmla="*/ 129449 h 141841"/>
                <a:gd name="connsiteX17" fmla="*/ 21554 w 68249"/>
                <a:gd name="connsiteY17" fmla="*/ 124356 h 141841"/>
                <a:gd name="connsiteX18" fmla="*/ 21817 w 68249"/>
                <a:gd name="connsiteY18" fmla="*/ 123083 h 141841"/>
                <a:gd name="connsiteX19" fmla="*/ 45006 w 68249"/>
                <a:gd name="connsiteY19" fmla="*/ 38284 h 141841"/>
                <a:gd name="connsiteX20" fmla="*/ 67141 w 68249"/>
                <a:gd name="connsiteY20" fmla="*/ 38284 h 141841"/>
                <a:gd name="connsiteX21" fmla="*/ 68459 w 68249"/>
                <a:gd name="connsiteY21" fmla="*/ 30135 h 141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8249" h="141841">
                  <a:moveTo>
                    <a:pt x="68459" y="30135"/>
                  </a:moveTo>
                  <a:lnTo>
                    <a:pt x="47378" y="30135"/>
                  </a:lnTo>
                  <a:lnTo>
                    <a:pt x="54756" y="3906"/>
                  </a:lnTo>
                  <a:cubicBezTo>
                    <a:pt x="55020" y="3397"/>
                    <a:pt x="55020" y="2887"/>
                    <a:pt x="55020" y="2633"/>
                  </a:cubicBezTo>
                  <a:cubicBezTo>
                    <a:pt x="55020" y="850"/>
                    <a:pt x="54229" y="86"/>
                    <a:pt x="52912" y="86"/>
                  </a:cubicBezTo>
                  <a:cubicBezTo>
                    <a:pt x="51331" y="86"/>
                    <a:pt x="50540" y="341"/>
                    <a:pt x="48959" y="2378"/>
                  </a:cubicBezTo>
                  <a:cubicBezTo>
                    <a:pt x="38682" y="15365"/>
                    <a:pt x="22344" y="28098"/>
                    <a:pt x="13912" y="30390"/>
                  </a:cubicBezTo>
                  <a:cubicBezTo>
                    <a:pt x="7324" y="32427"/>
                    <a:pt x="5479" y="33955"/>
                    <a:pt x="5479" y="36756"/>
                  </a:cubicBezTo>
                  <a:cubicBezTo>
                    <a:pt x="5479" y="37011"/>
                    <a:pt x="5479" y="37520"/>
                    <a:pt x="5743" y="38284"/>
                  </a:cubicBezTo>
                  <a:lnTo>
                    <a:pt x="25243" y="38284"/>
                  </a:lnTo>
                  <a:lnTo>
                    <a:pt x="6270" y="108313"/>
                  </a:lnTo>
                  <a:cubicBezTo>
                    <a:pt x="5743" y="110605"/>
                    <a:pt x="5479" y="111369"/>
                    <a:pt x="4689" y="113661"/>
                  </a:cubicBezTo>
                  <a:cubicBezTo>
                    <a:pt x="2317" y="121300"/>
                    <a:pt x="209" y="130213"/>
                    <a:pt x="209" y="132250"/>
                  </a:cubicBezTo>
                  <a:cubicBezTo>
                    <a:pt x="209" y="137853"/>
                    <a:pt x="5743" y="141927"/>
                    <a:pt x="12858" y="141927"/>
                  </a:cubicBezTo>
                  <a:cubicBezTo>
                    <a:pt x="24979" y="141927"/>
                    <a:pt x="33675" y="134797"/>
                    <a:pt x="50277" y="111114"/>
                  </a:cubicBezTo>
                  <a:lnTo>
                    <a:pt x="46851" y="109332"/>
                  </a:lnTo>
                  <a:cubicBezTo>
                    <a:pt x="33939" y="125375"/>
                    <a:pt x="29723" y="129449"/>
                    <a:pt x="25506" y="129449"/>
                  </a:cubicBezTo>
                  <a:cubicBezTo>
                    <a:pt x="23135" y="129449"/>
                    <a:pt x="21554" y="127412"/>
                    <a:pt x="21554" y="124356"/>
                  </a:cubicBezTo>
                  <a:cubicBezTo>
                    <a:pt x="21554" y="124102"/>
                    <a:pt x="21554" y="123847"/>
                    <a:pt x="21817" y="123083"/>
                  </a:cubicBezTo>
                  <a:lnTo>
                    <a:pt x="45006" y="38284"/>
                  </a:lnTo>
                  <a:lnTo>
                    <a:pt x="67141" y="38284"/>
                  </a:lnTo>
                  <a:lnTo>
                    <a:pt x="68459" y="30135"/>
                  </a:lnTo>
                  <a:close/>
                </a:path>
              </a:pathLst>
            </a:custGeom>
            <a:solidFill>
              <a:srgbClr val="000000"/>
            </a:solidFill>
            <a:ln w="358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0" name="Freeform: Shape 2169">
              <a:extLst>
                <a:ext uri="{FF2B5EF4-FFF2-40B4-BE49-F238E27FC236}">
                  <a16:creationId xmlns:a16="http://schemas.microsoft.com/office/drawing/2014/main" id="{B183F707-02E2-005F-E180-D01FF3B8A47E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0184231" y="5217930"/>
              <a:ext cx="82615" cy="344124"/>
            </a:xfrm>
            <a:custGeom>
              <a:avLst/>
              <a:gdLst>
                <a:gd name="connsiteX0" fmla="*/ 82827 w 82615"/>
                <a:gd name="connsiteY0" fmla="*/ 340768 h 344124"/>
                <a:gd name="connsiteX1" fmla="*/ 76773 w 82615"/>
                <a:gd name="connsiteY1" fmla="*/ 333197 h 344124"/>
                <a:gd name="connsiteX2" fmla="*/ 20866 w 82615"/>
                <a:gd name="connsiteY2" fmla="*/ 172147 h 344124"/>
                <a:gd name="connsiteX3" fmla="*/ 78198 w 82615"/>
                <a:gd name="connsiteY3" fmla="*/ 9376 h 344124"/>
                <a:gd name="connsiteX4" fmla="*/ 82827 w 82615"/>
                <a:gd name="connsiteY4" fmla="*/ 3526 h 344124"/>
                <a:gd name="connsiteX5" fmla="*/ 79266 w 82615"/>
                <a:gd name="connsiteY5" fmla="*/ 85 h 344124"/>
                <a:gd name="connsiteX6" fmla="*/ 22646 w 82615"/>
                <a:gd name="connsiteY6" fmla="*/ 67189 h 344124"/>
                <a:gd name="connsiteX7" fmla="*/ 212 w 82615"/>
                <a:gd name="connsiteY7" fmla="*/ 172147 h 344124"/>
                <a:gd name="connsiteX8" fmla="*/ 23715 w 82615"/>
                <a:gd name="connsiteY8" fmla="*/ 279514 h 344124"/>
                <a:gd name="connsiteX9" fmla="*/ 79266 w 82615"/>
                <a:gd name="connsiteY9" fmla="*/ 344209 h 344124"/>
                <a:gd name="connsiteX10" fmla="*/ 82827 w 82615"/>
                <a:gd name="connsiteY10" fmla="*/ 340768 h 344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615" h="344124">
                  <a:moveTo>
                    <a:pt x="82827" y="340768"/>
                  </a:moveTo>
                  <a:cubicBezTo>
                    <a:pt x="82827" y="339735"/>
                    <a:pt x="82827" y="339047"/>
                    <a:pt x="76773" y="333197"/>
                  </a:cubicBezTo>
                  <a:cubicBezTo>
                    <a:pt x="32261" y="289837"/>
                    <a:pt x="20866" y="224798"/>
                    <a:pt x="20866" y="172147"/>
                  </a:cubicBezTo>
                  <a:cubicBezTo>
                    <a:pt x="20866" y="112269"/>
                    <a:pt x="34398" y="52392"/>
                    <a:pt x="78198" y="9376"/>
                  </a:cubicBezTo>
                  <a:cubicBezTo>
                    <a:pt x="82827" y="5247"/>
                    <a:pt x="82827" y="4558"/>
                    <a:pt x="82827" y="3526"/>
                  </a:cubicBezTo>
                  <a:cubicBezTo>
                    <a:pt x="82827" y="1117"/>
                    <a:pt x="81403" y="85"/>
                    <a:pt x="79266" y="85"/>
                  </a:cubicBezTo>
                  <a:cubicBezTo>
                    <a:pt x="75705" y="85"/>
                    <a:pt x="43656" y="23485"/>
                    <a:pt x="22646" y="67189"/>
                  </a:cubicBezTo>
                  <a:cubicBezTo>
                    <a:pt x="4485" y="105043"/>
                    <a:pt x="212" y="143240"/>
                    <a:pt x="212" y="172147"/>
                  </a:cubicBezTo>
                  <a:cubicBezTo>
                    <a:pt x="212" y="198989"/>
                    <a:pt x="4129" y="240628"/>
                    <a:pt x="23715" y="279514"/>
                  </a:cubicBezTo>
                  <a:cubicBezTo>
                    <a:pt x="45081" y="321841"/>
                    <a:pt x="75705" y="344209"/>
                    <a:pt x="79266" y="344209"/>
                  </a:cubicBezTo>
                  <a:cubicBezTo>
                    <a:pt x="81403" y="344209"/>
                    <a:pt x="82827" y="343177"/>
                    <a:pt x="82827" y="340768"/>
                  </a:cubicBezTo>
                  <a:close/>
                </a:path>
              </a:pathLst>
            </a:custGeom>
            <a:solidFill>
              <a:srgbClr val="000000"/>
            </a:solidFill>
            <a:ln w="358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1" name="Freeform: Shape 2170">
              <a:extLst>
                <a:ext uri="{FF2B5EF4-FFF2-40B4-BE49-F238E27FC236}">
                  <a16:creationId xmlns:a16="http://schemas.microsoft.com/office/drawing/2014/main" id="{5E3701DA-6D35-BB5F-7061-2EBCF5D25454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0291898" y="5288132"/>
              <a:ext cx="92229" cy="191677"/>
            </a:xfrm>
            <a:custGeom>
              <a:avLst/>
              <a:gdLst>
                <a:gd name="connsiteX0" fmla="*/ 92446 w 92229"/>
                <a:gd name="connsiteY0" fmla="*/ 40691 h 191677"/>
                <a:gd name="connsiteX1" fmla="*/ 63958 w 92229"/>
                <a:gd name="connsiteY1" fmla="*/ 40691 h 191677"/>
                <a:gd name="connsiteX2" fmla="*/ 73929 w 92229"/>
                <a:gd name="connsiteY2" fmla="*/ 5246 h 191677"/>
                <a:gd name="connsiteX3" fmla="*/ 74285 w 92229"/>
                <a:gd name="connsiteY3" fmla="*/ 3525 h 191677"/>
                <a:gd name="connsiteX4" fmla="*/ 71436 w 92229"/>
                <a:gd name="connsiteY4" fmla="*/ 84 h 191677"/>
                <a:gd name="connsiteX5" fmla="*/ 66094 w 92229"/>
                <a:gd name="connsiteY5" fmla="*/ 3181 h 191677"/>
                <a:gd name="connsiteX6" fmla="*/ 18733 w 92229"/>
                <a:gd name="connsiteY6" fmla="*/ 41035 h 191677"/>
                <a:gd name="connsiteX7" fmla="*/ 7338 w 92229"/>
                <a:gd name="connsiteY7" fmla="*/ 49638 h 191677"/>
                <a:gd name="connsiteX8" fmla="*/ 7694 w 92229"/>
                <a:gd name="connsiteY8" fmla="*/ 51703 h 191677"/>
                <a:gd name="connsiteX9" fmla="*/ 34046 w 92229"/>
                <a:gd name="connsiteY9" fmla="*/ 51703 h 191677"/>
                <a:gd name="connsiteX10" fmla="*/ 8406 w 92229"/>
                <a:gd name="connsiteY10" fmla="*/ 146337 h 191677"/>
                <a:gd name="connsiteX11" fmla="*/ 6270 w 92229"/>
                <a:gd name="connsiteY11" fmla="*/ 153563 h 191677"/>
                <a:gd name="connsiteX12" fmla="*/ 216 w 92229"/>
                <a:gd name="connsiteY12" fmla="*/ 178684 h 191677"/>
                <a:gd name="connsiteX13" fmla="*/ 17309 w 92229"/>
                <a:gd name="connsiteY13" fmla="*/ 191761 h 191677"/>
                <a:gd name="connsiteX14" fmla="*/ 67875 w 92229"/>
                <a:gd name="connsiteY14" fmla="*/ 150122 h 191677"/>
                <a:gd name="connsiteX15" fmla="*/ 63246 w 92229"/>
                <a:gd name="connsiteY15" fmla="*/ 147713 h 191677"/>
                <a:gd name="connsiteX16" fmla="*/ 34402 w 92229"/>
                <a:gd name="connsiteY16" fmla="*/ 174899 h 191677"/>
                <a:gd name="connsiteX17" fmla="*/ 29060 w 92229"/>
                <a:gd name="connsiteY17" fmla="*/ 168017 h 191677"/>
                <a:gd name="connsiteX18" fmla="*/ 29416 w 92229"/>
                <a:gd name="connsiteY18" fmla="*/ 166296 h 191677"/>
                <a:gd name="connsiteX19" fmla="*/ 60753 w 92229"/>
                <a:gd name="connsiteY19" fmla="*/ 51703 h 191677"/>
                <a:gd name="connsiteX20" fmla="*/ 90665 w 92229"/>
                <a:gd name="connsiteY20" fmla="*/ 51703 h 191677"/>
                <a:gd name="connsiteX21" fmla="*/ 92446 w 92229"/>
                <a:gd name="connsiteY21" fmla="*/ 40691 h 19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2229" h="191677">
                  <a:moveTo>
                    <a:pt x="92446" y="40691"/>
                  </a:moveTo>
                  <a:lnTo>
                    <a:pt x="63958" y="40691"/>
                  </a:lnTo>
                  <a:lnTo>
                    <a:pt x="73929" y="5246"/>
                  </a:lnTo>
                  <a:cubicBezTo>
                    <a:pt x="74285" y="4558"/>
                    <a:pt x="74285" y="3869"/>
                    <a:pt x="74285" y="3525"/>
                  </a:cubicBezTo>
                  <a:cubicBezTo>
                    <a:pt x="74285" y="1116"/>
                    <a:pt x="73216" y="84"/>
                    <a:pt x="71436" y="84"/>
                  </a:cubicBezTo>
                  <a:cubicBezTo>
                    <a:pt x="69299" y="84"/>
                    <a:pt x="68231" y="428"/>
                    <a:pt x="66094" y="3181"/>
                  </a:cubicBezTo>
                  <a:cubicBezTo>
                    <a:pt x="52207" y="20731"/>
                    <a:pt x="30128" y="37938"/>
                    <a:pt x="18733" y="41035"/>
                  </a:cubicBezTo>
                  <a:cubicBezTo>
                    <a:pt x="9831" y="43788"/>
                    <a:pt x="7338" y="45852"/>
                    <a:pt x="7338" y="49638"/>
                  </a:cubicBezTo>
                  <a:cubicBezTo>
                    <a:pt x="7338" y="49982"/>
                    <a:pt x="7338" y="50670"/>
                    <a:pt x="7694" y="51703"/>
                  </a:cubicBezTo>
                  <a:lnTo>
                    <a:pt x="34046" y="51703"/>
                  </a:lnTo>
                  <a:lnTo>
                    <a:pt x="8406" y="146337"/>
                  </a:lnTo>
                  <a:cubicBezTo>
                    <a:pt x="7694" y="149434"/>
                    <a:pt x="7338" y="150466"/>
                    <a:pt x="6270" y="153563"/>
                  </a:cubicBezTo>
                  <a:cubicBezTo>
                    <a:pt x="3065" y="163887"/>
                    <a:pt x="216" y="175931"/>
                    <a:pt x="216" y="178684"/>
                  </a:cubicBezTo>
                  <a:cubicBezTo>
                    <a:pt x="216" y="186255"/>
                    <a:pt x="7694" y="191761"/>
                    <a:pt x="17309" y="191761"/>
                  </a:cubicBezTo>
                  <a:cubicBezTo>
                    <a:pt x="33689" y="191761"/>
                    <a:pt x="45441" y="182126"/>
                    <a:pt x="67875" y="150122"/>
                  </a:cubicBezTo>
                  <a:lnTo>
                    <a:pt x="63246" y="147713"/>
                  </a:lnTo>
                  <a:cubicBezTo>
                    <a:pt x="45797" y="169393"/>
                    <a:pt x="40099" y="174899"/>
                    <a:pt x="34402" y="174899"/>
                  </a:cubicBezTo>
                  <a:cubicBezTo>
                    <a:pt x="31197" y="174899"/>
                    <a:pt x="29060" y="172146"/>
                    <a:pt x="29060" y="168017"/>
                  </a:cubicBezTo>
                  <a:cubicBezTo>
                    <a:pt x="29060" y="167672"/>
                    <a:pt x="29060" y="167328"/>
                    <a:pt x="29416" y="166296"/>
                  </a:cubicBezTo>
                  <a:lnTo>
                    <a:pt x="60753" y="51703"/>
                  </a:lnTo>
                  <a:lnTo>
                    <a:pt x="90665" y="51703"/>
                  </a:lnTo>
                  <a:lnTo>
                    <a:pt x="92446" y="40691"/>
                  </a:lnTo>
                  <a:close/>
                </a:path>
              </a:pathLst>
            </a:custGeom>
            <a:solidFill>
              <a:srgbClr val="000000"/>
            </a:solidFill>
            <a:ln w="48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2" name="Freeform: Shape 2171">
              <a:extLst>
                <a:ext uri="{FF2B5EF4-FFF2-40B4-BE49-F238E27FC236}">
                  <a16:creationId xmlns:a16="http://schemas.microsoft.com/office/drawing/2014/main" id="{BE98B7D4-DE6B-DE38-9842-0898207D58DA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0422686" y="5217930"/>
              <a:ext cx="82615" cy="344124"/>
            </a:xfrm>
            <a:custGeom>
              <a:avLst/>
              <a:gdLst>
                <a:gd name="connsiteX0" fmla="*/ 82834 w 82615"/>
                <a:gd name="connsiteY0" fmla="*/ 172147 h 344124"/>
                <a:gd name="connsiteX1" fmla="*/ 59332 w 82615"/>
                <a:gd name="connsiteY1" fmla="*/ 64780 h 344124"/>
                <a:gd name="connsiteX2" fmla="*/ 3780 w 82615"/>
                <a:gd name="connsiteY2" fmla="*/ 85 h 344124"/>
                <a:gd name="connsiteX3" fmla="*/ 219 w 82615"/>
                <a:gd name="connsiteY3" fmla="*/ 3526 h 344124"/>
                <a:gd name="connsiteX4" fmla="*/ 6985 w 82615"/>
                <a:gd name="connsiteY4" fmla="*/ 11441 h 344124"/>
                <a:gd name="connsiteX5" fmla="*/ 62180 w 82615"/>
                <a:gd name="connsiteY5" fmla="*/ 172147 h 344124"/>
                <a:gd name="connsiteX6" fmla="*/ 4848 w 82615"/>
                <a:gd name="connsiteY6" fmla="*/ 334918 h 344124"/>
                <a:gd name="connsiteX7" fmla="*/ 219 w 82615"/>
                <a:gd name="connsiteY7" fmla="*/ 340768 h 344124"/>
                <a:gd name="connsiteX8" fmla="*/ 3780 w 82615"/>
                <a:gd name="connsiteY8" fmla="*/ 344209 h 344124"/>
                <a:gd name="connsiteX9" fmla="*/ 60400 w 82615"/>
                <a:gd name="connsiteY9" fmla="*/ 277105 h 344124"/>
                <a:gd name="connsiteX10" fmla="*/ 82834 w 82615"/>
                <a:gd name="connsiteY10" fmla="*/ 172147 h 344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615" h="344124">
                  <a:moveTo>
                    <a:pt x="82834" y="172147"/>
                  </a:moveTo>
                  <a:cubicBezTo>
                    <a:pt x="82834" y="145305"/>
                    <a:pt x="78917" y="103666"/>
                    <a:pt x="59332" y="64780"/>
                  </a:cubicBezTo>
                  <a:cubicBezTo>
                    <a:pt x="37966" y="22453"/>
                    <a:pt x="7341" y="85"/>
                    <a:pt x="3780" y="85"/>
                  </a:cubicBezTo>
                  <a:cubicBezTo>
                    <a:pt x="1644" y="85"/>
                    <a:pt x="219" y="1461"/>
                    <a:pt x="219" y="3526"/>
                  </a:cubicBezTo>
                  <a:cubicBezTo>
                    <a:pt x="219" y="4558"/>
                    <a:pt x="219" y="5247"/>
                    <a:pt x="6985" y="11441"/>
                  </a:cubicBezTo>
                  <a:cubicBezTo>
                    <a:pt x="41883" y="45509"/>
                    <a:pt x="62180" y="100225"/>
                    <a:pt x="62180" y="172147"/>
                  </a:cubicBezTo>
                  <a:cubicBezTo>
                    <a:pt x="62180" y="230992"/>
                    <a:pt x="49005" y="291558"/>
                    <a:pt x="4848" y="334918"/>
                  </a:cubicBezTo>
                  <a:cubicBezTo>
                    <a:pt x="219" y="339047"/>
                    <a:pt x="219" y="339735"/>
                    <a:pt x="219" y="340768"/>
                  </a:cubicBezTo>
                  <a:cubicBezTo>
                    <a:pt x="219" y="342832"/>
                    <a:pt x="1644" y="344209"/>
                    <a:pt x="3780" y="344209"/>
                  </a:cubicBezTo>
                  <a:cubicBezTo>
                    <a:pt x="7341" y="344209"/>
                    <a:pt x="39390" y="320808"/>
                    <a:pt x="60400" y="277105"/>
                  </a:cubicBezTo>
                  <a:cubicBezTo>
                    <a:pt x="78561" y="239251"/>
                    <a:pt x="82834" y="201053"/>
                    <a:pt x="82834" y="172147"/>
                  </a:cubicBezTo>
                  <a:close/>
                </a:path>
              </a:pathLst>
            </a:custGeom>
            <a:solidFill>
              <a:srgbClr val="000000"/>
            </a:solidFill>
            <a:ln w="358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3" name="Freeform: Shape 2172">
              <a:extLst>
                <a:ext uri="{FF2B5EF4-FFF2-40B4-BE49-F238E27FC236}">
                  <a16:creationId xmlns:a16="http://schemas.microsoft.com/office/drawing/2014/main" id="{37C97D0D-1950-978A-7230-8E43255D94AF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0640438" y="5349730"/>
              <a:ext cx="236805" cy="80525"/>
            </a:xfrm>
            <a:custGeom>
              <a:avLst/>
              <a:gdLst>
                <a:gd name="connsiteX0" fmla="*/ 224924 w 236805"/>
                <a:gd name="connsiteY0" fmla="*/ 13850 h 80525"/>
                <a:gd name="connsiteX1" fmla="*/ 237031 w 236805"/>
                <a:gd name="connsiteY1" fmla="*/ 6967 h 80525"/>
                <a:gd name="connsiteX2" fmla="*/ 225280 w 236805"/>
                <a:gd name="connsiteY2" fmla="*/ 85 h 80525"/>
                <a:gd name="connsiteX3" fmla="*/ 11976 w 236805"/>
                <a:gd name="connsiteY3" fmla="*/ 85 h 80525"/>
                <a:gd name="connsiteX4" fmla="*/ 225 w 236805"/>
                <a:gd name="connsiteY4" fmla="*/ 6967 h 80525"/>
                <a:gd name="connsiteX5" fmla="*/ 12333 w 236805"/>
                <a:gd name="connsiteY5" fmla="*/ 13850 h 80525"/>
                <a:gd name="connsiteX6" fmla="*/ 224924 w 236805"/>
                <a:gd name="connsiteY6" fmla="*/ 13850 h 80525"/>
                <a:gd name="connsiteX7" fmla="*/ 225280 w 236805"/>
                <a:gd name="connsiteY7" fmla="*/ 80610 h 80525"/>
                <a:gd name="connsiteX8" fmla="*/ 237031 w 236805"/>
                <a:gd name="connsiteY8" fmla="*/ 73727 h 80525"/>
                <a:gd name="connsiteX9" fmla="*/ 224924 w 236805"/>
                <a:gd name="connsiteY9" fmla="*/ 66845 h 80525"/>
                <a:gd name="connsiteX10" fmla="*/ 12333 w 236805"/>
                <a:gd name="connsiteY10" fmla="*/ 66845 h 80525"/>
                <a:gd name="connsiteX11" fmla="*/ 225 w 236805"/>
                <a:gd name="connsiteY11" fmla="*/ 73727 h 80525"/>
                <a:gd name="connsiteX12" fmla="*/ 11976 w 236805"/>
                <a:gd name="connsiteY12" fmla="*/ 80610 h 80525"/>
                <a:gd name="connsiteX13" fmla="*/ 225280 w 236805"/>
                <a:gd name="connsiteY13" fmla="*/ 80610 h 80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6805" h="80525">
                  <a:moveTo>
                    <a:pt x="224924" y="13850"/>
                  </a:moveTo>
                  <a:cubicBezTo>
                    <a:pt x="230265" y="13850"/>
                    <a:pt x="237031" y="13850"/>
                    <a:pt x="237031" y="6967"/>
                  </a:cubicBezTo>
                  <a:cubicBezTo>
                    <a:pt x="237031" y="85"/>
                    <a:pt x="230265" y="85"/>
                    <a:pt x="225280" y="85"/>
                  </a:cubicBezTo>
                  <a:lnTo>
                    <a:pt x="11976" y="85"/>
                  </a:lnTo>
                  <a:cubicBezTo>
                    <a:pt x="6991" y="85"/>
                    <a:pt x="225" y="85"/>
                    <a:pt x="225" y="6967"/>
                  </a:cubicBezTo>
                  <a:cubicBezTo>
                    <a:pt x="225" y="13850"/>
                    <a:pt x="6991" y="13850"/>
                    <a:pt x="12333" y="13850"/>
                  </a:cubicBezTo>
                  <a:lnTo>
                    <a:pt x="224924" y="13850"/>
                  </a:lnTo>
                  <a:close/>
                  <a:moveTo>
                    <a:pt x="225280" y="80610"/>
                  </a:moveTo>
                  <a:cubicBezTo>
                    <a:pt x="230265" y="80610"/>
                    <a:pt x="237031" y="80610"/>
                    <a:pt x="237031" y="73727"/>
                  </a:cubicBezTo>
                  <a:cubicBezTo>
                    <a:pt x="237031" y="66845"/>
                    <a:pt x="230265" y="66845"/>
                    <a:pt x="224924" y="66845"/>
                  </a:cubicBezTo>
                  <a:lnTo>
                    <a:pt x="12333" y="66845"/>
                  </a:lnTo>
                  <a:cubicBezTo>
                    <a:pt x="6991" y="66845"/>
                    <a:pt x="225" y="66845"/>
                    <a:pt x="225" y="73727"/>
                  </a:cubicBezTo>
                  <a:cubicBezTo>
                    <a:pt x="225" y="80610"/>
                    <a:pt x="6991" y="80610"/>
                    <a:pt x="11976" y="80610"/>
                  </a:cubicBezTo>
                  <a:lnTo>
                    <a:pt x="225280" y="80610"/>
                  </a:lnTo>
                  <a:close/>
                </a:path>
              </a:pathLst>
            </a:custGeom>
            <a:solidFill>
              <a:srgbClr val="000000"/>
            </a:solidFill>
            <a:ln w="358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4" name="Freeform: Shape 2173">
              <a:extLst>
                <a:ext uri="{FF2B5EF4-FFF2-40B4-BE49-F238E27FC236}">
                  <a16:creationId xmlns:a16="http://schemas.microsoft.com/office/drawing/2014/main" id="{DC289DAD-FB2D-FDB6-A20B-4161F5D07176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0986550" y="5317726"/>
              <a:ext cx="142083" cy="161738"/>
            </a:xfrm>
            <a:custGeom>
              <a:avLst/>
              <a:gdLst>
                <a:gd name="connsiteX0" fmla="*/ 136621 w 142083"/>
                <a:gd name="connsiteY0" fmla="*/ 101945 h 161738"/>
                <a:gd name="connsiteX1" fmla="*/ 81426 w 142083"/>
                <a:gd name="connsiteY1" fmla="*/ 138078 h 161738"/>
                <a:gd name="connsiteX2" fmla="*/ 35489 w 142083"/>
                <a:gd name="connsiteY2" fmla="*/ 108484 h 161738"/>
                <a:gd name="connsiteX3" fmla="*/ 25874 w 142083"/>
                <a:gd name="connsiteY3" fmla="*/ 63059 h 161738"/>
                <a:gd name="connsiteX4" fmla="*/ 135553 w 142083"/>
                <a:gd name="connsiteY4" fmla="*/ 63059 h 161738"/>
                <a:gd name="connsiteX5" fmla="*/ 120241 w 142083"/>
                <a:gd name="connsiteY5" fmla="*/ 19700 h 161738"/>
                <a:gd name="connsiteX6" fmla="*/ 74660 w 142083"/>
                <a:gd name="connsiteY6" fmla="*/ 85 h 161738"/>
                <a:gd name="connsiteX7" fmla="*/ 26587 w 142083"/>
                <a:gd name="connsiteY7" fmla="*/ 17979 h 161738"/>
                <a:gd name="connsiteX8" fmla="*/ 235 w 142083"/>
                <a:gd name="connsiteY8" fmla="*/ 84739 h 161738"/>
                <a:gd name="connsiteX9" fmla="*/ 66826 w 142083"/>
                <a:gd name="connsiteY9" fmla="*/ 161823 h 161738"/>
                <a:gd name="connsiteX10" fmla="*/ 142319 w 142083"/>
                <a:gd name="connsiteY10" fmla="*/ 104354 h 161738"/>
                <a:gd name="connsiteX11" fmla="*/ 136621 w 142083"/>
                <a:gd name="connsiteY11" fmla="*/ 101945 h 161738"/>
                <a:gd name="connsiteX12" fmla="*/ 26587 w 142083"/>
                <a:gd name="connsiteY12" fmla="*/ 52047 h 161738"/>
                <a:gd name="connsiteX13" fmla="*/ 64333 w 142083"/>
                <a:gd name="connsiteY13" fmla="*/ 12473 h 161738"/>
                <a:gd name="connsiteX14" fmla="*/ 99231 w 142083"/>
                <a:gd name="connsiteY14" fmla="*/ 52047 h 161738"/>
                <a:gd name="connsiteX15" fmla="*/ 26587 w 142083"/>
                <a:gd name="connsiteY15" fmla="*/ 52047 h 161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42083" h="161738">
                  <a:moveTo>
                    <a:pt x="136621" y="101945"/>
                  </a:moveTo>
                  <a:cubicBezTo>
                    <a:pt x="119528" y="128099"/>
                    <a:pt x="104216" y="138078"/>
                    <a:pt x="81426" y="138078"/>
                  </a:cubicBezTo>
                  <a:cubicBezTo>
                    <a:pt x="61128" y="138078"/>
                    <a:pt x="45816" y="128099"/>
                    <a:pt x="35489" y="108484"/>
                  </a:cubicBezTo>
                  <a:cubicBezTo>
                    <a:pt x="29079" y="95407"/>
                    <a:pt x="26587" y="84051"/>
                    <a:pt x="25874" y="63059"/>
                  </a:cubicBezTo>
                  <a:lnTo>
                    <a:pt x="135553" y="63059"/>
                  </a:lnTo>
                  <a:cubicBezTo>
                    <a:pt x="132704" y="40691"/>
                    <a:pt x="129143" y="30712"/>
                    <a:pt x="120241" y="19700"/>
                  </a:cubicBezTo>
                  <a:cubicBezTo>
                    <a:pt x="109558" y="7311"/>
                    <a:pt x="93177" y="85"/>
                    <a:pt x="74660" y="85"/>
                  </a:cubicBezTo>
                  <a:cubicBezTo>
                    <a:pt x="56855" y="85"/>
                    <a:pt x="40118" y="6279"/>
                    <a:pt x="26587" y="17979"/>
                  </a:cubicBezTo>
                  <a:cubicBezTo>
                    <a:pt x="9850" y="32088"/>
                    <a:pt x="235" y="56521"/>
                    <a:pt x="235" y="84739"/>
                  </a:cubicBezTo>
                  <a:cubicBezTo>
                    <a:pt x="235" y="132228"/>
                    <a:pt x="25874" y="161823"/>
                    <a:pt x="66826" y="161823"/>
                  </a:cubicBezTo>
                  <a:cubicBezTo>
                    <a:pt x="100655" y="161823"/>
                    <a:pt x="127363" y="141520"/>
                    <a:pt x="142319" y="104354"/>
                  </a:cubicBezTo>
                  <a:lnTo>
                    <a:pt x="136621" y="101945"/>
                  </a:lnTo>
                  <a:close/>
                  <a:moveTo>
                    <a:pt x="26587" y="52047"/>
                  </a:moveTo>
                  <a:cubicBezTo>
                    <a:pt x="30504" y="25206"/>
                    <a:pt x="42611" y="12473"/>
                    <a:pt x="64333" y="12473"/>
                  </a:cubicBezTo>
                  <a:cubicBezTo>
                    <a:pt x="86055" y="12473"/>
                    <a:pt x="94602" y="22109"/>
                    <a:pt x="99231" y="52047"/>
                  </a:cubicBezTo>
                  <a:lnTo>
                    <a:pt x="26587" y="52047"/>
                  </a:lnTo>
                  <a:close/>
                </a:path>
              </a:pathLst>
            </a:custGeom>
            <a:solidFill>
              <a:srgbClr val="000000"/>
            </a:solidFill>
            <a:ln w="358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5" name="Freeform: Shape 2174">
              <a:extLst>
                <a:ext uri="{FF2B5EF4-FFF2-40B4-BE49-F238E27FC236}">
                  <a16:creationId xmlns:a16="http://schemas.microsoft.com/office/drawing/2014/main" id="{DC854C2B-BA3C-8DBB-0B07-FAA99F78ABE4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1137042" y="5321168"/>
              <a:ext cx="164517" cy="154855"/>
            </a:xfrm>
            <a:custGeom>
              <a:avLst/>
              <a:gdLst>
                <a:gd name="connsiteX0" fmla="*/ 93181 w 164517"/>
                <a:gd name="connsiteY0" fmla="*/ 154941 h 154855"/>
                <a:gd name="connsiteX1" fmla="*/ 164757 w 164517"/>
                <a:gd name="connsiteY1" fmla="*/ 154941 h 154855"/>
                <a:gd name="connsiteX2" fmla="*/ 164757 w 164517"/>
                <a:gd name="connsiteY2" fmla="*/ 149779 h 154855"/>
                <a:gd name="connsiteX3" fmla="*/ 135557 w 164517"/>
                <a:gd name="connsiteY3" fmla="*/ 129131 h 154855"/>
                <a:gd name="connsiteX4" fmla="*/ 89976 w 164517"/>
                <a:gd name="connsiteY4" fmla="*/ 61683 h 154855"/>
                <a:gd name="connsiteX5" fmla="*/ 119533 w 164517"/>
                <a:gd name="connsiteY5" fmla="*/ 20388 h 154855"/>
                <a:gd name="connsiteX6" fmla="*/ 148377 w 164517"/>
                <a:gd name="connsiteY6" fmla="*/ 5247 h 154855"/>
                <a:gd name="connsiteX7" fmla="*/ 148377 w 164517"/>
                <a:gd name="connsiteY7" fmla="*/ 85 h 154855"/>
                <a:gd name="connsiteX8" fmla="*/ 92113 w 164517"/>
                <a:gd name="connsiteY8" fmla="*/ 85 h 154855"/>
                <a:gd name="connsiteX9" fmla="*/ 92113 w 164517"/>
                <a:gd name="connsiteY9" fmla="*/ 5247 h 154855"/>
                <a:gd name="connsiteX10" fmla="*/ 106357 w 164517"/>
                <a:gd name="connsiteY10" fmla="*/ 12817 h 154855"/>
                <a:gd name="connsiteX11" fmla="*/ 93181 w 164517"/>
                <a:gd name="connsiteY11" fmla="*/ 35185 h 154855"/>
                <a:gd name="connsiteX12" fmla="*/ 82498 w 164517"/>
                <a:gd name="connsiteY12" fmla="*/ 50327 h 154855"/>
                <a:gd name="connsiteX13" fmla="*/ 77513 w 164517"/>
                <a:gd name="connsiteY13" fmla="*/ 43444 h 154855"/>
                <a:gd name="connsiteX14" fmla="*/ 61132 w 164517"/>
                <a:gd name="connsiteY14" fmla="*/ 12817 h 154855"/>
                <a:gd name="connsiteX15" fmla="*/ 76445 w 164517"/>
                <a:gd name="connsiteY15" fmla="*/ 5247 h 154855"/>
                <a:gd name="connsiteX16" fmla="*/ 76445 w 164517"/>
                <a:gd name="connsiteY16" fmla="*/ 85 h 154855"/>
                <a:gd name="connsiteX17" fmla="*/ 2732 w 164517"/>
                <a:gd name="connsiteY17" fmla="*/ 85 h 154855"/>
                <a:gd name="connsiteX18" fmla="*/ 2732 w 164517"/>
                <a:gd name="connsiteY18" fmla="*/ 5247 h 154855"/>
                <a:gd name="connsiteX19" fmla="*/ 5937 w 164517"/>
                <a:gd name="connsiteY19" fmla="*/ 5247 h 154855"/>
                <a:gd name="connsiteX20" fmla="*/ 33357 w 164517"/>
                <a:gd name="connsiteY20" fmla="*/ 25894 h 154855"/>
                <a:gd name="connsiteX21" fmla="*/ 66830 w 164517"/>
                <a:gd name="connsiteY21" fmla="*/ 75448 h 154855"/>
                <a:gd name="connsiteX22" fmla="*/ 26235 w 164517"/>
                <a:gd name="connsiteY22" fmla="*/ 132228 h 154855"/>
                <a:gd name="connsiteX23" fmla="*/ 239 w 164517"/>
                <a:gd name="connsiteY23" fmla="*/ 149779 h 154855"/>
                <a:gd name="connsiteX24" fmla="*/ 239 w 164517"/>
                <a:gd name="connsiteY24" fmla="*/ 154941 h 154855"/>
                <a:gd name="connsiteX25" fmla="*/ 51874 w 164517"/>
                <a:gd name="connsiteY25" fmla="*/ 154941 h 154855"/>
                <a:gd name="connsiteX26" fmla="*/ 51874 w 164517"/>
                <a:gd name="connsiteY26" fmla="*/ 149779 h 154855"/>
                <a:gd name="connsiteX27" fmla="*/ 37630 w 164517"/>
                <a:gd name="connsiteY27" fmla="*/ 143584 h 154855"/>
                <a:gd name="connsiteX28" fmla="*/ 44752 w 164517"/>
                <a:gd name="connsiteY28" fmla="*/ 129475 h 154855"/>
                <a:gd name="connsiteX29" fmla="*/ 72884 w 164517"/>
                <a:gd name="connsiteY29" fmla="*/ 87148 h 154855"/>
                <a:gd name="connsiteX30" fmla="*/ 105289 w 164517"/>
                <a:gd name="connsiteY30" fmla="*/ 135326 h 154855"/>
                <a:gd name="connsiteX31" fmla="*/ 107425 w 164517"/>
                <a:gd name="connsiteY31" fmla="*/ 141520 h 154855"/>
                <a:gd name="connsiteX32" fmla="*/ 93181 w 164517"/>
                <a:gd name="connsiteY32" fmla="*/ 149779 h 154855"/>
                <a:gd name="connsiteX33" fmla="*/ 93181 w 164517"/>
                <a:gd name="connsiteY33" fmla="*/ 154941 h 154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64517" h="154855">
                  <a:moveTo>
                    <a:pt x="93181" y="154941"/>
                  </a:moveTo>
                  <a:lnTo>
                    <a:pt x="164757" y="154941"/>
                  </a:lnTo>
                  <a:lnTo>
                    <a:pt x="164757" y="149779"/>
                  </a:lnTo>
                  <a:cubicBezTo>
                    <a:pt x="153718" y="149779"/>
                    <a:pt x="146596" y="144273"/>
                    <a:pt x="135557" y="129131"/>
                  </a:cubicBezTo>
                  <a:lnTo>
                    <a:pt x="89976" y="61683"/>
                  </a:lnTo>
                  <a:lnTo>
                    <a:pt x="119533" y="20388"/>
                  </a:lnTo>
                  <a:cubicBezTo>
                    <a:pt x="126299" y="11097"/>
                    <a:pt x="136982" y="5591"/>
                    <a:pt x="148377" y="5247"/>
                  </a:cubicBezTo>
                  <a:lnTo>
                    <a:pt x="148377" y="85"/>
                  </a:lnTo>
                  <a:lnTo>
                    <a:pt x="92113" y="85"/>
                  </a:lnTo>
                  <a:lnTo>
                    <a:pt x="92113" y="5247"/>
                  </a:lnTo>
                  <a:cubicBezTo>
                    <a:pt x="102796" y="5935"/>
                    <a:pt x="106357" y="8000"/>
                    <a:pt x="106357" y="12817"/>
                  </a:cubicBezTo>
                  <a:cubicBezTo>
                    <a:pt x="106357" y="16947"/>
                    <a:pt x="102084" y="24518"/>
                    <a:pt x="93181" y="35185"/>
                  </a:cubicBezTo>
                  <a:cubicBezTo>
                    <a:pt x="91401" y="37250"/>
                    <a:pt x="87128" y="43444"/>
                    <a:pt x="82498" y="50327"/>
                  </a:cubicBezTo>
                  <a:lnTo>
                    <a:pt x="77513" y="43444"/>
                  </a:lnTo>
                  <a:cubicBezTo>
                    <a:pt x="67542" y="28991"/>
                    <a:pt x="61132" y="17291"/>
                    <a:pt x="61132" y="12817"/>
                  </a:cubicBezTo>
                  <a:cubicBezTo>
                    <a:pt x="61132" y="8000"/>
                    <a:pt x="65762" y="5591"/>
                    <a:pt x="76445" y="5247"/>
                  </a:cubicBezTo>
                  <a:lnTo>
                    <a:pt x="76445" y="85"/>
                  </a:lnTo>
                  <a:lnTo>
                    <a:pt x="2732" y="85"/>
                  </a:lnTo>
                  <a:lnTo>
                    <a:pt x="2732" y="5247"/>
                  </a:lnTo>
                  <a:lnTo>
                    <a:pt x="5937" y="5247"/>
                  </a:lnTo>
                  <a:cubicBezTo>
                    <a:pt x="16620" y="5247"/>
                    <a:pt x="22318" y="9720"/>
                    <a:pt x="33357" y="25894"/>
                  </a:cubicBezTo>
                  <a:lnTo>
                    <a:pt x="66830" y="75448"/>
                  </a:lnTo>
                  <a:lnTo>
                    <a:pt x="26235" y="132228"/>
                  </a:lnTo>
                  <a:cubicBezTo>
                    <a:pt x="15552" y="146338"/>
                    <a:pt x="11991" y="148746"/>
                    <a:pt x="239" y="149779"/>
                  </a:cubicBezTo>
                  <a:lnTo>
                    <a:pt x="239" y="154941"/>
                  </a:lnTo>
                  <a:lnTo>
                    <a:pt x="51874" y="154941"/>
                  </a:lnTo>
                  <a:lnTo>
                    <a:pt x="51874" y="149779"/>
                  </a:lnTo>
                  <a:cubicBezTo>
                    <a:pt x="41903" y="149779"/>
                    <a:pt x="37630" y="148058"/>
                    <a:pt x="37630" y="143584"/>
                  </a:cubicBezTo>
                  <a:cubicBezTo>
                    <a:pt x="37630" y="141520"/>
                    <a:pt x="40123" y="136358"/>
                    <a:pt x="44752" y="129475"/>
                  </a:cubicBezTo>
                  <a:lnTo>
                    <a:pt x="72884" y="87148"/>
                  </a:lnTo>
                  <a:lnTo>
                    <a:pt x="105289" y="135326"/>
                  </a:lnTo>
                  <a:cubicBezTo>
                    <a:pt x="106713" y="137390"/>
                    <a:pt x="107425" y="139455"/>
                    <a:pt x="107425" y="141520"/>
                  </a:cubicBezTo>
                  <a:cubicBezTo>
                    <a:pt x="107425" y="147714"/>
                    <a:pt x="104933" y="149090"/>
                    <a:pt x="93181" y="149779"/>
                  </a:cubicBezTo>
                  <a:lnTo>
                    <a:pt x="93181" y="154941"/>
                  </a:lnTo>
                  <a:close/>
                </a:path>
              </a:pathLst>
            </a:custGeom>
            <a:solidFill>
              <a:srgbClr val="000000"/>
            </a:solidFill>
            <a:ln w="358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6" name="Freeform: Shape 2175">
              <a:extLst>
                <a:ext uri="{FF2B5EF4-FFF2-40B4-BE49-F238E27FC236}">
                  <a16:creationId xmlns:a16="http://schemas.microsoft.com/office/drawing/2014/main" id="{B4C8324A-CC6F-C865-64E1-8DCFF4958013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1311487" y="5317726"/>
              <a:ext cx="165586" cy="232972"/>
            </a:xfrm>
            <a:custGeom>
              <a:avLst/>
              <a:gdLst>
                <a:gd name="connsiteX0" fmla="*/ 1669 w 165586"/>
                <a:gd name="connsiteY0" fmla="*/ 23141 h 232972"/>
                <a:gd name="connsiteX1" fmla="*/ 10571 w 165586"/>
                <a:gd name="connsiteY1" fmla="*/ 22797 h 232972"/>
                <a:gd name="connsiteX2" fmla="*/ 25171 w 165586"/>
                <a:gd name="connsiteY2" fmla="*/ 42412 h 232972"/>
                <a:gd name="connsiteX3" fmla="*/ 25171 w 165586"/>
                <a:gd name="connsiteY3" fmla="*/ 203462 h 232972"/>
                <a:gd name="connsiteX4" fmla="*/ 244 w 165586"/>
                <a:gd name="connsiteY4" fmla="*/ 227207 h 232972"/>
                <a:gd name="connsiteX5" fmla="*/ 244 w 165586"/>
                <a:gd name="connsiteY5" fmla="*/ 233057 h 232972"/>
                <a:gd name="connsiteX6" fmla="*/ 86420 w 165586"/>
                <a:gd name="connsiteY6" fmla="*/ 233057 h 232972"/>
                <a:gd name="connsiteX7" fmla="*/ 86420 w 165586"/>
                <a:gd name="connsiteY7" fmla="*/ 226863 h 232972"/>
                <a:gd name="connsiteX8" fmla="*/ 55084 w 165586"/>
                <a:gd name="connsiteY8" fmla="*/ 201053 h 232972"/>
                <a:gd name="connsiteX9" fmla="*/ 55084 w 165586"/>
                <a:gd name="connsiteY9" fmla="*/ 147026 h 232972"/>
                <a:gd name="connsiteX10" fmla="*/ 91050 w 165586"/>
                <a:gd name="connsiteY10" fmla="*/ 161823 h 232972"/>
                <a:gd name="connsiteX11" fmla="*/ 165831 w 165586"/>
                <a:gd name="connsiteY11" fmla="*/ 73383 h 232972"/>
                <a:gd name="connsiteX12" fmla="*/ 106362 w 165586"/>
                <a:gd name="connsiteY12" fmla="*/ 85 h 232972"/>
                <a:gd name="connsiteX13" fmla="*/ 55084 w 165586"/>
                <a:gd name="connsiteY13" fmla="*/ 27270 h 232972"/>
                <a:gd name="connsiteX14" fmla="*/ 55084 w 165586"/>
                <a:gd name="connsiteY14" fmla="*/ 773 h 232972"/>
                <a:gd name="connsiteX15" fmla="*/ 52947 w 165586"/>
                <a:gd name="connsiteY15" fmla="*/ 85 h 232972"/>
                <a:gd name="connsiteX16" fmla="*/ 1669 w 165586"/>
                <a:gd name="connsiteY16" fmla="*/ 17635 h 232972"/>
                <a:gd name="connsiteX17" fmla="*/ 1669 w 165586"/>
                <a:gd name="connsiteY17" fmla="*/ 23141 h 232972"/>
                <a:gd name="connsiteX18" fmla="*/ 55084 w 165586"/>
                <a:gd name="connsiteY18" fmla="*/ 43444 h 232972"/>
                <a:gd name="connsiteX19" fmla="*/ 91406 w 165586"/>
                <a:gd name="connsiteY19" fmla="*/ 20732 h 232972"/>
                <a:gd name="connsiteX20" fmla="*/ 135206 w 165586"/>
                <a:gd name="connsiteY20" fmla="*/ 86804 h 232972"/>
                <a:gd name="connsiteX21" fmla="*/ 92118 w 165586"/>
                <a:gd name="connsiteY21" fmla="*/ 150811 h 232972"/>
                <a:gd name="connsiteX22" fmla="*/ 55084 w 165586"/>
                <a:gd name="connsiteY22" fmla="*/ 128099 h 232972"/>
                <a:gd name="connsiteX23" fmla="*/ 55084 w 165586"/>
                <a:gd name="connsiteY23" fmla="*/ 43444 h 232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65586" h="232972">
                  <a:moveTo>
                    <a:pt x="1669" y="23141"/>
                  </a:moveTo>
                  <a:cubicBezTo>
                    <a:pt x="4874" y="22797"/>
                    <a:pt x="7366" y="22797"/>
                    <a:pt x="10571" y="22797"/>
                  </a:cubicBezTo>
                  <a:cubicBezTo>
                    <a:pt x="22679" y="22797"/>
                    <a:pt x="25171" y="26238"/>
                    <a:pt x="25171" y="42412"/>
                  </a:cubicBezTo>
                  <a:lnTo>
                    <a:pt x="25171" y="203462"/>
                  </a:lnTo>
                  <a:cubicBezTo>
                    <a:pt x="25171" y="221357"/>
                    <a:pt x="21254" y="225142"/>
                    <a:pt x="244" y="227207"/>
                  </a:cubicBezTo>
                  <a:lnTo>
                    <a:pt x="244" y="233057"/>
                  </a:lnTo>
                  <a:lnTo>
                    <a:pt x="86420" y="233057"/>
                  </a:lnTo>
                  <a:lnTo>
                    <a:pt x="86420" y="226863"/>
                  </a:lnTo>
                  <a:cubicBezTo>
                    <a:pt x="59713" y="226518"/>
                    <a:pt x="55084" y="222733"/>
                    <a:pt x="55084" y="201053"/>
                  </a:cubicBezTo>
                  <a:lnTo>
                    <a:pt x="55084" y="147026"/>
                  </a:lnTo>
                  <a:cubicBezTo>
                    <a:pt x="67547" y="158382"/>
                    <a:pt x="76094" y="161823"/>
                    <a:pt x="91050" y="161823"/>
                  </a:cubicBezTo>
                  <a:cubicBezTo>
                    <a:pt x="133069" y="161823"/>
                    <a:pt x="165831" y="123281"/>
                    <a:pt x="165831" y="73383"/>
                  </a:cubicBezTo>
                  <a:cubicBezTo>
                    <a:pt x="165831" y="30712"/>
                    <a:pt x="140904" y="85"/>
                    <a:pt x="106362" y="85"/>
                  </a:cubicBezTo>
                  <a:cubicBezTo>
                    <a:pt x="86420" y="85"/>
                    <a:pt x="70752" y="8688"/>
                    <a:pt x="55084" y="27270"/>
                  </a:cubicBezTo>
                  <a:lnTo>
                    <a:pt x="55084" y="773"/>
                  </a:lnTo>
                  <a:lnTo>
                    <a:pt x="52947" y="85"/>
                  </a:lnTo>
                  <a:cubicBezTo>
                    <a:pt x="33718" y="7311"/>
                    <a:pt x="21254" y="11785"/>
                    <a:pt x="1669" y="17635"/>
                  </a:cubicBezTo>
                  <a:lnTo>
                    <a:pt x="1669" y="23141"/>
                  </a:lnTo>
                  <a:close/>
                  <a:moveTo>
                    <a:pt x="55084" y="43444"/>
                  </a:moveTo>
                  <a:cubicBezTo>
                    <a:pt x="55084" y="33121"/>
                    <a:pt x="75025" y="20732"/>
                    <a:pt x="91406" y="20732"/>
                  </a:cubicBezTo>
                  <a:cubicBezTo>
                    <a:pt x="117757" y="20732"/>
                    <a:pt x="135206" y="46886"/>
                    <a:pt x="135206" y="86804"/>
                  </a:cubicBezTo>
                  <a:cubicBezTo>
                    <a:pt x="135206" y="125002"/>
                    <a:pt x="117757" y="150811"/>
                    <a:pt x="92118" y="150811"/>
                  </a:cubicBezTo>
                  <a:cubicBezTo>
                    <a:pt x="75381" y="150811"/>
                    <a:pt x="55084" y="138423"/>
                    <a:pt x="55084" y="128099"/>
                  </a:cubicBezTo>
                  <a:lnTo>
                    <a:pt x="55084" y="43444"/>
                  </a:lnTo>
                  <a:close/>
                </a:path>
              </a:pathLst>
            </a:custGeom>
            <a:solidFill>
              <a:srgbClr val="000000"/>
            </a:solidFill>
            <a:ln w="358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7" name="Freeform: Shape 2176">
              <a:extLst>
                <a:ext uri="{FF2B5EF4-FFF2-40B4-BE49-F238E27FC236}">
                  <a16:creationId xmlns:a16="http://schemas.microsoft.com/office/drawing/2014/main" id="{F22EF80F-8E00-B408-3F03-E005BF41F100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1523677" y="5217930"/>
              <a:ext cx="82615" cy="344124"/>
            </a:xfrm>
            <a:custGeom>
              <a:avLst/>
              <a:gdLst>
                <a:gd name="connsiteX0" fmla="*/ 82864 w 82615"/>
                <a:gd name="connsiteY0" fmla="*/ 340768 h 344124"/>
                <a:gd name="connsiteX1" fmla="*/ 76811 w 82615"/>
                <a:gd name="connsiteY1" fmla="*/ 333197 h 344124"/>
                <a:gd name="connsiteX2" fmla="*/ 20903 w 82615"/>
                <a:gd name="connsiteY2" fmla="*/ 172147 h 344124"/>
                <a:gd name="connsiteX3" fmla="*/ 78235 w 82615"/>
                <a:gd name="connsiteY3" fmla="*/ 9376 h 344124"/>
                <a:gd name="connsiteX4" fmla="*/ 82864 w 82615"/>
                <a:gd name="connsiteY4" fmla="*/ 3526 h 344124"/>
                <a:gd name="connsiteX5" fmla="*/ 79303 w 82615"/>
                <a:gd name="connsiteY5" fmla="*/ 85 h 344124"/>
                <a:gd name="connsiteX6" fmla="*/ 22684 w 82615"/>
                <a:gd name="connsiteY6" fmla="*/ 67189 h 344124"/>
                <a:gd name="connsiteX7" fmla="*/ 249 w 82615"/>
                <a:gd name="connsiteY7" fmla="*/ 172147 h 344124"/>
                <a:gd name="connsiteX8" fmla="*/ 23752 w 82615"/>
                <a:gd name="connsiteY8" fmla="*/ 279514 h 344124"/>
                <a:gd name="connsiteX9" fmla="*/ 79303 w 82615"/>
                <a:gd name="connsiteY9" fmla="*/ 344209 h 344124"/>
                <a:gd name="connsiteX10" fmla="*/ 82864 w 82615"/>
                <a:gd name="connsiteY10" fmla="*/ 340768 h 344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615" h="344124">
                  <a:moveTo>
                    <a:pt x="82864" y="340768"/>
                  </a:moveTo>
                  <a:cubicBezTo>
                    <a:pt x="82864" y="339735"/>
                    <a:pt x="82864" y="339047"/>
                    <a:pt x="76811" y="333197"/>
                  </a:cubicBezTo>
                  <a:cubicBezTo>
                    <a:pt x="32298" y="289837"/>
                    <a:pt x="20903" y="224798"/>
                    <a:pt x="20903" y="172147"/>
                  </a:cubicBezTo>
                  <a:cubicBezTo>
                    <a:pt x="20903" y="112269"/>
                    <a:pt x="34435" y="52392"/>
                    <a:pt x="78235" y="9376"/>
                  </a:cubicBezTo>
                  <a:cubicBezTo>
                    <a:pt x="82864" y="5247"/>
                    <a:pt x="82864" y="4558"/>
                    <a:pt x="82864" y="3526"/>
                  </a:cubicBezTo>
                  <a:cubicBezTo>
                    <a:pt x="82864" y="1117"/>
                    <a:pt x="81440" y="85"/>
                    <a:pt x="79303" y="85"/>
                  </a:cubicBezTo>
                  <a:cubicBezTo>
                    <a:pt x="75742" y="85"/>
                    <a:pt x="43694" y="23485"/>
                    <a:pt x="22684" y="67189"/>
                  </a:cubicBezTo>
                  <a:cubicBezTo>
                    <a:pt x="4523" y="105043"/>
                    <a:pt x="249" y="143240"/>
                    <a:pt x="249" y="172147"/>
                  </a:cubicBezTo>
                  <a:cubicBezTo>
                    <a:pt x="249" y="198989"/>
                    <a:pt x="4166" y="240628"/>
                    <a:pt x="23752" y="279514"/>
                  </a:cubicBezTo>
                  <a:cubicBezTo>
                    <a:pt x="45118" y="321841"/>
                    <a:pt x="75742" y="344209"/>
                    <a:pt x="79303" y="344209"/>
                  </a:cubicBezTo>
                  <a:cubicBezTo>
                    <a:pt x="81440" y="344209"/>
                    <a:pt x="82864" y="343177"/>
                    <a:pt x="82864" y="340768"/>
                  </a:cubicBezTo>
                  <a:close/>
                </a:path>
              </a:pathLst>
            </a:custGeom>
            <a:solidFill>
              <a:srgbClr val="000000"/>
            </a:solidFill>
            <a:ln w="358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8" name="Freeform: Shape 2177">
              <a:extLst>
                <a:ext uri="{FF2B5EF4-FFF2-40B4-BE49-F238E27FC236}">
                  <a16:creationId xmlns:a16="http://schemas.microsoft.com/office/drawing/2014/main" id="{37E754FF-4B1B-CD15-A83B-AA9964A0CEC4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1631344" y="5288132"/>
              <a:ext cx="92229" cy="191677"/>
            </a:xfrm>
            <a:custGeom>
              <a:avLst/>
              <a:gdLst>
                <a:gd name="connsiteX0" fmla="*/ 92483 w 92229"/>
                <a:gd name="connsiteY0" fmla="*/ 40691 h 191677"/>
                <a:gd name="connsiteX1" fmla="*/ 63995 w 92229"/>
                <a:gd name="connsiteY1" fmla="*/ 40691 h 191677"/>
                <a:gd name="connsiteX2" fmla="*/ 73966 w 92229"/>
                <a:gd name="connsiteY2" fmla="*/ 5246 h 191677"/>
                <a:gd name="connsiteX3" fmla="*/ 74322 w 92229"/>
                <a:gd name="connsiteY3" fmla="*/ 3525 h 191677"/>
                <a:gd name="connsiteX4" fmla="*/ 71473 w 92229"/>
                <a:gd name="connsiteY4" fmla="*/ 84 h 191677"/>
                <a:gd name="connsiteX5" fmla="*/ 66132 w 92229"/>
                <a:gd name="connsiteY5" fmla="*/ 3181 h 191677"/>
                <a:gd name="connsiteX6" fmla="*/ 18771 w 92229"/>
                <a:gd name="connsiteY6" fmla="*/ 41035 h 191677"/>
                <a:gd name="connsiteX7" fmla="*/ 7375 w 92229"/>
                <a:gd name="connsiteY7" fmla="*/ 49638 h 191677"/>
                <a:gd name="connsiteX8" fmla="*/ 7732 w 92229"/>
                <a:gd name="connsiteY8" fmla="*/ 51703 h 191677"/>
                <a:gd name="connsiteX9" fmla="*/ 34083 w 92229"/>
                <a:gd name="connsiteY9" fmla="*/ 51703 h 191677"/>
                <a:gd name="connsiteX10" fmla="*/ 8444 w 92229"/>
                <a:gd name="connsiteY10" fmla="*/ 146337 h 191677"/>
                <a:gd name="connsiteX11" fmla="*/ 6307 w 92229"/>
                <a:gd name="connsiteY11" fmla="*/ 153563 h 191677"/>
                <a:gd name="connsiteX12" fmla="*/ 253 w 92229"/>
                <a:gd name="connsiteY12" fmla="*/ 178684 h 191677"/>
                <a:gd name="connsiteX13" fmla="*/ 17346 w 92229"/>
                <a:gd name="connsiteY13" fmla="*/ 191761 h 191677"/>
                <a:gd name="connsiteX14" fmla="*/ 67912 w 92229"/>
                <a:gd name="connsiteY14" fmla="*/ 150122 h 191677"/>
                <a:gd name="connsiteX15" fmla="*/ 63283 w 92229"/>
                <a:gd name="connsiteY15" fmla="*/ 147713 h 191677"/>
                <a:gd name="connsiteX16" fmla="*/ 34439 w 92229"/>
                <a:gd name="connsiteY16" fmla="*/ 174899 h 191677"/>
                <a:gd name="connsiteX17" fmla="*/ 29097 w 92229"/>
                <a:gd name="connsiteY17" fmla="*/ 168017 h 191677"/>
                <a:gd name="connsiteX18" fmla="*/ 29454 w 92229"/>
                <a:gd name="connsiteY18" fmla="*/ 166296 h 191677"/>
                <a:gd name="connsiteX19" fmla="*/ 60790 w 92229"/>
                <a:gd name="connsiteY19" fmla="*/ 51703 h 191677"/>
                <a:gd name="connsiteX20" fmla="*/ 90703 w 92229"/>
                <a:gd name="connsiteY20" fmla="*/ 51703 h 191677"/>
                <a:gd name="connsiteX21" fmla="*/ 92483 w 92229"/>
                <a:gd name="connsiteY21" fmla="*/ 40691 h 19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92229" h="191677">
                  <a:moveTo>
                    <a:pt x="92483" y="40691"/>
                  </a:moveTo>
                  <a:lnTo>
                    <a:pt x="63995" y="40691"/>
                  </a:lnTo>
                  <a:lnTo>
                    <a:pt x="73966" y="5246"/>
                  </a:lnTo>
                  <a:cubicBezTo>
                    <a:pt x="74322" y="4558"/>
                    <a:pt x="74322" y="3869"/>
                    <a:pt x="74322" y="3525"/>
                  </a:cubicBezTo>
                  <a:cubicBezTo>
                    <a:pt x="74322" y="1116"/>
                    <a:pt x="73254" y="84"/>
                    <a:pt x="71473" y="84"/>
                  </a:cubicBezTo>
                  <a:cubicBezTo>
                    <a:pt x="69337" y="84"/>
                    <a:pt x="68268" y="428"/>
                    <a:pt x="66132" y="3181"/>
                  </a:cubicBezTo>
                  <a:cubicBezTo>
                    <a:pt x="52244" y="20731"/>
                    <a:pt x="30166" y="37938"/>
                    <a:pt x="18771" y="41035"/>
                  </a:cubicBezTo>
                  <a:cubicBezTo>
                    <a:pt x="9868" y="43788"/>
                    <a:pt x="7375" y="45852"/>
                    <a:pt x="7375" y="49638"/>
                  </a:cubicBezTo>
                  <a:cubicBezTo>
                    <a:pt x="7375" y="49982"/>
                    <a:pt x="7375" y="50670"/>
                    <a:pt x="7732" y="51703"/>
                  </a:cubicBezTo>
                  <a:lnTo>
                    <a:pt x="34083" y="51703"/>
                  </a:lnTo>
                  <a:lnTo>
                    <a:pt x="8444" y="146337"/>
                  </a:lnTo>
                  <a:cubicBezTo>
                    <a:pt x="7732" y="149434"/>
                    <a:pt x="7375" y="150466"/>
                    <a:pt x="6307" y="153563"/>
                  </a:cubicBezTo>
                  <a:cubicBezTo>
                    <a:pt x="3102" y="163887"/>
                    <a:pt x="253" y="175931"/>
                    <a:pt x="253" y="178684"/>
                  </a:cubicBezTo>
                  <a:cubicBezTo>
                    <a:pt x="253" y="186255"/>
                    <a:pt x="7732" y="191761"/>
                    <a:pt x="17346" y="191761"/>
                  </a:cubicBezTo>
                  <a:cubicBezTo>
                    <a:pt x="33727" y="191761"/>
                    <a:pt x="45478" y="182126"/>
                    <a:pt x="67912" y="150122"/>
                  </a:cubicBezTo>
                  <a:lnTo>
                    <a:pt x="63283" y="147713"/>
                  </a:lnTo>
                  <a:cubicBezTo>
                    <a:pt x="45834" y="169393"/>
                    <a:pt x="40137" y="174899"/>
                    <a:pt x="34439" y="174899"/>
                  </a:cubicBezTo>
                  <a:cubicBezTo>
                    <a:pt x="31234" y="174899"/>
                    <a:pt x="29097" y="172146"/>
                    <a:pt x="29097" y="168017"/>
                  </a:cubicBezTo>
                  <a:cubicBezTo>
                    <a:pt x="29097" y="167672"/>
                    <a:pt x="29097" y="167328"/>
                    <a:pt x="29454" y="166296"/>
                  </a:cubicBezTo>
                  <a:lnTo>
                    <a:pt x="60790" y="51703"/>
                  </a:lnTo>
                  <a:lnTo>
                    <a:pt x="90703" y="51703"/>
                  </a:lnTo>
                  <a:lnTo>
                    <a:pt x="92483" y="40691"/>
                  </a:lnTo>
                  <a:close/>
                </a:path>
              </a:pathLst>
            </a:custGeom>
            <a:solidFill>
              <a:srgbClr val="000000"/>
            </a:solidFill>
            <a:ln w="4842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9" name="Freeform: Shape 2178">
              <a:extLst>
                <a:ext uri="{FF2B5EF4-FFF2-40B4-BE49-F238E27FC236}">
                  <a16:creationId xmlns:a16="http://schemas.microsoft.com/office/drawing/2014/main" id="{D45EB5B5-678E-F7D7-5A95-E68A30F82AD0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1762132" y="5217930"/>
              <a:ext cx="82615" cy="344124"/>
            </a:xfrm>
            <a:custGeom>
              <a:avLst/>
              <a:gdLst>
                <a:gd name="connsiteX0" fmla="*/ 82871 w 82615"/>
                <a:gd name="connsiteY0" fmla="*/ 172147 h 344124"/>
                <a:gd name="connsiteX1" fmla="*/ 59369 w 82615"/>
                <a:gd name="connsiteY1" fmla="*/ 64780 h 344124"/>
                <a:gd name="connsiteX2" fmla="*/ 3817 w 82615"/>
                <a:gd name="connsiteY2" fmla="*/ 85 h 344124"/>
                <a:gd name="connsiteX3" fmla="*/ 256 w 82615"/>
                <a:gd name="connsiteY3" fmla="*/ 3526 h 344124"/>
                <a:gd name="connsiteX4" fmla="*/ 7022 w 82615"/>
                <a:gd name="connsiteY4" fmla="*/ 11441 h 344124"/>
                <a:gd name="connsiteX5" fmla="*/ 62218 w 82615"/>
                <a:gd name="connsiteY5" fmla="*/ 172147 h 344124"/>
                <a:gd name="connsiteX6" fmla="*/ 4886 w 82615"/>
                <a:gd name="connsiteY6" fmla="*/ 334918 h 344124"/>
                <a:gd name="connsiteX7" fmla="*/ 256 w 82615"/>
                <a:gd name="connsiteY7" fmla="*/ 340768 h 344124"/>
                <a:gd name="connsiteX8" fmla="*/ 3817 w 82615"/>
                <a:gd name="connsiteY8" fmla="*/ 344209 h 344124"/>
                <a:gd name="connsiteX9" fmla="*/ 60437 w 82615"/>
                <a:gd name="connsiteY9" fmla="*/ 277105 h 344124"/>
                <a:gd name="connsiteX10" fmla="*/ 82871 w 82615"/>
                <a:gd name="connsiteY10" fmla="*/ 172147 h 344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82615" h="344124">
                  <a:moveTo>
                    <a:pt x="82871" y="172147"/>
                  </a:moveTo>
                  <a:cubicBezTo>
                    <a:pt x="82871" y="145305"/>
                    <a:pt x="78954" y="103666"/>
                    <a:pt x="59369" y="64780"/>
                  </a:cubicBezTo>
                  <a:cubicBezTo>
                    <a:pt x="38003" y="22453"/>
                    <a:pt x="7378" y="85"/>
                    <a:pt x="3817" y="85"/>
                  </a:cubicBezTo>
                  <a:cubicBezTo>
                    <a:pt x="1681" y="85"/>
                    <a:pt x="256" y="1461"/>
                    <a:pt x="256" y="3526"/>
                  </a:cubicBezTo>
                  <a:cubicBezTo>
                    <a:pt x="256" y="4558"/>
                    <a:pt x="256" y="5247"/>
                    <a:pt x="7022" y="11441"/>
                  </a:cubicBezTo>
                  <a:cubicBezTo>
                    <a:pt x="41920" y="45509"/>
                    <a:pt x="62218" y="100225"/>
                    <a:pt x="62218" y="172147"/>
                  </a:cubicBezTo>
                  <a:cubicBezTo>
                    <a:pt x="62218" y="230992"/>
                    <a:pt x="49042" y="291558"/>
                    <a:pt x="4886" y="334918"/>
                  </a:cubicBezTo>
                  <a:cubicBezTo>
                    <a:pt x="256" y="339047"/>
                    <a:pt x="256" y="339735"/>
                    <a:pt x="256" y="340768"/>
                  </a:cubicBezTo>
                  <a:cubicBezTo>
                    <a:pt x="256" y="342832"/>
                    <a:pt x="1681" y="344209"/>
                    <a:pt x="3817" y="344209"/>
                  </a:cubicBezTo>
                  <a:cubicBezTo>
                    <a:pt x="7378" y="344209"/>
                    <a:pt x="39427" y="320808"/>
                    <a:pt x="60437" y="277105"/>
                  </a:cubicBezTo>
                  <a:cubicBezTo>
                    <a:pt x="78598" y="239251"/>
                    <a:pt x="82871" y="201053"/>
                    <a:pt x="82871" y="172147"/>
                  </a:cubicBezTo>
                  <a:close/>
                </a:path>
              </a:pathLst>
            </a:custGeom>
            <a:solidFill>
              <a:srgbClr val="000000"/>
            </a:solidFill>
            <a:ln w="358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0" name="Freeform: Shape 2179">
              <a:extLst>
                <a:ext uri="{FF2B5EF4-FFF2-40B4-BE49-F238E27FC236}">
                  <a16:creationId xmlns:a16="http://schemas.microsoft.com/office/drawing/2014/main" id="{642033F2-8D79-07F1-BF20-723B4AB65F50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1959713" y="5383110"/>
              <a:ext cx="217576" cy="13764"/>
            </a:xfrm>
            <a:custGeom>
              <a:avLst/>
              <a:gdLst>
                <a:gd name="connsiteX0" fmla="*/ 205375 w 217576"/>
                <a:gd name="connsiteY0" fmla="*/ 13850 h 13764"/>
                <a:gd name="connsiteX1" fmla="*/ 217838 w 217576"/>
                <a:gd name="connsiteY1" fmla="*/ 6967 h 13764"/>
                <a:gd name="connsiteX2" fmla="*/ 205375 w 217576"/>
                <a:gd name="connsiteY2" fmla="*/ 85 h 13764"/>
                <a:gd name="connsiteX3" fmla="*/ 12725 w 217576"/>
                <a:gd name="connsiteY3" fmla="*/ 85 h 13764"/>
                <a:gd name="connsiteX4" fmla="*/ 262 w 217576"/>
                <a:gd name="connsiteY4" fmla="*/ 6967 h 13764"/>
                <a:gd name="connsiteX5" fmla="*/ 12725 w 217576"/>
                <a:gd name="connsiteY5" fmla="*/ 13850 h 13764"/>
                <a:gd name="connsiteX6" fmla="*/ 205375 w 217576"/>
                <a:gd name="connsiteY6" fmla="*/ 13850 h 13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7576" h="13764">
                  <a:moveTo>
                    <a:pt x="205375" y="13850"/>
                  </a:moveTo>
                  <a:cubicBezTo>
                    <a:pt x="211429" y="13850"/>
                    <a:pt x="217838" y="13850"/>
                    <a:pt x="217838" y="6967"/>
                  </a:cubicBezTo>
                  <a:cubicBezTo>
                    <a:pt x="217838" y="85"/>
                    <a:pt x="211429" y="85"/>
                    <a:pt x="205375" y="85"/>
                  </a:cubicBezTo>
                  <a:lnTo>
                    <a:pt x="12725" y="85"/>
                  </a:lnTo>
                  <a:cubicBezTo>
                    <a:pt x="6671" y="85"/>
                    <a:pt x="262" y="85"/>
                    <a:pt x="262" y="6967"/>
                  </a:cubicBezTo>
                  <a:cubicBezTo>
                    <a:pt x="262" y="13850"/>
                    <a:pt x="6671" y="13850"/>
                    <a:pt x="12725" y="13850"/>
                  </a:cubicBezTo>
                  <a:lnTo>
                    <a:pt x="205375" y="13850"/>
                  </a:lnTo>
                  <a:close/>
                </a:path>
              </a:pathLst>
            </a:custGeom>
            <a:solidFill>
              <a:srgbClr val="000000"/>
            </a:solidFill>
            <a:ln w="358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1" name="Freeform: Shape 2180">
              <a:extLst>
                <a:ext uri="{FF2B5EF4-FFF2-40B4-BE49-F238E27FC236}">
                  <a16:creationId xmlns:a16="http://schemas.microsoft.com/office/drawing/2014/main" id="{357F4F57-4BE4-FBBD-FFB4-CB9041102654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2297050" y="5243395"/>
              <a:ext cx="100776" cy="232627"/>
            </a:xfrm>
            <a:custGeom>
              <a:avLst/>
              <a:gdLst>
                <a:gd name="connsiteX0" fmla="*/ 64369 w 100776"/>
                <a:gd name="connsiteY0" fmla="*/ 85 h 232627"/>
                <a:gd name="connsiteX1" fmla="*/ 271 w 100776"/>
                <a:gd name="connsiteY1" fmla="*/ 31400 h 232627"/>
                <a:gd name="connsiteX2" fmla="*/ 271 w 100776"/>
                <a:gd name="connsiteY2" fmla="*/ 36218 h 232627"/>
                <a:gd name="connsiteX3" fmla="*/ 9886 w 100776"/>
                <a:gd name="connsiteY3" fmla="*/ 32432 h 232627"/>
                <a:gd name="connsiteX4" fmla="*/ 25910 w 100776"/>
                <a:gd name="connsiteY4" fmla="*/ 28647 h 232627"/>
                <a:gd name="connsiteX5" fmla="*/ 36593 w 100776"/>
                <a:gd name="connsiteY5" fmla="*/ 44821 h 232627"/>
                <a:gd name="connsiteX6" fmla="*/ 36593 w 100776"/>
                <a:gd name="connsiteY6" fmla="*/ 200709 h 232627"/>
                <a:gd name="connsiteX7" fmla="*/ 28047 w 100776"/>
                <a:gd name="connsiteY7" fmla="*/ 223077 h 232627"/>
                <a:gd name="connsiteX8" fmla="*/ 2764 w 100776"/>
                <a:gd name="connsiteY8" fmla="*/ 227551 h 232627"/>
                <a:gd name="connsiteX9" fmla="*/ 2764 w 100776"/>
                <a:gd name="connsiteY9" fmla="*/ 232713 h 232627"/>
                <a:gd name="connsiteX10" fmla="*/ 101047 w 100776"/>
                <a:gd name="connsiteY10" fmla="*/ 232713 h 232627"/>
                <a:gd name="connsiteX11" fmla="*/ 101047 w 100776"/>
                <a:gd name="connsiteY11" fmla="*/ 227551 h 232627"/>
                <a:gd name="connsiteX12" fmla="*/ 67218 w 100776"/>
                <a:gd name="connsiteY12" fmla="*/ 207247 h 232627"/>
                <a:gd name="connsiteX13" fmla="*/ 67218 w 100776"/>
                <a:gd name="connsiteY13" fmla="*/ 773 h 232627"/>
                <a:gd name="connsiteX14" fmla="*/ 64369 w 100776"/>
                <a:gd name="connsiteY14" fmla="*/ 85 h 2326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776" h="232627">
                  <a:moveTo>
                    <a:pt x="64369" y="85"/>
                  </a:moveTo>
                  <a:lnTo>
                    <a:pt x="271" y="31400"/>
                  </a:lnTo>
                  <a:lnTo>
                    <a:pt x="271" y="36218"/>
                  </a:lnTo>
                  <a:cubicBezTo>
                    <a:pt x="4544" y="34497"/>
                    <a:pt x="8461" y="33121"/>
                    <a:pt x="9886" y="32432"/>
                  </a:cubicBezTo>
                  <a:cubicBezTo>
                    <a:pt x="16295" y="30024"/>
                    <a:pt x="22349" y="28647"/>
                    <a:pt x="25910" y="28647"/>
                  </a:cubicBezTo>
                  <a:cubicBezTo>
                    <a:pt x="33388" y="28647"/>
                    <a:pt x="36593" y="33809"/>
                    <a:pt x="36593" y="44821"/>
                  </a:cubicBezTo>
                  <a:lnTo>
                    <a:pt x="36593" y="200709"/>
                  </a:lnTo>
                  <a:cubicBezTo>
                    <a:pt x="36593" y="212065"/>
                    <a:pt x="33744" y="219980"/>
                    <a:pt x="28047" y="223077"/>
                  </a:cubicBezTo>
                  <a:cubicBezTo>
                    <a:pt x="22705" y="226174"/>
                    <a:pt x="17720" y="227207"/>
                    <a:pt x="2764" y="227551"/>
                  </a:cubicBezTo>
                  <a:lnTo>
                    <a:pt x="2764" y="232713"/>
                  </a:lnTo>
                  <a:lnTo>
                    <a:pt x="101047" y="232713"/>
                  </a:lnTo>
                  <a:lnTo>
                    <a:pt x="101047" y="227551"/>
                  </a:lnTo>
                  <a:cubicBezTo>
                    <a:pt x="72915" y="227207"/>
                    <a:pt x="67218" y="223765"/>
                    <a:pt x="67218" y="207247"/>
                  </a:cubicBezTo>
                  <a:lnTo>
                    <a:pt x="67218" y="773"/>
                  </a:lnTo>
                  <a:lnTo>
                    <a:pt x="64369" y="85"/>
                  </a:lnTo>
                  <a:close/>
                </a:path>
              </a:pathLst>
            </a:custGeom>
            <a:solidFill>
              <a:srgbClr val="000000"/>
            </a:solidFill>
            <a:ln w="3583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2184" name="Picture 2183">
            <a:extLst>
              <a:ext uri="{FF2B5EF4-FFF2-40B4-BE49-F238E27FC236}">
                <a16:creationId xmlns:a16="http://schemas.microsoft.com/office/drawing/2014/main" id="{3D6C4B9C-A557-C779-17F9-41E6844A1EDD}"/>
              </a:ext>
            </a:extLst>
          </p:cNvPr>
          <p:cNvPicPr>
            <a:picLocks noChangeAspect="1"/>
          </p:cNvPicPr>
          <p:nvPr/>
        </p:nvPicPr>
        <p:blipFill>
          <a:blip r:embed="rId181"/>
          <a:stretch>
            <a:fillRect/>
          </a:stretch>
        </p:blipFill>
        <p:spPr>
          <a:xfrm>
            <a:off x="6441051" y="5068989"/>
            <a:ext cx="4933950" cy="790575"/>
          </a:xfrm>
          <a:prstGeom prst="rect">
            <a:avLst/>
          </a:prstGeom>
        </p:spPr>
      </p:pic>
      <p:sp>
        <p:nvSpPr>
          <p:cNvPr id="2185" name="Oval 2184">
            <a:extLst>
              <a:ext uri="{FF2B5EF4-FFF2-40B4-BE49-F238E27FC236}">
                <a16:creationId xmlns:a16="http://schemas.microsoft.com/office/drawing/2014/main" id="{C4226BBD-A234-33B1-D71D-09A7A9874B20}"/>
              </a:ext>
            </a:extLst>
          </p:cNvPr>
          <p:cNvSpPr/>
          <p:nvPr/>
        </p:nvSpPr>
        <p:spPr>
          <a:xfrm>
            <a:off x="9202994" y="4365523"/>
            <a:ext cx="1936954" cy="46894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95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E6091-298C-3718-0D50-B52885B64E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304DC-EA31-6BD0-370B-6AEBB01D2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7"/>
            <a:ext cx="6858001" cy="1325563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Example –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BA8176-E600-BECC-FCB9-C03251BD3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1147" y="904568"/>
            <a:ext cx="9940413" cy="553556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grpSp>
        <p:nvGrpSpPr>
          <p:cNvPr id="2057" name="Group 2056">
            <a:extLst>
              <a:ext uri="{FF2B5EF4-FFF2-40B4-BE49-F238E27FC236}">
                <a16:creationId xmlns:a16="http://schemas.microsoft.com/office/drawing/2014/main" id="{255E22ED-9227-3A00-AECA-9A6D6FD067C2}"/>
              </a:ext>
            </a:extLst>
          </p:cNvPr>
          <p:cNvGrpSpPr/>
          <p:nvPr/>
        </p:nvGrpSpPr>
        <p:grpSpPr>
          <a:xfrm>
            <a:off x="1501824" y="645284"/>
            <a:ext cx="10319057" cy="5567427"/>
            <a:chOff x="1691146" y="148077"/>
            <a:chExt cx="10319057" cy="556742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AA8513E-DACA-07F3-57F1-D8FF3C500F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691146" y="148077"/>
              <a:ext cx="10309985" cy="1751061"/>
            </a:xfrm>
            <a:prstGeom prst="rect">
              <a:avLst/>
            </a:prstGeom>
          </p:spPr>
        </p:pic>
        <p:pic>
          <p:nvPicPr>
            <p:cNvPr id="2050" name="Picture 2049">
              <a:extLst>
                <a:ext uri="{FF2B5EF4-FFF2-40B4-BE49-F238E27FC236}">
                  <a16:creationId xmlns:a16="http://schemas.microsoft.com/office/drawing/2014/main" id="{65B7970D-E100-8694-0E48-7FD5D910B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691146" y="2188888"/>
              <a:ext cx="10319057" cy="1604830"/>
            </a:xfrm>
            <a:prstGeom prst="rect">
              <a:avLst/>
            </a:prstGeom>
          </p:spPr>
        </p:pic>
        <p:pic>
          <p:nvPicPr>
            <p:cNvPr id="2056" name="Picture 2055">
              <a:extLst>
                <a:ext uri="{FF2B5EF4-FFF2-40B4-BE49-F238E27FC236}">
                  <a16:creationId xmlns:a16="http://schemas.microsoft.com/office/drawing/2014/main" id="{ED7A11F6-4DB4-3862-2827-4F27E3083EC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691146" y="4083468"/>
              <a:ext cx="10139783" cy="16320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80741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08C95-A2C5-567E-A815-C304A93A4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5C2554-9BDE-BD8E-EE16-365BAAB02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7"/>
            <a:ext cx="6858001" cy="1325563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Example –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89D60-E2A0-8331-C1DF-2F4AE0FFEF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1147" y="904568"/>
            <a:ext cx="9940413" cy="553556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9FB4DCA-6F3F-60FF-1EFE-BCB0555E99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8895" y="687191"/>
            <a:ext cx="10768067" cy="492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860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2D314B-A441-A535-F70D-D883176C0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3A9CA-1B50-2B76-C7D0-1BAF66A5D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7"/>
            <a:ext cx="6858001" cy="1325563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Example –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F87B6-8825-7EED-EF89-77FB7E71FE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1147" y="904568"/>
            <a:ext cx="9940413" cy="553556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3D80DB-39EC-B68C-1B46-E72595BBBA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91175" y="417870"/>
            <a:ext cx="10661619" cy="4955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065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4C2F0-11CB-9C01-9806-AC09F85DB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5CE0E-E53C-84DA-5BD9-4940ADD5C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7"/>
            <a:ext cx="6858001" cy="1325563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Example –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4619B-5DAF-8E99-DC98-56A2F2153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1147" y="904568"/>
            <a:ext cx="9940413" cy="553556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9E5FAF7E-EBCF-B584-855E-5941298F3D67}"/>
              </a:ext>
            </a:extLst>
          </p:cNvPr>
          <p:cNvGrpSpPr/>
          <p:nvPr/>
        </p:nvGrpSpPr>
        <p:grpSpPr>
          <a:xfrm>
            <a:off x="1494377" y="904568"/>
            <a:ext cx="9717573" cy="4595900"/>
            <a:chOff x="1325565" y="904568"/>
            <a:chExt cx="10498380" cy="504333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243E3114-D5CC-ADB3-109E-4AC8354A425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sharpenSoften amount="5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325565" y="904568"/>
              <a:ext cx="10486657" cy="5043334"/>
            </a:xfrm>
            <a:prstGeom prst="rect">
              <a:avLst/>
            </a:prstGeom>
          </p:spPr>
        </p:pic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827A50F5-B446-C459-48BB-6C342E403365}"/>
                </a:ext>
              </a:extLst>
            </p:cNvPr>
            <p:cNvCxnSpPr/>
            <p:nvPr/>
          </p:nvCxnSpPr>
          <p:spPr>
            <a:xfrm>
              <a:off x="11406969" y="1274630"/>
              <a:ext cx="0" cy="647114"/>
            </a:xfrm>
            <a:prstGeom prst="straightConnector1">
              <a:avLst/>
            </a:prstGeom>
            <a:ln w="57150">
              <a:solidFill>
                <a:srgbClr val="EE0000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BB3092DC-22F8-3837-2198-A5A1FE2FDD72}"/>
                </a:ext>
              </a:extLst>
            </p:cNvPr>
            <p:cNvCxnSpPr/>
            <p:nvPr/>
          </p:nvCxnSpPr>
          <p:spPr>
            <a:xfrm>
              <a:off x="11170240" y="1274630"/>
              <a:ext cx="641982" cy="0"/>
            </a:xfrm>
            <a:prstGeom prst="line">
              <a:avLst/>
            </a:prstGeom>
            <a:ln w="28575">
              <a:solidFill>
                <a:srgbClr val="EE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9D53494C-4E2C-8E33-0877-6D656E5D8E89}"/>
                </a:ext>
              </a:extLst>
            </p:cNvPr>
            <p:cNvCxnSpPr/>
            <p:nvPr/>
          </p:nvCxnSpPr>
          <p:spPr>
            <a:xfrm>
              <a:off x="11181963" y="1919395"/>
              <a:ext cx="641982" cy="0"/>
            </a:xfrm>
            <a:prstGeom prst="line">
              <a:avLst/>
            </a:prstGeom>
            <a:ln w="28575">
              <a:solidFill>
                <a:srgbClr val="EE0000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 descr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{Error}&#10;\end{align*}&#10;%%}&#10;\end{document}" title="IguanaTex Vector Display">
            <a:extLst>
              <a:ext uri="{FF2B5EF4-FFF2-40B4-BE49-F238E27FC236}">
                <a16:creationId xmlns:a16="http://schemas.microsoft.com/office/drawing/2014/main" id="{6AFA0E2B-321A-95D9-8AE1-FAC3322CD656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 rot="16200000">
            <a:off x="10938418" y="1386449"/>
            <a:ext cx="821854" cy="236059"/>
            <a:chOff x="10541513" y="4190953"/>
            <a:chExt cx="821854" cy="236059"/>
          </a:xfrm>
          <a:solidFill>
            <a:srgbClr val="0070C0"/>
          </a:solidFill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6EEC1DA-C01F-7671-229B-08ABABD73497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10541513" y="4190953"/>
              <a:ext cx="221677" cy="232300"/>
            </a:xfrm>
            <a:custGeom>
              <a:avLst/>
              <a:gdLst>
                <a:gd name="connsiteX0" fmla="*/ 37109 w 221677"/>
                <a:gd name="connsiteY0" fmla="*/ 205710 h 232300"/>
                <a:gd name="connsiteX1" fmla="*/ 8817 w 221677"/>
                <a:gd name="connsiteY1" fmla="*/ 221766 h 232300"/>
                <a:gd name="connsiteX2" fmla="*/ 222 w 221677"/>
                <a:gd name="connsiteY2" fmla="*/ 221766 h 232300"/>
                <a:gd name="connsiteX3" fmla="*/ 222 w 221677"/>
                <a:gd name="connsiteY3" fmla="*/ 232356 h 232300"/>
                <a:gd name="connsiteX4" fmla="*/ 206859 w 221677"/>
                <a:gd name="connsiteY4" fmla="*/ 232356 h 232300"/>
                <a:gd name="connsiteX5" fmla="*/ 221900 w 221677"/>
                <a:gd name="connsiteY5" fmla="*/ 144218 h 232300"/>
                <a:gd name="connsiteX6" fmla="*/ 212947 w 221677"/>
                <a:gd name="connsiteY6" fmla="*/ 144218 h 232300"/>
                <a:gd name="connsiteX7" fmla="*/ 134160 w 221677"/>
                <a:gd name="connsiteY7" fmla="*/ 221766 h 232300"/>
                <a:gd name="connsiteX8" fmla="*/ 86530 w 221677"/>
                <a:gd name="connsiteY8" fmla="*/ 221766 h 232300"/>
                <a:gd name="connsiteX9" fmla="*/ 68982 w 221677"/>
                <a:gd name="connsiteY9" fmla="*/ 208101 h 232300"/>
                <a:gd name="connsiteX10" fmla="*/ 68982 w 221677"/>
                <a:gd name="connsiteY10" fmla="*/ 116889 h 232300"/>
                <a:gd name="connsiteX11" fmla="*/ 101213 w 221677"/>
                <a:gd name="connsiteY11" fmla="*/ 116889 h 232300"/>
                <a:gd name="connsiteX12" fmla="*/ 139890 w 221677"/>
                <a:gd name="connsiteY12" fmla="*/ 156858 h 232300"/>
                <a:gd name="connsiteX13" fmla="*/ 148843 w 221677"/>
                <a:gd name="connsiteY13" fmla="*/ 156858 h 232300"/>
                <a:gd name="connsiteX14" fmla="*/ 148843 w 221677"/>
                <a:gd name="connsiteY14" fmla="*/ 66329 h 232300"/>
                <a:gd name="connsiteX15" fmla="*/ 139890 w 221677"/>
                <a:gd name="connsiteY15" fmla="*/ 66329 h 232300"/>
                <a:gd name="connsiteX16" fmla="*/ 101213 w 221677"/>
                <a:gd name="connsiteY16" fmla="*/ 106298 h 232300"/>
                <a:gd name="connsiteX17" fmla="*/ 68982 w 221677"/>
                <a:gd name="connsiteY17" fmla="*/ 106298 h 232300"/>
                <a:gd name="connsiteX18" fmla="*/ 68982 w 221677"/>
                <a:gd name="connsiteY18" fmla="*/ 24310 h 232300"/>
                <a:gd name="connsiteX19" fmla="*/ 86530 w 221677"/>
                <a:gd name="connsiteY19" fmla="*/ 10645 h 232300"/>
                <a:gd name="connsiteX20" fmla="*/ 132728 w 221677"/>
                <a:gd name="connsiteY20" fmla="*/ 10645 h 232300"/>
                <a:gd name="connsiteX21" fmla="*/ 202919 w 221677"/>
                <a:gd name="connsiteY21" fmla="*/ 76919 h 232300"/>
                <a:gd name="connsiteX22" fmla="*/ 211873 w 221677"/>
                <a:gd name="connsiteY22" fmla="*/ 76919 h 232300"/>
                <a:gd name="connsiteX23" fmla="*/ 201845 w 221677"/>
                <a:gd name="connsiteY23" fmla="*/ 55 h 232300"/>
                <a:gd name="connsiteX24" fmla="*/ 222 w 221677"/>
                <a:gd name="connsiteY24" fmla="*/ 55 h 232300"/>
                <a:gd name="connsiteX25" fmla="*/ 222 w 221677"/>
                <a:gd name="connsiteY25" fmla="*/ 10645 h 232300"/>
                <a:gd name="connsiteX26" fmla="*/ 8817 w 221677"/>
                <a:gd name="connsiteY26" fmla="*/ 10645 h 232300"/>
                <a:gd name="connsiteX27" fmla="*/ 37109 w 221677"/>
                <a:gd name="connsiteY27" fmla="*/ 26701 h 232300"/>
                <a:gd name="connsiteX28" fmla="*/ 37109 w 221677"/>
                <a:gd name="connsiteY28" fmla="*/ 205710 h 232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21677" h="232300">
                  <a:moveTo>
                    <a:pt x="37109" y="205710"/>
                  </a:moveTo>
                  <a:cubicBezTo>
                    <a:pt x="37109" y="218008"/>
                    <a:pt x="36393" y="221766"/>
                    <a:pt x="8817" y="221766"/>
                  </a:cubicBezTo>
                  <a:lnTo>
                    <a:pt x="222" y="221766"/>
                  </a:lnTo>
                  <a:lnTo>
                    <a:pt x="222" y="232356"/>
                  </a:lnTo>
                  <a:lnTo>
                    <a:pt x="206859" y="232356"/>
                  </a:lnTo>
                  <a:lnTo>
                    <a:pt x="221900" y="144218"/>
                  </a:lnTo>
                  <a:lnTo>
                    <a:pt x="212947" y="144218"/>
                  </a:lnTo>
                  <a:cubicBezTo>
                    <a:pt x="203994" y="196827"/>
                    <a:pt x="195757" y="221766"/>
                    <a:pt x="134160" y="221766"/>
                  </a:cubicBezTo>
                  <a:lnTo>
                    <a:pt x="86530" y="221766"/>
                  </a:lnTo>
                  <a:cubicBezTo>
                    <a:pt x="69698" y="221766"/>
                    <a:pt x="68982" y="219374"/>
                    <a:pt x="68982" y="208101"/>
                  </a:cubicBezTo>
                  <a:lnTo>
                    <a:pt x="68982" y="116889"/>
                  </a:lnTo>
                  <a:lnTo>
                    <a:pt x="101213" y="116889"/>
                  </a:lnTo>
                  <a:cubicBezTo>
                    <a:pt x="135951" y="116889"/>
                    <a:pt x="139890" y="127820"/>
                    <a:pt x="139890" y="156858"/>
                  </a:cubicBezTo>
                  <a:lnTo>
                    <a:pt x="148843" y="156858"/>
                  </a:lnTo>
                  <a:lnTo>
                    <a:pt x="148843" y="66329"/>
                  </a:lnTo>
                  <a:lnTo>
                    <a:pt x="139890" y="66329"/>
                  </a:lnTo>
                  <a:cubicBezTo>
                    <a:pt x="139890" y="95708"/>
                    <a:pt x="135951" y="106298"/>
                    <a:pt x="101213" y="106298"/>
                  </a:cubicBezTo>
                  <a:lnTo>
                    <a:pt x="68982" y="106298"/>
                  </a:lnTo>
                  <a:lnTo>
                    <a:pt x="68982" y="24310"/>
                  </a:lnTo>
                  <a:cubicBezTo>
                    <a:pt x="68982" y="13036"/>
                    <a:pt x="69698" y="10645"/>
                    <a:pt x="86530" y="10645"/>
                  </a:cubicBezTo>
                  <a:lnTo>
                    <a:pt x="132728" y="10645"/>
                  </a:lnTo>
                  <a:cubicBezTo>
                    <a:pt x="187520" y="10645"/>
                    <a:pt x="197190" y="29434"/>
                    <a:pt x="202919" y="76919"/>
                  </a:cubicBezTo>
                  <a:lnTo>
                    <a:pt x="211873" y="76919"/>
                  </a:lnTo>
                  <a:lnTo>
                    <a:pt x="201845" y="55"/>
                  </a:lnTo>
                  <a:lnTo>
                    <a:pt x="222" y="55"/>
                  </a:lnTo>
                  <a:lnTo>
                    <a:pt x="222" y="10645"/>
                  </a:lnTo>
                  <a:lnTo>
                    <a:pt x="8817" y="10645"/>
                  </a:lnTo>
                  <a:cubicBezTo>
                    <a:pt x="36393" y="10645"/>
                    <a:pt x="37109" y="14403"/>
                    <a:pt x="37109" y="26701"/>
                  </a:cubicBezTo>
                  <a:lnTo>
                    <a:pt x="37109" y="205710"/>
                  </a:lnTo>
                  <a:close/>
                </a:path>
              </a:pathLst>
            </a:custGeom>
            <a:grpFill/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C7559FF-4B12-3A36-508E-3A59458BC6E4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10783446" y="4272259"/>
              <a:ext cx="120329" cy="150995"/>
            </a:xfrm>
            <a:custGeom>
              <a:avLst/>
              <a:gdLst>
                <a:gd name="connsiteX0" fmla="*/ 50008 w 120329"/>
                <a:gd name="connsiteY0" fmla="*/ 37633 h 150995"/>
                <a:gd name="connsiteX1" fmla="*/ 50008 w 120329"/>
                <a:gd name="connsiteY1" fmla="*/ 55 h 150995"/>
                <a:gd name="connsiteX2" fmla="*/ 229 w 120329"/>
                <a:gd name="connsiteY2" fmla="*/ 3813 h 150995"/>
                <a:gd name="connsiteX3" fmla="*/ 229 w 120329"/>
                <a:gd name="connsiteY3" fmla="*/ 14403 h 150995"/>
                <a:gd name="connsiteX4" fmla="*/ 28163 w 120329"/>
                <a:gd name="connsiteY4" fmla="*/ 33534 h 150995"/>
                <a:gd name="connsiteX5" fmla="*/ 28163 w 120329"/>
                <a:gd name="connsiteY5" fmla="*/ 125087 h 150995"/>
                <a:gd name="connsiteX6" fmla="*/ 229 w 120329"/>
                <a:gd name="connsiteY6" fmla="*/ 140460 h 150995"/>
                <a:gd name="connsiteX7" fmla="*/ 229 w 120329"/>
                <a:gd name="connsiteY7" fmla="*/ 151051 h 150995"/>
                <a:gd name="connsiteX8" fmla="*/ 41055 w 120329"/>
                <a:gd name="connsiteY8" fmla="*/ 150026 h 150995"/>
                <a:gd name="connsiteX9" fmla="*/ 86537 w 120329"/>
                <a:gd name="connsiteY9" fmla="*/ 151051 h 150995"/>
                <a:gd name="connsiteX10" fmla="*/ 86537 w 120329"/>
                <a:gd name="connsiteY10" fmla="*/ 140460 h 150995"/>
                <a:gd name="connsiteX11" fmla="*/ 79016 w 120329"/>
                <a:gd name="connsiteY11" fmla="*/ 140460 h 150995"/>
                <a:gd name="connsiteX12" fmla="*/ 51799 w 120329"/>
                <a:gd name="connsiteY12" fmla="*/ 124404 h 150995"/>
                <a:gd name="connsiteX13" fmla="*/ 51799 w 120329"/>
                <a:gd name="connsiteY13" fmla="*/ 71795 h 150995"/>
                <a:gd name="connsiteX14" fmla="*/ 94057 w 120329"/>
                <a:gd name="connsiteY14" fmla="*/ 7571 h 150995"/>
                <a:gd name="connsiteX15" fmla="*/ 97996 w 120329"/>
                <a:gd name="connsiteY15" fmla="*/ 7912 h 150995"/>
                <a:gd name="connsiteX16" fmla="*/ 89760 w 120329"/>
                <a:gd name="connsiteY16" fmla="*/ 21235 h 150995"/>
                <a:gd name="connsiteX17" fmla="*/ 105159 w 120329"/>
                <a:gd name="connsiteY17" fmla="*/ 35925 h 150995"/>
                <a:gd name="connsiteX18" fmla="*/ 120558 w 120329"/>
                <a:gd name="connsiteY18" fmla="*/ 20894 h 150995"/>
                <a:gd name="connsiteX19" fmla="*/ 94057 w 120329"/>
                <a:gd name="connsiteY19" fmla="*/ 55 h 150995"/>
                <a:gd name="connsiteX20" fmla="*/ 50008 w 120329"/>
                <a:gd name="connsiteY20" fmla="*/ 37633 h 150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0329" h="150995">
                  <a:moveTo>
                    <a:pt x="50008" y="37633"/>
                  </a:moveTo>
                  <a:lnTo>
                    <a:pt x="50008" y="55"/>
                  </a:lnTo>
                  <a:lnTo>
                    <a:pt x="229" y="3813"/>
                  </a:lnTo>
                  <a:lnTo>
                    <a:pt x="229" y="14403"/>
                  </a:lnTo>
                  <a:cubicBezTo>
                    <a:pt x="25298" y="14403"/>
                    <a:pt x="28163" y="16794"/>
                    <a:pt x="28163" y="33534"/>
                  </a:cubicBezTo>
                  <a:lnTo>
                    <a:pt x="28163" y="125087"/>
                  </a:lnTo>
                  <a:cubicBezTo>
                    <a:pt x="28163" y="140460"/>
                    <a:pt x="24223" y="140460"/>
                    <a:pt x="229" y="140460"/>
                  </a:cubicBezTo>
                  <a:lnTo>
                    <a:pt x="229" y="151051"/>
                  </a:lnTo>
                  <a:cubicBezTo>
                    <a:pt x="14196" y="150709"/>
                    <a:pt x="31028" y="150026"/>
                    <a:pt x="41055" y="150026"/>
                  </a:cubicBezTo>
                  <a:cubicBezTo>
                    <a:pt x="55380" y="150026"/>
                    <a:pt x="72212" y="150026"/>
                    <a:pt x="86537" y="151051"/>
                  </a:cubicBezTo>
                  <a:lnTo>
                    <a:pt x="86537" y="140460"/>
                  </a:lnTo>
                  <a:lnTo>
                    <a:pt x="79016" y="140460"/>
                  </a:lnTo>
                  <a:cubicBezTo>
                    <a:pt x="52515" y="140460"/>
                    <a:pt x="51799" y="136703"/>
                    <a:pt x="51799" y="124404"/>
                  </a:cubicBezTo>
                  <a:lnTo>
                    <a:pt x="51799" y="71795"/>
                  </a:lnTo>
                  <a:cubicBezTo>
                    <a:pt x="51799" y="37975"/>
                    <a:pt x="66840" y="7571"/>
                    <a:pt x="94057" y="7571"/>
                  </a:cubicBezTo>
                  <a:cubicBezTo>
                    <a:pt x="96564" y="7571"/>
                    <a:pt x="97280" y="7571"/>
                    <a:pt x="97996" y="7912"/>
                  </a:cubicBezTo>
                  <a:cubicBezTo>
                    <a:pt x="96922" y="8254"/>
                    <a:pt x="89760" y="12353"/>
                    <a:pt x="89760" y="21235"/>
                  </a:cubicBezTo>
                  <a:cubicBezTo>
                    <a:pt x="89760" y="30801"/>
                    <a:pt x="97280" y="35925"/>
                    <a:pt x="105159" y="35925"/>
                  </a:cubicBezTo>
                  <a:cubicBezTo>
                    <a:pt x="111605" y="35925"/>
                    <a:pt x="120558" y="31826"/>
                    <a:pt x="120558" y="20894"/>
                  </a:cubicBezTo>
                  <a:cubicBezTo>
                    <a:pt x="120558" y="9962"/>
                    <a:pt x="109456" y="55"/>
                    <a:pt x="94057" y="55"/>
                  </a:cubicBezTo>
                  <a:cubicBezTo>
                    <a:pt x="67914" y="55"/>
                    <a:pt x="55022" y="22943"/>
                    <a:pt x="50008" y="37633"/>
                  </a:cubicBezTo>
                  <a:close/>
                </a:path>
              </a:pathLst>
            </a:custGeom>
            <a:grpFill/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C1DEE3E-2DC5-C295-1E5E-08E28EF2D15B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10923711" y="4272259"/>
              <a:ext cx="120329" cy="150995"/>
            </a:xfrm>
            <a:custGeom>
              <a:avLst/>
              <a:gdLst>
                <a:gd name="connsiteX0" fmla="*/ 50012 w 120329"/>
                <a:gd name="connsiteY0" fmla="*/ 37633 h 150995"/>
                <a:gd name="connsiteX1" fmla="*/ 50012 w 120329"/>
                <a:gd name="connsiteY1" fmla="*/ 55 h 150995"/>
                <a:gd name="connsiteX2" fmla="*/ 233 w 120329"/>
                <a:gd name="connsiteY2" fmla="*/ 3813 h 150995"/>
                <a:gd name="connsiteX3" fmla="*/ 233 w 120329"/>
                <a:gd name="connsiteY3" fmla="*/ 14403 h 150995"/>
                <a:gd name="connsiteX4" fmla="*/ 28166 w 120329"/>
                <a:gd name="connsiteY4" fmla="*/ 33534 h 150995"/>
                <a:gd name="connsiteX5" fmla="*/ 28166 w 120329"/>
                <a:gd name="connsiteY5" fmla="*/ 125087 h 150995"/>
                <a:gd name="connsiteX6" fmla="*/ 233 w 120329"/>
                <a:gd name="connsiteY6" fmla="*/ 140460 h 150995"/>
                <a:gd name="connsiteX7" fmla="*/ 233 w 120329"/>
                <a:gd name="connsiteY7" fmla="*/ 151051 h 150995"/>
                <a:gd name="connsiteX8" fmla="*/ 41059 w 120329"/>
                <a:gd name="connsiteY8" fmla="*/ 150026 h 150995"/>
                <a:gd name="connsiteX9" fmla="*/ 86540 w 120329"/>
                <a:gd name="connsiteY9" fmla="*/ 151051 h 150995"/>
                <a:gd name="connsiteX10" fmla="*/ 86540 w 120329"/>
                <a:gd name="connsiteY10" fmla="*/ 140460 h 150995"/>
                <a:gd name="connsiteX11" fmla="*/ 79020 w 120329"/>
                <a:gd name="connsiteY11" fmla="*/ 140460 h 150995"/>
                <a:gd name="connsiteX12" fmla="*/ 51803 w 120329"/>
                <a:gd name="connsiteY12" fmla="*/ 124404 h 150995"/>
                <a:gd name="connsiteX13" fmla="*/ 51803 w 120329"/>
                <a:gd name="connsiteY13" fmla="*/ 71795 h 150995"/>
                <a:gd name="connsiteX14" fmla="*/ 94061 w 120329"/>
                <a:gd name="connsiteY14" fmla="*/ 7571 h 150995"/>
                <a:gd name="connsiteX15" fmla="*/ 98000 w 120329"/>
                <a:gd name="connsiteY15" fmla="*/ 7912 h 150995"/>
                <a:gd name="connsiteX16" fmla="*/ 89764 w 120329"/>
                <a:gd name="connsiteY16" fmla="*/ 21235 h 150995"/>
                <a:gd name="connsiteX17" fmla="*/ 105163 w 120329"/>
                <a:gd name="connsiteY17" fmla="*/ 35925 h 150995"/>
                <a:gd name="connsiteX18" fmla="*/ 120562 w 120329"/>
                <a:gd name="connsiteY18" fmla="*/ 20894 h 150995"/>
                <a:gd name="connsiteX19" fmla="*/ 94061 w 120329"/>
                <a:gd name="connsiteY19" fmla="*/ 55 h 150995"/>
                <a:gd name="connsiteX20" fmla="*/ 50012 w 120329"/>
                <a:gd name="connsiteY20" fmla="*/ 37633 h 150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0329" h="150995">
                  <a:moveTo>
                    <a:pt x="50012" y="37633"/>
                  </a:moveTo>
                  <a:lnTo>
                    <a:pt x="50012" y="55"/>
                  </a:lnTo>
                  <a:lnTo>
                    <a:pt x="233" y="3813"/>
                  </a:lnTo>
                  <a:lnTo>
                    <a:pt x="233" y="14403"/>
                  </a:lnTo>
                  <a:cubicBezTo>
                    <a:pt x="25302" y="14403"/>
                    <a:pt x="28166" y="16794"/>
                    <a:pt x="28166" y="33534"/>
                  </a:cubicBezTo>
                  <a:lnTo>
                    <a:pt x="28166" y="125087"/>
                  </a:lnTo>
                  <a:cubicBezTo>
                    <a:pt x="28166" y="140460"/>
                    <a:pt x="24227" y="140460"/>
                    <a:pt x="233" y="140460"/>
                  </a:cubicBezTo>
                  <a:lnTo>
                    <a:pt x="233" y="151051"/>
                  </a:lnTo>
                  <a:cubicBezTo>
                    <a:pt x="14200" y="150709"/>
                    <a:pt x="31031" y="150026"/>
                    <a:pt x="41059" y="150026"/>
                  </a:cubicBezTo>
                  <a:cubicBezTo>
                    <a:pt x="55384" y="150026"/>
                    <a:pt x="72216" y="150026"/>
                    <a:pt x="86540" y="151051"/>
                  </a:cubicBezTo>
                  <a:lnTo>
                    <a:pt x="86540" y="140460"/>
                  </a:lnTo>
                  <a:lnTo>
                    <a:pt x="79020" y="140460"/>
                  </a:lnTo>
                  <a:cubicBezTo>
                    <a:pt x="52519" y="140460"/>
                    <a:pt x="51803" y="136703"/>
                    <a:pt x="51803" y="124404"/>
                  </a:cubicBezTo>
                  <a:lnTo>
                    <a:pt x="51803" y="71795"/>
                  </a:lnTo>
                  <a:cubicBezTo>
                    <a:pt x="51803" y="37975"/>
                    <a:pt x="66844" y="7571"/>
                    <a:pt x="94061" y="7571"/>
                  </a:cubicBezTo>
                  <a:cubicBezTo>
                    <a:pt x="96568" y="7571"/>
                    <a:pt x="97284" y="7571"/>
                    <a:pt x="98000" y="7912"/>
                  </a:cubicBezTo>
                  <a:cubicBezTo>
                    <a:pt x="96926" y="8254"/>
                    <a:pt x="89764" y="12353"/>
                    <a:pt x="89764" y="21235"/>
                  </a:cubicBezTo>
                  <a:cubicBezTo>
                    <a:pt x="89764" y="30801"/>
                    <a:pt x="97284" y="35925"/>
                    <a:pt x="105163" y="35925"/>
                  </a:cubicBezTo>
                  <a:cubicBezTo>
                    <a:pt x="111609" y="35925"/>
                    <a:pt x="120562" y="31826"/>
                    <a:pt x="120562" y="20894"/>
                  </a:cubicBezTo>
                  <a:cubicBezTo>
                    <a:pt x="120562" y="9962"/>
                    <a:pt x="109460" y="55"/>
                    <a:pt x="94061" y="55"/>
                  </a:cubicBezTo>
                  <a:cubicBezTo>
                    <a:pt x="67918" y="55"/>
                    <a:pt x="55026" y="22943"/>
                    <a:pt x="50012" y="37633"/>
                  </a:cubicBezTo>
                  <a:close/>
                </a:path>
              </a:pathLst>
            </a:custGeom>
            <a:grpFill/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4FF41E3-905B-A9E9-8A1C-52AD7DB005FA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11063976" y="4270209"/>
              <a:ext cx="158648" cy="156803"/>
            </a:xfrm>
            <a:custGeom>
              <a:avLst/>
              <a:gdLst>
                <a:gd name="connsiteX0" fmla="*/ 158885 w 158648"/>
                <a:gd name="connsiteY0" fmla="*/ 79994 h 156803"/>
                <a:gd name="connsiteX1" fmla="*/ 79740 w 158648"/>
                <a:gd name="connsiteY1" fmla="*/ 55 h 156803"/>
                <a:gd name="connsiteX2" fmla="*/ 237 w 158648"/>
                <a:gd name="connsiteY2" fmla="*/ 79994 h 156803"/>
                <a:gd name="connsiteX3" fmla="*/ 79382 w 158648"/>
                <a:gd name="connsiteY3" fmla="*/ 156858 h 156803"/>
                <a:gd name="connsiteX4" fmla="*/ 158885 w 158648"/>
                <a:gd name="connsiteY4" fmla="*/ 79994 h 156803"/>
                <a:gd name="connsiteX5" fmla="*/ 79740 w 158648"/>
                <a:gd name="connsiteY5" fmla="*/ 148318 h 156803"/>
                <a:gd name="connsiteX6" fmla="*/ 38914 w 158648"/>
                <a:gd name="connsiteY6" fmla="*/ 125429 h 156803"/>
                <a:gd name="connsiteX7" fmla="*/ 29961 w 158648"/>
                <a:gd name="connsiteY7" fmla="*/ 77261 h 156803"/>
                <a:gd name="connsiteX8" fmla="*/ 38556 w 158648"/>
                <a:gd name="connsiteY8" fmla="*/ 30459 h 156803"/>
                <a:gd name="connsiteX9" fmla="*/ 79382 w 158648"/>
                <a:gd name="connsiteY9" fmla="*/ 7571 h 156803"/>
                <a:gd name="connsiteX10" fmla="*/ 119850 w 158648"/>
                <a:gd name="connsiteY10" fmla="*/ 29776 h 156803"/>
                <a:gd name="connsiteX11" fmla="*/ 129161 w 158648"/>
                <a:gd name="connsiteY11" fmla="*/ 77261 h 156803"/>
                <a:gd name="connsiteX12" fmla="*/ 121282 w 158648"/>
                <a:gd name="connsiteY12" fmla="*/ 123038 h 156803"/>
                <a:gd name="connsiteX13" fmla="*/ 79740 w 158648"/>
                <a:gd name="connsiteY13" fmla="*/ 148318 h 156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8648" h="156803">
                  <a:moveTo>
                    <a:pt x="158885" y="79994"/>
                  </a:moveTo>
                  <a:cubicBezTo>
                    <a:pt x="158885" y="36267"/>
                    <a:pt x="123073" y="55"/>
                    <a:pt x="79740" y="55"/>
                  </a:cubicBezTo>
                  <a:cubicBezTo>
                    <a:pt x="34975" y="55"/>
                    <a:pt x="237" y="37291"/>
                    <a:pt x="237" y="79994"/>
                  </a:cubicBezTo>
                  <a:cubicBezTo>
                    <a:pt x="237" y="124063"/>
                    <a:pt x="37482" y="156858"/>
                    <a:pt x="79382" y="156858"/>
                  </a:cubicBezTo>
                  <a:cubicBezTo>
                    <a:pt x="122715" y="156858"/>
                    <a:pt x="158885" y="123379"/>
                    <a:pt x="158885" y="79994"/>
                  </a:cubicBezTo>
                  <a:close/>
                  <a:moveTo>
                    <a:pt x="79740" y="148318"/>
                  </a:moveTo>
                  <a:cubicBezTo>
                    <a:pt x="64341" y="148318"/>
                    <a:pt x="48583" y="141144"/>
                    <a:pt x="38914" y="125429"/>
                  </a:cubicBezTo>
                  <a:cubicBezTo>
                    <a:pt x="29961" y="110398"/>
                    <a:pt x="29961" y="89559"/>
                    <a:pt x="29961" y="77261"/>
                  </a:cubicBezTo>
                  <a:cubicBezTo>
                    <a:pt x="29961" y="63938"/>
                    <a:pt x="29961" y="45490"/>
                    <a:pt x="38556" y="30459"/>
                  </a:cubicBezTo>
                  <a:cubicBezTo>
                    <a:pt x="48225" y="14745"/>
                    <a:pt x="65057" y="7571"/>
                    <a:pt x="79382" y="7571"/>
                  </a:cubicBezTo>
                  <a:cubicBezTo>
                    <a:pt x="95139" y="7571"/>
                    <a:pt x="110539" y="15086"/>
                    <a:pt x="119850" y="29776"/>
                  </a:cubicBezTo>
                  <a:cubicBezTo>
                    <a:pt x="129161" y="44465"/>
                    <a:pt x="129161" y="64279"/>
                    <a:pt x="129161" y="77261"/>
                  </a:cubicBezTo>
                  <a:cubicBezTo>
                    <a:pt x="129161" y="89559"/>
                    <a:pt x="129161" y="108007"/>
                    <a:pt x="121282" y="123038"/>
                  </a:cubicBezTo>
                  <a:cubicBezTo>
                    <a:pt x="113403" y="138411"/>
                    <a:pt x="97646" y="148318"/>
                    <a:pt x="79740" y="148318"/>
                  </a:cubicBezTo>
                  <a:close/>
                </a:path>
              </a:pathLst>
            </a:custGeom>
            <a:grpFill/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5C95374-20EB-5887-F1B0-BCC675433657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11243038" y="4272259"/>
              <a:ext cx="120329" cy="150995"/>
            </a:xfrm>
            <a:custGeom>
              <a:avLst/>
              <a:gdLst>
                <a:gd name="connsiteX0" fmla="*/ 50021 w 120329"/>
                <a:gd name="connsiteY0" fmla="*/ 37633 h 150995"/>
                <a:gd name="connsiteX1" fmla="*/ 50021 w 120329"/>
                <a:gd name="connsiteY1" fmla="*/ 55 h 150995"/>
                <a:gd name="connsiteX2" fmla="*/ 242 w 120329"/>
                <a:gd name="connsiteY2" fmla="*/ 3813 h 150995"/>
                <a:gd name="connsiteX3" fmla="*/ 242 w 120329"/>
                <a:gd name="connsiteY3" fmla="*/ 14403 h 150995"/>
                <a:gd name="connsiteX4" fmla="*/ 28175 w 120329"/>
                <a:gd name="connsiteY4" fmla="*/ 33534 h 150995"/>
                <a:gd name="connsiteX5" fmla="*/ 28175 w 120329"/>
                <a:gd name="connsiteY5" fmla="*/ 125087 h 150995"/>
                <a:gd name="connsiteX6" fmla="*/ 242 w 120329"/>
                <a:gd name="connsiteY6" fmla="*/ 140460 h 150995"/>
                <a:gd name="connsiteX7" fmla="*/ 242 w 120329"/>
                <a:gd name="connsiteY7" fmla="*/ 151051 h 150995"/>
                <a:gd name="connsiteX8" fmla="*/ 41068 w 120329"/>
                <a:gd name="connsiteY8" fmla="*/ 150026 h 150995"/>
                <a:gd name="connsiteX9" fmla="*/ 86549 w 120329"/>
                <a:gd name="connsiteY9" fmla="*/ 151051 h 150995"/>
                <a:gd name="connsiteX10" fmla="*/ 86549 w 120329"/>
                <a:gd name="connsiteY10" fmla="*/ 140460 h 150995"/>
                <a:gd name="connsiteX11" fmla="*/ 79029 w 120329"/>
                <a:gd name="connsiteY11" fmla="*/ 140460 h 150995"/>
                <a:gd name="connsiteX12" fmla="*/ 51811 w 120329"/>
                <a:gd name="connsiteY12" fmla="*/ 124404 h 150995"/>
                <a:gd name="connsiteX13" fmla="*/ 51811 w 120329"/>
                <a:gd name="connsiteY13" fmla="*/ 71795 h 150995"/>
                <a:gd name="connsiteX14" fmla="*/ 94070 w 120329"/>
                <a:gd name="connsiteY14" fmla="*/ 7571 h 150995"/>
                <a:gd name="connsiteX15" fmla="*/ 98009 w 120329"/>
                <a:gd name="connsiteY15" fmla="*/ 7912 h 150995"/>
                <a:gd name="connsiteX16" fmla="*/ 89772 w 120329"/>
                <a:gd name="connsiteY16" fmla="*/ 21235 h 150995"/>
                <a:gd name="connsiteX17" fmla="*/ 105172 w 120329"/>
                <a:gd name="connsiteY17" fmla="*/ 35925 h 150995"/>
                <a:gd name="connsiteX18" fmla="*/ 120571 w 120329"/>
                <a:gd name="connsiteY18" fmla="*/ 20894 h 150995"/>
                <a:gd name="connsiteX19" fmla="*/ 94070 w 120329"/>
                <a:gd name="connsiteY19" fmla="*/ 55 h 150995"/>
                <a:gd name="connsiteX20" fmla="*/ 50021 w 120329"/>
                <a:gd name="connsiteY20" fmla="*/ 37633 h 150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0329" h="150995">
                  <a:moveTo>
                    <a:pt x="50021" y="37633"/>
                  </a:moveTo>
                  <a:lnTo>
                    <a:pt x="50021" y="55"/>
                  </a:lnTo>
                  <a:lnTo>
                    <a:pt x="242" y="3813"/>
                  </a:lnTo>
                  <a:lnTo>
                    <a:pt x="242" y="14403"/>
                  </a:lnTo>
                  <a:cubicBezTo>
                    <a:pt x="25310" y="14403"/>
                    <a:pt x="28175" y="16794"/>
                    <a:pt x="28175" y="33534"/>
                  </a:cubicBezTo>
                  <a:lnTo>
                    <a:pt x="28175" y="125087"/>
                  </a:lnTo>
                  <a:cubicBezTo>
                    <a:pt x="28175" y="140460"/>
                    <a:pt x="24236" y="140460"/>
                    <a:pt x="242" y="140460"/>
                  </a:cubicBezTo>
                  <a:lnTo>
                    <a:pt x="242" y="151051"/>
                  </a:lnTo>
                  <a:cubicBezTo>
                    <a:pt x="14209" y="150709"/>
                    <a:pt x="31040" y="150026"/>
                    <a:pt x="41068" y="150026"/>
                  </a:cubicBezTo>
                  <a:cubicBezTo>
                    <a:pt x="55393" y="150026"/>
                    <a:pt x="72224" y="150026"/>
                    <a:pt x="86549" y="151051"/>
                  </a:cubicBezTo>
                  <a:lnTo>
                    <a:pt x="86549" y="140460"/>
                  </a:lnTo>
                  <a:lnTo>
                    <a:pt x="79029" y="140460"/>
                  </a:lnTo>
                  <a:cubicBezTo>
                    <a:pt x="52528" y="140460"/>
                    <a:pt x="51811" y="136703"/>
                    <a:pt x="51811" y="124404"/>
                  </a:cubicBezTo>
                  <a:lnTo>
                    <a:pt x="51811" y="71795"/>
                  </a:lnTo>
                  <a:cubicBezTo>
                    <a:pt x="51811" y="37975"/>
                    <a:pt x="66853" y="7571"/>
                    <a:pt x="94070" y="7571"/>
                  </a:cubicBezTo>
                  <a:cubicBezTo>
                    <a:pt x="96577" y="7571"/>
                    <a:pt x="97293" y="7571"/>
                    <a:pt x="98009" y="7912"/>
                  </a:cubicBezTo>
                  <a:cubicBezTo>
                    <a:pt x="96935" y="8254"/>
                    <a:pt x="89772" y="12353"/>
                    <a:pt x="89772" y="21235"/>
                  </a:cubicBezTo>
                  <a:cubicBezTo>
                    <a:pt x="89772" y="30801"/>
                    <a:pt x="97293" y="35925"/>
                    <a:pt x="105172" y="35925"/>
                  </a:cubicBezTo>
                  <a:cubicBezTo>
                    <a:pt x="111618" y="35925"/>
                    <a:pt x="120571" y="31826"/>
                    <a:pt x="120571" y="20894"/>
                  </a:cubicBezTo>
                  <a:cubicBezTo>
                    <a:pt x="120571" y="9962"/>
                    <a:pt x="109469" y="55"/>
                    <a:pt x="94070" y="55"/>
                  </a:cubicBezTo>
                  <a:cubicBezTo>
                    <a:pt x="67927" y="55"/>
                    <a:pt x="55035" y="22943"/>
                    <a:pt x="50021" y="37633"/>
                  </a:cubicBezTo>
                  <a:close/>
                </a:path>
              </a:pathLst>
            </a:custGeom>
            <a:grpFill/>
            <a:ln w="3561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69899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86E2B-2219-DA61-33C4-185B2ED44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21275F-B043-0524-F525-8AE3D3324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7"/>
            <a:ext cx="6858001" cy="1325563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Example –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7485A6-6CFE-9DCF-ED99-37E6B610F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1147" y="904568"/>
            <a:ext cx="9940413" cy="553556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311A3A-73E3-72B0-0C84-17B347B9B833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325565" y="666748"/>
            <a:ext cx="10548071" cy="5072870"/>
          </a:xfrm>
          <a:prstGeom prst="rect">
            <a:avLst/>
          </a:prstGeom>
        </p:spPr>
      </p:pic>
      <p:grpSp>
        <p:nvGrpSpPr>
          <p:cNvPr id="43" name="Group 42" descr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{Reduce $h$ to reduce error...}&#10;\end{align*}&#10;%%}&#10;\end{document}" title="IguanaTex Vector Display">
            <a:extLst>
              <a:ext uri="{FF2B5EF4-FFF2-40B4-BE49-F238E27FC236}">
                <a16:creationId xmlns:a16="http://schemas.microsoft.com/office/drawing/2014/main" id="{BB93A809-387C-FDAE-7108-D8503F83EC87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2877623" y="2357117"/>
            <a:ext cx="4126227" cy="244598"/>
            <a:chOff x="8788934" y="4186171"/>
            <a:chExt cx="4126227" cy="244598"/>
          </a:xfrm>
          <a:solidFill>
            <a:srgbClr val="EE0000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C580857-416C-496F-4CEE-E364DD494F5F}"/>
                </a:ext>
              </a:extLst>
            </p:cNvPr>
            <p:cNvSpPr/>
            <p:nvPr>
              <p:custDataLst>
                <p:tags r:id="rId2"/>
              </p:custDataLst>
            </p:nvPr>
          </p:nvSpPr>
          <p:spPr>
            <a:xfrm>
              <a:off x="8788934" y="4189928"/>
              <a:ext cx="246927" cy="240841"/>
            </a:xfrm>
            <a:custGeom>
              <a:avLst/>
              <a:gdLst>
                <a:gd name="connsiteX0" fmla="*/ 67133 w 246927"/>
                <a:gd name="connsiteY0" fmla="*/ 112789 h 240841"/>
                <a:gd name="connsiteX1" fmla="*/ 67133 w 246927"/>
                <a:gd name="connsiteY1" fmla="*/ 24310 h 240841"/>
                <a:gd name="connsiteX2" fmla="*/ 74927 w 246927"/>
                <a:gd name="connsiteY2" fmla="*/ 11328 h 240841"/>
                <a:gd name="connsiteX3" fmla="*/ 95829 w 246927"/>
                <a:gd name="connsiteY3" fmla="*/ 10645 h 240841"/>
                <a:gd name="connsiteX4" fmla="*/ 167392 w 246927"/>
                <a:gd name="connsiteY4" fmla="*/ 61546 h 240841"/>
                <a:gd name="connsiteX5" fmla="*/ 106457 w 246927"/>
                <a:gd name="connsiteY5" fmla="*/ 112789 h 240841"/>
                <a:gd name="connsiteX6" fmla="*/ 67133 w 246927"/>
                <a:gd name="connsiteY6" fmla="*/ 112789 h 240841"/>
                <a:gd name="connsiteX7" fmla="*/ 141884 w 246927"/>
                <a:gd name="connsiteY7" fmla="*/ 117230 h 240841"/>
                <a:gd name="connsiteX8" fmla="*/ 203881 w 246927"/>
                <a:gd name="connsiteY8" fmla="*/ 61546 h 240841"/>
                <a:gd name="connsiteX9" fmla="*/ 111417 w 246927"/>
                <a:gd name="connsiteY9" fmla="*/ 55 h 240841"/>
                <a:gd name="connsiteX10" fmla="*/ 175 w 246927"/>
                <a:gd name="connsiteY10" fmla="*/ 55 h 240841"/>
                <a:gd name="connsiteX11" fmla="*/ 175 w 246927"/>
                <a:gd name="connsiteY11" fmla="*/ 10645 h 240841"/>
                <a:gd name="connsiteX12" fmla="*/ 8678 w 246927"/>
                <a:gd name="connsiteY12" fmla="*/ 10645 h 240841"/>
                <a:gd name="connsiteX13" fmla="*/ 36665 w 246927"/>
                <a:gd name="connsiteY13" fmla="*/ 26701 h 240841"/>
                <a:gd name="connsiteX14" fmla="*/ 36665 w 246927"/>
                <a:gd name="connsiteY14" fmla="*/ 206734 h 240841"/>
                <a:gd name="connsiteX15" fmla="*/ 8678 w 246927"/>
                <a:gd name="connsiteY15" fmla="*/ 222790 h 240841"/>
                <a:gd name="connsiteX16" fmla="*/ 175 w 246927"/>
                <a:gd name="connsiteY16" fmla="*/ 222790 h 240841"/>
                <a:gd name="connsiteX17" fmla="*/ 175 w 246927"/>
                <a:gd name="connsiteY17" fmla="*/ 233381 h 240841"/>
                <a:gd name="connsiteX18" fmla="*/ 51899 w 246927"/>
                <a:gd name="connsiteY18" fmla="*/ 232356 h 240841"/>
                <a:gd name="connsiteX19" fmla="*/ 103623 w 246927"/>
                <a:gd name="connsiteY19" fmla="*/ 233381 h 240841"/>
                <a:gd name="connsiteX20" fmla="*/ 103623 w 246927"/>
                <a:gd name="connsiteY20" fmla="*/ 222790 h 240841"/>
                <a:gd name="connsiteX21" fmla="*/ 95120 w 246927"/>
                <a:gd name="connsiteY21" fmla="*/ 222790 h 240841"/>
                <a:gd name="connsiteX22" fmla="*/ 67133 w 246927"/>
                <a:gd name="connsiteY22" fmla="*/ 206734 h 240841"/>
                <a:gd name="connsiteX23" fmla="*/ 67133 w 246927"/>
                <a:gd name="connsiteY23" fmla="*/ 120305 h 240841"/>
                <a:gd name="connsiteX24" fmla="*/ 107874 w 246927"/>
                <a:gd name="connsiteY24" fmla="*/ 120305 h 240841"/>
                <a:gd name="connsiteX25" fmla="*/ 140821 w 246927"/>
                <a:gd name="connsiteY25" fmla="*/ 131920 h 240841"/>
                <a:gd name="connsiteX26" fmla="*/ 154284 w 246927"/>
                <a:gd name="connsiteY26" fmla="*/ 177697 h 240841"/>
                <a:gd name="connsiteX27" fmla="*/ 168809 w 246927"/>
                <a:gd name="connsiteY27" fmla="*/ 226548 h 240841"/>
                <a:gd name="connsiteX28" fmla="*/ 213447 w 246927"/>
                <a:gd name="connsiteY28" fmla="*/ 240896 h 240841"/>
                <a:gd name="connsiteX29" fmla="*/ 247103 w 246927"/>
                <a:gd name="connsiteY29" fmla="*/ 203318 h 240841"/>
                <a:gd name="connsiteX30" fmla="*/ 242497 w 246927"/>
                <a:gd name="connsiteY30" fmla="*/ 197511 h 240841"/>
                <a:gd name="connsiteX31" fmla="*/ 238246 w 246927"/>
                <a:gd name="connsiteY31" fmla="*/ 202977 h 240841"/>
                <a:gd name="connsiteX32" fmla="*/ 214864 w 246927"/>
                <a:gd name="connsiteY32" fmla="*/ 233381 h 240841"/>
                <a:gd name="connsiteX33" fmla="*/ 189711 w 246927"/>
                <a:gd name="connsiteY33" fmla="*/ 184188 h 240841"/>
                <a:gd name="connsiteX34" fmla="*/ 185105 w 246927"/>
                <a:gd name="connsiteY34" fmla="*/ 156858 h 240841"/>
                <a:gd name="connsiteX35" fmla="*/ 141884 w 246927"/>
                <a:gd name="connsiteY35" fmla="*/ 117230 h 24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6927" h="240841">
                  <a:moveTo>
                    <a:pt x="67133" y="112789"/>
                  </a:moveTo>
                  <a:lnTo>
                    <a:pt x="67133" y="24310"/>
                  </a:lnTo>
                  <a:cubicBezTo>
                    <a:pt x="67133" y="16453"/>
                    <a:pt x="67133" y="12353"/>
                    <a:pt x="74927" y="11328"/>
                  </a:cubicBezTo>
                  <a:cubicBezTo>
                    <a:pt x="78469" y="10645"/>
                    <a:pt x="88743" y="10645"/>
                    <a:pt x="95829" y="10645"/>
                  </a:cubicBezTo>
                  <a:cubicBezTo>
                    <a:pt x="127713" y="10645"/>
                    <a:pt x="167392" y="12012"/>
                    <a:pt x="167392" y="61546"/>
                  </a:cubicBezTo>
                  <a:cubicBezTo>
                    <a:pt x="167392" y="85118"/>
                    <a:pt x="158889" y="112789"/>
                    <a:pt x="106457" y="112789"/>
                  </a:cubicBezTo>
                  <a:lnTo>
                    <a:pt x="67133" y="112789"/>
                  </a:lnTo>
                  <a:close/>
                  <a:moveTo>
                    <a:pt x="141884" y="117230"/>
                  </a:moveTo>
                  <a:cubicBezTo>
                    <a:pt x="176248" y="109031"/>
                    <a:pt x="203881" y="88193"/>
                    <a:pt x="203881" y="61546"/>
                  </a:cubicBezTo>
                  <a:cubicBezTo>
                    <a:pt x="203881" y="28751"/>
                    <a:pt x="163495" y="55"/>
                    <a:pt x="111417" y="55"/>
                  </a:cubicBezTo>
                  <a:lnTo>
                    <a:pt x="175" y="55"/>
                  </a:lnTo>
                  <a:lnTo>
                    <a:pt x="175" y="10645"/>
                  </a:lnTo>
                  <a:lnTo>
                    <a:pt x="8678" y="10645"/>
                  </a:lnTo>
                  <a:cubicBezTo>
                    <a:pt x="35957" y="10645"/>
                    <a:pt x="36665" y="14403"/>
                    <a:pt x="36665" y="26701"/>
                  </a:cubicBezTo>
                  <a:lnTo>
                    <a:pt x="36665" y="206734"/>
                  </a:lnTo>
                  <a:cubicBezTo>
                    <a:pt x="36665" y="219033"/>
                    <a:pt x="35957" y="222790"/>
                    <a:pt x="8678" y="222790"/>
                  </a:cubicBezTo>
                  <a:lnTo>
                    <a:pt x="175" y="222790"/>
                  </a:lnTo>
                  <a:lnTo>
                    <a:pt x="175" y="233381"/>
                  </a:lnTo>
                  <a:cubicBezTo>
                    <a:pt x="12929" y="232356"/>
                    <a:pt x="38082" y="232356"/>
                    <a:pt x="51899" y="232356"/>
                  </a:cubicBezTo>
                  <a:cubicBezTo>
                    <a:pt x="65716" y="232356"/>
                    <a:pt x="90869" y="232356"/>
                    <a:pt x="103623" y="233381"/>
                  </a:cubicBezTo>
                  <a:lnTo>
                    <a:pt x="103623" y="222790"/>
                  </a:lnTo>
                  <a:lnTo>
                    <a:pt x="95120" y="222790"/>
                  </a:lnTo>
                  <a:cubicBezTo>
                    <a:pt x="67841" y="222790"/>
                    <a:pt x="67133" y="219033"/>
                    <a:pt x="67133" y="206734"/>
                  </a:cubicBezTo>
                  <a:lnTo>
                    <a:pt x="67133" y="120305"/>
                  </a:lnTo>
                  <a:lnTo>
                    <a:pt x="107874" y="120305"/>
                  </a:lnTo>
                  <a:cubicBezTo>
                    <a:pt x="113542" y="120305"/>
                    <a:pt x="128422" y="120305"/>
                    <a:pt x="140821" y="131920"/>
                  </a:cubicBezTo>
                  <a:cubicBezTo>
                    <a:pt x="154284" y="144218"/>
                    <a:pt x="154284" y="154808"/>
                    <a:pt x="154284" y="177697"/>
                  </a:cubicBezTo>
                  <a:cubicBezTo>
                    <a:pt x="154284" y="199902"/>
                    <a:pt x="154284" y="213567"/>
                    <a:pt x="168809" y="226548"/>
                  </a:cubicBezTo>
                  <a:cubicBezTo>
                    <a:pt x="183334" y="238847"/>
                    <a:pt x="202819" y="240896"/>
                    <a:pt x="213447" y="240896"/>
                  </a:cubicBezTo>
                  <a:cubicBezTo>
                    <a:pt x="241080" y="240896"/>
                    <a:pt x="247103" y="212884"/>
                    <a:pt x="247103" y="203318"/>
                  </a:cubicBezTo>
                  <a:cubicBezTo>
                    <a:pt x="247103" y="201268"/>
                    <a:pt x="247103" y="197511"/>
                    <a:pt x="242497" y="197511"/>
                  </a:cubicBezTo>
                  <a:cubicBezTo>
                    <a:pt x="238600" y="197511"/>
                    <a:pt x="238600" y="200585"/>
                    <a:pt x="238246" y="202977"/>
                  </a:cubicBezTo>
                  <a:cubicBezTo>
                    <a:pt x="236120" y="227231"/>
                    <a:pt x="223721" y="233381"/>
                    <a:pt x="214864" y="233381"/>
                  </a:cubicBezTo>
                  <a:cubicBezTo>
                    <a:pt x="197505" y="233381"/>
                    <a:pt x="194670" y="215958"/>
                    <a:pt x="189711" y="184188"/>
                  </a:cubicBezTo>
                  <a:lnTo>
                    <a:pt x="185105" y="156858"/>
                  </a:lnTo>
                  <a:cubicBezTo>
                    <a:pt x="178728" y="134994"/>
                    <a:pt x="161369" y="123721"/>
                    <a:pt x="141884" y="117230"/>
                  </a:cubicBezTo>
                  <a:close/>
                </a:path>
              </a:pathLst>
            </a:custGeom>
            <a:grpFill/>
            <a:ln w="35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CEFC918-6A10-AA03-09DE-59D69D26CE2E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9047238" y="4270209"/>
              <a:ext cx="137103" cy="156803"/>
            </a:xfrm>
            <a:custGeom>
              <a:avLst/>
              <a:gdLst>
                <a:gd name="connsiteX0" fmla="*/ 29942 w 137103"/>
                <a:gd name="connsiteY0" fmla="*/ 67012 h 156803"/>
                <a:gd name="connsiteX1" fmla="*/ 73871 w 137103"/>
                <a:gd name="connsiteY1" fmla="*/ 7571 h 156803"/>
                <a:gd name="connsiteX2" fmla="*/ 113904 w 137103"/>
                <a:gd name="connsiteY2" fmla="*/ 67012 h 156803"/>
                <a:gd name="connsiteX3" fmla="*/ 29942 w 137103"/>
                <a:gd name="connsiteY3" fmla="*/ 67012 h 156803"/>
                <a:gd name="connsiteX4" fmla="*/ 29587 w 137103"/>
                <a:gd name="connsiteY4" fmla="*/ 74186 h 156803"/>
                <a:gd name="connsiteX5" fmla="*/ 128429 w 137103"/>
                <a:gd name="connsiteY5" fmla="*/ 74186 h 156803"/>
                <a:gd name="connsiteX6" fmla="*/ 137286 w 137103"/>
                <a:gd name="connsiteY6" fmla="*/ 67012 h 156803"/>
                <a:gd name="connsiteX7" fmla="*/ 73871 w 137103"/>
                <a:gd name="connsiteY7" fmla="*/ 55 h 156803"/>
                <a:gd name="connsiteX8" fmla="*/ 183 w 137103"/>
                <a:gd name="connsiteY8" fmla="*/ 77944 h 156803"/>
                <a:gd name="connsiteX9" fmla="*/ 78122 w 137103"/>
                <a:gd name="connsiteY9" fmla="*/ 156858 h 156803"/>
                <a:gd name="connsiteX10" fmla="*/ 137286 w 137103"/>
                <a:gd name="connsiteY10" fmla="*/ 112448 h 156803"/>
                <a:gd name="connsiteX11" fmla="*/ 132680 w 137103"/>
                <a:gd name="connsiteY11" fmla="*/ 108348 h 156803"/>
                <a:gd name="connsiteX12" fmla="*/ 128075 w 137103"/>
                <a:gd name="connsiteY12" fmla="*/ 113131 h 156803"/>
                <a:gd name="connsiteX13" fmla="*/ 80248 w 137103"/>
                <a:gd name="connsiteY13" fmla="*/ 148318 h 156803"/>
                <a:gd name="connsiteX14" fmla="*/ 40215 w 137103"/>
                <a:gd name="connsiteY14" fmla="*/ 125429 h 156803"/>
                <a:gd name="connsiteX15" fmla="*/ 29587 w 137103"/>
                <a:gd name="connsiteY15" fmla="*/ 74186 h 156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7103" h="156803">
                  <a:moveTo>
                    <a:pt x="29942" y="67012"/>
                  </a:moveTo>
                  <a:cubicBezTo>
                    <a:pt x="32067" y="16111"/>
                    <a:pt x="61826" y="7571"/>
                    <a:pt x="73871" y="7571"/>
                  </a:cubicBezTo>
                  <a:cubicBezTo>
                    <a:pt x="110361" y="7571"/>
                    <a:pt x="113904" y="53689"/>
                    <a:pt x="113904" y="67012"/>
                  </a:cubicBezTo>
                  <a:lnTo>
                    <a:pt x="29942" y="67012"/>
                  </a:lnTo>
                  <a:close/>
                  <a:moveTo>
                    <a:pt x="29587" y="74186"/>
                  </a:moveTo>
                  <a:lnTo>
                    <a:pt x="128429" y="74186"/>
                  </a:lnTo>
                  <a:cubicBezTo>
                    <a:pt x="136223" y="74186"/>
                    <a:pt x="137286" y="74186"/>
                    <a:pt x="137286" y="67012"/>
                  </a:cubicBezTo>
                  <a:cubicBezTo>
                    <a:pt x="137286" y="33192"/>
                    <a:pt x="118155" y="55"/>
                    <a:pt x="73871" y="55"/>
                  </a:cubicBezTo>
                  <a:cubicBezTo>
                    <a:pt x="32776" y="55"/>
                    <a:pt x="183" y="35242"/>
                    <a:pt x="183" y="77944"/>
                  </a:cubicBezTo>
                  <a:cubicBezTo>
                    <a:pt x="183" y="123721"/>
                    <a:pt x="37381" y="156858"/>
                    <a:pt x="78122" y="156858"/>
                  </a:cubicBezTo>
                  <a:cubicBezTo>
                    <a:pt x="121344" y="156858"/>
                    <a:pt x="137286" y="118938"/>
                    <a:pt x="137286" y="112448"/>
                  </a:cubicBezTo>
                  <a:cubicBezTo>
                    <a:pt x="137286" y="109031"/>
                    <a:pt x="134452" y="108348"/>
                    <a:pt x="132680" y="108348"/>
                  </a:cubicBezTo>
                  <a:cubicBezTo>
                    <a:pt x="129492" y="108348"/>
                    <a:pt x="128783" y="110398"/>
                    <a:pt x="128075" y="113131"/>
                  </a:cubicBezTo>
                  <a:cubicBezTo>
                    <a:pt x="115675" y="148318"/>
                    <a:pt x="83791" y="148318"/>
                    <a:pt x="80248" y="148318"/>
                  </a:cubicBezTo>
                  <a:cubicBezTo>
                    <a:pt x="62535" y="148318"/>
                    <a:pt x="48364" y="138069"/>
                    <a:pt x="40215" y="125429"/>
                  </a:cubicBezTo>
                  <a:cubicBezTo>
                    <a:pt x="29587" y="109031"/>
                    <a:pt x="29587" y="86485"/>
                    <a:pt x="29587" y="74186"/>
                  </a:cubicBezTo>
                  <a:close/>
                </a:path>
              </a:pathLst>
            </a:custGeom>
            <a:grpFill/>
            <a:ln w="35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B117BAD-9C8A-541D-7932-F347425F9F4D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9206818" y="4186171"/>
              <a:ext cx="174655" cy="240841"/>
            </a:xfrm>
            <a:custGeom>
              <a:avLst/>
              <a:gdLst>
                <a:gd name="connsiteX0" fmla="*/ 122765 w 174655"/>
                <a:gd name="connsiteY0" fmla="*/ 218349 h 240841"/>
                <a:gd name="connsiteX1" fmla="*/ 122765 w 174655"/>
                <a:gd name="connsiteY1" fmla="*/ 240896 h 240841"/>
                <a:gd name="connsiteX2" fmla="*/ 174843 w 174655"/>
                <a:gd name="connsiteY2" fmla="*/ 237138 h 240841"/>
                <a:gd name="connsiteX3" fmla="*/ 174843 w 174655"/>
                <a:gd name="connsiteY3" fmla="*/ 226548 h 240841"/>
                <a:gd name="connsiteX4" fmla="*/ 147210 w 174655"/>
                <a:gd name="connsiteY4" fmla="*/ 207418 h 240841"/>
                <a:gd name="connsiteX5" fmla="*/ 147210 w 174655"/>
                <a:gd name="connsiteY5" fmla="*/ 55 h 240841"/>
                <a:gd name="connsiteX6" fmla="*/ 96195 w 174655"/>
                <a:gd name="connsiteY6" fmla="*/ 3813 h 240841"/>
                <a:gd name="connsiteX7" fmla="*/ 96195 w 174655"/>
                <a:gd name="connsiteY7" fmla="*/ 14403 h 240841"/>
                <a:gd name="connsiteX8" fmla="*/ 123828 w 174655"/>
                <a:gd name="connsiteY8" fmla="*/ 33534 h 240841"/>
                <a:gd name="connsiteX9" fmla="*/ 123828 w 174655"/>
                <a:gd name="connsiteY9" fmla="*/ 107323 h 240841"/>
                <a:gd name="connsiteX10" fmla="*/ 79190 w 174655"/>
                <a:gd name="connsiteY10" fmla="*/ 86143 h 240841"/>
                <a:gd name="connsiteX11" fmla="*/ 187 w 174655"/>
                <a:gd name="connsiteY11" fmla="*/ 163690 h 240841"/>
                <a:gd name="connsiteX12" fmla="*/ 75293 w 174655"/>
                <a:gd name="connsiteY12" fmla="*/ 240896 h 240841"/>
                <a:gd name="connsiteX13" fmla="*/ 122765 w 174655"/>
                <a:gd name="connsiteY13" fmla="*/ 218349 h 240841"/>
                <a:gd name="connsiteX14" fmla="*/ 122765 w 174655"/>
                <a:gd name="connsiteY14" fmla="*/ 126796 h 240841"/>
                <a:gd name="connsiteX15" fmla="*/ 122765 w 174655"/>
                <a:gd name="connsiteY15" fmla="*/ 196827 h 240841"/>
                <a:gd name="connsiteX16" fmla="*/ 118868 w 174655"/>
                <a:gd name="connsiteY16" fmla="*/ 209467 h 240841"/>
                <a:gd name="connsiteX17" fmla="*/ 77064 w 174655"/>
                <a:gd name="connsiteY17" fmla="*/ 233381 h 240841"/>
                <a:gd name="connsiteX18" fmla="*/ 39866 w 174655"/>
                <a:gd name="connsiteY18" fmla="*/ 211517 h 240841"/>
                <a:gd name="connsiteX19" fmla="*/ 29592 w 174655"/>
                <a:gd name="connsiteY19" fmla="*/ 164032 h 240841"/>
                <a:gd name="connsiteX20" fmla="*/ 40574 w 174655"/>
                <a:gd name="connsiteY20" fmla="*/ 115522 h 240841"/>
                <a:gd name="connsiteX21" fmla="*/ 80607 w 174655"/>
                <a:gd name="connsiteY21" fmla="*/ 93658 h 240841"/>
                <a:gd name="connsiteX22" fmla="*/ 118868 w 174655"/>
                <a:gd name="connsiteY22" fmla="*/ 114156 h 240841"/>
                <a:gd name="connsiteX23" fmla="*/ 122765 w 174655"/>
                <a:gd name="connsiteY23" fmla="*/ 126796 h 24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4655" h="240841">
                  <a:moveTo>
                    <a:pt x="122765" y="218349"/>
                  </a:moveTo>
                  <a:lnTo>
                    <a:pt x="122765" y="240896"/>
                  </a:lnTo>
                  <a:lnTo>
                    <a:pt x="174843" y="237138"/>
                  </a:lnTo>
                  <a:lnTo>
                    <a:pt x="174843" y="226548"/>
                  </a:lnTo>
                  <a:cubicBezTo>
                    <a:pt x="150044" y="226548"/>
                    <a:pt x="147210" y="224157"/>
                    <a:pt x="147210" y="207418"/>
                  </a:cubicBezTo>
                  <a:lnTo>
                    <a:pt x="147210" y="55"/>
                  </a:lnTo>
                  <a:lnTo>
                    <a:pt x="96195" y="3813"/>
                  </a:lnTo>
                  <a:lnTo>
                    <a:pt x="96195" y="14403"/>
                  </a:lnTo>
                  <a:cubicBezTo>
                    <a:pt x="120994" y="14403"/>
                    <a:pt x="123828" y="16794"/>
                    <a:pt x="123828" y="33534"/>
                  </a:cubicBezTo>
                  <a:lnTo>
                    <a:pt x="123828" y="107323"/>
                  </a:lnTo>
                  <a:cubicBezTo>
                    <a:pt x="113554" y="95025"/>
                    <a:pt x="98320" y="86143"/>
                    <a:pt x="79190" y="86143"/>
                  </a:cubicBezTo>
                  <a:cubicBezTo>
                    <a:pt x="37386" y="86143"/>
                    <a:pt x="187" y="119622"/>
                    <a:pt x="187" y="163690"/>
                  </a:cubicBezTo>
                  <a:cubicBezTo>
                    <a:pt x="187" y="207076"/>
                    <a:pt x="34906" y="240896"/>
                    <a:pt x="75293" y="240896"/>
                  </a:cubicBezTo>
                  <a:cubicBezTo>
                    <a:pt x="97966" y="240896"/>
                    <a:pt x="113908" y="229281"/>
                    <a:pt x="122765" y="218349"/>
                  </a:cubicBezTo>
                  <a:close/>
                  <a:moveTo>
                    <a:pt x="122765" y="126796"/>
                  </a:moveTo>
                  <a:lnTo>
                    <a:pt x="122765" y="196827"/>
                  </a:lnTo>
                  <a:cubicBezTo>
                    <a:pt x="122765" y="202977"/>
                    <a:pt x="122765" y="203660"/>
                    <a:pt x="118868" y="209467"/>
                  </a:cubicBezTo>
                  <a:cubicBezTo>
                    <a:pt x="108240" y="225865"/>
                    <a:pt x="92298" y="233381"/>
                    <a:pt x="77064" y="233381"/>
                  </a:cubicBezTo>
                  <a:cubicBezTo>
                    <a:pt x="61122" y="233381"/>
                    <a:pt x="48368" y="224499"/>
                    <a:pt x="39866" y="211517"/>
                  </a:cubicBezTo>
                  <a:cubicBezTo>
                    <a:pt x="30654" y="197511"/>
                    <a:pt x="29592" y="178038"/>
                    <a:pt x="29592" y="164032"/>
                  </a:cubicBezTo>
                  <a:cubicBezTo>
                    <a:pt x="29592" y="151392"/>
                    <a:pt x="30300" y="130895"/>
                    <a:pt x="40574" y="115522"/>
                  </a:cubicBezTo>
                  <a:cubicBezTo>
                    <a:pt x="48014" y="104932"/>
                    <a:pt x="61476" y="93658"/>
                    <a:pt x="80607" y="93658"/>
                  </a:cubicBezTo>
                  <a:cubicBezTo>
                    <a:pt x="93006" y="93658"/>
                    <a:pt x="107886" y="98783"/>
                    <a:pt x="118868" y="114156"/>
                  </a:cubicBezTo>
                  <a:cubicBezTo>
                    <a:pt x="122765" y="119963"/>
                    <a:pt x="122765" y="120646"/>
                    <a:pt x="122765" y="126796"/>
                  </a:cubicBezTo>
                  <a:close/>
                </a:path>
              </a:pathLst>
            </a:custGeom>
            <a:grpFill/>
            <a:ln w="35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EB5DD8B-575E-F7AB-36B2-2F825D2575B5}"/>
                </a:ext>
              </a:extLst>
            </p:cNvPr>
            <p:cNvSpPr/>
            <p:nvPr>
              <p:custDataLst>
                <p:tags r:id="rId5"/>
              </p:custDataLst>
            </p:nvPr>
          </p:nvSpPr>
          <p:spPr>
            <a:xfrm>
              <a:off x="9402928" y="4272259"/>
              <a:ext cx="178198" cy="154753"/>
            </a:xfrm>
            <a:custGeom>
              <a:avLst/>
              <a:gdLst>
                <a:gd name="connsiteX0" fmla="*/ 127376 w 178198"/>
                <a:gd name="connsiteY0" fmla="*/ 124063 h 154753"/>
                <a:gd name="connsiteX1" fmla="*/ 127376 w 178198"/>
                <a:gd name="connsiteY1" fmla="*/ 154808 h 154753"/>
                <a:gd name="connsiteX2" fmla="*/ 178391 w 178198"/>
                <a:gd name="connsiteY2" fmla="*/ 151051 h 154753"/>
                <a:gd name="connsiteX3" fmla="*/ 178391 w 178198"/>
                <a:gd name="connsiteY3" fmla="*/ 140460 h 154753"/>
                <a:gd name="connsiteX4" fmla="*/ 150758 w 178198"/>
                <a:gd name="connsiteY4" fmla="*/ 121330 h 154753"/>
                <a:gd name="connsiteX5" fmla="*/ 150758 w 178198"/>
                <a:gd name="connsiteY5" fmla="*/ 55 h 154753"/>
                <a:gd name="connsiteX6" fmla="*/ 98680 w 178198"/>
                <a:gd name="connsiteY6" fmla="*/ 3813 h 154753"/>
                <a:gd name="connsiteX7" fmla="*/ 98680 w 178198"/>
                <a:gd name="connsiteY7" fmla="*/ 14403 h 154753"/>
                <a:gd name="connsiteX8" fmla="*/ 126313 w 178198"/>
                <a:gd name="connsiteY8" fmla="*/ 33534 h 154753"/>
                <a:gd name="connsiteX9" fmla="*/ 126313 w 178198"/>
                <a:gd name="connsiteY9" fmla="*/ 94342 h 154753"/>
                <a:gd name="connsiteX10" fmla="*/ 83446 w 178198"/>
                <a:gd name="connsiteY10" fmla="*/ 147293 h 154753"/>
                <a:gd name="connsiteX11" fmla="*/ 52271 w 178198"/>
                <a:gd name="connsiteY11" fmla="*/ 113472 h 154753"/>
                <a:gd name="connsiteX12" fmla="*/ 52271 w 178198"/>
                <a:gd name="connsiteY12" fmla="*/ 55 h 154753"/>
                <a:gd name="connsiteX13" fmla="*/ 193 w 178198"/>
                <a:gd name="connsiteY13" fmla="*/ 3813 h 154753"/>
                <a:gd name="connsiteX14" fmla="*/ 193 w 178198"/>
                <a:gd name="connsiteY14" fmla="*/ 14403 h 154753"/>
                <a:gd name="connsiteX15" fmla="*/ 27826 w 178198"/>
                <a:gd name="connsiteY15" fmla="*/ 45832 h 154753"/>
                <a:gd name="connsiteX16" fmla="*/ 27826 w 178198"/>
                <a:gd name="connsiteY16" fmla="*/ 97075 h 154753"/>
                <a:gd name="connsiteX17" fmla="*/ 81675 w 178198"/>
                <a:gd name="connsiteY17" fmla="*/ 154808 h 154753"/>
                <a:gd name="connsiteX18" fmla="*/ 127376 w 178198"/>
                <a:gd name="connsiteY18" fmla="*/ 124063 h 154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8198" h="154753">
                  <a:moveTo>
                    <a:pt x="127376" y="124063"/>
                  </a:moveTo>
                  <a:lnTo>
                    <a:pt x="127376" y="154808"/>
                  </a:lnTo>
                  <a:lnTo>
                    <a:pt x="178391" y="151051"/>
                  </a:lnTo>
                  <a:lnTo>
                    <a:pt x="178391" y="140460"/>
                  </a:lnTo>
                  <a:cubicBezTo>
                    <a:pt x="153592" y="140460"/>
                    <a:pt x="150758" y="138069"/>
                    <a:pt x="150758" y="121330"/>
                  </a:cubicBezTo>
                  <a:lnTo>
                    <a:pt x="150758" y="55"/>
                  </a:lnTo>
                  <a:lnTo>
                    <a:pt x="98680" y="3813"/>
                  </a:lnTo>
                  <a:lnTo>
                    <a:pt x="98680" y="14403"/>
                  </a:lnTo>
                  <a:cubicBezTo>
                    <a:pt x="123479" y="14403"/>
                    <a:pt x="126313" y="16794"/>
                    <a:pt x="126313" y="33534"/>
                  </a:cubicBezTo>
                  <a:lnTo>
                    <a:pt x="126313" y="94342"/>
                  </a:lnTo>
                  <a:cubicBezTo>
                    <a:pt x="126313" y="124063"/>
                    <a:pt x="109308" y="147293"/>
                    <a:pt x="83446" y="147293"/>
                  </a:cubicBezTo>
                  <a:cubicBezTo>
                    <a:pt x="53688" y="147293"/>
                    <a:pt x="52271" y="131237"/>
                    <a:pt x="52271" y="113472"/>
                  </a:cubicBezTo>
                  <a:lnTo>
                    <a:pt x="52271" y="55"/>
                  </a:lnTo>
                  <a:lnTo>
                    <a:pt x="193" y="3813"/>
                  </a:lnTo>
                  <a:lnTo>
                    <a:pt x="193" y="14403"/>
                  </a:lnTo>
                  <a:cubicBezTo>
                    <a:pt x="27826" y="14403"/>
                    <a:pt x="27826" y="15428"/>
                    <a:pt x="27826" y="45832"/>
                  </a:cubicBezTo>
                  <a:lnTo>
                    <a:pt x="27826" y="97075"/>
                  </a:lnTo>
                  <a:cubicBezTo>
                    <a:pt x="27826" y="123721"/>
                    <a:pt x="27826" y="154808"/>
                    <a:pt x="81675" y="154808"/>
                  </a:cubicBezTo>
                  <a:cubicBezTo>
                    <a:pt x="101514" y="154808"/>
                    <a:pt x="117102" y="145243"/>
                    <a:pt x="127376" y="124063"/>
                  </a:cubicBezTo>
                  <a:close/>
                </a:path>
              </a:pathLst>
            </a:custGeom>
            <a:grpFill/>
            <a:ln w="35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C1E9D09-973F-04CD-BFA4-40EC56CCCE6E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>
            <a:xfrm>
              <a:off x="9600454" y="4270209"/>
              <a:ext cx="134977" cy="156803"/>
            </a:xfrm>
            <a:custGeom>
              <a:avLst/>
              <a:gdLst>
                <a:gd name="connsiteX0" fmla="*/ 29603 w 134977"/>
                <a:gd name="connsiteY0" fmla="*/ 78627 h 156803"/>
                <a:gd name="connsiteX1" fmla="*/ 77429 w 134977"/>
                <a:gd name="connsiteY1" fmla="*/ 8595 h 156803"/>
                <a:gd name="connsiteX2" fmla="*/ 115336 w 134977"/>
                <a:gd name="connsiteY2" fmla="*/ 21235 h 156803"/>
                <a:gd name="connsiteX3" fmla="*/ 98686 w 134977"/>
                <a:gd name="connsiteY3" fmla="*/ 36950 h 156803"/>
                <a:gd name="connsiteX4" fmla="*/ 114982 w 134977"/>
                <a:gd name="connsiteY4" fmla="*/ 52664 h 156803"/>
                <a:gd name="connsiteX5" fmla="*/ 131279 w 134977"/>
                <a:gd name="connsiteY5" fmla="*/ 36608 h 156803"/>
                <a:gd name="connsiteX6" fmla="*/ 77075 w 134977"/>
                <a:gd name="connsiteY6" fmla="*/ 55 h 156803"/>
                <a:gd name="connsiteX7" fmla="*/ 198 w 134977"/>
                <a:gd name="connsiteY7" fmla="*/ 79311 h 156803"/>
                <a:gd name="connsiteX8" fmla="*/ 76367 w 134977"/>
                <a:gd name="connsiteY8" fmla="*/ 156858 h 156803"/>
                <a:gd name="connsiteX9" fmla="*/ 135176 w 134977"/>
                <a:gd name="connsiteY9" fmla="*/ 112448 h 156803"/>
                <a:gd name="connsiteX10" fmla="*/ 130570 w 134977"/>
                <a:gd name="connsiteY10" fmla="*/ 109031 h 156803"/>
                <a:gd name="connsiteX11" fmla="*/ 125965 w 134977"/>
                <a:gd name="connsiteY11" fmla="*/ 112448 h 156803"/>
                <a:gd name="connsiteX12" fmla="*/ 79555 w 134977"/>
                <a:gd name="connsiteY12" fmla="*/ 148318 h 156803"/>
                <a:gd name="connsiteX13" fmla="*/ 29603 w 134977"/>
                <a:gd name="connsiteY13" fmla="*/ 78627 h 156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4977" h="156803">
                  <a:moveTo>
                    <a:pt x="29603" y="78627"/>
                  </a:moveTo>
                  <a:cubicBezTo>
                    <a:pt x="29603" y="22943"/>
                    <a:pt x="58653" y="8595"/>
                    <a:pt x="77429" y="8595"/>
                  </a:cubicBezTo>
                  <a:cubicBezTo>
                    <a:pt x="80618" y="8595"/>
                    <a:pt x="102937" y="8937"/>
                    <a:pt x="115336" y="21235"/>
                  </a:cubicBezTo>
                  <a:cubicBezTo>
                    <a:pt x="100811" y="22260"/>
                    <a:pt x="98686" y="32509"/>
                    <a:pt x="98686" y="36950"/>
                  </a:cubicBezTo>
                  <a:cubicBezTo>
                    <a:pt x="98686" y="45832"/>
                    <a:pt x="105063" y="52664"/>
                    <a:pt x="114982" y="52664"/>
                  </a:cubicBezTo>
                  <a:cubicBezTo>
                    <a:pt x="124193" y="52664"/>
                    <a:pt x="131279" y="46857"/>
                    <a:pt x="131279" y="36608"/>
                  </a:cubicBezTo>
                  <a:cubicBezTo>
                    <a:pt x="131279" y="13378"/>
                    <a:pt x="104354" y="55"/>
                    <a:pt x="77075" y="55"/>
                  </a:cubicBezTo>
                  <a:cubicBezTo>
                    <a:pt x="32791" y="55"/>
                    <a:pt x="198" y="36950"/>
                    <a:pt x="198" y="79311"/>
                  </a:cubicBezTo>
                  <a:cubicBezTo>
                    <a:pt x="198" y="123038"/>
                    <a:pt x="35271" y="156858"/>
                    <a:pt x="76367" y="156858"/>
                  </a:cubicBezTo>
                  <a:cubicBezTo>
                    <a:pt x="123839" y="156858"/>
                    <a:pt x="135176" y="115864"/>
                    <a:pt x="135176" y="112448"/>
                  </a:cubicBezTo>
                  <a:cubicBezTo>
                    <a:pt x="135176" y="109031"/>
                    <a:pt x="131633" y="109031"/>
                    <a:pt x="130570" y="109031"/>
                  </a:cubicBezTo>
                  <a:cubicBezTo>
                    <a:pt x="127382" y="109031"/>
                    <a:pt x="126673" y="110398"/>
                    <a:pt x="125965" y="112448"/>
                  </a:cubicBezTo>
                  <a:cubicBezTo>
                    <a:pt x="115691" y="144218"/>
                    <a:pt x="92663" y="148318"/>
                    <a:pt x="79555" y="148318"/>
                  </a:cubicBezTo>
                  <a:cubicBezTo>
                    <a:pt x="60779" y="148318"/>
                    <a:pt x="29603" y="133628"/>
                    <a:pt x="29603" y="78627"/>
                  </a:cubicBezTo>
                  <a:close/>
                </a:path>
              </a:pathLst>
            </a:custGeom>
            <a:grpFill/>
            <a:ln w="35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1FF16E4-2EC8-FAB6-894E-324C4D827577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>
            <a:xfrm>
              <a:off x="9755783" y="4270209"/>
              <a:ext cx="137103" cy="156803"/>
            </a:xfrm>
            <a:custGeom>
              <a:avLst/>
              <a:gdLst>
                <a:gd name="connsiteX0" fmla="*/ 29961 w 137103"/>
                <a:gd name="connsiteY0" fmla="*/ 67012 h 156803"/>
                <a:gd name="connsiteX1" fmla="*/ 73891 w 137103"/>
                <a:gd name="connsiteY1" fmla="*/ 7571 h 156803"/>
                <a:gd name="connsiteX2" fmla="*/ 113924 w 137103"/>
                <a:gd name="connsiteY2" fmla="*/ 67012 h 156803"/>
                <a:gd name="connsiteX3" fmla="*/ 29961 w 137103"/>
                <a:gd name="connsiteY3" fmla="*/ 67012 h 156803"/>
                <a:gd name="connsiteX4" fmla="*/ 29607 w 137103"/>
                <a:gd name="connsiteY4" fmla="*/ 74186 h 156803"/>
                <a:gd name="connsiteX5" fmla="*/ 128449 w 137103"/>
                <a:gd name="connsiteY5" fmla="*/ 74186 h 156803"/>
                <a:gd name="connsiteX6" fmla="*/ 137306 w 137103"/>
                <a:gd name="connsiteY6" fmla="*/ 67012 h 156803"/>
                <a:gd name="connsiteX7" fmla="*/ 73891 w 137103"/>
                <a:gd name="connsiteY7" fmla="*/ 55 h 156803"/>
                <a:gd name="connsiteX8" fmla="*/ 203 w 137103"/>
                <a:gd name="connsiteY8" fmla="*/ 77944 h 156803"/>
                <a:gd name="connsiteX9" fmla="*/ 78142 w 137103"/>
                <a:gd name="connsiteY9" fmla="*/ 156858 h 156803"/>
                <a:gd name="connsiteX10" fmla="*/ 137306 w 137103"/>
                <a:gd name="connsiteY10" fmla="*/ 112448 h 156803"/>
                <a:gd name="connsiteX11" fmla="*/ 132700 w 137103"/>
                <a:gd name="connsiteY11" fmla="*/ 108348 h 156803"/>
                <a:gd name="connsiteX12" fmla="*/ 128095 w 137103"/>
                <a:gd name="connsiteY12" fmla="*/ 113131 h 156803"/>
                <a:gd name="connsiteX13" fmla="*/ 80268 w 137103"/>
                <a:gd name="connsiteY13" fmla="*/ 148318 h 156803"/>
                <a:gd name="connsiteX14" fmla="*/ 40235 w 137103"/>
                <a:gd name="connsiteY14" fmla="*/ 125429 h 156803"/>
                <a:gd name="connsiteX15" fmla="*/ 29607 w 137103"/>
                <a:gd name="connsiteY15" fmla="*/ 74186 h 156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7103" h="156803">
                  <a:moveTo>
                    <a:pt x="29961" y="67012"/>
                  </a:moveTo>
                  <a:cubicBezTo>
                    <a:pt x="32087" y="16111"/>
                    <a:pt x="61846" y="7571"/>
                    <a:pt x="73891" y="7571"/>
                  </a:cubicBezTo>
                  <a:cubicBezTo>
                    <a:pt x="110381" y="7571"/>
                    <a:pt x="113924" y="53689"/>
                    <a:pt x="113924" y="67012"/>
                  </a:cubicBezTo>
                  <a:lnTo>
                    <a:pt x="29961" y="67012"/>
                  </a:lnTo>
                  <a:close/>
                  <a:moveTo>
                    <a:pt x="29607" y="74186"/>
                  </a:moveTo>
                  <a:lnTo>
                    <a:pt x="128449" y="74186"/>
                  </a:lnTo>
                  <a:cubicBezTo>
                    <a:pt x="136243" y="74186"/>
                    <a:pt x="137306" y="74186"/>
                    <a:pt x="137306" y="67012"/>
                  </a:cubicBezTo>
                  <a:cubicBezTo>
                    <a:pt x="137306" y="33192"/>
                    <a:pt x="118175" y="55"/>
                    <a:pt x="73891" y="55"/>
                  </a:cubicBezTo>
                  <a:cubicBezTo>
                    <a:pt x="32796" y="55"/>
                    <a:pt x="203" y="35242"/>
                    <a:pt x="203" y="77944"/>
                  </a:cubicBezTo>
                  <a:cubicBezTo>
                    <a:pt x="203" y="123721"/>
                    <a:pt x="37401" y="156858"/>
                    <a:pt x="78142" y="156858"/>
                  </a:cubicBezTo>
                  <a:cubicBezTo>
                    <a:pt x="121363" y="156858"/>
                    <a:pt x="137306" y="118938"/>
                    <a:pt x="137306" y="112448"/>
                  </a:cubicBezTo>
                  <a:cubicBezTo>
                    <a:pt x="137306" y="109031"/>
                    <a:pt x="134472" y="108348"/>
                    <a:pt x="132700" y="108348"/>
                  </a:cubicBezTo>
                  <a:cubicBezTo>
                    <a:pt x="129512" y="108348"/>
                    <a:pt x="128803" y="110398"/>
                    <a:pt x="128095" y="113131"/>
                  </a:cubicBezTo>
                  <a:cubicBezTo>
                    <a:pt x="115695" y="148318"/>
                    <a:pt x="83811" y="148318"/>
                    <a:pt x="80268" y="148318"/>
                  </a:cubicBezTo>
                  <a:cubicBezTo>
                    <a:pt x="62554" y="148318"/>
                    <a:pt x="48384" y="138069"/>
                    <a:pt x="40235" y="125429"/>
                  </a:cubicBezTo>
                  <a:cubicBezTo>
                    <a:pt x="29607" y="109031"/>
                    <a:pt x="29607" y="86485"/>
                    <a:pt x="29607" y="74186"/>
                  </a:cubicBezTo>
                  <a:close/>
                </a:path>
              </a:pathLst>
            </a:custGeom>
            <a:grpFill/>
            <a:ln w="35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9D162534-0F83-51AE-C255-4326A8DDC923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>
            <a:xfrm>
              <a:off x="10040893" y="4186171"/>
              <a:ext cx="173947" cy="240841"/>
            </a:xfrm>
            <a:custGeom>
              <a:avLst/>
              <a:gdLst>
                <a:gd name="connsiteX0" fmla="*/ 82401 w 173947"/>
                <a:gd name="connsiteY0" fmla="*/ 3813 h 240841"/>
                <a:gd name="connsiteX1" fmla="*/ 77796 w 173947"/>
                <a:gd name="connsiteY1" fmla="*/ 55 h 240841"/>
                <a:gd name="connsiteX2" fmla="*/ 34575 w 173947"/>
                <a:gd name="connsiteY2" fmla="*/ 3471 h 240841"/>
                <a:gd name="connsiteX3" fmla="*/ 27844 w 173947"/>
                <a:gd name="connsiteY3" fmla="*/ 10303 h 240841"/>
                <a:gd name="connsiteX4" fmla="*/ 36346 w 173947"/>
                <a:gd name="connsiteY4" fmla="*/ 14403 h 240841"/>
                <a:gd name="connsiteX5" fmla="*/ 54060 w 173947"/>
                <a:gd name="connsiteY5" fmla="*/ 20210 h 240841"/>
                <a:gd name="connsiteX6" fmla="*/ 52997 w 173947"/>
                <a:gd name="connsiteY6" fmla="*/ 27043 h 240841"/>
                <a:gd name="connsiteX7" fmla="*/ 1627 w 173947"/>
                <a:gd name="connsiteY7" fmla="*/ 223815 h 240841"/>
                <a:gd name="connsiteX8" fmla="*/ 210 w 173947"/>
                <a:gd name="connsiteY8" fmla="*/ 231331 h 240841"/>
                <a:gd name="connsiteX9" fmla="*/ 10484 w 173947"/>
                <a:gd name="connsiteY9" fmla="*/ 240896 h 240841"/>
                <a:gd name="connsiteX10" fmla="*/ 23592 w 173947"/>
                <a:gd name="connsiteY10" fmla="*/ 232014 h 240841"/>
                <a:gd name="connsiteX11" fmla="*/ 30323 w 173947"/>
                <a:gd name="connsiteY11" fmla="*/ 206051 h 240841"/>
                <a:gd name="connsiteX12" fmla="*/ 38117 w 173947"/>
                <a:gd name="connsiteY12" fmla="*/ 175305 h 240841"/>
                <a:gd name="connsiteX13" fmla="*/ 44140 w 173947"/>
                <a:gd name="connsiteY13" fmla="*/ 152417 h 240841"/>
                <a:gd name="connsiteX14" fmla="*/ 48037 w 173947"/>
                <a:gd name="connsiteY14" fmla="*/ 137044 h 240841"/>
                <a:gd name="connsiteX15" fmla="*/ 72128 w 173947"/>
                <a:gd name="connsiteY15" fmla="*/ 105615 h 240841"/>
                <a:gd name="connsiteX16" fmla="*/ 106138 w 173947"/>
                <a:gd name="connsiteY16" fmla="*/ 93658 h 240841"/>
                <a:gd name="connsiteX17" fmla="*/ 125268 w 173947"/>
                <a:gd name="connsiteY17" fmla="*/ 117572 h 240841"/>
                <a:gd name="connsiteX18" fmla="*/ 103303 w 173947"/>
                <a:gd name="connsiteY18" fmla="*/ 194094 h 240841"/>
                <a:gd name="connsiteX19" fmla="*/ 98698 w 173947"/>
                <a:gd name="connsiteY19" fmla="*/ 212884 h 240841"/>
                <a:gd name="connsiteX20" fmla="*/ 127748 w 173947"/>
                <a:gd name="connsiteY20" fmla="*/ 240896 h 240841"/>
                <a:gd name="connsiteX21" fmla="*/ 174158 w 173947"/>
                <a:gd name="connsiteY21" fmla="*/ 188287 h 240841"/>
                <a:gd name="connsiteX22" fmla="*/ 169906 w 173947"/>
                <a:gd name="connsiteY22" fmla="*/ 184871 h 240841"/>
                <a:gd name="connsiteX23" fmla="*/ 164592 w 173947"/>
                <a:gd name="connsiteY23" fmla="*/ 191020 h 240841"/>
                <a:gd name="connsiteX24" fmla="*/ 128457 w 173947"/>
                <a:gd name="connsiteY24" fmla="*/ 233381 h 240841"/>
                <a:gd name="connsiteX25" fmla="*/ 119954 w 173947"/>
                <a:gd name="connsiteY25" fmla="*/ 222107 h 240841"/>
                <a:gd name="connsiteX26" fmla="*/ 126331 w 173947"/>
                <a:gd name="connsiteY26" fmla="*/ 197852 h 240841"/>
                <a:gd name="connsiteX27" fmla="*/ 147942 w 173947"/>
                <a:gd name="connsiteY27" fmla="*/ 122696 h 240841"/>
                <a:gd name="connsiteX28" fmla="*/ 107200 w 173947"/>
                <a:gd name="connsiteY28" fmla="*/ 86143 h 240841"/>
                <a:gd name="connsiteX29" fmla="*/ 54768 w 173947"/>
                <a:gd name="connsiteY29" fmla="*/ 112448 h 240841"/>
                <a:gd name="connsiteX30" fmla="*/ 82401 w 173947"/>
                <a:gd name="connsiteY30" fmla="*/ 3813 h 24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173947" h="240841">
                  <a:moveTo>
                    <a:pt x="82401" y="3813"/>
                  </a:moveTo>
                  <a:cubicBezTo>
                    <a:pt x="82401" y="3471"/>
                    <a:pt x="82401" y="55"/>
                    <a:pt x="77796" y="55"/>
                  </a:cubicBezTo>
                  <a:cubicBezTo>
                    <a:pt x="69648" y="55"/>
                    <a:pt x="43786" y="2788"/>
                    <a:pt x="34575" y="3471"/>
                  </a:cubicBezTo>
                  <a:cubicBezTo>
                    <a:pt x="31741" y="3813"/>
                    <a:pt x="27844" y="4154"/>
                    <a:pt x="27844" y="10303"/>
                  </a:cubicBezTo>
                  <a:cubicBezTo>
                    <a:pt x="27844" y="14403"/>
                    <a:pt x="31032" y="14403"/>
                    <a:pt x="36346" y="14403"/>
                  </a:cubicBezTo>
                  <a:cubicBezTo>
                    <a:pt x="53351" y="14403"/>
                    <a:pt x="54060" y="16794"/>
                    <a:pt x="54060" y="20210"/>
                  </a:cubicBezTo>
                  <a:lnTo>
                    <a:pt x="52997" y="27043"/>
                  </a:lnTo>
                  <a:lnTo>
                    <a:pt x="1627" y="223815"/>
                  </a:lnTo>
                  <a:cubicBezTo>
                    <a:pt x="210" y="228598"/>
                    <a:pt x="210" y="229281"/>
                    <a:pt x="210" y="231331"/>
                  </a:cubicBezTo>
                  <a:cubicBezTo>
                    <a:pt x="210" y="239188"/>
                    <a:pt x="7296" y="240896"/>
                    <a:pt x="10484" y="240896"/>
                  </a:cubicBezTo>
                  <a:cubicBezTo>
                    <a:pt x="16153" y="240896"/>
                    <a:pt x="21821" y="236797"/>
                    <a:pt x="23592" y="232014"/>
                  </a:cubicBezTo>
                  <a:lnTo>
                    <a:pt x="30323" y="206051"/>
                  </a:lnTo>
                  <a:lnTo>
                    <a:pt x="38117" y="175305"/>
                  </a:lnTo>
                  <a:cubicBezTo>
                    <a:pt x="40243" y="167790"/>
                    <a:pt x="42369" y="160274"/>
                    <a:pt x="44140" y="152417"/>
                  </a:cubicBezTo>
                  <a:cubicBezTo>
                    <a:pt x="44849" y="150367"/>
                    <a:pt x="47683" y="139094"/>
                    <a:pt x="48037" y="137044"/>
                  </a:cubicBezTo>
                  <a:cubicBezTo>
                    <a:pt x="49100" y="133970"/>
                    <a:pt x="60082" y="114839"/>
                    <a:pt x="72128" y="105615"/>
                  </a:cubicBezTo>
                  <a:cubicBezTo>
                    <a:pt x="79921" y="100149"/>
                    <a:pt x="90904" y="93658"/>
                    <a:pt x="106138" y="93658"/>
                  </a:cubicBezTo>
                  <a:cubicBezTo>
                    <a:pt x="121371" y="93658"/>
                    <a:pt x="125268" y="105274"/>
                    <a:pt x="125268" y="117572"/>
                  </a:cubicBezTo>
                  <a:cubicBezTo>
                    <a:pt x="125268" y="136019"/>
                    <a:pt x="111806" y="173256"/>
                    <a:pt x="103303" y="194094"/>
                  </a:cubicBezTo>
                  <a:cubicBezTo>
                    <a:pt x="100469" y="201952"/>
                    <a:pt x="98698" y="206051"/>
                    <a:pt x="98698" y="212884"/>
                  </a:cubicBezTo>
                  <a:cubicBezTo>
                    <a:pt x="98698" y="228940"/>
                    <a:pt x="111097" y="240896"/>
                    <a:pt x="127748" y="240896"/>
                  </a:cubicBezTo>
                  <a:cubicBezTo>
                    <a:pt x="161050" y="240896"/>
                    <a:pt x="174158" y="191020"/>
                    <a:pt x="174158" y="188287"/>
                  </a:cubicBezTo>
                  <a:cubicBezTo>
                    <a:pt x="174158" y="184871"/>
                    <a:pt x="170969" y="184871"/>
                    <a:pt x="169906" y="184871"/>
                  </a:cubicBezTo>
                  <a:cubicBezTo>
                    <a:pt x="166364" y="184871"/>
                    <a:pt x="166364" y="185896"/>
                    <a:pt x="164592" y="191020"/>
                  </a:cubicBezTo>
                  <a:cubicBezTo>
                    <a:pt x="159278" y="209126"/>
                    <a:pt x="147942" y="233381"/>
                    <a:pt x="128457" y="233381"/>
                  </a:cubicBezTo>
                  <a:cubicBezTo>
                    <a:pt x="122434" y="233381"/>
                    <a:pt x="119954" y="229964"/>
                    <a:pt x="119954" y="222107"/>
                  </a:cubicBezTo>
                  <a:cubicBezTo>
                    <a:pt x="119954" y="213567"/>
                    <a:pt x="123143" y="205368"/>
                    <a:pt x="126331" y="197852"/>
                  </a:cubicBezTo>
                  <a:cubicBezTo>
                    <a:pt x="131999" y="183163"/>
                    <a:pt x="147942" y="142510"/>
                    <a:pt x="147942" y="122696"/>
                  </a:cubicBezTo>
                  <a:cubicBezTo>
                    <a:pt x="147942" y="100491"/>
                    <a:pt x="133771" y="86143"/>
                    <a:pt x="107200" y="86143"/>
                  </a:cubicBezTo>
                  <a:cubicBezTo>
                    <a:pt x="84881" y="86143"/>
                    <a:pt x="67876" y="96733"/>
                    <a:pt x="54768" y="112448"/>
                  </a:cubicBezTo>
                  <a:lnTo>
                    <a:pt x="82401" y="3813"/>
                  </a:lnTo>
                  <a:close/>
                </a:path>
              </a:pathLst>
            </a:custGeom>
            <a:grpFill/>
            <a:ln w="35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C4335B0-9056-966E-5CDC-788A5C937426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>
            <a:xfrm>
              <a:off x="10350347" y="4213159"/>
              <a:ext cx="110886" cy="213853"/>
            </a:xfrm>
            <a:custGeom>
              <a:avLst/>
              <a:gdLst>
                <a:gd name="connsiteX0" fmla="*/ 54777 w 110886"/>
                <a:gd name="connsiteY0" fmla="*/ 73503 h 213853"/>
                <a:gd name="connsiteX1" fmla="*/ 105438 w 110886"/>
                <a:gd name="connsiteY1" fmla="*/ 73503 h 213853"/>
                <a:gd name="connsiteX2" fmla="*/ 105438 w 110886"/>
                <a:gd name="connsiteY2" fmla="*/ 62913 h 213853"/>
                <a:gd name="connsiteX3" fmla="*/ 54777 w 110886"/>
                <a:gd name="connsiteY3" fmla="*/ 62913 h 213853"/>
                <a:gd name="connsiteX4" fmla="*/ 54777 w 110886"/>
                <a:gd name="connsiteY4" fmla="*/ 55 h 213853"/>
                <a:gd name="connsiteX5" fmla="*/ 45920 w 110886"/>
                <a:gd name="connsiteY5" fmla="*/ 55 h 213853"/>
                <a:gd name="connsiteX6" fmla="*/ 219 w 110886"/>
                <a:gd name="connsiteY6" fmla="*/ 65987 h 213853"/>
                <a:gd name="connsiteX7" fmla="*/ 219 w 110886"/>
                <a:gd name="connsiteY7" fmla="*/ 73503 h 213853"/>
                <a:gd name="connsiteX8" fmla="*/ 30333 w 110886"/>
                <a:gd name="connsiteY8" fmla="*/ 73503 h 213853"/>
                <a:gd name="connsiteX9" fmla="*/ 30333 w 110886"/>
                <a:gd name="connsiteY9" fmla="*/ 167790 h 213853"/>
                <a:gd name="connsiteX10" fmla="*/ 76034 w 110886"/>
                <a:gd name="connsiteY10" fmla="*/ 213908 h 213853"/>
                <a:gd name="connsiteX11" fmla="*/ 111106 w 110886"/>
                <a:gd name="connsiteY11" fmla="*/ 167790 h 213853"/>
                <a:gd name="connsiteX12" fmla="*/ 111106 w 110886"/>
                <a:gd name="connsiteY12" fmla="*/ 148318 h 213853"/>
                <a:gd name="connsiteX13" fmla="*/ 102250 w 110886"/>
                <a:gd name="connsiteY13" fmla="*/ 148318 h 213853"/>
                <a:gd name="connsiteX14" fmla="*/ 102250 w 110886"/>
                <a:gd name="connsiteY14" fmla="*/ 167107 h 213853"/>
                <a:gd name="connsiteX15" fmla="*/ 78513 w 110886"/>
                <a:gd name="connsiteY15" fmla="*/ 205368 h 213853"/>
                <a:gd name="connsiteX16" fmla="*/ 54777 w 110886"/>
                <a:gd name="connsiteY16" fmla="*/ 168473 h 213853"/>
                <a:gd name="connsiteX17" fmla="*/ 54777 w 110886"/>
                <a:gd name="connsiteY17" fmla="*/ 73503 h 213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10886" h="213853">
                  <a:moveTo>
                    <a:pt x="54777" y="73503"/>
                  </a:moveTo>
                  <a:lnTo>
                    <a:pt x="105438" y="73503"/>
                  </a:lnTo>
                  <a:lnTo>
                    <a:pt x="105438" y="62913"/>
                  </a:lnTo>
                  <a:lnTo>
                    <a:pt x="54777" y="62913"/>
                  </a:lnTo>
                  <a:lnTo>
                    <a:pt x="54777" y="55"/>
                  </a:lnTo>
                  <a:lnTo>
                    <a:pt x="45920" y="55"/>
                  </a:lnTo>
                  <a:cubicBezTo>
                    <a:pt x="45566" y="28068"/>
                    <a:pt x="34938" y="64621"/>
                    <a:pt x="219" y="65987"/>
                  </a:cubicBezTo>
                  <a:lnTo>
                    <a:pt x="219" y="73503"/>
                  </a:lnTo>
                  <a:lnTo>
                    <a:pt x="30333" y="73503"/>
                  </a:lnTo>
                  <a:lnTo>
                    <a:pt x="30333" y="167790"/>
                  </a:lnTo>
                  <a:cubicBezTo>
                    <a:pt x="30333" y="209809"/>
                    <a:pt x="63280" y="213908"/>
                    <a:pt x="76034" y="213908"/>
                  </a:cubicBezTo>
                  <a:cubicBezTo>
                    <a:pt x="101187" y="213908"/>
                    <a:pt x="111106" y="189653"/>
                    <a:pt x="111106" y="167790"/>
                  </a:cubicBezTo>
                  <a:lnTo>
                    <a:pt x="111106" y="148318"/>
                  </a:lnTo>
                  <a:lnTo>
                    <a:pt x="102250" y="148318"/>
                  </a:lnTo>
                  <a:lnTo>
                    <a:pt x="102250" y="167107"/>
                  </a:lnTo>
                  <a:cubicBezTo>
                    <a:pt x="102250" y="192386"/>
                    <a:pt x="91621" y="205368"/>
                    <a:pt x="78513" y="205368"/>
                  </a:cubicBezTo>
                  <a:cubicBezTo>
                    <a:pt x="54777" y="205368"/>
                    <a:pt x="54777" y="174281"/>
                    <a:pt x="54777" y="168473"/>
                  </a:cubicBezTo>
                  <a:lnTo>
                    <a:pt x="54777" y="73503"/>
                  </a:lnTo>
                  <a:close/>
                </a:path>
              </a:pathLst>
            </a:custGeom>
            <a:grpFill/>
            <a:ln w="35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65343474-1664-E948-0E3C-AB3B86D9F92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>
            <a:xfrm>
              <a:off x="10491308" y="4270209"/>
              <a:ext cx="156942" cy="156803"/>
            </a:xfrm>
            <a:custGeom>
              <a:avLst/>
              <a:gdLst>
                <a:gd name="connsiteX0" fmla="*/ 157166 w 156942"/>
                <a:gd name="connsiteY0" fmla="*/ 79994 h 156803"/>
                <a:gd name="connsiteX1" fmla="*/ 78872 w 156942"/>
                <a:gd name="connsiteY1" fmla="*/ 55 h 156803"/>
                <a:gd name="connsiteX2" fmla="*/ 223 w 156942"/>
                <a:gd name="connsiteY2" fmla="*/ 79994 h 156803"/>
                <a:gd name="connsiteX3" fmla="*/ 78517 w 156942"/>
                <a:gd name="connsiteY3" fmla="*/ 156858 h 156803"/>
                <a:gd name="connsiteX4" fmla="*/ 157166 w 156942"/>
                <a:gd name="connsiteY4" fmla="*/ 79994 h 156803"/>
                <a:gd name="connsiteX5" fmla="*/ 78872 w 156942"/>
                <a:gd name="connsiteY5" fmla="*/ 148318 h 156803"/>
                <a:gd name="connsiteX6" fmla="*/ 38485 w 156942"/>
                <a:gd name="connsiteY6" fmla="*/ 125429 h 156803"/>
                <a:gd name="connsiteX7" fmla="*/ 29628 w 156942"/>
                <a:gd name="connsiteY7" fmla="*/ 77261 h 156803"/>
                <a:gd name="connsiteX8" fmla="*/ 38130 w 156942"/>
                <a:gd name="connsiteY8" fmla="*/ 30459 h 156803"/>
                <a:gd name="connsiteX9" fmla="*/ 78517 w 156942"/>
                <a:gd name="connsiteY9" fmla="*/ 7571 h 156803"/>
                <a:gd name="connsiteX10" fmla="*/ 118550 w 156942"/>
                <a:gd name="connsiteY10" fmla="*/ 29776 h 156803"/>
                <a:gd name="connsiteX11" fmla="*/ 127761 w 156942"/>
                <a:gd name="connsiteY11" fmla="*/ 77261 h 156803"/>
                <a:gd name="connsiteX12" fmla="*/ 119967 w 156942"/>
                <a:gd name="connsiteY12" fmla="*/ 123038 h 156803"/>
                <a:gd name="connsiteX13" fmla="*/ 78872 w 156942"/>
                <a:gd name="connsiteY13" fmla="*/ 148318 h 156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6942" h="156803">
                  <a:moveTo>
                    <a:pt x="157166" y="79994"/>
                  </a:moveTo>
                  <a:cubicBezTo>
                    <a:pt x="157166" y="36267"/>
                    <a:pt x="121738" y="55"/>
                    <a:pt x="78872" y="55"/>
                  </a:cubicBezTo>
                  <a:cubicBezTo>
                    <a:pt x="34588" y="55"/>
                    <a:pt x="223" y="37291"/>
                    <a:pt x="223" y="79994"/>
                  </a:cubicBezTo>
                  <a:cubicBezTo>
                    <a:pt x="223" y="124063"/>
                    <a:pt x="37068" y="156858"/>
                    <a:pt x="78517" y="156858"/>
                  </a:cubicBezTo>
                  <a:cubicBezTo>
                    <a:pt x="121384" y="156858"/>
                    <a:pt x="157166" y="123379"/>
                    <a:pt x="157166" y="79994"/>
                  </a:cubicBezTo>
                  <a:close/>
                  <a:moveTo>
                    <a:pt x="78872" y="148318"/>
                  </a:moveTo>
                  <a:cubicBezTo>
                    <a:pt x="63638" y="148318"/>
                    <a:pt x="48050" y="141144"/>
                    <a:pt x="38485" y="125429"/>
                  </a:cubicBezTo>
                  <a:cubicBezTo>
                    <a:pt x="29628" y="110398"/>
                    <a:pt x="29628" y="89559"/>
                    <a:pt x="29628" y="77261"/>
                  </a:cubicBezTo>
                  <a:cubicBezTo>
                    <a:pt x="29628" y="63938"/>
                    <a:pt x="29628" y="45490"/>
                    <a:pt x="38130" y="30459"/>
                  </a:cubicBezTo>
                  <a:cubicBezTo>
                    <a:pt x="47696" y="14745"/>
                    <a:pt x="64346" y="7571"/>
                    <a:pt x="78517" y="7571"/>
                  </a:cubicBezTo>
                  <a:cubicBezTo>
                    <a:pt x="94105" y="7571"/>
                    <a:pt x="109339" y="15086"/>
                    <a:pt x="118550" y="29776"/>
                  </a:cubicBezTo>
                  <a:cubicBezTo>
                    <a:pt x="127761" y="44465"/>
                    <a:pt x="127761" y="64279"/>
                    <a:pt x="127761" y="77261"/>
                  </a:cubicBezTo>
                  <a:cubicBezTo>
                    <a:pt x="127761" y="89559"/>
                    <a:pt x="127761" y="108007"/>
                    <a:pt x="119967" y="123038"/>
                  </a:cubicBezTo>
                  <a:cubicBezTo>
                    <a:pt x="112173" y="138411"/>
                    <a:pt x="96585" y="148318"/>
                    <a:pt x="78872" y="148318"/>
                  </a:cubicBezTo>
                  <a:close/>
                </a:path>
              </a:pathLst>
            </a:custGeom>
            <a:grpFill/>
            <a:ln w="35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F5FD7C64-093F-9526-79EC-A1BF63E20A67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>
            <a:xfrm>
              <a:off x="10786535" y="4272259"/>
              <a:ext cx="119035" cy="150995"/>
            </a:xfrm>
            <a:custGeom>
              <a:avLst/>
              <a:gdLst>
                <a:gd name="connsiteX0" fmla="*/ 49475 w 119035"/>
                <a:gd name="connsiteY0" fmla="*/ 37633 h 150995"/>
                <a:gd name="connsiteX1" fmla="*/ 49475 w 119035"/>
                <a:gd name="connsiteY1" fmla="*/ 55 h 150995"/>
                <a:gd name="connsiteX2" fmla="*/ 232 w 119035"/>
                <a:gd name="connsiteY2" fmla="*/ 3813 h 150995"/>
                <a:gd name="connsiteX3" fmla="*/ 232 w 119035"/>
                <a:gd name="connsiteY3" fmla="*/ 14403 h 150995"/>
                <a:gd name="connsiteX4" fmla="*/ 27865 w 119035"/>
                <a:gd name="connsiteY4" fmla="*/ 33534 h 150995"/>
                <a:gd name="connsiteX5" fmla="*/ 27865 w 119035"/>
                <a:gd name="connsiteY5" fmla="*/ 125087 h 150995"/>
                <a:gd name="connsiteX6" fmla="*/ 232 w 119035"/>
                <a:gd name="connsiteY6" fmla="*/ 140460 h 150995"/>
                <a:gd name="connsiteX7" fmla="*/ 232 w 119035"/>
                <a:gd name="connsiteY7" fmla="*/ 151051 h 150995"/>
                <a:gd name="connsiteX8" fmla="*/ 40619 w 119035"/>
                <a:gd name="connsiteY8" fmla="*/ 150026 h 150995"/>
                <a:gd name="connsiteX9" fmla="*/ 85611 w 119035"/>
                <a:gd name="connsiteY9" fmla="*/ 151051 h 150995"/>
                <a:gd name="connsiteX10" fmla="*/ 85611 w 119035"/>
                <a:gd name="connsiteY10" fmla="*/ 140460 h 150995"/>
                <a:gd name="connsiteX11" fmla="*/ 78171 w 119035"/>
                <a:gd name="connsiteY11" fmla="*/ 140460 h 150995"/>
                <a:gd name="connsiteX12" fmla="*/ 51247 w 119035"/>
                <a:gd name="connsiteY12" fmla="*/ 124404 h 150995"/>
                <a:gd name="connsiteX13" fmla="*/ 51247 w 119035"/>
                <a:gd name="connsiteY13" fmla="*/ 71795 h 150995"/>
                <a:gd name="connsiteX14" fmla="*/ 93051 w 119035"/>
                <a:gd name="connsiteY14" fmla="*/ 7571 h 150995"/>
                <a:gd name="connsiteX15" fmla="*/ 96948 w 119035"/>
                <a:gd name="connsiteY15" fmla="*/ 7912 h 150995"/>
                <a:gd name="connsiteX16" fmla="*/ 88799 w 119035"/>
                <a:gd name="connsiteY16" fmla="*/ 21235 h 150995"/>
                <a:gd name="connsiteX17" fmla="*/ 104033 w 119035"/>
                <a:gd name="connsiteY17" fmla="*/ 35925 h 150995"/>
                <a:gd name="connsiteX18" fmla="*/ 119267 w 119035"/>
                <a:gd name="connsiteY18" fmla="*/ 20894 h 150995"/>
                <a:gd name="connsiteX19" fmla="*/ 93051 w 119035"/>
                <a:gd name="connsiteY19" fmla="*/ 55 h 150995"/>
                <a:gd name="connsiteX20" fmla="*/ 49475 w 119035"/>
                <a:gd name="connsiteY20" fmla="*/ 37633 h 150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35" h="150995">
                  <a:moveTo>
                    <a:pt x="49475" y="37633"/>
                  </a:moveTo>
                  <a:lnTo>
                    <a:pt x="49475" y="55"/>
                  </a:lnTo>
                  <a:lnTo>
                    <a:pt x="232" y="3813"/>
                  </a:lnTo>
                  <a:lnTo>
                    <a:pt x="232" y="14403"/>
                  </a:lnTo>
                  <a:cubicBezTo>
                    <a:pt x="25031" y="14403"/>
                    <a:pt x="27865" y="16794"/>
                    <a:pt x="27865" y="33534"/>
                  </a:cubicBezTo>
                  <a:lnTo>
                    <a:pt x="27865" y="125087"/>
                  </a:lnTo>
                  <a:cubicBezTo>
                    <a:pt x="27865" y="140460"/>
                    <a:pt x="23968" y="140460"/>
                    <a:pt x="232" y="140460"/>
                  </a:cubicBezTo>
                  <a:lnTo>
                    <a:pt x="232" y="151051"/>
                  </a:lnTo>
                  <a:cubicBezTo>
                    <a:pt x="14048" y="150709"/>
                    <a:pt x="30699" y="150026"/>
                    <a:pt x="40619" y="150026"/>
                  </a:cubicBezTo>
                  <a:cubicBezTo>
                    <a:pt x="54789" y="150026"/>
                    <a:pt x="71440" y="150026"/>
                    <a:pt x="85611" y="151051"/>
                  </a:cubicBezTo>
                  <a:lnTo>
                    <a:pt x="85611" y="140460"/>
                  </a:lnTo>
                  <a:lnTo>
                    <a:pt x="78171" y="140460"/>
                  </a:lnTo>
                  <a:cubicBezTo>
                    <a:pt x="51955" y="140460"/>
                    <a:pt x="51247" y="136703"/>
                    <a:pt x="51247" y="124404"/>
                  </a:cubicBezTo>
                  <a:lnTo>
                    <a:pt x="51247" y="71795"/>
                  </a:lnTo>
                  <a:cubicBezTo>
                    <a:pt x="51247" y="37975"/>
                    <a:pt x="66126" y="7571"/>
                    <a:pt x="93051" y="7571"/>
                  </a:cubicBezTo>
                  <a:cubicBezTo>
                    <a:pt x="95531" y="7571"/>
                    <a:pt x="96239" y="7571"/>
                    <a:pt x="96948" y="7912"/>
                  </a:cubicBezTo>
                  <a:cubicBezTo>
                    <a:pt x="95885" y="8254"/>
                    <a:pt x="88799" y="12353"/>
                    <a:pt x="88799" y="21235"/>
                  </a:cubicBezTo>
                  <a:cubicBezTo>
                    <a:pt x="88799" y="30801"/>
                    <a:pt x="96239" y="35925"/>
                    <a:pt x="104033" y="35925"/>
                  </a:cubicBezTo>
                  <a:cubicBezTo>
                    <a:pt x="110410" y="35925"/>
                    <a:pt x="119267" y="31826"/>
                    <a:pt x="119267" y="20894"/>
                  </a:cubicBezTo>
                  <a:cubicBezTo>
                    <a:pt x="119267" y="9962"/>
                    <a:pt x="108284" y="55"/>
                    <a:pt x="93051" y="55"/>
                  </a:cubicBezTo>
                  <a:cubicBezTo>
                    <a:pt x="67189" y="55"/>
                    <a:pt x="54435" y="22943"/>
                    <a:pt x="49475" y="37633"/>
                  </a:cubicBezTo>
                  <a:close/>
                </a:path>
              </a:pathLst>
            </a:custGeom>
            <a:grpFill/>
            <a:ln w="35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71F944A5-1DBC-70CD-BE9F-0DC5E38B8AFB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>
            <a:xfrm>
              <a:off x="10925292" y="4270209"/>
              <a:ext cx="137103" cy="156803"/>
            </a:xfrm>
            <a:custGeom>
              <a:avLst/>
              <a:gdLst>
                <a:gd name="connsiteX0" fmla="*/ 29994 w 137103"/>
                <a:gd name="connsiteY0" fmla="*/ 67012 h 156803"/>
                <a:gd name="connsiteX1" fmla="*/ 73924 w 137103"/>
                <a:gd name="connsiteY1" fmla="*/ 7571 h 156803"/>
                <a:gd name="connsiteX2" fmla="*/ 113957 w 137103"/>
                <a:gd name="connsiteY2" fmla="*/ 67012 h 156803"/>
                <a:gd name="connsiteX3" fmla="*/ 29994 w 137103"/>
                <a:gd name="connsiteY3" fmla="*/ 67012 h 156803"/>
                <a:gd name="connsiteX4" fmla="*/ 29640 w 137103"/>
                <a:gd name="connsiteY4" fmla="*/ 74186 h 156803"/>
                <a:gd name="connsiteX5" fmla="*/ 128482 w 137103"/>
                <a:gd name="connsiteY5" fmla="*/ 74186 h 156803"/>
                <a:gd name="connsiteX6" fmla="*/ 137339 w 137103"/>
                <a:gd name="connsiteY6" fmla="*/ 67012 h 156803"/>
                <a:gd name="connsiteX7" fmla="*/ 73924 w 137103"/>
                <a:gd name="connsiteY7" fmla="*/ 55 h 156803"/>
                <a:gd name="connsiteX8" fmla="*/ 236 w 137103"/>
                <a:gd name="connsiteY8" fmla="*/ 77944 h 156803"/>
                <a:gd name="connsiteX9" fmla="*/ 78175 w 137103"/>
                <a:gd name="connsiteY9" fmla="*/ 156858 h 156803"/>
                <a:gd name="connsiteX10" fmla="*/ 137339 w 137103"/>
                <a:gd name="connsiteY10" fmla="*/ 112448 h 156803"/>
                <a:gd name="connsiteX11" fmla="*/ 132733 w 137103"/>
                <a:gd name="connsiteY11" fmla="*/ 108348 h 156803"/>
                <a:gd name="connsiteX12" fmla="*/ 128128 w 137103"/>
                <a:gd name="connsiteY12" fmla="*/ 113131 h 156803"/>
                <a:gd name="connsiteX13" fmla="*/ 80301 w 137103"/>
                <a:gd name="connsiteY13" fmla="*/ 148318 h 156803"/>
                <a:gd name="connsiteX14" fmla="*/ 40268 w 137103"/>
                <a:gd name="connsiteY14" fmla="*/ 125429 h 156803"/>
                <a:gd name="connsiteX15" fmla="*/ 29640 w 137103"/>
                <a:gd name="connsiteY15" fmla="*/ 74186 h 156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7103" h="156803">
                  <a:moveTo>
                    <a:pt x="29994" y="67012"/>
                  </a:moveTo>
                  <a:cubicBezTo>
                    <a:pt x="32120" y="16111"/>
                    <a:pt x="61879" y="7571"/>
                    <a:pt x="73924" y="7571"/>
                  </a:cubicBezTo>
                  <a:cubicBezTo>
                    <a:pt x="110414" y="7571"/>
                    <a:pt x="113957" y="53689"/>
                    <a:pt x="113957" y="67012"/>
                  </a:cubicBezTo>
                  <a:lnTo>
                    <a:pt x="29994" y="67012"/>
                  </a:lnTo>
                  <a:close/>
                  <a:moveTo>
                    <a:pt x="29640" y="74186"/>
                  </a:moveTo>
                  <a:lnTo>
                    <a:pt x="128482" y="74186"/>
                  </a:lnTo>
                  <a:cubicBezTo>
                    <a:pt x="136276" y="74186"/>
                    <a:pt x="137339" y="74186"/>
                    <a:pt x="137339" y="67012"/>
                  </a:cubicBezTo>
                  <a:cubicBezTo>
                    <a:pt x="137339" y="33192"/>
                    <a:pt x="118208" y="55"/>
                    <a:pt x="73924" y="55"/>
                  </a:cubicBezTo>
                  <a:cubicBezTo>
                    <a:pt x="32829" y="55"/>
                    <a:pt x="236" y="35242"/>
                    <a:pt x="236" y="77944"/>
                  </a:cubicBezTo>
                  <a:cubicBezTo>
                    <a:pt x="236" y="123721"/>
                    <a:pt x="37434" y="156858"/>
                    <a:pt x="78175" y="156858"/>
                  </a:cubicBezTo>
                  <a:cubicBezTo>
                    <a:pt x="121396" y="156858"/>
                    <a:pt x="137339" y="118938"/>
                    <a:pt x="137339" y="112448"/>
                  </a:cubicBezTo>
                  <a:cubicBezTo>
                    <a:pt x="137339" y="109031"/>
                    <a:pt x="134504" y="108348"/>
                    <a:pt x="132733" y="108348"/>
                  </a:cubicBezTo>
                  <a:cubicBezTo>
                    <a:pt x="129545" y="108348"/>
                    <a:pt x="128836" y="110398"/>
                    <a:pt x="128128" y="113131"/>
                  </a:cubicBezTo>
                  <a:cubicBezTo>
                    <a:pt x="115728" y="148318"/>
                    <a:pt x="83844" y="148318"/>
                    <a:pt x="80301" y="148318"/>
                  </a:cubicBezTo>
                  <a:cubicBezTo>
                    <a:pt x="62587" y="148318"/>
                    <a:pt x="48416" y="138069"/>
                    <a:pt x="40268" y="125429"/>
                  </a:cubicBezTo>
                  <a:cubicBezTo>
                    <a:pt x="29640" y="109031"/>
                    <a:pt x="29640" y="86485"/>
                    <a:pt x="29640" y="74186"/>
                  </a:cubicBezTo>
                  <a:close/>
                </a:path>
              </a:pathLst>
            </a:custGeom>
            <a:grpFill/>
            <a:ln w="35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1F41B54B-D69C-4664-78A0-E50E411F55F2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11084872" y="4186171"/>
              <a:ext cx="174655" cy="240841"/>
            </a:xfrm>
            <a:custGeom>
              <a:avLst/>
              <a:gdLst>
                <a:gd name="connsiteX0" fmla="*/ 122818 w 174655"/>
                <a:gd name="connsiteY0" fmla="*/ 218349 h 240841"/>
                <a:gd name="connsiteX1" fmla="*/ 122818 w 174655"/>
                <a:gd name="connsiteY1" fmla="*/ 240896 h 240841"/>
                <a:gd name="connsiteX2" fmla="*/ 174896 w 174655"/>
                <a:gd name="connsiteY2" fmla="*/ 237138 h 240841"/>
                <a:gd name="connsiteX3" fmla="*/ 174896 w 174655"/>
                <a:gd name="connsiteY3" fmla="*/ 226548 h 240841"/>
                <a:gd name="connsiteX4" fmla="*/ 147263 w 174655"/>
                <a:gd name="connsiteY4" fmla="*/ 207418 h 240841"/>
                <a:gd name="connsiteX5" fmla="*/ 147263 w 174655"/>
                <a:gd name="connsiteY5" fmla="*/ 55 h 240841"/>
                <a:gd name="connsiteX6" fmla="*/ 96248 w 174655"/>
                <a:gd name="connsiteY6" fmla="*/ 3813 h 240841"/>
                <a:gd name="connsiteX7" fmla="*/ 96248 w 174655"/>
                <a:gd name="connsiteY7" fmla="*/ 14403 h 240841"/>
                <a:gd name="connsiteX8" fmla="*/ 123881 w 174655"/>
                <a:gd name="connsiteY8" fmla="*/ 33534 h 240841"/>
                <a:gd name="connsiteX9" fmla="*/ 123881 w 174655"/>
                <a:gd name="connsiteY9" fmla="*/ 107323 h 240841"/>
                <a:gd name="connsiteX10" fmla="*/ 79243 w 174655"/>
                <a:gd name="connsiteY10" fmla="*/ 86143 h 240841"/>
                <a:gd name="connsiteX11" fmla="*/ 240 w 174655"/>
                <a:gd name="connsiteY11" fmla="*/ 163690 h 240841"/>
                <a:gd name="connsiteX12" fmla="*/ 75345 w 174655"/>
                <a:gd name="connsiteY12" fmla="*/ 240896 h 240841"/>
                <a:gd name="connsiteX13" fmla="*/ 122818 w 174655"/>
                <a:gd name="connsiteY13" fmla="*/ 218349 h 240841"/>
                <a:gd name="connsiteX14" fmla="*/ 122818 w 174655"/>
                <a:gd name="connsiteY14" fmla="*/ 126796 h 240841"/>
                <a:gd name="connsiteX15" fmla="*/ 122818 w 174655"/>
                <a:gd name="connsiteY15" fmla="*/ 196827 h 240841"/>
                <a:gd name="connsiteX16" fmla="*/ 118921 w 174655"/>
                <a:gd name="connsiteY16" fmla="*/ 209467 h 240841"/>
                <a:gd name="connsiteX17" fmla="*/ 77117 w 174655"/>
                <a:gd name="connsiteY17" fmla="*/ 233381 h 240841"/>
                <a:gd name="connsiteX18" fmla="*/ 39918 w 174655"/>
                <a:gd name="connsiteY18" fmla="*/ 211517 h 240841"/>
                <a:gd name="connsiteX19" fmla="*/ 29644 w 174655"/>
                <a:gd name="connsiteY19" fmla="*/ 164032 h 240841"/>
                <a:gd name="connsiteX20" fmla="*/ 40627 w 174655"/>
                <a:gd name="connsiteY20" fmla="*/ 115522 h 240841"/>
                <a:gd name="connsiteX21" fmla="*/ 80660 w 174655"/>
                <a:gd name="connsiteY21" fmla="*/ 93658 h 240841"/>
                <a:gd name="connsiteX22" fmla="*/ 118921 w 174655"/>
                <a:gd name="connsiteY22" fmla="*/ 114156 h 240841"/>
                <a:gd name="connsiteX23" fmla="*/ 122818 w 174655"/>
                <a:gd name="connsiteY23" fmla="*/ 126796 h 2408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74655" h="240841">
                  <a:moveTo>
                    <a:pt x="122818" y="218349"/>
                  </a:moveTo>
                  <a:lnTo>
                    <a:pt x="122818" y="240896"/>
                  </a:lnTo>
                  <a:lnTo>
                    <a:pt x="174896" y="237138"/>
                  </a:lnTo>
                  <a:lnTo>
                    <a:pt x="174896" y="226548"/>
                  </a:lnTo>
                  <a:cubicBezTo>
                    <a:pt x="150097" y="226548"/>
                    <a:pt x="147263" y="224157"/>
                    <a:pt x="147263" y="207418"/>
                  </a:cubicBezTo>
                  <a:lnTo>
                    <a:pt x="147263" y="55"/>
                  </a:lnTo>
                  <a:lnTo>
                    <a:pt x="96248" y="3813"/>
                  </a:lnTo>
                  <a:lnTo>
                    <a:pt x="96248" y="14403"/>
                  </a:lnTo>
                  <a:cubicBezTo>
                    <a:pt x="121047" y="14403"/>
                    <a:pt x="123881" y="16794"/>
                    <a:pt x="123881" y="33534"/>
                  </a:cubicBezTo>
                  <a:lnTo>
                    <a:pt x="123881" y="107323"/>
                  </a:lnTo>
                  <a:cubicBezTo>
                    <a:pt x="113607" y="95025"/>
                    <a:pt x="98373" y="86143"/>
                    <a:pt x="79243" y="86143"/>
                  </a:cubicBezTo>
                  <a:cubicBezTo>
                    <a:pt x="37438" y="86143"/>
                    <a:pt x="240" y="119622"/>
                    <a:pt x="240" y="163690"/>
                  </a:cubicBezTo>
                  <a:cubicBezTo>
                    <a:pt x="240" y="207076"/>
                    <a:pt x="34959" y="240896"/>
                    <a:pt x="75345" y="240896"/>
                  </a:cubicBezTo>
                  <a:cubicBezTo>
                    <a:pt x="98019" y="240896"/>
                    <a:pt x="113961" y="229281"/>
                    <a:pt x="122818" y="218349"/>
                  </a:cubicBezTo>
                  <a:close/>
                  <a:moveTo>
                    <a:pt x="122818" y="126796"/>
                  </a:moveTo>
                  <a:lnTo>
                    <a:pt x="122818" y="196827"/>
                  </a:lnTo>
                  <a:cubicBezTo>
                    <a:pt x="122818" y="202977"/>
                    <a:pt x="122818" y="203660"/>
                    <a:pt x="118921" y="209467"/>
                  </a:cubicBezTo>
                  <a:cubicBezTo>
                    <a:pt x="108293" y="225865"/>
                    <a:pt x="92351" y="233381"/>
                    <a:pt x="77117" y="233381"/>
                  </a:cubicBezTo>
                  <a:cubicBezTo>
                    <a:pt x="61175" y="233381"/>
                    <a:pt x="48421" y="224499"/>
                    <a:pt x="39918" y="211517"/>
                  </a:cubicBezTo>
                  <a:cubicBezTo>
                    <a:pt x="30707" y="197511"/>
                    <a:pt x="29644" y="178038"/>
                    <a:pt x="29644" y="164032"/>
                  </a:cubicBezTo>
                  <a:cubicBezTo>
                    <a:pt x="29644" y="151392"/>
                    <a:pt x="30353" y="130895"/>
                    <a:pt x="40627" y="115522"/>
                  </a:cubicBezTo>
                  <a:cubicBezTo>
                    <a:pt x="48067" y="104932"/>
                    <a:pt x="61529" y="93658"/>
                    <a:pt x="80660" y="93658"/>
                  </a:cubicBezTo>
                  <a:cubicBezTo>
                    <a:pt x="93059" y="93658"/>
                    <a:pt x="107938" y="98783"/>
                    <a:pt x="118921" y="114156"/>
                  </a:cubicBezTo>
                  <a:cubicBezTo>
                    <a:pt x="122818" y="119963"/>
                    <a:pt x="122818" y="120646"/>
                    <a:pt x="122818" y="126796"/>
                  </a:cubicBezTo>
                  <a:close/>
                </a:path>
              </a:pathLst>
            </a:custGeom>
            <a:grpFill/>
            <a:ln w="35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7A8A685A-7169-8B8C-61E8-BC65A1FDC55D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11280981" y="4272259"/>
              <a:ext cx="178198" cy="154753"/>
            </a:xfrm>
            <a:custGeom>
              <a:avLst/>
              <a:gdLst>
                <a:gd name="connsiteX0" fmla="*/ 127429 w 178198"/>
                <a:gd name="connsiteY0" fmla="*/ 124063 h 154753"/>
                <a:gd name="connsiteX1" fmla="*/ 127429 w 178198"/>
                <a:gd name="connsiteY1" fmla="*/ 154808 h 154753"/>
                <a:gd name="connsiteX2" fmla="*/ 178444 w 178198"/>
                <a:gd name="connsiteY2" fmla="*/ 151051 h 154753"/>
                <a:gd name="connsiteX3" fmla="*/ 178444 w 178198"/>
                <a:gd name="connsiteY3" fmla="*/ 140460 h 154753"/>
                <a:gd name="connsiteX4" fmla="*/ 150811 w 178198"/>
                <a:gd name="connsiteY4" fmla="*/ 121330 h 154753"/>
                <a:gd name="connsiteX5" fmla="*/ 150811 w 178198"/>
                <a:gd name="connsiteY5" fmla="*/ 55 h 154753"/>
                <a:gd name="connsiteX6" fmla="*/ 98733 w 178198"/>
                <a:gd name="connsiteY6" fmla="*/ 3813 h 154753"/>
                <a:gd name="connsiteX7" fmla="*/ 98733 w 178198"/>
                <a:gd name="connsiteY7" fmla="*/ 14403 h 154753"/>
                <a:gd name="connsiteX8" fmla="*/ 126366 w 178198"/>
                <a:gd name="connsiteY8" fmla="*/ 33534 h 154753"/>
                <a:gd name="connsiteX9" fmla="*/ 126366 w 178198"/>
                <a:gd name="connsiteY9" fmla="*/ 94342 h 154753"/>
                <a:gd name="connsiteX10" fmla="*/ 83499 w 178198"/>
                <a:gd name="connsiteY10" fmla="*/ 147293 h 154753"/>
                <a:gd name="connsiteX11" fmla="*/ 52323 w 178198"/>
                <a:gd name="connsiteY11" fmla="*/ 113472 h 154753"/>
                <a:gd name="connsiteX12" fmla="*/ 52323 w 178198"/>
                <a:gd name="connsiteY12" fmla="*/ 55 h 154753"/>
                <a:gd name="connsiteX13" fmla="*/ 245 w 178198"/>
                <a:gd name="connsiteY13" fmla="*/ 3813 h 154753"/>
                <a:gd name="connsiteX14" fmla="*/ 245 w 178198"/>
                <a:gd name="connsiteY14" fmla="*/ 14403 h 154753"/>
                <a:gd name="connsiteX15" fmla="*/ 27879 w 178198"/>
                <a:gd name="connsiteY15" fmla="*/ 45832 h 154753"/>
                <a:gd name="connsiteX16" fmla="*/ 27879 w 178198"/>
                <a:gd name="connsiteY16" fmla="*/ 97075 h 154753"/>
                <a:gd name="connsiteX17" fmla="*/ 81728 w 178198"/>
                <a:gd name="connsiteY17" fmla="*/ 154808 h 154753"/>
                <a:gd name="connsiteX18" fmla="*/ 127429 w 178198"/>
                <a:gd name="connsiteY18" fmla="*/ 124063 h 154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8198" h="154753">
                  <a:moveTo>
                    <a:pt x="127429" y="124063"/>
                  </a:moveTo>
                  <a:lnTo>
                    <a:pt x="127429" y="154808"/>
                  </a:lnTo>
                  <a:lnTo>
                    <a:pt x="178444" y="151051"/>
                  </a:lnTo>
                  <a:lnTo>
                    <a:pt x="178444" y="140460"/>
                  </a:lnTo>
                  <a:cubicBezTo>
                    <a:pt x="153645" y="140460"/>
                    <a:pt x="150811" y="138069"/>
                    <a:pt x="150811" y="121330"/>
                  </a:cubicBezTo>
                  <a:lnTo>
                    <a:pt x="150811" y="55"/>
                  </a:lnTo>
                  <a:lnTo>
                    <a:pt x="98733" y="3813"/>
                  </a:lnTo>
                  <a:lnTo>
                    <a:pt x="98733" y="14403"/>
                  </a:lnTo>
                  <a:cubicBezTo>
                    <a:pt x="123532" y="14403"/>
                    <a:pt x="126366" y="16794"/>
                    <a:pt x="126366" y="33534"/>
                  </a:cubicBezTo>
                  <a:lnTo>
                    <a:pt x="126366" y="94342"/>
                  </a:lnTo>
                  <a:cubicBezTo>
                    <a:pt x="126366" y="124063"/>
                    <a:pt x="109361" y="147293"/>
                    <a:pt x="83499" y="147293"/>
                  </a:cubicBezTo>
                  <a:cubicBezTo>
                    <a:pt x="53740" y="147293"/>
                    <a:pt x="52323" y="131237"/>
                    <a:pt x="52323" y="113472"/>
                  </a:cubicBezTo>
                  <a:lnTo>
                    <a:pt x="52323" y="55"/>
                  </a:lnTo>
                  <a:lnTo>
                    <a:pt x="245" y="3813"/>
                  </a:lnTo>
                  <a:lnTo>
                    <a:pt x="245" y="14403"/>
                  </a:lnTo>
                  <a:cubicBezTo>
                    <a:pt x="27879" y="14403"/>
                    <a:pt x="27879" y="15428"/>
                    <a:pt x="27879" y="45832"/>
                  </a:cubicBezTo>
                  <a:lnTo>
                    <a:pt x="27879" y="97075"/>
                  </a:lnTo>
                  <a:cubicBezTo>
                    <a:pt x="27879" y="123721"/>
                    <a:pt x="27879" y="154808"/>
                    <a:pt x="81728" y="154808"/>
                  </a:cubicBezTo>
                  <a:cubicBezTo>
                    <a:pt x="101567" y="154808"/>
                    <a:pt x="117155" y="145243"/>
                    <a:pt x="127429" y="124063"/>
                  </a:cubicBezTo>
                  <a:close/>
                </a:path>
              </a:pathLst>
            </a:custGeom>
            <a:grpFill/>
            <a:ln w="35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6BBD927-2E95-B096-49E9-8CADB4FCCD28}"/>
                </a:ext>
              </a:extLst>
            </p:cNvPr>
            <p:cNvSpPr/>
            <p:nvPr>
              <p:custDataLst>
                <p:tags r:id="rId15"/>
              </p:custDataLst>
            </p:nvPr>
          </p:nvSpPr>
          <p:spPr>
            <a:xfrm>
              <a:off x="11478508" y="4270209"/>
              <a:ext cx="134977" cy="156803"/>
            </a:xfrm>
            <a:custGeom>
              <a:avLst/>
              <a:gdLst>
                <a:gd name="connsiteX0" fmla="*/ 29656 w 134977"/>
                <a:gd name="connsiteY0" fmla="*/ 78627 h 156803"/>
                <a:gd name="connsiteX1" fmla="*/ 77482 w 134977"/>
                <a:gd name="connsiteY1" fmla="*/ 8595 h 156803"/>
                <a:gd name="connsiteX2" fmla="*/ 115389 w 134977"/>
                <a:gd name="connsiteY2" fmla="*/ 21235 h 156803"/>
                <a:gd name="connsiteX3" fmla="*/ 98739 w 134977"/>
                <a:gd name="connsiteY3" fmla="*/ 36950 h 156803"/>
                <a:gd name="connsiteX4" fmla="*/ 115035 w 134977"/>
                <a:gd name="connsiteY4" fmla="*/ 52664 h 156803"/>
                <a:gd name="connsiteX5" fmla="*/ 131331 w 134977"/>
                <a:gd name="connsiteY5" fmla="*/ 36608 h 156803"/>
                <a:gd name="connsiteX6" fmla="*/ 77128 w 134977"/>
                <a:gd name="connsiteY6" fmla="*/ 55 h 156803"/>
                <a:gd name="connsiteX7" fmla="*/ 251 w 134977"/>
                <a:gd name="connsiteY7" fmla="*/ 79311 h 156803"/>
                <a:gd name="connsiteX8" fmla="*/ 76419 w 134977"/>
                <a:gd name="connsiteY8" fmla="*/ 156858 h 156803"/>
                <a:gd name="connsiteX9" fmla="*/ 135228 w 134977"/>
                <a:gd name="connsiteY9" fmla="*/ 112448 h 156803"/>
                <a:gd name="connsiteX10" fmla="*/ 130623 w 134977"/>
                <a:gd name="connsiteY10" fmla="*/ 109031 h 156803"/>
                <a:gd name="connsiteX11" fmla="*/ 126017 w 134977"/>
                <a:gd name="connsiteY11" fmla="*/ 112448 h 156803"/>
                <a:gd name="connsiteX12" fmla="*/ 79608 w 134977"/>
                <a:gd name="connsiteY12" fmla="*/ 148318 h 156803"/>
                <a:gd name="connsiteX13" fmla="*/ 29656 w 134977"/>
                <a:gd name="connsiteY13" fmla="*/ 78627 h 156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34977" h="156803">
                  <a:moveTo>
                    <a:pt x="29656" y="78627"/>
                  </a:moveTo>
                  <a:cubicBezTo>
                    <a:pt x="29656" y="22943"/>
                    <a:pt x="58706" y="8595"/>
                    <a:pt x="77482" y="8595"/>
                  </a:cubicBezTo>
                  <a:cubicBezTo>
                    <a:pt x="80671" y="8595"/>
                    <a:pt x="102990" y="8937"/>
                    <a:pt x="115389" y="21235"/>
                  </a:cubicBezTo>
                  <a:cubicBezTo>
                    <a:pt x="100864" y="22260"/>
                    <a:pt x="98739" y="32509"/>
                    <a:pt x="98739" y="36950"/>
                  </a:cubicBezTo>
                  <a:cubicBezTo>
                    <a:pt x="98739" y="45832"/>
                    <a:pt x="105115" y="52664"/>
                    <a:pt x="115035" y="52664"/>
                  </a:cubicBezTo>
                  <a:cubicBezTo>
                    <a:pt x="124246" y="52664"/>
                    <a:pt x="131331" y="46857"/>
                    <a:pt x="131331" y="36608"/>
                  </a:cubicBezTo>
                  <a:cubicBezTo>
                    <a:pt x="131331" y="13378"/>
                    <a:pt x="104407" y="55"/>
                    <a:pt x="77128" y="55"/>
                  </a:cubicBezTo>
                  <a:cubicBezTo>
                    <a:pt x="32844" y="55"/>
                    <a:pt x="251" y="36950"/>
                    <a:pt x="251" y="79311"/>
                  </a:cubicBezTo>
                  <a:cubicBezTo>
                    <a:pt x="251" y="123038"/>
                    <a:pt x="35324" y="156858"/>
                    <a:pt x="76419" y="156858"/>
                  </a:cubicBezTo>
                  <a:cubicBezTo>
                    <a:pt x="123892" y="156858"/>
                    <a:pt x="135228" y="115864"/>
                    <a:pt x="135228" y="112448"/>
                  </a:cubicBezTo>
                  <a:cubicBezTo>
                    <a:pt x="135228" y="109031"/>
                    <a:pt x="131686" y="109031"/>
                    <a:pt x="130623" y="109031"/>
                  </a:cubicBezTo>
                  <a:cubicBezTo>
                    <a:pt x="127434" y="109031"/>
                    <a:pt x="126726" y="110398"/>
                    <a:pt x="126017" y="112448"/>
                  </a:cubicBezTo>
                  <a:cubicBezTo>
                    <a:pt x="115744" y="144218"/>
                    <a:pt x="92716" y="148318"/>
                    <a:pt x="79608" y="148318"/>
                  </a:cubicBezTo>
                  <a:cubicBezTo>
                    <a:pt x="60831" y="148318"/>
                    <a:pt x="29656" y="133628"/>
                    <a:pt x="29656" y="78627"/>
                  </a:cubicBezTo>
                  <a:close/>
                </a:path>
              </a:pathLst>
            </a:custGeom>
            <a:grpFill/>
            <a:ln w="35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7EBDB267-EE1F-45C7-E19B-4B9D9850A74B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>
            <a:xfrm>
              <a:off x="11633837" y="4270209"/>
              <a:ext cx="137103" cy="156803"/>
            </a:xfrm>
            <a:custGeom>
              <a:avLst/>
              <a:gdLst>
                <a:gd name="connsiteX0" fmla="*/ 30014 w 137103"/>
                <a:gd name="connsiteY0" fmla="*/ 67012 h 156803"/>
                <a:gd name="connsiteX1" fmla="*/ 73944 w 137103"/>
                <a:gd name="connsiteY1" fmla="*/ 7571 h 156803"/>
                <a:gd name="connsiteX2" fmla="*/ 113977 w 137103"/>
                <a:gd name="connsiteY2" fmla="*/ 67012 h 156803"/>
                <a:gd name="connsiteX3" fmla="*/ 30014 w 137103"/>
                <a:gd name="connsiteY3" fmla="*/ 67012 h 156803"/>
                <a:gd name="connsiteX4" fmla="*/ 29660 w 137103"/>
                <a:gd name="connsiteY4" fmla="*/ 74186 h 156803"/>
                <a:gd name="connsiteX5" fmla="*/ 128502 w 137103"/>
                <a:gd name="connsiteY5" fmla="*/ 74186 h 156803"/>
                <a:gd name="connsiteX6" fmla="*/ 137359 w 137103"/>
                <a:gd name="connsiteY6" fmla="*/ 67012 h 156803"/>
                <a:gd name="connsiteX7" fmla="*/ 73944 w 137103"/>
                <a:gd name="connsiteY7" fmla="*/ 55 h 156803"/>
                <a:gd name="connsiteX8" fmla="*/ 255 w 137103"/>
                <a:gd name="connsiteY8" fmla="*/ 77944 h 156803"/>
                <a:gd name="connsiteX9" fmla="*/ 78195 w 137103"/>
                <a:gd name="connsiteY9" fmla="*/ 156858 h 156803"/>
                <a:gd name="connsiteX10" fmla="*/ 137359 w 137103"/>
                <a:gd name="connsiteY10" fmla="*/ 112448 h 156803"/>
                <a:gd name="connsiteX11" fmla="*/ 132753 w 137103"/>
                <a:gd name="connsiteY11" fmla="*/ 108348 h 156803"/>
                <a:gd name="connsiteX12" fmla="*/ 128147 w 137103"/>
                <a:gd name="connsiteY12" fmla="*/ 113131 h 156803"/>
                <a:gd name="connsiteX13" fmla="*/ 80321 w 137103"/>
                <a:gd name="connsiteY13" fmla="*/ 148318 h 156803"/>
                <a:gd name="connsiteX14" fmla="*/ 40288 w 137103"/>
                <a:gd name="connsiteY14" fmla="*/ 125429 h 156803"/>
                <a:gd name="connsiteX15" fmla="*/ 29660 w 137103"/>
                <a:gd name="connsiteY15" fmla="*/ 74186 h 156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7103" h="156803">
                  <a:moveTo>
                    <a:pt x="30014" y="67012"/>
                  </a:moveTo>
                  <a:cubicBezTo>
                    <a:pt x="32140" y="16111"/>
                    <a:pt x="61899" y="7571"/>
                    <a:pt x="73944" y="7571"/>
                  </a:cubicBezTo>
                  <a:cubicBezTo>
                    <a:pt x="110434" y="7571"/>
                    <a:pt x="113977" y="53689"/>
                    <a:pt x="113977" y="67012"/>
                  </a:cubicBezTo>
                  <a:lnTo>
                    <a:pt x="30014" y="67012"/>
                  </a:lnTo>
                  <a:close/>
                  <a:moveTo>
                    <a:pt x="29660" y="74186"/>
                  </a:moveTo>
                  <a:lnTo>
                    <a:pt x="128502" y="74186"/>
                  </a:lnTo>
                  <a:cubicBezTo>
                    <a:pt x="136296" y="74186"/>
                    <a:pt x="137359" y="74186"/>
                    <a:pt x="137359" y="67012"/>
                  </a:cubicBezTo>
                  <a:cubicBezTo>
                    <a:pt x="137359" y="33192"/>
                    <a:pt x="118228" y="55"/>
                    <a:pt x="73944" y="55"/>
                  </a:cubicBezTo>
                  <a:cubicBezTo>
                    <a:pt x="32848" y="55"/>
                    <a:pt x="255" y="35242"/>
                    <a:pt x="255" y="77944"/>
                  </a:cubicBezTo>
                  <a:cubicBezTo>
                    <a:pt x="255" y="123721"/>
                    <a:pt x="37454" y="156858"/>
                    <a:pt x="78195" y="156858"/>
                  </a:cubicBezTo>
                  <a:cubicBezTo>
                    <a:pt x="121416" y="156858"/>
                    <a:pt x="137359" y="118938"/>
                    <a:pt x="137359" y="112448"/>
                  </a:cubicBezTo>
                  <a:cubicBezTo>
                    <a:pt x="137359" y="109031"/>
                    <a:pt x="134524" y="108348"/>
                    <a:pt x="132753" y="108348"/>
                  </a:cubicBezTo>
                  <a:cubicBezTo>
                    <a:pt x="129565" y="108348"/>
                    <a:pt x="128856" y="110398"/>
                    <a:pt x="128147" y="113131"/>
                  </a:cubicBezTo>
                  <a:cubicBezTo>
                    <a:pt x="115748" y="148318"/>
                    <a:pt x="83864" y="148318"/>
                    <a:pt x="80321" y="148318"/>
                  </a:cubicBezTo>
                  <a:cubicBezTo>
                    <a:pt x="62607" y="148318"/>
                    <a:pt x="48436" y="138069"/>
                    <a:pt x="40288" y="125429"/>
                  </a:cubicBezTo>
                  <a:cubicBezTo>
                    <a:pt x="29660" y="109031"/>
                    <a:pt x="29660" y="86485"/>
                    <a:pt x="29660" y="74186"/>
                  </a:cubicBezTo>
                  <a:close/>
                </a:path>
              </a:pathLst>
            </a:custGeom>
            <a:grpFill/>
            <a:ln w="35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3F8B138F-8E74-E51F-1CF2-EAC5C16BCD2E}"/>
                </a:ext>
              </a:extLst>
            </p:cNvPr>
            <p:cNvSpPr/>
            <p:nvPr>
              <p:custDataLst>
                <p:tags r:id="rId17"/>
              </p:custDataLst>
            </p:nvPr>
          </p:nvSpPr>
          <p:spPr>
            <a:xfrm>
              <a:off x="11909381" y="4270209"/>
              <a:ext cx="137103" cy="156803"/>
            </a:xfrm>
            <a:custGeom>
              <a:avLst/>
              <a:gdLst>
                <a:gd name="connsiteX0" fmla="*/ 30022 w 137103"/>
                <a:gd name="connsiteY0" fmla="*/ 67012 h 156803"/>
                <a:gd name="connsiteX1" fmla="*/ 73952 w 137103"/>
                <a:gd name="connsiteY1" fmla="*/ 7571 h 156803"/>
                <a:gd name="connsiteX2" fmla="*/ 113984 w 137103"/>
                <a:gd name="connsiteY2" fmla="*/ 67012 h 156803"/>
                <a:gd name="connsiteX3" fmla="*/ 30022 w 137103"/>
                <a:gd name="connsiteY3" fmla="*/ 67012 h 156803"/>
                <a:gd name="connsiteX4" fmla="*/ 29668 w 137103"/>
                <a:gd name="connsiteY4" fmla="*/ 74186 h 156803"/>
                <a:gd name="connsiteX5" fmla="*/ 128509 w 137103"/>
                <a:gd name="connsiteY5" fmla="*/ 74186 h 156803"/>
                <a:gd name="connsiteX6" fmla="*/ 137366 w 137103"/>
                <a:gd name="connsiteY6" fmla="*/ 67012 h 156803"/>
                <a:gd name="connsiteX7" fmla="*/ 73952 w 137103"/>
                <a:gd name="connsiteY7" fmla="*/ 55 h 156803"/>
                <a:gd name="connsiteX8" fmla="*/ 263 w 137103"/>
                <a:gd name="connsiteY8" fmla="*/ 77944 h 156803"/>
                <a:gd name="connsiteX9" fmla="*/ 78203 w 137103"/>
                <a:gd name="connsiteY9" fmla="*/ 156858 h 156803"/>
                <a:gd name="connsiteX10" fmla="*/ 137366 w 137103"/>
                <a:gd name="connsiteY10" fmla="*/ 112448 h 156803"/>
                <a:gd name="connsiteX11" fmla="*/ 132761 w 137103"/>
                <a:gd name="connsiteY11" fmla="*/ 108348 h 156803"/>
                <a:gd name="connsiteX12" fmla="*/ 128155 w 137103"/>
                <a:gd name="connsiteY12" fmla="*/ 113131 h 156803"/>
                <a:gd name="connsiteX13" fmla="*/ 80329 w 137103"/>
                <a:gd name="connsiteY13" fmla="*/ 148318 h 156803"/>
                <a:gd name="connsiteX14" fmla="*/ 40296 w 137103"/>
                <a:gd name="connsiteY14" fmla="*/ 125429 h 156803"/>
                <a:gd name="connsiteX15" fmla="*/ 29668 w 137103"/>
                <a:gd name="connsiteY15" fmla="*/ 74186 h 156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7103" h="156803">
                  <a:moveTo>
                    <a:pt x="30022" y="67012"/>
                  </a:moveTo>
                  <a:cubicBezTo>
                    <a:pt x="32148" y="16111"/>
                    <a:pt x="61906" y="7571"/>
                    <a:pt x="73952" y="7571"/>
                  </a:cubicBezTo>
                  <a:cubicBezTo>
                    <a:pt x="110442" y="7571"/>
                    <a:pt x="113984" y="53689"/>
                    <a:pt x="113984" y="67012"/>
                  </a:cubicBezTo>
                  <a:lnTo>
                    <a:pt x="30022" y="67012"/>
                  </a:lnTo>
                  <a:close/>
                  <a:moveTo>
                    <a:pt x="29668" y="74186"/>
                  </a:moveTo>
                  <a:lnTo>
                    <a:pt x="128509" y="74186"/>
                  </a:lnTo>
                  <a:cubicBezTo>
                    <a:pt x="136303" y="74186"/>
                    <a:pt x="137366" y="74186"/>
                    <a:pt x="137366" y="67012"/>
                  </a:cubicBezTo>
                  <a:cubicBezTo>
                    <a:pt x="137366" y="33192"/>
                    <a:pt x="118236" y="55"/>
                    <a:pt x="73952" y="55"/>
                  </a:cubicBezTo>
                  <a:cubicBezTo>
                    <a:pt x="32856" y="55"/>
                    <a:pt x="263" y="35242"/>
                    <a:pt x="263" y="77944"/>
                  </a:cubicBezTo>
                  <a:cubicBezTo>
                    <a:pt x="263" y="123721"/>
                    <a:pt x="37462" y="156858"/>
                    <a:pt x="78203" y="156858"/>
                  </a:cubicBezTo>
                  <a:cubicBezTo>
                    <a:pt x="121424" y="156858"/>
                    <a:pt x="137366" y="118938"/>
                    <a:pt x="137366" y="112448"/>
                  </a:cubicBezTo>
                  <a:cubicBezTo>
                    <a:pt x="137366" y="109031"/>
                    <a:pt x="134532" y="108348"/>
                    <a:pt x="132761" y="108348"/>
                  </a:cubicBezTo>
                  <a:cubicBezTo>
                    <a:pt x="129572" y="108348"/>
                    <a:pt x="128864" y="110398"/>
                    <a:pt x="128155" y="113131"/>
                  </a:cubicBezTo>
                  <a:cubicBezTo>
                    <a:pt x="115756" y="148318"/>
                    <a:pt x="83871" y="148318"/>
                    <a:pt x="80329" y="148318"/>
                  </a:cubicBezTo>
                  <a:cubicBezTo>
                    <a:pt x="62615" y="148318"/>
                    <a:pt x="48444" y="138069"/>
                    <a:pt x="40296" y="125429"/>
                  </a:cubicBezTo>
                  <a:cubicBezTo>
                    <a:pt x="29668" y="109031"/>
                    <a:pt x="29668" y="86485"/>
                    <a:pt x="29668" y="74186"/>
                  </a:cubicBezTo>
                  <a:close/>
                </a:path>
              </a:pathLst>
            </a:custGeom>
            <a:grpFill/>
            <a:ln w="35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F77C796B-04EF-A399-8CCD-33B33EFD0438}"/>
                </a:ext>
              </a:extLst>
            </p:cNvPr>
            <p:cNvSpPr/>
            <p:nvPr>
              <p:custDataLst>
                <p:tags r:id="rId18"/>
              </p:custDataLst>
            </p:nvPr>
          </p:nvSpPr>
          <p:spPr>
            <a:xfrm>
              <a:off x="12066836" y="4272259"/>
              <a:ext cx="119035" cy="150995"/>
            </a:xfrm>
            <a:custGeom>
              <a:avLst/>
              <a:gdLst>
                <a:gd name="connsiteX0" fmla="*/ 49511 w 119035"/>
                <a:gd name="connsiteY0" fmla="*/ 37633 h 150995"/>
                <a:gd name="connsiteX1" fmla="*/ 49511 w 119035"/>
                <a:gd name="connsiteY1" fmla="*/ 55 h 150995"/>
                <a:gd name="connsiteX2" fmla="*/ 268 w 119035"/>
                <a:gd name="connsiteY2" fmla="*/ 3813 h 150995"/>
                <a:gd name="connsiteX3" fmla="*/ 268 w 119035"/>
                <a:gd name="connsiteY3" fmla="*/ 14403 h 150995"/>
                <a:gd name="connsiteX4" fmla="*/ 27901 w 119035"/>
                <a:gd name="connsiteY4" fmla="*/ 33534 h 150995"/>
                <a:gd name="connsiteX5" fmla="*/ 27901 w 119035"/>
                <a:gd name="connsiteY5" fmla="*/ 125087 h 150995"/>
                <a:gd name="connsiteX6" fmla="*/ 268 w 119035"/>
                <a:gd name="connsiteY6" fmla="*/ 140460 h 150995"/>
                <a:gd name="connsiteX7" fmla="*/ 268 w 119035"/>
                <a:gd name="connsiteY7" fmla="*/ 151051 h 150995"/>
                <a:gd name="connsiteX8" fmla="*/ 40655 w 119035"/>
                <a:gd name="connsiteY8" fmla="*/ 150026 h 150995"/>
                <a:gd name="connsiteX9" fmla="*/ 85647 w 119035"/>
                <a:gd name="connsiteY9" fmla="*/ 151051 h 150995"/>
                <a:gd name="connsiteX10" fmla="*/ 85647 w 119035"/>
                <a:gd name="connsiteY10" fmla="*/ 140460 h 150995"/>
                <a:gd name="connsiteX11" fmla="*/ 78207 w 119035"/>
                <a:gd name="connsiteY11" fmla="*/ 140460 h 150995"/>
                <a:gd name="connsiteX12" fmla="*/ 51283 w 119035"/>
                <a:gd name="connsiteY12" fmla="*/ 124404 h 150995"/>
                <a:gd name="connsiteX13" fmla="*/ 51283 w 119035"/>
                <a:gd name="connsiteY13" fmla="*/ 71795 h 150995"/>
                <a:gd name="connsiteX14" fmla="*/ 93087 w 119035"/>
                <a:gd name="connsiteY14" fmla="*/ 7571 h 150995"/>
                <a:gd name="connsiteX15" fmla="*/ 96984 w 119035"/>
                <a:gd name="connsiteY15" fmla="*/ 7912 h 150995"/>
                <a:gd name="connsiteX16" fmla="*/ 88836 w 119035"/>
                <a:gd name="connsiteY16" fmla="*/ 21235 h 150995"/>
                <a:gd name="connsiteX17" fmla="*/ 104069 w 119035"/>
                <a:gd name="connsiteY17" fmla="*/ 35925 h 150995"/>
                <a:gd name="connsiteX18" fmla="*/ 119303 w 119035"/>
                <a:gd name="connsiteY18" fmla="*/ 20894 h 150995"/>
                <a:gd name="connsiteX19" fmla="*/ 93087 w 119035"/>
                <a:gd name="connsiteY19" fmla="*/ 55 h 150995"/>
                <a:gd name="connsiteX20" fmla="*/ 49511 w 119035"/>
                <a:gd name="connsiteY20" fmla="*/ 37633 h 150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35" h="150995">
                  <a:moveTo>
                    <a:pt x="49511" y="37633"/>
                  </a:moveTo>
                  <a:lnTo>
                    <a:pt x="49511" y="55"/>
                  </a:lnTo>
                  <a:lnTo>
                    <a:pt x="268" y="3813"/>
                  </a:lnTo>
                  <a:lnTo>
                    <a:pt x="268" y="14403"/>
                  </a:lnTo>
                  <a:cubicBezTo>
                    <a:pt x="25067" y="14403"/>
                    <a:pt x="27901" y="16794"/>
                    <a:pt x="27901" y="33534"/>
                  </a:cubicBezTo>
                  <a:lnTo>
                    <a:pt x="27901" y="125087"/>
                  </a:lnTo>
                  <a:cubicBezTo>
                    <a:pt x="27901" y="140460"/>
                    <a:pt x="24004" y="140460"/>
                    <a:pt x="268" y="140460"/>
                  </a:cubicBezTo>
                  <a:lnTo>
                    <a:pt x="268" y="151051"/>
                  </a:lnTo>
                  <a:cubicBezTo>
                    <a:pt x="14084" y="150709"/>
                    <a:pt x="30735" y="150026"/>
                    <a:pt x="40655" y="150026"/>
                  </a:cubicBezTo>
                  <a:cubicBezTo>
                    <a:pt x="54825" y="150026"/>
                    <a:pt x="71476" y="150026"/>
                    <a:pt x="85647" y="151051"/>
                  </a:cubicBezTo>
                  <a:lnTo>
                    <a:pt x="85647" y="140460"/>
                  </a:lnTo>
                  <a:lnTo>
                    <a:pt x="78207" y="140460"/>
                  </a:lnTo>
                  <a:cubicBezTo>
                    <a:pt x="51991" y="140460"/>
                    <a:pt x="51283" y="136703"/>
                    <a:pt x="51283" y="124404"/>
                  </a:cubicBezTo>
                  <a:lnTo>
                    <a:pt x="51283" y="71795"/>
                  </a:lnTo>
                  <a:cubicBezTo>
                    <a:pt x="51283" y="37975"/>
                    <a:pt x="66162" y="7571"/>
                    <a:pt x="93087" y="7571"/>
                  </a:cubicBezTo>
                  <a:cubicBezTo>
                    <a:pt x="95567" y="7571"/>
                    <a:pt x="96275" y="7571"/>
                    <a:pt x="96984" y="7912"/>
                  </a:cubicBezTo>
                  <a:cubicBezTo>
                    <a:pt x="95921" y="8254"/>
                    <a:pt x="88836" y="12353"/>
                    <a:pt x="88836" y="21235"/>
                  </a:cubicBezTo>
                  <a:cubicBezTo>
                    <a:pt x="88836" y="30801"/>
                    <a:pt x="96275" y="35925"/>
                    <a:pt x="104069" y="35925"/>
                  </a:cubicBezTo>
                  <a:cubicBezTo>
                    <a:pt x="110446" y="35925"/>
                    <a:pt x="119303" y="31826"/>
                    <a:pt x="119303" y="20894"/>
                  </a:cubicBezTo>
                  <a:cubicBezTo>
                    <a:pt x="119303" y="9962"/>
                    <a:pt x="108320" y="55"/>
                    <a:pt x="93087" y="55"/>
                  </a:cubicBezTo>
                  <a:cubicBezTo>
                    <a:pt x="67225" y="55"/>
                    <a:pt x="54471" y="22943"/>
                    <a:pt x="49511" y="37633"/>
                  </a:cubicBezTo>
                  <a:close/>
                </a:path>
              </a:pathLst>
            </a:custGeom>
            <a:grpFill/>
            <a:ln w="35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D2D84745-46ED-5987-796A-723FACA6E462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>
            <a:xfrm>
              <a:off x="12205593" y="4272259"/>
              <a:ext cx="119035" cy="150995"/>
            </a:xfrm>
            <a:custGeom>
              <a:avLst/>
              <a:gdLst>
                <a:gd name="connsiteX0" fmla="*/ 49515 w 119035"/>
                <a:gd name="connsiteY0" fmla="*/ 37633 h 150995"/>
                <a:gd name="connsiteX1" fmla="*/ 49515 w 119035"/>
                <a:gd name="connsiteY1" fmla="*/ 55 h 150995"/>
                <a:gd name="connsiteX2" fmla="*/ 272 w 119035"/>
                <a:gd name="connsiteY2" fmla="*/ 3813 h 150995"/>
                <a:gd name="connsiteX3" fmla="*/ 272 w 119035"/>
                <a:gd name="connsiteY3" fmla="*/ 14403 h 150995"/>
                <a:gd name="connsiteX4" fmla="*/ 27905 w 119035"/>
                <a:gd name="connsiteY4" fmla="*/ 33534 h 150995"/>
                <a:gd name="connsiteX5" fmla="*/ 27905 w 119035"/>
                <a:gd name="connsiteY5" fmla="*/ 125087 h 150995"/>
                <a:gd name="connsiteX6" fmla="*/ 272 w 119035"/>
                <a:gd name="connsiteY6" fmla="*/ 140460 h 150995"/>
                <a:gd name="connsiteX7" fmla="*/ 272 w 119035"/>
                <a:gd name="connsiteY7" fmla="*/ 151051 h 150995"/>
                <a:gd name="connsiteX8" fmla="*/ 40658 w 119035"/>
                <a:gd name="connsiteY8" fmla="*/ 150026 h 150995"/>
                <a:gd name="connsiteX9" fmla="*/ 85651 w 119035"/>
                <a:gd name="connsiteY9" fmla="*/ 151051 h 150995"/>
                <a:gd name="connsiteX10" fmla="*/ 85651 w 119035"/>
                <a:gd name="connsiteY10" fmla="*/ 140460 h 150995"/>
                <a:gd name="connsiteX11" fmla="*/ 78211 w 119035"/>
                <a:gd name="connsiteY11" fmla="*/ 140460 h 150995"/>
                <a:gd name="connsiteX12" fmla="*/ 51287 w 119035"/>
                <a:gd name="connsiteY12" fmla="*/ 124404 h 150995"/>
                <a:gd name="connsiteX13" fmla="*/ 51287 w 119035"/>
                <a:gd name="connsiteY13" fmla="*/ 71795 h 150995"/>
                <a:gd name="connsiteX14" fmla="*/ 93091 w 119035"/>
                <a:gd name="connsiteY14" fmla="*/ 7571 h 150995"/>
                <a:gd name="connsiteX15" fmla="*/ 96988 w 119035"/>
                <a:gd name="connsiteY15" fmla="*/ 7912 h 150995"/>
                <a:gd name="connsiteX16" fmla="*/ 88839 w 119035"/>
                <a:gd name="connsiteY16" fmla="*/ 21235 h 150995"/>
                <a:gd name="connsiteX17" fmla="*/ 104073 w 119035"/>
                <a:gd name="connsiteY17" fmla="*/ 35925 h 150995"/>
                <a:gd name="connsiteX18" fmla="*/ 119307 w 119035"/>
                <a:gd name="connsiteY18" fmla="*/ 20894 h 150995"/>
                <a:gd name="connsiteX19" fmla="*/ 93091 w 119035"/>
                <a:gd name="connsiteY19" fmla="*/ 55 h 150995"/>
                <a:gd name="connsiteX20" fmla="*/ 49515 w 119035"/>
                <a:gd name="connsiteY20" fmla="*/ 37633 h 150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35" h="150995">
                  <a:moveTo>
                    <a:pt x="49515" y="37633"/>
                  </a:moveTo>
                  <a:lnTo>
                    <a:pt x="49515" y="55"/>
                  </a:lnTo>
                  <a:lnTo>
                    <a:pt x="272" y="3813"/>
                  </a:lnTo>
                  <a:lnTo>
                    <a:pt x="272" y="14403"/>
                  </a:lnTo>
                  <a:cubicBezTo>
                    <a:pt x="25071" y="14403"/>
                    <a:pt x="27905" y="16794"/>
                    <a:pt x="27905" y="33534"/>
                  </a:cubicBezTo>
                  <a:lnTo>
                    <a:pt x="27905" y="125087"/>
                  </a:lnTo>
                  <a:cubicBezTo>
                    <a:pt x="27905" y="140460"/>
                    <a:pt x="24008" y="140460"/>
                    <a:pt x="272" y="140460"/>
                  </a:cubicBezTo>
                  <a:lnTo>
                    <a:pt x="272" y="151051"/>
                  </a:lnTo>
                  <a:cubicBezTo>
                    <a:pt x="14088" y="150709"/>
                    <a:pt x="30739" y="150026"/>
                    <a:pt x="40658" y="150026"/>
                  </a:cubicBezTo>
                  <a:cubicBezTo>
                    <a:pt x="54829" y="150026"/>
                    <a:pt x="71480" y="150026"/>
                    <a:pt x="85651" y="151051"/>
                  </a:cubicBezTo>
                  <a:lnTo>
                    <a:pt x="85651" y="140460"/>
                  </a:lnTo>
                  <a:lnTo>
                    <a:pt x="78211" y="140460"/>
                  </a:lnTo>
                  <a:cubicBezTo>
                    <a:pt x="51995" y="140460"/>
                    <a:pt x="51287" y="136703"/>
                    <a:pt x="51287" y="124404"/>
                  </a:cubicBezTo>
                  <a:lnTo>
                    <a:pt x="51287" y="71795"/>
                  </a:lnTo>
                  <a:cubicBezTo>
                    <a:pt x="51287" y="37975"/>
                    <a:pt x="66166" y="7571"/>
                    <a:pt x="93091" y="7571"/>
                  </a:cubicBezTo>
                  <a:cubicBezTo>
                    <a:pt x="95571" y="7571"/>
                    <a:pt x="96279" y="7571"/>
                    <a:pt x="96988" y="7912"/>
                  </a:cubicBezTo>
                  <a:cubicBezTo>
                    <a:pt x="95925" y="8254"/>
                    <a:pt x="88839" y="12353"/>
                    <a:pt x="88839" y="21235"/>
                  </a:cubicBezTo>
                  <a:cubicBezTo>
                    <a:pt x="88839" y="30801"/>
                    <a:pt x="96279" y="35925"/>
                    <a:pt x="104073" y="35925"/>
                  </a:cubicBezTo>
                  <a:cubicBezTo>
                    <a:pt x="110450" y="35925"/>
                    <a:pt x="119307" y="31826"/>
                    <a:pt x="119307" y="20894"/>
                  </a:cubicBezTo>
                  <a:cubicBezTo>
                    <a:pt x="119307" y="9962"/>
                    <a:pt x="108324" y="55"/>
                    <a:pt x="93091" y="55"/>
                  </a:cubicBezTo>
                  <a:cubicBezTo>
                    <a:pt x="67229" y="55"/>
                    <a:pt x="54475" y="22943"/>
                    <a:pt x="49515" y="37633"/>
                  </a:cubicBezTo>
                  <a:close/>
                </a:path>
              </a:pathLst>
            </a:custGeom>
            <a:grpFill/>
            <a:ln w="35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6CBA7449-0348-3429-626E-6ABF0ED3AE8B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>
            <a:xfrm>
              <a:off x="12344349" y="4270209"/>
              <a:ext cx="156942" cy="156803"/>
            </a:xfrm>
            <a:custGeom>
              <a:avLst/>
              <a:gdLst>
                <a:gd name="connsiteX0" fmla="*/ 157218 w 156942"/>
                <a:gd name="connsiteY0" fmla="*/ 79994 h 156803"/>
                <a:gd name="connsiteX1" fmla="*/ 78924 w 156942"/>
                <a:gd name="connsiteY1" fmla="*/ 55 h 156803"/>
                <a:gd name="connsiteX2" fmla="*/ 275 w 156942"/>
                <a:gd name="connsiteY2" fmla="*/ 79994 h 156803"/>
                <a:gd name="connsiteX3" fmla="*/ 78569 w 156942"/>
                <a:gd name="connsiteY3" fmla="*/ 156858 h 156803"/>
                <a:gd name="connsiteX4" fmla="*/ 157218 w 156942"/>
                <a:gd name="connsiteY4" fmla="*/ 79994 h 156803"/>
                <a:gd name="connsiteX5" fmla="*/ 78924 w 156942"/>
                <a:gd name="connsiteY5" fmla="*/ 148318 h 156803"/>
                <a:gd name="connsiteX6" fmla="*/ 38537 w 156942"/>
                <a:gd name="connsiteY6" fmla="*/ 125429 h 156803"/>
                <a:gd name="connsiteX7" fmla="*/ 29680 w 156942"/>
                <a:gd name="connsiteY7" fmla="*/ 77261 h 156803"/>
                <a:gd name="connsiteX8" fmla="*/ 38182 w 156942"/>
                <a:gd name="connsiteY8" fmla="*/ 30459 h 156803"/>
                <a:gd name="connsiteX9" fmla="*/ 78569 w 156942"/>
                <a:gd name="connsiteY9" fmla="*/ 7571 h 156803"/>
                <a:gd name="connsiteX10" fmla="*/ 118602 w 156942"/>
                <a:gd name="connsiteY10" fmla="*/ 29776 h 156803"/>
                <a:gd name="connsiteX11" fmla="*/ 127813 w 156942"/>
                <a:gd name="connsiteY11" fmla="*/ 77261 h 156803"/>
                <a:gd name="connsiteX12" fmla="*/ 120019 w 156942"/>
                <a:gd name="connsiteY12" fmla="*/ 123038 h 156803"/>
                <a:gd name="connsiteX13" fmla="*/ 78924 w 156942"/>
                <a:gd name="connsiteY13" fmla="*/ 148318 h 1568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6942" h="156803">
                  <a:moveTo>
                    <a:pt x="157218" y="79994"/>
                  </a:moveTo>
                  <a:cubicBezTo>
                    <a:pt x="157218" y="36267"/>
                    <a:pt x="121791" y="55"/>
                    <a:pt x="78924" y="55"/>
                  </a:cubicBezTo>
                  <a:cubicBezTo>
                    <a:pt x="34640" y="55"/>
                    <a:pt x="275" y="37291"/>
                    <a:pt x="275" y="79994"/>
                  </a:cubicBezTo>
                  <a:cubicBezTo>
                    <a:pt x="275" y="124063"/>
                    <a:pt x="37120" y="156858"/>
                    <a:pt x="78569" y="156858"/>
                  </a:cubicBezTo>
                  <a:cubicBezTo>
                    <a:pt x="121436" y="156858"/>
                    <a:pt x="157218" y="123379"/>
                    <a:pt x="157218" y="79994"/>
                  </a:cubicBezTo>
                  <a:close/>
                  <a:moveTo>
                    <a:pt x="78924" y="148318"/>
                  </a:moveTo>
                  <a:cubicBezTo>
                    <a:pt x="63690" y="148318"/>
                    <a:pt x="48102" y="141144"/>
                    <a:pt x="38537" y="125429"/>
                  </a:cubicBezTo>
                  <a:cubicBezTo>
                    <a:pt x="29680" y="110398"/>
                    <a:pt x="29680" y="89559"/>
                    <a:pt x="29680" y="77261"/>
                  </a:cubicBezTo>
                  <a:cubicBezTo>
                    <a:pt x="29680" y="63938"/>
                    <a:pt x="29680" y="45490"/>
                    <a:pt x="38182" y="30459"/>
                  </a:cubicBezTo>
                  <a:cubicBezTo>
                    <a:pt x="47748" y="14745"/>
                    <a:pt x="64399" y="7571"/>
                    <a:pt x="78569" y="7571"/>
                  </a:cubicBezTo>
                  <a:cubicBezTo>
                    <a:pt x="94157" y="7571"/>
                    <a:pt x="109391" y="15086"/>
                    <a:pt x="118602" y="29776"/>
                  </a:cubicBezTo>
                  <a:cubicBezTo>
                    <a:pt x="127813" y="44465"/>
                    <a:pt x="127813" y="64279"/>
                    <a:pt x="127813" y="77261"/>
                  </a:cubicBezTo>
                  <a:cubicBezTo>
                    <a:pt x="127813" y="89559"/>
                    <a:pt x="127813" y="108007"/>
                    <a:pt x="120019" y="123038"/>
                  </a:cubicBezTo>
                  <a:cubicBezTo>
                    <a:pt x="112225" y="138411"/>
                    <a:pt x="96637" y="148318"/>
                    <a:pt x="78924" y="148318"/>
                  </a:cubicBezTo>
                  <a:close/>
                </a:path>
              </a:pathLst>
            </a:custGeom>
            <a:grpFill/>
            <a:ln w="35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682DF1E2-452A-D88E-26ED-EAF9961415A9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>
            <a:xfrm>
              <a:off x="12521486" y="4272259"/>
              <a:ext cx="119035" cy="150995"/>
            </a:xfrm>
            <a:custGeom>
              <a:avLst/>
              <a:gdLst>
                <a:gd name="connsiteX0" fmla="*/ 49524 w 119035"/>
                <a:gd name="connsiteY0" fmla="*/ 37633 h 150995"/>
                <a:gd name="connsiteX1" fmla="*/ 49524 w 119035"/>
                <a:gd name="connsiteY1" fmla="*/ 55 h 150995"/>
                <a:gd name="connsiteX2" fmla="*/ 280 w 119035"/>
                <a:gd name="connsiteY2" fmla="*/ 3813 h 150995"/>
                <a:gd name="connsiteX3" fmla="*/ 280 w 119035"/>
                <a:gd name="connsiteY3" fmla="*/ 14403 h 150995"/>
                <a:gd name="connsiteX4" fmla="*/ 27914 w 119035"/>
                <a:gd name="connsiteY4" fmla="*/ 33534 h 150995"/>
                <a:gd name="connsiteX5" fmla="*/ 27914 w 119035"/>
                <a:gd name="connsiteY5" fmla="*/ 125087 h 150995"/>
                <a:gd name="connsiteX6" fmla="*/ 280 w 119035"/>
                <a:gd name="connsiteY6" fmla="*/ 140460 h 150995"/>
                <a:gd name="connsiteX7" fmla="*/ 280 w 119035"/>
                <a:gd name="connsiteY7" fmla="*/ 151051 h 150995"/>
                <a:gd name="connsiteX8" fmla="*/ 40667 w 119035"/>
                <a:gd name="connsiteY8" fmla="*/ 150026 h 150995"/>
                <a:gd name="connsiteX9" fmla="*/ 85660 w 119035"/>
                <a:gd name="connsiteY9" fmla="*/ 151051 h 150995"/>
                <a:gd name="connsiteX10" fmla="*/ 85660 w 119035"/>
                <a:gd name="connsiteY10" fmla="*/ 140460 h 150995"/>
                <a:gd name="connsiteX11" fmla="*/ 78220 w 119035"/>
                <a:gd name="connsiteY11" fmla="*/ 140460 h 150995"/>
                <a:gd name="connsiteX12" fmla="*/ 51296 w 119035"/>
                <a:gd name="connsiteY12" fmla="*/ 124404 h 150995"/>
                <a:gd name="connsiteX13" fmla="*/ 51296 w 119035"/>
                <a:gd name="connsiteY13" fmla="*/ 71795 h 150995"/>
                <a:gd name="connsiteX14" fmla="*/ 93100 w 119035"/>
                <a:gd name="connsiteY14" fmla="*/ 7571 h 150995"/>
                <a:gd name="connsiteX15" fmla="*/ 96997 w 119035"/>
                <a:gd name="connsiteY15" fmla="*/ 7912 h 150995"/>
                <a:gd name="connsiteX16" fmla="*/ 88848 w 119035"/>
                <a:gd name="connsiteY16" fmla="*/ 21235 h 150995"/>
                <a:gd name="connsiteX17" fmla="*/ 104082 w 119035"/>
                <a:gd name="connsiteY17" fmla="*/ 35925 h 150995"/>
                <a:gd name="connsiteX18" fmla="*/ 119316 w 119035"/>
                <a:gd name="connsiteY18" fmla="*/ 20894 h 150995"/>
                <a:gd name="connsiteX19" fmla="*/ 93100 w 119035"/>
                <a:gd name="connsiteY19" fmla="*/ 55 h 150995"/>
                <a:gd name="connsiteX20" fmla="*/ 49524 w 119035"/>
                <a:gd name="connsiteY20" fmla="*/ 37633 h 1509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35" h="150995">
                  <a:moveTo>
                    <a:pt x="49524" y="37633"/>
                  </a:moveTo>
                  <a:lnTo>
                    <a:pt x="49524" y="55"/>
                  </a:lnTo>
                  <a:lnTo>
                    <a:pt x="280" y="3813"/>
                  </a:lnTo>
                  <a:lnTo>
                    <a:pt x="280" y="14403"/>
                  </a:lnTo>
                  <a:cubicBezTo>
                    <a:pt x="25079" y="14403"/>
                    <a:pt x="27914" y="16794"/>
                    <a:pt x="27914" y="33534"/>
                  </a:cubicBezTo>
                  <a:lnTo>
                    <a:pt x="27914" y="125087"/>
                  </a:lnTo>
                  <a:cubicBezTo>
                    <a:pt x="27914" y="140460"/>
                    <a:pt x="24017" y="140460"/>
                    <a:pt x="280" y="140460"/>
                  </a:cubicBezTo>
                  <a:lnTo>
                    <a:pt x="280" y="151051"/>
                  </a:lnTo>
                  <a:cubicBezTo>
                    <a:pt x="14097" y="150709"/>
                    <a:pt x="30748" y="150026"/>
                    <a:pt x="40667" y="150026"/>
                  </a:cubicBezTo>
                  <a:cubicBezTo>
                    <a:pt x="54838" y="150026"/>
                    <a:pt x="71489" y="150026"/>
                    <a:pt x="85660" y="151051"/>
                  </a:cubicBezTo>
                  <a:lnTo>
                    <a:pt x="85660" y="140460"/>
                  </a:lnTo>
                  <a:lnTo>
                    <a:pt x="78220" y="140460"/>
                  </a:lnTo>
                  <a:cubicBezTo>
                    <a:pt x="52004" y="140460"/>
                    <a:pt x="51296" y="136703"/>
                    <a:pt x="51296" y="124404"/>
                  </a:cubicBezTo>
                  <a:lnTo>
                    <a:pt x="51296" y="71795"/>
                  </a:lnTo>
                  <a:cubicBezTo>
                    <a:pt x="51296" y="37975"/>
                    <a:pt x="66175" y="7571"/>
                    <a:pt x="93100" y="7571"/>
                  </a:cubicBezTo>
                  <a:cubicBezTo>
                    <a:pt x="95579" y="7571"/>
                    <a:pt x="96288" y="7571"/>
                    <a:pt x="96997" y="7912"/>
                  </a:cubicBezTo>
                  <a:cubicBezTo>
                    <a:pt x="95934" y="8254"/>
                    <a:pt x="88848" y="12353"/>
                    <a:pt x="88848" y="21235"/>
                  </a:cubicBezTo>
                  <a:cubicBezTo>
                    <a:pt x="88848" y="30801"/>
                    <a:pt x="96288" y="35925"/>
                    <a:pt x="104082" y="35925"/>
                  </a:cubicBezTo>
                  <a:cubicBezTo>
                    <a:pt x="110459" y="35925"/>
                    <a:pt x="119316" y="31826"/>
                    <a:pt x="119316" y="20894"/>
                  </a:cubicBezTo>
                  <a:cubicBezTo>
                    <a:pt x="119316" y="9962"/>
                    <a:pt x="108333" y="55"/>
                    <a:pt x="93100" y="55"/>
                  </a:cubicBezTo>
                  <a:cubicBezTo>
                    <a:pt x="67238" y="55"/>
                    <a:pt x="54484" y="22943"/>
                    <a:pt x="49524" y="37633"/>
                  </a:cubicBezTo>
                  <a:close/>
                </a:path>
              </a:pathLst>
            </a:custGeom>
            <a:grpFill/>
            <a:ln w="35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A76B8015-A141-7209-2FC9-446C5242AF31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>
            <a:xfrm>
              <a:off x="12680791" y="4387043"/>
              <a:ext cx="37552" cy="36211"/>
            </a:xfrm>
            <a:custGeom>
              <a:avLst/>
              <a:gdLst>
                <a:gd name="connsiteX0" fmla="*/ 37837 w 37552"/>
                <a:gd name="connsiteY0" fmla="*/ 18161 h 36211"/>
                <a:gd name="connsiteX1" fmla="*/ 19061 w 37552"/>
                <a:gd name="connsiteY1" fmla="*/ 55 h 36211"/>
                <a:gd name="connsiteX2" fmla="*/ 284 w 37552"/>
                <a:gd name="connsiteY2" fmla="*/ 18161 h 36211"/>
                <a:gd name="connsiteX3" fmla="*/ 19061 w 37552"/>
                <a:gd name="connsiteY3" fmla="*/ 36267 h 36211"/>
                <a:gd name="connsiteX4" fmla="*/ 37837 w 37552"/>
                <a:gd name="connsiteY4" fmla="*/ 18161 h 36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52" h="36211">
                  <a:moveTo>
                    <a:pt x="37837" y="18161"/>
                  </a:moveTo>
                  <a:cubicBezTo>
                    <a:pt x="37837" y="8254"/>
                    <a:pt x="29335" y="55"/>
                    <a:pt x="19061" y="55"/>
                  </a:cubicBezTo>
                  <a:cubicBezTo>
                    <a:pt x="8787" y="55"/>
                    <a:pt x="284" y="8254"/>
                    <a:pt x="284" y="18161"/>
                  </a:cubicBezTo>
                  <a:cubicBezTo>
                    <a:pt x="284" y="28068"/>
                    <a:pt x="8787" y="36267"/>
                    <a:pt x="19061" y="36267"/>
                  </a:cubicBezTo>
                  <a:cubicBezTo>
                    <a:pt x="29335" y="36267"/>
                    <a:pt x="37837" y="28068"/>
                    <a:pt x="37837" y="18161"/>
                  </a:cubicBezTo>
                  <a:close/>
                </a:path>
              </a:pathLst>
            </a:custGeom>
            <a:grpFill/>
            <a:ln w="35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326B6CA0-C2D1-2C39-7D13-CC42E309306F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>
            <a:xfrm>
              <a:off x="12779200" y="4387043"/>
              <a:ext cx="37552" cy="36211"/>
            </a:xfrm>
            <a:custGeom>
              <a:avLst/>
              <a:gdLst>
                <a:gd name="connsiteX0" fmla="*/ 37840 w 37552"/>
                <a:gd name="connsiteY0" fmla="*/ 18161 h 36211"/>
                <a:gd name="connsiteX1" fmla="*/ 19063 w 37552"/>
                <a:gd name="connsiteY1" fmla="*/ 55 h 36211"/>
                <a:gd name="connsiteX2" fmla="*/ 287 w 37552"/>
                <a:gd name="connsiteY2" fmla="*/ 18161 h 36211"/>
                <a:gd name="connsiteX3" fmla="*/ 19063 w 37552"/>
                <a:gd name="connsiteY3" fmla="*/ 36267 h 36211"/>
                <a:gd name="connsiteX4" fmla="*/ 37840 w 37552"/>
                <a:gd name="connsiteY4" fmla="*/ 18161 h 36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52" h="36211">
                  <a:moveTo>
                    <a:pt x="37840" y="18161"/>
                  </a:moveTo>
                  <a:cubicBezTo>
                    <a:pt x="37840" y="8254"/>
                    <a:pt x="29337" y="55"/>
                    <a:pt x="19063" y="55"/>
                  </a:cubicBezTo>
                  <a:cubicBezTo>
                    <a:pt x="8790" y="55"/>
                    <a:pt x="287" y="8254"/>
                    <a:pt x="287" y="18161"/>
                  </a:cubicBezTo>
                  <a:cubicBezTo>
                    <a:pt x="287" y="28068"/>
                    <a:pt x="8790" y="36267"/>
                    <a:pt x="19063" y="36267"/>
                  </a:cubicBezTo>
                  <a:cubicBezTo>
                    <a:pt x="29337" y="36267"/>
                    <a:pt x="37840" y="28068"/>
                    <a:pt x="37840" y="18161"/>
                  </a:cubicBezTo>
                  <a:close/>
                </a:path>
              </a:pathLst>
            </a:custGeom>
            <a:grpFill/>
            <a:ln w="35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F14E168F-B13B-8FB0-13FB-7AFA6126C565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>
            <a:xfrm>
              <a:off x="12877609" y="4387043"/>
              <a:ext cx="37552" cy="36211"/>
            </a:xfrm>
            <a:custGeom>
              <a:avLst/>
              <a:gdLst>
                <a:gd name="connsiteX0" fmla="*/ 37843 w 37552"/>
                <a:gd name="connsiteY0" fmla="*/ 18161 h 36211"/>
                <a:gd name="connsiteX1" fmla="*/ 19066 w 37552"/>
                <a:gd name="connsiteY1" fmla="*/ 55 h 36211"/>
                <a:gd name="connsiteX2" fmla="*/ 290 w 37552"/>
                <a:gd name="connsiteY2" fmla="*/ 18161 h 36211"/>
                <a:gd name="connsiteX3" fmla="*/ 19066 w 37552"/>
                <a:gd name="connsiteY3" fmla="*/ 36267 h 36211"/>
                <a:gd name="connsiteX4" fmla="*/ 37843 w 37552"/>
                <a:gd name="connsiteY4" fmla="*/ 18161 h 36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552" h="36211">
                  <a:moveTo>
                    <a:pt x="37843" y="18161"/>
                  </a:moveTo>
                  <a:cubicBezTo>
                    <a:pt x="37843" y="8254"/>
                    <a:pt x="29340" y="55"/>
                    <a:pt x="19066" y="55"/>
                  </a:cubicBezTo>
                  <a:cubicBezTo>
                    <a:pt x="8792" y="55"/>
                    <a:pt x="290" y="8254"/>
                    <a:pt x="290" y="18161"/>
                  </a:cubicBezTo>
                  <a:cubicBezTo>
                    <a:pt x="290" y="28068"/>
                    <a:pt x="8792" y="36267"/>
                    <a:pt x="19066" y="36267"/>
                  </a:cubicBezTo>
                  <a:cubicBezTo>
                    <a:pt x="29340" y="36267"/>
                    <a:pt x="37843" y="28068"/>
                    <a:pt x="37843" y="18161"/>
                  </a:cubicBezTo>
                  <a:close/>
                </a:path>
              </a:pathLst>
            </a:custGeom>
            <a:grpFill/>
            <a:ln w="3549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391301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937E4-7CAB-0EF1-3F2B-6CCBFF824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7"/>
            <a:ext cx="6858001" cy="1325563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Example – 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B9F3E-A79F-0665-37C7-D273DE77F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1147" y="904568"/>
            <a:ext cx="9940413" cy="553556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852D8A-5833-9C24-5503-B19A6116DA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57625" y="166688"/>
            <a:ext cx="8876749" cy="23092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F62D835-C3CC-1C73-4B59-D637E42307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287643" y="2701800"/>
            <a:ext cx="10747420" cy="145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48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4870C-15D5-37B8-EF80-052F7576A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BBD1D-4657-5DDE-3851-4A397083C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7"/>
            <a:ext cx="6858001" cy="1325563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Example – 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63F43-0A56-E288-BD94-8ADA5AC29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1147" y="904568"/>
            <a:ext cx="9940413" cy="553556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099FF4-F3E2-C514-8581-CCEA2296FA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691147" y="942689"/>
            <a:ext cx="10205888" cy="55377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3397A15-76AE-8326-3195-B4A07F292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565" y="-3"/>
            <a:ext cx="2209434" cy="942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8269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C8451-D6A7-ACC5-5F90-DA5DFD17C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9AC76-21DE-7F7F-515D-9650F7B120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7"/>
            <a:ext cx="6858001" cy="1325563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Example – 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CB4008-714A-B2EB-9A9C-74E09BB520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1147" y="904568"/>
            <a:ext cx="9940413" cy="553556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FEF028-5965-9321-9EE1-356158A78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565" y="-3"/>
            <a:ext cx="2209434" cy="9426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8E66548-3AAC-313F-8527-3CDBD19291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11079" y="738407"/>
            <a:ext cx="10433918" cy="5957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65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89853-4F41-3060-E115-1D530BE5C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B3DF6-7393-F87C-57FA-E8C43D6B1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7"/>
            <a:ext cx="6858001" cy="1325563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Example – 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A69A9-2DEC-FB99-433B-6ADED5051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1147" y="904568"/>
            <a:ext cx="9940413" cy="553556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6D3D19-D64A-0832-9653-49D463F35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565" y="-3"/>
            <a:ext cx="2209434" cy="9426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82F577-7D6D-BB71-3A0E-36AAECDF65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rcRect r="39755" b="19886"/>
          <a:stretch>
            <a:fillRect/>
          </a:stretch>
        </p:blipFill>
        <p:spPr>
          <a:xfrm>
            <a:off x="1462307" y="904568"/>
            <a:ext cx="10424893" cy="5505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557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B748F-B9E1-6872-9C4B-AED0C30BE4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3C628-30D8-2385-F861-0C2B4E7BF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7"/>
            <a:ext cx="6858001" cy="1325563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Example – 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E16ADA-0286-DC6C-C615-E830B5503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1147" y="904568"/>
            <a:ext cx="9940413" cy="553556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7AC8C96-8E89-87DB-C368-9BA67E34E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565" y="-3"/>
            <a:ext cx="2209434" cy="9426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EC7D18-6EDF-F5CE-CB02-49CBB8A983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62307" y="904568"/>
            <a:ext cx="10508965" cy="417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1661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46A69-6C82-518C-C31E-AFABC690C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37C09-A5DE-36C1-33F6-DDC7FE4B7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7"/>
            <a:ext cx="6858001" cy="1325563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Example – 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323A7-4640-3F23-0760-7AF1512AB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1147" y="904568"/>
            <a:ext cx="9940413" cy="553556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5A07168-3C98-D855-425E-D0718DB2F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565" y="-3"/>
            <a:ext cx="2209434" cy="9426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777E3C-735D-0729-F0D1-42C42843614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4000" y="844780"/>
            <a:ext cx="10107560" cy="5201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6175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4DC89-6955-5DB3-2F6D-E38F51EEA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A5DE7-E6B6-5645-BD48-D95828228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7"/>
            <a:ext cx="6858001" cy="1325563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Example – 2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4182D9-98A3-0444-D2B9-1561481B9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1147" y="904568"/>
            <a:ext cx="9940413" cy="553556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C14CF89-1207-5650-D651-7D16A7CE4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565" y="-3"/>
            <a:ext cx="2209434" cy="94269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CB1216-0F4A-F96C-5A4A-F091BE9E97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5565" y="942689"/>
            <a:ext cx="10591598" cy="528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7023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937E4-7CAB-0EF1-3F2B-6CCBFF824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766218" y="2766217"/>
            <a:ext cx="6858001" cy="1325563"/>
          </a:xfr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8100000" scaled="1"/>
            <a:tileRect/>
          </a:gradFill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6B9F3E-A79F-0665-37C7-D273DE77F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1147" y="904568"/>
            <a:ext cx="9940413" cy="5535561"/>
          </a:xfrm>
        </p:spPr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4098" name="Picture 2" descr="Solved [10] Find the numerical solution Using Euler's method | Chegg.com">
            <a:extLst>
              <a:ext uri="{FF2B5EF4-FFF2-40B4-BE49-F238E27FC236}">
                <a16:creationId xmlns:a16="http://schemas.microsoft.com/office/drawing/2014/main" id="{76F415B3-DC73-1CCE-D347-6E28DB0A4D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565" y="190039"/>
            <a:ext cx="9794719" cy="67740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208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5771"/>
  <p:tag name="ORIGINALWIDTH" val="96.76605"/>
  <p:tag name="OUTPUTTYPE" val="SVG"/>
  <p:tag name="IGUANATEXVERSION" val="161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\textbf{Initial Value Problems:}&#10;\end{align*}&#10;}&#10;\end{document}"/>
  <p:tag name="IGUANATEXSIZE" val="28"/>
  <p:tag name="IGUANATEXCURSOR" val="359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5.76207"/>
  <p:tag name="ORIGINALWIDTH" val="180.8179"/>
  <p:tag name="OUTPUTTYPE" val="SVG"/>
  <p:tag name="IGUANATEXVERSION" val="161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\frac{d^2x}{dt^2} = - \left( &#10;\frac{k}{m}&#10;\right) x; \quad x(0) = x_o; \,\,\, \left(&#10;\frac{dx}{dt}&#10;\right)_{t=0} = 0&#10;\end{align*}&#10;}&#10;\end{document}"/>
  <p:tag name="IGUANATEXSIZE" val="28"/>
  <p:tag name="IGUANATEXCURSOR" val="368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46232"/>
  <p:tag name="ORIGINALWIDTH" val="5.067829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\frac{d^2x}{dt^2} = - \left( &#10;\frac{k}{m}&#10;\right) x; \quad x(0) = x_o; \,\,\, \left(&#10;\frac{dx}{dt}&#10;\right)_{t=0} = 0&#10;\end{align*}&#10;}&#10;\end{document}"/>
  <p:tag name="IGUANATEXSIZE" val="28"/>
  <p:tag name="IGUANATEXCURSOR" val="368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437"/>
  <p:tag name="ORIGINALWIDTH" val="3.259449"/>
  <p:tag name="EMFCHILD" val="Tru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6013"/>
  <p:tag name="ORIGINALWIDTH" val="4.691704"/>
  <p:tag name="EMFCHILD" val="Tru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63555"/>
  <p:tag name="ORIGINALWIDTH" val="14.09786"/>
  <p:tag name="EMFCHILD" val="Tru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46232"/>
  <p:tag name="ORIGINALWIDTH" val="5.067829"/>
  <p:tag name="EMFCHILD" val="Tru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39004"/>
  <p:tag name="ORIGINALWIDTH" val="2.563611"/>
  <p:tag name="EMFCHILD" val="Tru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437"/>
  <p:tag name="ORIGINALWIDTH" val="3.259449"/>
  <p:tag name="EMFCHILD" val="Tru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68982"/>
  <p:tag name="ORIGINALWIDTH" val="6.582255"/>
  <p:tag name="EMFCHILD" val="Tru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49494"/>
  <p:tag name="ORIGINALWIDTH" val="6.04775"/>
  <p:tag name="EMFCHILD" val="Tru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4.28729"/>
  <p:tag name="ORIGINALWIDTH" val="4.869882"/>
  <p:tag name="EMFCHILD" val="Tru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5984"/>
  <p:tag name="ORIGINALWIDTH" val="4.424466"/>
  <p:tag name="EMFCHILD" val="Tru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63555"/>
  <p:tag name="ORIGINALWIDTH" val="7.173228"/>
  <p:tag name="EMFCHILD" val="Tru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55765"/>
  <p:tag name="ORIGINALWIDTH" val="6.849494"/>
  <p:tag name="EMFCHILD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4.28729"/>
  <p:tag name="ORIGINALWIDTH" val="4.869882"/>
  <p:tag name="EMFCHILD" val="Tru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6013"/>
  <p:tag name="ORIGINALWIDTH" val="4.691704"/>
  <p:tag name="EMFCHILD" val="Tru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074353"/>
  <p:tag name="ORIGINALWIDTH" val="1.375816"/>
  <p:tag name="EMFCHILD" val="Tru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6013"/>
  <p:tag name="ORIGINALWIDTH" val="4.691704"/>
  <p:tag name="EMFCHILD" val="Tru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239"/>
  <p:tag name="ORIGINALWIDTH" val="2.296344"/>
  <p:tag name="EMFCHILD" val="Tru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85489"/>
  <p:tag name="ORIGINALWIDTH" val="4.473959"/>
  <p:tag name="EMFCHILD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239"/>
  <p:tag name="ORIGINALWIDTH" val="2.296344"/>
  <p:tag name="EMFCHILD" val="Tru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68982"/>
  <p:tag name="ORIGINALWIDTH" val="6.582255"/>
  <p:tag name="EMFCHILD" val="Tru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6013"/>
  <p:tag name="ORIGINALWIDTH" val="4.691704"/>
  <p:tag name="EMFCHILD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386249"/>
  <p:tag name="ORIGINALWIDTH" val="3.230146"/>
  <p:tag name="EMFCHILD" val="Tru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074353"/>
  <p:tag name="ORIGINALWIDTH" val="1.375816"/>
  <p:tag name="EMFCHILD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4.28729"/>
  <p:tag name="ORIGINALWIDTH" val="4.869882"/>
  <p:tag name="EMFCHILD" val="Tru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46232"/>
  <p:tag name="ORIGINALWIDTH" val="5.067829"/>
  <p:tag name="EMFCHILD" val="Tru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76013"/>
  <p:tag name="ORIGINALWIDTH" val="4.691704"/>
  <p:tag name="EMFCHILD" val="Tru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63555"/>
  <p:tag name="ORIGINALWIDTH" val="9.925056"/>
  <p:tag name="EMFCHILD" val="Tru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46232"/>
  <p:tag name="ORIGINALWIDTH" val="5.067829"/>
  <p:tag name="EMFCHILD" val="Tru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39004"/>
  <p:tag name="ORIGINALWIDTH" val="2.563611"/>
  <p:tag name="EMFCHILD" val="Tru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4.28729"/>
  <p:tag name="ORIGINALWIDTH" val="4.869882"/>
  <p:tag name="EMFCHILD" val="Tru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72863"/>
  <p:tag name="ORIGINALWIDTH" val="1.897075"/>
  <p:tag name="EMFCHILD" val="Tru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753037"/>
  <p:tag name="ORIGINALWIDTH" val="4.870866"/>
  <p:tag name="EMFCHILD" val="Tru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169263"/>
  <p:tag name="ORIGINALWIDTH" val="3.310714"/>
  <p:tag name="EMFCHILD" val="Tru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68982"/>
  <p:tag name="ORIGINALWIDTH" val="6.582255"/>
  <p:tag name="EMFCHILD" val="Tru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85489"/>
  <p:tag name="ORIGINALWIDTH" val="4.473959"/>
  <p:tag name="EMFCHILD" val="Tru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69939"/>
  <p:tag name="ORIGINALWIDTH" val="3.447553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\textbf{Initial Value Problems:}&#10;\end{align*}&#10;}&#10;\end{document}"/>
  <p:tag name="IGUANATEXSIZE" val="28"/>
  <p:tag name="IGUANATEXCURSOR" val="359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27053"/>
  <p:tag name="ORIGINALWIDTH" val="5.10239"/>
  <p:tag name="EMFCHILD" val="Tru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3499"/>
  <p:tag name="ORIGINALWIDTH" val="2.35419"/>
  <p:tag name="EMFCHILD" val="Tru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44516"/>
  <p:tag name="ORIGINALWIDTH" val="3.073256"/>
  <p:tag name="EMFCHILD" val="Tru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3499"/>
  <p:tag name="ORIGINALWIDTH" val="2.35419"/>
  <p:tag name="EMFCHILD" val="Tru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1024"/>
  <p:tag name="ORIGINALWIDTH" val="4.56063"/>
  <p:tag name="EMFCHILD" val="Tru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69939"/>
  <p:tag name="ORIGINALWIDTH" val="2.35419"/>
  <p:tag name="EMFCHILD" val="Tru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4221"/>
  <p:tag name="ORIGINALWIDTH" val="6.747385"/>
  <p:tag name="EMFCHILD" val="Tru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1024"/>
  <p:tag name="ORIGINALWIDTH" val="4.56063"/>
  <p:tag name="EMFCHILD" val="Tru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69939"/>
  <p:tag name="ORIGINALWIDTH" val="2.35419"/>
  <p:tag name="EMFCHILD" val="Tru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6175"/>
  <p:tag name="ORIGINALWIDTH" val="5.131946"/>
  <p:tag name="EMFCHILD" val="Tru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1024"/>
  <p:tag name="ORIGINALWIDTH" val="3.949916"/>
  <p:tag name="EMFCHILD" val="Tru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69939"/>
  <p:tag name="ORIGINALWIDTH" val="5.752531"/>
  <p:tag name="EMFCHILD" val="Tru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27053"/>
  <p:tag name="ORIGINALWIDTH" val="3.989342"/>
  <p:tag name="EMFCHILD" val="Tru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1024"/>
  <p:tag name="ORIGINALWIDTH" val="4.442435"/>
  <p:tag name="EMFCHILD" val="Tru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3937"/>
  <p:tag name="ORIGINALWIDTH" val="4.964511"/>
  <p:tag name="EMFCHILD" val="Tru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69939"/>
  <p:tag name="ORIGINALWIDTH" val="2.35419"/>
  <p:tag name="EMFCHILD" val="Tru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1024"/>
  <p:tag name="ORIGINALWIDTH" val="3.949916"/>
  <p:tag name="EMFCHILD" val="Tru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27053"/>
  <p:tag name="ORIGINALWIDTH" val="7.860461"/>
  <p:tag name="EMFCHILD" val="Tru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1024"/>
  <p:tag name="ORIGINALWIDTH" val="3.309674"/>
  <p:tag name="EMFCHILD" val="Tru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41901"/>
  <p:tag name="ORIGINALWIDTH" val="1.664679"/>
  <p:tag name="EMFCHILD" val="Tru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85771"/>
  <p:tag name="ORIGINALWIDTH" val="96.76605"/>
  <p:tag name="OUTPUTTYPE" val="SVG"/>
  <p:tag name="IGUANATEXVERSION" val="161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\textbf{Initial Value Problems:}&#10;\end{align*}&#10;}&#10;\end{document}"/>
  <p:tag name="IGUANATEXSIZE" val="28"/>
  <p:tag name="IGUANATEXCURSOR" val="359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860911"/>
  <p:tag name="ORIGINALWIDTH" val="58.87863"/>
  <p:tag name="OUTPUTTYPE" val="SVG"/>
  <p:tag name="IGUANATEXVERSION" val="161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\textit{(Initial Values)}&#10;\end{align*}&#10;}&#10;\end{document}"/>
  <p:tag name="IGUANATEXSIZE" val="28"/>
  <p:tag name="IGUANATEXCURSOR" val="351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733549"/>
  <p:tag name="ORIGINALWIDTH" val="2.721119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\textit{(Initial Values)}&#10;\end{align*}&#10;}&#10;\end{document}"/>
  <p:tag name="IGUANATEXSIZE" val="28"/>
  <p:tag name="IGUANATEXCURSOR" val="351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4117"/>
  <p:tag name="ORIGINALWIDTH" val="3.907227"/>
  <p:tag name="EMFCHILD" val="Tru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94235"/>
  <p:tag name="ORIGINALWIDTH" val="4.585011"/>
  <p:tag name="EMFCHILD" val="Tru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050365"/>
  <p:tag name="ORIGINALWIDTH" val="2.142998"/>
  <p:tag name="EMFCHILD" val="Tru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745"/>
  <p:tag name="ORIGINALWIDTH" val="2.581552"/>
  <p:tag name="EMFCHILD" val="Tru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050365"/>
  <p:tag name="ORIGINALWIDTH" val="2.142998"/>
  <p:tag name="EMFCHILD" val="Tru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243"/>
  <p:tag name="ORIGINALWIDTH" val="4.575057"/>
  <p:tag name="EMFCHILD" val="Tru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14201"/>
  <p:tag name="ORIGINALWIDTH" val="2.382199"/>
  <p:tag name="EMFCHILD" val="Tru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04949"/>
  <p:tag name="ORIGINALWIDTH" val="6.100085"/>
  <p:tag name="EMFCHILD" val="Tru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243"/>
  <p:tag name="ORIGINALWIDTH" val="4.575057"/>
  <p:tag name="EMFCHILD" val="Tru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14201"/>
  <p:tag name="ORIGINALWIDTH" val="2.382199"/>
  <p:tag name="EMFCHILD" val="Tru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243"/>
  <p:tag name="ORIGINALWIDTH" val="4.315888"/>
  <p:tag name="EMFCHILD" val="Tru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1243"/>
  <p:tag name="ORIGINALWIDTH" val="3.797582"/>
  <p:tag name="EMFCHILD" val="True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139708"/>
  <p:tag name="ORIGINALWIDTH" val="3.488611"/>
  <p:tag name="EMFCHILD" val="Tru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724438"/>
  <p:tag name="ORIGINALWIDTH" val="2.721119"/>
  <p:tag name="EMFCHILD" val="Tru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79"/>
  <p:tag name="ORIGINALWIDTH" val="56.75973"/>
  <p:tag name="OUTPUTTYPE" val="SVG"/>
  <p:tag name="IGUANATEXVERSION" val="161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\theta(t=0)=\theta_0; &#10;\end{align*}&#10;}&#10;\end{document}"/>
  <p:tag name="IGUANATEXSIZE" val="28"/>
  <p:tag name="IGUANATEXCURSOR" val="350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79"/>
  <p:tag name="ORIGINALWIDTH" val="61.43397"/>
  <p:tag name="OUTPUTTYPE" val="SVG"/>
  <p:tag name="IGUANATEXVERSION" val="161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(d\theta /dt)_{t=0} = 0&#10;\end{align*}&#10;}&#10;\end{document}"/>
  <p:tag name="IGUANATEXSIZE" val="28"/>
  <p:tag name="IGUANATEXCURSOR" val="351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79"/>
  <p:tag name="ORIGINALWIDTH" val="2.302671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(d\theta /dt)_{t=0} = 0&#10;\end{align*}&#10;}&#10;\end{document}"/>
  <p:tag name="IGUANATEXSIZE" val="28"/>
  <p:tag name="IGUANATEXCURSOR" val="351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35377"/>
  <p:tag name="ORIGINALWIDTH" val="5.081806"/>
  <p:tag name="EMFCHILD" val="True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4399"/>
  <p:tag name="ORIGINALWIDTH" val="4.577362"/>
  <p:tag name="EMFCHILD" val="True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79"/>
  <p:tag name="ORIGINALWIDTH" val="3.860968"/>
  <p:tag name="EMFCHILD" val="Tru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35377"/>
  <p:tag name="ORIGINALWIDTH" val="5.081806"/>
  <p:tag name="EMFCHILD" val="True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390242"/>
  <p:tag name="ORIGINALWIDTH" val="2.570669"/>
  <p:tag name="EMFCHILD" val="Tru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79"/>
  <p:tag name="ORIGINALWIDTH" val="2.302671"/>
  <p:tag name="EMFCHILD" val="Tru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98878"/>
  <p:tag name="ORIGINALWIDTH" val="1.902278"/>
  <p:tag name="EMFCHILD" val="True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675703"/>
  <p:tag name="ORIGINALWIDTH" val="4.88428"/>
  <p:tag name="EMFCHILD" val="Tru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1198"/>
  <p:tag name="ORIGINALWIDTH" val="3.319826"/>
  <p:tag name="EMFCHILD" val="Tru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64483"/>
  <p:tag name="ORIGINALWIDTH" val="6.600394"/>
  <p:tag name="EMFCHILD" val="True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306"/>
  <p:tag name="ORIGINALWIDTH" val="4.486277"/>
  <p:tag name="EMFCHILD" val="True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4399"/>
  <p:tag name="ORIGINALWIDTH" val="4.538583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\theta(t=0)=\theta_0; &#10;\end{align*}&#10;}&#10;\end{document}"/>
  <p:tag name="IGUANATEXSIZE" val="28"/>
  <p:tag name="IGUANATEXCURSOR" val="350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79"/>
  <p:tag name="ORIGINALWIDTH" val="2.283155"/>
  <p:tag name="EMFCHILD" val="Tru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390242"/>
  <p:tag name="ORIGINALWIDTH" val="2.548875"/>
  <p:tag name="EMFCHILD" val="Tru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64483"/>
  <p:tag name="ORIGINALWIDTH" val="6.54446"/>
  <p:tag name="EMFCHILD" val="Tru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306"/>
  <p:tag name="ORIGINALWIDTH" val="4.448256"/>
  <p:tag name="EMFCHILD" val="True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79"/>
  <p:tag name="ORIGINALWIDTH" val="2.283155"/>
  <p:tag name="EMFCHILD" val="True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64483"/>
  <p:tag name="ORIGINALWIDTH" val="6.54446"/>
  <p:tag name="EMFCHILD" val="True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4399"/>
  <p:tag name="ORIGINALWIDTH" val="4.538583"/>
  <p:tag name="EMFCHILD" val="True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1198"/>
  <p:tag name="ORIGINALWIDTH" val="3.291704"/>
  <p:tag name="EMFCHILD" val="True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06355"/>
  <p:tag name="ORIGINALWIDTH" val="1.367913"/>
  <p:tag name="EMFCHILD" val="True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69939"/>
  <p:tag name="ORIGINALWIDTH" val="3.447553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\textbf{Initial Value Problems:}&#10;\end{align*}&#10;}&#10;\end{document}"/>
  <p:tag name="IGUANATEXSIZE" val="28"/>
  <p:tag name="IGUANATEXCURSOR" val="359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27053"/>
  <p:tag name="ORIGINALWIDTH" val="5.10239"/>
  <p:tag name="EMFCHILD" val="Tru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3499"/>
  <p:tag name="ORIGINALWIDTH" val="2.35419"/>
  <p:tag name="EMFCHILD" val="True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44516"/>
  <p:tag name="ORIGINALWIDTH" val="3.073256"/>
  <p:tag name="EMFCHILD" val="Tru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13499"/>
  <p:tag name="ORIGINALWIDTH" val="2.35419"/>
  <p:tag name="EMFCHILD" val="True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1024"/>
  <p:tag name="ORIGINALWIDTH" val="4.56063"/>
  <p:tag name="EMFCHILD" val="True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69939"/>
  <p:tag name="ORIGINALWIDTH" val="2.35419"/>
  <p:tag name="EMFCHILD" val="True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4221"/>
  <p:tag name="ORIGINALWIDTH" val="6.747385"/>
  <p:tag name="EMFCHILD" val="True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1024"/>
  <p:tag name="ORIGINALWIDTH" val="4.56063"/>
  <p:tag name="EMFCHILD" val="Tru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69939"/>
  <p:tag name="ORIGINALWIDTH" val="2.35419"/>
  <p:tag name="EMFCHILD" val="Tru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6175"/>
  <p:tag name="ORIGINALWIDTH" val="5.131946"/>
  <p:tag name="EMFCHILD" val="Tru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1024"/>
  <p:tag name="ORIGINALWIDTH" val="3.949916"/>
  <p:tag name="EMFCHILD" val="Tru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69939"/>
  <p:tag name="ORIGINALWIDTH" val="5.752531"/>
  <p:tag name="EMFCHILD" val="True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27053"/>
  <p:tag name="ORIGINALWIDTH" val="3.989342"/>
  <p:tag name="EMFCHILD" val="True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1024"/>
  <p:tag name="ORIGINALWIDTH" val="4.442435"/>
  <p:tag name="EMFCHILD" val="True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3937"/>
  <p:tag name="ORIGINALWIDTH" val="4.964511"/>
  <p:tag name="EMFCHILD" val="True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69939"/>
  <p:tag name="ORIGINALWIDTH" val="2.35419"/>
  <p:tag name="EMFCHILD" val="True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1024"/>
  <p:tag name="ORIGINALWIDTH" val="3.949916"/>
  <p:tag name="EMFCHILD" val="True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27053"/>
  <p:tag name="ORIGINALWIDTH" val="7.860461"/>
  <p:tag name="EMFCHILD" val="Tru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1024"/>
  <p:tag name="ORIGINALWIDTH" val="3.309674"/>
  <p:tag name="EMFCHILD" val="Tru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41901"/>
  <p:tag name="ORIGINALWIDTH" val="1.664679"/>
  <p:tag name="EMFCHILD" val="True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3937"/>
  <p:tag name="ORIGINALWIDTH" val="59.34888"/>
  <p:tag name="OUTPUTTYPE" val="SVG"/>
  <p:tag name="IGUANATEXVERSION" val="161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\textbf{Euler Method}&#10;\end{align*}&#10;}&#10;\end{document}"/>
  <p:tag name="IGUANATEXSIZE" val="28"/>
  <p:tag name="IGUANATEXCURSOR" val="33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81108"/>
  <p:tag name="ORIGINALWIDTH" val="135.821"/>
  <p:tag name="OUTPUTTYPE" val="SVG"/>
  <p:tag name="IGUANATEXVERSION" val="161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\left(&#10;\frac{dy}{dx}&#10;\right) = F(x,y); \quad y(x=x_0)=y_0&#10;\end{align*}&#10;}&#10;\end{document}"/>
  <p:tag name="IGUANATEXSIZE" val="28"/>
  <p:tag name="IGUANATEXCURSOR" val="385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2.75534"/>
  <p:tag name="ORIGINALWIDTH" val="215.6226"/>
  <p:tag name="OUTPUTTYPE" val="SVG"/>
  <p:tag name="IGUANATEXVERSION" val="161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y(x­_{i+1})=y(x_i+h) = y(x_i) + \frac{h}{1!} y'(x_i)+ \frac{h^2}{2!} y''(x_i) + \cdots&#10;\end{align*}&#10;}&#10;\end{document}"/>
  <p:tag name="IGUANATEXSIZE" val="28"/>
  <p:tag name="IGUANATEXCURSOR" val="338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21507"/>
  <p:tag name="ORIGINALWIDTH" val="143.8858"/>
  <p:tag name="OUTPUTTYPE" val="SVG"/>
  <p:tag name="IGUANATEXVERSION" val="161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y(x­_{i+1})=y(x_i+h) \simeq y(x_i) + h\, y'(x_i)&#10;\end{align*}&#10;}&#10;\end{document}"/>
  <p:tag name="IGUANATEXSIZE" val="28"/>
  <p:tag name="IGUANATEXCURSOR" val="368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6.24494"/>
  <p:tag name="ORIGINALWIDTH" val="141.4181"/>
  <p:tag name="OUTPUTTYPE" val="SVG"/>
  <p:tag name="IGUANATEXVERSION" val="161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\boxed{ \quad&#10;y(x_i+h) = y(x_i) + h\, F(x_i, y_i)&#10;\quad }&#10;\end{align*}&#10;}&#10;\end{document}"/>
  <p:tag name="IGUANATEXSIZE" val="28"/>
  <p:tag name="IGUANATEXCURSOR" val="385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79"/>
  <p:tag name="ORIGINALWIDTH" val="41.33858"/>
  <p:tag name="OUTPUTTYPE" val="SVG"/>
  <p:tag name="IGUANATEXVERSION" val="161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y(x_0)=y_0&#10;\end{align*}&#10;}&#10;\end{document}"/>
  <p:tag name="IGUANATEXSIZE" val="28"/>
  <p:tag name="IGUANATEXCURSOR" val="338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42233"/>
  <p:tag name="ORIGINALWIDTH" val="58.70522"/>
  <p:tag name="OUTPUTTYPE" val="SVG"/>
  <p:tag name="IGUANATEXVERSION" val="161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\textit{Euler Formula}&#10;\end{align*}&#10;}&#10;\end{document}"/>
  <p:tag name="IGUANATEXSIZE" val="22"/>
  <p:tag name="IGUANATEXCURSOR" val="349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49821"/>
  <p:tag name="ORIGINALWIDTH" val="6.356943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\textit{Euler Formula}&#10;\end{align*}&#10;}&#10;\end{document}"/>
  <p:tag name="IGUANATEXSIZE" val="22"/>
  <p:tag name="IGUANATEXCURSOR" val="349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26056"/>
  <p:tag name="ORIGINALWIDTH" val="4.334753"/>
  <p:tag name="EMFCHILD" val="Tru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42198"/>
  <p:tag name="ORIGINALWIDTH" val="2.392591"/>
  <p:tag name="EMFCHILD" val="Tru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26056"/>
  <p:tag name="ORIGINALWIDTH" val="3.814173"/>
  <p:tag name="EMFCHILD" val="True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20759"/>
  <p:tag name="ORIGINALWIDTH" val="3.674016"/>
  <p:tag name="EMFCHILD" val="True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49821"/>
  <p:tag name="ORIGINALWIDTH" val="6.376987"/>
  <p:tag name="EMFCHILD" val="True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26056"/>
  <p:tag name="ORIGINALWIDTH" val="4.414817"/>
  <p:tag name="EMFCHILD" val="True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20759"/>
  <p:tag name="ORIGINALWIDTH" val="3.674016"/>
  <p:tag name="EMFCHILD" val="True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06908"/>
  <p:tag name="ORIGINALWIDTH" val="6.927595"/>
  <p:tag name="EMFCHILD" val="Tru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26056"/>
  <p:tag name="ORIGINALWIDTH" val="4.334753"/>
  <p:tag name="EMFCHILD" val="Tru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42198"/>
  <p:tag name="ORIGINALWIDTH" val="2.392591"/>
  <p:tag name="EMFCHILD" val="Tru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26056"/>
  <p:tag name="ORIGINALWIDTH" val="4.595025"/>
  <p:tag name="EMFCHILD" val="True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61192"/>
  <p:tag name="ORIGINALWIDTH" val="4.493672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y(x_0)=y_0&#10;\end{align*}&#10;}&#10;\end{document}"/>
  <p:tag name="IGUANATEXSIZE" val="28"/>
  <p:tag name="IGUANATEXCURSOR" val="338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79"/>
  <p:tag name="ORIGINALWIDTH" val="2.316732"/>
  <p:tag name="EMFCHILD" val="True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74128"/>
  <p:tag name="ORIGINALWIDTH" val="4.733324"/>
  <p:tag name="EMFCHILD" val="True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1198"/>
  <p:tag name="ORIGINALWIDTH" val="3.340073"/>
  <p:tag name="EMFCHILD" val="True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79"/>
  <p:tag name="ORIGINALWIDTH" val="2.316732"/>
  <p:tag name="EMFCHILD" val="True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64483"/>
  <p:tag name="ORIGINALWIDTH" val="6.640635"/>
  <p:tag name="EMFCHILD" val="True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61192"/>
  <p:tag name="ORIGINALWIDTH" val="4.493672"/>
  <p:tag name="EMFCHILD" val="True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41198"/>
  <p:tag name="ORIGINALWIDTH" val="3.340073"/>
  <p:tag name="EMFCHILD" val="Tru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32846"/>
  <p:tag name="ORIGINALWIDTH" val="4.458549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\boxed{ \quad&#10;y(x_i+h) = y(x_i) + h\, F(x_i, y_i)&#10;\quad }&#10;\end{align*}&#10;}&#10;\end{document}"/>
  <p:tag name="IGUANATEXSIZE" val="28"/>
  <p:tag name="IGUANATEXCURSOR" val="385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33492"/>
  <p:tag name="ORIGINALWIDTH" val="2.298622"/>
  <p:tag name="EMFCHILD" val="True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54331"/>
  <p:tag name="ORIGINALWIDTH" val="4.696344"/>
  <p:tag name="EMFCHILD" val="True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40636"/>
  <p:tag name="ORIGINALWIDTH" val="1.57635"/>
  <p:tag name="EMFCHILD" val="True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15889"/>
  <p:tag name="ORIGINALWIDTH" val="6.58878"/>
  <p:tag name="EMFCHILD" val="Tru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6367"/>
  <p:tag name="ORIGINALWIDTH" val="4.547722"/>
  <p:tag name="EMFCHILD" val="Tru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33492"/>
  <p:tag name="ORIGINALWIDTH" val="2.298622"/>
  <p:tag name="EMFCHILD" val="True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54218"/>
  <p:tag name="ORIGINALWIDTH" val="6.58878"/>
  <p:tag name="EMFCHILD" val="Tru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32846"/>
  <p:tag name="ORIGINALWIDTH" val="4.458549"/>
  <p:tag name="EMFCHILD" val="Tru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33492"/>
  <p:tag name="ORIGINALWIDTH" val="2.298622"/>
  <p:tag name="EMFCHILD" val="True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54331"/>
  <p:tag name="ORIGINALWIDTH" val="4.696344"/>
  <p:tag name="EMFCHILD" val="True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40636"/>
  <p:tag name="ORIGINALWIDTH" val="1.57635"/>
  <p:tag name="EMFCHILD" val="True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33492"/>
  <p:tag name="ORIGINALWIDTH" val="2.298622"/>
  <p:tag name="EMFCHILD" val="True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15889"/>
  <p:tag name="ORIGINALWIDTH" val="6.58878"/>
  <p:tag name="EMFCHILD" val="True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66367"/>
  <p:tag name="ORIGINALWIDTH" val="4.547722"/>
  <p:tag name="EMFCHILD" val="True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90664"/>
  <p:tag name="ORIGINALWIDTH" val="6.311333"/>
  <p:tag name="EMFCHILD" val="True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33492"/>
  <p:tag name="ORIGINALWIDTH" val="2.298622"/>
  <p:tag name="EMFCHILD" val="Tru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54331"/>
  <p:tag name="ORIGINALWIDTH" val="4.696344"/>
  <p:tag name="EMFCHILD" val="Tru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40636"/>
  <p:tag name="ORIGINALWIDTH" val="1.57635"/>
  <p:tag name="EMFCHILD" val="Tru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80399"/>
  <p:tag name="ORIGINALWIDTH" val="1.159224"/>
  <p:tag name="EMFCHILD" val="Tru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32846"/>
  <p:tag name="ORIGINALWIDTH" val="4.458549"/>
  <p:tag name="EMFCHILD" val="Tru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40636"/>
  <p:tag name="ORIGINALWIDTH" val="1.57635"/>
  <p:tag name="EMFCHILD" val="True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33492"/>
  <p:tag name="ORIGINALWIDTH" val="2.298622"/>
  <p:tag name="EMFCHILD" val="Tru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867548"/>
  <p:tag name="ORIGINALWIDTH" val="141.4181"/>
  <p:tag name="EMFCHILD" val="Tru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5.85816"/>
  <p:tag name="ORIGINALWIDTH" val="0.3977784"/>
  <p:tag name="EMFCHILD" val="True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5.85816"/>
  <p:tag name="ORIGINALWIDTH" val="0.3977784"/>
  <p:tag name="EMFCHILD" val="Tru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867548"/>
  <p:tag name="ORIGINALWIDTH" val="141.4181"/>
  <p:tag name="EMFCHILD" val="True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29836"/>
  <p:tag name="ORIGINALWIDTH" val="4.458718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y(x­_{i+1})=y(x_i+h) \simeq y(x_i) + h\, y'(x_i)&#10;\end{align*}&#10;}&#10;\end{document}"/>
  <p:tag name="IGUANATEXSIZE" val="28"/>
  <p:tag name="IGUANATEXCURSOR" val="368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474239"/>
  <p:tag name="ORIGINALWIDTH" val="2.298707"/>
  <p:tag name="EMFCHILD" val="Tru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82339"/>
  <p:tag name="ORIGINALWIDTH" val="4.696513"/>
  <p:tag name="EMFCHILD" val="Tru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2261"/>
  <p:tag name="ORIGINALWIDTH" val="1.576406"/>
  <p:tag name="EMFCHILD" val="True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9291"/>
  <p:tag name="ORIGINALWIDTH" val="4.875872"/>
  <p:tag name="EMFCHILD" val="Tru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39398"/>
  <p:tag name="ORIGINALWIDTH" val="2.074972"/>
  <p:tag name="EMFCHILD" val="Tru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474239"/>
  <p:tag name="ORIGINALWIDTH" val="2.298707"/>
  <p:tag name="EMFCHILD" val="Tru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16957"/>
  <p:tag name="ORIGINALWIDTH" val="6.589005"/>
  <p:tag name="EMFCHILD" val="True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29836"/>
  <p:tag name="ORIGINALWIDTH" val="4.458718"/>
  <p:tag name="EMFCHILD" val="Tru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474239"/>
  <p:tag name="ORIGINALWIDTH" val="2.298707"/>
  <p:tag name="EMFCHILD" val="Tru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82339"/>
  <p:tag name="ORIGINALWIDTH" val="4.696513"/>
  <p:tag name="EMFCHILD" val="Tru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2261"/>
  <p:tag name="ORIGINALWIDTH" val="1.576406"/>
  <p:tag name="EMFCHILD" val="True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09842"/>
  <p:tag name="ORIGINALWIDTH" val="6.589005"/>
  <p:tag name="EMFCHILD" val="Tru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56186"/>
  <p:tag name="ORIGINALWIDTH" val="4.547892"/>
  <p:tag name="EMFCHILD" val="True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474239"/>
  <p:tag name="ORIGINALWIDTH" val="2.298707"/>
  <p:tag name="EMFCHILD" val="True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054977"/>
  <p:tag name="ORIGINALWIDTH" val="6.608831"/>
  <p:tag name="EMFCHILD" val="Tru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29836"/>
  <p:tag name="ORIGINALWIDTH" val="4.458718"/>
  <p:tag name="EMFCHILD" val="True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474239"/>
  <p:tag name="ORIGINALWIDTH" val="2.298707"/>
  <p:tag name="EMFCHILD" val="Tru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82339"/>
  <p:tag name="ORIGINALWIDTH" val="4.696513"/>
  <p:tag name="EMFCHILD" val="Tru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2261"/>
  <p:tag name="ORIGINALWIDTH" val="1.576406"/>
  <p:tag name="EMFCHILD" val="Tru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474239"/>
  <p:tag name="ORIGINALWIDTH" val="2.298707"/>
  <p:tag name="EMFCHILD" val="True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09842"/>
  <p:tag name="ORIGINALWIDTH" val="6.589005"/>
  <p:tag name="EMFCHILD" val="Tru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56186"/>
  <p:tag name="ORIGINALWIDTH" val="4.547892"/>
  <p:tag name="EMFCHILD" val="True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29836"/>
  <p:tag name="ORIGINALWIDTH" val="4.458718"/>
  <p:tag name="EMFCHILD" val="Tru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03627"/>
  <p:tag name="ORIGINALWIDTH" val="1.70838"/>
  <p:tag name="EMFCHILD" val="Tru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474239"/>
  <p:tag name="ORIGINALWIDTH" val="2.298707"/>
  <p:tag name="EMFCHILD" val="Tru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82339"/>
  <p:tag name="ORIGINALWIDTH" val="4.696513"/>
  <p:tag name="EMFCHILD" val="Tru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2261"/>
  <p:tag name="ORIGINALWIDTH" val="1.576406"/>
  <p:tag name="EMFCHILD" val="True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474239"/>
  <p:tag name="ORIGINALWIDTH" val="2.298707"/>
  <p:tag name="EMFCHILD" val="Tru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67688"/>
  <p:tag name="ORIGINALWIDTH" val="4.466423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y(x­_{i+1})=y(x_i+h) = y(x_i) + \frac{h}{1!} y'(x_i)+ \frac{h^2}{2!} y''(x_i) + \cdots&#10;\end{align*}&#10;}&#10;\end{document}"/>
  <p:tag name="IGUANATEXSIZE" val="28"/>
  <p:tag name="IGUANATEXCURSOR" val="338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5098"/>
  <p:tag name="ORIGINALWIDTH" val="2.302671"/>
  <p:tag name="EMFCHILD" val="Tru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88244"/>
  <p:tag name="ORIGINALWIDTH" val="4.704639"/>
  <p:tag name="EMFCHILD" val="Tru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95275"/>
  <p:tag name="ORIGINALWIDTH" val="1.579106"/>
  <p:tag name="EMFCHILD" val="Tru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02811"/>
  <p:tag name="ORIGINALWIDTH" val="4.88428"/>
  <p:tag name="EMFCHILD" val="Tru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77924"/>
  <p:tag name="ORIGINALWIDTH" val="2.078571"/>
  <p:tag name="EMFCHILD" val="True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5098"/>
  <p:tag name="ORIGINALWIDTH" val="2.302671"/>
  <p:tag name="EMFCHILD" val="True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75309"/>
  <p:tag name="ORIGINALWIDTH" val="6.600393"/>
  <p:tag name="EMFCHILD" val="True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67688"/>
  <p:tag name="ORIGINALWIDTH" val="4.466423"/>
  <p:tag name="EMFCHILD" val="True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5098"/>
  <p:tag name="ORIGINALWIDTH" val="2.302671"/>
  <p:tag name="EMFCHILD" val="True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88244"/>
  <p:tag name="ORIGINALWIDTH" val="4.704639"/>
  <p:tag name="EMFCHILD" val="True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95275"/>
  <p:tag name="ORIGINALWIDTH" val="1.579106"/>
  <p:tag name="EMFCHILD" val="Tru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0544"/>
  <p:tag name="ORIGINALWIDTH" val="6.600393"/>
  <p:tag name="EMFCHILD" val="Tru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4465"/>
  <p:tag name="ORIGINALWIDTH" val="4.555765"/>
  <p:tag name="EMFCHILD" val="Tru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5098"/>
  <p:tag name="ORIGINALWIDTH" val="2.302671"/>
  <p:tag name="EMFCHILD" val="True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75309"/>
  <p:tag name="ORIGINALWIDTH" val="6.600393"/>
  <p:tag name="EMFCHILD" val="True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67688"/>
  <p:tag name="ORIGINALWIDTH" val="4.466423"/>
  <p:tag name="EMFCHILD" val="Tru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5098"/>
  <p:tag name="ORIGINALWIDTH" val="2.302671"/>
  <p:tag name="EMFCHILD" val="True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88244"/>
  <p:tag name="ORIGINALWIDTH" val="4.704639"/>
  <p:tag name="EMFCHILD" val="True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95275"/>
  <p:tag name="ORIGINALWIDTH" val="1.579106"/>
  <p:tag name="EMFCHILD" val="True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5098"/>
  <p:tag name="ORIGINALWIDTH" val="2.302671"/>
  <p:tag name="EMFCHILD" val="Tru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0544"/>
  <p:tag name="ORIGINALWIDTH" val="6.600393"/>
  <p:tag name="EMFCHILD" val="True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4465"/>
  <p:tag name="ORIGINALWIDTH" val="4.555765"/>
  <p:tag name="EMFCHILD" val="True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74521"/>
  <p:tag name="ORIGINALWIDTH" val="8.298819"/>
  <p:tag name="EMFCHILD" val="True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2063"/>
  <p:tag name="ORIGINALWIDTH" val="2.808886"/>
  <p:tag name="EMFCHILD" val="True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53402"/>
  <p:tag name="ORIGINALWIDTH" val="1.062008"/>
  <p:tag name="EMFCHILD" val="True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67688"/>
  <p:tag name="ORIGINALWIDTH" val="4.466423"/>
  <p:tag name="EMFCHILD" val="True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861023"/>
  <p:tag name="ORIGINALWIDTH" val="1.711333"/>
  <p:tag name="EMFCHILD" val="Tru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5098"/>
  <p:tag name="ORIGINALWIDTH" val="2.302671"/>
  <p:tag name="EMFCHILD" val="Tru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88244"/>
  <p:tag name="ORIGINALWIDTH" val="4.704639"/>
  <p:tag name="EMFCHILD" val="Tru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95275"/>
  <p:tag name="ORIGINALWIDTH" val="1.579106"/>
  <p:tag name="EMFCHILD" val="True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5098"/>
  <p:tag name="ORIGINALWIDTH" val="2.302671"/>
  <p:tag name="EMFCHILD" val="True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0544"/>
  <p:tag name="ORIGINALWIDTH" val="6.600393"/>
  <p:tag name="EMFCHILD" val="True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7.024465"/>
  <p:tag name="ORIGINALWIDTH" val="4.555765"/>
  <p:tag name="EMFCHILD" val="True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77924"/>
  <p:tag name="ORIGINALWIDTH" val="3.26842"/>
  <p:tag name="EMFCHILD" val="True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4074521"/>
  <p:tag name="ORIGINALWIDTH" val="9.165606"/>
  <p:tag name="EMFCHILD" val="Tru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62063"/>
  <p:tag name="ORIGINALWIDTH" val="4.416789"/>
  <p:tag name="EMFCHILD" val="True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53402"/>
  <p:tag name="ORIGINALWIDTH" val="1.062008"/>
  <p:tag name="EMFCHILD" val="True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67688"/>
  <p:tag name="ORIGINALWIDTH" val="4.466423"/>
  <p:tag name="EMFCHILD" val="True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861023"/>
  <p:tag name="ORIGINALWIDTH" val="1.711333"/>
  <p:tag name="EMFCHILD" val="True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861023"/>
  <p:tag name="ORIGINALWIDTH" val="1.711333"/>
  <p:tag name="EMFCHILD" val="True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5098"/>
  <p:tag name="ORIGINALWIDTH" val="2.302671"/>
  <p:tag name="EMFCHILD" val="True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88244"/>
  <p:tag name="ORIGINALWIDTH" val="4.704639"/>
  <p:tag name="EMFCHILD" val="True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995275"/>
  <p:tag name="ORIGINALWIDTH" val="1.579106"/>
  <p:tag name="EMFCHILD" val="Tru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15098"/>
  <p:tag name="ORIGINALWIDTH" val="2.302671"/>
  <p:tag name="EMFCHILD" val="Tru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60544"/>
  <p:tag name="ORIGINALWIDTH" val="6.600393"/>
  <p:tag name="EMFCHILD" val="Tru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75984"/>
  <p:tag name="ORIGINALWIDTH" val="1.052081"/>
  <p:tag name="EMFCHILD" val="True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75984"/>
  <p:tag name="ORIGINALWIDTH" val="1.052081"/>
  <p:tag name="EMFCHILD" val="True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75984"/>
  <p:tag name="ORIGINALWIDTH" val="1.052081"/>
  <p:tag name="EMFCHILD" val="True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81108"/>
  <p:tag name="ORIGINALWIDTH" val="4.883296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\left(&#10;\frac{dy}{dx}&#10;\right) = F(x,y); \quad y(x=x_0)=y_0&#10;\end{align*}&#10;}&#10;\end{document}"/>
  <p:tag name="IGUANATEXSIZE" val="28"/>
  <p:tag name="IGUANATEXCURSOR" val="385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8071"/>
  <p:tag name="ORIGINALWIDTH" val="5.081806"/>
  <p:tag name="EMFCHILD" val="True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21738"/>
  <p:tag name="ORIGINALWIDTH" val="4.466423"/>
  <p:tag name="EMFCHILD" val="True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983971"/>
  <p:tag name="ORIGINALWIDTH" val="9.952391"/>
  <p:tag name="EMFCHILD" val="Tru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908071"/>
  <p:tag name="ORIGINALWIDTH" val="5.081806"/>
  <p:tag name="EMFCHILD" val="True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7"/>
  <p:tag name="ORIGINALWIDTH" val="4.70464"/>
  <p:tag name="EMFCHILD" val="True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3.81108"/>
  <p:tag name="ORIGINALWIDTH" val="4.883296"/>
  <p:tag name="EMFCHILD" val="True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2525"/>
  <p:tag name="ORIGINALWIDTH" val="6.600394"/>
  <p:tag name="EMFCHILD" val="True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81271"/>
  <p:tag name="ORIGINALWIDTH" val="6.322469"/>
  <p:tag name="EMFCHILD" val="True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302671"/>
  <p:tag name="EMFCHILD" val="True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7"/>
  <p:tag name="ORIGINALWIDTH" val="4.70464"/>
  <p:tag name="EMFCHILD" val="True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967688"/>
  <p:tag name="ORIGINALWIDTH" val="1.161249"/>
  <p:tag name="EMFCHILD" val="True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21738"/>
  <p:tag name="ORIGINALWIDTH" val="4.466423"/>
  <p:tag name="EMFCHILD" val="Tru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302671"/>
  <p:tag name="EMFCHILD" val="Tru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955231"/>
  <p:tag name="ORIGINALWIDTH" val="1.379612"/>
  <p:tag name="EMFCHILD" val="Tru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21738"/>
  <p:tag name="ORIGINALWIDTH" val="4.466423"/>
  <p:tag name="EMFCHILD" val="True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302671"/>
  <p:tag name="EMFCHILD" val="True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7"/>
  <p:tag name="ORIGINALWIDTH" val="4.70464"/>
  <p:tag name="EMFCHILD" val="True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2525"/>
  <p:tag name="ORIGINALWIDTH" val="6.600394"/>
  <p:tag name="EMFCHILD" val="True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86277"/>
  <p:tag name="ORIGINALWIDTH" val="4.70464"/>
  <p:tag name="EMFCHILD" val="True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914"/>
  <p:tag name="ORIGINALWIDTH" val="3.319826"/>
  <p:tag name="EMFCHILD" val="True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925393"/>
  <p:tag name="ORIGINALWIDTH" val="2.302671"/>
  <p:tag name="EMFCHILD" val="Tru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22525"/>
  <p:tag name="ORIGINALWIDTH" val="6.600394"/>
  <p:tag name="EMFCHILD" val="Tru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21738"/>
  <p:tag name="ORIGINALWIDTH" val="4.466423"/>
  <p:tag name="EMFCHILD" val="True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067914"/>
  <p:tag name="ORIGINALWIDTH" val="3.319826"/>
  <p:tag name="EMFCHILD" val="True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69939"/>
  <p:tag name="ORIGINALWIDTH" val="6.229669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\textbf{Euler Method}&#10;\end{align*}&#10;}&#10;\end{document}"/>
  <p:tag name="IGUANATEXSIZE" val="28"/>
  <p:tag name="IGUANATEXCURSOR" val="336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6175"/>
  <p:tag name="ORIGINALWIDTH" val="5.193054"/>
  <p:tag name="EMFCHILD" val="True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69939"/>
  <p:tag name="ORIGINALWIDTH" val="2.382199"/>
  <p:tag name="EMFCHILD" val="True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1024"/>
  <p:tag name="ORIGINALWIDTH" val="3.996935"/>
  <p:tag name="EMFCHILD" val="True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27053"/>
  <p:tag name="ORIGINALWIDTH" val="4.036811"/>
  <p:tag name="EMFCHILD" val="True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69939"/>
  <p:tag name="ORIGINALWIDTH" val="9.040495"/>
  <p:tag name="EMFCHILD" val="Tru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1024"/>
  <p:tag name="ORIGINALWIDTH" val="3.996935"/>
  <p:tag name="EMFCHILD" val="Tru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44516"/>
  <p:tag name="ORIGINALWIDTH" val="3.109843"/>
  <p:tag name="EMFCHILD" val="True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69939"/>
  <p:tag name="ORIGINALWIDTH" val="5.163133"/>
  <p:tag name="EMFCHILD" val="True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661024"/>
  <p:tag name="ORIGINALWIDTH" val="4.495332"/>
  <p:tag name="EMFCHILD" val="True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3937"/>
  <p:tag name="ORIGINALWIDTH" val="5.073425"/>
  <p:tag name="EMFCHILD" val="True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302.5862"/>
  <p:tag name="OUTPUTTYPE" val="SVG"/>
  <p:tag name="IGUANATEXVERSION" val="161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%\begin{align*}&#10;Use Eule's method to approximate $y(1)$ and compare it with the exact value.&#10;%\end{align*}&#10;}&#10;\end{document}"/>
  <p:tag name="IGUANATEXSIZE" val="24"/>
  <p:tag name="IGUANATEXCURSOR" val="405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0.21507"/>
  <p:tag name="ORIGINALWIDTH" val="198.2491"/>
  <p:tag name="OUTPUTTYPE" val="SVG"/>
  <p:tag name="IGUANATEXVERSION" val="161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y' =1+y; \,\, y(0)=0, \,\, n=4; \,\, h = (1-0)/4=0.25&#10;\end{align*}&#10;}&#10;\end{document}"/>
  <p:tag name="IGUANATEXSIZE" val="28"/>
  <p:tag name="IGUANATEXCURSOR" val="381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79"/>
  <p:tag name="ORIGINALWIDTH" val="89.39066"/>
  <p:tag name="OUTPUTTYPE" val="SVG"/>
  <p:tag name="IGUANATEXVERSION" val="161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\text{here}\,\, f(t, y)= 1+y(t);&#10;\end{align*}&#10;}&#10;\end{document}"/>
  <p:tag name="IGUANATEXSIZE" val="28"/>
  <p:tag name="IGUANATEXCURSOR" val="360"/>
  <p:tag name="TRANSPARENCY" val="True"/>
  <p:tag name="LATEXENGINEID" val="1"/>
  <p:tag name="TEMPFOLDER" val="c:\temp\"/>
  <p:tag name="LATEXFORMHEIGHT" val="301.8"/>
  <p:tag name="LATEXFORMWIDTH" val="384"/>
  <p:tag name="LATEXFORMWRAP" val="True"/>
  <p:tag name="BITMAPVECTOR" val="1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79"/>
  <p:tag name="ORIGINALWIDTH" val="211.1546"/>
  <p:tag name="OUTPUTTYPE" val="SVG"/>
  <p:tag name="IGUANATEXVERSION" val="161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\text{By Euler's method:}\,\, y_{i+1} = y_i + h\, f(t_i, y_i); i=0,1,2,3&#10;\end{align*}&#10;}&#10;\end{document}"/>
  <p:tag name="IGUANATEXSIZE" val="28"/>
  <p:tag name="IGUANATEXCURSOR" val="400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79"/>
  <p:tag name="ORIGINALWIDTH" val="84.33434"/>
  <p:tag name="OUTPUTTYPE" val="SVG"/>
  <p:tag name="IGUANATEXVERSION" val="161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y_{exact}(t) = \exp(t)-1&#10;\end{align*}&#10;}&#10;\end{document}"/>
  <p:tag name="IGUANATEXSIZE" val="28"/>
  <p:tag name="IGUANATEXCURSOR" val="340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61192"/>
  <p:tag name="ORIGINALWIDTH" val="4.506299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y_{exact}(t) = \exp(t)-1&#10;\end{align*}&#10;}&#10;\end{document}"/>
  <p:tag name="IGUANATEXSIZE" val="28"/>
  <p:tag name="IGUANATEXCURSOR" val="340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36839"/>
  <p:tag name="ORIGINALWIDTH" val="2.823341"/>
  <p:tag name="EMFCHILD" val="True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36839"/>
  <p:tag name="ORIGINALWIDTH" val="3.512514"/>
  <p:tag name="EMFCHILD" val="True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36839"/>
  <p:tag name="ORIGINALWIDTH" val="3.40135"/>
  <p:tag name="EMFCHILD" val="True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236839"/>
  <p:tag name="ORIGINALWIDTH" val="2.927081"/>
  <p:tag name="EMFCHILD" val="Tru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98878"/>
  <p:tag name="ORIGINALWIDTH" val="1.919263"/>
  <p:tag name="EMFCHILD" val="Tru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79"/>
  <p:tag name="ORIGINALWIDTH" val="2.323256"/>
  <p:tag name="EMFCHILD" val="Tru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390242"/>
  <p:tag name="ORIGINALWIDTH" val="2.593616"/>
  <p:tag name="EMFCHILD" val="True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79"/>
  <p:tag name="ORIGINALWIDTH" val="2.323256"/>
  <p:tag name="EMFCHILD" val="True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64483"/>
  <p:tag name="ORIGINALWIDTH" val="6.659308"/>
  <p:tag name="EMFCHILD" val="True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313"/>
  <p:tag name="ORIGINALWIDTH" val="3.995585"/>
  <p:tag name="EMFCHILD" val="Tru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54753"/>
  <p:tag name="ORIGINALWIDTH" val="4.626462"/>
  <p:tag name="EMFCHILD" val="Tru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51518"/>
  <p:tag name="ORIGINALWIDTH" val="4.656524"/>
  <p:tag name="EMFCHILD" val="True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79"/>
  <p:tag name="ORIGINALWIDTH" val="2.323256"/>
  <p:tag name="EMFCHILD" val="Tru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390242"/>
  <p:tag name="ORIGINALWIDTH" val="2.593616"/>
  <p:tag name="EMFCHILD" val="True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79"/>
  <p:tag name="ORIGINALWIDTH" val="2.323256"/>
  <p:tag name="EMFCHILD" val="Tru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870641"/>
  <p:tag name="ORIGINALWIDTH" val="6.118561"/>
  <p:tag name="EMFCHILD" val="True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17"/>
  <p:tag name="ORIGINALWIDTH" val="2.833971"/>
  <p:tag name="EMFCHILD" val="True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06356"/>
  <p:tag name="ORIGINALWIDTH" val="5.730568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\text{By Euler's method:}\,\, y_{i+1} = y_i + h\, f(t_i, y_i); i=0,1,2,3&#10;\end{align*}&#10;}&#10;\end{document}"/>
  <p:tag name="IGUANATEXSIZE" val="28"/>
  <p:tag name="IGUANATEXCURSOR" val="400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64398"/>
  <p:tag name="ORIGINALWIDTH" val="4.586446"/>
  <p:tag name="EMFCHILD" val="True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06356"/>
  <p:tag name="ORIGINALWIDTH" val="5.820107"/>
  <p:tag name="EMFCHILD" val="True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7"/>
  <p:tag name="ORIGINALWIDTH" val="4.675984"/>
  <p:tag name="EMFCHILD" val="Tru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61"/>
  <p:tag name="ORIGINALWIDTH" val="2.367829"/>
  <p:tag name="EMFCHILD" val="True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313"/>
  <p:tag name="ORIGINALWIDTH" val="3.969601"/>
  <p:tag name="EMFCHILD" val="True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7"/>
  <p:tag name="ORIGINALWIDTH" val="3.283127"/>
  <p:tag name="EMFCHILD" val="True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51575"/>
  <p:tag name="ORIGINALWIDTH" val="1.382874"/>
  <p:tag name="EMFCHILD" val="True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8639"/>
  <p:tag name="ORIGINALWIDTH" val="2.954809"/>
  <p:tag name="EMFCHILD" val="True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7"/>
  <p:tag name="ORIGINALWIDTH" val="7.551238"/>
  <p:tag name="EMFCHILD" val="True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313"/>
  <p:tag name="ORIGINALWIDTH" val="3.969601"/>
  <p:tag name="EMFCHILD" val="True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9915"/>
  <p:tag name="ORIGINALWIDTH" val="2.6464"/>
  <p:tag name="EMFCHILD" val="True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61"/>
  <p:tag name="ORIGINALWIDTH" val="4.755568"/>
  <p:tag name="EMFCHILD" val="True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313"/>
  <p:tag name="ORIGINALWIDTH" val="4.387458"/>
  <p:tag name="EMFCHILD" val="Tru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6356"/>
  <p:tag name="ORIGINALWIDTH" val="4.616282"/>
  <p:tag name="EMFCHILD" val="Tru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313"/>
  <p:tag name="ORIGINALWIDTH" val="1.104331"/>
  <p:tag name="EMFCHILD" val="Tru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61192"/>
  <p:tag name="ORIGINALWIDTH" val="4.476996"/>
  <p:tag name="EMFCHILD" val="True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62177"/>
  <p:tag name="ORIGINALWIDTH" val="1.582874"/>
  <p:tag name="EMFCHILD" val="True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69348"/>
  <p:tag name="ORIGINALWIDTH" val="4.895866"/>
  <p:tag name="EMFCHILD" val="True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840945"/>
  <p:tag name="ORIGINALWIDTH" val="2.083493"/>
  <p:tag name="EMFCHILD" val="True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64483"/>
  <p:tag name="ORIGINALWIDTH" val="6.616029"/>
  <p:tag name="EMFCHILD" val="True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61192"/>
  <p:tag name="ORIGINALWIDTH" val="4.476996"/>
  <p:tag name="EMFCHILD" val="True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62177"/>
  <p:tag name="ORIGINALWIDTH" val="1.582874"/>
  <p:tag name="EMFCHILD" val="True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45051"/>
  <p:tag name="ORIGINALWIDTH" val="6.616029"/>
  <p:tag name="EMFCHILD" val="True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96653"/>
  <p:tag name="ORIGINALWIDTH" val="4.566535"/>
  <p:tag name="EMFCHILD" val="True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56437"/>
  <p:tag name="ORIGINALWIDTH" val="5.680821"/>
  <p:tag name="EMFCHILD" val="True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79"/>
  <p:tag name="ORIGINALWIDTH" val="2.308127"/>
  <p:tag name="EMFCHILD" val="True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390242"/>
  <p:tag name="ORIGINALWIDTH" val="2.576772"/>
  <p:tag name="EMFCHILD" val="True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62177"/>
  <p:tag name="ORIGINALWIDTH" val="1.582874"/>
  <p:tag name="EMFCHILD" val="True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93504"/>
  <p:tag name="ORIGINALWIDTH" val="1.164004"/>
  <p:tag name="EMFCHILD" val="True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61192"/>
  <p:tag name="ORIGINALWIDTH" val="4.476996"/>
  <p:tag name="EMFCHILD" val="True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762177"/>
  <p:tag name="ORIGINALWIDTH" val="1.582874"/>
  <p:tag name="EMFCHILD" val="True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79"/>
  <p:tag name="ORIGINALWIDTH" val="2.308127"/>
  <p:tag name="EMFCHILD" val="True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06355"/>
  <p:tag name="ORIGINALWIDTH" val="1.382902"/>
  <p:tag name="EMFCHILD" val="True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35377"/>
  <p:tag name="ORIGINALWIDTH" val="2.139004"/>
  <p:tag name="EMFCHILD" val="True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64483"/>
  <p:tag name="ORIGINALWIDTH" val="6.616029"/>
  <p:tag name="EMFCHILD" val="True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306"/>
  <p:tag name="ORIGINALWIDTH" val="4.496907"/>
  <p:tag name="EMFCHILD" val="True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93504"/>
  <p:tag name="ORIGINALWIDTH" val="1.164004"/>
  <p:tag name="EMFCHILD" val="True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17"/>
  <p:tag name="ORIGINALWIDTH" val="2.815523"/>
  <p:tag name="EMFCHILD" val="True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93504"/>
  <p:tag name="ORIGINALWIDTH" val="1.164004"/>
  <p:tag name="EMFCHILD" val="True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17"/>
  <p:tag name="ORIGINALWIDTH" val="4.42725"/>
  <p:tag name="EMFCHILD" val="True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93504"/>
  <p:tag name="ORIGINALWIDTH" val="1.164004"/>
  <p:tag name="EMFCHILD" val="True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77306"/>
  <p:tag name="ORIGINALWIDTH" val="3.870135"/>
  <p:tag name="EMFCHILD" val="True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61"/>
  <p:tag name="ORIGINALWIDTH" val="4.744348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\text{here}\,\, f(t, y)= 1+y(t);&#10;\end{align*}&#10;}&#10;\end{document}"/>
  <p:tag name="IGUANATEXSIZE" val="28"/>
  <p:tag name="IGUANATEXCURSOR" val="360"/>
  <p:tag name="TRANSPARENCY" val="True"/>
  <p:tag name="LATEXENGINEID" val="1"/>
  <p:tag name="TEMPFOLDER" val="c:\temp\"/>
  <p:tag name="LATEXFORMHEIGHT" val="301.8"/>
  <p:tag name="LATEXFORMWIDTH" val="384"/>
  <p:tag name="LATEXFORMWRAP" val="True"/>
  <p:tag name="BITMAPVECTOR" val="1"/>
  <p:tag name="EMFCHILD" val="True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313"/>
  <p:tag name="ORIGINALWIDTH" val="3.960236"/>
  <p:tag name="EMFCHILD" val="True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7"/>
  <p:tag name="ORIGINALWIDTH" val="3.275366"/>
  <p:tag name="EMFCHILD" val="True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313"/>
  <p:tag name="ORIGINALWIDTH" val="3.960236"/>
  <p:tag name="EMFCHILD" val="True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8.56437"/>
  <p:tag name="ORIGINALWIDTH" val="5.667407"/>
  <p:tag name="EMFCHILD" val="True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79"/>
  <p:tag name="ORIGINALWIDTH" val="2.302671"/>
  <p:tag name="EMFCHILD" val="True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390242"/>
  <p:tag name="ORIGINALWIDTH" val="2.570669"/>
  <p:tag name="EMFCHILD" val="True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93504"/>
  <p:tag name="ORIGINALWIDTH" val="1.161249"/>
  <p:tag name="EMFCHILD" val="True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61192"/>
  <p:tag name="ORIGINALWIDTH" val="4.466423"/>
  <p:tag name="EMFCHILD" val="True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79"/>
  <p:tag name="ORIGINALWIDTH" val="2.302671"/>
  <p:tag name="EMFCHILD" val="True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64483"/>
  <p:tag name="ORIGINALWIDTH" val="6.600394"/>
  <p:tag name="EMFCHILD" val="True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17"/>
  <p:tag name="ORIGINALWIDTH" val="2.808887"/>
  <p:tag name="EMFCHILD" val="True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45051"/>
  <p:tag name="ORIGINALWIDTH" val="6.600394"/>
  <p:tag name="EMFCHILD" val="True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61192"/>
  <p:tag name="ORIGINALWIDTH" val="4.466423"/>
  <p:tag name="EMFCHILD" val="True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79"/>
  <p:tag name="ORIGINALWIDTH" val="2.302671"/>
  <p:tag name="EMFCHILD" val="True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390242"/>
  <p:tag name="ORIGINALWIDTH" val="2.570669"/>
  <p:tag name="EMFCHILD" val="True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79"/>
  <p:tag name="ORIGINALWIDTH" val="2.302671"/>
  <p:tag name="EMFCHILD" val="True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806355"/>
  <p:tag name="ORIGINALWIDTH" val="1.379612"/>
  <p:tag name="EMFCHILD" val="True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29837"/>
  <p:tag name="ORIGINALWIDTH" val="4.460827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\begin{align*}&#10;y' =1+y; \,\, y(0)=0, \,\, n=4; \,\, h = (1-0)/4=0.25&#10;\end{align*}&#10;}&#10;\end{document}"/>
  <p:tag name="IGUANATEXSIZE" val="28"/>
  <p:tag name="IGUANATEXCURSOR" val="381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3.603628"/>
  <p:tag name="ORIGINALWIDTH" val="1.709168"/>
  <p:tag name="EMFCHILD" val="True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16957"/>
  <p:tag name="ORIGINALWIDTH" val="6.592098"/>
  <p:tag name="EMFCHILD" val="True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04584"/>
  <p:tag name="ORIGINALWIDTH" val="2.805343"/>
  <p:tag name="EMFCHILD" val="True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309843"/>
  <p:tag name="ORIGINALWIDTH" val="6.592098"/>
  <p:tag name="EMFCHILD" val="True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29837"/>
  <p:tag name="ORIGINALWIDTH" val="4.460827"/>
  <p:tag name="EMFCHILD" val="True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84533"/>
  <p:tag name="ORIGINALWIDTH" val="1.377897"/>
  <p:tag name="EMFCHILD" val="True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129837"/>
  <p:tag name="ORIGINALWIDTH" val="4.460827"/>
  <p:tag name="EMFCHILD" val="True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474241"/>
  <p:tag name="ORIGINALWIDTH" val="2.299803"/>
  <p:tag name="EMFCHILD" val="True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37233"/>
  <p:tag name="ORIGINALWIDTH" val="4.480652"/>
  <p:tag name="EMFCHILD" val="True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474241"/>
  <p:tag name="ORIGINALWIDTH" val="2.299803"/>
  <p:tag name="EMFCHILD" val="True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16957"/>
  <p:tag name="ORIGINALWIDTH" val="6.592098"/>
  <p:tag name="EMFCHILD" val="True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37233"/>
  <p:tag name="ORIGINALWIDTH" val="4.480652"/>
  <p:tag name="EMFCHILD" val="True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83279"/>
  <p:tag name="ORIGINALWIDTH" val="1.159814"/>
  <p:tag name="EMFCHILD" val="True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63414"/>
  <p:tag name="ORIGINALWIDTH" val="4.559955"/>
  <p:tag name="EMFCHILD" val="True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16957"/>
  <p:tag name="ORIGINALWIDTH" val="6.592098"/>
  <p:tag name="EMFCHILD" val="True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04584"/>
  <p:tag name="ORIGINALWIDTH" val="4.559955"/>
  <p:tag name="EMFCHILD" val="True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84533"/>
  <p:tag name="ORIGINALWIDTH" val="1.377897"/>
  <p:tag name="EMFCHILD" val="True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56187"/>
  <p:tag name="ORIGINALWIDTH" val="4.550028"/>
  <p:tag name="EMFCHILD" val="True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16957"/>
  <p:tag name="ORIGINALWIDTH" val="6.592098"/>
  <p:tag name="EMFCHILD" val="True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474241"/>
  <p:tag name="ORIGINALWIDTH" val="2.299803"/>
  <p:tag name="EMFCHILD" val="True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04584"/>
  <p:tag name="ORIGINALWIDTH" val="2.805343"/>
  <p:tag name="EMFCHILD" val="True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0.3789651"/>
  <p:tag name="ORIGINALWIDTH" val="6.056806"/>
  <p:tag name="EMFCHILD" val="True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37233"/>
  <p:tag name="ORIGINALWIDTH" val="4.480652"/>
  <p:tag name="EMFCHILD" val="True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474241"/>
  <p:tag name="ORIGINALWIDTH" val="2.299803"/>
  <p:tag name="EMFCHILD" val="True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474241"/>
  <p:tag name="ORIGINALWIDTH" val="3.85613"/>
  <p:tag name="EMFCHILD" val="True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04584"/>
  <p:tag name="ORIGINALWIDTH" val="4.559955"/>
  <p:tag name="EMFCHILD" val="True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216957"/>
  <p:tag name="ORIGINALWIDTH" val="6.592098"/>
  <p:tag name="EMFCHILD" val="True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37233"/>
  <p:tag name="ORIGINALWIDTH" val="4.480652"/>
  <p:tag name="EMFCHILD" val="True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04246"/>
  <p:tag name="ORIGINALWIDTH" val="1.050759"/>
  <p:tag name="EMFCHILD" val="True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04584"/>
  <p:tag name="ORIGINALWIDTH" val="4.411249"/>
  <p:tag name="EMFCHILD" val="True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50928"/>
  <p:tag name="ORIGINALWIDTH" val="4.024634"/>
  <p:tag name="EMFCHILD" val="True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6.852821"/>
  <p:tag name="LATEXADDIN" val="\documentclass{article}&#10;\usepackage[table]{xcolor}&#10;\usepackage{amsmath,amsfonts,amssymb,xcolor,mathptmx}&#10;\newcommand{\dbar}{{d\mkern-7mu\mathchar'26\mkern-2mu}}&#10;\usepackage{times}&#10;\usepackage{mathptmx}&#10;\usepackage{bm}&#10;\usepackage{xcolor}&#10;\pagestyle{empty}&#10;\begin{document}&#10;\setcounter{equation}{0}&#10;\color{black}{&#10;%\begin{align*}&#10;Use Eule's method to approximate $y(1)$ and compare it with the exact value.&#10;%\end{align*}&#10;}&#10;\end{document}"/>
  <p:tag name="IGUANATEXSIZE" val="24"/>
  <p:tag name="IGUANATEXCURSOR" val="405"/>
  <p:tag name="TRANSPARENCY" val="True"/>
  <p:tag name="LATEXENGINEID" val="1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8615"/>
  <p:tag name="ORIGINALWIDTH" val="2.945407"/>
  <p:tag name="EMFCHILD" val="True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956955"/>
  <p:tag name="EMFCHILD" val="True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406332"/>
  <p:tag name="ORIGINALWIDTH" val="5.801575"/>
  <p:tag name="EMFCHILD" val="True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4.661089"/>
  <p:tag name="EMFCHILD" val="True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60302"/>
  <p:tag name="EMFCHILD" val="True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956955"/>
  <p:tag name="EMFCHILD" val="True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2.351575"/>
  <p:tag name="ORIGINALWIDTH" val="1.378478"/>
  <p:tag name="EMFCHILD" val="True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38615"/>
  <p:tag name="ORIGINALWIDTH" val="2.945407"/>
  <p:tag name="EMFCHILD" val="True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7.527165"/>
  <p:tag name="EMFCHILD" val="True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956955"/>
  <p:tag name="EMFCHILD" val="True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9902"/>
  <p:tag name="ORIGINALWIDTH" val="2.637959"/>
  <p:tag name="EMFCHILD" val="True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4.740419"/>
  <p:tag name="EMFCHILD" val="True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373491"/>
  <p:tag name="EMFCHILD" val="True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6332"/>
  <p:tag name="ORIGINALWIDTH" val="4.601607"/>
  <p:tag name="EMFCHILD" val="True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9902"/>
  <p:tag name="ORIGINALWIDTH" val="2.637959"/>
  <p:tag name="EMFCHILD" val="True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373491"/>
  <p:tag name="EMFCHILD" val="True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016469"/>
  <p:tag name="EMFCHILD" val="True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51509"/>
  <p:tag name="ORIGINALWIDTH" val="4.611516"/>
  <p:tag name="EMFCHILD" val="True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51509"/>
  <p:tag name="ORIGINALWIDTH" val="4.611516"/>
  <p:tag name="EMFCHILD" val="True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3.27267"/>
  <p:tag name="EMFCHILD" val="True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373491"/>
  <p:tag name="EMFCHILD" val="True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54757"/>
  <p:tag name="ORIGINALWIDTH" val="4.581758"/>
  <p:tag name="EMFCHILD" val="True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50361"/>
  <p:tag name="EMFCHILD" val="True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7.527165"/>
  <p:tag name="EMFCHILD" val="True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016469"/>
  <p:tag name="EMFCHILD" val="True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9902"/>
  <p:tag name="ORIGINALWIDTH" val="2.637959"/>
  <p:tag name="EMFCHILD" val="True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956955"/>
  <p:tag name="EMFCHILD" val="True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261188"/>
  <p:tag name="ORIGINALWIDTH" val="4.462762"/>
  <p:tag name="EMFCHILD" val="True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2.300787"/>
  <p:tag name="EMFCHILD" val="True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41831"/>
  <p:tag name="ORIGINALWIDTH" val="2.806561"/>
  <p:tag name="EMFCHILD" val="True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9.677263"/>
  <p:tag name="ORIGINALWIDTH" val="2.300787"/>
  <p:tag name="EMFCHILD" val="True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016469"/>
  <p:tag name="EMFCHILD" val="True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4.651181"/>
  <p:tag name="EMFCHILD" val="True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06332"/>
  <p:tag name="ORIGINALWIDTH" val="4.601607"/>
  <p:tag name="EMFCHILD" val="True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837959"/>
  <p:tag name="EMFCHILD" val="True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373491"/>
  <p:tag name="EMFCHILD" val="True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7.527165"/>
  <p:tag name="EMFCHILD" val="True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51509"/>
  <p:tag name="ORIGINALWIDTH" val="4.611516"/>
  <p:tag name="EMFCHILD" val="True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016469"/>
  <p:tag name="EMFCHILD" val="True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3.27267"/>
  <p:tag name="EMFCHILD" val="True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956955"/>
  <p:tag name="EMFCHILD" val="True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50361"/>
  <p:tag name="EMFCHILD" val="True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9902"/>
  <p:tag name="ORIGINALWIDTH" val="2.637959"/>
  <p:tag name="EMFCHILD" val="True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90256"/>
  <p:tag name="ORIGINALWIDTH" val="6.674311"/>
  <p:tag name="EMFCHILD" val="True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50361"/>
  <p:tag name="EMFCHILD" val="True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9902"/>
  <p:tag name="ORIGINALWIDTH" val="2.637959"/>
  <p:tag name="EMFCHILD" val="True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4.740419"/>
  <p:tag name="EMFCHILD" val="True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9902"/>
  <p:tag name="ORIGINALWIDTH" val="2.637959"/>
  <p:tag name="EMFCHILD" val="True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4.740419"/>
  <p:tag name="EMFCHILD" val="True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956955"/>
  <p:tag name="EMFCHILD" val="True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956955"/>
  <p:tag name="EMFCHILD" val="True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54757"/>
  <p:tag name="ORIGINALWIDTH" val="4.581758"/>
  <p:tag name="EMFCHILD" val="True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016469"/>
  <p:tag name="EMFCHILD" val="True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837959"/>
  <p:tag name="EMFCHILD" val="True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5.699902"/>
  <p:tag name="ORIGINALWIDTH" val="2.637959"/>
  <p:tag name="EMFCHILD" val="True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90256"/>
  <p:tag name="ORIGINALWIDTH" val="4.542093"/>
  <p:tag name="EMFCHILD" val="True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4.016469"/>
  <p:tag name="EMFCHILD" val="True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0958"/>
  <p:tag name="ORIGINALWIDTH" val="2.360302"/>
  <p:tag name="EMFCHILD" val="True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51542"/>
  <p:tag name="ORIGINALWIDTH" val="4.661089"/>
  <p:tag name="EMFCHILD" val="True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548294"/>
  <p:tag name="ORIGINALWIDTH" val="3.956955"/>
  <p:tag name="EMFCHILD" val="True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74147"/>
  <p:tag name="ORIGINALWIDTH" val="1.100787"/>
  <p:tag name="EMFCHILD" val="True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63833"/>
  <p:tag name="ORIGINALWIDTH" val="23.11176"/>
  <p:tag name="OUTPUTTYPE" val="SVG"/>
  <p:tag name="IGUANATEXVERSION" val="160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{Error}&#10;\end{align*}&#10;%%}&#10;\end{document}"/>
  <p:tag name="IGUANATEXSIZE" val="28"/>
  <p:tag name="IGUANATEXCURSOR" val="41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532621"/>
  <p:tag name="ORIGINALWIDTH" val="6.233886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{Error}&#10;\end{align*}&#10;%%}&#10;\end{document}"/>
  <p:tag name="IGUANATEXSIZE" val="28"/>
  <p:tag name="IGUANATEXCURSOR" val="415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46203"/>
  <p:tag name="ORIGINALWIDTH" val="3.38383"/>
  <p:tag name="EMFCHILD" val="True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46203"/>
  <p:tag name="ORIGINALWIDTH" val="3.38383"/>
  <p:tag name="EMFCHILD" val="True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9534"/>
  <p:tag name="ORIGINALWIDTH" val="4.461417"/>
  <p:tag name="EMFCHILD" val="True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46203"/>
  <p:tag name="ORIGINALWIDTH" val="3.38383"/>
  <p:tag name="EMFCHILD" val="True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878459"/>
  <p:tag name="ORIGINALWIDTH" val="116.0356"/>
  <p:tag name="OUTPUTTYPE" val="SVG"/>
  <p:tag name="IGUANATEXVERSION" val="160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{Reduce $h$ to reduce error...}&#10;\end{align*}&#10;%%}&#10;\end{document}"/>
  <p:tag name="IGUANATEXSIZE" val="28"/>
  <p:tag name="IGUANATEXCURSOR" val="43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2807"/>
  <p:tag name="ORIGINALWIDTH" val="6.943954"/>
  <p:tag name="LATEXADDIN" val="\documentclass{article}&#10;\usepackage{amsmath}&#10;\usepackage{amssymb}&#10;\pagestyle{empty}&#10;%\usepackage[version=4]{mhchem}&#10;%\usepackage[textwidth=5cm,textheight=5cm]{geometry}&#10;\usepackage[textwidth=11.2cm]{geometry}&#10;%\newcommand{\dbar}{d%\hspace*{-0.08em}\bar{}\hspace*{0.1em}}&#10;\usepackage{xcolor}&#10;\usepackage{braket}&#10;\usepackage{mathtools}&#10;%\usepackage{chemfig}&#10;\begin{document}&#10; \color{black}{&#10;\begin{align*}&#10;\text{Reduce $h$ to reduce error...}&#10;\end{align*}&#10;%%}&#10;\end{document}"/>
  <p:tag name="IGUANATEXSIZE" val="28"/>
  <p:tag name="IGUANATEXCURSOR" val="439"/>
  <p:tag name="TRANSPARENCY" val="True"/>
  <p:tag name="LATEXENGINEID" val="0"/>
  <p:tag name="TEMPFOLDER" val="c:\temp\"/>
  <p:tag name="LATEXFORMHEIGHT" val="312"/>
  <p:tag name="LATEXFORMWIDTH" val="384"/>
  <p:tag name="LATEXFORMWRAP" val="True"/>
  <p:tag name="BITMAPVECTOR" val="1"/>
  <p:tag name="EMFCHILD" val="True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9534"/>
  <p:tag name="ORIGINALWIDTH" val="3.85554"/>
  <p:tag name="EMFCHILD" val="True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2807"/>
  <p:tag name="ORIGINALWIDTH" val="4.911558"/>
  <p:tag name="EMFCHILD" val="True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51884"/>
  <p:tag name="ORIGINALWIDTH" val="5.011192"/>
  <p:tag name="EMFCHILD" val="True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9534"/>
  <p:tag name="ORIGINALWIDTH" val="3.795754"/>
  <p:tag name="EMFCHILD" val="True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9534"/>
  <p:tag name="ORIGINALWIDTH" val="3.85554"/>
  <p:tag name="EMFCHILD" val="True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2807"/>
  <p:tag name="ORIGINALWIDTH" val="4.891648"/>
  <p:tag name="EMFCHILD" val="True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013864"/>
  <p:tag name="ORIGINALWIDTH" val="3.118279"/>
  <p:tag name="EMFCHILD" val="True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9534"/>
  <p:tag name="ORIGINALWIDTH" val="4.413442"/>
  <p:tag name="EMFCHILD" val="True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46203"/>
  <p:tag name="ORIGINALWIDTH" val="3.347441"/>
  <p:tag name="EMFCHILD" val="True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9534"/>
  <p:tag name="ORIGINALWIDTH" val="3.85554"/>
  <p:tag name="EMFCHILD" val="True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6.772807"/>
  <p:tag name="ORIGINALWIDTH" val="4.911558"/>
  <p:tag name="EMFCHILD" val="True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351884"/>
  <p:tag name="ORIGINALWIDTH" val="5.011192"/>
  <p:tag name="EMFCHILD" val="True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9534"/>
  <p:tag name="ORIGINALWIDTH" val="3.795754"/>
  <p:tag name="EMFCHILD" val="True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9534"/>
  <p:tag name="ORIGINALWIDTH" val="3.85554"/>
  <p:tag name="EMFCHILD" val="True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9534"/>
  <p:tag name="ORIGINALWIDTH" val="3.85554"/>
  <p:tag name="EMFCHILD" val="True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46203"/>
  <p:tag name="ORIGINALWIDTH" val="3.347441"/>
  <p:tag name="EMFCHILD" val="True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46203"/>
  <p:tag name="ORIGINALWIDTH" val="3.347441"/>
  <p:tag name="EMFCHILD" val="True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409534"/>
  <p:tag name="ORIGINALWIDTH" val="4.413442"/>
  <p:tag name="EMFCHILD" val="True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4.246203"/>
  <p:tag name="ORIGINALWIDTH" val="3.347441"/>
  <p:tag name="EMFCHILD" val="True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18307"/>
  <p:tag name="ORIGINALWIDTH" val="1.056018"/>
  <p:tag name="EMFCHILD" val="True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18307"/>
  <p:tag name="ORIGINALWIDTH" val="1.056018"/>
  <p:tag name="EMFCHILD" val="True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HEIGHT" val="1.018307"/>
  <p:tag name="ORIGINALWIDTH" val="1.056018"/>
  <p:tag name="EMFCHILD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240</TotalTime>
  <Words>116</Words>
  <Application>Microsoft Office PowerPoint</Application>
  <PresentationFormat>Widescreen</PresentationFormat>
  <Paragraphs>61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Office Theme</vt:lpstr>
      <vt:lpstr>Initial Value Problems Euler Method </vt:lpstr>
      <vt:lpstr>Introduction</vt:lpstr>
      <vt:lpstr>Introduction</vt:lpstr>
      <vt:lpstr>Introduction</vt:lpstr>
      <vt:lpstr>Example – 1 </vt:lpstr>
      <vt:lpstr>Example – 1 </vt:lpstr>
      <vt:lpstr>Example – 1 </vt:lpstr>
      <vt:lpstr>Example – 1 </vt:lpstr>
      <vt:lpstr>Example – 1 </vt:lpstr>
      <vt:lpstr>Example – 1 </vt:lpstr>
      <vt:lpstr>Example – 2 </vt:lpstr>
      <vt:lpstr>Example – 2 </vt:lpstr>
      <vt:lpstr>Example – 2 </vt:lpstr>
      <vt:lpstr>Example – 2 </vt:lpstr>
      <vt:lpstr>Example – 2 </vt:lpstr>
      <vt:lpstr>Example – 2 </vt:lpstr>
      <vt:lpstr>Example – 2 </vt:lpstr>
      <vt:lpstr>Introduction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Initial Value Problems Euler Method </dc:title>
  <dc:creator>k</dc:creator>
  <cp:lastModifiedBy>bsphy2241</cp:lastModifiedBy>
  <cp:revision>30</cp:revision>
  <dcterms:created xsi:type="dcterms:W3CDTF">2025-10-13T17:36:17Z</dcterms:created>
  <dcterms:modified xsi:type="dcterms:W3CDTF">2025-11-05T11:54:25Z</dcterms:modified>
</cp:coreProperties>
</file>