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3" r:id="rId4"/>
    <p:sldId id="287" r:id="rId5"/>
    <p:sldId id="278" r:id="rId6"/>
    <p:sldId id="286" r:id="rId7"/>
    <p:sldId id="288" r:id="rId8"/>
    <p:sldId id="27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723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489" autoAdjust="0"/>
  </p:normalViewPr>
  <p:slideViewPr>
    <p:cSldViewPr snapToGrid="0">
      <p:cViewPr varScale="1">
        <p:scale>
          <a:sx n="123" d="100"/>
          <a:sy n="123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3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50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47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8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3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8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12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4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42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1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94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2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8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tags" Target="../tags/tag148.xml"/><Relationship Id="rId21" Type="http://schemas.openxmlformats.org/officeDocument/2006/relationships/tags" Target="../tags/tag52.xml"/><Relationship Id="rId42" Type="http://schemas.openxmlformats.org/officeDocument/2006/relationships/tags" Target="../tags/tag73.xml"/><Relationship Id="rId63" Type="http://schemas.openxmlformats.org/officeDocument/2006/relationships/tags" Target="../tags/tag94.xml"/><Relationship Id="rId84" Type="http://schemas.openxmlformats.org/officeDocument/2006/relationships/tags" Target="../tags/tag115.xml"/><Relationship Id="rId138" Type="http://schemas.openxmlformats.org/officeDocument/2006/relationships/tags" Target="../tags/tag169.xml"/><Relationship Id="rId159" Type="http://schemas.openxmlformats.org/officeDocument/2006/relationships/tags" Target="../tags/tag190.xml"/><Relationship Id="rId170" Type="http://schemas.openxmlformats.org/officeDocument/2006/relationships/tags" Target="../tags/tag201.xml"/><Relationship Id="rId191" Type="http://schemas.openxmlformats.org/officeDocument/2006/relationships/tags" Target="../tags/tag222.xml"/><Relationship Id="rId107" Type="http://schemas.openxmlformats.org/officeDocument/2006/relationships/tags" Target="../tags/tag138.xml"/><Relationship Id="rId11" Type="http://schemas.openxmlformats.org/officeDocument/2006/relationships/tags" Target="../tags/tag42.xml"/><Relationship Id="rId32" Type="http://schemas.openxmlformats.org/officeDocument/2006/relationships/tags" Target="../tags/tag63.xml"/><Relationship Id="rId53" Type="http://schemas.openxmlformats.org/officeDocument/2006/relationships/tags" Target="../tags/tag84.xml"/><Relationship Id="rId74" Type="http://schemas.openxmlformats.org/officeDocument/2006/relationships/tags" Target="../tags/tag105.xml"/><Relationship Id="rId128" Type="http://schemas.openxmlformats.org/officeDocument/2006/relationships/tags" Target="../tags/tag159.xml"/><Relationship Id="rId149" Type="http://schemas.openxmlformats.org/officeDocument/2006/relationships/tags" Target="../tags/tag180.xml"/><Relationship Id="rId5" Type="http://schemas.openxmlformats.org/officeDocument/2006/relationships/tags" Target="../tags/tag36.xml"/><Relationship Id="rId95" Type="http://schemas.openxmlformats.org/officeDocument/2006/relationships/tags" Target="../tags/tag126.xml"/><Relationship Id="rId160" Type="http://schemas.openxmlformats.org/officeDocument/2006/relationships/tags" Target="../tags/tag191.xml"/><Relationship Id="rId181" Type="http://schemas.openxmlformats.org/officeDocument/2006/relationships/tags" Target="../tags/tag212.xml"/><Relationship Id="rId22" Type="http://schemas.openxmlformats.org/officeDocument/2006/relationships/tags" Target="../tags/tag53.xml"/><Relationship Id="rId43" Type="http://schemas.openxmlformats.org/officeDocument/2006/relationships/tags" Target="../tags/tag74.xml"/><Relationship Id="rId64" Type="http://schemas.openxmlformats.org/officeDocument/2006/relationships/tags" Target="../tags/tag95.xml"/><Relationship Id="rId118" Type="http://schemas.openxmlformats.org/officeDocument/2006/relationships/tags" Target="../tags/tag149.xml"/><Relationship Id="rId139" Type="http://schemas.openxmlformats.org/officeDocument/2006/relationships/tags" Target="../tags/tag170.xml"/><Relationship Id="rId85" Type="http://schemas.openxmlformats.org/officeDocument/2006/relationships/tags" Target="../tags/tag116.xml"/><Relationship Id="rId150" Type="http://schemas.openxmlformats.org/officeDocument/2006/relationships/tags" Target="../tags/tag181.xml"/><Relationship Id="rId171" Type="http://schemas.openxmlformats.org/officeDocument/2006/relationships/tags" Target="../tags/tag202.xml"/><Relationship Id="rId192" Type="http://schemas.openxmlformats.org/officeDocument/2006/relationships/tags" Target="../tags/tag223.xml"/><Relationship Id="rId12" Type="http://schemas.openxmlformats.org/officeDocument/2006/relationships/tags" Target="../tags/tag43.xml"/><Relationship Id="rId33" Type="http://schemas.openxmlformats.org/officeDocument/2006/relationships/tags" Target="../tags/tag64.xml"/><Relationship Id="rId108" Type="http://schemas.openxmlformats.org/officeDocument/2006/relationships/tags" Target="../tags/tag139.xml"/><Relationship Id="rId129" Type="http://schemas.openxmlformats.org/officeDocument/2006/relationships/tags" Target="../tags/tag160.xml"/><Relationship Id="rId54" Type="http://schemas.openxmlformats.org/officeDocument/2006/relationships/tags" Target="../tags/tag85.xml"/><Relationship Id="rId75" Type="http://schemas.openxmlformats.org/officeDocument/2006/relationships/tags" Target="../tags/tag106.xml"/><Relationship Id="rId96" Type="http://schemas.openxmlformats.org/officeDocument/2006/relationships/tags" Target="../tags/tag127.xml"/><Relationship Id="rId140" Type="http://schemas.openxmlformats.org/officeDocument/2006/relationships/tags" Target="../tags/tag171.xml"/><Relationship Id="rId161" Type="http://schemas.openxmlformats.org/officeDocument/2006/relationships/tags" Target="../tags/tag192.xml"/><Relationship Id="rId182" Type="http://schemas.openxmlformats.org/officeDocument/2006/relationships/tags" Target="../tags/tag213.xml"/><Relationship Id="rId6" Type="http://schemas.openxmlformats.org/officeDocument/2006/relationships/tags" Target="../tags/tag37.xml"/><Relationship Id="rId23" Type="http://schemas.openxmlformats.org/officeDocument/2006/relationships/tags" Target="../tags/tag54.xml"/><Relationship Id="rId119" Type="http://schemas.openxmlformats.org/officeDocument/2006/relationships/tags" Target="../tags/tag150.xml"/><Relationship Id="rId44" Type="http://schemas.openxmlformats.org/officeDocument/2006/relationships/tags" Target="../tags/tag75.xml"/><Relationship Id="rId65" Type="http://schemas.openxmlformats.org/officeDocument/2006/relationships/tags" Target="../tags/tag96.xml"/><Relationship Id="rId86" Type="http://schemas.openxmlformats.org/officeDocument/2006/relationships/tags" Target="../tags/tag117.xml"/><Relationship Id="rId130" Type="http://schemas.openxmlformats.org/officeDocument/2006/relationships/tags" Target="../tags/tag161.xml"/><Relationship Id="rId151" Type="http://schemas.openxmlformats.org/officeDocument/2006/relationships/tags" Target="../tags/tag182.xml"/><Relationship Id="rId172" Type="http://schemas.openxmlformats.org/officeDocument/2006/relationships/tags" Target="../tags/tag203.xml"/><Relationship Id="rId193" Type="http://schemas.openxmlformats.org/officeDocument/2006/relationships/tags" Target="../tags/tag224.xml"/><Relationship Id="rId13" Type="http://schemas.openxmlformats.org/officeDocument/2006/relationships/tags" Target="../tags/tag44.xml"/><Relationship Id="rId109" Type="http://schemas.openxmlformats.org/officeDocument/2006/relationships/tags" Target="../tags/tag140.xml"/><Relationship Id="rId34" Type="http://schemas.openxmlformats.org/officeDocument/2006/relationships/tags" Target="../tags/tag65.xml"/><Relationship Id="rId55" Type="http://schemas.openxmlformats.org/officeDocument/2006/relationships/tags" Target="../tags/tag86.xml"/><Relationship Id="rId76" Type="http://schemas.openxmlformats.org/officeDocument/2006/relationships/tags" Target="../tags/tag107.xml"/><Relationship Id="rId97" Type="http://schemas.openxmlformats.org/officeDocument/2006/relationships/tags" Target="../tags/tag128.xml"/><Relationship Id="rId120" Type="http://schemas.openxmlformats.org/officeDocument/2006/relationships/tags" Target="../tags/tag151.xml"/><Relationship Id="rId141" Type="http://schemas.openxmlformats.org/officeDocument/2006/relationships/tags" Target="../tags/tag172.xml"/><Relationship Id="rId7" Type="http://schemas.openxmlformats.org/officeDocument/2006/relationships/tags" Target="../tags/tag38.xml"/><Relationship Id="rId71" Type="http://schemas.openxmlformats.org/officeDocument/2006/relationships/tags" Target="../tags/tag102.xml"/><Relationship Id="rId92" Type="http://schemas.openxmlformats.org/officeDocument/2006/relationships/tags" Target="../tags/tag123.xml"/><Relationship Id="rId162" Type="http://schemas.openxmlformats.org/officeDocument/2006/relationships/tags" Target="../tags/tag193.xml"/><Relationship Id="rId183" Type="http://schemas.openxmlformats.org/officeDocument/2006/relationships/tags" Target="../tags/tag214.xml"/><Relationship Id="rId2" Type="http://schemas.openxmlformats.org/officeDocument/2006/relationships/tags" Target="../tags/tag33.xml"/><Relationship Id="rId29" Type="http://schemas.openxmlformats.org/officeDocument/2006/relationships/tags" Target="../tags/tag60.xml"/><Relationship Id="rId24" Type="http://schemas.openxmlformats.org/officeDocument/2006/relationships/tags" Target="../tags/tag55.xml"/><Relationship Id="rId40" Type="http://schemas.openxmlformats.org/officeDocument/2006/relationships/tags" Target="../tags/tag71.xml"/><Relationship Id="rId45" Type="http://schemas.openxmlformats.org/officeDocument/2006/relationships/tags" Target="../tags/tag76.xml"/><Relationship Id="rId66" Type="http://schemas.openxmlformats.org/officeDocument/2006/relationships/tags" Target="../tags/tag97.xml"/><Relationship Id="rId87" Type="http://schemas.openxmlformats.org/officeDocument/2006/relationships/tags" Target="../tags/tag118.xml"/><Relationship Id="rId110" Type="http://schemas.openxmlformats.org/officeDocument/2006/relationships/tags" Target="../tags/tag141.xml"/><Relationship Id="rId115" Type="http://schemas.openxmlformats.org/officeDocument/2006/relationships/tags" Target="../tags/tag146.xml"/><Relationship Id="rId131" Type="http://schemas.openxmlformats.org/officeDocument/2006/relationships/tags" Target="../tags/tag162.xml"/><Relationship Id="rId136" Type="http://schemas.openxmlformats.org/officeDocument/2006/relationships/tags" Target="../tags/tag167.xml"/><Relationship Id="rId157" Type="http://schemas.openxmlformats.org/officeDocument/2006/relationships/tags" Target="../tags/tag188.xml"/><Relationship Id="rId178" Type="http://schemas.openxmlformats.org/officeDocument/2006/relationships/tags" Target="../tags/tag209.xml"/><Relationship Id="rId61" Type="http://schemas.openxmlformats.org/officeDocument/2006/relationships/tags" Target="../tags/tag92.xml"/><Relationship Id="rId82" Type="http://schemas.openxmlformats.org/officeDocument/2006/relationships/tags" Target="../tags/tag113.xml"/><Relationship Id="rId152" Type="http://schemas.openxmlformats.org/officeDocument/2006/relationships/tags" Target="../tags/tag183.xml"/><Relationship Id="rId173" Type="http://schemas.openxmlformats.org/officeDocument/2006/relationships/tags" Target="../tags/tag204.xml"/><Relationship Id="rId194" Type="http://schemas.openxmlformats.org/officeDocument/2006/relationships/tags" Target="../tags/tag225.xml"/><Relationship Id="rId19" Type="http://schemas.openxmlformats.org/officeDocument/2006/relationships/tags" Target="../tags/tag50.xml"/><Relationship Id="rId14" Type="http://schemas.openxmlformats.org/officeDocument/2006/relationships/tags" Target="../tags/tag45.xml"/><Relationship Id="rId30" Type="http://schemas.openxmlformats.org/officeDocument/2006/relationships/tags" Target="../tags/tag61.xml"/><Relationship Id="rId35" Type="http://schemas.openxmlformats.org/officeDocument/2006/relationships/tags" Target="../tags/tag66.xml"/><Relationship Id="rId56" Type="http://schemas.openxmlformats.org/officeDocument/2006/relationships/tags" Target="../tags/tag87.xml"/><Relationship Id="rId77" Type="http://schemas.openxmlformats.org/officeDocument/2006/relationships/tags" Target="../tags/tag108.xml"/><Relationship Id="rId100" Type="http://schemas.openxmlformats.org/officeDocument/2006/relationships/tags" Target="../tags/tag131.xml"/><Relationship Id="rId105" Type="http://schemas.openxmlformats.org/officeDocument/2006/relationships/tags" Target="../tags/tag136.xml"/><Relationship Id="rId126" Type="http://schemas.openxmlformats.org/officeDocument/2006/relationships/tags" Target="../tags/tag157.xml"/><Relationship Id="rId147" Type="http://schemas.openxmlformats.org/officeDocument/2006/relationships/tags" Target="../tags/tag178.xml"/><Relationship Id="rId168" Type="http://schemas.openxmlformats.org/officeDocument/2006/relationships/tags" Target="../tags/tag199.xml"/><Relationship Id="rId8" Type="http://schemas.openxmlformats.org/officeDocument/2006/relationships/tags" Target="../tags/tag39.xml"/><Relationship Id="rId51" Type="http://schemas.openxmlformats.org/officeDocument/2006/relationships/tags" Target="../tags/tag82.xml"/><Relationship Id="rId72" Type="http://schemas.openxmlformats.org/officeDocument/2006/relationships/tags" Target="../tags/tag103.xml"/><Relationship Id="rId93" Type="http://schemas.openxmlformats.org/officeDocument/2006/relationships/tags" Target="../tags/tag124.xml"/><Relationship Id="rId98" Type="http://schemas.openxmlformats.org/officeDocument/2006/relationships/tags" Target="../tags/tag129.xml"/><Relationship Id="rId121" Type="http://schemas.openxmlformats.org/officeDocument/2006/relationships/tags" Target="../tags/tag152.xml"/><Relationship Id="rId142" Type="http://schemas.openxmlformats.org/officeDocument/2006/relationships/tags" Target="../tags/tag173.xml"/><Relationship Id="rId163" Type="http://schemas.openxmlformats.org/officeDocument/2006/relationships/tags" Target="../tags/tag194.xml"/><Relationship Id="rId184" Type="http://schemas.openxmlformats.org/officeDocument/2006/relationships/tags" Target="../tags/tag215.xml"/><Relationship Id="rId189" Type="http://schemas.openxmlformats.org/officeDocument/2006/relationships/tags" Target="../tags/tag220.xml"/><Relationship Id="rId3" Type="http://schemas.openxmlformats.org/officeDocument/2006/relationships/tags" Target="../tags/tag34.xml"/><Relationship Id="rId25" Type="http://schemas.openxmlformats.org/officeDocument/2006/relationships/tags" Target="../tags/tag56.xml"/><Relationship Id="rId46" Type="http://schemas.openxmlformats.org/officeDocument/2006/relationships/tags" Target="../tags/tag77.xml"/><Relationship Id="rId67" Type="http://schemas.openxmlformats.org/officeDocument/2006/relationships/tags" Target="../tags/tag98.xml"/><Relationship Id="rId116" Type="http://schemas.openxmlformats.org/officeDocument/2006/relationships/tags" Target="../tags/tag147.xml"/><Relationship Id="rId137" Type="http://schemas.openxmlformats.org/officeDocument/2006/relationships/tags" Target="../tags/tag168.xml"/><Relationship Id="rId158" Type="http://schemas.openxmlformats.org/officeDocument/2006/relationships/tags" Target="../tags/tag189.xml"/><Relationship Id="rId20" Type="http://schemas.openxmlformats.org/officeDocument/2006/relationships/tags" Target="../tags/tag51.xml"/><Relationship Id="rId41" Type="http://schemas.openxmlformats.org/officeDocument/2006/relationships/tags" Target="../tags/tag72.xml"/><Relationship Id="rId62" Type="http://schemas.openxmlformats.org/officeDocument/2006/relationships/tags" Target="../tags/tag93.xml"/><Relationship Id="rId83" Type="http://schemas.openxmlformats.org/officeDocument/2006/relationships/tags" Target="../tags/tag114.xml"/><Relationship Id="rId88" Type="http://schemas.openxmlformats.org/officeDocument/2006/relationships/tags" Target="../tags/tag119.xml"/><Relationship Id="rId111" Type="http://schemas.openxmlformats.org/officeDocument/2006/relationships/tags" Target="../tags/tag142.xml"/><Relationship Id="rId132" Type="http://schemas.openxmlformats.org/officeDocument/2006/relationships/tags" Target="../tags/tag163.xml"/><Relationship Id="rId153" Type="http://schemas.openxmlformats.org/officeDocument/2006/relationships/tags" Target="../tags/tag184.xml"/><Relationship Id="rId174" Type="http://schemas.openxmlformats.org/officeDocument/2006/relationships/tags" Target="../tags/tag205.xml"/><Relationship Id="rId179" Type="http://schemas.openxmlformats.org/officeDocument/2006/relationships/tags" Target="../tags/tag210.xml"/><Relationship Id="rId195" Type="http://schemas.openxmlformats.org/officeDocument/2006/relationships/tags" Target="../tags/tag226.xml"/><Relationship Id="rId190" Type="http://schemas.openxmlformats.org/officeDocument/2006/relationships/tags" Target="../tags/tag221.xml"/><Relationship Id="rId15" Type="http://schemas.openxmlformats.org/officeDocument/2006/relationships/tags" Target="../tags/tag46.xml"/><Relationship Id="rId36" Type="http://schemas.openxmlformats.org/officeDocument/2006/relationships/tags" Target="../tags/tag67.xml"/><Relationship Id="rId57" Type="http://schemas.openxmlformats.org/officeDocument/2006/relationships/tags" Target="../tags/tag88.xml"/><Relationship Id="rId106" Type="http://schemas.openxmlformats.org/officeDocument/2006/relationships/tags" Target="../tags/tag137.xml"/><Relationship Id="rId127" Type="http://schemas.openxmlformats.org/officeDocument/2006/relationships/tags" Target="../tags/tag158.xml"/><Relationship Id="rId10" Type="http://schemas.openxmlformats.org/officeDocument/2006/relationships/tags" Target="../tags/tag41.xml"/><Relationship Id="rId31" Type="http://schemas.openxmlformats.org/officeDocument/2006/relationships/tags" Target="../tags/tag62.xml"/><Relationship Id="rId52" Type="http://schemas.openxmlformats.org/officeDocument/2006/relationships/tags" Target="../tags/tag83.xml"/><Relationship Id="rId73" Type="http://schemas.openxmlformats.org/officeDocument/2006/relationships/tags" Target="../tags/tag104.xml"/><Relationship Id="rId78" Type="http://schemas.openxmlformats.org/officeDocument/2006/relationships/tags" Target="../tags/tag109.xml"/><Relationship Id="rId94" Type="http://schemas.openxmlformats.org/officeDocument/2006/relationships/tags" Target="../tags/tag125.xml"/><Relationship Id="rId99" Type="http://schemas.openxmlformats.org/officeDocument/2006/relationships/tags" Target="../tags/tag130.xml"/><Relationship Id="rId101" Type="http://schemas.openxmlformats.org/officeDocument/2006/relationships/tags" Target="../tags/tag132.xml"/><Relationship Id="rId122" Type="http://schemas.openxmlformats.org/officeDocument/2006/relationships/tags" Target="../tags/tag153.xml"/><Relationship Id="rId143" Type="http://schemas.openxmlformats.org/officeDocument/2006/relationships/tags" Target="../tags/tag174.xml"/><Relationship Id="rId148" Type="http://schemas.openxmlformats.org/officeDocument/2006/relationships/tags" Target="../tags/tag179.xml"/><Relationship Id="rId164" Type="http://schemas.openxmlformats.org/officeDocument/2006/relationships/tags" Target="../tags/tag195.xml"/><Relationship Id="rId169" Type="http://schemas.openxmlformats.org/officeDocument/2006/relationships/tags" Target="../tags/tag200.xml"/><Relationship Id="rId185" Type="http://schemas.openxmlformats.org/officeDocument/2006/relationships/tags" Target="../tags/tag216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80" Type="http://schemas.openxmlformats.org/officeDocument/2006/relationships/tags" Target="../tags/tag211.xml"/><Relationship Id="rId26" Type="http://schemas.openxmlformats.org/officeDocument/2006/relationships/tags" Target="../tags/tag57.xml"/><Relationship Id="rId47" Type="http://schemas.openxmlformats.org/officeDocument/2006/relationships/tags" Target="../tags/tag78.xml"/><Relationship Id="rId68" Type="http://schemas.openxmlformats.org/officeDocument/2006/relationships/tags" Target="../tags/tag99.xml"/><Relationship Id="rId89" Type="http://schemas.openxmlformats.org/officeDocument/2006/relationships/tags" Target="../tags/tag120.xml"/><Relationship Id="rId112" Type="http://schemas.openxmlformats.org/officeDocument/2006/relationships/tags" Target="../tags/tag143.xml"/><Relationship Id="rId133" Type="http://schemas.openxmlformats.org/officeDocument/2006/relationships/tags" Target="../tags/tag164.xml"/><Relationship Id="rId154" Type="http://schemas.openxmlformats.org/officeDocument/2006/relationships/tags" Target="../tags/tag185.xml"/><Relationship Id="rId175" Type="http://schemas.openxmlformats.org/officeDocument/2006/relationships/tags" Target="../tags/tag206.xml"/><Relationship Id="rId196" Type="http://schemas.openxmlformats.org/officeDocument/2006/relationships/slideLayout" Target="../slideLayouts/slideLayout2.xml"/><Relationship Id="rId16" Type="http://schemas.openxmlformats.org/officeDocument/2006/relationships/tags" Target="../tags/tag47.xml"/><Relationship Id="rId37" Type="http://schemas.openxmlformats.org/officeDocument/2006/relationships/tags" Target="../tags/tag68.xml"/><Relationship Id="rId58" Type="http://schemas.openxmlformats.org/officeDocument/2006/relationships/tags" Target="../tags/tag89.xml"/><Relationship Id="rId79" Type="http://schemas.openxmlformats.org/officeDocument/2006/relationships/tags" Target="../tags/tag110.xml"/><Relationship Id="rId102" Type="http://schemas.openxmlformats.org/officeDocument/2006/relationships/tags" Target="../tags/tag133.xml"/><Relationship Id="rId123" Type="http://schemas.openxmlformats.org/officeDocument/2006/relationships/tags" Target="../tags/tag154.xml"/><Relationship Id="rId144" Type="http://schemas.openxmlformats.org/officeDocument/2006/relationships/tags" Target="../tags/tag175.xml"/><Relationship Id="rId90" Type="http://schemas.openxmlformats.org/officeDocument/2006/relationships/tags" Target="../tags/tag121.xml"/><Relationship Id="rId165" Type="http://schemas.openxmlformats.org/officeDocument/2006/relationships/tags" Target="../tags/tag196.xml"/><Relationship Id="rId186" Type="http://schemas.openxmlformats.org/officeDocument/2006/relationships/tags" Target="../tags/tag217.xml"/><Relationship Id="rId27" Type="http://schemas.openxmlformats.org/officeDocument/2006/relationships/tags" Target="../tags/tag58.xml"/><Relationship Id="rId48" Type="http://schemas.openxmlformats.org/officeDocument/2006/relationships/tags" Target="../tags/tag79.xml"/><Relationship Id="rId69" Type="http://schemas.openxmlformats.org/officeDocument/2006/relationships/tags" Target="../tags/tag100.xml"/><Relationship Id="rId113" Type="http://schemas.openxmlformats.org/officeDocument/2006/relationships/tags" Target="../tags/tag144.xml"/><Relationship Id="rId134" Type="http://schemas.openxmlformats.org/officeDocument/2006/relationships/tags" Target="../tags/tag165.xml"/><Relationship Id="rId80" Type="http://schemas.openxmlformats.org/officeDocument/2006/relationships/tags" Target="../tags/tag111.xml"/><Relationship Id="rId155" Type="http://schemas.openxmlformats.org/officeDocument/2006/relationships/tags" Target="../tags/tag186.xml"/><Relationship Id="rId176" Type="http://schemas.openxmlformats.org/officeDocument/2006/relationships/tags" Target="../tags/tag207.xml"/><Relationship Id="rId197" Type="http://schemas.openxmlformats.org/officeDocument/2006/relationships/image" Target="../media/image3.png"/><Relationship Id="rId17" Type="http://schemas.openxmlformats.org/officeDocument/2006/relationships/tags" Target="../tags/tag48.xml"/><Relationship Id="rId38" Type="http://schemas.openxmlformats.org/officeDocument/2006/relationships/tags" Target="../tags/tag69.xml"/><Relationship Id="rId59" Type="http://schemas.openxmlformats.org/officeDocument/2006/relationships/tags" Target="../tags/tag90.xml"/><Relationship Id="rId103" Type="http://schemas.openxmlformats.org/officeDocument/2006/relationships/tags" Target="../tags/tag134.xml"/><Relationship Id="rId124" Type="http://schemas.openxmlformats.org/officeDocument/2006/relationships/tags" Target="../tags/tag155.xml"/><Relationship Id="rId70" Type="http://schemas.openxmlformats.org/officeDocument/2006/relationships/tags" Target="../tags/tag101.xml"/><Relationship Id="rId91" Type="http://schemas.openxmlformats.org/officeDocument/2006/relationships/tags" Target="../tags/tag122.xml"/><Relationship Id="rId145" Type="http://schemas.openxmlformats.org/officeDocument/2006/relationships/tags" Target="../tags/tag176.xml"/><Relationship Id="rId166" Type="http://schemas.openxmlformats.org/officeDocument/2006/relationships/tags" Target="../tags/tag197.xml"/><Relationship Id="rId187" Type="http://schemas.openxmlformats.org/officeDocument/2006/relationships/tags" Target="../tags/tag218.xml"/><Relationship Id="rId1" Type="http://schemas.openxmlformats.org/officeDocument/2006/relationships/tags" Target="../tags/tag32.xml"/><Relationship Id="rId28" Type="http://schemas.openxmlformats.org/officeDocument/2006/relationships/tags" Target="../tags/tag59.xml"/><Relationship Id="rId49" Type="http://schemas.openxmlformats.org/officeDocument/2006/relationships/tags" Target="../tags/tag80.xml"/><Relationship Id="rId114" Type="http://schemas.openxmlformats.org/officeDocument/2006/relationships/tags" Target="../tags/tag145.xml"/><Relationship Id="rId60" Type="http://schemas.openxmlformats.org/officeDocument/2006/relationships/tags" Target="../tags/tag91.xml"/><Relationship Id="rId81" Type="http://schemas.openxmlformats.org/officeDocument/2006/relationships/tags" Target="../tags/tag112.xml"/><Relationship Id="rId135" Type="http://schemas.openxmlformats.org/officeDocument/2006/relationships/tags" Target="../tags/tag166.xml"/><Relationship Id="rId156" Type="http://schemas.openxmlformats.org/officeDocument/2006/relationships/tags" Target="../tags/tag187.xml"/><Relationship Id="rId177" Type="http://schemas.openxmlformats.org/officeDocument/2006/relationships/tags" Target="../tags/tag208.xml"/><Relationship Id="rId18" Type="http://schemas.openxmlformats.org/officeDocument/2006/relationships/tags" Target="../tags/tag49.xml"/><Relationship Id="rId39" Type="http://schemas.openxmlformats.org/officeDocument/2006/relationships/tags" Target="../tags/tag70.xml"/><Relationship Id="rId50" Type="http://schemas.openxmlformats.org/officeDocument/2006/relationships/tags" Target="../tags/tag81.xml"/><Relationship Id="rId104" Type="http://schemas.openxmlformats.org/officeDocument/2006/relationships/tags" Target="../tags/tag135.xml"/><Relationship Id="rId125" Type="http://schemas.openxmlformats.org/officeDocument/2006/relationships/tags" Target="../tags/tag156.xml"/><Relationship Id="rId146" Type="http://schemas.openxmlformats.org/officeDocument/2006/relationships/tags" Target="../tags/tag177.xml"/><Relationship Id="rId167" Type="http://schemas.openxmlformats.org/officeDocument/2006/relationships/tags" Target="../tags/tag198.xml"/><Relationship Id="rId188" Type="http://schemas.openxmlformats.org/officeDocument/2006/relationships/tags" Target="../tags/tag219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tags" Target="../tags/tag343.xml"/><Relationship Id="rId21" Type="http://schemas.openxmlformats.org/officeDocument/2006/relationships/tags" Target="../tags/tag247.xml"/><Relationship Id="rId42" Type="http://schemas.openxmlformats.org/officeDocument/2006/relationships/tags" Target="../tags/tag268.xml"/><Relationship Id="rId63" Type="http://schemas.openxmlformats.org/officeDocument/2006/relationships/tags" Target="../tags/tag289.xml"/><Relationship Id="rId84" Type="http://schemas.openxmlformats.org/officeDocument/2006/relationships/tags" Target="../tags/tag310.xml"/><Relationship Id="rId138" Type="http://schemas.openxmlformats.org/officeDocument/2006/relationships/tags" Target="../tags/tag364.xml"/><Relationship Id="rId159" Type="http://schemas.openxmlformats.org/officeDocument/2006/relationships/tags" Target="../tags/tag385.xml"/><Relationship Id="rId170" Type="http://schemas.openxmlformats.org/officeDocument/2006/relationships/tags" Target="../tags/tag396.xml"/><Relationship Id="rId107" Type="http://schemas.openxmlformats.org/officeDocument/2006/relationships/tags" Target="../tags/tag333.xml"/><Relationship Id="rId11" Type="http://schemas.openxmlformats.org/officeDocument/2006/relationships/tags" Target="../tags/tag237.xml"/><Relationship Id="rId32" Type="http://schemas.openxmlformats.org/officeDocument/2006/relationships/tags" Target="../tags/tag258.xml"/><Relationship Id="rId53" Type="http://schemas.openxmlformats.org/officeDocument/2006/relationships/tags" Target="../tags/tag279.xml"/><Relationship Id="rId74" Type="http://schemas.openxmlformats.org/officeDocument/2006/relationships/tags" Target="../tags/tag300.xml"/><Relationship Id="rId128" Type="http://schemas.openxmlformats.org/officeDocument/2006/relationships/tags" Target="../tags/tag354.xml"/><Relationship Id="rId149" Type="http://schemas.openxmlformats.org/officeDocument/2006/relationships/tags" Target="../tags/tag375.xml"/><Relationship Id="rId5" Type="http://schemas.openxmlformats.org/officeDocument/2006/relationships/tags" Target="../tags/tag231.xml"/><Relationship Id="rId95" Type="http://schemas.openxmlformats.org/officeDocument/2006/relationships/tags" Target="../tags/tag321.xml"/><Relationship Id="rId160" Type="http://schemas.openxmlformats.org/officeDocument/2006/relationships/tags" Target="../tags/tag386.xml"/><Relationship Id="rId181" Type="http://schemas.openxmlformats.org/officeDocument/2006/relationships/tags" Target="../tags/tag407.xml"/><Relationship Id="rId22" Type="http://schemas.openxmlformats.org/officeDocument/2006/relationships/tags" Target="../tags/tag248.xml"/><Relationship Id="rId43" Type="http://schemas.openxmlformats.org/officeDocument/2006/relationships/tags" Target="../tags/tag269.xml"/><Relationship Id="rId64" Type="http://schemas.openxmlformats.org/officeDocument/2006/relationships/tags" Target="../tags/tag290.xml"/><Relationship Id="rId118" Type="http://schemas.openxmlformats.org/officeDocument/2006/relationships/tags" Target="../tags/tag344.xml"/><Relationship Id="rId139" Type="http://schemas.openxmlformats.org/officeDocument/2006/relationships/tags" Target="../tags/tag365.xml"/><Relationship Id="rId85" Type="http://schemas.openxmlformats.org/officeDocument/2006/relationships/tags" Target="../tags/tag311.xml"/><Relationship Id="rId150" Type="http://schemas.openxmlformats.org/officeDocument/2006/relationships/tags" Target="../tags/tag376.xml"/><Relationship Id="rId171" Type="http://schemas.openxmlformats.org/officeDocument/2006/relationships/tags" Target="../tags/tag397.xml"/><Relationship Id="rId12" Type="http://schemas.openxmlformats.org/officeDocument/2006/relationships/tags" Target="../tags/tag238.xml"/><Relationship Id="rId33" Type="http://schemas.openxmlformats.org/officeDocument/2006/relationships/tags" Target="../tags/tag259.xml"/><Relationship Id="rId108" Type="http://schemas.openxmlformats.org/officeDocument/2006/relationships/tags" Target="../tags/tag334.xml"/><Relationship Id="rId129" Type="http://schemas.openxmlformats.org/officeDocument/2006/relationships/tags" Target="../tags/tag355.xml"/><Relationship Id="rId54" Type="http://schemas.openxmlformats.org/officeDocument/2006/relationships/tags" Target="../tags/tag280.xml"/><Relationship Id="rId75" Type="http://schemas.openxmlformats.org/officeDocument/2006/relationships/tags" Target="../tags/tag301.xml"/><Relationship Id="rId96" Type="http://schemas.openxmlformats.org/officeDocument/2006/relationships/tags" Target="../tags/tag322.xml"/><Relationship Id="rId140" Type="http://schemas.openxmlformats.org/officeDocument/2006/relationships/tags" Target="../tags/tag366.xml"/><Relationship Id="rId161" Type="http://schemas.openxmlformats.org/officeDocument/2006/relationships/tags" Target="../tags/tag387.xml"/><Relationship Id="rId182" Type="http://schemas.openxmlformats.org/officeDocument/2006/relationships/tags" Target="../tags/tag408.xml"/><Relationship Id="rId6" Type="http://schemas.openxmlformats.org/officeDocument/2006/relationships/tags" Target="../tags/tag232.xml"/><Relationship Id="rId23" Type="http://schemas.openxmlformats.org/officeDocument/2006/relationships/tags" Target="../tags/tag249.xml"/><Relationship Id="rId119" Type="http://schemas.openxmlformats.org/officeDocument/2006/relationships/tags" Target="../tags/tag345.xml"/><Relationship Id="rId44" Type="http://schemas.openxmlformats.org/officeDocument/2006/relationships/tags" Target="../tags/tag270.xml"/><Relationship Id="rId60" Type="http://schemas.openxmlformats.org/officeDocument/2006/relationships/tags" Target="../tags/tag286.xml"/><Relationship Id="rId65" Type="http://schemas.openxmlformats.org/officeDocument/2006/relationships/tags" Target="../tags/tag291.xml"/><Relationship Id="rId81" Type="http://schemas.openxmlformats.org/officeDocument/2006/relationships/tags" Target="../tags/tag307.xml"/><Relationship Id="rId86" Type="http://schemas.openxmlformats.org/officeDocument/2006/relationships/tags" Target="../tags/tag312.xml"/><Relationship Id="rId130" Type="http://schemas.openxmlformats.org/officeDocument/2006/relationships/tags" Target="../tags/tag356.xml"/><Relationship Id="rId135" Type="http://schemas.openxmlformats.org/officeDocument/2006/relationships/tags" Target="../tags/tag361.xml"/><Relationship Id="rId151" Type="http://schemas.openxmlformats.org/officeDocument/2006/relationships/tags" Target="../tags/tag377.xml"/><Relationship Id="rId156" Type="http://schemas.openxmlformats.org/officeDocument/2006/relationships/tags" Target="../tags/tag382.xml"/><Relationship Id="rId177" Type="http://schemas.openxmlformats.org/officeDocument/2006/relationships/tags" Target="../tags/tag403.xml"/><Relationship Id="rId172" Type="http://schemas.openxmlformats.org/officeDocument/2006/relationships/tags" Target="../tags/tag398.xml"/><Relationship Id="rId13" Type="http://schemas.openxmlformats.org/officeDocument/2006/relationships/tags" Target="../tags/tag239.xml"/><Relationship Id="rId18" Type="http://schemas.openxmlformats.org/officeDocument/2006/relationships/tags" Target="../tags/tag244.xml"/><Relationship Id="rId39" Type="http://schemas.openxmlformats.org/officeDocument/2006/relationships/tags" Target="../tags/tag265.xml"/><Relationship Id="rId109" Type="http://schemas.openxmlformats.org/officeDocument/2006/relationships/tags" Target="../tags/tag335.xml"/><Relationship Id="rId34" Type="http://schemas.openxmlformats.org/officeDocument/2006/relationships/tags" Target="../tags/tag260.xml"/><Relationship Id="rId50" Type="http://schemas.openxmlformats.org/officeDocument/2006/relationships/tags" Target="../tags/tag276.xml"/><Relationship Id="rId55" Type="http://schemas.openxmlformats.org/officeDocument/2006/relationships/tags" Target="../tags/tag281.xml"/><Relationship Id="rId76" Type="http://schemas.openxmlformats.org/officeDocument/2006/relationships/tags" Target="../tags/tag302.xml"/><Relationship Id="rId97" Type="http://schemas.openxmlformats.org/officeDocument/2006/relationships/tags" Target="../tags/tag323.xml"/><Relationship Id="rId104" Type="http://schemas.openxmlformats.org/officeDocument/2006/relationships/tags" Target="../tags/tag330.xml"/><Relationship Id="rId120" Type="http://schemas.openxmlformats.org/officeDocument/2006/relationships/tags" Target="../tags/tag346.xml"/><Relationship Id="rId125" Type="http://schemas.openxmlformats.org/officeDocument/2006/relationships/tags" Target="../tags/tag351.xml"/><Relationship Id="rId141" Type="http://schemas.openxmlformats.org/officeDocument/2006/relationships/tags" Target="../tags/tag367.xml"/><Relationship Id="rId146" Type="http://schemas.openxmlformats.org/officeDocument/2006/relationships/tags" Target="../tags/tag372.xml"/><Relationship Id="rId167" Type="http://schemas.openxmlformats.org/officeDocument/2006/relationships/tags" Target="../tags/tag393.xml"/><Relationship Id="rId7" Type="http://schemas.openxmlformats.org/officeDocument/2006/relationships/tags" Target="../tags/tag233.xml"/><Relationship Id="rId71" Type="http://schemas.openxmlformats.org/officeDocument/2006/relationships/tags" Target="../tags/tag297.xml"/><Relationship Id="rId92" Type="http://schemas.openxmlformats.org/officeDocument/2006/relationships/tags" Target="../tags/tag318.xml"/><Relationship Id="rId162" Type="http://schemas.openxmlformats.org/officeDocument/2006/relationships/tags" Target="../tags/tag388.xml"/><Relationship Id="rId183" Type="http://schemas.openxmlformats.org/officeDocument/2006/relationships/slideLayout" Target="../slideLayouts/slideLayout2.xml"/><Relationship Id="rId2" Type="http://schemas.openxmlformats.org/officeDocument/2006/relationships/tags" Target="../tags/tag228.xml"/><Relationship Id="rId29" Type="http://schemas.openxmlformats.org/officeDocument/2006/relationships/tags" Target="../tags/tag255.xml"/><Relationship Id="rId24" Type="http://schemas.openxmlformats.org/officeDocument/2006/relationships/tags" Target="../tags/tag250.xml"/><Relationship Id="rId40" Type="http://schemas.openxmlformats.org/officeDocument/2006/relationships/tags" Target="../tags/tag266.xml"/><Relationship Id="rId45" Type="http://schemas.openxmlformats.org/officeDocument/2006/relationships/tags" Target="../tags/tag271.xml"/><Relationship Id="rId66" Type="http://schemas.openxmlformats.org/officeDocument/2006/relationships/tags" Target="../tags/tag292.xml"/><Relationship Id="rId87" Type="http://schemas.openxmlformats.org/officeDocument/2006/relationships/tags" Target="../tags/tag313.xml"/><Relationship Id="rId110" Type="http://schemas.openxmlformats.org/officeDocument/2006/relationships/tags" Target="../tags/tag336.xml"/><Relationship Id="rId115" Type="http://schemas.openxmlformats.org/officeDocument/2006/relationships/tags" Target="../tags/tag341.xml"/><Relationship Id="rId131" Type="http://schemas.openxmlformats.org/officeDocument/2006/relationships/tags" Target="../tags/tag357.xml"/><Relationship Id="rId136" Type="http://schemas.openxmlformats.org/officeDocument/2006/relationships/tags" Target="../tags/tag362.xml"/><Relationship Id="rId157" Type="http://schemas.openxmlformats.org/officeDocument/2006/relationships/tags" Target="../tags/tag383.xml"/><Relationship Id="rId178" Type="http://schemas.openxmlformats.org/officeDocument/2006/relationships/tags" Target="../tags/tag404.xml"/><Relationship Id="rId61" Type="http://schemas.openxmlformats.org/officeDocument/2006/relationships/tags" Target="../tags/tag287.xml"/><Relationship Id="rId82" Type="http://schemas.openxmlformats.org/officeDocument/2006/relationships/tags" Target="../tags/tag308.xml"/><Relationship Id="rId152" Type="http://schemas.openxmlformats.org/officeDocument/2006/relationships/tags" Target="../tags/tag378.xml"/><Relationship Id="rId173" Type="http://schemas.openxmlformats.org/officeDocument/2006/relationships/tags" Target="../tags/tag399.xml"/><Relationship Id="rId19" Type="http://schemas.openxmlformats.org/officeDocument/2006/relationships/tags" Target="../tags/tag245.xml"/><Relationship Id="rId14" Type="http://schemas.openxmlformats.org/officeDocument/2006/relationships/tags" Target="../tags/tag240.xml"/><Relationship Id="rId30" Type="http://schemas.openxmlformats.org/officeDocument/2006/relationships/tags" Target="../tags/tag256.xml"/><Relationship Id="rId35" Type="http://schemas.openxmlformats.org/officeDocument/2006/relationships/tags" Target="../tags/tag261.xml"/><Relationship Id="rId56" Type="http://schemas.openxmlformats.org/officeDocument/2006/relationships/tags" Target="../tags/tag282.xml"/><Relationship Id="rId77" Type="http://schemas.openxmlformats.org/officeDocument/2006/relationships/tags" Target="../tags/tag303.xml"/><Relationship Id="rId100" Type="http://schemas.openxmlformats.org/officeDocument/2006/relationships/tags" Target="../tags/tag326.xml"/><Relationship Id="rId105" Type="http://schemas.openxmlformats.org/officeDocument/2006/relationships/tags" Target="../tags/tag331.xml"/><Relationship Id="rId126" Type="http://schemas.openxmlformats.org/officeDocument/2006/relationships/tags" Target="../tags/tag352.xml"/><Relationship Id="rId147" Type="http://schemas.openxmlformats.org/officeDocument/2006/relationships/tags" Target="../tags/tag373.xml"/><Relationship Id="rId168" Type="http://schemas.openxmlformats.org/officeDocument/2006/relationships/tags" Target="../tags/tag394.xml"/><Relationship Id="rId8" Type="http://schemas.openxmlformats.org/officeDocument/2006/relationships/tags" Target="../tags/tag234.xml"/><Relationship Id="rId51" Type="http://schemas.openxmlformats.org/officeDocument/2006/relationships/tags" Target="../tags/tag277.xml"/><Relationship Id="rId72" Type="http://schemas.openxmlformats.org/officeDocument/2006/relationships/tags" Target="../tags/tag298.xml"/><Relationship Id="rId93" Type="http://schemas.openxmlformats.org/officeDocument/2006/relationships/tags" Target="../tags/tag319.xml"/><Relationship Id="rId98" Type="http://schemas.openxmlformats.org/officeDocument/2006/relationships/tags" Target="../tags/tag324.xml"/><Relationship Id="rId121" Type="http://schemas.openxmlformats.org/officeDocument/2006/relationships/tags" Target="../tags/tag347.xml"/><Relationship Id="rId142" Type="http://schemas.openxmlformats.org/officeDocument/2006/relationships/tags" Target="../tags/tag368.xml"/><Relationship Id="rId163" Type="http://schemas.openxmlformats.org/officeDocument/2006/relationships/tags" Target="../tags/tag389.xml"/><Relationship Id="rId184" Type="http://schemas.openxmlformats.org/officeDocument/2006/relationships/image" Target="../media/image4.png"/><Relationship Id="rId3" Type="http://schemas.openxmlformats.org/officeDocument/2006/relationships/tags" Target="../tags/tag229.xml"/><Relationship Id="rId25" Type="http://schemas.openxmlformats.org/officeDocument/2006/relationships/tags" Target="../tags/tag251.xml"/><Relationship Id="rId46" Type="http://schemas.openxmlformats.org/officeDocument/2006/relationships/tags" Target="../tags/tag272.xml"/><Relationship Id="rId67" Type="http://schemas.openxmlformats.org/officeDocument/2006/relationships/tags" Target="../tags/tag293.xml"/><Relationship Id="rId116" Type="http://schemas.openxmlformats.org/officeDocument/2006/relationships/tags" Target="../tags/tag342.xml"/><Relationship Id="rId137" Type="http://schemas.openxmlformats.org/officeDocument/2006/relationships/tags" Target="../tags/tag363.xml"/><Relationship Id="rId158" Type="http://schemas.openxmlformats.org/officeDocument/2006/relationships/tags" Target="../tags/tag384.xml"/><Relationship Id="rId20" Type="http://schemas.openxmlformats.org/officeDocument/2006/relationships/tags" Target="../tags/tag246.xml"/><Relationship Id="rId41" Type="http://schemas.openxmlformats.org/officeDocument/2006/relationships/tags" Target="../tags/tag267.xml"/><Relationship Id="rId62" Type="http://schemas.openxmlformats.org/officeDocument/2006/relationships/tags" Target="../tags/tag288.xml"/><Relationship Id="rId83" Type="http://schemas.openxmlformats.org/officeDocument/2006/relationships/tags" Target="../tags/tag309.xml"/><Relationship Id="rId88" Type="http://schemas.openxmlformats.org/officeDocument/2006/relationships/tags" Target="../tags/tag314.xml"/><Relationship Id="rId111" Type="http://schemas.openxmlformats.org/officeDocument/2006/relationships/tags" Target="../tags/tag337.xml"/><Relationship Id="rId132" Type="http://schemas.openxmlformats.org/officeDocument/2006/relationships/tags" Target="../tags/tag358.xml"/><Relationship Id="rId153" Type="http://schemas.openxmlformats.org/officeDocument/2006/relationships/tags" Target="../tags/tag379.xml"/><Relationship Id="rId174" Type="http://schemas.openxmlformats.org/officeDocument/2006/relationships/tags" Target="../tags/tag400.xml"/><Relationship Id="rId179" Type="http://schemas.openxmlformats.org/officeDocument/2006/relationships/tags" Target="../tags/tag405.xml"/><Relationship Id="rId15" Type="http://schemas.openxmlformats.org/officeDocument/2006/relationships/tags" Target="../tags/tag241.xml"/><Relationship Id="rId36" Type="http://schemas.openxmlformats.org/officeDocument/2006/relationships/tags" Target="../tags/tag262.xml"/><Relationship Id="rId57" Type="http://schemas.openxmlformats.org/officeDocument/2006/relationships/tags" Target="../tags/tag283.xml"/><Relationship Id="rId106" Type="http://schemas.openxmlformats.org/officeDocument/2006/relationships/tags" Target="../tags/tag332.xml"/><Relationship Id="rId127" Type="http://schemas.openxmlformats.org/officeDocument/2006/relationships/tags" Target="../tags/tag353.xml"/><Relationship Id="rId10" Type="http://schemas.openxmlformats.org/officeDocument/2006/relationships/tags" Target="../tags/tag236.xml"/><Relationship Id="rId31" Type="http://schemas.openxmlformats.org/officeDocument/2006/relationships/tags" Target="../tags/tag257.xml"/><Relationship Id="rId52" Type="http://schemas.openxmlformats.org/officeDocument/2006/relationships/tags" Target="../tags/tag278.xml"/><Relationship Id="rId73" Type="http://schemas.openxmlformats.org/officeDocument/2006/relationships/tags" Target="../tags/tag299.xml"/><Relationship Id="rId78" Type="http://schemas.openxmlformats.org/officeDocument/2006/relationships/tags" Target="../tags/tag304.xml"/><Relationship Id="rId94" Type="http://schemas.openxmlformats.org/officeDocument/2006/relationships/tags" Target="../tags/tag320.xml"/><Relationship Id="rId99" Type="http://schemas.openxmlformats.org/officeDocument/2006/relationships/tags" Target="../tags/tag325.xml"/><Relationship Id="rId101" Type="http://schemas.openxmlformats.org/officeDocument/2006/relationships/tags" Target="../tags/tag327.xml"/><Relationship Id="rId122" Type="http://schemas.openxmlformats.org/officeDocument/2006/relationships/tags" Target="../tags/tag348.xml"/><Relationship Id="rId143" Type="http://schemas.openxmlformats.org/officeDocument/2006/relationships/tags" Target="../tags/tag369.xml"/><Relationship Id="rId148" Type="http://schemas.openxmlformats.org/officeDocument/2006/relationships/tags" Target="../tags/tag374.xml"/><Relationship Id="rId164" Type="http://schemas.openxmlformats.org/officeDocument/2006/relationships/tags" Target="../tags/tag390.xml"/><Relationship Id="rId169" Type="http://schemas.openxmlformats.org/officeDocument/2006/relationships/tags" Target="../tags/tag395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80" Type="http://schemas.openxmlformats.org/officeDocument/2006/relationships/tags" Target="../tags/tag406.xml"/><Relationship Id="rId26" Type="http://schemas.openxmlformats.org/officeDocument/2006/relationships/tags" Target="../tags/tag252.xml"/><Relationship Id="rId47" Type="http://schemas.openxmlformats.org/officeDocument/2006/relationships/tags" Target="../tags/tag273.xml"/><Relationship Id="rId68" Type="http://schemas.openxmlformats.org/officeDocument/2006/relationships/tags" Target="../tags/tag294.xml"/><Relationship Id="rId89" Type="http://schemas.openxmlformats.org/officeDocument/2006/relationships/tags" Target="../tags/tag315.xml"/><Relationship Id="rId112" Type="http://schemas.openxmlformats.org/officeDocument/2006/relationships/tags" Target="../tags/tag338.xml"/><Relationship Id="rId133" Type="http://schemas.openxmlformats.org/officeDocument/2006/relationships/tags" Target="../tags/tag359.xml"/><Relationship Id="rId154" Type="http://schemas.openxmlformats.org/officeDocument/2006/relationships/tags" Target="../tags/tag380.xml"/><Relationship Id="rId175" Type="http://schemas.openxmlformats.org/officeDocument/2006/relationships/tags" Target="../tags/tag401.xml"/><Relationship Id="rId16" Type="http://schemas.openxmlformats.org/officeDocument/2006/relationships/tags" Target="../tags/tag242.xml"/><Relationship Id="rId37" Type="http://schemas.openxmlformats.org/officeDocument/2006/relationships/tags" Target="../tags/tag263.xml"/><Relationship Id="rId58" Type="http://schemas.openxmlformats.org/officeDocument/2006/relationships/tags" Target="../tags/tag284.xml"/><Relationship Id="rId79" Type="http://schemas.openxmlformats.org/officeDocument/2006/relationships/tags" Target="../tags/tag305.xml"/><Relationship Id="rId102" Type="http://schemas.openxmlformats.org/officeDocument/2006/relationships/tags" Target="../tags/tag328.xml"/><Relationship Id="rId123" Type="http://schemas.openxmlformats.org/officeDocument/2006/relationships/tags" Target="../tags/tag349.xml"/><Relationship Id="rId144" Type="http://schemas.openxmlformats.org/officeDocument/2006/relationships/tags" Target="../tags/tag370.xml"/><Relationship Id="rId90" Type="http://schemas.openxmlformats.org/officeDocument/2006/relationships/tags" Target="../tags/tag316.xml"/><Relationship Id="rId165" Type="http://schemas.openxmlformats.org/officeDocument/2006/relationships/tags" Target="../tags/tag391.xml"/><Relationship Id="rId27" Type="http://schemas.openxmlformats.org/officeDocument/2006/relationships/tags" Target="../tags/tag253.xml"/><Relationship Id="rId48" Type="http://schemas.openxmlformats.org/officeDocument/2006/relationships/tags" Target="../tags/tag274.xml"/><Relationship Id="rId69" Type="http://schemas.openxmlformats.org/officeDocument/2006/relationships/tags" Target="../tags/tag295.xml"/><Relationship Id="rId113" Type="http://schemas.openxmlformats.org/officeDocument/2006/relationships/tags" Target="../tags/tag339.xml"/><Relationship Id="rId134" Type="http://schemas.openxmlformats.org/officeDocument/2006/relationships/tags" Target="../tags/tag360.xml"/><Relationship Id="rId80" Type="http://schemas.openxmlformats.org/officeDocument/2006/relationships/tags" Target="../tags/tag306.xml"/><Relationship Id="rId155" Type="http://schemas.openxmlformats.org/officeDocument/2006/relationships/tags" Target="../tags/tag381.xml"/><Relationship Id="rId176" Type="http://schemas.openxmlformats.org/officeDocument/2006/relationships/tags" Target="../tags/tag402.xml"/><Relationship Id="rId17" Type="http://schemas.openxmlformats.org/officeDocument/2006/relationships/tags" Target="../tags/tag243.xml"/><Relationship Id="rId38" Type="http://schemas.openxmlformats.org/officeDocument/2006/relationships/tags" Target="../tags/tag264.xml"/><Relationship Id="rId59" Type="http://schemas.openxmlformats.org/officeDocument/2006/relationships/tags" Target="../tags/tag285.xml"/><Relationship Id="rId103" Type="http://schemas.openxmlformats.org/officeDocument/2006/relationships/tags" Target="../tags/tag329.xml"/><Relationship Id="rId124" Type="http://schemas.openxmlformats.org/officeDocument/2006/relationships/tags" Target="../tags/tag350.xml"/><Relationship Id="rId70" Type="http://schemas.openxmlformats.org/officeDocument/2006/relationships/tags" Target="../tags/tag296.xml"/><Relationship Id="rId91" Type="http://schemas.openxmlformats.org/officeDocument/2006/relationships/tags" Target="../tags/tag317.xml"/><Relationship Id="rId145" Type="http://schemas.openxmlformats.org/officeDocument/2006/relationships/tags" Target="../tags/tag371.xml"/><Relationship Id="rId166" Type="http://schemas.openxmlformats.org/officeDocument/2006/relationships/tags" Target="../tags/tag392.xml"/><Relationship Id="rId1" Type="http://schemas.openxmlformats.org/officeDocument/2006/relationships/tags" Target="../tags/tag227.xml"/><Relationship Id="rId28" Type="http://schemas.openxmlformats.org/officeDocument/2006/relationships/tags" Target="../tags/tag254.xml"/><Relationship Id="rId49" Type="http://schemas.openxmlformats.org/officeDocument/2006/relationships/tags" Target="../tags/tag275.xml"/><Relationship Id="rId114" Type="http://schemas.openxmlformats.org/officeDocument/2006/relationships/tags" Target="../tags/tag3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16.xml"/><Relationship Id="rId13" Type="http://schemas.openxmlformats.org/officeDocument/2006/relationships/tags" Target="../tags/tag421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11.xml"/><Relationship Id="rId21" Type="http://schemas.openxmlformats.org/officeDocument/2006/relationships/image" Target="../media/image9.png"/><Relationship Id="rId7" Type="http://schemas.openxmlformats.org/officeDocument/2006/relationships/tags" Target="../tags/tag415.xml"/><Relationship Id="rId12" Type="http://schemas.openxmlformats.org/officeDocument/2006/relationships/tags" Target="../tags/tag420.xml"/><Relationship Id="rId17" Type="http://schemas.openxmlformats.org/officeDocument/2006/relationships/tags" Target="../tags/tag425.xml"/><Relationship Id="rId2" Type="http://schemas.openxmlformats.org/officeDocument/2006/relationships/tags" Target="../tags/tag410.xml"/><Relationship Id="rId16" Type="http://schemas.openxmlformats.org/officeDocument/2006/relationships/tags" Target="../tags/tag424.xml"/><Relationship Id="rId20" Type="http://schemas.openxmlformats.org/officeDocument/2006/relationships/image" Target="../media/image8.png"/><Relationship Id="rId1" Type="http://schemas.openxmlformats.org/officeDocument/2006/relationships/tags" Target="../tags/tag409.xml"/><Relationship Id="rId6" Type="http://schemas.openxmlformats.org/officeDocument/2006/relationships/tags" Target="../tags/tag414.xml"/><Relationship Id="rId11" Type="http://schemas.openxmlformats.org/officeDocument/2006/relationships/tags" Target="../tags/tag419.xml"/><Relationship Id="rId5" Type="http://schemas.openxmlformats.org/officeDocument/2006/relationships/tags" Target="../tags/tag413.xml"/><Relationship Id="rId15" Type="http://schemas.openxmlformats.org/officeDocument/2006/relationships/tags" Target="../tags/tag423.xml"/><Relationship Id="rId10" Type="http://schemas.openxmlformats.org/officeDocument/2006/relationships/tags" Target="../tags/tag418.xml"/><Relationship Id="rId19" Type="http://schemas.openxmlformats.org/officeDocument/2006/relationships/image" Target="../media/image7.png"/><Relationship Id="rId4" Type="http://schemas.openxmlformats.org/officeDocument/2006/relationships/tags" Target="../tags/tag412.xml"/><Relationship Id="rId9" Type="http://schemas.openxmlformats.org/officeDocument/2006/relationships/tags" Target="../tags/tag417.xml"/><Relationship Id="rId14" Type="http://schemas.openxmlformats.org/officeDocument/2006/relationships/tags" Target="../tags/tag4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79284-325F-9FAF-0D21-F658D17583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Lecture-6(4):  Curve Fitting– Direct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80CD5-95DD-1103-D3FA-AC1F7A87DF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7782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996" y="762001"/>
            <a:ext cx="10213424" cy="5437946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+mj-lt"/>
              </a:rPr>
              <a:t>to derive a polynomial curve that passes through all data points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Basics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223D9E-CF32-D77C-4C5C-A2EC36495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564" y="1534055"/>
            <a:ext cx="10866436" cy="48967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1C291E-9730-9E5D-6EF1-ED5DB97A8D32}"/>
              </a:ext>
            </a:extLst>
          </p:cNvPr>
          <p:cNvSpPr txBox="1"/>
          <p:nvPr/>
        </p:nvSpPr>
        <p:spPr>
          <a:xfrm>
            <a:off x="2864561" y="5969114"/>
            <a:ext cx="2037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Linear Fit</a:t>
            </a:r>
            <a:endParaRPr lang="en-PK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3EC1A-86B8-2746-F39D-7F99FF5D864A}"/>
              </a:ext>
            </a:extLst>
          </p:cNvPr>
          <p:cNvSpPr txBox="1"/>
          <p:nvPr/>
        </p:nvSpPr>
        <p:spPr>
          <a:xfrm>
            <a:off x="5740108" y="5951891"/>
            <a:ext cx="2037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Quadratic Fit</a:t>
            </a:r>
            <a:endParaRPr lang="en-PK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7728FC-E55D-2043-F96D-BDA85C5A49AE}"/>
              </a:ext>
            </a:extLst>
          </p:cNvPr>
          <p:cNvSpPr txBox="1"/>
          <p:nvPr/>
        </p:nvSpPr>
        <p:spPr>
          <a:xfrm>
            <a:off x="8711333" y="5951892"/>
            <a:ext cx="2458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Cubic Fit</a:t>
            </a:r>
            <a:endParaRPr lang="en-PK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236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35CD71-3A44-55D8-172D-97C4A04B6E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99016" y="1432560"/>
                <a:ext cx="9854784" cy="4998219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sz="2400" dirty="0">
                    <a:latin typeface="+mj-lt"/>
                  </a:rPr>
                  <a:t> The general form of such polynomial is:</a:t>
                </a:r>
              </a:p>
              <a:p>
                <a:pPr algn="l"/>
                <a:endParaRPr lang="en-US" sz="2400" dirty="0">
                  <a:latin typeface="+mj-lt"/>
                </a:endParaRPr>
              </a:p>
              <a:p>
                <a:pPr algn="l"/>
                <a:endParaRPr lang="en-US" sz="2400" dirty="0">
                  <a:latin typeface="+mj-lt"/>
                </a:endParaRPr>
              </a:p>
              <a:p>
                <a:pPr algn="l"/>
                <a:endParaRPr lang="en-US" sz="2400" dirty="0">
                  <a:latin typeface="+mj-lt"/>
                </a:endParaRPr>
              </a:p>
              <a:p>
                <a:pPr algn="l"/>
                <a:r>
                  <a:rPr lang="en-US" sz="2400" dirty="0">
                    <a:latin typeface="+mj-lt"/>
                  </a:rPr>
                  <a:t>The fitting polynomial is unique.</a:t>
                </a:r>
              </a:p>
              <a:p>
                <a:pPr algn="l"/>
                <a:r>
                  <a:rPr lang="en-US" sz="2400" dirty="0">
                    <a:latin typeface="+mj-lt"/>
                  </a:rPr>
                  <a:t>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>
                    <a:latin typeface="+mj-lt"/>
                  </a:rPr>
                  <a:t> order polynomial requires (n+1) data points.</a:t>
                </a:r>
                <a:endParaRPr lang="en-US" sz="3600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35CD71-3A44-55D8-172D-97C4A04B6E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99016" y="1432560"/>
                <a:ext cx="9854784" cy="4998219"/>
              </a:xfrm>
              <a:blipFill>
                <a:blip r:embed="rId33"/>
                <a:stretch>
                  <a:fillRect l="-866" t="-15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General Form of nth order Polynomial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8BF12E4-D6F7-30F5-9FD7-99FCFF44DF62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314786" y="1874520"/>
            <a:ext cx="6223243" cy="906119"/>
            <a:chOff x="7742032" y="5194445"/>
            <a:chExt cx="6223243" cy="97515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8F68588-B4C6-A8D9-3C5A-64657492117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7742032" y="5496889"/>
              <a:ext cx="177032" cy="322387"/>
            </a:xfrm>
            <a:custGeom>
              <a:avLst/>
              <a:gdLst>
                <a:gd name="connsiteX0" fmla="*/ 111545 w 177032"/>
                <a:gd name="connsiteY0" fmla="*/ 108143 h 322387"/>
                <a:gd name="connsiteX1" fmla="*/ 142055 w 177032"/>
                <a:gd name="connsiteY1" fmla="*/ 108143 h 322387"/>
                <a:gd name="connsiteX2" fmla="*/ 152699 w 177032"/>
                <a:gd name="connsiteY2" fmla="*/ 101058 h 322387"/>
                <a:gd name="connsiteX3" fmla="*/ 143120 w 177032"/>
                <a:gd name="connsiteY3" fmla="*/ 97161 h 322387"/>
                <a:gd name="connsiteX4" fmla="*/ 113673 w 177032"/>
                <a:gd name="connsiteY4" fmla="*/ 97161 h 322387"/>
                <a:gd name="connsiteX5" fmla="*/ 121124 w 177032"/>
                <a:gd name="connsiteY5" fmla="*/ 56774 h 322387"/>
                <a:gd name="connsiteX6" fmla="*/ 129638 w 177032"/>
                <a:gd name="connsiteY6" fmla="*/ 19929 h 322387"/>
                <a:gd name="connsiteX7" fmla="*/ 146313 w 177032"/>
                <a:gd name="connsiteY7" fmla="*/ 7884 h 322387"/>
                <a:gd name="connsiteX8" fmla="*/ 163697 w 177032"/>
                <a:gd name="connsiteY8" fmla="*/ 14261 h 322387"/>
                <a:gd name="connsiteX9" fmla="*/ 144539 w 177032"/>
                <a:gd name="connsiteY9" fmla="*/ 33392 h 322387"/>
                <a:gd name="connsiteX10" fmla="*/ 157666 w 177032"/>
                <a:gd name="connsiteY10" fmla="*/ 45791 h 322387"/>
                <a:gd name="connsiteX11" fmla="*/ 177178 w 177032"/>
                <a:gd name="connsiteY11" fmla="*/ 24535 h 322387"/>
                <a:gd name="connsiteX12" fmla="*/ 146313 w 177032"/>
                <a:gd name="connsiteY12" fmla="*/ 90 h 322387"/>
                <a:gd name="connsiteX13" fmla="*/ 101256 w 177032"/>
                <a:gd name="connsiteY13" fmla="*/ 41540 h 322387"/>
                <a:gd name="connsiteX14" fmla="*/ 89549 w 177032"/>
                <a:gd name="connsiteY14" fmla="*/ 97161 h 322387"/>
                <a:gd name="connsiteX15" fmla="*/ 65069 w 177032"/>
                <a:gd name="connsiteY15" fmla="*/ 97161 h 322387"/>
                <a:gd name="connsiteX16" fmla="*/ 54426 w 177032"/>
                <a:gd name="connsiteY16" fmla="*/ 103892 h 322387"/>
                <a:gd name="connsiteX17" fmla="*/ 64360 w 177032"/>
                <a:gd name="connsiteY17" fmla="*/ 108143 h 322387"/>
                <a:gd name="connsiteX18" fmla="*/ 87775 w 177032"/>
                <a:gd name="connsiteY18" fmla="*/ 108143 h 322387"/>
                <a:gd name="connsiteX19" fmla="*/ 61167 w 177032"/>
                <a:gd name="connsiteY19" fmla="*/ 248080 h 322387"/>
                <a:gd name="connsiteX20" fmla="*/ 30301 w 177032"/>
                <a:gd name="connsiteY20" fmla="*/ 314683 h 322387"/>
                <a:gd name="connsiteX21" fmla="*/ 13272 w 177032"/>
                <a:gd name="connsiteY21" fmla="*/ 308306 h 322387"/>
                <a:gd name="connsiteX22" fmla="*/ 32785 w 177032"/>
                <a:gd name="connsiteY22" fmla="*/ 289176 h 322387"/>
                <a:gd name="connsiteX23" fmla="*/ 19658 w 177032"/>
                <a:gd name="connsiteY23" fmla="*/ 276776 h 322387"/>
                <a:gd name="connsiteX24" fmla="*/ 146 w 177032"/>
                <a:gd name="connsiteY24" fmla="*/ 298032 h 322387"/>
                <a:gd name="connsiteX25" fmla="*/ 30301 w 177032"/>
                <a:gd name="connsiteY25" fmla="*/ 322477 h 322387"/>
                <a:gd name="connsiteX26" fmla="*/ 70391 w 177032"/>
                <a:gd name="connsiteY26" fmla="*/ 288113 h 322387"/>
                <a:gd name="connsiteX27" fmla="*/ 90258 w 177032"/>
                <a:gd name="connsiteY27" fmla="*/ 220447 h 322387"/>
                <a:gd name="connsiteX28" fmla="*/ 111545 w 177032"/>
                <a:gd name="connsiteY28" fmla="*/ 108143 h 32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032" h="322387">
                  <a:moveTo>
                    <a:pt x="111545" y="108143"/>
                  </a:moveTo>
                  <a:lnTo>
                    <a:pt x="142055" y="108143"/>
                  </a:lnTo>
                  <a:cubicBezTo>
                    <a:pt x="149151" y="108143"/>
                    <a:pt x="152699" y="108143"/>
                    <a:pt x="152699" y="101058"/>
                  </a:cubicBezTo>
                  <a:cubicBezTo>
                    <a:pt x="152699" y="97161"/>
                    <a:pt x="149151" y="97161"/>
                    <a:pt x="143120" y="97161"/>
                  </a:cubicBezTo>
                  <a:lnTo>
                    <a:pt x="113673" y="97161"/>
                  </a:lnTo>
                  <a:lnTo>
                    <a:pt x="121124" y="56774"/>
                  </a:lnTo>
                  <a:cubicBezTo>
                    <a:pt x="122543" y="49334"/>
                    <a:pt x="127510" y="24181"/>
                    <a:pt x="129638" y="19929"/>
                  </a:cubicBezTo>
                  <a:cubicBezTo>
                    <a:pt x="132831" y="13198"/>
                    <a:pt x="138862" y="7884"/>
                    <a:pt x="146313" y="7884"/>
                  </a:cubicBezTo>
                  <a:cubicBezTo>
                    <a:pt x="147732" y="7884"/>
                    <a:pt x="156956" y="7884"/>
                    <a:pt x="163697" y="14261"/>
                  </a:cubicBezTo>
                  <a:cubicBezTo>
                    <a:pt x="148087" y="15678"/>
                    <a:pt x="144539" y="28078"/>
                    <a:pt x="144539" y="33392"/>
                  </a:cubicBezTo>
                  <a:cubicBezTo>
                    <a:pt x="144539" y="41540"/>
                    <a:pt x="150925" y="45791"/>
                    <a:pt x="157666" y="45791"/>
                  </a:cubicBezTo>
                  <a:cubicBezTo>
                    <a:pt x="166890" y="45791"/>
                    <a:pt x="177178" y="37997"/>
                    <a:pt x="177178" y="24535"/>
                  </a:cubicBezTo>
                  <a:cubicBezTo>
                    <a:pt x="177178" y="8238"/>
                    <a:pt x="160859" y="90"/>
                    <a:pt x="146313" y="90"/>
                  </a:cubicBezTo>
                  <a:cubicBezTo>
                    <a:pt x="134250" y="90"/>
                    <a:pt x="111900" y="6467"/>
                    <a:pt x="101256" y="41540"/>
                  </a:cubicBezTo>
                  <a:cubicBezTo>
                    <a:pt x="99128" y="48980"/>
                    <a:pt x="98063" y="52522"/>
                    <a:pt x="89549" y="97161"/>
                  </a:cubicBezTo>
                  <a:lnTo>
                    <a:pt x="65069" y="97161"/>
                  </a:lnTo>
                  <a:cubicBezTo>
                    <a:pt x="58329" y="97161"/>
                    <a:pt x="54426" y="97161"/>
                    <a:pt x="54426" y="103892"/>
                  </a:cubicBezTo>
                  <a:cubicBezTo>
                    <a:pt x="54426" y="108143"/>
                    <a:pt x="57619" y="108143"/>
                    <a:pt x="64360" y="108143"/>
                  </a:cubicBezTo>
                  <a:lnTo>
                    <a:pt x="87775" y="108143"/>
                  </a:lnTo>
                  <a:lnTo>
                    <a:pt x="61167" y="248080"/>
                  </a:lnTo>
                  <a:cubicBezTo>
                    <a:pt x="54781" y="282445"/>
                    <a:pt x="48750" y="314683"/>
                    <a:pt x="30301" y="314683"/>
                  </a:cubicBezTo>
                  <a:cubicBezTo>
                    <a:pt x="28882" y="314683"/>
                    <a:pt x="20013" y="314683"/>
                    <a:pt x="13272" y="308306"/>
                  </a:cubicBezTo>
                  <a:cubicBezTo>
                    <a:pt x="29592" y="307244"/>
                    <a:pt x="32785" y="294490"/>
                    <a:pt x="32785" y="289176"/>
                  </a:cubicBezTo>
                  <a:cubicBezTo>
                    <a:pt x="32785" y="281027"/>
                    <a:pt x="26399" y="276776"/>
                    <a:pt x="19658" y="276776"/>
                  </a:cubicBezTo>
                  <a:cubicBezTo>
                    <a:pt x="10434" y="276776"/>
                    <a:pt x="146" y="284570"/>
                    <a:pt x="146" y="298032"/>
                  </a:cubicBezTo>
                  <a:cubicBezTo>
                    <a:pt x="146" y="313975"/>
                    <a:pt x="15756" y="322477"/>
                    <a:pt x="30301" y="322477"/>
                  </a:cubicBezTo>
                  <a:cubicBezTo>
                    <a:pt x="49814" y="322477"/>
                    <a:pt x="64005" y="301575"/>
                    <a:pt x="70391" y="288113"/>
                  </a:cubicBezTo>
                  <a:cubicBezTo>
                    <a:pt x="81744" y="265794"/>
                    <a:pt x="89904" y="222927"/>
                    <a:pt x="90258" y="220447"/>
                  </a:cubicBezTo>
                  <a:lnTo>
                    <a:pt x="111545" y="108143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C02C183-8D3B-69B0-8DA9-9245999E3B7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7970232" y="5480946"/>
              <a:ext cx="82307" cy="354271"/>
            </a:xfrm>
            <a:custGeom>
              <a:avLst/>
              <a:gdLst>
                <a:gd name="connsiteX0" fmla="*/ 82459 w 82307"/>
                <a:gd name="connsiteY0" fmla="*/ 350819 h 354271"/>
                <a:gd name="connsiteX1" fmla="*/ 76428 w 82307"/>
                <a:gd name="connsiteY1" fmla="*/ 343025 h 354271"/>
                <a:gd name="connsiteX2" fmla="*/ 20728 w 82307"/>
                <a:gd name="connsiteY2" fmla="*/ 177226 h 354271"/>
                <a:gd name="connsiteX3" fmla="*/ 77847 w 82307"/>
                <a:gd name="connsiteY3" fmla="*/ 9655 h 354271"/>
                <a:gd name="connsiteX4" fmla="*/ 82459 w 82307"/>
                <a:gd name="connsiteY4" fmla="*/ 3633 h 354271"/>
                <a:gd name="connsiteX5" fmla="*/ 78911 w 82307"/>
                <a:gd name="connsiteY5" fmla="*/ 90 h 354271"/>
                <a:gd name="connsiteX6" fmla="*/ 22502 w 82307"/>
                <a:gd name="connsiteY6" fmla="*/ 69173 h 354271"/>
                <a:gd name="connsiteX7" fmla="*/ 152 w 82307"/>
                <a:gd name="connsiteY7" fmla="*/ 177226 h 354271"/>
                <a:gd name="connsiteX8" fmla="*/ 23567 w 82307"/>
                <a:gd name="connsiteY8" fmla="*/ 287759 h 354271"/>
                <a:gd name="connsiteX9" fmla="*/ 78911 w 82307"/>
                <a:gd name="connsiteY9" fmla="*/ 354362 h 354271"/>
                <a:gd name="connsiteX10" fmla="*/ 82459 w 82307"/>
                <a:gd name="connsiteY10" fmla="*/ 350819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07" h="354271">
                  <a:moveTo>
                    <a:pt x="82459" y="350819"/>
                  </a:moveTo>
                  <a:cubicBezTo>
                    <a:pt x="82459" y="349756"/>
                    <a:pt x="82459" y="349048"/>
                    <a:pt x="76428" y="343025"/>
                  </a:cubicBezTo>
                  <a:cubicBezTo>
                    <a:pt x="32081" y="298387"/>
                    <a:pt x="20728" y="231429"/>
                    <a:pt x="20728" y="177226"/>
                  </a:cubicBezTo>
                  <a:cubicBezTo>
                    <a:pt x="20728" y="115583"/>
                    <a:pt x="34210" y="53939"/>
                    <a:pt x="77847" y="9655"/>
                  </a:cubicBezTo>
                  <a:cubicBezTo>
                    <a:pt x="82459" y="5404"/>
                    <a:pt x="82459" y="4696"/>
                    <a:pt x="82459" y="3633"/>
                  </a:cubicBezTo>
                  <a:cubicBezTo>
                    <a:pt x="82459" y="1153"/>
                    <a:pt x="81040" y="90"/>
                    <a:pt x="78911" y="90"/>
                  </a:cubicBezTo>
                  <a:cubicBezTo>
                    <a:pt x="75364" y="90"/>
                    <a:pt x="43434" y="24181"/>
                    <a:pt x="22502" y="69173"/>
                  </a:cubicBezTo>
                  <a:cubicBezTo>
                    <a:pt x="4409" y="108143"/>
                    <a:pt x="152" y="147467"/>
                    <a:pt x="152" y="177226"/>
                  </a:cubicBezTo>
                  <a:cubicBezTo>
                    <a:pt x="152" y="204859"/>
                    <a:pt x="4054" y="247726"/>
                    <a:pt x="23567" y="287759"/>
                  </a:cubicBezTo>
                  <a:cubicBezTo>
                    <a:pt x="44853" y="331334"/>
                    <a:pt x="75364" y="354362"/>
                    <a:pt x="78911" y="354362"/>
                  </a:cubicBezTo>
                  <a:cubicBezTo>
                    <a:pt x="81040" y="354362"/>
                    <a:pt x="82459" y="353299"/>
                    <a:pt x="82459" y="350819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BD6E128-99A2-5843-8ABB-37573755790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083366" y="5590062"/>
              <a:ext cx="176677" cy="160484"/>
            </a:xfrm>
            <a:custGeom>
              <a:avLst/>
              <a:gdLst>
                <a:gd name="connsiteX0" fmla="*/ 108362 w 176677"/>
                <a:gd name="connsiteY0" fmla="*/ 49688 h 160484"/>
                <a:gd name="connsiteX1" fmla="*/ 143484 w 176677"/>
                <a:gd name="connsiteY1" fmla="*/ 7884 h 160484"/>
                <a:gd name="connsiteX2" fmla="*/ 161223 w 176677"/>
                <a:gd name="connsiteY2" fmla="*/ 12490 h 160484"/>
                <a:gd name="connsiteX3" fmla="*/ 144194 w 176677"/>
                <a:gd name="connsiteY3" fmla="*/ 31620 h 160484"/>
                <a:gd name="connsiteX4" fmla="*/ 157675 w 176677"/>
                <a:gd name="connsiteY4" fmla="*/ 44020 h 160484"/>
                <a:gd name="connsiteX5" fmla="*/ 176833 w 176677"/>
                <a:gd name="connsiteY5" fmla="*/ 23472 h 160484"/>
                <a:gd name="connsiteX6" fmla="*/ 143839 w 176677"/>
                <a:gd name="connsiteY6" fmla="*/ 90 h 160484"/>
                <a:gd name="connsiteX7" fmla="*/ 106588 w 176677"/>
                <a:gd name="connsiteY7" fmla="*/ 27015 h 160484"/>
                <a:gd name="connsiteX8" fmla="*/ 68272 w 176677"/>
                <a:gd name="connsiteY8" fmla="*/ 90 h 160484"/>
                <a:gd name="connsiteX9" fmla="*/ 11153 w 176677"/>
                <a:gd name="connsiteY9" fmla="*/ 54648 h 160484"/>
                <a:gd name="connsiteX10" fmla="*/ 15411 w 176677"/>
                <a:gd name="connsiteY10" fmla="*/ 58191 h 160484"/>
                <a:gd name="connsiteX11" fmla="*/ 20023 w 176677"/>
                <a:gd name="connsiteY11" fmla="*/ 54294 h 160484"/>
                <a:gd name="connsiteX12" fmla="*/ 67563 w 176677"/>
                <a:gd name="connsiteY12" fmla="*/ 7884 h 160484"/>
                <a:gd name="connsiteX13" fmla="*/ 86720 w 176677"/>
                <a:gd name="connsiteY13" fmla="*/ 31620 h 160484"/>
                <a:gd name="connsiteX14" fmla="*/ 67563 w 176677"/>
                <a:gd name="connsiteY14" fmla="*/ 115937 h 160484"/>
                <a:gd name="connsiteX15" fmla="*/ 33859 w 176677"/>
                <a:gd name="connsiteY15" fmla="*/ 152781 h 160484"/>
                <a:gd name="connsiteX16" fmla="*/ 16120 w 176677"/>
                <a:gd name="connsiteY16" fmla="*/ 148176 h 160484"/>
                <a:gd name="connsiteX17" fmla="*/ 32795 w 176677"/>
                <a:gd name="connsiteY17" fmla="*/ 129045 h 160484"/>
                <a:gd name="connsiteX18" fmla="*/ 19668 w 176677"/>
                <a:gd name="connsiteY18" fmla="*/ 116646 h 160484"/>
                <a:gd name="connsiteX19" fmla="*/ 155 w 176677"/>
                <a:gd name="connsiteY19" fmla="*/ 137193 h 160484"/>
                <a:gd name="connsiteX20" fmla="*/ 33504 w 176677"/>
                <a:gd name="connsiteY20" fmla="*/ 160575 h 160484"/>
                <a:gd name="connsiteX21" fmla="*/ 70756 w 176677"/>
                <a:gd name="connsiteY21" fmla="*/ 133651 h 160484"/>
                <a:gd name="connsiteX22" fmla="*/ 109071 w 176677"/>
                <a:gd name="connsiteY22" fmla="*/ 160575 h 160484"/>
                <a:gd name="connsiteX23" fmla="*/ 165835 w 176677"/>
                <a:gd name="connsiteY23" fmla="*/ 106017 h 160484"/>
                <a:gd name="connsiteX24" fmla="*/ 161578 w 176677"/>
                <a:gd name="connsiteY24" fmla="*/ 102475 h 160484"/>
                <a:gd name="connsiteX25" fmla="*/ 156966 w 176677"/>
                <a:gd name="connsiteY25" fmla="*/ 106372 h 160484"/>
                <a:gd name="connsiteX26" fmla="*/ 109781 w 176677"/>
                <a:gd name="connsiteY26" fmla="*/ 152781 h 160484"/>
                <a:gd name="connsiteX27" fmla="*/ 90268 w 176677"/>
                <a:gd name="connsiteY27" fmla="*/ 129399 h 160484"/>
                <a:gd name="connsiteX28" fmla="*/ 96299 w 176677"/>
                <a:gd name="connsiteY28" fmla="*/ 98223 h 160484"/>
                <a:gd name="connsiteX29" fmla="*/ 108362 w 176677"/>
                <a:gd name="connsiteY29" fmla="*/ 49688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677" h="160484">
                  <a:moveTo>
                    <a:pt x="108362" y="49688"/>
                  </a:moveTo>
                  <a:cubicBezTo>
                    <a:pt x="110490" y="40477"/>
                    <a:pt x="118650" y="7884"/>
                    <a:pt x="143484" y="7884"/>
                  </a:cubicBezTo>
                  <a:cubicBezTo>
                    <a:pt x="145258" y="7884"/>
                    <a:pt x="153773" y="7884"/>
                    <a:pt x="161223" y="12490"/>
                  </a:cubicBezTo>
                  <a:cubicBezTo>
                    <a:pt x="151289" y="14261"/>
                    <a:pt x="144194" y="23118"/>
                    <a:pt x="144194" y="31620"/>
                  </a:cubicBezTo>
                  <a:cubicBezTo>
                    <a:pt x="144194" y="37289"/>
                    <a:pt x="148096" y="44020"/>
                    <a:pt x="157675" y="44020"/>
                  </a:cubicBezTo>
                  <a:cubicBezTo>
                    <a:pt x="165480" y="44020"/>
                    <a:pt x="176833" y="37643"/>
                    <a:pt x="176833" y="23472"/>
                  </a:cubicBezTo>
                  <a:cubicBezTo>
                    <a:pt x="176833" y="5050"/>
                    <a:pt x="155901" y="90"/>
                    <a:pt x="143839" y="90"/>
                  </a:cubicBezTo>
                  <a:cubicBezTo>
                    <a:pt x="123262" y="90"/>
                    <a:pt x="110845" y="18867"/>
                    <a:pt x="106588" y="27015"/>
                  </a:cubicBezTo>
                  <a:cubicBezTo>
                    <a:pt x="97718" y="3633"/>
                    <a:pt x="78561" y="90"/>
                    <a:pt x="68272" y="90"/>
                  </a:cubicBezTo>
                  <a:cubicBezTo>
                    <a:pt x="31376" y="90"/>
                    <a:pt x="11153" y="45791"/>
                    <a:pt x="11153" y="54648"/>
                  </a:cubicBezTo>
                  <a:cubicBezTo>
                    <a:pt x="11153" y="58191"/>
                    <a:pt x="14701" y="58191"/>
                    <a:pt x="15411" y="58191"/>
                  </a:cubicBezTo>
                  <a:cubicBezTo>
                    <a:pt x="18249" y="58191"/>
                    <a:pt x="19313" y="57482"/>
                    <a:pt x="20023" y="54294"/>
                  </a:cubicBezTo>
                  <a:cubicBezTo>
                    <a:pt x="32085" y="16741"/>
                    <a:pt x="55500" y="7884"/>
                    <a:pt x="67563" y="7884"/>
                  </a:cubicBezTo>
                  <a:cubicBezTo>
                    <a:pt x="74303" y="7884"/>
                    <a:pt x="86720" y="11073"/>
                    <a:pt x="86720" y="31620"/>
                  </a:cubicBezTo>
                  <a:cubicBezTo>
                    <a:pt x="86720" y="42603"/>
                    <a:pt x="80689" y="66339"/>
                    <a:pt x="67563" y="115937"/>
                  </a:cubicBezTo>
                  <a:cubicBezTo>
                    <a:pt x="61886" y="137902"/>
                    <a:pt x="49469" y="152781"/>
                    <a:pt x="33859" y="152781"/>
                  </a:cubicBezTo>
                  <a:cubicBezTo>
                    <a:pt x="31730" y="152781"/>
                    <a:pt x="23571" y="152781"/>
                    <a:pt x="16120" y="148176"/>
                  </a:cubicBezTo>
                  <a:cubicBezTo>
                    <a:pt x="24990" y="146404"/>
                    <a:pt x="32795" y="138965"/>
                    <a:pt x="32795" y="129045"/>
                  </a:cubicBezTo>
                  <a:cubicBezTo>
                    <a:pt x="32795" y="119480"/>
                    <a:pt x="24990" y="116646"/>
                    <a:pt x="19668" y="116646"/>
                  </a:cubicBezTo>
                  <a:cubicBezTo>
                    <a:pt x="9025" y="116646"/>
                    <a:pt x="155" y="125857"/>
                    <a:pt x="155" y="137193"/>
                  </a:cubicBezTo>
                  <a:cubicBezTo>
                    <a:pt x="155" y="153490"/>
                    <a:pt x="17894" y="160575"/>
                    <a:pt x="33504" y="160575"/>
                  </a:cubicBezTo>
                  <a:cubicBezTo>
                    <a:pt x="56919" y="160575"/>
                    <a:pt x="69691" y="135776"/>
                    <a:pt x="70756" y="133651"/>
                  </a:cubicBezTo>
                  <a:cubicBezTo>
                    <a:pt x="75013" y="146759"/>
                    <a:pt x="87785" y="160575"/>
                    <a:pt x="109071" y="160575"/>
                  </a:cubicBezTo>
                  <a:cubicBezTo>
                    <a:pt x="145613" y="160575"/>
                    <a:pt x="165835" y="114874"/>
                    <a:pt x="165835" y="106017"/>
                  </a:cubicBezTo>
                  <a:cubicBezTo>
                    <a:pt x="165835" y="102475"/>
                    <a:pt x="162642" y="102475"/>
                    <a:pt x="161578" y="102475"/>
                  </a:cubicBezTo>
                  <a:cubicBezTo>
                    <a:pt x="158385" y="102475"/>
                    <a:pt x="157675" y="103892"/>
                    <a:pt x="156966" y="106372"/>
                  </a:cubicBezTo>
                  <a:cubicBezTo>
                    <a:pt x="145258" y="144279"/>
                    <a:pt x="121134" y="152781"/>
                    <a:pt x="109781" y="152781"/>
                  </a:cubicBezTo>
                  <a:cubicBezTo>
                    <a:pt x="95945" y="152781"/>
                    <a:pt x="90268" y="141444"/>
                    <a:pt x="90268" y="129399"/>
                  </a:cubicBezTo>
                  <a:cubicBezTo>
                    <a:pt x="90268" y="121605"/>
                    <a:pt x="92397" y="113811"/>
                    <a:pt x="96299" y="98223"/>
                  </a:cubicBezTo>
                  <a:lnTo>
                    <a:pt x="108362" y="49688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023449-AF61-7F10-4BE1-E7E4264ACDB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296064" y="5480946"/>
              <a:ext cx="82307" cy="354271"/>
            </a:xfrm>
            <a:custGeom>
              <a:avLst/>
              <a:gdLst>
                <a:gd name="connsiteX0" fmla="*/ 82469 w 82307"/>
                <a:gd name="connsiteY0" fmla="*/ 177226 h 354271"/>
                <a:gd name="connsiteX1" fmla="*/ 59054 w 82307"/>
                <a:gd name="connsiteY1" fmla="*/ 66693 h 354271"/>
                <a:gd name="connsiteX2" fmla="*/ 3709 w 82307"/>
                <a:gd name="connsiteY2" fmla="*/ 90 h 354271"/>
                <a:gd name="connsiteX3" fmla="*/ 161 w 82307"/>
                <a:gd name="connsiteY3" fmla="*/ 3633 h 354271"/>
                <a:gd name="connsiteX4" fmla="*/ 6902 w 82307"/>
                <a:gd name="connsiteY4" fmla="*/ 11781 h 354271"/>
                <a:gd name="connsiteX5" fmla="*/ 61892 w 82307"/>
                <a:gd name="connsiteY5" fmla="*/ 177226 h 354271"/>
                <a:gd name="connsiteX6" fmla="*/ 4773 w 82307"/>
                <a:gd name="connsiteY6" fmla="*/ 344796 h 354271"/>
                <a:gd name="connsiteX7" fmla="*/ 161 w 82307"/>
                <a:gd name="connsiteY7" fmla="*/ 350819 h 354271"/>
                <a:gd name="connsiteX8" fmla="*/ 3709 w 82307"/>
                <a:gd name="connsiteY8" fmla="*/ 354362 h 354271"/>
                <a:gd name="connsiteX9" fmla="*/ 60118 w 82307"/>
                <a:gd name="connsiteY9" fmla="*/ 285279 h 354271"/>
                <a:gd name="connsiteX10" fmla="*/ 82469 w 82307"/>
                <a:gd name="connsiteY10" fmla="*/ 177226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07" h="354271">
                  <a:moveTo>
                    <a:pt x="82469" y="177226"/>
                  </a:moveTo>
                  <a:cubicBezTo>
                    <a:pt x="82469" y="149593"/>
                    <a:pt x="78566" y="106726"/>
                    <a:pt x="59054" y="66693"/>
                  </a:cubicBezTo>
                  <a:cubicBezTo>
                    <a:pt x="37767" y="23118"/>
                    <a:pt x="7257" y="90"/>
                    <a:pt x="3709" y="90"/>
                  </a:cubicBezTo>
                  <a:cubicBezTo>
                    <a:pt x="1580" y="90"/>
                    <a:pt x="161" y="1507"/>
                    <a:pt x="161" y="3633"/>
                  </a:cubicBezTo>
                  <a:cubicBezTo>
                    <a:pt x="161" y="4696"/>
                    <a:pt x="161" y="5404"/>
                    <a:pt x="6902" y="11781"/>
                  </a:cubicBezTo>
                  <a:cubicBezTo>
                    <a:pt x="41670" y="46854"/>
                    <a:pt x="61892" y="103183"/>
                    <a:pt x="61892" y="177226"/>
                  </a:cubicBezTo>
                  <a:cubicBezTo>
                    <a:pt x="61892" y="237806"/>
                    <a:pt x="48765" y="300158"/>
                    <a:pt x="4773" y="344796"/>
                  </a:cubicBezTo>
                  <a:cubicBezTo>
                    <a:pt x="161" y="349048"/>
                    <a:pt x="161" y="349756"/>
                    <a:pt x="161" y="350819"/>
                  </a:cubicBezTo>
                  <a:cubicBezTo>
                    <a:pt x="161" y="352945"/>
                    <a:pt x="1580" y="354362"/>
                    <a:pt x="3709" y="354362"/>
                  </a:cubicBezTo>
                  <a:cubicBezTo>
                    <a:pt x="7257" y="354362"/>
                    <a:pt x="39186" y="330271"/>
                    <a:pt x="60118" y="285279"/>
                  </a:cubicBezTo>
                  <a:cubicBezTo>
                    <a:pt x="78212" y="246309"/>
                    <a:pt x="82469" y="206985"/>
                    <a:pt x="82469" y="177226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AF5F254-FC97-4BE6-111F-49DF27A094A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532223" y="5616632"/>
              <a:ext cx="235925" cy="82899"/>
            </a:xfrm>
            <a:custGeom>
              <a:avLst/>
              <a:gdLst>
                <a:gd name="connsiteX0" fmla="*/ 224031 w 235925"/>
                <a:gd name="connsiteY0" fmla="*/ 14261 h 82899"/>
                <a:gd name="connsiteX1" fmla="*/ 236093 w 235925"/>
                <a:gd name="connsiteY1" fmla="*/ 7176 h 82899"/>
                <a:gd name="connsiteX2" fmla="*/ 224385 w 235925"/>
                <a:gd name="connsiteY2" fmla="*/ 90 h 82899"/>
                <a:gd name="connsiteX3" fmla="*/ 11875 w 235925"/>
                <a:gd name="connsiteY3" fmla="*/ 90 h 82899"/>
                <a:gd name="connsiteX4" fmla="*/ 168 w 235925"/>
                <a:gd name="connsiteY4" fmla="*/ 7176 h 82899"/>
                <a:gd name="connsiteX5" fmla="*/ 12230 w 235925"/>
                <a:gd name="connsiteY5" fmla="*/ 14261 h 82899"/>
                <a:gd name="connsiteX6" fmla="*/ 224031 w 235925"/>
                <a:gd name="connsiteY6" fmla="*/ 14261 h 82899"/>
                <a:gd name="connsiteX7" fmla="*/ 224385 w 235925"/>
                <a:gd name="connsiteY7" fmla="*/ 82990 h 82899"/>
                <a:gd name="connsiteX8" fmla="*/ 236093 w 235925"/>
                <a:gd name="connsiteY8" fmla="*/ 75904 h 82899"/>
                <a:gd name="connsiteX9" fmla="*/ 224031 w 235925"/>
                <a:gd name="connsiteY9" fmla="*/ 68819 h 82899"/>
                <a:gd name="connsiteX10" fmla="*/ 12230 w 235925"/>
                <a:gd name="connsiteY10" fmla="*/ 68819 h 82899"/>
                <a:gd name="connsiteX11" fmla="*/ 168 w 235925"/>
                <a:gd name="connsiteY11" fmla="*/ 75904 h 82899"/>
                <a:gd name="connsiteX12" fmla="*/ 11875 w 235925"/>
                <a:gd name="connsiteY12" fmla="*/ 82990 h 82899"/>
                <a:gd name="connsiteX13" fmla="*/ 224385 w 235925"/>
                <a:gd name="connsiteY13" fmla="*/ 82990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925" h="82899">
                  <a:moveTo>
                    <a:pt x="224031" y="14261"/>
                  </a:moveTo>
                  <a:cubicBezTo>
                    <a:pt x="229352" y="14261"/>
                    <a:pt x="236093" y="14261"/>
                    <a:pt x="236093" y="7176"/>
                  </a:cubicBezTo>
                  <a:cubicBezTo>
                    <a:pt x="236093" y="90"/>
                    <a:pt x="229352" y="90"/>
                    <a:pt x="224385" y="90"/>
                  </a:cubicBezTo>
                  <a:lnTo>
                    <a:pt x="11875" y="90"/>
                  </a:lnTo>
                  <a:cubicBezTo>
                    <a:pt x="6908" y="90"/>
                    <a:pt x="168" y="90"/>
                    <a:pt x="168" y="7176"/>
                  </a:cubicBezTo>
                  <a:cubicBezTo>
                    <a:pt x="168" y="14261"/>
                    <a:pt x="6908" y="14261"/>
                    <a:pt x="12230" y="14261"/>
                  </a:cubicBezTo>
                  <a:lnTo>
                    <a:pt x="224031" y="14261"/>
                  </a:lnTo>
                  <a:close/>
                  <a:moveTo>
                    <a:pt x="224385" y="82990"/>
                  </a:moveTo>
                  <a:cubicBezTo>
                    <a:pt x="229352" y="82990"/>
                    <a:pt x="236093" y="82990"/>
                    <a:pt x="236093" y="75904"/>
                  </a:cubicBezTo>
                  <a:cubicBezTo>
                    <a:pt x="236093" y="68819"/>
                    <a:pt x="229352" y="68819"/>
                    <a:pt x="224031" y="68819"/>
                  </a:cubicBezTo>
                  <a:lnTo>
                    <a:pt x="12230" y="68819"/>
                  </a:lnTo>
                  <a:cubicBezTo>
                    <a:pt x="6908" y="68819"/>
                    <a:pt x="168" y="68819"/>
                    <a:pt x="168" y="75904"/>
                  </a:cubicBezTo>
                  <a:cubicBezTo>
                    <a:pt x="168" y="82990"/>
                    <a:pt x="6908" y="82990"/>
                    <a:pt x="11875" y="82990"/>
                  </a:cubicBezTo>
                  <a:lnTo>
                    <a:pt x="224385" y="82990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3395631-522F-EBE4-44B4-275B87F9FE9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067050" y="5194445"/>
              <a:ext cx="151737" cy="111843"/>
            </a:xfrm>
            <a:custGeom>
              <a:avLst/>
              <a:gdLst>
                <a:gd name="connsiteX0" fmla="*/ 18809 w 151737"/>
                <a:gd name="connsiteY0" fmla="*/ 93818 h 111843"/>
                <a:gd name="connsiteX1" fmla="*/ 16325 w 151737"/>
                <a:gd name="connsiteY1" fmla="*/ 103986 h 111843"/>
                <a:gd name="connsiteX2" fmla="*/ 24769 w 151737"/>
                <a:gd name="connsiteY2" fmla="*/ 111921 h 111843"/>
                <a:gd name="connsiteX3" fmla="*/ 34454 w 151737"/>
                <a:gd name="connsiteY3" fmla="*/ 106465 h 111843"/>
                <a:gd name="connsiteX4" fmla="*/ 38924 w 151737"/>
                <a:gd name="connsiteY4" fmla="*/ 91090 h 111843"/>
                <a:gd name="connsiteX5" fmla="*/ 44388 w 151737"/>
                <a:gd name="connsiteY5" fmla="*/ 68771 h 111843"/>
                <a:gd name="connsiteX6" fmla="*/ 48610 w 151737"/>
                <a:gd name="connsiteY6" fmla="*/ 52156 h 111843"/>
                <a:gd name="connsiteX7" fmla="*/ 59040 w 151737"/>
                <a:gd name="connsiteY7" fmla="*/ 29837 h 111843"/>
                <a:gd name="connsiteX8" fmla="*/ 96291 w 151737"/>
                <a:gd name="connsiteY8" fmla="*/ 7021 h 111843"/>
                <a:gd name="connsiteX9" fmla="*/ 110944 w 151737"/>
                <a:gd name="connsiteY9" fmla="*/ 24381 h 111843"/>
                <a:gd name="connsiteX10" fmla="*/ 96291 w 151737"/>
                <a:gd name="connsiteY10" fmla="*/ 77203 h 111843"/>
                <a:gd name="connsiteX11" fmla="*/ 92566 w 151737"/>
                <a:gd name="connsiteY11" fmla="*/ 90594 h 111843"/>
                <a:gd name="connsiteX12" fmla="*/ 116159 w 151737"/>
                <a:gd name="connsiteY12" fmla="*/ 111921 h 111843"/>
                <a:gd name="connsiteX13" fmla="*/ 151920 w 151737"/>
                <a:gd name="connsiteY13" fmla="*/ 73979 h 111843"/>
                <a:gd name="connsiteX14" fmla="*/ 147947 w 151737"/>
                <a:gd name="connsiteY14" fmla="*/ 70755 h 111843"/>
                <a:gd name="connsiteX15" fmla="*/ 143228 w 151737"/>
                <a:gd name="connsiteY15" fmla="*/ 74971 h 111843"/>
                <a:gd name="connsiteX16" fmla="*/ 116904 w 151737"/>
                <a:gd name="connsiteY16" fmla="*/ 104978 h 111843"/>
                <a:gd name="connsiteX17" fmla="*/ 110695 w 151737"/>
                <a:gd name="connsiteY17" fmla="*/ 96298 h 111843"/>
                <a:gd name="connsiteX18" fmla="*/ 116407 w 151737"/>
                <a:gd name="connsiteY18" fmla="*/ 76211 h 111843"/>
                <a:gd name="connsiteX19" fmla="*/ 129569 w 151737"/>
                <a:gd name="connsiteY19" fmla="*/ 28349 h 111843"/>
                <a:gd name="connsiteX20" fmla="*/ 97285 w 151737"/>
                <a:gd name="connsiteY20" fmla="*/ 78 h 111843"/>
                <a:gd name="connsiteX21" fmla="*/ 55315 w 151737"/>
                <a:gd name="connsiteY21" fmla="*/ 22645 h 111843"/>
                <a:gd name="connsiteX22" fmla="*/ 28742 w 151737"/>
                <a:gd name="connsiteY22" fmla="*/ 78 h 111843"/>
                <a:gd name="connsiteX23" fmla="*/ 9123 w 151737"/>
                <a:gd name="connsiteY23" fmla="*/ 13469 h 111843"/>
                <a:gd name="connsiteX24" fmla="*/ 183 w 151737"/>
                <a:gd name="connsiteY24" fmla="*/ 38020 h 111843"/>
                <a:gd name="connsiteX25" fmla="*/ 4405 w 151737"/>
                <a:gd name="connsiteY25" fmla="*/ 41244 h 111843"/>
                <a:gd name="connsiteX26" fmla="*/ 9868 w 151737"/>
                <a:gd name="connsiteY26" fmla="*/ 33804 h 111843"/>
                <a:gd name="connsiteX27" fmla="*/ 27997 w 151737"/>
                <a:gd name="connsiteY27" fmla="*/ 7021 h 111843"/>
                <a:gd name="connsiteX28" fmla="*/ 36193 w 151737"/>
                <a:gd name="connsiteY28" fmla="*/ 19173 h 111843"/>
                <a:gd name="connsiteX29" fmla="*/ 32219 w 151737"/>
                <a:gd name="connsiteY29" fmla="*/ 39756 h 111843"/>
                <a:gd name="connsiteX30" fmla="*/ 26756 w 151737"/>
                <a:gd name="connsiteY30" fmla="*/ 62075 h 111843"/>
                <a:gd name="connsiteX31" fmla="*/ 18809 w 151737"/>
                <a:gd name="connsiteY31" fmla="*/ 93818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1737" h="111843">
                  <a:moveTo>
                    <a:pt x="18809" y="93818"/>
                  </a:moveTo>
                  <a:cubicBezTo>
                    <a:pt x="17815" y="97042"/>
                    <a:pt x="16325" y="103242"/>
                    <a:pt x="16325" y="103986"/>
                  </a:cubicBezTo>
                  <a:cubicBezTo>
                    <a:pt x="16325" y="109441"/>
                    <a:pt x="20795" y="111921"/>
                    <a:pt x="24769" y="111921"/>
                  </a:cubicBezTo>
                  <a:cubicBezTo>
                    <a:pt x="29239" y="111921"/>
                    <a:pt x="33212" y="108697"/>
                    <a:pt x="34454" y="106465"/>
                  </a:cubicBezTo>
                  <a:cubicBezTo>
                    <a:pt x="35696" y="104234"/>
                    <a:pt x="37683" y="96298"/>
                    <a:pt x="38924" y="91090"/>
                  </a:cubicBezTo>
                  <a:cubicBezTo>
                    <a:pt x="40166" y="86378"/>
                    <a:pt x="42898" y="74971"/>
                    <a:pt x="44388" y="68771"/>
                  </a:cubicBezTo>
                  <a:cubicBezTo>
                    <a:pt x="45878" y="63315"/>
                    <a:pt x="47368" y="57859"/>
                    <a:pt x="48610" y="52156"/>
                  </a:cubicBezTo>
                  <a:cubicBezTo>
                    <a:pt x="51341" y="41988"/>
                    <a:pt x="51838" y="40004"/>
                    <a:pt x="59040" y="29837"/>
                  </a:cubicBezTo>
                  <a:cubicBezTo>
                    <a:pt x="65994" y="19917"/>
                    <a:pt x="77666" y="7021"/>
                    <a:pt x="96291" y="7021"/>
                  </a:cubicBezTo>
                  <a:cubicBezTo>
                    <a:pt x="110695" y="7021"/>
                    <a:pt x="110944" y="19669"/>
                    <a:pt x="110944" y="24381"/>
                  </a:cubicBezTo>
                  <a:cubicBezTo>
                    <a:pt x="110944" y="39260"/>
                    <a:pt x="100265" y="66787"/>
                    <a:pt x="96291" y="77203"/>
                  </a:cubicBezTo>
                  <a:cubicBezTo>
                    <a:pt x="93560" y="84146"/>
                    <a:pt x="92566" y="86378"/>
                    <a:pt x="92566" y="90594"/>
                  </a:cubicBezTo>
                  <a:cubicBezTo>
                    <a:pt x="92566" y="103738"/>
                    <a:pt x="103493" y="111921"/>
                    <a:pt x="116159" y="111921"/>
                  </a:cubicBezTo>
                  <a:cubicBezTo>
                    <a:pt x="140993" y="111921"/>
                    <a:pt x="151920" y="77699"/>
                    <a:pt x="151920" y="73979"/>
                  </a:cubicBezTo>
                  <a:cubicBezTo>
                    <a:pt x="151920" y="70755"/>
                    <a:pt x="148692" y="70755"/>
                    <a:pt x="147947" y="70755"/>
                  </a:cubicBezTo>
                  <a:cubicBezTo>
                    <a:pt x="144470" y="70755"/>
                    <a:pt x="144222" y="72243"/>
                    <a:pt x="143228" y="74971"/>
                  </a:cubicBezTo>
                  <a:cubicBezTo>
                    <a:pt x="137516" y="94810"/>
                    <a:pt x="126838" y="104978"/>
                    <a:pt x="116904" y="104978"/>
                  </a:cubicBezTo>
                  <a:cubicBezTo>
                    <a:pt x="111689" y="104978"/>
                    <a:pt x="110695" y="101506"/>
                    <a:pt x="110695" y="96298"/>
                  </a:cubicBezTo>
                  <a:cubicBezTo>
                    <a:pt x="110695" y="90594"/>
                    <a:pt x="111937" y="87370"/>
                    <a:pt x="116407" y="76211"/>
                  </a:cubicBezTo>
                  <a:cubicBezTo>
                    <a:pt x="119387" y="68523"/>
                    <a:pt x="129569" y="42236"/>
                    <a:pt x="129569" y="28349"/>
                  </a:cubicBezTo>
                  <a:cubicBezTo>
                    <a:pt x="129569" y="4294"/>
                    <a:pt x="110447" y="78"/>
                    <a:pt x="97285" y="78"/>
                  </a:cubicBezTo>
                  <a:cubicBezTo>
                    <a:pt x="76672" y="78"/>
                    <a:pt x="62765" y="12725"/>
                    <a:pt x="55315" y="22645"/>
                  </a:cubicBezTo>
                  <a:cubicBezTo>
                    <a:pt x="53577" y="5534"/>
                    <a:pt x="38924" y="78"/>
                    <a:pt x="28742" y="78"/>
                  </a:cubicBezTo>
                  <a:cubicBezTo>
                    <a:pt x="18064" y="78"/>
                    <a:pt x="12352" y="7765"/>
                    <a:pt x="9123" y="13469"/>
                  </a:cubicBezTo>
                  <a:cubicBezTo>
                    <a:pt x="3660" y="22645"/>
                    <a:pt x="183" y="36780"/>
                    <a:pt x="183" y="38020"/>
                  </a:cubicBezTo>
                  <a:cubicBezTo>
                    <a:pt x="183" y="41244"/>
                    <a:pt x="3660" y="41244"/>
                    <a:pt x="4405" y="41244"/>
                  </a:cubicBezTo>
                  <a:cubicBezTo>
                    <a:pt x="7882" y="41244"/>
                    <a:pt x="8130" y="40500"/>
                    <a:pt x="9868" y="33804"/>
                  </a:cubicBezTo>
                  <a:cubicBezTo>
                    <a:pt x="13593" y="19173"/>
                    <a:pt x="18312" y="7021"/>
                    <a:pt x="27997" y="7021"/>
                  </a:cubicBezTo>
                  <a:cubicBezTo>
                    <a:pt x="34454" y="7021"/>
                    <a:pt x="36193" y="12477"/>
                    <a:pt x="36193" y="19173"/>
                  </a:cubicBezTo>
                  <a:cubicBezTo>
                    <a:pt x="36193" y="23885"/>
                    <a:pt x="33958" y="33060"/>
                    <a:pt x="32219" y="39756"/>
                  </a:cubicBezTo>
                  <a:cubicBezTo>
                    <a:pt x="30481" y="46452"/>
                    <a:pt x="27997" y="56619"/>
                    <a:pt x="26756" y="62075"/>
                  </a:cubicBezTo>
                  <a:lnTo>
                    <a:pt x="18809" y="93818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FC5465-45E6-C6CA-6821-BC2397BB4F01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906706" y="5410090"/>
              <a:ext cx="472205" cy="495980"/>
            </a:xfrm>
            <a:custGeom>
              <a:avLst/>
              <a:gdLst>
                <a:gd name="connsiteX0" fmla="*/ 429456 w 472205"/>
                <a:gd name="connsiteY0" fmla="*/ 496061 h 495980"/>
                <a:gd name="connsiteX1" fmla="*/ 472383 w 472205"/>
                <a:gd name="connsiteY1" fmla="*/ 382694 h 495980"/>
                <a:gd name="connsiteX2" fmla="*/ 463514 w 472205"/>
                <a:gd name="connsiteY2" fmla="*/ 382694 h 495980"/>
                <a:gd name="connsiteX3" fmla="*/ 371273 w 472205"/>
                <a:gd name="connsiteY3" fmla="*/ 454257 h 495980"/>
                <a:gd name="connsiteX4" fmla="*/ 260938 w 472205"/>
                <a:gd name="connsiteY4" fmla="*/ 465239 h 495980"/>
                <a:gd name="connsiteX5" fmla="*/ 47008 w 472205"/>
                <a:gd name="connsiteY5" fmla="*/ 465239 h 495980"/>
                <a:gd name="connsiteX6" fmla="*/ 227589 w 472205"/>
                <a:gd name="connsiteY6" fmla="*/ 253739 h 495980"/>
                <a:gd name="connsiteX7" fmla="*/ 230782 w 472205"/>
                <a:gd name="connsiteY7" fmla="*/ 248071 h 495980"/>
                <a:gd name="connsiteX8" fmla="*/ 228298 w 472205"/>
                <a:gd name="connsiteY8" fmla="*/ 242757 h 495980"/>
                <a:gd name="connsiteX9" fmla="*/ 62973 w 472205"/>
                <a:gd name="connsiteY9" fmla="*/ 17086 h 495980"/>
                <a:gd name="connsiteX10" fmla="*/ 257390 w 472205"/>
                <a:gd name="connsiteY10" fmla="*/ 17086 h 495980"/>
                <a:gd name="connsiteX11" fmla="*/ 340407 w 472205"/>
                <a:gd name="connsiteY11" fmla="*/ 22754 h 495980"/>
                <a:gd name="connsiteX12" fmla="*/ 418458 w 472205"/>
                <a:gd name="connsiteY12" fmla="*/ 49324 h 495980"/>
                <a:gd name="connsiteX13" fmla="*/ 463514 w 472205"/>
                <a:gd name="connsiteY13" fmla="*/ 99631 h 495980"/>
                <a:gd name="connsiteX14" fmla="*/ 472383 w 472205"/>
                <a:gd name="connsiteY14" fmla="*/ 99631 h 495980"/>
                <a:gd name="connsiteX15" fmla="*/ 429456 w 472205"/>
                <a:gd name="connsiteY15" fmla="*/ 81 h 495980"/>
                <a:gd name="connsiteX16" fmla="*/ 10112 w 472205"/>
                <a:gd name="connsiteY16" fmla="*/ 81 h 495980"/>
                <a:gd name="connsiteX17" fmla="*/ 533 w 472205"/>
                <a:gd name="connsiteY17" fmla="*/ 2561 h 495980"/>
                <a:gd name="connsiteX18" fmla="*/ 178 w 472205"/>
                <a:gd name="connsiteY18" fmla="*/ 14252 h 495980"/>
                <a:gd name="connsiteX19" fmla="*/ 187854 w 472205"/>
                <a:gd name="connsiteY19" fmla="*/ 270744 h 495980"/>
                <a:gd name="connsiteX20" fmla="*/ 4081 w 472205"/>
                <a:gd name="connsiteY20" fmla="*/ 485787 h 495980"/>
                <a:gd name="connsiteX21" fmla="*/ 533 w 472205"/>
                <a:gd name="connsiteY21" fmla="*/ 492164 h 495980"/>
                <a:gd name="connsiteX22" fmla="*/ 10112 w 472205"/>
                <a:gd name="connsiteY22" fmla="*/ 496061 h 495980"/>
                <a:gd name="connsiteX23" fmla="*/ 429456 w 472205"/>
                <a:gd name="connsiteY23" fmla="*/ 496061 h 49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2205" h="495980">
                  <a:moveTo>
                    <a:pt x="429456" y="496061"/>
                  </a:moveTo>
                  <a:lnTo>
                    <a:pt x="472383" y="382694"/>
                  </a:lnTo>
                  <a:lnTo>
                    <a:pt x="463514" y="382694"/>
                  </a:lnTo>
                  <a:cubicBezTo>
                    <a:pt x="449678" y="419538"/>
                    <a:pt x="412072" y="443629"/>
                    <a:pt x="371273" y="454257"/>
                  </a:cubicBezTo>
                  <a:cubicBezTo>
                    <a:pt x="363822" y="456028"/>
                    <a:pt x="329054" y="465239"/>
                    <a:pt x="260938" y="465239"/>
                  </a:cubicBezTo>
                  <a:lnTo>
                    <a:pt x="47008" y="465239"/>
                  </a:lnTo>
                  <a:lnTo>
                    <a:pt x="227589" y="253739"/>
                  </a:lnTo>
                  <a:cubicBezTo>
                    <a:pt x="230072" y="250905"/>
                    <a:pt x="230782" y="249842"/>
                    <a:pt x="230782" y="248071"/>
                  </a:cubicBezTo>
                  <a:cubicBezTo>
                    <a:pt x="230782" y="247362"/>
                    <a:pt x="230782" y="246299"/>
                    <a:pt x="228298" y="242757"/>
                  </a:cubicBezTo>
                  <a:lnTo>
                    <a:pt x="62973" y="17086"/>
                  </a:lnTo>
                  <a:lnTo>
                    <a:pt x="257390" y="17086"/>
                  </a:lnTo>
                  <a:cubicBezTo>
                    <a:pt x="304930" y="17086"/>
                    <a:pt x="337214" y="22046"/>
                    <a:pt x="340407" y="22754"/>
                  </a:cubicBezTo>
                  <a:cubicBezTo>
                    <a:pt x="359565" y="25588"/>
                    <a:pt x="390430" y="31611"/>
                    <a:pt x="418458" y="49324"/>
                  </a:cubicBezTo>
                  <a:cubicBezTo>
                    <a:pt x="427327" y="54993"/>
                    <a:pt x="451452" y="70935"/>
                    <a:pt x="463514" y="99631"/>
                  </a:cubicBezTo>
                  <a:lnTo>
                    <a:pt x="472383" y="99631"/>
                  </a:lnTo>
                  <a:lnTo>
                    <a:pt x="429456" y="81"/>
                  </a:lnTo>
                  <a:lnTo>
                    <a:pt x="10112" y="81"/>
                  </a:lnTo>
                  <a:cubicBezTo>
                    <a:pt x="1952" y="81"/>
                    <a:pt x="1597" y="435"/>
                    <a:pt x="533" y="2561"/>
                  </a:cubicBezTo>
                  <a:cubicBezTo>
                    <a:pt x="178" y="3623"/>
                    <a:pt x="178" y="10355"/>
                    <a:pt x="178" y="14252"/>
                  </a:cubicBezTo>
                  <a:lnTo>
                    <a:pt x="187854" y="270744"/>
                  </a:lnTo>
                  <a:lnTo>
                    <a:pt x="4081" y="485787"/>
                  </a:lnTo>
                  <a:cubicBezTo>
                    <a:pt x="533" y="490038"/>
                    <a:pt x="533" y="491810"/>
                    <a:pt x="533" y="492164"/>
                  </a:cubicBezTo>
                  <a:cubicBezTo>
                    <a:pt x="533" y="496061"/>
                    <a:pt x="3726" y="496061"/>
                    <a:pt x="10112" y="496061"/>
                  </a:cubicBezTo>
                  <a:lnTo>
                    <a:pt x="429456" y="496061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2E7DA4-F18D-6215-A722-CEB1FF5A7EA3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924944" y="6000225"/>
              <a:ext cx="75247" cy="166897"/>
            </a:xfrm>
            <a:custGeom>
              <a:avLst/>
              <a:gdLst>
                <a:gd name="connsiteX0" fmla="*/ 68970 w 75247"/>
                <a:gd name="connsiteY0" fmla="*/ 9526 h 166897"/>
                <a:gd name="connsiteX1" fmla="*/ 59036 w 75247"/>
                <a:gd name="connsiteY1" fmla="*/ 102 h 166897"/>
                <a:gd name="connsiteX2" fmla="*/ 45129 w 75247"/>
                <a:gd name="connsiteY2" fmla="*/ 13741 h 166897"/>
                <a:gd name="connsiteX3" fmla="*/ 55063 w 75247"/>
                <a:gd name="connsiteY3" fmla="*/ 23165 h 166897"/>
                <a:gd name="connsiteX4" fmla="*/ 68970 w 75247"/>
                <a:gd name="connsiteY4" fmla="*/ 9526 h 166897"/>
                <a:gd name="connsiteX5" fmla="*/ 18308 w 75247"/>
                <a:gd name="connsiteY5" fmla="*/ 135504 h 166897"/>
                <a:gd name="connsiteX6" fmla="*/ 16073 w 75247"/>
                <a:gd name="connsiteY6" fmla="*/ 145920 h 166897"/>
                <a:gd name="connsiteX7" fmla="*/ 39665 w 75247"/>
                <a:gd name="connsiteY7" fmla="*/ 166999 h 166897"/>
                <a:gd name="connsiteX8" fmla="*/ 75427 w 75247"/>
                <a:gd name="connsiteY8" fmla="*/ 129057 h 166897"/>
                <a:gd name="connsiteX9" fmla="*/ 71453 w 75247"/>
                <a:gd name="connsiteY9" fmla="*/ 125833 h 166897"/>
                <a:gd name="connsiteX10" fmla="*/ 66735 w 75247"/>
                <a:gd name="connsiteY10" fmla="*/ 130049 h 166897"/>
                <a:gd name="connsiteX11" fmla="*/ 40410 w 75247"/>
                <a:gd name="connsiteY11" fmla="*/ 160056 h 166897"/>
                <a:gd name="connsiteX12" fmla="*/ 34202 w 75247"/>
                <a:gd name="connsiteY12" fmla="*/ 151376 h 166897"/>
                <a:gd name="connsiteX13" fmla="*/ 38175 w 75247"/>
                <a:gd name="connsiteY13" fmla="*/ 135504 h 166897"/>
                <a:gd name="connsiteX14" fmla="*/ 46122 w 75247"/>
                <a:gd name="connsiteY14" fmla="*/ 115665 h 166897"/>
                <a:gd name="connsiteX15" fmla="*/ 58291 w 75247"/>
                <a:gd name="connsiteY15" fmla="*/ 84171 h 166897"/>
                <a:gd name="connsiteX16" fmla="*/ 59781 w 75247"/>
                <a:gd name="connsiteY16" fmla="*/ 76235 h 166897"/>
                <a:gd name="connsiteX17" fmla="*/ 36189 w 75247"/>
                <a:gd name="connsiteY17" fmla="*/ 55156 h 166897"/>
                <a:gd name="connsiteX18" fmla="*/ 179 w 75247"/>
                <a:gd name="connsiteY18" fmla="*/ 93098 h 166897"/>
                <a:gd name="connsiteX19" fmla="*/ 4401 w 75247"/>
                <a:gd name="connsiteY19" fmla="*/ 96322 h 166897"/>
                <a:gd name="connsiteX20" fmla="*/ 8871 w 75247"/>
                <a:gd name="connsiteY20" fmla="*/ 92354 h 166897"/>
                <a:gd name="connsiteX21" fmla="*/ 35444 w 75247"/>
                <a:gd name="connsiteY21" fmla="*/ 62099 h 166897"/>
                <a:gd name="connsiteX22" fmla="*/ 41652 w 75247"/>
                <a:gd name="connsiteY22" fmla="*/ 70779 h 166897"/>
                <a:gd name="connsiteX23" fmla="*/ 33954 w 75247"/>
                <a:gd name="connsiteY23" fmla="*/ 95578 h 166897"/>
                <a:gd name="connsiteX24" fmla="*/ 18308 w 75247"/>
                <a:gd name="connsiteY24" fmla="*/ 135504 h 16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247" h="166897">
                  <a:moveTo>
                    <a:pt x="68970" y="9526"/>
                  </a:moveTo>
                  <a:cubicBezTo>
                    <a:pt x="68970" y="5558"/>
                    <a:pt x="65990" y="102"/>
                    <a:pt x="59036" y="102"/>
                  </a:cubicBezTo>
                  <a:cubicBezTo>
                    <a:pt x="52331" y="102"/>
                    <a:pt x="45129" y="6550"/>
                    <a:pt x="45129" y="13741"/>
                  </a:cubicBezTo>
                  <a:cubicBezTo>
                    <a:pt x="45129" y="17957"/>
                    <a:pt x="48357" y="23165"/>
                    <a:pt x="55063" y="23165"/>
                  </a:cubicBezTo>
                  <a:cubicBezTo>
                    <a:pt x="62265" y="23165"/>
                    <a:pt x="68970" y="16221"/>
                    <a:pt x="68970" y="9526"/>
                  </a:cubicBezTo>
                  <a:close/>
                  <a:moveTo>
                    <a:pt x="18308" y="135504"/>
                  </a:moveTo>
                  <a:cubicBezTo>
                    <a:pt x="17315" y="138728"/>
                    <a:pt x="16073" y="141704"/>
                    <a:pt x="16073" y="145920"/>
                  </a:cubicBezTo>
                  <a:cubicBezTo>
                    <a:pt x="16073" y="157576"/>
                    <a:pt x="26007" y="166999"/>
                    <a:pt x="39665" y="166999"/>
                  </a:cubicBezTo>
                  <a:cubicBezTo>
                    <a:pt x="64500" y="166999"/>
                    <a:pt x="75427" y="132777"/>
                    <a:pt x="75427" y="129057"/>
                  </a:cubicBezTo>
                  <a:cubicBezTo>
                    <a:pt x="75427" y="125833"/>
                    <a:pt x="72198" y="125833"/>
                    <a:pt x="71453" y="125833"/>
                  </a:cubicBezTo>
                  <a:cubicBezTo>
                    <a:pt x="67976" y="125833"/>
                    <a:pt x="67728" y="127321"/>
                    <a:pt x="66735" y="130049"/>
                  </a:cubicBezTo>
                  <a:cubicBezTo>
                    <a:pt x="61023" y="149888"/>
                    <a:pt x="50096" y="160056"/>
                    <a:pt x="40410" y="160056"/>
                  </a:cubicBezTo>
                  <a:cubicBezTo>
                    <a:pt x="35444" y="160056"/>
                    <a:pt x="34202" y="156832"/>
                    <a:pt x="34202" y="151376"/>
                  </a:cubicBezTo>
                  <a:cubicBezTo>
                    <a:pt x="34202" y="145672"/>
                    <a:pt x="35940" y="140960"/>
                    <a:pt x="38175" y="135504"/>
                  </a:cubicBezTo>
                  <a:cubicBezTo>
                    <a:pt x="40659" y="128809"/>
                    <a:pt x="43391" y="122113"/>
                    <a:pt x="46122" y="115665"/>
                  </a:cubicBezTo>
                  <a:cubicBezTo>
                    <a:pt x="48357" y="109714"/>
                    <a:pt x="57298" y="87146"/>
                    <a:pt x="58291" y="84171"/>
                  </a:cubicBezTo>
                  <a:cubicBezTo>
                    <a:pt x="59036" y="81691"/>
                    <a:pt x="59781" y="78715"/>
                    <a:pt x="59781" y="76235"/>
                  </a:cubicBezTo>
                  <a:cubicBezTo>
                    <a:pt x="59781" y="64579"/>
                    <a:pt x="49847" y="55156"/>
                    <a:pt x="36189" y="55156"/>
                  </a:cubicBezTo>
                  <a:cubicBezTo>
                    <a:pt x="11603" y="55156"/>
                    <a:pt x="179" y="88882"/>
                    <a:pt x="179" y="93098"/>
                  </a:cubicBezTo>
                  <a:cubicBezTo>
                    <a:pt x="179" y="96322"/>
                    <a:pt x="3656" y="96322"/>
                    <a:pt x="4401" y="96322"/>
                  </a:cubicBezTo>
                  <a:cubicBezTo>
                    <a:pt x="7878" y="96322"/>
                    <a:pt x="8126" y="95082"/>
                    <a:pt x="8871" y="92354"/>
                  </a:cubicBezTo>
                  <a:cubicBezTo>
                    <a:pt x="15328" y="71027"/>
                    <a:pt x="26255" y="62099"/>
                    <a:pt x="35444" y="62099"/>
                  </a:cubicBezTo>
                  <a:cubicBezTo>
                    <a:pt x="39417" y="62099"/>
                    <a:pt x="41652" y="64083"/>
                    <a:pt x="41652" y="70779"/>
                  </a:cubicBezTo>
                  <a:cubicBezTo>
                    <a:pt x="41652" y="76483"/>
                    <a:pt x="40162" y="80203"/>
                    <a:pt x="33954" y="95578"/>
                  </a:cubicBezTo>
                  <a:lnTo>
                    <a:pt x="18308" y="135504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6289582-C1E4-EC6F-285D-84743C30C5F8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031032" y="6069166"/>
              <a:ext cx="182779" cy="66709"/>
            </a:xfrm>
            <a:custGeom>
              <a:avLst/>
              <a:gdLst>
                <a:gd name="connsiteX0" fmla="*/ 173525 w 182779"/>
                <a:gd name="connsiteY0" fmla="*/ 12253 h 66709"/>
                <a:gd name="connsiteX1" fmla="*/ 182962 w 182779"/>
                <a:gd name="connsiteY1" fmla="*/ 6054 h 66709"/>
                <a:gd name="connsiteX2" fmla="*/ 173773 w 182779"/>
                <a:gd name="connsiteY2" fmla="*/ 102 h 66709"/>
                <a:gd name="connsiteX3" fmla="*/ 9370 w 182779"/>
                <a:gd name="connsiteY3" fmla="*/ 102 h 66709"/>
                <a:gd name="connsiteX4" fmla="*/ 182 w 182779"/>
                <a:gd name="connsiteY4" fmla="*/ 6054 h 66709"/>
                <a:gd name="connsiteX5" fmla="*/ 9619 w 182779"/>
                <a:gd name="connsiteY5" fmla="*/ 12253 h 66709"/>
                <a:gd name="connsiteX6" fmla="*/ 173525 w 182779"/>
                <a:gd name="connsiteY6" fmla="*/ 12253 h 66709"/>
                <a:gd name="connsiteX7" fmla="*/ 173773 w 182779"/>
                <a:gd name="connsiteY7" fmla="*/ 66811 h 66709"/>
                <a:gd name="connsiteX8" fmla="*/ 182962 w 182779"/>
                <a:gd name="connsiteY8" fmla="*/ 60859 h 66709"/>
                <a:gd name="connsiteX9" fmla="*/ 173525 w 182779"/>
                <a:gd name="connsiteY9" fmla="*/ 54660 h 66709"/>
                <a:gd name="connsiteX10" fmla="*/ 9619 w 182779"/>
                <a:gd name="connsiteY10" fmla="*/ 54660 h 66709"/>
                <a:gd name="connsiteX11" fmla="*/ 182 w 182779"/>
                <a:gd name="connsiteY11" fmla="*/ 60859 h 66709"/>
                <a:gd name="connsiteX12" fmla="*/ 9370 w 182779"/>
                <a:gd name="connsiteY12" fmla="*/ 66811 h 66709"/>
                <a:gd name="connsiteX13" fmla="*/ 173773 w 182779"/>
                <a:gd name="connsiteY13" fmla="*/ 66811 h 66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2779" h="66709">
                  <a:moveTo>
                    <a:pt x="173525" y="12253"/>
                  </a:moveTo>
                  <a:cubicBezTo>
                    <a:pt x="177250" y="12253"/>
                    <a:pt x="182962" y="12253"/>
                    <a:pt x="182962" y="6054"/>
                  </a:cubicBezTo>
                  <a:cubicBezTo>
                    <a:pt x="182962" y="102"/>
                    <a:pt x="177002" y="102"/>
                    <a:pt x="173773" y="102"/>
                  </a:cubicBezTo>
                  <a:lnTo>
                    <a:pt x="9370" y="102"/>
                  </a:lnTo>
                  <a:cubicBezTo>
                    <a:pt x="6142" y="102"/>
                    <a:pt x="182" y="102"/>
                    <a:pt x="182" y="6054"/>
                  </a:cubicBezTo>
                  <a:cubicBezTo>
                    <a:pt x="182" y="12253"/>
                    <a:pt x="5894" y="12253"/>
                    <a:pt x="9619" y="12253"/>
                  </a:cubicBezTo>
                  <a:lnTo>
                    <a:pt x="173525" y="12253"/>
                  </a:lnTo>
                  <a:close/>
                  <a:moveTo>
                    <a:pt x="173773" y="66811"/>
                  </a:moveTo>
                  <a:cubicBezTo>
                    <a:pt x="177002" y="66811"/>
                    <a:pt x="182962" y="66811"/>
                    <a:pt x="182962" y="60859"/>
                  </a:cubicBezTo>
                  <a:cubicBezTo>
                    <a:pt x="182962" y="54660"/>
                    <a:pt x="177250" y="54660"/>
                    <a:pt x="173525" y="54660"/>
                  </a:cubicBezTo>
                  <a:lnTo>
                    <a:pt x="9619" y="54660"/>
                  </a:lnTo>
                  <a:cubicBezTo>
                    <a:pt x="5894" y="54660"/>
                    <a:pt x="182" y="54660"/>
                    <a:pt x="182" y="60859"/>
                  </a:cubicBezTo>
                  <a:cubicBezTo>
                    <a:pt x="182" y="66811"/>
                    <a:pt x="6142" y="66811"/>
                    <a:pt x="9370" y="66811"/>
                  </a:cubicBezTo>
                  <a:lnTo>
                    <a:pt x="173773" y="66811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105A4F-7554-4CCA-8BB4-F6844B23A7C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244356" y="5999977"/>
              <a:ext cx="115230" cy="169625"/>
            </a:xfrm>
            <a:custGeom>
              <a:avLst/>
              <a:gdLst>
                <a:gd name="connsiteX0" fmla="*/ 115419 w 115230"/>
                <a:gd name="connsiteY0" fmla="*/ 85658 h 169625"/>
                <a:gd name="connsiteX1" fmla="*/ 100767 w 115230"/>
                <a:gd name="connsiteY1" fmla="*/ 21429 h 169625"/>
                <a:gd name="connsiteX2" fmla="*/ 57803 w 115230"/>
                <a:gd name="connsiteY2" fmla="*/ 102 h 169625"/>
                <a:gd name="connsiteX3" fmla="*/ 188 w 115230"/>
                <a:gd name="connsiteY3" fmla="*/ 85658 h 169625"/>
                <a:gd name="connsiteX4" fmla="*/ 57803 w 115230"/>
                <a:gd name="connsiteY4" fmla="*/ 169727 h 169625"/>
                <a:gd name="connsiteX5" fmla="*/ 115419 w 115230"/>
                <a:gd name="connsiteY5" fmla="*/ 85658 h 169625"/>
                <a:gd name="connsiteX6" fmla="*/ 57803 w 115230"/>
                <a:gd name="connsiteY6" fmla="*/ 162783 h 169625"/>
                <a:gd name="connsiteX7" fmla="*/ 26264 w 115230"/>
                <a:gd name="connsiteY7" fmla="*/ 135752 h 169625"/>
                <a:gd name="connsiteX8" fmla="*/ 22787 w 115230"/>
                <a:gd name="connsiteY8" fmla="*/ 82435 h 169625"/>
                <a:gd name="connsiteX9" fmla="*/ 26512 w 115230"/>
                <a:gd name="connsiteY9" fmla="*/ 31845 h 169625"/>
                <a:gd name="connsiteX10" fmla="*/ 57803 w 115230"/>
                <a:gd name="connsiteY10" fmla="*/ 7046 h 169625"/>
                <a:gd name="connsiteX11" fmla="*/ 88598 w 115230"/>
                <a:gd name="connsiteY11" fmla="*/ 29613 h 169625"/>
                <a:gd name="connsiteX12" fmla="*/ 92820 w 115230"/>
                <a:gd name="connsiteY12" fmla="*/ 82435 h 169625"/>
                <a:gd name="connsiteX13" fmla="*/ 89591 w 115230"/>
                <a:gd name="connsiteY13" fmla="*/ 134761 h 169625"/>
                <a:gd name="connsiteX14" fmla="*/ 57803 w 115230"/>
                <a:gd name="connsiteY14" fmla="*/ 162783 h 16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230" h="169625">
                  <a:moveTo>
                    <a:pt x="115419" y="85658"/>
                  </a:moveTo>
                  <a:cubicBezTo>
                    <a:pt x="115419" y="58380"/>
                    <a:pt x="112190" y="38788"/>
                    <a:pt x="100767" y="21429"/>
                  </a:cubicBezTo>
                  <a:cubicBezTo>
                    <a:pt x="93068" y="10022"/>
                    <a:pt x="77671" y="102"/>
                    <a:pt x="57803" y="102"/>
                  </a:cubicBezTo>
                  <a:cubicBezTo>
                    <a:pt x="188" y="102"/>
                    <a:pt x="188" y="67803"/>
                    <a:pt x="188" y="85658"/>
                  </a:cubicBezTo>
                  <a:cubicBezTo>
                    <a:pt x="188" y="103514"/>
                    <a:pt x="188" y="169727"/>
                    <a:pt x="57803" y="169727"/>
                  </a:cubicBezTo>
                  <a:cubicBezTo>
                    <a:pt x="115419" y="169727"/>
                    <a:pt x="115419" y="103514"/>
                    <a:pt x="115419" y="85658"/>
                  </a:cubicBezTo>
                  <a:close/>
                  <a:moveTo>
                    <a:pt x="57803" y="162783"/>
                  </a:moveTo>
                  <a:cubicBezTo>
                    <a:pt x="46380" y="162783"/>
                    <a:pt x="31231" y="156088"/>
                    <a:pt x="26264" y="135752"/>
                  </a:cubicBezTo>
                  <a:cubicBezTo>
                    <a:pt x="22787" y="121121"/>
                    <a:pt x="22787" y="100786"/>
                    <a:pt x="22787" y="82435"/>
                  </a:cubicBezTo>
                  <a:cubicBezTo>
                    <a:pt x="22787" y="64331"/>
                    <a:pt x="22787" y="45484"/>
                    <a:pt x="26512" y="31845"/>
                  </a:cubicBezTo>
                  <a:cubicBezTo>
                    <a:pt x="31727" y="12253"/>
                    <a:pt x="47621" y="7046"/>
                    <a:pt x="57803" y="7046"/>
                  </a:cubicBezTo>
                  <a:cubicBezTo>
                    <a:pt x="71214" y="7046"/>
                    <a:pt x="84128" y="15229"/>
                    <a:pt x="88598" y="29613"/>
                  </a:cubicBezTo>
                  <a:cubicBezTo>
                    <a:pt x="92571" y="43004"/>
                    <a:pt x="92820" y="60859"/>
                    <a:pt x="92820" y="82435"/>
                  </a:cubicBezTo>
                  <a:cubicBezTo>
                    <a:pt x="92820" y="100786"/>
                    <a:pt x="92820" y="119137"/>
                    <a:pt x="89591" y="134761"/>
                  </a:cubicBezTo>
                  <a:cubicBezTo>
                    <a:pt x="84624" y="157328"/>
                    <a:pt x="67737" y="162783"/>
                    <a:pt x="57803" y="162783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3485903-D248-15D6-D682-F3713E0AF9D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9472611" y="5590062"/>
              <a:ext cx="162486" cy="160484"/>
            </a:xfrm>
            <a:custGeom>
              <a:avLst/>
              <a:gdLst>
                <a:gd name="connsiteX0" fmla="*/ 118334 w 162486"/>
                <a:gd name="connsiteY0" fmla="*/ 22764 h 160484"/>
                <a:gd name="connsiteX1" fmla="*/ 85695 w 162486"/>
                <a:gd name="connsiteY1" fmla="*/ 90 h 160484"/>
                <a:gd name="connsiteX2" fmla="*/ 194 w 162486"/>
                <a:gd name="connsiteY2" fmla="*/ 103892 h 160484"/>
                <a:gd name="connsiteX3" fmla="*/ 47379 w 162486"/>
                <a:gd name="connsiteY3" fmla="*/ 160575 h 160484"/>
                <a:gd name="connsiteX4" fmla="*/ 93500 w 162486"/>
                <a:gd name="connsiteY4" fmla="*/ 134005 h 160484"/>
                <a:gd name="connsiteX5" fmla="*/ 125785 w 162486"/>
                <a:gd name="connsiteY5" fmla="*/ 160575 h 160484"/>
                <a:gd name="connsiteX6" fmla="*/ 152038 w 162486"/>
                <a:gd name="connsiteY6" fmla="*/ 141090 h 160484"/>
                <a:gd name="connsiteX7" fmla="*/ 162681 w 162486"/>
                <a:gd name="connsiteY7" fmla="*/ 106017 h 160484"/>
                <a:gd name="connsiteX8" fmla="*/ 158424 w 162486"/>
                <a:gd name="connsiteY8" fmla="*/ 102475 h 160484"/>
                <a:gd name="connsiteX9" fmla="*/ 153457 w 162486"/>
                <a:gd name="connsiteY9" fmla="*/ 108852 h 160484"/>
                <a:gd name="connsiteX10" fmla="*/ 126494 w 162486"/>
                <a:gd name="connsiteY10" fmla="*/ 152781 h 160484"/>
                <a:gd name="connsiteX11" fmla="*/ 115851 w 162486"/>
                <a:gd name="connsiteY11" fmla="*/ 136485 h 160484"/>
                <a:gd name="connsiteX12" fmla="*/ 120463 w 162486"/>
                <a:gd name="connsiteY12" fmla="*/ 110269 h 160484"/>
                <a:gd name="connsiteX13" fmla="*/ 128268 w 162486"/>
                <a:gd name="connsiteY13" fmla="*/ 78384 h 160484"/>
                <a:gd name="connsiteX14" fmla="*/ 141040 w 162486"/>
                <a:gd name="connsiteY14" fmla="*/ 28786 h 160484"/>
                <a:gd name="connsiteX15" fmla="*/ 143523 w 162486"/>
                <a:gd name="connsiteY15" fmla="*/ 16741 h 160484"/>
                <a:gd name="connsiteX16" fmla="*/ 133235 w 162486"/>
                <a:gd name="connsiteY16" fmla="*/ 7176 h 160484"/>
                <a:gd name="connsiteX17" fmla="*/ 118334 w 162486"/>
                <a:gd name="connsiteY17" fmla="*/ 22764 h 160484"/>
                <a:gd name="connsiteX18" fmla="*/ 95274 w 162486"/>
                <a:gd name="connsiteY18" fmla="*/ 114520 h 160484"/>
                <a:gd name="connsiteX19" fmla="*/ 88178 w 162486"/>
                <a:gd name="connsiteY19" fmla="*/ 127628 h 160484"/>
                <a:gd name="connsiteX20" fmla="*/ 48089 w 162486"/>
                <a:gd name="connsiteY20" fmla="*/ 152781 h 160484"/>
                <a:gd name="connsiteX21" fmla="*/ 25383 w 162486"/>
                <a:gd name="connsiteY21" fmla="*/ 119480 h 160484"/>
                <a:gd name="connsiteX22" fmla="*/ 44896 w 162486"/>
                <a:gd name="connsiteY22" fmla="*/ 41894 h 160484"/>
                <a:gd name="connsiteX23" fmla="*/ 86050 w 162486"/>
                <a:gd name="connsiteY23" fmla="*/ 7884 h 160484"/>
                <a:gd name="connsiteX24" fmla="*/ 114077 w 162486"/>
                <a:gd name="connsiteY24" fmla="*/ 39060 h 160484"/>
                <a:gd name="connsiteX25" fmla="*/ 113013 w 162486"/>
                <a:gd name="connsiteY25" fmla="*/ 45083 h 160484"/>
                <a:gd name="connsiteX26" fmla="*/ 95274 w 162486"/>
                <a:gd name="connsiteY26" fmla="*/ 114520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486" h="160484">
                  <a:moveTo>
                    <a:pt x="118334" y="22764"/>
                  </a:moveTo>
                  <a:cubicBezTo>
                    <a:pt x="111948" y="9655"/>
                    <a:pt x="101660" y="90"/>
                    <a:pt x="85695" y="90"/>
                  </a:cubicBezTo>
                  <a:cubicBezTo>
                    <a:pt x="44186" y="90"/>
                    <a:pt x="194" y="52168"/>
                    <a:pt x="194" y="103892"/>
                  </a:cubicBezTo>
                  <a:cubicBezTo>
                    <a:pt x="194" y="137193"/>
                    <a:pt x="19707" y="160575"/>
                    <a:pt x="47379" y="160575"/>
                  </a:cubicBezTo>
                  <a:cubicBezTo>
                    <a:pt x="54475" y="160575"/>
                    <a:pt x="72214" y="159158"/>
                    <a:pt x="93500" y="134005"/>
                  </a:cubicBezTo>
                  <a:cubicBezTo>
                    <a:pt x="96338" y="148884"/>
                    <a:pt x="108755" y="160575"/>
                    <a:pt x="125785" y="160575"/>
                  </a:cubicBezTo>
                  <a:cubicBezTo>
                    <a:pt x="138202" y="160575"/>
                    <a:pt x="146361" y="152427"/>
                    <a:pt x="152038" y="141090"/>
                  </a:cubicBezTo>
                  <a:cubicBezTo>
                    <a:pt x="158069" y="128336"/>
                    <a:pt x="162681" y="106726"/>
                    <a:pt x="162681" y="106017"/>
                  </a:cubicBezTo>
                  <a:cubicBezTo>
                    <a:pt x="162681" y="102475"/>
                    <a:pt x="159488" y="102475"/>
                    <a:pt x="158424" y="102475"/>
                  </a:cubicBezTo>
                  <a:cubicBezTo>
                    <a:pt x="154876" y="102475"/>
                    <a:pt x="154521" y="103892"/>
                    <a:pt x="153457" y="108852"/>
                  </a:cubicBezTo>
                  <a:cubicBezTo>
                    <a:pt x="147426" y="131879"/>
                    <a:pt x="141040" y="152781"/>
                    <a:pt x="126494" y="152781"/>
                  </a:cubicBezTo>
                  <a:cubicBezTo>
                    <a:pt x="116915" y="152781"/>
                    <a:pt x="115851" y="143570"/>
                    <a:pt x="115851" y="136485"/>
                  </a:cubicBezTo>
                  <a:cubicBezTo>
                    <a:pt x="115851" y="128691"/>
                    <a:pt x="116560" y="125857"/>
                    <a:pt x="120463" y="110269"/>
                  </a:cubicBezTo>
                  <a:cubicBezTo>
                    <a:pt x="124365" y="95389"/>
                    <a:pt x="125075" y="91847"/>
                    <a:pt x="128268" y="78384"/>
                  </a:cubicBezTo>
                  <a:lnTo>
                    <a:pt x="141040" y="28786"/>
                  </a:lnTo>
                  <a:cubicBezTo>
                    <a:pt x="143523" y="18867"/>
                    <a:pt x="143523" y="18158"/>
                    <a:pt x="143523" y="16741"/>
                  </a:cubicBezTo>
                  <a:cubicBezTo>
                    <a:pt x="143523" y="10718"/>
                    <a:pt x="139266" y="7176"/>
                    <a:pt x="133235" y="7176"/>
                  </a:cubicBezTo>
                  <a:cubicBezTo>
                    <a:pt x="124720" y="7176"/>
                    <a:pt x="119399" y="14970"/>
                    <a:pt x="118334" y="22764"/>
                  </a:cubicBezTo>
                  <a:close/>
                  <a:moveTo>
                    <a:pt x="95274" y="114520"/>
                  </a:moveTo>
                  <a:cubicBezTo>
                    <a:pt x="93500" y="120897"/>
                    <a:pt x="93500" y="121605"/>
                    <a:pt x="88178" y="127628"/>
                  </a:cubicBezTo>
                  <a:cubicBezTo>
                    <a:pt x="72568" y="147113"/>
                    <a:pt x="58023" y="152781"/>
                    <a:pt x="48089" y="152781"/>
                  </a:cubicBezTo>
                  <a:cubicBezTo>
                    <a:pt x="30350" y="152781"/>
                    <a:pt x="25383" y="133296"/>
                    <a:pt x="25383" y="119480"/>
                  </a:cubicBezTo>
                  <a:cubicBezTo>
                    <a:pt x="25383" y="101766"/>
                    <a:pt x="36736" y="58191"/>
                    <a:pt x="44896" y="41894"/>
                  </a:cubicBezTo>
                  <a:cubicBezTo>
                    <a:pt x="55894" y="20992"/>
                    <a:pt x="71859" y="7884"/>
                    <a:pt x="86050" y="7884"/>
                  </a:cubicBezTo>
                  <a:cubicBezTo>
                    <a:pt x="109110" y="7884"/>
                    <a:pt x="114077" y="36934"/>
                    <a:pt x="114077" y="39060"/>
                  </a:cubicBezTo>
                  <a:cubicBezTo>
                    <a:pt x="114077" y="41186"/>
                    <a:pt x="113367" y="43311"/>
                    <a:pt x="113013" y="45083"/>
                  </a:cubicBezTo>
                  <a:lnTo>
                    <a:pt x="95274" y="114520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531B52F-E0F1-4D61-179B-55A2D3ECE1C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657623" y="5635373"/>
              <a:ext cx="75247" cy="166897"/>
            </a:xfrm>
            <a:custGeom>
              <a:avLst/>
              <a:gdLst>
                <a:gd name="connsiteX0" fmla="*/ 68990 w 75247"/>
                <a:gd name="connsiteY0" fmla="*/ 9515 h 166897"/>
                <a:gd name="connsiteX1" fmla="*/ 59057 w 75247"/>
                <a:gd name="connsiteY1" fmla="*/ 92 h 166897"/>
                <a:gd name="connsiteX2" fmla="*/ 45149 w 75247"/>
                <a:gd name="connsiteY2" fmla="*/ 13731 h 166897"/>
                <a:gd name="connsiteX3" fmla="*/ 55083 w 75247"/>
                <a:gd name="connsiteY3" fmla="*/ 23155 h 166897"/>
                <a:gd name="connsiteX4" fmla="*/ 68990 w 75247"/>
                <a:gd name="connsiteY4" fmla="*/ 9515 h 166897"/>
                <a:gd name="connsiteX5" fmla="*/ 18329 w 75247"/>
                <a:gd name="connsiteY5" fmla="*/ 135494 h 166897"/>
                <a:gd name="connsiteX6" fmla="*/ 16093 w 75247"/>
                <a:gd name="connsiteY6" fmla="*/ 145910 h 166897"/>
                <a:gd name="connsiteX7" fmla="*/ 39686 w 75247"/>
                <a:gd name="connsiteY7" fmla="*/ 166989 h 166897"/>
                <a:gd name="connsiteX8" fmla="*/ 75447 w 75247"/>
                <a:gd name="connsiteY8" fmla="*/ 129046 h 166897"/>
                <a:gd name="connsiteX9" fmla="*/ 71474 w 75247"/>
                <a:gd name="connsiteY9" fmla="*/ 125823 h 166897"/>
                <a:gd name="connsiteX10" fmla="*/ 66755 w 75247"/>
                <a:gd name="connsiteY10" fmla="*/ 130038 h 166897"/>
                <a:gd name="connsiteX11" fmla="*/ 40431 w 75247"/>
                <a:gd name="connsiteY11" fmla="*/ 160045 h 166897"/>
                <a:gd name="connsiteX12" fmla="*/ 34222 w 75247"/>
                <a:gd name="connsiteY12" fmla="*/ 151366 h 166897"/>
                <a:gd name="connsiteX13" fmla="*/ 38196 w 75247"/>
                <a:gd name="connsiteY13" fmla="*/ 135494 h 166897"/>
                <a:gd name="connsiteX14" fmla="*/ 46143 w 75247"/>
                <a:gd name="connsiteY14" fmla="*/ 115655 h 166897"/>
                <a:gd name="connsiteX15" fmla="*/ 58312 w 75247"/>
                <a:gd name="connsiteY15" fmla="*/ 84160 h 166897"/>
                <a:gd name="connsiteX16" fmla="*/ 59802 w 75247"/>
                <a:gd name="connsiteY16" fmla="*/ 76225 h 166897"/>
                <a:gd name="connsiteX17" fmla="*/ 36209 w 75247"/>
                <a:gd name="connsiteY17" fmla="*/ 55145 h 166897"/>
                <a:gd name="connsiteX18" fmla="*/ 200 w 75247"/>
                <a:gd name="connsiteY18" fmla="*/ 93088 h 166897"/>
                <a:gd name="connsiteX19" fmla="*/ 4421 w 75247"/>
                <a:gd name="connsiteY19" fmla="*/ 96312 h 166897"/>
                <a:gd name="connsiteX20" fmla="*/ 8892 w 75247"/>
                <a:gd name="connsiteY20" fmla="*/ 92344 h 166897"/>
                <a:gd name="connsiteX21" fmla="*/ 35464 w 75247"/>
                <a:gd name="connsiteY21" fmla="*/ 62089 h 166897"/>
                <a:gd name="connsiteX22" fmla="*/ 41673 w 75247"/>
                <a:gd name="connsiteY22" fmla="*/ 70769 h 166897"/>
                <a:gd name="connsiteX23" fmla="*/ 33974 w 75247"/>
                <a:gd name="connsiteY23" fmla="*/ 95568 h 166897"/>
                <a:gd name="connsiteX24" fmla="*/ 18329 w 75247"/>
                <a:gd name="connsiteY24" fmla="*/ 135494 h 16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247" h="166897">
                  <a:moveTo>
                    <a:pt x="68990" y="9515"/>
                  </a:moveTo>
                  <a:cubicBezTo>
                    <a:pt x="68990" y="5547"/>
                    <a:pt x="66010" y="92"/>
                    <a:pt x="59057" y="92"/>
                  </a:cubicBezTo>
                  <a:cubicBezTo>
                    <a:pt x="52351" y="92"/>
                    <a:pt x="45149" y="6539"/>
                    <a:pt x="45149" y="13731"/>
                  </a:cubicBezTo>
                  <a:cubicBezTo>
                    <a:pt x="45149" y="17947"/>
                    <a:pt x="48378" y="23155"/>
                    <a:pt x="55083" y="23155"/>
                  </a:cubicBezTo>
                  <a:cubicBezTo>
                    <a:pt x="62285" y="23155"/>
                    <a:pt x="68990" y="16211"/>
                    <a:pt x="68990" y="9515"/>
                  </a:cubicBezTo>
                  <a:close/>
                  <a:moveTo>
                    <a:pt x="18329" y="135494"/>
                  </a:moveTo>
                  <a:cubicBezTo>
                    <a:pt x="17335" y="138718"/>
                    <a:pt x="16093" y="141694"/>
                    <a:pt x="16093" y="145910"/>
                  </a:cubicBezTo>
                  <a:cubicBezTo>
                    <a:pt x="16093" y="157565"/>
                    <a:pt x="26027" y="166989"/>
                    <a:pt x="39686" y="166989"/>
                  </a:cubicBezTo>
                  <a:cubicBezTo>
                    <a:pt x="64520" y="166989"/>
                    <a:pt x="75447" y="132766"/>
                    <a:pt x="75447" y="129046"/>
                  </a:cubicBezTo>
                  <a:cubicBezTo>
                    <a:pt x="75447" y="125823"/>
                    <a:pt x="72219" y="125823"/>
                    <a:pt x="71474" y="125823"/>
                  </a:cubicBezTo>
                  <a:cubicBezTo>
                    <a:pt x="67997" y="125823"/>
                    <a:pt x="67749" y="127311"/>
                    <a:pt x="66755" y="130038"/>
                  </a:cubicBezTo>
                  <a:cubicBezTo>
                    <a:pt x="61043" y="149878"/>
                    <a:pt x="50116" y="160045"/>
                    <a:pt x="40431" y="160045"/>
                  </a:cubicBezTo>
                  <a:cubicBezTo>
                    <a:pt x="35464" y="160045"/>
                    <a:pt x="34222" y="156821"/>
                    <a:pt x="34222" y="151366"/>
                  </a:cubicBezTo>
                  <a:cubicBezTo>
                    <a:pt x="34222" y="145662"/>
                    <a:pt x="35961" y="140950"/>
                    <a:pt x="38196" y="135494"/>
                  </a:cubicBezTo>
                  <a:cubicBezTo>
                    <a:pt x="40679" y="128799"/>
                    <a:pt x="43411" y="122103"/>
                    <a:pt x="46143" y="115655"/>
                  </a:cubicBezTo>
                  <a:cubicBezTo>
                    <a:pt x="48378" y="109703"/>
                    <a:pt x="57318" y="87136"/>
                    <a:pt x="58312" y="84160"/>
                  </a:cubicBezTo>
                  <a:cubicBezTo>
                    <a:pt x="59057" y="81680"/>
                    <a:pt x="59802" y="78705"/>
                    <a:pt x="59802" y="76225"/>
                  </a:cubicBezTo>
                  <a:cubicBezTo>
                    <a:pt x="59802" y="64569"/>
                    <a:pt x="49868" y="55145"/>
                    <a:pt x="36209" y="55145"/>
                  </a:cubicBezTo>
                  <a:cubicBezTo>
                    <a:pt x="11623" y="55145"/>
                    <a:pt x="200" y="88872"/>
                    <a:pt x="200" y="93088"/>
                  </a:cubicBezTo>
                  <a:cubicBezTo>
                    <a:pt x="200" y="96312"/>
                    <a:pt x="3676" y="96312"/>
                    <a:pt x="4421" y="96312"/>
                  </a:cubicBezTo>
                  <a:cubicBezTo>
                    <a:pt x="7898" y="96312"/>
                    <a:pt x="8146" y="95072"/>
                    <a:pt x="8892" y="92344"/>
                  </a:cubicBezTo>
                  <a:cubicBezTo>
                    <a:pt x="15348" y="71017"/>
                    <a:pt x="26275" y="62089"/>
                    <a:pt x="35464" y="62089"/>
                  </a:cubicBezTo>
                  <a:cubicBezTo>
                    <a:pt x="39438" y="62089"/>
                    <a:pt x="41673" y="64073"/>
                    <a:pt x="41673" y="70769"/>
                  </a:cubicBezTo>
                  <a:cubicBezTo>
                    <a:pt x="41673" y="76473"/>
                    <a:pt x="40183" y="80192"/>
                    <a:pt x="33974" y="95568"/>
                  </a:cubicBezTo>
                  <a:lnTo>
                    <a:pt x="18329" y="135494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E685F93-FC7B-8EB7-6612-A8D882E7A04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774354" y="5590062"/>
              <a:ext cx="176677" cy="160484"/>
            </a:xfrm>
            <a:custGeom>
              <a:avLst/>
              <a:gdLst>
                <a:gd name="connsiteX0" fmla="*/ 108409 w 176677"/>
                <a:gd name="connsiteY0" fmla="*/ 49688 h 160484"/>
                <a:gd name="connsiteX1" fmla="*/ 143532 w 176677"/>
                <a:gd name="connsiteY1" fmla="*/ 7884 h 160484"/>
                <a:gd name="connsiteX2" fmla="*/ 161271 w 176677"/>
                <a:gd name="connsiteY2" fmla="*/ 12490 h 160484"/>
                <a:gd name="connsiteX3" fmla="*/ 144241 w 176677"/>
                <a:gd name="connsiteY3" fmla="*/ 31620 h 160484"/>
                <a:gd name="connsiteX4" fmla="*/ 157723 w 176677"/>
                <a:gd name="connsiteY4" fmla="*/ 44020 h 160484"/>
                <a:gd name="connsiteX5" fmla="*/ 176881 w 176677"/>
                <a:gd name="connsiteY5" fmla="*/ 23472 h 160484"/>
                <a:gd name="connsiteX6" fmla="*/ 143887 w 176677"/>
                <a:gd name="connsiteY6" fmla="*/ 90 h 160484"/>
                <a:gd name="connsiteX7" fmla="*/ 106635 w 176677"/>
                <a:gd name="connsiteY7" fmla="*/ 27015 h 160484"/>
                <a:gd name="connsiteX8" fmla="*/ 68320 w 176677"/>
                <a:gd name="connsiteY8" fmla="*/ 90 h 160484"/>
                <a:gd name="connsiteX9" fmla="*/ 11201 w 176677"/>
                <a:gd name="connsiteY9" fmla="*/ 54648 h 160484"/>
                <a:gd name="connsiteX10" fmla="*/ 15458 w 176677"/>
                <a:gd name="connsiteY10" fmla="*/ 58191 h 160484"/>
                <a:gd name="connsiteX11" fmla="*/ 20070 w 176677"/>
                <a:gd name="connsiteY11" fmla="*/ 54294 h 160484"/>
                <a:gd name="connsiteX12" fmla="*/ 67610 w 176677"/>
                <a:gd name="connsiteY12" fmla="*/ 7884 h 160484"/>
                <a:gd name="connsiteX13" fmla="*/ 86768 w 176677"/>
                <a:gd name="connsiteY13" fmla="*/ 31620 h 160484"/>
                <a:gd name="connsiteX14" fmla="*/ 67610 w 176677"/>
                <a:gd name="connsiteY14" fmla="*/ 115937 h 160484"/>
                <a:gd name="connsiteX15" fmla="*/ 33906 w 176677"/>
                <a:gd name="connsiteY15" fmla="*/ 152781 h 160484"/>
                <a:gd name="connsiteX16" fmla="*/ 16168 w 176677"/>
                <a:gd name="connsiteY16" fmla="*/ 148176 h 160484"/>
                <a:gd name="connsiteX17" fmla="*/ 32842 w 176677"/>
                <a:gd name="connsiteY17" fmla="*/ 129045 h 160484"/>
                <a:gd name="connsiteX18" fmla="*/ 19715 w 176677"/>
                <a:gd name="connsiteY18" fmla="*/ 116646 h 160484"/>
                <a:gd name="connsiteX19" fmla="*/ 203 w 176677"/>
                <a:gd name="connsiteY19" fmla="*/ 137193 h 160484"/>
                <a:gd name="connsiteX20" fmla="*/ 33552 w 176677"/>
                <a:gd name="connsiteY20" fmla="*/ 160575 h 160484"/>
                <a:gd name="connsiteX21" fmla="*/ 70803 w 176677"/>
                <a:gd name="connsiteY21" fmla="*/ 133651 h 160484"/>
                <a:gd name="connsiteX22" fmla="*/ 109119 w 176677"/>
                <a:gd name="connsiteY22" fmla="*/ 160575 h 160484"/>
                <a:gd name="connsiteX23" fmla="*/ 165883 w 176677"/>
                <a:gd name="connsiteY23" fmla="*/ 106017 h 160484"/>
                <a:gd name="connsiteX24" fmla="*/ 161625 w 176677"/>
                <a:gd name="connsiteY24" fmla="*/ 102475 h 160484"/>
                <a:gd name="connsiteX25" fmla="*/ 157013 w 176677"/>
                <a:gd name="connsiteY25" fmla="*/ 106372 h 160484"/>
                <a:gd name="connsiteX26" fmla="*/ 109828 w 176677"/>
                <a:gd name="connsiteY26" fmla="*/ 152781 h 160484"/>
                <a:gd name="connsiteX27" fmla="*/ 90316 w 176677"/>
                <a:gd name="connsiteY27" fmla="*/ 129399 h 160484"/>
                <a:gd name="connsiteX28" fmla="*/ 96347 w 176677"/>
                <a:gd name="connsiteY28" fmla="*/ 98223 h 160484"/>
                <a:gd name="connsiteX29" fmla="*/ 108409 w 176677"/>
                <a:gd name="connsiteY29" fmla="*/ 49688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677" h="160484">
                  <a:moveTo>
                    <a:pt x="108409" y="49688"/>
                  </a:moveTo>
                  <a:cubicBezTo>
                    <a:pt x="110538" y="40477"/>
                    <a:pt x="118698" y="7884"/>
                    <a:pt x="143532" y="7884"/>
                  </a:cubicBezTo>
                  <a:cubicBezTo>
                    <a:pt x="145306" y="7884"/>
                    <a:pt x="153820" y="7884"/>
                    <a:pt x="161271" y="12490"/>
                  </a:cubicBezTo>
                  <a:cubicBezTo>
                    <a:pt x="151337" y="14261"/>
                    <a:pt x="144241" y="23118"/>
                    <a:pt x="144241" y="31620"/>
                  </a:cubicBezTo>
                  <a:cubicBezTo>
                    <a:pt x="144241" y="37289"/>
                    <a:pt x="148144" y="44020"/>
                    <a:pt x="157723" y="44020"/>
                  </a:cubicBezTo>
                  <a:cubicBezTo>
                    <a:pt x="165528" y="44020"/>
                    <a:pt x="176881" y="37643"/>
                    <a:pt x="176881" y="23472"/>
                  </a:cubicBezTo>
                  <a:cubicBezTo>
                    <a:pt x="176881" y="5050"/>
                    <a:pt x="155949" y="90"/>
                    <a:pt x="143887" y="90"/>
                  </a:cubicBezTo>
                  <a:cubicBezTo>
                    <a:pt x="123310" y="90"/>
                    <a:pt x="110893" y="18867"/>
                    <a:pt x="106635" y="27015"/>
                  </a:cubicBezTo>
                  <a:cubicBezTo>
                    <a:pt x="97766" y="3633"/>
                    <a:pt x="78608" y="90"/>
                    <a:pt x="68320" y="90"/>
                  </a:cubicBezTo>
                  <a:cubicBezTo>
                    <a:pt x="31423" y="90"/>
                    <a:pt x="11201" y="45791"/>
                    <a:pt x="11201" y="54648"/>
                  </a:cubicBezTo>
                  <a:cubicBezTo>
                    <a:pt x="11201" y="58191"/>
                    <a:pt x="14749" y="58191"/>
                    <a:pt x="15458" y="58191"/>
                  </a:cubicBezTo>
                  <a:cubicBezTo>
                    <a:pt x="18296" y="58191"/>
                    <a:pt x="19361" y="57482"/>
                    <a:pt x="20070" y="54294"/>
                  </a:cubicBezTo>
                  <a:cubicBezTo>
                    <a:pt x="32133" y="16741"/>
                    <a:pt x="55548" y="7884"/>
                    <a:pt x="67610" y="7884"/>
                  </a:cubicBezTo>
                  <a:cubicBezTo>
                    <a:pt x="74351" y="7884"/>
                    <a:pt x="86768" y="11073"/>
                    <a:pt x="86768" y="31620"/>
                  </a:cubicBezTo>
                  <a:cubicBezTo>
                    <a:pt x="86768" y="42603"/>
                    <a:pt x="80737" y="66339"/>
                    <a:pt x="67610" y="115937"/>
                  </a:cubicBezTo>
                  <a:cubicBezTo>
                    <a:pt x="61934" y="137902"/>
                    <a:pt x="49517" y="152781"/>
                    <a:pt x="33906" y="152781"/>
                  </a:cubicBezTo>
                  <a:cubicBezTo>
                    <a:pt x="31778" y="152781"/>
                    <a:pt x="23618" y="152781"/>
                    <a:pt x="16168" y="148176"/>
                  </a:cubicBezTo>
                  <a:cubicBezTo>
                    <a:pt x="25037" y="146404"/>
                    <a:pt x="32842" y="138965"/>
                    <a:pt x="32842" y="129045"/>
                  </a:cubicBezTo>
                  <a:cubicBezTo>
                    <a:pt x="32842" y="119480"/>
                    <a:pt x="25037" y="116646"/>
                    <a:pt x="19715" y="116646"/>
                  </a:cubicBezTo>
                  <a:cubicBezTo>
                    <a:pt x="9072" y="116646"/>
                    <a:pt x="203" y="125857"/>
                    <a:pt x="203" y="137193"/>
                  </a:cubicBezTo>
                  <a:cubicBezTo>
                    <a:pt x="203" y="153490"/>
                    <a:pt x="17942" y="160575"/>
                    <a:pt x="33552" y="160575"/>
                  </a:cubicBezTo>
                  <a:cubicBezTo>
                    <a:pt x="56967" y="160575"/>
                    <a:pt x="69739" y="135776"/>
                    <a:pt x="70803" y="133651"/>
                  </a:cubicBezTo>
                  <a:cubicBezTo>
                    <a:pt x="75060" y="146759"/>
                    <a:pt x="87832" y="160575"/>
                    <a:pt x="109119" y="160575"/>
                  </a:cubicBezTo>
                  <a:cubicBezTo>
                    <a:pt x="145660" y="160575"/>
                    <a:pt x="165883" y="114874"/>
                    <a:pt x="165883" y="106017"/>
                  </a:cubicBezTo>
                  <a:cubicBezTo>
                    <a:pt x="165883" y="102475"/>
                    <a:pt x="162690" y="102475"/>
                    <a:pt x="161625" y="102475"/>
                  </a:cubicBezTo>
                  <a:cubicBezTo>
                    <a:pt x="158432" y="102475"/>
                    <a:pt x="157723" y="103892"/>
                    <a:pt x="157013" y="106372"/>
                  </a:cubicBezTo>
                  <a:cubicBezTo>
                    <a:pt x="145306" y="144279"/>
                    <a:pt x="121181" y="152781"/>
                    <a:pt x="109828" y="152781"/>
                  </a:cubicBezTo>
                  <a:cubicBezTo>
                    <a:pt x="95992" y="152781"/>
                    <a:pt x="90316" y="141444"/>
                    <a:pt x="90316" y="129399"/>
                  </a:cubicBezTo>
                  <a:cubicBezTo>
                    <a:pt x="90316" y="121605"/>
                    <a:pt x="92444" y="113811"/>
                    <a:pt x="96347" y="98223"/>
                  </a:cubicBezTo>
                  <a:lnTo>
                    <a:pt x="108409" y="49688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F7E6EC5-73A5-E2DB-8050-758E7876876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978501" y="5435957"/>
              <a:ext cx="75247" cy="166897"/>
            </a:xfrm>
            <a:custGeom>
              <a:avLst/>
              <a:gdLst>
                <a:gd name="connsiteX0" fmla="*/ 68999 w 75247"/>
                <a:gd name="connsiteY0" fmla="*/ 9510 h 166897"/>
                <a:gd name="connsiteX1" fmla="*/ 59066 w 75247"/>
                <a:gd name="connsiteY1" fmla="*/ 86 h 166897"/>
                <a:gd name="connsiteX2" fmla="*/ 45158 w 75247"/>
                <a:gd name="connsiteY2" fmla="*/ 13725 h 166897"/>
                <a:gd name="connsiteX3" fmla="*/ 55092 w 75247"/>
                <a:gd name="connsiteY3" fmla="*/ 23149 h 166897"/>
                <a:gd name="connsiteX4" fmla="*/ 68999 w 75247"/>
                <a:gd name="connsiteY4" fmla="*/ 9510 h 166897"/>
                <a:gd name="connsiteX5" fmla="*/ 18338 w 75247"/>
                <a:gd name="connsiteY5" fmla="*/ 135489 h 166897"/>
                <a:gd name="connsiteX6" fmla="*/ 16102 w 75247"/>
                <a:gd name="connsiteY6" fmla="*/ 145904 h 166897"/>
                <a:gd name="connsiteX7" fmla="*/ 39695 w 75247"/>
                <a:gd name="connsiteY7" fmla="*/ 166983 h 166897"/>
                <a:gd name="connsiteX8" fmla="*/ 75456 w 75247"/>
                <a:gd name="connsiteY8" fmla="*/ 129041 h 166897"/>
                <a:gd name="connsiteX9" fmla="*/ 71483 w 75247"/>
                <a:gd name="connsiteY9" fmla="*/ 125817 h 166897"/>
                <a:gd name="connsiteX10" fmla="*/ 66764 w 75247"/>
                <a:gd name="connsiteY10" fmla="*/ 130033 h 166897"/>
                <a:gd name="connsiteX11" fmla="*/ 40440 w 75247"/>
                <a:gd name="connsiteY11" fmla="*/ 160040 h 166897"/>
                <a:gd name="connsiteX12" fmla="*/ 34231 w 75247"/>
                <a:gd name="connsiteY12" fmla="*/ 151360 h 166897"/>
                <a:gd name="connsiteX13" fmla="*/ 38205 w 75247"/>
                <a:gd name="connsiteY13" fmla="*/ 135489 h 166897"/>
                <a:gd name="connsiteX14" fmla="*/ 46152 w 75247"/>
                <a:gd name="connsiteY14" fmla="*/ 115649 h 166897"/>
                <a:gd name="connsiteX15" fmla="*/ 58321 w 75247"/>
                <a:gd name="connsiteY15" fmla="*/ 84155 h 166897"/>
                <a:gd name="connsiteX16" fmla="*/ 59811 w 75247"/>
                <a:gd name="connsiteY16" fmla="*/ 76219 h 166897"/>
                <a:gd name="connsiteX17" fmla="*/ 36218 w 75247"/>
                <a:gd name="connsiteY17" fmla="*/ 55140 h 166897"/>
                <a:gd name="connsiteX18" fmla="*/ 209 w 75247"/>
                <a:gd name="connsiteY18" fmla="*/ 93082 h 166897"/>
                <a:gd name="connsiteX19" fmla="*/ 4430 w 75247"/>
                <a:gd name="connsiteY19" fmla="*/ 96306 h 166897"/>
                <a:gd name="connsiteX20" fmla="*/ 8901 w 75247"/>
                <a:gd name="connsiteY20" fmla="*/ 92338 h 166897"/>
                <a:gd name="connsiteX21" fmla="*/ 35473 w 75247"/>
                <a:gd name="connsiteY21" fmla="*/ 62084 h 166897"/>
                <a:gd name="connsiteX22" fmla="*/ 41682 w 75247"/>
                <a:gd name="connsiteY22" fmla="*/ 70763 h 166897"/>
                <a:gd name="connsiteX23" fmla="*/ 33983 w 75247"/>
                <a:gd name="connsiteY23" fmla="*/ 95562 h 166897"/>
                <a:gd name="connsiteX24" fmla="*/ 18338 w 75247"/>
                <a:gd name="connsiteY24" fmla="*/ 135489 h 16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247" h="166897">
                  <a:moveTo>
                    <a:pt x="68999" y="9510"/>
                  </a:moveTo>
                  <a:cubicBezTo>
                    <a:pt x="68999" y="5542"/>
                    <a:pt x="66019" y="86"/>
                    <a:pt x="59066" y="86"/>
                  </a:cubicBezTo>
                  <a:cubicBezTo>
                    <a:pt x="52360" y="86"/>
                    <a:pt x="45158" y="6534"/>
                    <a:pt x="45158" y="13725"/>
                  </a:cubicBezTo>
                  <a:cubicBezTo>
                    <a:pt x="45158" y="17941"/>
                    <a:pt x="48387" y="23149"/>
                    <a:pt x="55092" y="23149"/>
                  </a:cubicBezTo>
                  <a:cubicBezTo>
                    <a:pt x="62294" y="23149"/>
                    <a:pt x="68999" y="16205"/>
                    <a:pt x="68999" y="9510"/>
                  </a:cubicBezTo>
                  <a:close/>
                  <a:moveTo>
                    <a:pt x="18338" y="135489"/>
                  </a:moveTo>
                  <a:cubicBezTo>
                    <a:pt x="17344" y="138713"/>
                    <a:pt x="16102" y="141688"/>
                    <a:pt x="16102" y="145904"/>
                  </a:cubicBezTo>
                  <a:cubicBezTo>
                    <a:pt x="16102" y="157560"/>
                    <a:pt x="26036" y="166983"/>
                    <a:pt x="39695" y="166983"/>
                  </a:cubicBezTo>
                  <a:cubicBezTo>
                    <a:pt x="64529" y="166983"/>
                    <a:pt x="75456" y="132761"/>
                    <a:pt x="75456" y="129041"/>
                  </a:cubicBezTo>
                  <a:cubicBezTo>
                    <a:pt x="75456" y="125817"/>
                    <a:pt x="72228" y="125817"/>
                    <a:pt x="71483" y="125817"/>
                  </a:cubicBezTo>
                  <a:cubicBezTo>
                    <a:pt x="68006" y="125817"/>
                    <a:pt x="67758" y="127305"/>
                    <a:pt x="66764" y="130033"/>
                  </a:cubicBezTo>
                  <a:cubicBezTo>
                    <a:pt x="61052" y="149872"/>
                    <a:pt x="50125" y="160040"/>
                    <a:pt x="40440" y="160040"/>
                  </a:cubicBezTo>
                  <a:cubicBezTo>
                    <a:pt x="35473" y="160040"/>
                    <a:pt x="34231" y="156816"/>
                    <a:pt x="34231" y="151360"/>
                  </a:cubicBezTo>
                  <a:cubicBezTo>
                    <a:pt x="34231" y="145656"/>
                    <a:pt x="35970" y="140944"/>
                    <a:pt x="38205" y="135489"/>
                  </a:cubicBezTo>
                  <a:cubicBezTo>
                    <a:pt x="40688" y="128793"/>
                    <a:pt x="43420" y="122097"/>
                    <a:pt x="46152" y="115649"/>
                  </a:cubicBezTo>
                  <a:cubicBezTo>
                    <a:pt x="48387" y="109698"/>
                    <a:pt x="57327" y="87131"/>
                    <a:pt x="58321" y="84155"/>
                  </a:cubicBezTo>
                  <a:cubicBezTo>
                    <a:pt x="59066" y="81675"/>
                    <a:pt x="59811" y="78699"/>
                    <a:pt x="59811" y="76219"/>
                  </a:cubicBezTo>
                  <a:cubicBezTo>
                    <a:pt x="59811" y="64563"/>
                    <a:pt x="49877" y="55140"/>
                    <a:pt x="36218" y="55140"/>
                  </a:cubicBezTo>
                  <a:cubicBezTo>
                    <a:pt x="11632" y="55140"/>
                    <a:pt x="209" y="88866"/>
                    <a:pt x="209" y="93082"/>
                  </a:cubicBezTo>
                  <a:cubicBezTo>
                    <a:pt x="209" y="96306"/>
                    <a:pt x="3685" y="96306"/>
                    <a:pt x="4430" y="96306"/>
                  </a:cubicBezTo>
                  <a:cubicBezTo>
                    <a:pt x="7907" y="96306"/>
                    <a:pt x="8156" y="95066"/>
                    <a:pt x="8901" y="92338"/>
                  </a:cubicBezTo>
                  <a:cubicBezTo>
                    <a:pt x="15357" y="71011"/>
                    <a:pt x="26284" y="62084"/>
                    <a:pt x="35473" y="62084"/>
                  </a:cubicBezTo>
                  <a:cubicBezTo>
                    <a:pt x="39447" y="62084"/>
                    <a:pt x="41682" y="64068"/>
                    <a:pt x="41682" y="70763"/>
                  </a:cubicBezTo>
                  <a:cubicBezTo>
                    <a:pt x="41682" y="76467"/>
                    <a:pt x="40192" y="80187"/>
                    <a:pt x="33983" y="95562"/>
                  </a:cubicBezTo>
                  <a:lnTo>
                    <a:pt x="18338" y="135489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E7FA9EE-B01C-B8AC-E678-F280A917EED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203357" y="5616632"/>
              <a:ext cx="235925" cy="82899"/>
            </a:xfrm>
            <a:custGeom>
              <a:avLst/>
              <a:gdLst>
                <a:gd name="connsiteX0" fmla="*/ 224077 w 235925"/>
                <a:gd name="connsiteY0" fmla="*/ 14261 h 82899"/>
                <a:gd name="connsiteX1" fmla="*/ 236140 w 235925"/>
                <a:gd name="connsiteY1" fmla="*/ 7176 h 82899"/>
                <a:gd name="connsiteX2" fmla="*/ 224432 w 235925"/>
                <a:gd name="connsiteY2" fmla="*/ 90 h 82899"/>
                <a:gd name="connsiteX3" fmla="*/ 11922 w 235925"/>
                <a:gd name="connsiteY3" fmla="*/ 90 h 82899"/>
                <a:gd name="connsiteX4" fmla="*/ 215 w 235925"/>
                <a:gd name="connsiteY4" fmla="*/ 7176 h 82899"/>
                <a:gd name="connsiteX5" fmla="*/ 12277 w 235925"/>
                <a:gd name="connsiteY5" fmla="*/ 14261 h 82899"/>
                <a:gd name="connsiteX6" fmla="*/ 224077 w 235925"/>
                <a:gd name="connsiteY6" fmla="*/ 14261 h 82899"/>
                <a:gd name="connsiteX7" fmla="*/ 224432 w 235925"/>
                <a:gd name="connsiteY7" fmla="*/ 82990 h 82899"/>
                <a:gd name="connsiteX8" fmla="*/ 236140 w 235925"/>
                <a:gd name="connsiteY8" fmla="*/ 75904 h 82899"/>
                <a:gd name="connsiteX9" fmla="*/ 224077 w 235925"/>
                <a:gd name="connsiteY9" fmla="*/ 68819 h 82899"/>
                <a:gd name="connsiteX10" fmla="*/ 12277 w 235925"/>
                <a:gd name="connsiteY10" fmla="*/ 68819 h 82899"/>
                <a:gd name="connsiteX11" fmla="*/ 215 w 235925"/>
                <a:gd name="connsiteY11" fmla="*/ 75904 h 82899"/>
                <a:gd name="connsiteX12" fmla="*/ 11922 w 235925"/>
                <a:gd name="connsiteY12" fmla="*/ 82990 h 82899"/>
                <a:gd name="connsiteX13" fmla="*/ 224432 w 235925"/>
                <a:gd name="connsiteY13" fmla="*/ 82990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925" h="82899">
                  <a:moveTo>
                    <a:pt x="224077" y="14261"/>
                  </a:moveTo>
                  <a:cubicBezTo>
                    <a:pt x="229399" y="14261"/>
                    <a:pt x="236140" y="14261"/>
                    <a:pt x="236140" y="7176"/>
                  </a:cubicBezTo>
                  <a:cubicBezTo>
                    <a:pt x="236140" y="90"/>
                    <a:pt x="229399" y="90"/>
                    <a:pt x="224432" y="90"/>
                  </a:cubicBezTo>
                  <a:lnTo>
                    <a:pt x="11922" y="90"/>
                  </a:lnTo>
                  <a:cubicBezTo>
                    <a:pt x="6955" y="90"/>
                    <a:pt x="215" y="90"/>
                    <a:pt x="215" y="7176"/>
                  </a:cubicBezTo>
                  <a:cubicBezTo>
                    <a:pt x="215" y="14261"/>
                    <a:pt x="6955" y="14261"/>
                    <a:pt x="12277" y="14261"/>
                  </a:cubicBezTo>
                  <a:lnTo>
                    <a:pt x="224077" y="14261"/>
                  </a:lnTo>
                  <a:close/>
                  <a:moveTo>
                    <a:pt x="224432" y="82990"/>
                  </a:moveTo>
                  <a:cubicBezTo>
                    <a:pt x="229399" y="82990"/>
                    <a:pt x="236140" y="82990"/>
                    <a:pt x="236140" y="75904"/>
                  </a:cubicBezTo>
                  <a:cubicBezTo>
                    <a:pt x="236140" y="68819"/>
                    <a:pt x="229399" y="68819"/>
                    <a:pt x="224077" y="68819"/>
                  </a:cubicBezTo>
                  <a:lnTo>
                    <a:pt x="12277" y="68819"/>
                  </a:lnTo>
                  <a:cubicBezTo>
                    <a:pt x="6955" y="68819"/>
                    <a:pt x="215" y="68819"/>
                    <a:pt x="215" y="75904"/>
                  </a:cubicBezTo>
                  <a:cubicBezTo>
                    <a:pt x="215" y="82990"/>
                    <a:pt x="6955" y="82990"/>
                    <a:pt x="11922" y="82990"/>
                  </a:cubicBezTo>
                  <a:lnTo>
                    <a:pt x="224432" y="82990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CA70C88-F9E8-108D-C01E-2BB56A2686B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0572164" y="5590062"/>
              <a:ext cx="162486" cy="160484"/>
            </a:xfrm>
            <a:custGeom>
              <a:avLst/>
              <a:gdLst>
                <a:gd name="connsiteX0" fmla="*/ 118365 w 162486"/>
                <a:gd name="connsiteY0" fmla="*/ 22764 h 160484"/>
                <a:gd name="connsiteX1" fmla="*/ 85726 w 162486"/>
                <a:gd name="connsiteY1" fmla="*/ 90 h 160484"/>
                <a:gd name="connsiteX2" fmla="*/ 225 w 162486"/>
                <a:gd name="connsiteY2" fmla="*/ 103892 h 160484"/>
                <a:gd name="connsiteX3" fmla="*/ 47410 w 162486"/>
                <a:gd name="connsiteY3" fmla="*/ 160575 h 160484"/>
                <a:gd name="connsiteX4" fmla="*/ 93531 w 162486"/>
                <a:gd name="connsiteY4" fmla="*/ 134005 h 160484"/>
                <a:gd name="connsiteX5" fmla="*/ 125815 w 162486"/>
                <a:gd name="connsiteY5" fmla="*/ 160575 h 160484"/>
                <a:gd name="connsiteX6" fmla="*/ 152069 w 162486"/>
                <a:gd name="connsiteY6" fmla="*/ 141090 h 160484"/>
                <a:gd name="connsiteX7" fmla="*/ 162712 w 162486"/>
                <a:gd name="connsiteY7" fmla="*/ 106017 h 160484"/>
                <a:gd name="connsiteX8" fmla="*/ 158455 w 162486"/>
                <a:gd name="connsiteY8" fmla="*/ 102475 h 160484"/>
                <a:gd name="connsiteX9" fmla="*/ 153488 w 162486"/>
                <a:gd name="connsiteY9" fmla="*/ 108852 h 160484"/>
                <a:gd name="connsiteX10" fmla="*/ 126525 w 162486"/>
                <a:gd name="connsiteY10" fmla="*/ 152781 h 160484"/>
                <a:gd name="connsiteX11" fmla="*/ 115882 w 162486"/>
                <a:gd name="connsiteY11" fmla="*/ 136485 h 160484"/>
                <a:gd name="connsiteX12" fmla="*/ 120494 w 162486"/>
                <a:gd name="connsiteY12" fmla="*/ 110269 h 160484"/>
                <a:gd name="connsiteX13" fmla="*/ 128299 w 162486"/>
                <a:gd name="connsiteY13" fmla="*/ 78384 h 160484"/>
                <a:gd name="connsiteX14" fmla="*/ 141071 w 162486"/>
                <a:gd name="connsiteY14" fmla="*/ 28786 h 160484"/>
                <a:gd name="connsiteX15" fmla="*/ 143554 w 162486"/>
                <a:gd name="connsiteY15" fmla="*/ 16741 h 160484"/>
                <a:gd name="connsiteX16" fmla="*/ 133266 w 162486"/>
                <a:gd name="connsiteY16" fmla="*/ 7176 h 160484"/>
                <a:gd name="connsiteX17" fmla="*/ 118365 w 162486"/>
                <a:gd name="connsiteY17" fmla="*/ 22764 h 160484"/>
                <a:gd name="connsiteX18" fmla="*/ 95305 w 162486"/>
                <a:gd name="connsiteY18" fmla="*/ 114520 h 160484"/>
                <a:gd name="connsiteX19" fmla="*/ 88209 w 162486"/>
                <a:gd name="connsiteY19" fmla="*/ 127628 h 160484"/>
                <a:gd name="connsiteX20" fmla="*/ 48120 w 162486"/>
                <a:gd name="connsiteY20" fmla="*/ 152781 h 160484"/>
                <a:gd name="connsiteX21" fmla="*/ 25414 w 162486"/>
                <a:gd name="connsiteY21" fmla="*/ 119480 h 160484"/>
                <a:gd name="connsiteX22" fmla="*/ 44927 w 162486"/>
                <a:gd name="connsiteY22" fmla="*/ 41894 h 160484"/>
                <a:gd name="connsiteX23" fmla="*/ 86081 w 162486"/>
                <a:gd name="connsiteY23" fmla="*/ 7884 h 160484"/>
                <a:gd name="connsiteX24" fmla="*/ 114108 w 162486"/>
                <a:gd name="connsiteY24" fmla="*/ 39060 h 160484"/>
                <a:gd name="connsiteX25" fmla="*/ 113044 w 162486"/>
                <a:gd name="connsiteY25" fmla="*/ 45083 h 160484"/>
                <a:gd name="connsiteX26" fmla="*/ 95305 w 162486"/>
                <a:gd name="connsiteY26" fmla="*/ 114520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486" h="160484">
                  <a:moveTo>
                    <a:pt x="118365" y="22764"/>
                  </a:moveTo>
                  <a:cubicBezTo>
                    <a:pt x="111979" y="9655"/>
                    <a:pt x="101691" y="90"/>
                    <a:pt x="85726" y="90"/>
                  </a:cubicBezTo>
                  <a:cubicBezTo>
                    <a:pt x="44217" y="90"/>
                    <a:pt x="225" y="52168"/>
                    <a:pt x="225" y="103892"/>
                  </a:cubicBezTo>
                  <a:cubicBezTo>
                    <a:pt x="225" y="137193"/>
                    <a:pt x="19738" y="160575"/>
                    <a:pt x="47410" y="160575"/>
                  </a:cubicBezTo>
                  <a:cubicBezTo>
                    <a:pt x="54506" y="160575"/>
                    <a:pt x="72244" y="159158"/>
                    <a:pt x="93531" y="134005"/>
                  </a:cubicBezTo>
                  <a:cubicBezTo>
                    <a:pt x="96369" y="148884"/>
                    <a:pt x="108786" y="160575"/>
                    <a:pt x="125815" y="160575"/>
                  </a:cubicBezTo>
                  <a:cubicBezTo>
                    <a:pt x="138233" y="160575"/>
                    <a:pt x="146392" y="152427"/>
                    <a:pt x="152069" y="141090"/>
                  </a:cubicBezTo>
                  <a:cubicBezTo>
                    <a:pt x="158100" y="128336"/>
                    <a:pt x="162712" y="106726"/>
                    <a:pt x="162712" y="106017"/>
                  </a:cubicBezTo>
                  <a:cubicBezTo>
                    <a:pt x="162712" y="102475"/>
                    <a:pt x="159519" y="102475"/>
                    <a:pt x="158455" y="102475"/>
                  </a:cubicBezTo>
                  <a:cubicBezTo>
                    <a:pt x="154907" y="102475"/>
                    <a:pt x="154552" y="103892"/>
                    <a:pt x="153488" y="108852"/>
                  </a:cubicBezTo>
                  <a:cubicBezTo>
                    <a:pt x="147457" y="131879"/>
                    <a:pt x="141071" y="152781"/>
                    <a:pt x="126525" y="152781"/>
                  </a:cubicBezTo>
                  <a:cubicBezTo>
                    <a:pt x="116946" y="152781"/>
                    <a:pt x="115882" y="143570"/>
                    <a:pt x="115882" y="136485"/>
                  </a:cubicBezTo>
                  <a:cubicBezTo>
                    <a:pt x="115882" y="128691"/>
                    <a:pt x="116591" y="125857"/>
                    <a:pt x="120494" y="110269"/>
                  </a:cubicBezTo>
                  <a:cubicBezTo>
                    <a:pt x="124396" y="95389"/>
                    <a:pt x="125106" y="91847"/>
                    <a:pt x="128299" y="78384"/>
                  </a:cubicBezTo>
                  <a:lnTo>
                    <a:pt x="141071" y="28786"/>
                  </a:lnTo>
                  <a:cubicBezTo>
                    <a:pt x="143554" y="18867"/>
                    <a:pt x="143554" y="18158"/>
                    <a:pt x="143554" y="16741"/>
                  </a:cubicBezTo>
                  <a:cubicBezTo>
                    <a:pt x="143554" y="10718"/>
                    <a:pt x="139297" y="7176"/>
                    <a:pt x="133266" y="7176"/>
                  </a:cubicBezTo>
                  <a:cubicBezTo>
                    <a:pt x="124751" y="7176"/>
                    <a:pt x="119429" y="14970"/>
                    <a:pt x="118365" y="22764"/>
                  </a:cubicBezTo>
                  <a:close/>
                  <a:moveTo>
                    <a:pt x="95305" y="114520"/>
                  </a:moveTo>
                  <a:cubicBezTo>
                    <a:pt x="93531" y="120897"/>
                    <a:pt x="93531" y="121605"/>
                    <a:pt x="88209" y="127628"/>
                  </a:cubicBezTo>
                  <a:cubicBezTo>
                    <a:pt x="72599" y="147113"/>
                    <a:pt x="58053" y="152781"/>
                    <a:pt x="48120" y="152781"/>
                  </a:cubicBezTo>
                  <a:cubicBezTo>
                    <a:pt x="30381" y="152781"/>
                    <a:pt x="25414" y="133296"/>
                    <a:pt x="25414" y="119480"/>
                  </a:cubicBezTo>
                  <a:cubicBezTo>
                    <a:pt x="25414" y="101766"/>
                    <a:pt x="36767" y="58191"/>
                    <a:pt x="44927" y="41894"/>
                  </a:cubicBezTo>
                  <a:cubicBezTo>
                    <a:pt x="55925" y="20992"/>
                    <a:pt x="71890" y="7884"/>
                    <a:pt x="86081" y="7884"/>
                  </a:cubicBezTo>
                  <a:cubicBezTo>
                    <a:pt x="109141" y="7884"/>
                    <a:pt x="114108" y="36934"/>
                    <a:pt x="114108" y="39060"/>
                  </a:cubicBezTo>
                  <a:cubicBezTo>
                    <a:pt x="114108" y="41186"/>
                    <a:pt x="113398" y="43311"/>
                    <a:pt x="113044" y="45083"/>
                  </a:cubicBezTo>
                  <a:lnTo>
                    <a:pt x="95305" y="114520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DD7AA3B-1C5D-7A9A-24DA-CEFB583DAD3B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758417" y="5635125"/>
              <a:ext cx="115230" cy="169625"/>
            </a:xfrm>
            <a:custGeom>
              <a:avLst/>
              <a:gdLst>
                <a:gd name="connsiteX0" fmla="*/ 115461 w 115230"/>
                <a:gd name="connsiteY0" fmla="*/ 85648 h 169625"/>
                <a:gd name="connsiteX1" fmla="*/ 100809 w 115230"/>
                <a:gd name="connsiteY1" fmla="*/ 21419 h 169625"/>
                <a:gd name="connsiteX2" fmla="*/ 57846 w 115230"/>
                <a:gd name="connsiteY2" fmla="*/ 92 h 169625"/>
                <a:gd name="connsiteX3" fmla="*/ 230 w 115230"/>
                <a:gd name="connsiteY3" fmla="*/ 85648 h 169625"/>
                <a:gd name="connsiteX4" fmla="*/ 57846 w 115230"/>
                <a:gd name="connsiteY4" fmla="*/ 169717 h 169625"/>
                <a:gd name="connsiteX5" fmla="*/ 115461 w 115230"/>
                <a:gd name="connsiteY5" fmla="*/ 85648 h 169625"/>
                <a:gd name="connsiteX6" fmla="*/ 57846 w 115230"/>
                <a:gd name="connsiteY6" fmla="*/ 162773 h 169625"/>
                <a:gd name="connsiteX7" fmla="*/ 26306 w 115230"/>
                <a:gd name="connsiteY7" fmla="*/ 135742 h 169625"/>
                <a:gd name="connsiteX8" fmla="*/ 22830 w 115230"/>
                <a:gd name="connsiteY8" fmla="*/ 82424 h 169625"/>
                <a:gd name="connsiteX9" fmla="*/ 26555 w 115230"/>
                <a:gd name="connsiteY9" fmla="*/ 31834 h 169625"/>
                <a:gd name="connsiteX10" fmla="*/ 57846 w 115230"/>
                <a:gd name="connsiteY10" fmla="*/ 7035 h 169625"/>
                <a:gd name="connsiteX11" fmla="*/ 88640 w 115230"/>
                <a:gd name="connsiteY11" fmla="*/ 29602 h 169625"/>
                <a:gd name="connsiteX12" fmla="*/ 92862 w 115230"/>
                <a:gd name="connsiteY12" fmla="*/ 82424 h 169625"/>
                <a:gd name="connsiteX13" fmla="*/ 89634 w 115230"/>
                <a:gd name="connsiteY13" fmla="*/ 134750 h 169625"/>
                <a:gd name="connsiteX14" fmla="*/ 57846 w 115230"/>
                <a:gd name="connsiteY14" fmla="*/ 162773 h 16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230" h="169625">
                  <a:moveTo>
                    <a:pt x="115461" y="85648"/>
                  </a:moveTo>
                  <a:cubicBezTo>
                    <a:pt x="115461" y="58369"/>
                    <a:pt x="112233" y="38778"/>
                    <a:pt x="100809" y="21419"/>
                  </a:cubicBezTo>
                  <a:cubicBezTo>
                    <a:pt x="93110" y="10011"/>
                    <a:pt x="77713" y="92"/>
                    <a:pt x="57846" y="92"/>
                  </a:cubicBezTo>
                  <a:cubicBezTo>
                    <a:pt x="230" y="92"/>
                    <a:pt x="230" y="67793"/>
                    <a:pt x="230" y="85648"/>
                  </a:cubicBezTo>
                  <a:cubicBezTo>
                    <a:pt x="230" y="103503"/>
                    <a:pt x="230" y="169717"/>
                    <a:pt x="57846" y="169717"/>
                  </a:cubicBezTo>
                  <a:cubicBezTo>
                    <a:pt x="115461" y="169717"/>
                    <a:pt x="115461" y="103504"/>
                    <a:pt x="115461" y="85648"/>
                  </a:cubicBezTo>
                  <a:close/>
                  <a:moveTo>
                    <a:pt x="57846" y="162773"/>
                  </a:moveTo>
                  <a:cubicBezTo>
                    <a:pt x="46422" y="162773"/>
                    <a:pt x="31273" y="156077"/>
                    <a:pt x="26306" y="135742"/>
                  </a:cubicBezTo>
                  <a:cubicBezTo>
                    <a:pt x="22830" y="121111"/>
                    <a:pt x="22830" y="100776"/>
                    <a:pt x="22830" y="82424"/>
                  </a:cubicBezTo>
                  <a:cubicBezTo>
                    <a:pt x="22830" y="64321"/>
                    <a:pt x="22830" y="45474"/>
                    <a:pt x="26555" y="31834"/>
                  </a:cubicBezTo>
                  <a:cubicBezTo>
                    <a:pt x="31770" y="12243"/>
                    <a:pt x="47664" y="7035"/>
                    <a:pt x="57846" y="7035"/>
                  </a:cubicBezTo>
                  <a:cubicBezTo>
                    <a:pt x="71256" y="7035"/>
                    <a:pt x="84170" y="15219"/>
                    <a:pt x="88640" y="29602"/>
                  </a:cubicBezTo>
                  <a:cubicBezTo>
                    <a:pt x="92614" y="42994"/>
                    <a:pt x="92862" y="60849"/>
                    <a:pt x="92862" y="82424"/>
                  </a:cubicBezTo>
                  <a:cubicBezTo>
                    <a:pt x="92862" y="100776"/>
                    <a:pt x="92862" y="119127"/>
                    <a:pt x="89634" y="134750"/>
                  </a:cubicBezTo>
                  <a:cubicBezTo>
                    <a:pt x="84667" y="157317"/>
                    <a:pt x="67780" y="162773"/>
                    <a:pt x="57846" y="162773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4E188F2-C457-4E14-68B7-D3FE01831816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1003364" y="5540110"/>
              <a:ext cx="235925" cy="235944"/>
            </a:xfrm>
            <a:custGeom>
              <a:avLst/>
              <a:gdLst>
                <a:gd name="connsiteX0" fmla="*/ 125473 w 235925"/>
                <a:gd name="connsiteY0" fmla="*/ 125148 h 235944"/>
                <a:gd name="connsiteX1" fmla="*/ 224455 w 235925"/>
                <a:gd name="connsiteY1" fmla="*/ 125148 h 235944"/>
                <a:gd name="connsiteX2" fmla="*/ 236162 w 235925"/>
                <a:gd name="connsiteY2" fmla="*/ 118063 h 235944"/>
                <a:gd name="connsiteX3" fmla="*/ 224455 w 235925"/>
                <a:gd name="connsiteY3" fmla="*/ 110977 h 235944"/>
                <a:gd name="connsiteX4" fmla="*/ 125473 w 235925"/>
                <a:gd name="connsiteY4" fmla="*/ 110977 h 235944"/>
                <a:gd name="connsiteX5" fmla="*/ 125473 w 235925"/>
                <a:gd name="connsiteY5" fmla="*/ 11781 h 235944"/>
                <a:gd name="connsiteX6" fmla="*/ 118377 w 235925"/>
                <a:gd name="connsiteY6" fmla="*/ 90 h 235944"/>
                <a:gd name="connsiteX7" fmla="*/ 111282 w 235925"/>
                <a:gd name="connsiteY7" fmla="*/ 11781 h 235944"/>
                <a:gd name="connsiteX8" fmla="*/ 111282 w 235925"/>
                <a:gd name="connsiteY8" fmla="*/ 110977 h 235944"/>
                <a:gd name="connsiteX9" fmla="*/ 11945 w 235925"/>
                <a:gd name="connsiteY9" fmla="*/ 110977 h 235944"/>
                <a:gd name="connsiteX10" fmla="*/ 237 w 235925"/>
                <a:gd name="connsiteY10" fmla="*/ 118063 h 235944"/>
                <a:gd name="connsiteX11" fmla="*/ 11945 w 235925"/>
                <a:gd name="connsiteY11" fmla="*/ 125148 h 235944"/>
                <a:gd name="connsiteX12" fmla="*/ 111282 w 235925"/>
                <a:gd name="connsiteY12" fmla="*/ 125148 h 235944"/>
                <a:gd name="connsiteX13" fmla="*/ 111282 w 235925"/>
                <a:gd name="connsiteY13" fmla="*/ 224344 h 235944"/>
                <a:gd name="connsiteX14" fmla="*/ 118377 w 235925"/>
                <a:gd name="connsiteY14" fmla="*/ 236035 h 235944"/>
                <a:gd name="connsiteX15" fmla="*/ 125473 w 235925"/>
                <a:gd name="connsiteY15" fmla="*/ 224344 h 235944"/>
                <a:gd name="connsiteX16" fmla="*/ 125473 w 235925"/>
                <a:gd name="connsiteY16" fmla="*/ 125148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925" h="235944">
                  <a:moveTo>
                    <a:pt x="125473" y="125148"/>
                  </a:moveTo>
                  <a:lnTo>
                    <a:pt x="224455" y="125148"/>
                  </a:lnTo>
                  <a:cubicBezTo>
                    <a:pt x="229422" y="125148"/>
                    <a:pt x="236162" y="125148"/>
                    <a:pt x="236162" y="118063"/>
                  </a:cubicBezTo>
                  <a:cubicBezTo>
                    <a:pt x="236162" y="110977"/>
                    <a:pt x="229422" y="110977"/>
                    <a:pt x="224455" y="110977"/>
                  </a:cubicBezTo>
                  <a:lnTo>
                    <a:pt x="125473" y="110977"/>
                  </a:lnTo>
                  <a:lnTo>
                    <a:pt x="125473" y="11781"/>
                  </a:lnTo>
                  <a:cubicBezTo>
                    <a:pt x="125473" y="6821"/>
                    <a:pt x="125473" y="90"/>
                    <a:pt x="118377" y="90"/>
                  </a:cubicBezTo>
                  <a:cubicBezTo>
                    <a:pt x="111282" y="90"/>
                    <a:pt x="111282" y="6821"/>
                    <a:pt x="111282" y="11781"/>
                  </a:cubicBezTo>
                  <a:lnTo>
                    <a:pt x="111282" y="110977"/>
                  </a:lnTo>
                  <a:lnTo>
                    <a:pt x="11945" y="110977"/>
                  </a:lnTo>
                  <a:cubicBezTo>
                    <a:pt x="6978" y="110977"/>
                    <a:pt x="237" y="110977"/>
                    <a:pt x="237" y="118063"/>
                  </a:cubicBezTo>
                  <a:cubicBezTo>
                    <a:pt x="237" y="125148"/>
                    <a:pt x="6978" y="125148"/>
                    <a:pt x="11945" y="125148"/>
                  </a:cubicBezTo>
                  <a:lnTo>
                    <a:pt x="111282" y="125148"/>
                  </a:lnTo>
                  <a:lnTo>
                    <a:pt x="111282" y="224344"/>
                  </a:lnTo>
                  <a:cubicBezTo>
                    <a:pt x="111282" y="229304"/>
                    <a:pt x="111282" y="236035"/>
                    <a:pt x="118377" y="236035"/>
                  </a:cubicBezTo>
                  <a:cubicBezTo>
                    <a:pt x="125473" y="236035"/>
                    <a:pt x="125473" y="229304"/>
                    <a:pt x="125473" y="224344"/>
                  </a:cubicBezTo>
                  <a:lnTo>
                    <a:pt x="125473" y="125148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807AC67-8769-9BD5-39D3-6245C6C10D86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1352461" y="5590062"/>
              <a:ext cx="162486" cy="160484"/>
            </a:xfrm>
            <a:custGeom>
              <a:avLst/>
              <a:gdLst>
                <a:gd name="connsiteX0" fmla="*/ 118387 w 162486"/>
                <a:gd name="connsiteY0" fmla="*/ 22764 h 160484"/>
                <a:gd name="connsiteX1" fmla="*/ 85748 w 162486"/>
                <a:gd name="connsiteY1" fmla="*/ 90 h 160484"/>
                <a:gd name="connsiteX2" fmla="*/ 247 w 162486"/>
                <a:gd name="connsiteY2" fmla="*/ 103892 h 160484"/>
                <a:gd name="connsiteX3" fmla="*/ 47432 w 162486"/>
                <a:gd name="connsiteY3" fmla="*/ 160575 h 160484"/>
                <a:gd name="connsiteX4" fmla="*/ 93553 w 162486"/>
                <a:gd name="connsiteY4" fmla="*/ 134005 h 160484"/>
                <a:gd name="connsiteX5" fmla="*/ 125837 w 162486"/>
                <a:gd name="connsiteY5" fmla="*/ 160575 h 160484"/>
                <a:gd name="connsiteX6" fmla="*/ 152091 w 162486"/>
                <a:gd name="connsiteY6" fmla="*/ 141090 h 160484"/>
                <a:gd name="connsiteX7" fmla="*/ 162734 w 162486"/>
                <a:gd name="connsiteY7" fmla="*/ 106017 h 160484"/>
                <a:gd name="connsiteX8" fmla="*/ 158477 w 162486"/>
                <a:gd name="connsiteY8" fmla="*/ 102475 h 160484"/>
                <a:gd name="connsiteX9" fmla="*/ 153510 w 162486"/>
                <a:gd name="connsiteY9" fmla="*/ 108852 h 160484"/>
                <a:gd name="connsiteX10" fmla="*/ 126547 w 162486"/>
                <a:gd name="connsiteY10" fmla="*/ 152781 h 160484"/>
                <a:gd name="connsiteX11" fmla="*/ 115904 w 162486"/>
                <a:gd name="connsiteY11" fmla="*/ 136485 h 160484"/>
                <a:gd name="connsiteX12" fmla="*/ 120516 w 162486"/>
                <a:gd name="connsiteY12" fmla="*/ 110269 h 160484"/>
                <a:gd name="connsiteX13" fmla="*/ 128321 w 162486"/>
                <a:gd name="connsiteY13" fmla="*/ 78384 h 160484"/>
                <a:gd name="connsiteX14" fmla="*/ 141093 w 162486"/>
                <a:gd name="connsiteY14" fmla="*/ 28786 h 160484"/>
                <a:gd name="connsiteX15" fmla="*/ 143576 w 162486"/>
                <a:gd name="connsiteY15" fmla="*/ 16741 h 160484"/>
                <a:gd name="connsiteX16" fmla="*/ 133288 w 162486"/>
                <a:gd name="connsiteY16" fmla="*/ 7176 h 160484"/>
                <a:gd name="connsiteX17" fmla="*/ 118387 w 162486"/>
                <a:gd name="connsiteY17" fmla="*/ 22764 h 160484"/>
                <a:gd name="connsiteX18" fmla="*/ 95327 w 162486"/>
                <a:gd name="connsiteY18" fmla="*/ 114520 h 160484"/>
                <a:gd name="connsiteX19" fmla="*/ 88231 w 162486"/>
                <a:gd name="connsiteY19" fmla="*/ 127628 h 160484"/>
                <a:gd name="connsiteX20" fmla="*/ 48142 w 162486"/>
                <a:gd name="connsiteY20" fmla="*/ 152781 h 160484"/>
                <a:gd name="connsiteX21" fmla="*/ 25436 w 162486"/>
                <a:gd name="connsiteY21" fmla="*/ 119480 h 160484"/>
                <a:gd name="connsiteX22" fmla="*/ 44949 w 162486"/>
                <a:gd name="connsiteY22" fmla="*/ 41894 h 160484"/>
                <a:gd name="connsiteX23" fmla="*/ 86103 w 162486"/>
                <a:gd name="connsiteY23" fmla="*/ 7884 h 160484"/>
                <a:gd name="connsiteX24" fmla="*/ 114130 w 162486"/>
                <a:gd name="connsiteY24" fmla="*/ 39060 h 160484"/>
                <a:gd name="connsiteX25" fmla="*/ 113065 w 162486"/>
                <a:gd name="connsiteY25" fmla="*/ 45083 h 160484"/>
                <a:gd name="connsiteX26" fmla="*/ 95327 w 162486"/>
                <a:gd name="connsiteY26" fmla="*/ 114520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486" h="160484">
                  <a:moveTo>
                    <a:pt x="118387" y="22764"/>
                  </a:moveTo>
                  <a:cubicBezTo>
                    <a:pt x="112001" y="9655"/>
                    <a:pt x="101713" y="90"/>
                    <a:pt x="85748" y="90"/>
                  </a:cubicBezTo>
                  <a:cubicBezTo>
                    <a:pt x="44239" y="90"/>
                    <a:pt x="247" y="52168"/>
                    <a:pt x="247" y="103892"/>
                  </a:cubicBezTo>
                  <a:cubicBezTo>
                    <a:pt x="247" y="137193"/>
                    <a:pt x="19760" y="160575"/>
                    <a:pt x="47432" y="160575"/>
                  </a:cubicBezTo>
                  <a:cubicBezTo>
                    <a:pt x="54528" y="160575"/>
                    <a:pt x="72266" y="159158"/>
                    <a:pt x="93553" y="134005"/>
                  </a:cubicBezTo>
                  <a:cubicBezTo>
                    <a:pt x="96391" y="148884"/>
                    <a:pt x="108808" y="160575"/>
                    <a:pt x="125837" y="160575"/>
                  </a:cubicBezTo>
                  <a:cubicBezTo>
                    <a:pt x="138254" y="160575"/>
                    <a:pt x="146414" y="152427"/>
                    <a:pt x="152091" y="141090"/>
                  </a:cubicBezTo>
                  <a:cubicBezTo>
                    <a:pt x="158122" y="128336"/>
                    <a:pt x="162734" y="106726"/>
                    <a:pt x="162734" y="106017"/>
                  </a:cubicBezTo>
                  <a:cubicBezTo>
                    <a:pt x="162734" y="102475"/>
                    <a:pt x="159541" y="102475"/>
                    <a:pt x="158477" y="102475"/>
                  </a:cubicBezTo>
                  <a:cubicBezTo>
                    <a:pt x="154929" y="102475"/>
                    <a:pt x="154574" y="103892"/>
                    <a:pt x="153510" y="108852"/>
                  </a:cubicBezTo>
                  <a:cubicBezTo>
                    <a:pt x="147479" y="131879"/>
                    <a:pt x="141093" y="152781"/>
                    <a:pt x="126547" y="152781"/>
                  </a:cubicBezTo>
                  <a:cubicBezTo>
                    <a:pt x="116968" y="152781"/>
                    <a:pt x="115904" y="143570"/>
                    <a:pt x="115904" y="136485"/>
                  </a:cubicBezTo>
                  <a:cubicBezTo>
                    <a:pt x="115904" y="128691"/>
                    <a:pt x="116613" y="125857"/>
                    <a:pt x="120516" y="110269"/>
                  </a:cubicBezTo>
                  <a:cubicBezTo>
                    <a:pt x="124418" y="95389"/>
                    <a:pt x="125128" y="91847"/>
                    <a:pt x="128321" y="78384"/>
                  </a:cubicBezTo>
                  <a:lnTo>
                    <a:pt x="141093" y="28786"/>
                  </a:lnTo>
                  <a:cubicBezTo>
                    <a:pt x="143576" y="18867"/>
                    <a:pt x="143576" y="18158"/>
                    <a:pt x="143576" y="16741"/>
                  </a:cubicBezTo>
                  <a:cubicBezTo>
                    <a:pt x="143576" y="10718"/>
                    <a:pt x="139319" y="7176"/>
                    <a:pt x="133288" y="7176"/>
                  </a:cubicBezTo>
                  <a:cubicBezTo>
                    <a:pt x="124773" y="7176"/>
                    <a:pt x="119451" y="14970"/>
                    <a:pt x="118387" y="22764"/>
                  </a:cubicBezTo>
                  <a:close/>
                  <a:moveTo>
                    <a:pt x="95327" y="114520"/>
                  </a:moveTo>
                  <a:cubicBezTo>
                    <a:pt x="93553" y="120897"/>
                    <a:pt x="93553" y="121605"/>
                    <a:pt x="88231" y="127628"/>
                  </a:cubicBezTo>
                  <a:cubicBezTo>
                    <a:pt x="72621" y="147113"/>
                    <a:pt x="58075" y="152781"/>
                    <a:pt x="48142" y="152781"/>
                  </a:cubicBezTo>
                  <a:cubicBezTo>
                    <a:pt x="30403" y="152781"/>
                    <a:pt x="25436" y="133296"/>
                    <a:pt x="25436" y="119480"/>
                  </a:cubicBezTo>
                  <a:cubicBezTo>
                    <a:pt x="25436" y="101766"/>
                    <a:pt x="36789" y="58191"/>
                    <a:pt x="44949" y="41894"/>
                  </a:cubicBezTo>
                  <a:cubicBezTo>
                    <a:pt x="55947" y="20992"/>
                    <a:pt x="71912" y="7884"/>
                    <a:pt x="86103" y="7884"/>
                  </a:cubicBezTo>
                  <a:cubicBezTo>
                    <a:pt x="109163" y="7884"/>
                    <a:pt x="114130" y="36934"/>
                    <a:pt x="114130" y="39060"/>
                  </a:cubicBezTo>
                  <a:cubicBezTo>
                    <a:pt x="114130" y="41186"/>
                    <a:pt x="113420" y="43311"/>
                    <a:pt x="113065" y="45083"/>
                  </a:cubicBezTo>
                  <a:lnTo>
                    <a:pt x="95327" y="114520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D4BFB4F-3ADF-A5BC-0C8F-760C2DF3CA2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1552870" y="5635125"/>
              <a:ext cx="90396" cy="164665"/>
            </a:xfrm>
            <a:custGeom>
              <a:avLst/>
              <a:gdLst>
                <a:gd name="connsiteX0" fmla="*/ 56378 w 90396"/>
                <a:gd name="connsiteY0" fmla="*/ 7035 h 164665"/>
                <a:gd name="connsiteX1" fmla="*/ 48927 w 90396"/>
                <a:gd name="connsiteY1" fmla="*/ 92 h 164665"/>
                <a:gd name="connsiteX2" fmla="*/ 252 w 90396"/>
                <a:gd name="connsiteY2" fmla="*/ 15963 h 164665"/>
                <a:gd name="connsiteX3" fmla="*/ 252 w 90396"/>
                <a:gd name="connsiteY3" fmla="*/ 24891 h 164665"/>
                <a:gd name="connsiteX4" fmla="*/ 36262 w 90396"/>
                <a:gd name="connsiteY4" fmla="*/ 17947 h 164665"/>
                <a:gd name="connsiteX5" fmla="*/ 36262 w 90396"/>
                <a:gd name="connsiteY5" fmla="*/ 144422 h 164665"/>
                <a:gd name="connsiteX6" fmla="*/ 11428 w 90396"/>
                <a:gd name="connsiteY6" fmla="*/ 155829 h 164665"/>
                <a:gd name="connsiteX7" fmla="*/ 1991 w 90396"/>
                <a:gd name="connsiteY7" fmla="*/ 155829 h 164665"/>
                <a:gd name="connsiteX8" fmla="*/ 1991 w 90396"/>
                <a:gd name="connsiteY8" fmla="*/ 164757 h 164665"/>
                <a:gd name="connsiteX9" fmla="*/ 46196 w 90396"/>
                <a:gd name="connsiteY9" fmla="*/ 163765 h 164665"/>
                <a:gd name="connsiteX10" fmla="*/ 90649 w 90396"/>
                <a:gd name="connsiteY10" fmla="*/ 164757 h 164665"/>
                <a:gd name="connsiteX11" fmla="*/ 90649 w 90396"/>
                <a:gd name="connsiteY11" fmla="*/ 155829 h 164665"/>
                <a:gd name="connsiteX12" fmla="*/ 81212 w 90396"/>
                <a:gd name="connsiteY12" fmla="*/ 155829 h 164665"/>
                <a:gd name="connsiteX13" fmla="*/ 56378 w 90396"/>
                <a:gd name="connsiteY13" fmla="*/ 144422 h 164665"/>
                <a:gd name="connsiteX14" fmla="*/ 56378 w 90396"/>
                <a:gd name="connsiteY14" fmla="*/ 7035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396" h="164665">
                  <a:moveTo>
                    <a:pt x="56378" y="7035"/>
                  </a:moveTo>
                  <a:cubicBezTo>
                    <a:pt x="56378" y="340"/>
                    <a:pt x="55881" y="92"/>
                    <a:pt x="48927" y="92"/>
                  </a:cubicBezTo>
                  <a:cubicBezTo>
                    <a:pt x="33034" y="15715"/>
                    <a:pt x="10434" y="15963"/>
                    <a:pt x="252" y="15963"/>
                  </a:cubicBezTo>
                  <a:lnTo>
                    <a:pt x="252" y="24891"/>
                  </a:lnTo>
                  <a:cubicBezTo>
                    <a:pt x="6213" y="24891"/>
                    <a:pt x="22603" y="24891"/>
                    <a:pt x="36262" y="17947"/>
                  </a:cubicBezTo>
                  <a:lnTo>
                    <a:pt x="36262" y="144422"/>
                  </a:lnTo>
                  <a:cubicBezTo>
                    <a:pt x="36262" y="152606"/>
                    <a:pt x="36262" y="155829"/>
                    <a:pt x="11428" y="155829"/>
                  </a:cubicBezTo>
                  <a:lnTo>
                    <a:pt x="1991" y="155829"/>
                  </a:lnTo>
                  <a:lnTo>
                    <a:pt x="1991" y="164757"/>
                  </a:lnTo>
                  <a:cubicBezTo>
                    <a:pt x="6461" y="164509"/>
                    <a:pt x="37007" y="163765"/>
                    <a:pt x="46196" y="163765"/>
                  </a:cubicBezTo>
                  <a:cubicBezTo>
                    <a:pt x="53894" y="163765"/>
                    <a:pt x="85185" y="164509"/>
                    <a:pt x="90649" y="164757"/>
                  </a:cubicBezTo>
                  <a:lnTo>
                    <a:pt x="90649" y="155829"/>
                  </a:lnTo>
                  <a:lnTo>
                    <a:pt x="81212" y="155829"/>
                  </a:lnTo>
                  <a:cubicBezTo>
                    <a:pt x="56378" y="155829"/>
                    <a:pt x="56378" y="152606"/>
                    <a:pt x="56378" y="144422"/>
                  </a:cubicBezTo>
                  <a:lnTo>
                    <a:pt x="56378" y="7035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498C272-1233-AED4-F568-2D824E61936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1754373" y="5590062"/>
              <a:ext cx="176677" cy="160484"/>
            </a:xfrm>
            <a:custGeom>
              <a:avLst/>
              <a:gdLst>
                <a:gd name="connsiteX0" fmla="*/ 108465 w 176677"/>
                <a:gd name="connsiteY0" fmla="*/ 49688 h 160484"/>
                <a:gd name="connsiteX1" fmla="*/ 143587 w 176677"/>
                <a:gd name="connsiteY1" fmla="*/ 7884 h 160484"/>
                <a:gd name="connsiteX2" fmla="*/ 161326 w 176677"/>
                <a:gd name="connsiteY2" fmla="*/ 12490 h 160484"/>
                <a:gd name="connsiteX3" fmla="*/ 144297 w 176677"/>
                <a:gd name="connsiteY3" fmla="*/ 31620 h 160484"/>
                <a:gd name="connsiteX4" fmla="*/ 157778 w 176677"/>
                <a:gd name="connsiteY4" fmla="*/ 44020 h 160484"/>
                <a:gd name="connsiteX5" fmla="*/ 176936 w 176677"/>
                <a:gd name="connsiteY5" fmla="*/ 23472 h 160484"/>
                <a:gd name="connsiteX6" fmla="*/ 143942 w 176677"/>
                <a:gd name="connsiteY6" fmla="*/ 90 h 160484"/>
                <a:gd name="connsiteX7" fmla="*/ 106691 w 176677"/>
                <a:gd name="connsiteY7" fmla="*/ 27015 h 160484"/>
                <a:gd name="connsiteX8" fmla="*/ 68375 w 176677"/>
                <a:gd name="connsiteY8" fmla="*/ 90 h 160484"/>
                <a:gd name="connsiteX9" fmla="*/ 11256 w 176677"/>
                <a:gd name="connsiteY9" fmla="*/ 54648 h 160484"/>
                <a:gd name="connsiteX10" fmla="*/ 15514 w 176677"/>
                <a:gd name="connsiteY10" fmla="*/ 58191 h 160484"/>
                <a:gd name="connsiteX11" fmla="*/ 20126 w 176677"/>
                <a:gd name="connsiteY11" fmla="*/ 54294 h 160484"/>
                <a:gd name="connsiteX12" fmla="*/ 67666 w 176677"/>
                <a:gd name="connsiteY12" fmla="*/ 7884 h 160484"/>
                <a:gd name="connsiteX13" fmla="*/ 86823 w 176677"/>
                <a:gd name="connsiteY13" fmla="*/ 31620 h 160484"/>
                <a:gd name="connsiteX14" fmla="*/ 67666 w 176677"/>
                <a:gd name="connsiteY14" fmla="*/ 115937 h 160484"/>
                <a:gd name="connsiteX15" fmla="*/ 33962 w 176677"/>
                <a:gd name="connsiteY15" fmla="*/ 152781 h 160484"/>
                <a:gd name="connsiteX16" fmla="*/ 16223 w 176677"/>
                <a:gd name="connsiteY16" fmla="*/ 148176 h 160484"/>
                <a:gd name="connsiteX17" fmla="*/ 32898 w 176677"/>
                <a:gd name="connsiteY17" fmla="*/ 129045 h 160484"/>
                <a:gd name="connsiteX18" fmla="*/ 19771 w 176677"/>
                <a:gd name="connsiteY18" fmla="*/ 116646 h 160484"/>
                <a:gd name="connsiteX19" fmla="*/ 258 w 176677"/>
                <a:gd name="connsiteY19" fmla="*/ 137193 h 160484"/>
                <a:gd name="connsiteX20" fmla="*/ 33607 w 176677"/>
                <a:gd name="connsiteY20" fmla="*/ 160575 h 160484"/>
                <a:gd name="connsiteX21" fmla="*/ 70859 w 176677"/>
                <a:gd name="connsiteY21" fmla="*/ 133651 h 160484"/>
                <a:gd name="connsiteX22" fmla="*/ 109174 w 176677"/>
                <a:gd name="connsiteY22" fmla="*/ 160575 h 160484"/>
                <a:gd name="connsiteX23" fmla="*/ 165938 w 176677"/>
                <a:gd name="connsiteY23" fmla="*/ 106017 h 160484"/>
                <a:gd name="connsiteX24" fmla="*/ 161681 w 176677"/>
                <a:gd name="connsiteY24" fmla="*/ 102475 h 160484"/>
                <a:gd name="connsiteX25" fmla="*/ 157069 w 176677"/>
                <a:gd name="connsiteY25" fmla="*/ 106372 h 160484"/>
                <a:gd name="connsiteX26" fmla="*/ 109884 w 176677"/>
                <a:gd name="connsiteY26" fmla="*/ 152781 h 160484"/>
                <a:gd name="connsiteX27" fmla="*/ 90371 w 176677"/>
                <a:gd name="connsiteY27" fmla="*/ 129399 h 160484"/>
                <a:gd name="connsiteX28" fmla="*/ 96402 w 176677"/>
                <a:gd name="connsiteY28" fmla="*/ 98223 h 160484"/>
                <a:gd name="connsiteX29" fmla="*/ 108465 w 176677"/>
                <a:gd name="connsiteY29" fmla="*/ 49688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677" h="160484">
                  <a:moveTo>
                    <a:pt x="108465" y="49688"/>
                  </a:moveTo>
                  <a:cubicBezTo>
                    <a:pt x="110593" y="40477"/>
                    <a:pt x="118753" y="7884"/>
                    <a:pt x="143587" y="7884"/>
                  </a:cubicBezTo>
                  <a:cubicBezTo>
                    <a:pt x="145361" y="7884"/>
                    <a:pt x="153876" y="7884"/>
                    <a:pt x="161326" y="12490"/>
                  </a:cubicBezTo>
                  <a:cubicBezTo>
                    <a:pt x="151392" y="14261"/>
                    <a:pt x="144297" y="23118"/>
                    <a:pt x="144297" y="31620"/>
                  </a:cubicBezTo>
                  <a:cubicBezTo>
                    <a:pt x="144297" y="37289"/>
                    <a:pt x="148199" y="44020"/>
                    <a:pt x="157778" y="44020"/>
                  </a:cubicBezTo>
                  <a:cubicBezTo>
                    <a:pt x="165583" y="44020"/>
                    <a:pt x="176936" y="37643"/>
                    <a:pt x="176936" y="23472"/>
                  </a:cubicBezTo>
                  <a:cubicBezTo>
                    <a:pt x="176936" y="5050"/>
                    <a:pt x="156005" y="90"/>
                    <a:pt x="143942" y="90"/>
                  </a:cubicBezTo>
                  <a:cubicBezTo>
                    <a:pt x="123365" y="90"/>
                    <a:pt x="110948" y="18867"/>
                    <a:pt x="106691" y="27015"/>
                  </a:cubicBezTo>
                  <a:cubicBezTo>
                    <a:pt x="97822" y="3633"/>
                    <a:pt x="78664" y="90"/>
                    <a:pt x="68375" y="90"/>
                  </a:cubicBezTo>
                  <a:cubicBezTo>
                    <a:pt x="31479" y="90"/>
                    <a:pt x="11256" y="45791"/>
                    <a:pt x="11256" y="54648"/>
                  </a:cubicBezTo>
                  <a:cubicBezTo>
                    <a:pt x="11256" y="58191"/>
                    <a:pt x="14804" y="58191"/>
                    <a:pt x="15514" y="58191"/>
                  </a:cubicBezTo>
                  <a:cubicBezTo>
                    <a:pt x="18352" y="58191"/>
                    <a:pt x="19416" y="57482"/>
                    <a:pt x="20126" y="54294"/>
                  </a:cubicBezTo>
                  <a:cubicBezTo>
                    <a:pt x="32188" y="16741"/>
                    <a:pt x="55603" y="7884"/>
                    <a:pt x="67666" y="7884"/>
                  </a:cubicBezTo>
                  <a:cubicBezTo>
                    <a:pt x="74406" y="7884"/>
                    <a:pt x="86823" y="11073"/>
                    <a:pt x="86823" y="31620"/>
                  </a:cubicBezTo>
                  <a:cubicBezTo>
                    <a:pt x="86823" y="42603"/>
                    <a:pt x="80792" y="66339"/>
                    <a:pt x="67666" y="115937"/>
                  </a:cubicBezTo>
                  <a:cubicBezTo>
                    <a:pt x="61989" y="137902"/>
                    <a:pt x="49572" y="152781"/>
                    <a:pt x="33962" y="152781"/>
                  </a:cubicBezTo>
                  <a:cubicBezTo>
                    <a:pt x="31833" y="152781"/>
                    <a:pt x="23674" y="152781"/>
                    <a:pt x="16223" y="148176"/>
                  </a:cubicBezTo>
                  <a:cubicBezTo>
                    <a:pt x="25093" y="146404"/>
                    <a:pt x="32898" y="138965"/>
                    <a:pt x="32898" y="129045"/>
                  </a:cubicBezTo>
                  <a:cubicBezTo>
                    <a:pt x="32898" y="119480"/>
                    <a:pt x="25093" y="116646"/>
                    <a:pt x="19771" y="116646"/>
                  </a:cubicBezTo>
                  <a:cubicBezTo>
                    <a:pt x="9128" y="116646"/>
                    <a:pt x="258" y="125857"/>
                    <a:pt x="258" y="137193"/>
                  </a:cubicBezTo>
                  <a:cubicBezTo>
                    <a:pt x="258" y="153490"/>
                    <a:pt x="17997" y="160575"/>
                    <a:pt x="33607" y="160575"/>
                  </a:cubicBezTo>
                  <a:cubicBezTo>
                    <a:pt x="57022" y="160575"/>
                    <a:pt x="69794" y="135776"/>
                    <a:pt x="70859" y="133651"/>
                  </a:cubicBezTo>
                  <a:cubicBezTo>
                    <a:pt x="75116" y="146759"/>
                    <a:pt x="87888" y="160575"/>
                    <a:pt x="109174" y="160575"/>
                  </a:cubicBezTo>
                  <a:cubicBezTo>
                    <a:pt x="145716" y="160575"/>
                    <a:pt x="165938" y="114874"/>
                    <a:pt x="165938" y="106017"/>
                  </a:cubicBezTo>
                  <a:cubicBezTo>
                    <a:pt x="165938" y="102475"/>
                    <a:pt x="162745" y="102475"/>
                    <a:pt x="161681" y="102475"/>
                  </a:cubicBezTo>
                  <a:cubicBezTo>
                    <a:pt x="158488" y="102475"/>
                    <a:pt x="157778" y="103892"/>
                    <a:pt x="157069" y="106372"/>
                  </a:cubicBezTo>
                  <a:cubicBezTo>
                    <a:pt x="145361" y="144279"/>
                    <a:pt x="121237" y="152781"/>
                    <a:pt x="109884" y="152781"/>
                  </a:cubicBezTo>
                  <a:cubicBezTo>
                    <a:pt x="96048" y="152781"/>
                    <a:pt x="90371" y="141444"/>
                    <a:pt x="90371" y="129399"/>
                  </a:cubicBezTo>
                  <a:cubicBezTo>
                    <a:pt x="90371" y="121605"/>
                    <a:pt x="92500" y="113811"/>
                    <a:pt x="96402" y="98223"/>
                  </a:cubicBezTo>
                  <a:lnTo>
                    <a:pt x="108465" y="49688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864C7F1-AA74-BAE1-6F99-167B53916146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2045553" y="5540110"/>
              <a:ext cx="235925" cy="235944"/>
            </a:xfrm>
            <a:custGeom>
              <a:avLst/>
              <a:gdLst>
                <a:gd name="connsiteX0" fmla="*/ 125502 w 235925"/>
                <a:gd name="connsiteY0" fmla="*/ 125148 h 235944"/>
                <a:gd name="connsiteX1" fmla="*/ 224484 w 235925"/>
                <a:gd name="connsiteY1" fmla="*/ 125148 h 235944"/>
                <a:gd name="connsiteX2" fmla="*/ 236192 w 235925"/>
                <a:gd name="connsiteY2" fmla="*/ 118063 h 235944"/>
                <a:gd name="connsiteX3" fmla="*/ 224484 w 235925"/>
                <a:gd name="connsiteY3" fmla="*/ 110977 h 235944"/>
                <a:gd name="connsiteX4" fmla="*/ 125502 w 235925"/>
                <a:gd name="connsiteY4" fmla="*/ 110977 h 235944"/>
                <a:gd name="connsiteX5" fmla="*/ 125502 w 235925"/>
                <a:gd name="connsiteY5" fmla="*/ 11781 h 235944"/>
                <a:gd name="connsiteX6" fmla="*/ 118406 w 235925"/>
                <a:gd name="connsiteY6" fmla="*/ 90 h 235944"/>
                <a:gd name="connsiteX7" fmla="*/ 111311 w 235925"/>
                <a:gd name="connsiteY7" fmla="*/ 11781 h 235944"/>
                <a:gd name="connsiteX8" fmla="*/ 111311 w 235925"/>
                <a:gd name="connsiteY8" fmla="*/ 110977 h 235944"/>
                <a:gd name="connsiteX9" fmla="*/ 11974 w 235925"/>
                <a:gd name="connsiteY9" fmla="*/ 110977 h 235944"/>
                <a:gd name="connsiteX10" fmla="*/ 266 w 235925"/>
                <a:gd name="connsiteY10" fmla="*/ 118063 h 235944"/>
                <a:gd name="connsiteX11" fmla="*/ 11974 w 235925"/>
                <a:gd name="connsiteY11" fmla="*/ 125148 h 235944"/>
                <a:gd name="connsiteX12" fmla="*/ 111311 w 235925"/>
                <a:gd name="connsiteY12" fmla="*/ 125148 h 235944"/>
                <a:gd name="connsiteX13" fmla="*/ 111311 w 235925"/>
                <a:gd name="connsiteY13" fmla="*/ 224344 h 235944"/>
                <a:gd name="connsiteX14" fmla="*/ 118406 w 235925"/>
                <a:gd name="connsiteY14" fmla="*/ 236035 h 235944"/>
                <a:gd name="connsiteX15" fmla="*/ 125502 w 235925"/>
                <a:gd name="connsiteY15" fmla="*/ 224344 h 235944"/>
                <a:gd name="connsiteX16" fmla="*/ 125502 w 235925"/>
                <a:gd name="connsiteY16" fmla="*/ 125148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925" h="235944">
                  <a:moveTo>
                    <a:pt x="125502" y="125148"/>
                  </a:moveTo>
                  <a:lnTo>
                    <a:pt x="224484" y="125148"/>
                  </a:lnTo>
                  <a:cubicBezTo>
                    <a:pt x="229451" y="125148"/>
                    <a:pt x="236192" y="125148"/>
                    <a:pt x="236192" y="118063"/>
                  </a:cubicBezTo>
                  <a:cubicBezTo>
                    <a:pt x="236192" y="110977"/>
                    <a:pt x="229451" y="110977"/>
                    <a:pt x="224484" y="110977"/>
                  </a:cubicBezTo>
                  <a:lnTo>
                    <a:pt x="125502" y="110977"/>
                  </a:lnTo>
                  <a:lnTo>
                    <a:pt x="125502" y="11781"/>
                  </a:lnTo>
                  <a:cubicBezTo>
                    <a:pt x="125502" y="6821"/>
                    <a:pt x="125502" y="90"/>
                    <a:pt x="118406" y="90"/>
                  </a:cubicBezTo>
                  <a:cubicBezTo>
                    <a:pt x="111311" y="90"/>
                    <a:pt x="111311" y="6821"/>
                    <a:pt x="111311" y="11781"/>
                  </a:cubicBezTo>
                  <a:lnTo>
                    <a:pt x="111311" y="110977"/>
                  </a:lnTo>
                  <a:lnTo>
                    <a:pt x="11974" y="110977"/>
                  </a:lnTo>
                  <a:cubicBezTo>
                    <a:pt x="7007" y="110977"/>
                    <a:pt x="266" y="110977"/>
                    <a:pt x="266" y="118063"/>
                  </a:cubicBezTo>
                  <a:cubicBezTo>
                    <a:pt x="266" y="125148"/>
                    <a:pt x="7007" y="125148"/>
                    <a:pt x="11974" y="125148"/>
                  </a:cubicBezTo>
                  <a:lnTo>
                    <a:pt x="111311" y="125148"/>
                  </a:lnTo>
                  <a:lnTo>
                    <a:pt x="111311" y="224344"/>
                  </a:lnTo>
                  <a:cubicBezTo>
                    <a:pt x="111311" y="229304"/>
                    <a:pt x="111311" y="236035"/>
                    <a:pt x="118406" y="236035"/>
                  </a:cubicBezTo>
                  <a:cubicBezTo>
                    <a:pt x="125502" y="236035"/>
                    <a:pt x="125502" y="229304"/>
                    <a:pt x="125502" y="224344"/>
                  </a:cubicBezTo>
                  <a:lnTo>
                    <a:pt x="125502" y="125148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3963DB2-13E6-692A-0936-6915657374B7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2394650" y="5590062"/>
              <a:ext cx="162486" cy="160484"/>
            </a:xfrm>
            <a:custGeom>
              <a:avLst/>
              <a:gdLst>
                <a:gd name="connsiteX0" fmla="*/ 118416 w 162486"/>
                <a:gd name="connsiteY0" fmla="*/ 22764 h 160484"/>
                <a:gd name="connsiteX1" fmla="*/ 85777 w 162486"/>
                <a:gd name="connsiteY1" fmla="*/ 90 h 160484"/>
                <a:gd name="connsiteX2" fmla="*/ 276 w 162486"/>
                <a:gd name="connsiteY2" fmla="*/ 103892 h 160484"/>
                <a:gd name="connsiteX3" fmla="*/ 47461 w 162486"/>
                <a:gd name="connsiteY3" fmla="*/ 160575 h 160484"/>
                <a:gd name="connsiteX4" fmla="*/ 93582 w 162486"/>
                <a:gd name="connsiteY4" fmla="*/ 134005 h 160484"/>
                <a:gd name="connsiteX5" fmla="*/ 125867 w 162486"/>
                <a:gd name="connsiteY5" fmla="*/ 160575 h 160484"/>
                <a:gd name="connsiteX6" fmla="*/ 152120 w 162486"/>
                <a:gd name="connsiteY6" fmla="*/ 141090 h 160484"/>
                <a:gd name="connsiteX7" fmla="*/ 162763 w 162486"/>
                <a:gd name="connsiteY7" fmla="*/ 106017 h 160484"/>
                <a:gd name="connsiteX8" fmla="*/ 158506 w 162486"/>
                <a:gd name="connsiteY8" fmla="*/ 102475 h 160484"/>
                <a:gd name="connsiteX9" fmla="*/ 153539 w 162486"/>
                <a:gd name="connsiteY9" fmla="*/ 108852 h 160484"/>
                <a:gd name="connsiteX10" fmla="*/ 126576 w 162486"/>
                <a:gd name="connsiteY10" fmla="*/ 152781 h 160484"/>
                <a:gd name="connsiteX11" fmla="*/ 115933 w 162486"/>
                <a:gd name="connsiteY11" fmla="*/ 136485 h 160484"/>
                <a:gd name="connsiteX12" fmla="*/ 120545 w 162486"/>
                <a:gd name="connsiteY12" fmla="*/ 110269 h 160484"/>
                <a:gd name="connsiteX13" fmla="*/ 128350 w 162486"/>
                <a:gd name="connsiteY13" fmla="*/ 78384 h 160484"/>
                <a:gd name="connsiteX14" fmla="*/ 141122 w 162486"/>
                <a:gd name="connsiteY14" fmla="*/ 28786 h 160484"/>
                <a:gd name="connsiteX15" fmla="*/ 143605 w 162486"/>
                <a:gd name="connsiteY15" fmla="*/ 16741 h 160484"/>
                <a:gd name="connsiteX16" fmla="*/ 133317 w 162486"/>
                <a:gd name="connsiteY16" fmla="*/ 7176 h 160484"/>
                <a:gd name="connsiteX17" fmla="*/ 118416 w 162486"/>
                <a:gd name="connsiteY17" fmla="*/ 22764 h 160484"/>
                <a:gd name="connsiteX18" fmla="*/ 95356 w 162486"/>
                <a:gd name="connsiteY18" fmla="*/ 114520 h 160484"/>
                <a:gd name="connsiteX19" fmla="*/ 88260 w 162486"/>
                <a:gd name="connsiteY19" fmla="*/ 127628 h 160484"/>
                <a:gd name="connsiteX20" fmla="*/ 48171 w 162486"/>
                <a:gd name="connsiteY20" fmla="*/ 152781 h 160484"/>
                <a:gd name="connsiteX21" fmla="*/ 25465 w 162486"/>
                <a:gd name="connsiteY21" fmla="*/ 119480 h 160484"/>
                <a:gd name="connsiteX22" fmla="*/ 44978 w 162486"/>
                <a:gd name="connsiteY22" fmla="*/ 41894 h 160484"/>
                <a:gd name="connsiteX23" fmla="*/ 86132 w 162486"/>
                <a:gd name="connsiteY23" fmla="*/ 7884 h 160484"/>
                <a:gd name="connsiteX24" fmla="*/ 114159 w 162486"/>
                <a:gd name="connsiteY24" fmla="*/ 39060 h 160484"/>
                <a:gd name="connsiteX25" fmla="*/ 113095 w 162486"/>
                <a:gd name="connsiteY25" fmla="*/ 45083 h 160484"/>
                <a:gd name="connsiteX26" fmla="*/ 95356 w 162486"/>
                <a:gd name="connsiteY26" fmla="*/ 114520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486" h="160484">
                  <a:moveTo>
                    <a:pt x="118416" y="22764"/>
                  </a:moveTo>
                  <a:cubicBezTo>
                    <a:pt x="112030" y="9655"/>
                    <a:pt x="101742" y="90"/>
                    <a:pt x="85777" y="90"/>
                  </a:cubicBezTo>
                  <a:cubicBezTo>
                    <a:pt x="44268" y="90"/>
                    <a:pt x="276" y="52168"/>
                    <a:pt x="276" y="103892"/>
                  </a:cubicBezTo>
                  <a:cubicBezTo>
                    <a:pt x="276" y="137193"/>
                    <a:pt x="19789" y="160575"/>
                    <a:pt x="47461" y="160575"/>
                  </a:cubicBezTo>
                  <a:cubicBezTo>
                    <a:pt x="54557" y="160575"/>
                    <a:pt x="72296" y="159158"/>
                    <a:pt x="93582" y="134005"/>
                  </a:cubicBezTo>
                  <a:cubicBezTo>
                    <a:pt x="96420" y="148884"/>
                    <a:pt x="108837" y="160575"/>
                    <a:pt x="125867" y="160575"/>
                  </a:cubicBezTo>
                  <a:cubicBezTo>
                    <a:pt x="138284" y="160575"/>
                    <a:pt x="146443" y="152427"/>
                    <a:pt x="152120" y="141090"/>
                  </a:cubicBezTo>
                  <a:cubicBezTo>
                    <a:pt x="158151" y="128336"/>
                    <a:pt x="162763" y="106726"/>
                    <a:pt x="162763" y="106017"/>
                  </a:cubicBezTo>
                  <a:cubicBezTo>
                    <a:pt x="162763" y="102475"/>
                    <a:pt x="159570" y="102475"/>
                    <a:pt x="158506" y="102475"/>
                  </a:cubicBezTo>
                  <a:cubicBezTo>
                    <a:pt x="154958" y="102475"/>
                    <a:pt x="154603" y="103892"/>
                    <a:pt x="153539" y="108852"/>
                  </a:cubicBezTo>
                  <a:cubicBezTo>
                    <a:pt x="147508" y="131879"/>
                    <a:pt x="141122" y="152781"/>
                    <a:pt x="126576" y="152781"/>
                  </a:cubicBezTo>
                  <a:cubicBezTo>
                    <a:pt x="116997" y="152781"/>
                    <a:pt x="115933" y="143570"/>
                    <a:pt x="115933" y="136485"/>
                  </a:cubicBezTo>
                  <a:cubicBezTo>
                    <a:pt x="115933" y="128691"/>
                    <a:pt x="116642" y="125857"/>
                    <a:pt x="120545" y="110269"/>
                  </a:cubicBezTo>
                  <a:cubicBezTo>
                    <a:pt x="124447" y="95389"/>
                    <a:pt x="125157" y="91847"/>
                    <a:pt x="128350" y="78384"/>
                  </a:cubicBezTo>
                  <a:lnTo>
                    <a:pt x="141122" y="28786"/>
                  </a:lnTo>
                  <a:cubicBezTo>
                    <a:pt x="143605" y="18867"/>
                    <a:pt x="143605" y="18158"/>
                    <a:pt x="143605" y="16741"/>
                  </a:cubicBezTo>
                  <a:cubicBezTo>
                    <a:pt x="143605" y="10718"/>
                    <a:pt x="139348" y="7176"/>
                    <a:pt x="133317" y="7176"/>
                  </a:cubicBezTo>
                  <a:cubicBezTo>
                    <a:pt x="124802" y="7176"/>
                    <a:pt x="119481" y="14970"/>
                    <a:pt x="118416" y="22764"/>
                  </a:cubicBezTo>
                  <a:close/>
                  <a:moveTo>
                    <a:pt x="95356" y="114520"/>
                  </a:moveTo>
                  <a:cubicBezTo>
                    <a:pt x="93582" y="120897"/>
                    <a:pt x="93582" y="121605"/>
                    <a:pt x="88260" y="127628"/>
                  </a:cubicBezTo>
                  <a:cubicBezTo>
                    <a:pt x="72650" y="147113"/>
                    <a:pt x="58105" y="152781"/>
                    <a:pt x="48171" y="152781"/>
                  </a:cubicBezTo>
                  <a:cubicBezTo>
                    <a:pt x="30432" y="152781"/>
                    <a:pt x="25465" y="133296"/>
                    <a:pt x="25465" y="119480"/>
                  </a:cubicBezTo>
                  <a:cubicBezTo>
                    <a:pt x="25465" y="101766"/>
                    <a:pt x="36818" y="58191"/>
                    <a:pt x="44978" y="41894"/>
                  </a:cubicBezTo>
                  <a:cubicBezTo>
                    <a:pt x="55976" y="20992"/>
                    <a:pt x="71941" y="7884"/>
                    <a:pt x="86132" y="7884"/>
                  </a:cubicBezTo>
                  <a:cubicBezTo>
                    <a:pt x="109192" y="7884"/>
                    <a:pt x="114159" y="36934"/>
                    <a:pt x="114159" y="39060"/>
                  </a:cubicBezTo>
                  <a:cubicBezTo>
                    <a:pt x="114159" y="41186"/>
                    <a:pt x="113449" y="43311"/>
                    <a:pt x="113095" y="45083"/>
                  </a:cubicBezTo>
                  <a:lnTo>
                    <a:pt x="95356" y="114520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09F9038-F075-0BCE-972C-77D9E65C9FCC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2583635" y="5635125"/>
              <a:ext cx="109767" cy="164665"/>
            </a:xfrm>
            <a:custGeom>
              <a:avLst/>
              <a:gdLst>
                <a:gd name="connsiteX0" fmla="*/ 110049 w 109767"/>
                <a:gd name="connsiteY0" fmla="*/ 119623 h 164665"/>
                <a:gd name="connsiteX1" fmla="*/ 101605 w 109767"/>
                <a:gd name="connsiteY1" fmla="*/ 119623 h 164665"/>
                <a:gd name="connsiteX2" fmla="*/ 95148 w 109767"/>
                <a:gd name="connsiteY2" fmla="*/ 142190 h 164665"/>
                <a:gd name="connsiteX3" fmla="*/ 70562 w 109767"/>
                <a:gd name="connsiteY3" fmla="*/ 143678 h 164665"/>
                <a:gd name="connsiteX4" fmla="*/ 24867 w 109767"/>
                <a:gd name="connsiteY4" fmla="*/ 143678 h 164665"/>
                <a:gd name="connsiteX5" fmla="*/ 74536 w 109767"/>
                <a:gd name="connsiteY5" fmla="*/ 102016 h 164665"/>
                <a:gd name="connsiteX6" fmla="*/ 110049 w 109767"/>
                <a:gd name="connsiteY6" fmla="*/ 48450 h 164665"/>
                <a:gd name="connsiteX7" fmla="*/ 51937 w 109767"/>
                <a:gd name="connsiteY7" fmla="*/ 92 h 164665"/>
                <a:gd name="connsiteX8" fmla="*/ 282 w 109767"/>
                <a:gd name="connsiteY8" fmla="*/ 44482 h 164665"/>
                <a:gd name="connsiteX9" fmla="*/ 13444 w 109767"/>
                <a:gd name="connsiteY9" fmla="*/ 58369 h 164665"/>
                <a:gd name="connsiteX10" fmla="*/ 26606 w 109767"/>
                <a:gd name="connsiteY10" fmla="*/ 45226 h 164665"/>
                <a:gd name="connsiteX11" fmla="*/ 11954 w 109767"/>
                <a:gd name="connsiteY11" fmla="*/ 32082 h 164665"/>
                <a:gd name="connsiteX12" fmla="*/ 48212 w 109767"/>
                <a:gd name="connsiteY12" fmla="*/ 9019 h 164665"/>
                <a:gd name="connsiteX13" fmla="*/ 85960 w 109767"/>
                <a:gd name="connsiteY13" fmla="*/ 48450 h 164665"/>
                <a:gd name="connsiteX14" fmla="*/ 62616 w 109767"/>
                <a:gd name="connsiteY14" fmla="*/ 96064 h 164665"/>
                <a:gd name="connsiteX15" fmla="*/ 2765 w 109767"/>
                <a:gd name="connsiteY15" fmla="*/ 155085 h 164665"/>
                <a:gd name="connsiteX16" fmla="*/ 282 w 109767"/>
                <a:gd name="connsiteY16" fmla="*/ 164757 h 164665"/>
                <a:gd name="connsiteX17" fmla="*/ 102599 w 109767"/>
                <a:gd name="connsiteY17" fmla="*/ 164757 h 164665"/>
                <a:gd name="connsiteX18" fmla="*/ 110049 w 109767"/>
                <a:gd name="connsiteY18" fmla="*/ 119623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767" h="164665">
                  <a:moveTo>
                    <a:pt x="110049" y="119623"/>
                  </a:moveTo>
                  <a:lnTo>
                    <a:pt x="101605" y="119623"/>
                  </a:lnTo>
                  <a:cubicBezTo>
                    <a:pt x="100860" y="125079"/>
                    <a:pt x="98377" y="139710"/>
                    <a:pt x="95148" y="142190"/>
                  </a:cubicBezTo>
                  <a:cubicBezTo>
                    <a:pt x="93162" y="143678"/>
                    <a:pt x="74039" y="143678"/>
                    <a:pt x="70562" y="143678"/>
                  </a:cubicBezTo>
                  <a:lnTo>
                    <a:pt x="24867" y="143678"/>
                  </a:lnTo>
                  <a:cubicBezTo>
                    <a:pt x="50943" y="120615"/>
                    <a:pt x="59635" y="113671"/>
                    <a:pt x="74536" y="102016"/>
                  </a:cubicBezTo>
                  <a:cubicBezTo>
                    <a:pt x="92913" y="87384"/>
                    <a:pt x="110049" y="72009"/>
                    <a:pt x="110049" y="48450"/>
                  </a:cubicBezTo>
                  <a:cubicBezTo>
                    <a:pt x="110049" y="18443"/>
                    <a:pt x="83725" y="92"/>
                    <a:pt x="51937" y="92"/>
                  </a:cubicBezTo>
                  <a:cubicBezTo>
                    <a:pt x="21142" y="92"/>
                    <a:pt x="282" y="21667"/>
                    <a:pt x="282" y="44482"/>
                  </a:cubicBezTo>
                  <a:cubicBezTo>
                    <a:pt x="282" y="57129"/>
                    <a:pt x="10960" y="58369"/>
                    <a:pt x="13444" y="58369"/>
                  </a:cubicBezTo>
                  <a:cubicBezTo>
                    <a:pt x="19404" y="58369"/>
                    <a:pt x="26606" y="54153"/>
                    <a:pt x="26606" y="45226"/>
                  </a:cubicBezTo>
                  <a:cubicBezTo>
                    <a:pt x="26606" y="40762"/>
                    <a:pt x="24867" y="32082"/>
                    <a:pt x="11954" y="32082"/>
                  </a:cubicBezTo>
                  <a:cubicBezTo>
                    <a:pt x="19652" y="14475"/>
                    <a:pt x="36540" y="9019"/>
                    <a:pt x="48212" y="9019"/>
                  </a:cubicBezTo>
                  <a:cubicBezTo>
                    <a:pt x="73046" y="9019"/>
                    <a:pt x="85960" y="28363"/>
                    <a:pt x="85960" y="48450"/>
                  </a:cubicBezTo>
                  <a:cubicBezTo>
                    <a:pt x="85960" y="70025"/>
                    <a:pt x="70562" y="87136"/>
                    <a:pt x="62616" y="96064"/>
                  </a:cubicBezTo>
                  <a:lnTo>
                    <a:pt x="2765" y="155085"/>
                  </a:lnTo>
                  <a:cubicBezTo>
                    <a:pt x="282" y="157317"/>
                    <a:pt x="282" y="157813"/>
                    <a:pt x="282" y="164757"/>
                  </a:cubicBezTo>
                  <a:lnTo>
                    <a:pt x="102599" y="164757"/>
                  </a:lnTo>
                  <a:lnTo>
                    <a:pt x="110049" y="119623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2B53A53-54CB-1740-2306-2ED7CD17F609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796563" y="5590062"/>
              <a:ext cx="176677" cy="160484"/>
            </a:xfrm>
            <a:custGeom>
              <a:avLst/>
              <a:gdLst>
                <a:gd name="connsiteX0" fmla="*/ 108494 w 176677"/>
                <a:gd name="connsiteY0" fmla="*/ 49688 h 160484"/>
                <a:gd name="connsiteX1" fmla="*/ 143617 w 176677"/>
                <a:gd name="connsiteY1" fmla="*/ 7884 h 160484"/>
                <a:gd name="connsiteX2" fmla="*/ 161355 w 176677"/>
                <a:gd name="connsiteY2" fmla="*/ 12490 h 160484"/>
                <a:gd name="connsiteX3" fmla="*/ 144326 w 176677"/>
                <a:gd name="connsiteY3" fmla="*/ 31620 h 160484"/>
                <a:gd name="connsiteX4" fmla="*/ 157808 w 176677"/>
                <a:gd name="connsiteY4" fmla="*/ 44020 h 160484"/>
                <a:gd name="connsiteX5" fmla="*/ 176966 w 176677"/>
                <a:gd name="connsiteY5" fmla="*/ 23472 h 160484"/>
                <a:gd name="connsiteX6" fmla="*/ 143971 w 176677"/>
                <a:gd name="connsiteY6" fmla="*/ 90 h 160484"/>
                <a:gd name="connsiteX7" fmla="*/ 106720 w 176677"/>
                <a:gd name="connsiteY7" fmla="*/ 27015 h 160484"/>
                <a:gd name="connsiteX8" fmla="*/ 68404 w 176677"/>
                <a:gd name="connsiteY8" fmla="*/ 90 h 160484"/>
                <a:gd name="connsiteX9" fmla="*/ 11286 w 176677"/>
                <a:gd name="connsiteY9" fmla="*/ 54648 h 160484"/>
                <a:gd name="connsiteX10" fmla="*/ 15543 w 176677"/>
                <a:gd name="connsiteY10" fmla="*/ 58191 h 160484"/>
                <a:gd name="connsiteX11" fmla="*/ 20155 w 176677"/>
                <a:gd name="connsiteY11" fmla="*/ 54294 h 160484"/>
                <a:gd name="connsiteX12" fmla="*/ 67695 w 176677"/>
                <a:gd name="connsiteY12" fmla="*/ 7884 h 160484"/>
                <a:gd name="connsiteX13" fmla="*/ 86853 w 176677"/>
                <a:gd name="connsiteY13" fmla="*/ 31620 h 160484"/>
                <a:gd name="connsiteX14" fmla="*/ 67695 w 176677"/>
                <a:gd name="connsiteY14" fmla="*/ 115937 h 160484"/>
                <a:gd name="connsiteX15" fmla="*/ 33991 w 176677"/>
                <a:gd name="connsiteY15" fmla="*/ 152781 h 160484"/>
                <a:gd name="connsiteX16" fmla="*/ 16253 w 176677"/>
                <a:gd name="connsiteY16" fmla="*/ 148176 h 160484"/>
                <a:gd name="connsiteX17" fmla="*/ 32927 w 176677"/>
                <a:gd name="connsiteY17" fmla="*/ 129045 h 160484"/>
                <a:gd name="connsiteX18" fmla="*/ 19800 w 176677"/>
                <a:gd name="connsiteY18" fmla="*/ 116646 h 160484"/>
                <a:gd name="connsiteX19" fmla="*/ 288 w 176677"/>
                <a:gd name="connsiteY19" fmla="*/ 137193 h 160484"/>
                <a:gd name="connsiteX20" fmla="*/ 33637 w 176677"/>
                <a:gd name="connsiteY20" fmla="*/ 160575 h 160484"/>
                <a:gd name="connsiteX21" fmla="*/ 70888 w 176677"/>
                <a:gd name="connsiteY21" fmla="*/ 133651 h 160484"/>
                <a:gd name="connsiteX22" fmla="*/ 109204 w 176677"/>
                <a:gd name="connsiteY22" fmla="*/ 160575 h 160484"/>
                <a:gd name="connsiteX23" fmla="*/ 165968 w 176677"/>
                <a:gd name="connsiteY23" fmla="*/ 106017 h 160484"/>
                <a:gd name="connsiteX24" fmla="*/ 161710 w 176677"/>
                <a:gd name="connsiteY24" fmla="*/ 102475 h 160484"/>
                <a:gd name="connsiteX25" fmla="*/ 157098 w 176677"/>
                <a:gd name="connsiteY25" fmla="*/ 106372 h 160484"/>
                <a:gd name="connsiteX26" fmla="*/ 109913 w 176677"/>
                <a:gd name="connsiteY26" fmla="*/ 152781 h 160484"/>
                <a:gd name="connsiteX27" fmla="*/ 90400 w 176677"/>
                <a:gd name="connsiteY27" fmla="*/ 129399 h 160484"/>
                <a:gd name="connsiteX28" fmla="*/ 96432 w 176677"/>
                <a:gd name="connsiteY28" fmla="*/ 98223 h 160484"/>
                <a:gd name="connsiteX29" fmla="*/ 108494 w 176677"/>
                <a:gd name="connsiteY29" fmla="*/ 49688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677" h="160484">
                  <a:moveTo>
                    <a:pt x="108494" y="49688"/>
                  </a:moveTo>
                  <a:cubicBezTo>
                    <a:pt x="110623" y="40477"/>
                    <a:pt x="118782" y="7884"/>
                    <a:pt x="143617" y="7884"/>
                  </a:cubicBezTo>
                  <a:cubicBezTo>
                    <a:pt x="145391" y="7884"/>
                    <a:pt x="153905" y="7884"/>
                    <a:pt x="161355" y="12490"/>
                  </a:cubicBezTo>
                  <a:cubicBezTo>
                    <a:pt x="151422" y="14261"/>
                    <a:pt x="144326" y="23118"/>
                    <a:pt x="144326" y="31620"/>
                  </a:cubicBezTo>
                  <a:cubicBezTo>
                    <a:pt x="144326" y="37289"/>
                    <a:pt x="148229" y="44020"/>
                    <a:pt x="157808" y="44020"/>
                  </a:cubicBezTo>
                  <a:cubicBezTo>
                    <a:pt x="165613" y="44020"/>
                    <a:pt x="176966" y="37643"/>
                    <a:pt x="176966" y="23472"/>
                  </a:cubicBezTo>
                  <a:cubicBezTo>
                    <a:pt x="176966" y="5050"/>
                    <a:pt x="156034" y="90"/>
                    <a:pt x="143971" y="90"/>
                  </a:cubicBezTo>
                  <a:cubicBezTo>
                    <a:pt x="123395" y="90"/>
                    <a:pt x="110977" y="18867"/>
                    <a:pt x="106720" y="27015"/>
                  </a:cubicBezTo>
                  <a:cubicBezTo>
                    <a:pt x="97851" y="3633"/>
                    <a:pt x="78693" y="90"/>
                    <a:pt x="68404" y="90"/>
                  </a:cubicBezTo>
                  <a:cubicBezTo>
                    <a:pt x="31508" y="90"/>
                    <a:pt x="11286" y="45791"/>
                    <a:pt x="11286" y="54648"/>
                  </a:cubicBezTo>
                  <a:cubicBezTo>
                    <a:pt x="11286" y="58191"/>
                    <a:pt x="14833" y="58191"/>
                    <a:pt x="15543" y="58191"/>
                  </a:cubicBezTo>
                  <a:cubicBezTo>
                    <a:pt x="18381" y="58191"/>
                    <a:pt x="19446" y="57482"/>
                    <a:pt x="20155" y="54294"/>
                  </a:cubicBezTo>
                  <a:cubicBezTo>
                    <a:pt x="32217" y="16741"/>
                    <a:pt x="55633" y="7884"/>
                    <a:pt x="67695" y="7884"/>
                  </a:cubicBezTo>
                  <a:cubicBezTo>
                    <a:pt x="74436" y="7884"/>
                    <a:pt x="86853" y="11073"/>
                    <a:pt x="86853" y="31620"/>
                  </a:cubicBezTo>
                  <a:cubicBezTo>
                    <a:pt x="86853" y="42603"/>
                    <a:pt x="80822" y="66339"/>
                    <a:pt x="67695" y="115937"/>
                  </a:cubicBezTo>
                  <a:cubicBezTo>
                    <a:pt x="62019" y="137902"/>
                    <a:pt x="49601" y="152781"/>
                    <a:pt x="33991" y="152781"/>
                  </a:cubicBezTo>
                  <a:cubicBezTo>
                    <a:pt x="31863" y="152781"/>
                    <a:pt x="23703" y="152781"/>
                    <a:pt x="16253" y="148176"/>
                  </a:cubicBezTo>
                  <a:cubicBezTo>
                    <a:pt x="25122" y="146404"/>
                    <a:pt x="32927" y="138965"/>
                    <a:pt x="32927" y="129045"/>
                  </a:cubicBezTo>
                  <a:cubicBezTo>
                    <a:pt x="32927" y="119480"/>
                    <a:pt x="25122" y="116646"/>
                    <a:pt x="19800" y="116646"/>
                  </a:cubicBezTo>
                  <a:cubicBezTo>
                    <a:pt x="9157" y="116646"/>
                    <a:pt x="288" y="125857"/>
                    <a:pt x="288" y="137193"/>
                  </a:cubicBezTo>
                  <a:cubicBezTo>
                    <a:pt x="288" y="153490"/>
                    <a:pt x="18026" y="160575"/>
                    <a:pt x="33637" y="160575"/>
                  </a:cubicBezTo>
                  <a:cubicBezTo>
                    <a:pt x="57052" y="160575"/>
                    <a:pt x="69824" y="135776"/>
                    <a:pt x="70888" y="133651"/>
                  </a:cubicBezTo>
                  <a:cubicBezTo>
                    <a:pt x="75145" y="146759"/>
                    <a:pt x="87917" y="160575"/>
                    <a:pt x="109204" y="160575"/>
                  </a:cubicBezTo>
                  <a:cubicBezTo>
                    <a:pt x="145745" y="160575"/>
                    <a:pt x="165968" y="114874"/>
                    <a:pt x="165968" y="106017"/>
                  </a:cubicBezTo>
                  <a:cubicBezTo>
                    <a:pt x="165968" y="102475"/>
                    <a:pt x="162775" y="102475"/>
                    <a:pt x="161710" y="102475"/>
                  </a:cubicBezTo>
                  <a:cubicBezTo>
                    <a:pt x="158517" y="102475"/>
                    <a:pt x="157808" y="103892"/>
                    <a:pt x="157098" y="106372"/>
                  </a:cubicBezTo>
                  <a:cubicBezTo>
                    <a:pt x="145391" y="144279"/>
                    <a:pt x="121266" y="152781"/>
                    <a:pt x="109913" y="152781"/>
                  </a:cubicBezTo>
                  <a:cubicBezTo>
                    <a:pt x="96077" y="152781"/>
                    <a:pt x="90400" y="141444"/>
                    <a:pt x="90400" y="129399"/>
                  </a:cubicBezTo>
                  <a:cubicBezTo>
                    <a:pt x="90400" y="121605"/>
                    <a:pt x="92529" y="113811"/>
                    <a:pt x="96432" y="98223"/>
                  </a:cubicBezTo>
                  <a:lnTo>
                    <a:pt x="108494" y="49688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B0AF7BA-CA4F-1CA4-A5E6-E145090C0EFF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3004683" y="5435709"/>
              <a:ext cx="109767" cy="164665"/>
            </a:xfrm>
            <a:custGeom>
              <a:avLst/>
              <a:gdLst>
                <a:gd name="connsiteX0" fmla="*/ 110061 w 109767"/>
                <a:gd name="connsiteY0" fmla="*/ 119617 h 164665"/>
                <a:gd name="connsiteX1" fmla="*/ 101617 w 109767"/>
                <a:gd name="connsiteY1" fmla="*/ 119617 h 164665"/>
                <a:gd name="connsiteX2" fmla="*/ 95160 w 109767"/>
                <a:gd name="connsiteY2" fmla="*/ 142184 h 164665"/>
                <a:gd name="connsiteX3" fmla="*/ 70574 w 109767"/>
                <a:gd name="connsiteY3" fmla="*/ 143672 h 164665"/>
                <a:gd name="connsiteX4" fmla="*/ 24879 w 109767"/>
                <a:gd name="connsiteY4" fmla="*/ 143672 h 164665"/>
                <a:gd name="connsiteX5" fmla="*/ 74548 w 109767"/>
                <a:gd name="connsiteY5" fmla="*/ 102010 h 164665"/>
                <a:gd name="connsiteX6" fmla="*/ 110061 w 109767"/>
                <a:gd name="connsiteY6" fmla="*/ 48444 h 164665"/>
                <a:gd name="connsiteX7" fmla="*/ 51949 w 109767"/>
                <a:gd name="connsiteY7" fmla="*/ 86 h 164665"/>
                <a:gd name="connsiteX8" fmla="*/ 293 w 109767"/>
                <a:gd name="connsiteY8" fmla="*/ 44476 h 164665"/>
                <a:gd name="connsiteX9" fmla="*/ 13456 w 109767"/>
                <a:gd name="connsiteY9" fmla="*/ 58364 h 164665"/>
                <a:gd name="connsiteX10" fmla="*/ 26618 w 109767"/>
                <a:gd name="connsiteY10" fmla="*/ 45220 h 164665"/>
                <a:gd name="connsiteX11" fmla="*/ 11966 w 109767"/>
                <a:gd name="connsiteY11" fmla="*/ 32077 h 164665"/>
                <a:gd name="connsiteX12" fmla="*/ 48224 w 109767"/>
                <a:gd name="connsiteY12" fmla="*/ 9014 h 164665"/>
                <a:gd name="connsiteX13" fmla="*/ 85972 w 109767"/>
                <a:gd name="connsiteY13" fmla="*/ 48444 h 164665"/>
                <a:gd name="connsiteX14" fmla="*/ 62627 w 109767"/>
                <a:gd name="connsiteY14" fmla="*/ 96058 h 164665"/>
                <a:gd name="connsiteX15" fmla="*/ 2777 w 109767"/>
                <a:gd name="connsiteY15" fmla="*/ 155080 h 164665"/>
                <a:gd name="connsiteX16" fmla="*/ 293 w 109767"/>
                <a:gd name="connsiteY16" fmla="*/ 164751 h 164665"/>
                <a:gd name="connsiteX17" fmla="*/ 102610 w 109767"/>
                <a:gd name="connsiteY17" fmla="*/ 164751 h 164665"/>
                <a:gd name="connsiteX18" fmla="*/ 110061 w 109767"/>
                <a:gd name="connsiteY18" fmla="*/ 119617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767" h="164665">
                  <a:moveTo>
                    <a:pt x="110061" y="119617"/>
                  </a:moveTo>
                  <a:lnTo>
                    <a:pt x="101617" y="119617"/>
                  </a:lnTo>
                  <a:cubicBezTo>
                    <a:pt x="100872" y="125073"/>
                    <a:pt x="98389" y="139704"/>
                    <a:pt x="95160" y="142184"/>
                  </a:cubicBezTo>
                  <a:cubicBezTo>
                    <a:pt x="93173" y="143672"/>
                    <a:pt x="74051" y="143672"/>
                    <a:pt x="70574" y="143672"/>
                  </a:cubicBezTo>
                  <a:lnTo>
                    <a:pt x="24879" y="143672"/>
                  </a:lnTo>
                  <a:cubicBezTo>
                    <a:pt x="50955" y="120609"/>
                    <a:pt x="59647" y="113665"/>
                    <a:pt x="74548" y="102010"/>
                  </a:cubicBezTo>
                  <a:cubicBezTo>
                    <a:pt x="92925" y="87379"/>
                    <a:pt x="110061" y="72003"/>
                    <a:pt x="110061" y="48444"/>
                  </a:cubicBezTo>
                  <a:cubicBezTo>
                    <a:pt x="110061" y="18437"/>
                    <a:pt x="83736" y="86"/>
                    <a:pt x="51949" y="86"/>
                  </a:cubicBezTo>
                  <a:cubicBezTo>
                    <a:pt x="21154" y="86"/>
                    <a:pt x="293" y="21661"/>
                    <a:pt x="293" y="44476"/>
                  </a:cubicBezTo>
                  <a:cubicBezTo>
                    <a:pt x="293" y="57124"/>
                    <a:pt x="10972" y="58364"/>
                    <a:pt x="13456" y="58364"/>
                  </a:cubicBezTo>
                  <a:cubicBezTo>
                    <a:pt x="19416" y="58364"/>
                    <a:pt x="26618" y="54148"/>
                    <a:pt x="26618" y="45220"/>
                  </a:cubicBezTo>
                  <a:cubicBezTo>
                    <a:pt x="26618" y="40756"/>
                    <a:pt x="24879" y="32077"/>
                    <a:pt x="11966" y="32077"/>
                  </a:cubicBezTo>
                  <a:cubicBezTo>
                    <a:pt x="19664" y="14469"/>
                    <a:pt x="36551" y="9014"/>
                    <a:pt x="48224" y="9014"/>
                  </a:cubicBezTo>
                  <a:cubicBezTo>
                    <a:pt x="73058" y="9014"/>
                    <a:pt x="85972" y="28357"/>
                    <a:pt x="85972" y="48444"/>
                  </a:cubicBezTo>
                  <a:cubicBezTo>
                    <a:pt x="85972" y="70019"/>
                    <a:pt x="70574" y="87131"/>
                    <a:pt x="62627" y="96058"/>
                  </a:cubicBezTo>
                  <a:lnTo>
                    <a:pt x="2777" y="155080"/>
                  </a:lnTo>
                  <a:cubicBezTo>
                    <a:pt x="293" y="157312"/>
                    <a:pt x="293" y="157808"/>
                    <a:pt x="293" y="164751"/>
                  </a:cubicBezTo>
                  <a:lnTo>
                    <a:pt x="102610" y="164751"/>
                  </a:lnTo>
                  <a:lnTo>
                    <a:pt x="110061" y="119617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08CF25A-EE81-9B24-2DFD-E70914C4BF56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3246899" y="5540110"/>
              <a:ext cx="235925" cy="235944"/>
            </a:xfrm>
            <a:custGeom>
              <a:avLst/>
              <a:gdLst>
                <a:gd name="connsiteX0" fmla="*/ 125536 w 235925"/>
                <a:gd name="connsiteY0" fmla="*/ 125148 h 235944"/>
                <a:gd name="connsiteX1" fmla="*/ 224518 w 235925"/>
                <a:gd name="connsiteY1" fmla="*/ 125148 h 235944"/>
                <a:gd name="connsiteX2" fmla="*/ 236225 w 235925"/>
                <a:gd name="connsiteY2" fmla="*/ 118063 h 235944"/>
                <a:gd name="connsiteX3" fmla="*/ 224518 w 235925"/>
                <a:gd name="connsiteY3" fmla="*/ 110977 h 235944"/>
                <a:gd name="connsiteX4" fmla="*/ 125536 w 235925"/>
                <a:gd name="connsiteY4" fmla="*/ 110977 h 235944"/>
                <a:gd name="connsiteX5" fmla="*/ 125536 w 235925"/>
                <a:gd name="connsiteY5" fmla="*/ 11781 h 235944"/>
                <a:gd name="connsiteX6" fmla="*/ 118440 w 235925"/>
                <a:gd name="connsiteY6" fmla="*/ 90 h 235944"/>
                <a:gd name="connsiteX7" fmla="*/ 111345 w 235925"/>
                <a:gd name="connsiteY7" fmla="*/ 11781 h 235944"/>
                <a:gd name="connsiteX8" fmla="*/ 111345 w 235925"/>
                <a:gd name="connsiteY8" fmla="*/ 110977 h 235944"/>
                <a:gd name="connsiteX9" fmla="*/ 12008 w 235925"/>
                <a:gd name="connsiteY9" fmla="*/ 110977 h 235944"/>
                <a:gd name="connsiteX10" fmla="*/ 300 w 235925"/>
                <a:gd name="connsiteY10" fmla="*/ 118063 h 235944"/>
                <a:gd name="connsiteX11" fmla="*/ 12008 w 235925"/>
                <a:gd name="connsiteY11" fmla="*/ 125148 h 235944"/>
                <a:gd name="connsiteX12" fmla="*/ 111345 w 235925"/>
                <a:gd name="connsiteY12" fmla="*/ 125148 h 235944"/>
                <a:gd name="connsiteX13" fmla="*/ 111345 w 235925"/>
                <a:gd name="connsiteY13" fmla="*/ 224344 h 235944"/>
                <a:gd name="connsiteX14" fmla="*/ 118440 w 235925"/>
                <a:gd name="connsiteY14" fmla="*/ 236035 h 235944"/>
                <a:gd name="connsiteX15" fmla="*/ 125536 w 235925"/>
                <a:gd name="connsiteY15" fmla="*/ 224344 h 235944"/>
                <a:gd name="connsiteX16" fmla="*/ 125536 w 235925"/>
                <a:gd name="connsiteY16" fmla="*/ 125148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925" h="235944">
                  <a:moveTo>
                    <a:pt x="125536" y="125148"/>
                  </a:moveTo>
                  <a:lnTo>
                    <a:pt x="224518" y="125148"/>
                  </a:lnTo>
                  <a:cubicBezTo>
                    <a:pt x="229485" y="125148"/>
                    <a:pt x="236225" y="125148"/>
                    <a:pt x="236225" y="118063"/>
                  </a:cubicBezTo>
                  <a:cubicBezTo>
                    <a:pt x="236225" y="110977"/>
                    <a:pt x="229485" y="110977"/>
                    <a:pt x="224518" y="110977"/>
                  </a:cubicBezTo>
                  <a:lnTo>
                    <a:pt x="125536" y="110977"/>
                  </a:lnTo>
                  <a:lnTo>
                    <a:pt x="125536" y="11781"/>
                  </a:lnTo>
                  <a:cubicBezTo>
                    <a:pt x="125536" y="6821"/>
                    <a:pt x="125536" y="90"/>
                    <a:pt x="118440" y="90"/>
                  </a:cubicBezTo>
                  <a:cubicBezTo>
                    <a:pt x="111345" y="90"/>
                    <a:pt x="111345" y="6821"/>
                    <a:pt x="111345" y="11781"/>
                  </a:cubicBezTo>
                  <a:lnTo>
                    <a:pt x="111345" y="110977"/>
                  </a:lnTo>
                  <a:lnTo>
                    <a:pt x="12008" y="110977"/>
                  </a:lnTo>
                  <a:cubicBezTo>
                    <a:pt x="7041" y="110977"/>
                    <a:pt x="300" y="110977"/>
                    <a:pt x="300" y="118063"/>
                  </a:cubicBezTo>
                  <a:cubicBezTo>
                    <a:pt x="300" y="125148"/>
                    <a:pt x="7041" y="125148"/>
                    <a:pt x="12008" y="125148"/>
                  </a:cubicBezTo>
                  <a:lnTo>
                    <a:pt x="111345" y="125148"/>
                  </a:lnTo>
                  <a:lnTo>
                    <a:pt x="111345" y="224344"/>
                  </a:lnTo>
                  <a:cubicBezTo>
                    <a:pt x="111345" y="229304"/>
                    <a:pt x="111345" y="236035"/>
                    <a:pt x="118440" y="236035"/>
                  </a:cubicBezTo>
                  <a:cubicBezTo>
                    <a:pt x="125536" y="236035"/>
                    <a:pt x="125536" y="229304"/>
                    <a:pt x="125536" y="224344"/>
                  </a:cubicBezTo>
                  <a:lnTo>
                    <a:pt x="125536" y="125148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6F6979F-307D-85F3-EC08-688AD2F9A88E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3612316" y="5639306"/>
              <a:ext cx="37606" cy="37552"/>
            </a:xfrm>
            <a:custGeom>
              <a:avLst/>
              <a:gdLst>
                <a:gd name="connsiteX0" fmla="*/ 37916 w 37606"/>
                <a:gd name="connsiteY0" fmla="*/ 18867 h 37552"/>
                <a:gd name="connsiteX1" fmla="*/ 19113 w 37606"/>
                <a:gd name="connsiteY1" fmla="*/ 90 h 37552"/>
                <a:gd name="connsiteX2" fmla="*/ 310 w 37606"/>
                <a:gd name="connsiteY2" fmla="*/ 18867 h 37552"/>
                <a:gd name="connsiteX3" fmla="*/ 19113 w 37606"/>
                <a:gd name="connsiteY3" fmla="*/ 37643 h 37552"/>
                <a:gd name="connsiteX4" fmla="*/ 37916 w 37606"/>
                <a:gd name="connsiteY4" fmla="*/ 18867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06" h="37552">
                  <a:moveTo>
                    <a:pt x="37916" y="18867"/>
                  </a:moveTo>
                  <a:cubicBezTo>
                    <a:pt x="37916" y="8593"/>
                    <a:pt x="29402" y="90"/>
                    <a:pt x="19113" y="90"/>
                  </a:cubicBezTo>
                  <a:cubicBezTo>
                    <a:pt x="8825" y="90"/>
                    <a:pt x="310" y="8593"/>
                    <a:pt x="310" y="18867"/>
                  </a:cubicBezTo>
                  <a:cubicBezTo>
                    <a:pt x="310" y="29140"/>
                    <a:pt x="8825" y="37643"/>
                    <a:pt x="19113" y="37643"/>
                  </a:cubicBezTo>
                  <a:cubicBezTo>
                    <a:pt x="29402" y="37643"/>
                    <a:pt x="37916" y="29140"/>
                    <a:pt x="37916" y="18867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93C5CDB-2BC4-7E35-1B5B-11DEE47A1E0B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3769992" y="5639306"/>
              <a:ext cx="37606" cy="37552"/>
            </a:xfrm>
            <a:custGeom>
              <a:avLst/>
              <a:gdLst>
                <a:gd name="connsiteX0" fmla="*/ 37921 w 37606"/>
                <a:gd name="connsiteY0" fmla="*/ 18867 h 37552"/>
                <a:gd name="connsiteX1" fmla="*/ 19118 w 37606"/>
                <a:gd name="connsiteY1" fmla="*/ 90 h 37552"/>
                <a:gd name="connsiteX2" fmla="*/ 314 w 37606"/>
                <a:gd name="connsiteY2" fmla="*/ 18867 h 37552"/>
                <a:gd name="connsiteX3" fmla="*/ 19118 w 37606"/>
                <a:gd name="connsiteY3" fmla="*/ 37643 h 37552"/>
                <a:gd name="connsiteX4" fmla="*/ 37921 w 37606"/>
                <a:gd name="connsiteY4" fmla="*/ 18867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06" h="37552">
                  <a:moveTo>
                    <a:pt x="37921" y="18867"/>
                  </a:moveTo>
                  <a:cubicBezTo>
                    <a:pt x="37921" y="8593"/>
                    <a:pt x="29406" y="90"/>
                    <a:pt x="19118" y="90"/>
                  </a:cubicBezTo>
                  <a:cubicBezTo>
                    <a:pt x="8829" y="90"/>
                    <a:pt x="314" y="8593"/>
                    <a:pt x="314" y="18867"/>
                  </a:cubicBezTo>
                  <a:cubicBezTo>
                    <a:pt x="314" y="29140"/>
                    <a:pt x="8829" y="37643"/>
                    <a:pt x="19118" y="37643"/>
                  </a:cubicBezTo>
                  <a:cubicBezTo>
                    <a:pt x="29406" y="37643"/>
                    <a:pt x="37921" y="29140"/>
                    <a:pt x="37921" y="18867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57CCBCD-F348-E395-2099-E1B8D688F85A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3927669" y="5639306"/>
              <a:ext cx="37606" cy="37552"/>
            </a:xfrm>
            <a:custGeom>
              <a:avLst/>
              <a:gdLst>
                <a:gd name="connsiteX0" fmla="*/ 37925 w 37606"/>
                <a:gd name="connsiteY0" fmla="*/ 18867 h 37552"/>
                <a:gd name="connsiteX1" fmla="*/ 19122 w 37606"/>
                <a:gd name="connsiteY1" fmla="*/ 90 h 37552"/>
                <a:gd name="connsiteX2" fmla="*/ 319 w 37606"/>
                <a:gd name="connsiteY2" fmla="*/ 18867 h 37552"/>
                <a:gd name="connsiteX3" fmla="*/ 19122 w 37606"/>
                <a:gd name="connsiteY3" fmla="*/ 37643 h 37552"/>
                <a:gd name="connsiteX4" fmla="*/ 37925 w 37606"/>
                <a:gd name="connsiteY4" fmla="*/ 18867 h 3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06" h="37552">
                  <a:moveTo>
                    <a:pt x="37925" y="18867"/>
                  </a:moveTo>
                  <a:cubicBezTo>
                    <a:pt x="37925" y="8593"/>
                    <a:pt x="29410" y="90"/>
                    <a:pt x="19122" y="90"/>
                  </a:cubicBezTo>
                  <a:cubicBezTo>
                    <a:pt x="8834" y="90"/>
                    <a:pt x="319" y="8593"/>
                    <a:pt x="319" y="18867"/>
                  </a:cubicBezTo>
                  <a:cubicBezTo>
                    <a:pt x="319" y="29140"/>
                    <a:pt x="8834" y="37643"/>
                    <a:pt x="19122" y="37643"/>
                  </a:cubicBezTo>
                  <a:cubicBezTo>
                    <a:pt x="29410" y="37643"/>
                    <a:pt x="37925" y="29140"/>
                    <a:pt x="37925" y="18867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1543100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16D2D-82F8-4A5B-F5BD-90E4A79C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BD673-46E0-8133-3D51-FB501A17C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6CFA9-C292-2377-F5A9-122BFD57D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Let us consider the following example:  Fit a Cubic Polynomial to the following data, and find f(4):</a:t>
            </a:r>
          </a:p>
          <a:p>
            <a:pPr algn="l"/>
            <a:endParaRPr lang="en-US" sz="2400" dirty="0">
              <a:latin typeface="+mj-lt"/>
            </a:endParaRPr>
          </a:p>
          <a:p>
            <a:pPr marL="0" indent="0" algn="l">
              <a:buNone/>
            </a:pPr>
            <a:endParaRPr lang="en-US" sz="2400" dirty="0">
              <a:latin typeface="+mj-lt"/>
            </a:endParaRPr>
          </a:p>
          <a:p>
            <a:pPr algn="l"/>
            <a:endParaRPr lang="en-US" sz="2400" dirty="0">
              <a:latin typeface="+mj-lt"/>
            </a:endParaRPr>
          </a:p>
          <a:p>
            <a:pPr algn="l"/>
            <a:endParaRPr lang="en-US" sz="2400" dirty="0">
              <a:latin typeface="+mj-lt"/>
            </a:endParaRPr>
          </a:p>
          <a:p>
            <a:pPr algn="l"/>
            <a:endParaRPr lang="en-US" sz="2400" dirty="0">
              <a:latin typeface="+mj-lt"/>
            </a:endParaRPr>
          </a:p>
          <a:p>
            <a:pPr algn="l"/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BA3C6-3375-1CB2-5B4A-B95A2565078F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Direct Method for Curve Fitting</a:t>
            </a:r>
          </a:p>
        </p:txBody>
      </p:sp>
      <p:grpSp>
        <p:nvGrpSpPr>
          <p:cNvPr id="140" name="Group 139" descr="\documentclass{article}&#10;\usepackage{amsmath}&#10;\pagestyle{empty}&#10;\usepackage{xcolor}&#10;\begin{document}&#10;\color{white}&#10;\begin{align*}&#10;\text{the cubic polynomial is: } \quad&#10; a_0 + a_1 \,x_i + a_2 \, x_i^2 + a_3 \, x_i^3 = y_i&#10;\end{align*}&#10;\end{document}" title="IguanaTex Shape Display">
            <a:extLst>
              <a:ext uri="{FF2B5EF4-FFF2-40B4-BE49-F238E27FC236}">
                <a16:creationId xmlns:a16="http://schemas.microsoft.com/office/drawing/2014/main" id="{E87B5AB9-5C4C-7B68-FF95-26DD3AE7858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673938" y="3052780"/>
            <a:ext cx="8844123" cy="410116"/>
            <a:chOff x="8264892" y="5985678"/>
            <a:chExt cx="8844123" cy="410116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7EBB13D-E351-D474-5EEC-B27C54AED46D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8264892" y="6080857"/>
              <a:ext cx="110887" cy="226814"/>
            </a:xfrm>
            <a:custGeom>
              <a:avLst/>
              <a:gdLst>
                <a:gd name="connsiteX0" fmla="*/ 54667 w 110887"/>
                <a:gd name="connsiteY0" fmla="*/ 77984 h 226814"/>
                <a:gd name="connsiteX1" fmla="*/ 105327 w 110887"/>
                <a:gd name="connsiteY1" fmla="*/ 77984 h 226814"/>
                <a:gd name="connsiteX2" fmla="*/ 105327 w 110887"/>
                <a:gd name="connsiteY2" fmla="*/ 66752 h 226814"/>
                <a:gd name="connsiteX3" fmla="*/ 54667 w 110887"/>
                <a:gd name="connsiteY3" fmla="*/ 66752 h 226814"/>
                <a:gd name="connsiteX4" fmla="*/ 54667 w 110887"/>
                <a:gd name="connsiteY4" fmla="*/ 85 h 226814"/>
                <a:gd name="connsiteX5" fmla="*/ 45810 w 110887"/>
                <a:gd name="connsiteY5" fmla="*/ 85 h 226814"/>
                <a:gd name="connsiteX6" fmla="*/ 109 w 110887"/>
                <a:gd name="connsiteY6" fmla="*/ 70013 h 226814"/>
                <a:gd name="connsiteX7" fmla="*/ 109 w 110887"/>
                <a:gd name="connsiteY7" fmla="*/ 77984 h 226814"/>
                <a:gd name="connsiteX8" fmla="*/ 30222 w 110887"/>
                <a:gd name="connsiteY8" fmla="*/ 77984 h 226814"/>
                <a:gd name="connsiteX9" fmla="*/ 30222 w 110887"/>
                <a:gd name="connsiteY9" fmla="*/ 177985 h 226814"/>
                <a:gd name="connsiteX10" fmla="*/ 75923 w 110887"/>
                <a:gd name="connsiteY10" fmla="*/ 226899 h 226814"/>
                <a:gd name="connsiteX11" fmla="*/ 110996 w 110887"/>
                <a:gd name="connsiteY11" fmla="*/ 177985 h 226814"/>
                <a:gd name="connsiteX12" fmla="*/ 110996 w 110887"/>
                <a:gd name="connsiteY12" fmla="*/ 157333 h 226814"/>
                <a:gd name="connsiteX13" fmla="*/ 102139 w 110887"/>
                <a:gd name="connsiteY13" fmla="*/ 157333 h 226814"/>
                <a:gd name="connsiteX14" fmla="*/ 102139 w 110887"/>
                <a:gd name="connsiteY14" fmla="*/ 177261 h 226814"/>
                <a:gd name="connsiteX15" fmla="*/ 78403 w 110887"/>
                <a:gd name="connsiteY15" fmla="*/ 217841 h 226814"/>
                <a:gd name="connsiteX16" fmla="*/ 54667 w 110887"/>
                <a:gd name="connsiteY16" fmla="*/ 178710 h 226814"/>
                <a:gd name="connsiteX17" fmla="*/ 54667 w 110887"/>
                <a:gd name="connsiteY17" fmla="*/ 77984 h 226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887" h="226814">
                  <a:moveTo>
                    <a:pt x="54667" y="77984"/>
                  </a:moveTo>
                  <a:lnTo>
                    <a:pt x="105327" y="77984"/>
                  </a:lnTo>
                  <a:lnTo>
                    <a:pt x="105327" y="66752"/>
                  </a:lnTo>
                  <a:lnTo>
                    <a:pt x="54667" y="66752"/>
                  </a:lnTo>
                  <a:lnTo>
                    <a:pt x="54667" y="85"/>
                  </a:lnTo>
                  <a:lnTo>
                    <a:pt x="45810" y="85"/>
                  </a:lnTo>
                  <a:cubicBezTo>
                    <a:pt x="45455" y="29795"/>
                    <a:pt x="34827" y="68564"/>
                    <a:pt x="109" y="70013"/>
                  </a:cubicBezTo>
                  <a:lnTo>
                    <a:pt x="109" y="77984"/>
                  </a:lnTo>
                  <a:lnTo>
                    <a:pt x="30222" y="77984"/>
                  </a:lnTo>
                  <a:lnTo>
                    <a:pt x="30222" y="177985"/>
                  </a:lnTo>
                  <a:cubicBezTo>
                    <a:pt x="30222" y="222551"/>
                    <a:pt x="63169" y="226899"/>
                    <a:pt x="75923" y="226899"/>
                  </a:cubicBezTo>
                  <a:cubicBezTo>
                    <a:pt x="101076" y="226899"/>
                    <a:pt x="110996" y="201174"/>
                    <a:pt x="110996" y="177985"/>
                  </a:cubicBezTo>
                  <a:lnTo>
                    <a:pt x="110996" y="157333"/>
                  </a:lnTo>
                  <a:lnTo>
                    <a:pt x="102139" y="157333"/>
                  </a:lnTo>
                  <a:lnTo>
                    <a:pt x="102139" y="177261"/>
                  </a:lnTo>
                  <a:cubicBezTo>
                    <a:pt x="102139" y="204073"/>
                    <a:pt x="91511" y="217841"/>
                    <a:pt x="78403" y="217841"/>
                  </a:cubicBezTo>
                  <a:cubicBezTo>
                    <a:pt x="54667" y="217841"/>
                    <a:pt x="54667" y="184870"/>
                    <a:pt x="54667" y="178710"/>
                  </a:cubicBezTo>
                  <a:lnTo>
                    <a:pt x="54667" y="77984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E34A072-E14D-AB39-8B3D-6CB8A065AF74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8407270" y="6052234"/>
              <a:ext cx="178198" cy="251452"/>
            </a:xfrm>
            <a:custGeom>
              <a:avLst/>
              <a:gdLst>
                <a:gd name="connsiteX0" fmla="*/ 27746 w 178198"/>
                <a:gd name="connsiteY0" fmla="*/ 224000 h 251452"/>
                <a:gd name="connsiteX1" fmla="*/ 113 w 178198"/>
                <a:gd name="connsiteY1" fmla="*/ 240305 h 251452"/>
                <a:gd name="connsiteX2" fmla="*/ 113 w 178198"/>
                <a:gd name="connsiteY2" fmla="*/ 251537 h 251452"/>
                <a:gd name="connsiteX3" fmla="*/ 40145 w 178198"/>
                <a:gd name="connsiteY3" fmla="*/ 250450 h 251452"/>
                <a:gd name="connsiteX4" fmla="*/ 79824 w 178198"/>
                <a:gd name="connsiteY4" fmla="*/ 251537 h 251452"/>
                <a:gd name="connsiteX5" fmla="*/ 79824 w 178198"/>
                <a:gd name="connsiteY5" fmla="*/ 240305 h 251452"/>
                <a:gd name="connsiteX6" fmla="*/ 52191 w 178198"/>
                <a:gd name="connsiteY6" fmla="*/ 224000 h 251452"/>
                <a:gd name="connsiteX7" fmla="*/ 52191 w 178198"/>
                <a:gd name="connsiteY7" fmla="*/ 157333 h 251452"/>
                <a:gd name="connsiteX8" fmla="*/ 100017 w 178198"/>
                <a:gd name="connsiteY8" fmla="*/ 99361 h 251452"/>
                <a:gd name="connsiteX9" fmla="*/ 126233 w 178198"/>
                <a:gd name="connsiteY9" fmla="*/ 139579 h 251452"/>
                <a:gd name="connsiteX10" fmla="*/ 126233 w 178198"/>
                <a:gd name="connsiteY10" fmla="*/ 224000 h 251452"/>
                <a:gd name="connsiteX11" fmla="*/ 98600 w 178198"/>
                <a:gd name="connsiteY11" fmla="*/ 240305 h 251452"/>
                <a:gd name="connsiteX12" fmla="*/ 98600 w 178198"/>
                <a:gd name="connsiteY12" fmla="*/ 251537 h 251452"/>
                <a:gd name="connsiteX13" fmla="*/ 138633 w 178198"/>
                <a:gd name="connsiteY13" fmla="*/ 250450 h 251452"/>
                <a:gd name="connsiteX14" fmla="*/ 178311 w 178198"/>
                <a:gd name="connsiteY14" fmla="*/ 251537 h 251452"/>
                <a:gd name="connsiteX15" fmla="*/ 178311 w 178198"/>
                <a:gd name="connsiteY15" fmla="*/ 240305 h 251452"/>
                <a:gd name="connsiteX16" fmla="*/ 150678 w 178198"/>
                <a:gd name="connsiteY16" fmla="*/ 229435 h 251452"/>
                <a:gd name="connsiteX17" fmla="*/ 150678 w 178198"/>
                <a:gd name="connsiteY17" fmla="*/ 160232 h 251452"/>
                <a:gd name="connsiteX18" fmla="*/ 139696 w 178198"/>
                <a:gd name="connsiteY18" fmla="*/ 104796 h 251452"/>
                <a:gd name="connsiteX19" fmla="*/ 102497 w 178198"/>
                <a:gd name="connsiteY19" fmla="*/ 91390 h 251452"/>
                <a:gd name="connsiteX20" fmla="*/ 51128 w 178198"/>
                <a:gd name="connsiteY20" fmla="*/ 126898 h 251452"/>
                <a:gd name="connsiteX21" fmla="*/ 51128 w 178198"/>
                <a:gd name="connsiteY21" fmla="*/ 85 h 251452"/>
                <a:gd name="connsiteX22" fmla="*/ 113 w 178198"/>
                <a:gd name="connsiteY22" fmla="*/ 4070 h 251452"/>
                <a:gd name="connsiteX23" fmla="*/ 113 w 178198"/>
                <a:gd name="connsiteY23" fmla="*/ 15302 h 251452"/>
                <a:gd name="connsiteX24" fmla="*/ 27746 w 178198"/>
                <a:gd name="connsiteY24" fmla="*/ 35592 h 251452"/>
                <a:gd name="connsiteX25" fmla="*/ 27746 w 178198"/>
                <a:gd name="connsiteY25" fmla="*/ 224000 h 25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198" h="251452">
                  <a:moveTo>
                    <a:pt x="27746" y="224000"/>
                  </a:moveTo>
                  <a:cubicBezTo>
                    <a:pt x="27746" y="240305"/>
                    <a:pt x="23849" y="240305"/>
                    <a:pt x="113" y="240305"/>
                  </a:cubicBezTo>
                  <a:lnTo>
                    <a:pt x="113" y="251537"/>
                  </a:lnTo>
                  <a:cubicBezTo>
                    <a:pt x="12512" y="251175"/>
                    <a:pt x="30580" y="250450"/>
                    <a:pt x="40145" y="250450"/>
                  </a:cubicBezTo>
                  <a:cubicBezTo>
                    <a:pt x="49356" y="250450"/>
                    <a:pt x="67779" y="251175"/>
                    <a:pt x="79824" y="251537"/>
                  </a:cubicBezTo>
                  <a:lnTo>
                    <a:pt x="79824" y="240305"/>
                  </a:lnTo>
                  <a:cubicBezTo>
                    <a:pt x="56088" y="240305"/>
                    <a:pt x="52191" y="240305"/>
                    <a:pt x="52191" y="224000"/>
                  </a:cubicBezTo>
                  <a:lnTo>
                    <a:pt x="52191" y="157333"/>
                  </a:lnTo>
                  <a:cubicBezTo>
                    <a:pt x="52191" y="119651"/>
                    <a:pt x="77344" y="99361"/>
                    <a:pt x="100017" y="99361"/>
                  </a:cubicBezTo>
                  <a:cubicBezTo>
                    <a:pt x="122336" y="99361"/>
                    <a:pt x="126233" y="118927"/>
                    <a:pt x="126233" y="139579"/>
                  </a:cubicBezTo>
                  <a:lnTo>
                    <a:pt x="126233" y="224000"/>
                  </a:lnTo>
                  <a:cubicBezTo>
                    <a:pt x="126233" y="240305"/>
                    <a:pt x="122336" y="240305"/>
                    <a:pt x="98600" y="240305"/>
                  </a:cubicBezTo>
                  <a:lnTo>
                    <a:pt x="98600" y="251537"/>
                  </a:lnTo>
                  <a:cubicBezTo>
                    <a:pt x="111000" y="251175"/>
                    <a:pt x="129067" y="250450"/>
                    <a:pt x="138633" y="250450"/>
                  </a:cubicBezTo>
                  <a:cubicBezTo>
                    <a:pt x="147844" y="250450"/>
                    <a:pt x="166266" y="251175"/>
                    <a:pt x="178311" y="251537"/>
                  </a:cubicBezTo>
                  <a:lnTo>
                    <a:pt x="178311" y="240305"/>
                  </a:lnTo>
                  <a:cubicBezTo>
                    <a:pt x="159889" y="240305"/>
                    <a:pt x="151032" y="240305"/>
                    <a:pt x="150678" y="229435"/>
                  </a:cubicBezTo>
                  <a:lnTo>
                    <a:pt x="150678" y="160232"/>
                  </a:lnTo>
                  <a:cubicBezTo>
                    <a:pt x="150678" y="129072"/>
                    <a:pt x="150678" y="117840"/>
                    <a:pt x="139696" y="104796"/>
                  </a:cubicBezTo>
                  <a:cubicBezTo>
                    <a:pt x="134736" y="98637"/>
                    <a:pt x="123045" y="91390"/>
                    <a:pt x="102497" y="91390"/>
                  </a:cubicBezTo>
                  <a:cubicBezTo>
                    <a:pt x="72738" y="91390"/>
                    <a:pt x="57150" y="113129"/>
                    <a:pt x="51128" y="126898"/>
                  </a:cubicBezTo>
                  <a:lnTo>
                    <a:pt x="51128" y="85"/>
                  </a:lnTo>
                  <a:lnTo>
                    <a:pt x="113" y="4070"/>
                  </a:lnTo>
                  <a:lnTo>
                    <a:pt x="113" y="15302"/>
                  </a:lnTo>
                  <a:cubicBezTo>
                    <a:pt x="24912" y="15302"/>
                    <a:pt x="27746" y="17839"/>
                    <a:pt x="27746" y="35592"/>
                  </a:cubicBezTo>
                  <a:lnTo>
                    <a:pt x="27746" y="224000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599F0B8-401F-E8D6-ED5F-6C5124D886C3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8602671" y="6141365"/>
              <a:ext cx="137103" cy="166306"/>
            </a:xfrm>
            <a:custGeom>
              <a:avLst/>
              <a:gdLst>
                <a:gd name="connsiteX0" fmla="*/ 29877 w 137103"/>
                <a:gd name="connsiteY0" fmla="*/ 71100 h 166306"/>
                <a:gd name="connsiteX1" fmla="*/ 73807 w 137103"/>
                <a:gd name="connsiteY1" fmla="*/ 8056 h 166306"/>
                <a:gd name="connsiteX2" fmla="*/ 113839 w 137103"/>
                <a:gd name="connsiteY2" fmla="*/ 71100 h 166306"/>
                <a:gd name="connsiteX3" fmla="*/ 29877 w 137103"/>
                <a:gd name="connsiteY3" fmla="*/ 71100 h 166306"/>
                <a:gd name="connsiteX4" fmla="*/ 29523 w 137103"/>
                <a:gd name="connsiteY4" fmla="*/ 78709 h 166306"/>
                <a:gd name="connsiteX5" fmla="*/ 128364 w 137103"/>
                <a:gd name="connsiteY5" fmla="*/ 78709 h 166306"/>
                <a:gd name="connsiteX6" fmla="*/ 137221 w 137103"/>
                <a:gd name="connsiteY6" fmla="*/ 71100 h 166306"/>
                <a:gd name="connsiteX7" fmla="*/ 73807 w 137103"/>
                <a:gd name="connsiteY7" fmla="*/ 85 h 166306"/>
                <a:gd name="connsiteX8" fmla="*/ 118 w 137103"/>
                <a:gd name="connsiteY8" fmla="*/ 82694 h 166306"/>
                <a:gd name="connsiteX9" fmla="*/ 78058 w 137103"/>
                <a:gd name="connsiteY9" fmla="*/ 166391 h 166306"/>
                <a:gd name="connsiteX10" fmla="*/ 137221 w 137103"/>
                <a:gd name="connsiteY10" fmla="*/ 119289 h 166306"/>
                <a:gd name="connsiteX11" fmla="*/ 132616 w 137103"/>
                <a:gd name="connsiteY11" fmla="*/ 114941 h 166306"/>
                <a:gd name="connsiteX12" fmla="*/ 128010 w 137103"/>
                <a:gd name="connsiteY12" fmla="*/ 120014 h 166306"/>
                <a:gd name="connsiteX13" fmla="*/ 80184 w 137103"/>
                <a:gd name="connsiteY13" fmla="*/ 157333 h 166306"/>
                <a:gd name="connsiteX14" fmla="*/ 40151 w 137103"/>
                <a:gd name="connsiteY14" fmla="*/ 133057 h 166306"/>
                <a:gd name="connsiteX15" fmla="*/ 29523 w 137103"/>
                <a:gd name="connsiteY15" fmla="*/ 78709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103" h="166306">
                  <a:moveTo>
                    <a:pt x="29877" y="71100"/>
                  </a:moveTo>
                  <a:cubicBezTo>
                    <a:pt x="32003" y="17114"/>
                    <a:pt x="61761" y="8056"/>
                    <a:pt x="73807" y="8056"/>
                  </a:cubicBezTo>
                  <a:cubicBezTo>
                    <a:pt x="110297" y="8056"/>
                    <a:pt x="113839" y="56969"/>
                    <a:pt x="113839" y="71100"/>
                  </a:cubicBezTo>
                  <a:lnTo>
                    <a:pt x="29877" y="71100"/>
                  </a:lnTo>
                  <a:close/>
                  <a:moveTo>
                    <a:pt x="29523" y="78709"/>
                  </a:moveTo>
                  <a:lnTo>
                    <a:pt x="128364" y="78709"/>
                  </a:lnTo>
                  <a:cubicBezTo>
                    <a:pt x="136158" y="78709"/>
                    <a:pt x="137221" y="78709"/>
                    <a:pt x="137221" y="71100"/>
                  </a:cubicBezTo>
                  <a:cubicBezTo>
                    <a:pt x="137221" y="35230"/>
                    <a:pt x="118091" y="85"/>
                    <a:pt x="73807" y="85"/>
                  </a:cubicBezTo>
                  <a:cubicBezTo>
                    <a:pt x="32711" y="85"/>
                    <a:pt x="118" y="37404"/>
                    <a:pt x="118" y="82694"/>
                  </a:cubicBezTo>
                  <a:cubicBezTo>
                    <a:pt x="118" y="131246"/>
                    <a:pt x="37317" y="166391"/>
                    <a:pt x="78058" y="166391"/>
                  </a:cubicBezTo>
                  <a:cubicBezTo>
                    <a:pt x="121279" y="166391"/>
                    <a:pt x="137221" y="126173"/>
                    <a:pt x="137221" y="119289"/>
                  </a:cubicBezTo>
                  <a:cubicBezTo>
                    <a:pt x="137221" y="115666"/>
                    <a:pt x="134387" y="114941"/>
                    <a:pt x="132616" y="114941"/>
                  </a:cubicBezTo>
                  <a:cubicBezTo>
                    <a:pt x="129427" y="114941"/>
                    <a:pt x="128719" y="117115"/>
                    <a:pt x="128010" y="120014"/>
                  </a:cubicBezTo>
                  <a:cubicBezTo>
                    <a:pt x="115611" y="157333"/>
                    <a:pt x="83726" y="157333"/>
                    <a:pt x="80184" y="157333"/>
                  </a:cubicBezTo>
                  <a:cubicBezTo>
                    <a:pt x="62470" y="157333"/>
                    <a:pt x="48299" y="146463"/>
                    <a:pt x="40151" y="133057"/>
                  </a:cubicBezTo>
                  <a:cubicBezTo>
                    <a:pt x="29523" y="115666"/>
                    <a:pt x="29523" y="91752"/>
                    <a:pt x="29523" y="78709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1E12D0B-24CC-4425-B7F8-BA5556B4583E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8880341" y="6141365"/>
              <a:ext cx="134977" cy="166306"/>
            </a:xfrm>
            <a:custGeom>
              <a:avLst/>
              <a:gdLst>
                <a:gd name="connsiteX0" fmla="*/ 29530 w 134977"/>
                <a:gd name="connsiteY0" fmla="*/ 83419 h 166306"/>
                <a:gd name="connsiteX1" fmla="*/ 77357 w 134977"/>
                <a:gd name="connsiteY1" fmla="*/ 9143 h 166306"/>
                <a:gd name="connsiteX2" fmla="*/ 115264 w 134977"/>
                <a:gd name="connsiteY2" fmla="*/ 22549 h 166306"/>
                <a:gd name="connsiteX3" fmla="*/ 98613 w 134977"/>
                <a:gd name="connsiteY3" fmla="*/ 39216 h 166306"/>
                <a:gd name="connsiteX4" fmla="*/ 114910 w 134977"/>
                <a:gd name="connsiteY4" fmla="*/ 55882 h 166306"/>
                <a:gd name="connsiteX5" fmla="*/ 131206 w 134977"/>
                <a:gd name="connsiteY5" fmla="*/ 38853 h 166306"/>
                <a:gd name="connsiteX6" fmla="*/ 77003 w 134977"/>
                <a:gd name="connsiteY6" fmla="*/ 85 h 166306"/>
                <a:gd name="connsiteX7" fmla="*/ 126 w 134977"/>
                <a:gd name="connsiteY7" fmla="*/ 84144 h 166306"/>
                <a:gd name="connsiteX8" fmla="*/ 76294 w 134977"/>
                <a:gd name="connsiteY8" fmla="*/ 166391 h 166306"/>
                <a:gd name="connsiteX9" fmla="*/ 135103 w 134977"/>
                <a:gd name="connsiteY9" fmla="*/ 119289 h 166306"/>
                <a:gd name="connsiteX10" fmla="*/ 130498 w 134977"/>
                <a:gd name="connsiteY10" fmla="*/ 115666 h 166306"/>
                <a:gd name="connsiteX11" fmla="*/ 125892 w 134977"/>
                <a:gd name="connsiteY11" fmla="*/ 119289 h 166306"/>
                <a:gd name="connsiteX12" fmla="*/ 79483 w 134977"/>
                <a:gd name="connsiteY12" fmla="*/ 157333 h 166306"/>
                <a:gd name="connsiteX13" fmla="*/ 29530 w 134977"/>
                <a:gd name="connsiteY13" fmla="*/ 83419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977" h="166306">
                  <a:moveTo>
                    <a:pt x="29530" y="83419"/>
                  </a:moveTo>
                  <a:cubicBezTo>
                    <a:pt x="29530" y="24360"/>
                    <a:pt x="58581" y="9143"/>
                    <a:pt x="77357" y="9143"/>
                  </a:cubicBezTo>
                  <a:cubicBezTo>
                    <a:pt x="80546" y="9143"/>
                    <a:pt x="102865" y="9505"/>
                    <a:pt x="115264" y="22549"/>
                  </a:cubicBezTo>
                  <a:cubicBezTo>
                    <a:pt x="100739" y="23636"/>
                    <a:pt x="98613" y="34505"/>
                    <a:pt x="98613" y="39216"/>
                  </a:cubicBezTo>
                  <a:cubicBezTo>
                    <a:pt x="98613" y="48636"/>
                    <a:pt x="104990" y="55882"/>
                    <a:pt x="114910" y="55882"/>
                  </a:cubicBezTo>
                  <a:cubicBezTo>
                    <a:pt x="124121" y="55882"/>
                    <a:pt x="131206" y="49723"/>
                    <a:pt x="131206" y="38853"/>
                  </a:cubicBezTo>
                  <a:cubicBezTo>
                    <a:pt x="131206" y="14215"/>
                    <a:pt x="104282" y="85"/>
                    <a:pt x="77003" y="85"/>
                  </a:cubicBezTo>
                  <a:cubicBezTo>
                    <a:pt x="32719" y="85"/>
                    <a:pt x="126" y="39216"/>
                    <a:pt x="126" y="84144"/>
                  </a:cubicBezTo>
                  <a:cubicBezTo>
                    <a:pt x="126" y="130521"/>
                    <a:pt x="35199" y="166391"/>
                    <a:pt x="76294" y="166391"/>
                  </a:cubicBezTo>
                  <a:cubicBezTo>
                    <a:pt x="123767" y="166391"/>
                    <a:pt x="135103" y="122912"/>
                    <a:pt x="135103" y="119289"/>
                  </a:cubicBezTo>
                  <a:cubicBezTo>
                    <a:pt x="135103" y="115666"/>
                    <a:pt x="131561" y="115666"/>
                    <a:pt x="130498" y="115666"/>
                  </a:cubicBezTo>
                  <a:cubicBezTo>
                    <a:pt x="127309" y="115666"/>
                    <a:pt x="126601" y="117115"/>
                    <a:pt x="125892" y="119289"/>
                  </a:cubicBezTo>
                  <a:cubicBezTo>
                    <a:pt x="115618" y="152985"/>
                    <a:pt x="92591" y="157333"/>
                    <a:pt x="79483" y="157333"/>
                  </a:cubicBezTo>
                  <a:cubicBezTo>
                    <a:pt x="60706" y="157333"/>
                    <a:pt x="29530" y="141753"/>
                    <a:pt x="29530" y="83419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9A9BDC1-B4A8-9A4C-0606-09B29E8E9492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9037087" y="6143539"/>
              <a:ext cx="178198" cy="164132"/>
            </a:xfrm>
            <a:custGeom>
              <a:avLst/>
              <a:gdLst>
                <a:gd name="connsiteX0" fmla="*/ 127314 w 178198"/>
                <a:gd name="connsiteY0" fmla="*/ 131608 h 164132"/>
                <a:gd name="connsiteX1" fmla="*/ 127314 w 178198"/>
                <a:gd name="connsiteY1" fmla="*/ 164217 h 164132"/>
                <a:gd name="connsiteX2" fmla="*/ 178329 w 178198"/>
                <a:gd name="connsiteY2" fmla="*/ 160232 h 164132"/>
                <a:gd name="connsiteX3" fmla="*/ 178329 w 178198"/>
                <a:gd name="connsiteY3" fmla="*/ 148999 h 164132"/>
                <a:gd name="connsiteX4" fmla="*/ 150696 w 178198"/>
                <a:gd name="connsiteY4" fmla="*/ 128709 h 164132"/>
                <a:gd name="connsiteX5" fmla="*/ 150696 w 178198"/>
                <a:gd name="connsiteY5" fmla="*/ 85 h 164132"/>
                <a:gd name="connsiteX6" fmla="*/ 98618 w 178198"/>
                <a:gd name="connsiteY6" fmla="*/ 4070 h 164132"/>
                <a:gd name="connsiteX7" fmla="*/ 98618 w 178198"/>
                <a:gd name="connsiteY7" fmla="*/ 15302 h 164132"/>
                <a:gd name="connsiteX8" fmla="*/ 126251 w 178198"/>
                <a:gd name="connsiteY8" fmla="*/ 35592 h 164132"/>
                <a:gd name="connsiteX9" fmla="*/ 126251 w 178198"/>
                <a:gd name="connsiteY9" fmla="*/ 100086 h 164132"/>
                <a:gd name="connsiteX10" fmla="*/ 83384 w 178198"/>
                <a:gd name="connsiteY10" fmla="*/ 156246 h 164132"/>
                <a:gd name="connsiteX11" fmla="*/ 52208 w 178198"/>
                <a:gd name="connsiteY11" fmla="*/ 120376 h 164132"/>
                <a:gd name="connsiteX12" fmla="*/ 52208 w 178198"/>
                <a:gd name="connsiteY12" fmla="*/ 85 h 164132"/>
                <a:gd name="connsiteX13" fmla="*/ 130 w 178198"/>
                <a:gd name="connsiteY13" fmla="*/ 4070 h 164132"/>
                <a:gd name="connsiteX14" fmla="*/ 130 w 178198"/>
                <a:gd name="connsiteY14" fmla="*/ 15302 h 164132"/>
                <a:gd name="connsiteX15" fmla="*/ 27764 w 178198"/>
                <a:gd name="connsiteY15" fmla="*/ 48636 h 164132"/>
                <a:gd name="connsiteX16" fmla="*/ 27764 w 178198"/>
                <a:gd name="connsiteY16" fmla="*/ 102984 h 164132"/>
                <a:gd name="connsiteX17" fmla="*/ 81613 w 178198"/>
                <a:gd name="connsiteY17" fmla="*/ 164217 h 164132"/>
                <a:gd name="connsiteX18" fmla="*/ 127314 w 178198"/>
                <a:gd name="connsiteY18" fmla="*/ 131608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8198" h="164132">
                  <a:moveTo>
                    <a:pt x="127314" y="131608"/>
                  </a:moveTo>
                  <a:lnTo>
                    <a:pt x="127314" y="164217"/>
                  </a:lnTo>
                  <a:lnTo>
                    <a:pt x="178329" y="160232"/>
                  </a:lnTo>
                  <a:lnTo>
                    <a:pt x="178329" y="148999"/>
                  </a:lnTo>
                  <a:cubicBezTo>
                    <a:pt x="153530" y="148999"/>
                    <a:pt x="150696" y="146463"/>
                    <a:pt x="150696" y="128709"/>
                  </a:cubicBezTo>
                  <a:lnTo>
                    <a:pt x="150696" y="85"/>
                  </a:lnTo>
                  <a:lnTo>
                    <a:pt x="98618" y="4070"/>
                  </a:lnTo>
                  <a:lnTo>
                    <a:pt x="98618" y="15302"/>
                  </a:lnTo>
                  <a:cubicBezTo>
                    <a:pt x="123417" y="15302"/>
                    <a:pt x="126251" y="17839"/>
                    <a:pt x="126251" y="35592"/>
                  </a:cubicBezTo>
                  <a:lnTo>
                    <a:pt x="126251" y="100086"/>
                  </a:lnTo>
                  <a:cubicBezTo>
                    <a:pt x="126251" y="131608"/>
                    <a:pt x="109246" y="156246"/>
                    <a:pt x="83384" y="156246"/>
                  </a:cubicBezTo>
                  <a:cubicBezTo>
                    <a:pt x="53625" y="156246"/>
                    <a:pt x="52208" y="139217"/>
                    <a:pt x="52208" y="120376"/>
                  </a:cubicBezTo>
                  <a:lnTo>
                    <a:pt x="52208" y="85"/>
                  </a:lnTo>
                  <a:lnTo>
                    <a:pt x="130" y="4070"/>
                  </a:lnTo>
                  <a:lnTo>
                    <a:pt x="130" y="15302"/>
                  </a:lnTo>
                  <a:cubicBezTo>
                    <a:pt x="27764" y="15302"/>
                    <a:pt x="27764" y="16389"/>
                    <a:pt x="27764" y="48636"/>
                  </a:cubicBezTo>
                  <a:lnTo>
                    <a:pt x="27764" y="102984"/>
                  </a:lnTo>
                  <a:cubicBezTo>
                    <a:pt x="27764" y="131246"/>
                    <a:pt x="27764" y="164217"/>
                    <a:pt x="81613" y="164217"/>
                  </a:cubicBezTo>
                  <a:cubicBezTo>
                    <a:pt x="101452" y="164217"/>
                    <a:pt x="117040" y="154072"/>
                    <a:pt x="127314" y="131608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7B81FBD-7E85-07AA-6EE9-DC4AD0EB615C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9232488" y="6052234"/>
              <a:ext cx="174655" cy="255437"/>
            </a:xfrm>
            <a:custGeom>
              <a:avLst/>
              <a:gdLst>
                <a:gd name="connsiteX0" fmla="*/ 51151 w 174655"/>
                <a:gd name="connsiteY0" fmla="*/ 114941 h 255437"/>
                <a:gd name="connsiteX1" fmla="*/ 51151 w 174655"/>
                <a:gd name="connsiteY1" fmla="*/ 85 h 255437"/>
                <a:gd name="connsiteX2" fmla="*/ 136 w 174655"/>
                <a:gd name="connsiteY2" fmla="*/ 4070 h 255437"/>
                <a:gd name="connsiteX3" fmla="*/ 136 w 174655"/>
                <a:gd name="connsiteY3" fmla="*/ 15302 h 255437"/>
                <a:gd name="connsiteX4" fmla="*/ 27769 w 174655"/>
                <a:gd name="connsiteY4" fmla="*/ 35592 h 255437"/>
                <a:gd name="connsiteX5" fmla="*/ 27769 w 174655"/>
                <a:gd name="connsiteY5" fmla="*/ 251537 h 255437"/>
                <a:gd name="connsiteX6" fmla="*/ 36626 w 174655"/>
                <a:gd name="connsiteY6" fmla="*/ 251537 h 255437"/>
                <a:gd name="connsiteX7" fmla="*/ 49380 w 174655"/>
                <a:gd name="connsiteY7" fmla="*/ 229073 h 255437"/>
                <a:gd name="connsiteX8" fmla="*/ 95789 w 174655"/>
                <a:gd name="connsiteY8" fmla="*/ 255522 h 255437"/>
                <a:gd name="connsiteX9" fmla="*/ 174792 w 174655"/>
                <a:gd name="connsiteY9" fmla="*/ 173275 h 255437"/>
                <a:gd name="connsiteX10" fmla="*/ 99686 w 174655"/>
                <a:gd name="connsiteY10" fmla="*/ 91390 h 255437"/>
                <a:gd name="connsiteX11" fmla="*/ 51151 w 174655"/>
                <a:gd name="connsiteY11" fmla="*/ 114941 h 255437"/>
                <a:gd name="connsiteX12" fmla="*/ 52214 w 174655"/>
                <a:gd name="connsiteY12" fmla="*/ 210232 h 255437"/>
                <a:gd name="connsiteX13" fmla="*/ 52214 w 174655"/>
                <a:gd name="connsiteY13" fmla="*/ 135594 h 255437"/>
                <a:gd name="connsiteX14" fmla="*/ 56111 w 174655"/>
                <a:gd name="connsiteY14" fmla="*/ 122550 h 255437"/>
                <a:gd name="connsiteX15" fmla="*/ 97915 w 174655"/>
                <a:gd name="connsiteY15" fmla="*/ 99361 h 255437"/>
                <a:gd name="connsiteX16" fmla="*/ 135113 w 174655"/>
                <a:gd name="connsiteY16" fmla="*/ 122550 h 255437"/>
                <a:gd name="connsiteX17" fmla="*/ 145387 w 174655"/>
                <a:gd name="connsiteY17" fmla="*/ 172913 h 255437"/>
                <a:gd name="connsiteX18" fmla="*/ 134405 w 174655"/>
                <a:gd name="connsiteY18" fmla="*/ 224363 h 255437"/>
                <a:gd name="connsiteX19" fmla="*/ 94372 w 174655"/>
                <a:gd name="connsiteY19" fmla="*/ 247551 h 255437"/>
                <a:gd name="connsiteX20" fmla="*/ 57174 w 174655"/>
                <a:gd name="connsiteY20" fmla="*/ 225450 h 255437"/>
                <a:gd name="connsiteX21" fmla="*/ 52214 w 174655"/>
                <a:gd name="connsiteY21" fmla="*/ 210232 h 25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4655" h="255437">
                  <a:moveTo>
                    <a:pt x="51151" y="114941"/>
                  </a:moveTo>
                  <a:lnTo>
                    <a:pt x="51151" y="85"/>
                  </a:lnTo>
                  <a:lnTo>
                    <a:pt x="136" y="4070"/>
                  </a:lnTo>
                  <a:lnTo>
                    <a:pt x="136" y="15302"/>
                  </a:lnTo>
                  <a:cubicBezTo>
                    <a:pt x="24935" y="15302"/>
                    <a:pt x="27769" y="17839"/>
                    <a:pt x="27769" y="35592"/>
                  </a:cubicBezTo>
                  <a:lnTo>
                    <a:pt x="27769" y="251537"/>
                  </a:lnTo>
                  <a:lnTo>
                    <a:pt x="36626" y="251537"/>
                  </a:lnTo>
                  <a:cubicBezTo>
                    <a:pt x="36980" y="251175"/>
                    <a:pt x="39814" y="246102"/>
                    <a:pt x="49380" y="229073"/>
                  </a:cubicBezTo>
                  <a:cubicBezTo>
                    <a:pt x="54694" y="237406"/>
                    <a:pt x="69573" y="255522"/>
                    <a:pt x="95789" y="255522"/>
                  </a:cubicBezTo>
                  <a:cubicBezTo>
                    <a:pt x="137947" y="255522"/>
                    <a:pt x="174792" y="220015"/>
                    <a:pt x="174792" y="173275"/>
                  </a:cubicBezTo>
                  <a:cubicBezTo>
                    <a:pt x="174792" y="127260"/>
                    <a:pt x="140073" y="91390"/>
                    <a:pt x="99686" y="91390"/>
                  </a:cubicBezTo>
                  <a:cubicBezTo>
                    <a:pt x="72053" y="91390"/>
                    <a:pt x="56819" y="108419"/>
                    <a:pt x="51151" y="114941"/>
                  </a:cubicBezTo>
                  <a:close/>
                  <a:moveTo>
                    <a:pt x="52214" y="210232"/>
                  </a:moveTo>
                  <a:lnTo>
                    <a:pt x="52214" y="135594"/>
                  </a:lnTo>
                  <a:cubicBezTo>
                    <a:pt x="52214" y="128709"/>
                    <a:pt x="52214" y="128347"/>
                    <a:pt x="56111" y="122550"/>
                  </a:cubicBezTo>
                  <a:cubicBezTo>
                    <a:pt x="69927" y="102260"/>
                    <a:pt x="89412" y="99361"/>
                    <a:pt x="97915" y="99361"/>
                  </a:cubicBezTo>
                  <a:cubicBezTo>
                    <a:pt x="113857" y="99361"/>
                    <a:pt x="126611" y="108782"/>
                    <a:pt x="135113" y="122550"/>
                  </a:cubicBezTo>
                  <a:cubicBezTo>
                    <a:pt x="144324" y="137405"/>
                    <a:pt x="145387" y="158058"/>
                    <a:pt x="145387" y="172913"/>
                  </a:cubicBezTo>
                  <a:cubicBezTo>
                    <a:pt x="145387" y="186319"/>
                    <a:pt x="144679" y="208058"/>
                    <a:pt x="134405" y="224363"/>
                  </a:cubicBezTo>
                  <a:cubicBezTo>
                    <a:pt x="126965" y="235595"/>
                    <a:pt x="113503" y="247551"/>
                    <a:pt x="94372" y="247551"/>
                  </a:cubicBezTo>
                  <a:cubicBezTo>
                    <a:pt x="78430" y="247551"/>
                    <a:pt x="65676" y="238856"/>
                    <a:pt x="57174" y="225450"/>
                  </a:cubicBezTo>
                  <a:cubicBezTo>
                    <a:pt x="52214" y="217841"/>
                    <a:pt x="52214" y="216754"/>
                    <a:pt x="52214" y="210232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C9E3EBB4-4A9F-6D3F-EA3B-28F1DB2DA439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9431078" y="6061292"/>
              <a:ext cx="75814" cy="242394"/>
            </a:xfrm>
            <a:custGeom>
              <a:avLst/>
              <a:gdLst>
                <a:gd name="connsiteX0" fmla="*/ 51156 w 75814"/>
                <a:gd name="connsiteY0" fmla="*/ 82332 h 242394"/>
                <a:gd name="connsiteX1" fmla="*/ 1558 w 75814"/>
                <a:gd name="connsiteY1" fmla="*/ 86318 h 242394"/>
                <a:gd name="connsiteX2" fmla="*/ 1558 w 75814"/>
                <a:gd name="connsiteY2" fmla="*/ 97550 h 242394"/>
                <a:gd name="connsiteX3" fmla="*/ 27775 w 75814"/>
                <a:gd name="connsiteY3" fmla="*/ 117477 h 242394"/>
                <a:gd name="connsiteX4" fmla="*/ 27775 w 75814"/>
                <a:gd name="connsiteY4" fmla="*/ 214942 h 242394"/>
                <a:gd name="connsiteX5" fmla="*/ 141 w 75814"/>
                <a:gd name="connsiteY5" fmla="*/ 231247 h 242394"/>
                <a:gd name="connsiteX6" fmla="*/ 141 w 75814"/>
                <a:gd name="connsiteY6" fmla="*/ 242479 h 242394"/>
                <a:gd name="connsiteX7" fmla="*/ 39111 w 75814"/>
                <a:gd name="connsiteY7" fmla="*/ 241392 h 242394"/>
                <a:gd name="connsiteX8" fmla="*/ 75956 w 75814"/>
                <a:gd name="connsiteY8" fmla="*/ 242479 h 242394"/>
                <a:gd name="connsiteX9" fmla="*/ 75956 w 75814"/>
                <a:gd name="connsiteY9" fmla="*/ 231247 h 242394"/>
                <a:gd name="connsiteX10" fmla="*/ 51156 w 75814"/>
                <a:gd name="connsiteY10" fmla="*/ 215305 h 242394"/>
                <a:gd name="connsiteX11" fmla="*/ 51156 w 75814"/>
                <a:gd name="connsiteY11" fmla="*/ 82332 h 242394"/>
                <a:gd name="connsiteX12" fmla="*/ 52574 w 75814"/>
                <a:gd name="connsiteY12" fmla="*/ 19288 h 242394"/>
                <a:gd name="connsiteX13" fmla="*/ 33797 w 75814"/>
                <a:gd name="connsiteY13" fmla="*/ 85 h 242394"/>
                <a:gd name="connsiteX14" fmla="*/ 15021 w 75814"/>
                <a:gd name="connsiteY14" fmla="*/ 19288 h 242394"/>
                <a:gd name="connsiteX15" fmla="*/ 33797 w 75814"/>
                <a:gd name="connsiteY15" fmla="*/ 38491 h 242394"/>
                <a:gd name="connsiteX16" fmla="*/ 52574 w 75814"/>
                <a:gd name="connsiteY16" fmla="*/ 19288 h 24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814" h="242394">
                  <a:moveTo>
                    <a:pt x="51156" y="82332"/>
                  </a:moveTo>
                  <a:lnTo>
                    <a:pt x="1558" y="86318"/>
                  </a:lnTo>
                  <a:lnTo>
                    <a:pt x="1558" y="97550"/>
                  </a:lnTo>
                  <a:cubicBezTo>
                    <a:pt x="24586" y="97550"/>
                    <a:pt x="27775" y="99724"/>
                    <a:pt x="27775" y="117477"/>
                  </a:cubicBezTo>
                  <a:lnTo>
                    <a:pt x="27775" y="214942"/>
                  </a:lnTo>
                  <a:cubicBezTo>
                    <a:pt x="27775" y="231247"/>
                    <a:pt x="23878" y="231247"/>
                    <a:pt x="141" y="231247"/>
                  </a:cubicBezTo>
                  <a:lnTo>
                    <a:pt x="141" y="242479"/>
                  </a:lnTo>
                  <a:cubicBezTo>
                    <a:pt x="11478" y="242117"/>
                    <a:pt x="30609" y="241392"/>
                    <a:pt x="39111" y="241392"/>
                  </a:cubicBezTo>
                  <a:cubicBezTo>
                    <a:pt x="51511" y="241392"/>
                    <a:pt x="63910" y="242117"/>
                    <a:pt x="75956" y="242479"/>
                  </a:cubicBezTo>
                  <a:lnTo>
                    <a:pt x="75956" y="231247"/>
                  </a:lnTo>
                  <a:cubicBezTo>
                    <a:pt x="52574" y="231247"/>
                    <a:pt x="51156" y="229435"/>
                    <a:pt x="51156" y="215305"/>
                  </a:cubicBezTo>
                  <a:lnTo>
                    <a:pt x="51156" y="82332"/>
                  </a:lnTo>
                  <a:close/>
                  <a:moveTo>
                    <a:pt x="52574" y="19288"/>
                  </a:moveTo>
                  <a:cubicBezTo>
                    <a:pt x="52574" y="7693"/>
                    <a:pt x="43717" y="85"/>
                    <a:pt x="33797" y="85"/>
                  </a:cubicBezTo>
                  <a:cubicBezTo>
                    <a:pt x="22815" y="85"/>
                    <a:pt x="15021" y="9867"/>
                    <a:pt x="15021" y="19288"/>
                  </a:cubicBezTo>
                  <a:cubicBezTo>
                    <a:pt x="15021" y="29071"/>
                    <a:pt x="22815" y="38491"/>
                    <a:pt x="33797" y="38491"/>
                  </a:cubicBezTo>
                  <a:cubicBezTo>
                    <a:pt x="43717" y="38491"/>
                    <a:pt x="52574" y="30882"/>
                    <a:pt x="52574" y="19288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56D8FE7-B41C-3A15-F637-1DD17988FFA3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9529841" y="6141365"/>
              <a:ext cx="134977" cy="166306"/>
            </a:xfrm>
            <a:custGeom>
              <a:avLst/>
              <a:gdLst>
                <a:gd name="connsiteX0" fmla="*/ 29549 w 134977"/>
                <a:gd name="connsiteY0" fmla="*/ 83419 h 166306"/>
                <a:gd name="connsiteX1" fmla="*/ 77375 w 134977"/>
                <a:gd name="connsiteY1" fmla="*/ 9143 h 166306"/>
                <a:gd name="connsiteX2" fmla="*/ 115282 w 134977"/>
                <a:gd name="connsiteY2" fmla="*/ 22549 h 166306"/>
                <a:gd name="connsiteX3" fmla="*/ 98632 w 134977"/>
                <a:gd name="connsiteY3" fmla="*/ 39216 h 166306"/>
                <a:gd name="connsiteX4" fmla="*/ 114928 w 134977"/>
                <a:gd name="connsiteY4" fmla="*/ 55882 h 166306"/>
                <a:gd name="connsiteX5" fmla="*/ 131225 w 134977"/>
                <a:gd name="connsiteY5" fmla="*/ 38853 h 166306"/>
                <a:gd name="connsiteX6" fmla="*/ 77021 w 134977"/>
                <a:gd name="connsiteY6" fmla="*/ 85 h 166306"/>
                <a:gd name="connsiteX7" fmla="*/ 144 w 134977"/>
                <a:gd name="connsiteY7" fmla="*/ 84144 h 166306"/>
                <a:gd name="connsiteX8" fmla="*/ 76313 w 134977"/>
                <a:gd name="connsiteY8" fmla="*/ 166391 h 166306"/>
                <a:gd name="connsiteX9" fmla="*/ 135122 w 134977"/>
                <a:gd name="connsiteY9" fmla="*/ 119289 h 166306"/>
                <a:gd name="connsiteX10" fmla="*/ 130516 w 134977"/>
                <a:gd name="connsiteY10" fmla="*/ 115666 h 166306"/>
                <a:gd name="connsiteX11" fmla="*/ 125911 w 134977"/>
                <a:gd name="connsiteY11" fmla="*/ 119289 h 166306"/>
                <a:gd name="connsiteX12" fmla="*/ 79501 w 134977"/>
                <a:gd name="connsiteY12" fmla="*/ 157333 h 166306"/>
                <a:gd name="connsiteX13" fmla="*/ 29549 w 134977"/>
                <a:gd name="connsiteY13" fmla="*/ 83419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977" h="166306">
                  <a:moveTo>
                    <a:pt x="29549" y="83419"/>
                  </a:moveTo>
                  <a:cubicBezTo>
                    <a:pt x="29549" y="24360"/>
                    <a:pt x="58599" y="9143"/>
                    <a:pt x="77375" y="9143"/>
                  </a:cubicBezTo>
                  <a:cubicBezTo>
                    <a:pt x="80564" y="9143"/>
                    <a:pt x="102883" y="9505"/>
                    <a:pt x="115282" y="22549"/>
                  </a:cubicBezTo>
                  <a:cubicBezTo>
                    <a:pt x="100757" y="23636"/>
                    <a:pt x="98632" y="34505"/>
                    <a:pt x="98632" y="39216"/>
                  </a:cubicBezTo>
                  <a:cubicBezTo>
                    <a:pt x="98632" y="48636"/>
                    <a:pt x="105009" y="55882"/>
                    <a:pt x="114928" y="55882"/>
                  </a:cubicBezTo>
                  <a:cubicBezTo>
                    <a:pt x="124139" y="55882"/>
                    <a:pt x="131225" y="49723"/>
                    <a:pt x="131225" y="38853"/>
                  </a:cubicBezTo>
                  <a:cubicBezTo>
                    <a:pt x="131225" y="14215"/>
                    <a:pt x="104300" y="85"/>
                    <a:pt x="77021" y="85"/>
                  </a:cubicBezTo>
                  <a:cubicBezTo>
                    <a:pt x="32737" y="85"/>
                    <a:pt x="144" y="39216"/>
                    <a:pt x="144" y="84144"/>
                  </a:cubicBezTo>
                  <a:cubicBezTo>
                    <a:pt x="144" y="130521"/>
                    <a:pt x="35217" y="166391"/>
                    <a:pt x="76313" y="166391"/>
                  </a:cubicBezTo>
                  <a:cubicBezTo>
                    <a:pt x="123785" y="166391"/>
                    <a:pt x="135122" y="122912"/>
                    <a:pt x="135122" y="119289"/>
                  </a:cubicBezTo>
                  <a:cubicBezTo>
                    <a:pt x="135122" y="115666"/>
                    <a:pt x="131579" y="115666"/>
                    <a:pt x="130516" y="115666"/>
                  </a:cubicBezTo>
                  <a:cubicBezTo>
                    <a:pt x="127328" y="115666"/>
                    <a:pt x="126619" y="117115"/>
                    <a:pt x="125911" y="119289"/>
                  </a:cubicBezTo>
                  <a:cubicBezTo>
                    <a:pt x="115637" y="152985"/>
                    <a:pt x="92609" y="157333"/>
                    <a:pt x="79501" y="157333"/>
                  </a:cubicBezTo>
                  <a:cubicBezTo>
                    <a:pt x="60725" y="157333"/>
                    <a:pt x="29549" y="141753"/>
                    <a:pt x="29549" y="83419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F91A0659-DAE3-83DE-E57D-2835E3BA455D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9803260" y="6143539"/>
              <a:ext cx="174655" cy="230437"/>
            </a:xfrm>
            <a:custGeom>
              <a:avLst/>
              <a:gdLst>
                <a:gd name="connsiteX0" fmla="*/ 51167 w 174655"/>
                <a:gd name="connsiteY0" fmla="*/ 23998 h 230437"/>
                <a:gd name="connsiteX1" fmla="*/ 51167 w 174655"/>
                <a:gd name="connsiteY1" fmla="*/ 85 h 230437"/>
                <a:gd name="connsiteX2" fmla="*/ 152 w 174655"/>
                <a:gd name="connsiteY2" fmla="*/ 4070 h 230437"/>
                <a:gd name="connsiteX3" fmla="*/ 152 w 174655"/>
                <a:gd name="connsiteY3" fmla="*/ 15302 h 230437"/>
                <a:gd name="connsiteX4" fmla="*/ 27785 w 174655"/>
                <a:gd name="connsiteY4" fmla="*/ 33418 h 230437"/>
                <a:gd name="connsiteX5" fmla="*/ 27785 w 174655"/>
                <a:gd name="connsiteY5" fmla="*/ 202986 h 230437"/>
                <a:gd name="connsiteX6" fmla="*/ 152 w 174655"/>
                <a:gd name="connsiteY6" fmla="*/ 219290 h 230437"/>
                <a:gd name="connsiteX7" fmla="*/ 152 w 174655"/>
                <a:gd name="connsiteY7" fmla="*/ 230522 h 230437"/>
                <a:gd name="connsiteX8" fmla="*/ 39830 w 174655"/>
                <a:gd name="connsiteY8" fmla="*/ 229435 h 230437"/>
                <a:gd name="connsiteX9" fmla="*/ 79863 w 174655"/>
                <a:gd name="connsiteY9" fmla="*/ 230522 h 230437"/>
                <a:gd name="connsiteX10" fmla="*/ 79863 w 174655"/>
                <a:gd name="connsiteY10" fmla="*/ 219290 h 230437"/>
                <a:gd name="connsiteX11" fmla="*/ 52230 w 174655"/>
                <a:gd name="connsiteY11" fmla="*/ 202986 h 230437"/>
                <a:gd name="connsiteX12" fmla="*/ 52230 w 174655"/>
                <a:gd name="connsiteY12" fmla="*/ 142115 h 230437"/>
                <a:gd name="connsiteX13" fmla="*/ 52230 w 174655"/>
                <a:gd name="connsiteY13" fmla="*/ 138854 h 230437"/>
                <a:gd name="connsiteX14" fmla="*/ 95805 w 174655"/>
                <a:gd name="connsiteY14" fmla="*/ 164217 h 230437"/>
                <a:gd name="connsiteX15" fmla="*/ 174808 w 174655"/>
                <a:gd name="connsiteY15" fmla="*/ 81970 h 230437"/>
                <a:gd name="connsiteX16" fmla="*/ 100765 w 174655"/>
                <a:gd name="connsiteY16" fmla="*/ 85 h 230437"/>
                <a:gd name="connsiteX17" fmla="*/ 51167 w 174655"/>
                <a:gd name="connsiteY17" fmla="*/ 23998 h 230437"/>
                <a:gd name="connsiteX18" fmla="*/ 52230 w 174655"/>
                <a:gd name="connsiteY18" fmla="*/ 118927 h 230437"/>
                <a:gd name="connsiteX19" fmla="*/ 52230 w 174655"/>
                <a:gd name="connsiteY19" fmla="*/ 38129 h 230437"/>
                <a:gd name="connsiteX20" fmla="*/ 97931 w 174655"/>
                <a:gd name="connsiteY20" fmla="*/ 9143 h 230437"/>
                <a:gd name="connsiteX21" fmla="*/ 145403 w 174655"/>
                <a:gd name="connsiteY21" fmla="*/ 81970 h 230437"/>
                <a:gd name="connsiteX22" fmla="*/ 94388 w 174655"/>
                <a:gd name="connsiteY22" fmla="*/ 156246 h 230437"/>
                <a:gd name="connsiteX23" fmla="*/ 57190 w 174655"/>
                <a:gd name="connsiteY23" fmla="*/ 134144 h 230437"/>
                <a:gd name="connsiteX24" fmla="*/ 52230 w 174655"/>
                <a:gd name="connsiteY24" fmla="*/ 118927 h 23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4655" h="230437">
                  <a:moveTo>
                    <a:pt x="51167" y="23998"/>
                  </a:moveTo>
                  <a:lnTo>
                    <a:pt x="51167" y="85"/>
                  </a:lnTo>
                  <a:lnTo>
                    <a:pt x="152" y="4070"/>
                  </a:lnTo>
                  <a:lnTo>
                    <a:pt x="152" y="15302"/>
                  </a:lnTo>
                  <a:cubicBezTo>
                    <a:pt x="25305" y="15302"/>
                    <a:pt x="27785" y="17476"/>
                    <a:pt x="27785" y="33418"/>
                  </a:cubicBezTo>
                  <a:lnTo>
                    <a:pt x="27785" y="202986"/>
                  </a:lnTo>
                  <a:cubicBezTo>
                    <a:pt x="27785" y="219290"/>
                    <a:pt x="23888" y="219290"/>
                    <a:pt x="152" y="219290"/>
                  </a:cubicBezTo>
                  <a:lnTo>
                    <a:pt x="152" y="230522"/>
                  </a:lnTo>
                  <a:cubicBezTo>
                    <a:pt x="12197" y="230160"/>
                    <a:pt x="30619" y="229435"/>
                    <a:pt x="39830" y="229435"/>
                  </a:cubicBezTo>
                  <a:cubicBezTo>
                    <a:pt x="49396" y="229435"/>
                    <a:pt x="67464" y="230160"/>
                    <a:pt x="79863" y="230522"/>
                  </a:cubicBezTo>
                  <a:lnTo>
                    <a:pt x="79863" y="219290"/>
                  </a:lnTo>
                  <a:cubicBezTo>
                    <a:pt x="56127" y="219290"/>
                    <a:pt x="52230" y="219290"/>
                    <a:pt x="52230" y="202986"/>
                  </a:cubicBezTo>
                  <a:lnTo>
                    <a:pt x="52230" y="142115"/>
                  </a:lnTo>
                  <a:lnTo>
                    <a:pt x="52230" y="138854"/>
                  </a:lnTo>
                  <a:cubicBezTo>
                    <a:pt x="54001" y="144652"/>
                    <a:pt x="68881" y="164217"/>
                    <a:pt x="95805" y="164217"/>
                  </a:cubicBezTo>
                  <a:cubicBezTo>
                    <a:pt x="137964" y="164217"/>
                    <a:pt x="174808" y="128709"/>
                    <a:pt x="174808" y="81970"/>
                  </a:cubicBezTo>
                  <a:cubicBezTo>
                    <a:pt x="174808" y="35955"/>
                    <a:pt x="140443" y="85"/>
                    <a:pt x="100765" y="85"/>
                  </a:cubicBezTo>
                  <a:cubicBezTo>
                    <a:pt x="73132" y="85"/>
                    <a:pt x="58252" y="16027"/>
                    <a:pt x="51167" y="23998"/>
                  </a:cubicBezTo>
                  <a:close/>
                  <a:moveTo>
                    <a:pt x="52230" y="118927"/>
                  </a:moveTo>
                  <a:lnTo>
                    <a:pt x="52230" y="38129"/>
                  </a:lnTo>
                  <a:cubicBezTo>
                    <a:pt x="62504" y="19650"/>
                    <a:pt x="79863" y="9143"/>
                    <a:pt x="97931" y="9143"/>
                  </a:cubicBezTo>
                  <a:cubicBezTo>
                    <a:pt x="123793" y="9143"/>
                    <a:pt x="145403" y="41027"/>
                    <a:pt x="145403" y="81970"/>
                  </a:cubicBezTo>
                  <a:cubicBezTo>
                    <a:pt x="145403" y="125811"/>
                    <a:pt x="120604" y="156246"/>
                    <a:pt x="94388" y="156246"/>
                  </a:cubicBezTo>
                  <a:cubicBezTo>
                    <a:pt x="80217" y="156246"/>
                    <a:pt x="66755" y="148999"/>
                    <a:pt x="57190" y="134144"/>
                  </a:cubicBezTo>
                  <a:cubicBezTo>
                    <a:pt x="52230" y="126535"/>
                    <a:pt x="52230" y="126173"/>
                    <a:pt x="52230" y="118927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F3CDE0B2-2907-DA22-31FD-EF9DD6CBC65C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0009919" y="6141365"/>
              <a:ext cx="156942" cy="166306"/>
            </a:xfrm>
            <a:custGeom>
              <a:avLst/>
              <a:gdLst>
                <a:gd name="connsiteX0" fmla="*/ 157100 w 156942"/>
                <a:gd name="connsiteY0" fmla="*/ 84868 h 166306"/>
                <a:gd name="connsiteX1" fmla="*/ 78806 w 156942"/>
                <a:gd name="connsiteY1" fmla="*/ 85 h 166306"/>
                <a:gd name="connsiteX2" fmla="*/ 158 w 156942"/>
                <a:gd name="connsiteY2" fmla="*/ 84868 h 166306"/>
                <a:gd name="connsiteX3" fmla="*/ 78452 w 156942"/>
                <a:gd name="connsiteY3" fmla="*/ 166391 h 166306"/>
                <a:gd name="connsiteX4" fmla="*/ 157100 w 156942"/>
                <a:gd name="connsiteY4" fmla="*/ 84868 h 166306"/>
                <a:gd name="connsiteX5" fmla="*/ 78806 w 156942"/>
                <a:gd name="connsiteY5" fmla="*/ 157333 h 166306"/>
                <a:gd name="connsiteX6" fmla="*/ 38419 w 156942"/>
                <a:gd name="connsiteY6" fmla="*/ 133057 h 166306"/>
                <a:gd name="connsiteX7" fmla="*/ 29562 w 156942"/>
                <a:gd name="connsiteY7" fmla="*/ 81970 h 166306"/>
                <a:gd name="connsiteX8" fmla="*/ 38065 w 156942"/>
                <a:gd name="connsiteY8" fmla="*/ 32331 h 166306"/>
                <a:gd name="connsiteX9" fmla="*/ 78452 w 156942"/>
                <a:gd name="connsiteY9" fmla="*/ 8056 h 166306"/>
                <a:gd name="connsiteX10" fmla="*/ 118484 w 156942"/>
                <a:gd name="connsiteY10" fmla="*/ 31607 h 166306"/>
                <a:gd name="connsiteX11" fmla="*/ 127695 w 156942"/>
                <a:gd name="connsiteY11" fmla="*/ 81970 h 166306"/>
                <a:gd name="connsiteX12" fmla="*/ 119901 w 156942"/>
                <a:gd name="connsiteY12" fmla="*/ 130521 h 166306"/>
                <a:gd name="connsiteX13" fmla="*/ 78806 w 156942"/>
                <a:gd name="connsiteY13" fmla="*/ 157333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942" h="166306">
                  <a:moveTo>
                    <a:pt x="157100" y="84868"/>
                  </a:moveTo>
                  <a:cubicBezTo>
                    <a:pt x="157100" y="38491"/>
                    <a:pt x="121673" y="85"/>
                    <a:pt x="78806" y="85"/>
                  </a:cubicBezTo>
                  <a:cubicBezTo>
                    <a:pt x="34522" y="85"/>
                    <a:pt x="158" y="39578"/>
                    <a:pt x="158" y="84868"/>
                  </a:cubicBezTo>
                  <a:cubicBezTo>
                    <a:pt x="158" y="131608"/>
                    <a:pt x="37002" y="166391"/>
                    <a:pt x="78452" y="166391"/>
                  </a:cubicBezTo>
                  <a:cubicBezTo>
                    <a:pt x="121319" y="166391"/>
                    <a:pt x="157100" y="130883"/>
                    <a:pt x="157100" y="84868"/>
                  </a:cubicBezTo>
                  <a:close/>
                  <a:moveTo>
                    <a:pt x="78806" y="157333"/>
                  </a:moveTo>
                  <a:cubicBezTo>
                    <a:pt x="63572" y="157333"/>
                    <a:pt x="47984" y="149724"/>
                    <a:pt x="38419" y="133057"/>
                  </a:cubicBezTo>
                  <a:cubicBezTo>
                    <a:pt x="29562" y="117115"/>
                    <a:pt x="29562" y="95013"/>
                    <a:pt x="29562" y="81970"/>
                  </a:cubicBezTo>
                  <a:cubicBezTo>
                    <a:pt x="29562" y="67839"/>
                    <a:pt x="29562" y="48274"/>
                    <a:pt x="38065" y="32331"/>
                  </a:cubicBezTo>
                  <a:cubicBezTo>
                    <a:pt x="47630" y="15665"/>
                    <a:pt x="64281" y="8056"/>
                    <a:pt x="78452" y="8056"/>
                  </a:cubicBezTo>
                  <a:cubicBezTo>
                    <a:pt x="94040" y="8056"/>
                    <a:pt x="109273" y="16027"/>
                    <a:pt x="118484" y="31607"/>
                  </a:cubicBezTo>
                  <a:cubicBezTo>
                    <a:pt x="127695" y="47187"/>
                    <a:pt x="127695" y="68201"/>
                    <a:pt x="127695" y="81970"/>
                  </a:cubicBezTo>
                  <a:cubicBezTo>
                    <a:pt x="127695" y="95013"/>
                    <a:pt x="127695" y="114579"/>
                    <a:pt x="119901" y="130521"/>
                  </a:cubicBezTo>
                  <a:cubicBezTo>
                    <a:pt x="112108" y="146826"/>
                    <a:pt x="96520" y="157333"/>
                    <a:pt x="78806" y="157333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A4E1A68-81EB-76C9-C20B-CE490CDECDE2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10188827" y="6052234"/>
              <a:ext cx="78648" cy="251452"/>
            </a:xfrm>
            <a:custGeom>
              <a:avLst/>
              <a:gdLst>
                <a:gd name="connsiteX0" fmla="*/ 51178 w 78648"/>
                <a:gd name="connsiteY0" fmla="*/ 85 h 251452"/>
                <a:gd name="connsiteX1" fmla="*/ 163 w 78648"/>
                <a:gd name="connsiteY1" fmla="*/ 4070 h 251452"/>
                <a:gd name="connsiteX2" fmla="*/ 163 w 78648"/>
                <a:gd name="connsiteY2" fmla="*/ 15302 h 251452"/>
                <a:gd name="connsiteX3" fmla="*/ 27796 w 78648"/>
                <a:gd name="connsiteY3" fmla="*/ 35592 h 251452"/>
                <a:gd name="connsiteX4" fmla="*/ 27796 w 78648"/>
                <a:gd name="connsiteY4" fmla="*/ 224000 h 251452"/>
                <a:gd name="connsiteX5" fmla="*/ 163 w 78648"/>
                <a:gd name="connsiteY5" fmla="*/ 240305 h 251452"/>
                <a:gd name="connsiteX6" fmla="*/ 163 w 78648"/>
                <a:gd name="connsiteY6" fmla="*/ 251537 h 251452"/>
                <a:gd name="connsiteX7" fmla="*/ 39487 w 78648"/>
                <a:gd name="connsiteY7" fmla="*/ 250450 h 251452"/>
                <a:gd name="connsiteX8" fmla="*/ 78811 w 78648"/>
                <a:gd name="connsiteY8" fmla="*/ 251537 h 251452"/>
                <a:gd name="connsiteX9" fmla="*/ 78811 w 78648"/>
                <a:gd name="connsiteY9" fmla="*/ 240305 h 251452"/>
                <a:gd name="connsiteX10" fmla="*/ 51178 w 78648"/>
                <a:gd name="connsiteY10" fmla="*/ 224000 h 251452"/>
                <a:gd name="connsiteX11" fmla="*/ 51178 w 78648"/>
                <a:gd name="connsiteY11" fmla="*/ 85 h 25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648" h="251452">
                  <a:moveTo>
                    <a:pt x="51178" y="85"/>
                  </a:moveTo>
                  <a:lnTo>
                    <a:pt x="163" y="4070"/>
                  </a:lnTo>
                  <a:lnTo>
                    <a:pt x="163" y="15302"/>
                  </a:lnTo>
                  <a:cubicBezTo>
                    <a:pt x="24962" y="15302"/>
                    <a:pt x="27796" y="17839"/>
                    <a:pt x="27796" y="35592"/>
                  </a:cubicBezTo>
                  <a:lnTo>
                    <a:pt x="27796" y="224000"/>
                  </a:lnTo>
                  <a:cubicBezTo>
                    <a:pt x="27796" y="240305"/>
                    <a:pt x="23899" y="240305"/>
                    <a:pt x="163" y="240305"/>
                  </a:cubicBezTo>
                  <a:lnTo>
                    <a:pt x="163" y="251537"/>
                  </a:lnTo>
                  <a:cubicBezTo>
                    <a:pt x="11854" y="251175"/>
                    <a:pt x="30630" y="250450"/>
                    <a:pt x="39487" y="250450"/>
                  </a:cubicBezTo>
                  <a:cubicBezTo>
                    <a:pt x="48344" y="250450"/>
                    <a:pt x="65703" y="251175"/>
                    <a:pt x="78811" y="251537"/>
                  </a:cubicBezTo>
                  <a:lnTo>
                    <a:pt x="78811" y="240305"/>
                  </a:lnTo>
                  <a:cubicBezTo>
                    <a:pt x="55075" y="240305"/>
                    <a:pt x="51178" y="240305"/>
                    <a:pt x="51178" y="224000"/>
                  </a:cubicBezTo>
                  <a:lnTo>
                    <a:pt x="51178" y="85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AAEAE44-CB93-9822-A2C5-880DB7A038CD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10282276" y="6147525"/>
              <a:ext cx="173238" cy="230437"/>
            </a:xfrm>
            <a:custGeom>
              <a:avLst/>
              <a:gdLst>
                <a:gd name="connsiteX0" fmla="*/ 140457 w 173238"/>
                <a:gd name="connsiteY0" fmla="*/ 34505 h 230437"/>
                <a:gd name="connsiteX1" fmla="*/ 173404 w 173238"/>
                <a:gd name="connsiteY1" fmla="*/ 11317 h 230437"/>
                <a:gd name="connsiteX2" fmla="*/ 173404 w 173238"/>
                <a:gd name="connsiteY2" fmla="*/ 85 h 230437"/>
                <a:gd name="connsiteX3" fmla="*/ 146834 w 173238"/>
                <a:gd name="connsiteY3" fmla="*/ 1172 h 230437"/>
                <a:gd name="connsiteX4" fmla="*/ 116012 w 173238"/>
                <a:gd name="connsiteY4" fmla="*/ 85 h 230437"/>
                <a:gd name="connsiteX5" fmla="*/ 116012 w 173238"/>
                <a:gd name="connsiteY5" fmla="*/ 11317 h 230437"/>
                <a:gd name="connsiteX6" fmla="*/ 132663 w 173238"/>
                <a:gd name="connsiteY6" fmla="*/ 26897 h 230437"/>
                <a:gd name="connsiteX7" fmla="*/ 130537 w 173238"/>
                <a:gd name="connsiteY7" fmla="*/ 35592 h 230437"/>
                <a:gd name="connsiteX8" fmla="*/ 94756 w 173238"/>
                <a:gd name="connsiteY8" fmla="*/ 124724 h 230437"/>
                <a:gd name="connsiteX9" fmla="*/ 55432 w 173238"/>
                <a:gd name="connsiteY9" fmla="*/ 27259 h 230437"/>
                <a:gd name="connsiteX10" fmla="*/ 53306 w 173238"/>
                <a:gd name="connsiteY10" fmla="*/ 20737 h 230437"/>
                <a:gd name="connsiteX11" fmla="*/ 73145 w 173238"/>
                <a:gd name="connsiteY11" fmla="*/ 11317 h 230437"/>
                <a:gd name="connsiteX12" fmla="*/ 73145 w 173238"/>
                <a:gd name="connsiteY12" fmla="*/ 85 h 230437"/>
                <a:gd name="connsiteX13" fmla="*/ 34530 w 173238"/>
                <a:gd name="connsiteY13" fmla="*/ 1172 h 230437"/>
                <a:gd name="connsiteX14" fmla="*/ 165 w 173238"/>
                <a:gd name="connsiteY14" fmla="*/ 85 h 230437"/>
                <a:gd name="connsiteX15" fmla="*/ 165 w 173238"/>
                <a:gd name="connsiteY15" fmla="*/ 11317 h 230437"/>
                <a:gd name="connsiteX16" fmla="*/ 28861 w 173238"/>
                <a:gd name="connsiteY16" fmla="*/ 23998 h 230437"/>
                <a:gd name="connsiteX17" fmla="*/ 82002 w 173238"/>
                <a:gd name="connsiteY17" fmla="*/ 156246 h 230437"/>
                <a:gd name="connsiteX18" fmla="*/ 73145 w 173238"/>
                <a:gd name="connsiteY18" fmla="*/ 177623 h 230437"/>
                <a:gd name="connsiteX19" fmla="*/ 32758 w 173238"/>
                <a:gd name="connsiteY19" fmla="*/ 222551 h 230437"/>
                <a:gd name="connsiteX20" fmla="*/ 16108 w 173238"/>
                <a:gd name="connsiteY20" fmla="*/ 216029 h 230437"/>
                <a:gd name="connsiteX21" fmla="*/ 29924 w 173238"/>
                <a:gd name="connsiteY21" fmla="*/ 200812 h 230437"/>
                <a:gd name="connsiteX22" fmla="*/ 15045 w 173238"/>
                <a:gd name="connsiteY22" fmla="*/ 185594 h 230437"/>
                <a:gd name="connsiteX23" fmla="*/ 165 w 173238"/>
                <a:gd name="connsiteY23" fmla="*/ 201174 h 230437"/>
                <a:gd name="connsiteX24" fmla="*/ 32758 w 173238"/>
                <a:gd name="connsiteY24" fmla="*/ 230522 h 230437"/>
                <a:gd name="connsiteX25" fmla="*/ 78105 w 173238"/>
                <a:gd name="connsiteY25" fmla="*/ 189217 h 230437"/>
                <a:gd name="connsiteX26" fmla="*/ 140457 w 173238"/>
                <a:gd name="connsiteY26" fmla="*/ 34505 h 23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73238" h="230437">
                  <a:moveTo>
                    <a:pt x="140457" y="34505"/>
                  </a:moveTo>
                  <a:cubicBezTo>
                    <a:pt x="149668" y="11679"/>
                    <a:pt x="167736" y="11317"/>
                    <a:pt x="173404" y="11317"/>
                  </a:cubicBezTo>
                  <a:lnTo>
                    <a:pt x="173404" y="85"/>
                  </a:lnTo>
                  <a:cubicBezTo>
                    <a:pt x="165256" y="809"/>
                    <a:pt x="154982" y="1172"/>
                    <a:pt x="146834" y="1172"/>
                  </a:cubicBezTo>
                  <a:cubicBezTo>
                    <a:pt x="140457" y="1172"/>
                    <a:pt x="123806" y="447"/>
                    <a:pt x="116012" y="85"/>
                  </a:cubicBezTo>
                  <a:lnTo>
                    <a:pt x="116012" y="11317"/>
                  </a:lnTo>
                  <a:cubicBezTo>
                    <a:pt x="126995" y="11679"/>
                    <a:pt x="132663" y="17839"/>
                    <a:pt x="132663" y="26897"/>
                  </a:cubicBezTo>
                  <a:cubicBezTo>
                    <a:pt x="132663" y="30520"/>
                    <a:pt x="132309" y="31244"/>
                    <a:pt x="130537" y="35592"/>
                  </a:cubicBezTo>
                  <a:lnTo>
                    <a:pt x="94756" y="124724"/>
                  </a:lnTo>
                  <a:lnTo>
                    <a:pt x="55432" y="27259"/>
                  </a:lnTo>
                  <a:cubicBezTo>
                    <a:pt x="54015" y="23636"/>
                    <a:pt x="53306" y="22186"/>
                    <a:pt x="53306" y="20737"/>
                  </a:cubicBezTo>
                  <a:cubicBezTo>
                    <a:pt x="53306" y="11317"/>
                    <a:pt x="66414" y="11317"/>
                    <a:pt x="73145" y="11317"/>
                  </a:cubicBezTo>
                  <a:lnTo>
                    <a:pt x="73145" y="85"/>
                  </a:lnTo>
                  <a:cubicBezTo>
                    <a:pt x="63934" y="447"/>
                    <a:pt x="40552" y="1172"/>
                    <a:pt x="34530" y="1172"/>
                  </a:cubicBezTo>
                  <a:cubicBezTo>
                    <a:pt x="24964" y="1172"/>
                    <a:pt x="10794" y="809"/>
                    <a:pt x="165" y="85"/>
                  </a:cubicBezTo>
                  <a:lnTo>
                    <a:pt x="165" y="11317"/>
                  </a:lnTo>
                  <a:cubicBezTo>
                    <a:pt x="17171" y="11317"/>
                    <a:pt x="23902" y="11317"/>
                    <a:pt x="28861" y="23998"/>
                  </a:cubicBezTo>
                  <a:lnTo>
                    <a:pt x="82002" y="156246"/>
                  </a:lnTo>
                  <a:cubicBezTo>
                    <a:pt x="80231" y="160956"/>
                    <a:pt x="75271" y="172913"/>
                    <a:pt x="73145" y="177623"/>
                  </a:cubicBezTo>
                  <a:cubicBezTo>
                    <a:pt x="65351" y="197551"/>
                    <a:pt x="55432" y="222551"/>
                    <a:pt x="32758" y="222551"/>
                  </a:cubicBezTo>
                  <a:cubicBezTo>
                    <a:pt x="30987" y="222551"/>
                    <a:pt x="22839" y="222551"/>
                    <a:pt x="16108" y="216029"/>
                  </a:cubicBezTo>
                  <a:cubicBezTo>
                    <a:pt x="27090" y="214580"/>
                    <a:pt x="29924" y="206609"/>
                    <a:pt x="29924" y="200812"/>
                  </a:cubicBezTo>
                  <a:cubicBezTo>
                    <a:pt x="29924" y="191391"/>
                    <a:pt x="23193" y="185594"/>
                    <a:pt x="15045" y="185594"/>
                  </a:cubicBezTo>
                  <a:cubicBezTo>
                    <a:pt x="7959" y="185594"/>
                    <a:pt x="165" y="190304"/>
                    <a:pt x="165" y="201174"/>
                  </a:cubicBezTo>
                  <a:cubicBezTo>
                    <a:pt x="165" y="217479"/>
                    <a:pt x="15045" y="230522"/>
                    <a:pt x="32758" y="230522"/>
                  </a:cubicBezTo>
                  <a:cubicBezTo>
                    <a:pt x="55078" y="230522"/>
                    <a:pt x="69603" y="209870"/>
                    <a:pt x="78105" y="189217"/>
                  </a:cubicBezTo>
                  <a:lnTo>
                    <a:pt x="140457" y="34505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D7E98E9A-7296-4FE9-2768-3D6EC93E88EC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10473860" y="6143539"/>
              <a:ext cx="178198" cy="160146"/>
            </a:xfrm>
            <a:custGeom>
              <a:avLst/>
              <a:gdLst>
                <a:gd name="connsiteX0" fmla="*/ 27804 w 178198"/>
                <a:gd name="connsiteY0" fmla="*/ 35592 h 160146"/>
                <a:gd name="connsiteX1" fmla="*/ 27804 w 178198"/>
                <a:gd name="connsiteY1" fmla="*/ 132695 h 160146"/>
                <a:gd name="connsiteX2" fmla="*/ 171 w 178198"/>
                <a:gd name="connsiteY2" fmla="*/ 148999 h 160146"/>
                <a:gd name="connsiteX3" fmla="*/ 171 w 178198"/>
                <a:gd name="connsiteY3" fmla="*/ 160232 h 160146"/>
                <a:gd name="connsiteX4" fmla="*/ 40203 w 178198"/>
                <a:gd name="connsiteY4" fmla="*/ 159145 h 160146"/>
                <a:gd name="connsiteX5" fmla="*/ 79882 w 178198"/>
                <a:gd name="connsiteY5" fmla="*/ 160232 h 160146"/>
                <a:gd name="connsiteX6" fmla="*/ 79882 w 178198"/>
                <a:gd name="connsiteY6" fmla="*/ 148999 h 160146"/>
                <a:gd name="connsiteX7" fmla="*/ 52249 w 178198"/>
                <a:gd name="connsiteY7" fmla="*/ 132695 h 160146"/>
                <a:gd name="connsiteX8" fmla="*/ 52249 w 178198"/>
                <a:gd name="connsiteY8" fmla="*/ 66028 h 160146"/>
                <a:gd name="connsiteX9" fmla="*/ 100075 w 178198"/>
                <a:gd name="connsiteY9" fmla="*/ 8056 h 160146"/>
                <a:gd name="connsiteX10" fmla="*/ 126291 w 178198"/>
                <a:gd name="connsiteY10" fmla="*/ 48274 h 160146"/>
                <a:gd name="connsiteX11" fmla="*/ 126291 w 178198"/>
                <a:gd name="connsiteY11" fmla="*/ 132695 h 160146"/>
                <a:gd name="connsiteX12" fmla="*/ 98658 w 178198"/>
                <a:gd name="connsiteY12" fmla="*/ 148999 h 160146"/>
                <a:gd name="connsiteX13" fmla="*/ 98658 w 178198"/>
                <a:gd name="connsiteY13" fmla="*/ 160232 h 160146"/>
                <a:gd name="connsiteX14" fmla="*/ 138691 w 178198"/>
                <a:gd name="connsiteY14" fmla="*/ 159145 h 160146"/>
                <a:gd name="connsiteX15" fmla="*/ 178369 w 178198"/>
                <a:gd name="connsiteY15" fmla="*/ 160232 h 160146"/>
                <a:gd name="connsiteX16" fmla="*/ 178369 w 178198"/>
                <a:gd name="connsiteY16" fmla="*/ 148999 h 160146"/>
                <a:gd name="connsiteX17" fmla="*/ 150736 w 178198"/>
                <a:gd name="connsiteY17" fmla="*/ 138130 h 160146"/>
                <a:gd name="connsiteX18" fmla="*/ 150736 w 178198"/>
                <a:gd name="connsiteY18" fmla="*/ 68926 h 160146"/>
                <a:gd name="connsiteX19" fmla="*/ 139754 w 178198"/>
                <a:gd name="connsiteY19" fmla="*/ 13491 h 160146"/>
                <a:gd name="connsiteX20" fmla="*/ 102555 w 178198"/>
                <a:gd name="connsiteY20" fmla="*/ 85 h 160146"/>
                <a:gd name="connsiteX21" fmla="*/ 50123 w 178198"/>
                <a:gd name="connsiteY21" fmla="*/ 38129 h 160146"/>
                <a:gd name="connsiteX22" fmla="*/ 50123 w 178198"/>
                <a:gd name="connsiteY22" fmla="*/ 85 h 160146"/>
                <a:gd name="connsiteX23" fmla="*/ 171 w 178198"/>
                <a:gd name="connsiteY23" fmla="*/ 4070 h 160146"/>
                <a:gd name="connsiteX24" fmla="*/ 171 w 178198"/>
                <a:gd name="connsiteY24" fmla="*/ 15302 h 160146"/>
                <a:gd name="connsiteX25" fmla="*/ 27804 w 178198"/>
                <a:gd name="connsiteY25" fmla="*/ 35592 h 16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198" h="160146">
                  <a:moveTo>
                    <a:pt x="27804" y="35592"/>
                  </a:moveTo>
                  <a:lnTo>
                    <a:pt x="27804" y="132695"/>
                  </a:lnTo>
                  <a:cubicBezTo>
                    <a:pt x="27804" y="148999"/>
                    <a:pt x="23907" y="148999"/>
                    <a:pt x="171" y="148999"/>
                  </a:cubicBezTo>
                  <a:lnTo>
                    <a:pt x="171" y="160232"/>
                  </a:lnTo>
                  <a:cubicBezTo>
                    <a:pt x="12570" y="159869"/>
                    <a:pt x="30638" y="159145"/>
                    <a:pt x="40203" y="159145"/>
                  </a:cubicBezTo>
                  <a:cubicBezTo>
                    <a:pt x="49414" y="159145"/>
                    <a:pt x="67837" y="159869"/>
                    <a:pt x="79882" y="160232"/>
                  </a:cubicBezTo>
                  <a:lnTo>
                    <a:pt x="79882" y="148999"/>
                  </a:lnTo>
                  <a:cubicBezTo>
                    <a:pt x="56146" y="148999"/>
                    <a:pt x="52249" y="148999"/>
                    <a:pt x="52249" y="132695"/>
                  </a:cubicBezTo>
                  <a:lnTo>
                    <a:pt x="52249" y="66028"/>
                  </a:lnTo>
                  <a:cubicBezTo>
                    <a:pt x="52249" y="28346"/>
                    <a:pt x="77402" y="8056"/>
                    <a:pt x="100075" y="8056"/>
                  </a:cubicBezTo>
                  <a:cubicBezTo>
                    <a:pt x="122394" y="8056"/>
                    <a:pt x="126291" y="27621"/>
                    <a:pt x="126291" y="48274"/>
                  </a:cubicBezTo>
                  <a:lnTo>
                    <a:pt x="126291" y="132695"/>
                  </a:lnTo>
                  <a:cubicBezTo>
                    <a:pt x="126291" y="148999"/>
                    <a:pt x="122394" y="148999"/>
                    <a:pt x="98658" y="148999"/>
                  </a:cubicBezTo>
                  <a:lnTo>
                    <a:pt x="98658" y="160232"/>
                  </a:lnTo>
                  <a:cubicBezTo>
                    <a:pt x="111058" y="159869"/>
                    <a:pt x="129126" y="159145"/>
                    <a:pt x="138691" y="159145"/>
                  </a:cubicBezTo>
                  <a:cubicBezTo>
                    <a:pt x="147902" y="159145"/>
                    <a:pt x="166324" y="159869"/>
                    <a:pt x="178369" y="160232"/>
                  </a:cubicBezTo>
                  <a:lnTo>
                    <a:pt x="178369" y="148999"/>
                  </a:lnTo>
                  <a:cubicBezTo>
                    <a:pt x="159947" y="148999"/>
                    <a:pt x="151090" y="148999"/>
                    <a:pt x="150736" y="138130"/>
                  </a:cubicBezTo>
                  <a:lnTo>
                    <a:pt x="150736" y="68926"/>
                  </a:lnTo>
                  <a:cubicBezTo>
                    <a:pt x="150736" y="37766"/>
                    <a:pt x="150736" y="26534"/>
                    <a:pt x="139754" y="13491"/>
                  </a:cubicBezTo>
                  <a:cubicBezTo>
                    <a:pt x="134794" y="7331"/>
                    <a:pt x="123103" y="85"/>
                    <a:pt x="102555" y="85"/>
                  </a:cubicBezTo>
                  <a:cubicBezTo>
                    <a:pt x="76693" y="85"/>
                    <a:pt x="60043" y="15665"/>
                    <a:pt x="50123" y="38129"/>
                  </a:cubicBezTo>
                  <a:lnTo>
                    <a:pt x="50123" y="85"/>
                  </a:lnTo>
                  <a:lnTo>
                    <a:pt x="171" y="4070"/>
                  </a:lnTo>
                  <a:lnTo>
                    <a:pt x="171" y="15302"/>
                  </a:lnTo>
                  <a:cubicBezTo>
                    <a:pt x="24970" y="15302"/>
                    <a:pt x="27804" y="17839"/>
                    <a:pt x="27804" y="35592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7CAC353-E609-4AF6-F4F9-8F75E40DFEA9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10669261" y="6141365"/>
              <a:ext cx="156942" cy="166306"/>
            </a:xfrm>
            <a:custGeom>
              <a:avLst/>
              <a:gdLst>
                <a:gd name="connsiteX0" fmla="*/ 157119 w 156942"/>
                <a:gd name="connsiteY0" fmla="*/ 84868 h 166306"/>
                <a:gd name="connsiteX1" fmla="*/ 78825 w 156942"/>
                <a:gd name="connsiteY1" fmla="*/ 85 h 166306"/>
                <a:gd name="connsiteX2" fmla="*/ 176 w 156942"/>
                <a:gd name="connsiteY2" fmla="*/ 84868 h 166306"/>
                <a:gd name="connsiteX3" fmla="*/ 78470 w 156942"/>
                <a:gd name="connsiteY3" fmla="*/ 166391 h 166306"/>
                <a:gd name="connsiteX4" fmla="*/ 157119 w 156942"/>
                <a:gd name="connsiteY4" fmla="*/ 84868 h 166306"/>
                <a:gd name="connsiteX5" fmla="*/ 78825 w 156942"/>
                <a:gd name="connsiteY5" fmla="*/ 157333 h 166306"/>
                <a:gd name="connsiteX6" fmla="*/ 38438 w 156942"/>
                <a:gd name="connsiteY6" fmla="*/ 133057 h 166306"/>
                <a:gd name="connsiteX7" fmla="*/ 29581 w 156942"/>
                <a:gd name="connsiteY7" fmla="*/ 81970 h 166306"/>
                <a:gd name="connsiteX8" fmla="*/ 38083 w 156942"/>
                <a:gd name="connsiteY8" fmla="*/ 32331 h 166306"/>
                <a:gd name="connsiteX9" fmla="*/ 78470 w 156942"/>
                <a:gd name="connsiteY9" fmla="*/ 8056 h 166306"/>
                <a:gd name="connsiteX10" fmla="*/ 118503 w 156942"/>
                <a:gd name="connsiteY10" fmla="*/ 31607 h 166306"/>
                <a:gd name="connsiteX11" fmla="*/ 127714 w 156942"/>
                <a:gd name="connsiteY11" fmla="*/ 81970 h 166306"/>
                <a:gd name="connsiteX12" fmla="*/ 119920 w 156942"/>
                <a:gd name="connsiteY12" fmla="*/ 130521 h 166306"/>
                <a:gd name="connsiteX13" fmla="*/ 78825 w 156942"/>
                <a:gd name="connsiteY13" fmla="*/ 157333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942" h="166306">
                  <a:moveTo>
                    <a:pt x="157119" y="84868"/>
                  </a:moveTo>
                  <a:cubicBezTo>
                    <a:pt x="157119" y="38491"/>
                    <a:pt x="121691" y="85"/>
                    <a:pt x="78825" y="85"/>
                  </a:cubicBezTo>
                  <a:cubicBezTo>
                    <a:pt x="34541" y="85"/>
                    <a:pt x="176" y="39578"/>
                    <a:pt x="176" y="84868"/>
                  </a:cubicBezTo>
                  <a:cubicBezTo>
                    <a:pt x="176" y="131608"/>
                    <a:pt x="37020" y="166391"/>
                    <a:pt x="78470" y="166391"/>
                  </a:cubicBezTo>
                  <a:cubicBezTo>
                    <a:pt x="121337" y="166391"/>
                    <a:pt x="157119" y="130883"/>
                    <a:pt x="157119" y="84868"/>
                  </a:cubicBezTo>
                  <a:close/>
                  <a:moveTo>
                    <a:pt x="78825" y="157333"/>
                  </a:moveTo>
                  <a:cubicBezTo>
                    <a:pt x="63591" y="157333"/>
                    <a:pt x="48003" y="149724"/>
                    <a:pt x="38438" y="133057"/>
                  </a:cubicBezTo>
                  <a:cubicBezTo>
                    <a:pt x="29581" y="117115"/>
                    <a:pt x="29581" y="95013"/>
                    <a:pt x="29581" y="81970"/>
                  </a:cubicBezTo>
                  <a:cubicBezTo>
                    <a:pt x="29581" y="67839"/>
                    <a:pt x="29581" y="48274"/>
                    <a:pt x="38083" y="32331"/>
                  </a:cubicBezTo>
                  <a:cubicBezTo>
                    <a:pt x="47649" y="15665"/>
                    <a:pt x="64299" y="8056"/>
                    <a:pt x="78470" y="8056"/>
                  </a:cubicBezTo>
                  <a:cubicBezTo>
                    <a:pt x="94058" y="8056"/>
                    <a:pt x="109292" y="16027"/>
                    <a:pt x="118503" y="31607"/>
                  </a:cubicBezTo>
                  <a:cubicBezTo>
                    <a:pt x="127714" y="47187"/>
                    <a:pt x="127714" y="68201"/>
                    <a:pt x="127714" y="81970"/>
                  </a:cubicBezTo>
                  <a:cubicBezTo>
                    <a:pt x="127714" y="95013"/>
                    <a:pt x="127714" y="114579"/>
                    <a:pt x="119920" y="130521"/>
                  </a:cubicBezTo>
                  <a:cubicBezTo>
                    <a:pt x="112126" y="146826"/>
                    <a:pt x="96538" y="157333"/>
                    <a:pt x="78825" y="157333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05F57F85-6D0F-48B0-54E0-29C664A18E0F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10847814" y="6143539"/>
              <a:ext cx="276686" cy="160146"/>
            </a:xfrm>
            <a:custGeom>
              <a:avLst/>
              <a:gdLst>
                <a:gd name="connsiteX0" fmla="*/ 27814 w 276686"/>
                <a:gd name="connsiteY0" fmla="*/ 35592 h 160146"/>
                <a:gd name="connsiteX1" fmla="*/ 27814 w 276686"/>
                <a:gd name="connsiteY1" fmla="*/ 132695 h 160146"/>
                <a:gd name="connsiteX2" fmla="*/ 181 w 276686"/>
                <a:gd name="connsiteY2" fmla="*/ 148999 h 160146"/>
                <a:gd name="connsiteX3" fmla="*/ 181 w 276686"/>
                <a:gd name="connsiteY3" fmla="*/ 160232 h 160146"/>
                <a:gd name="connsiteX4" fmla="*/ 40214 w 276686"/>
                <a:gd name="connsiteY4" fmla="*/ 159145 h 160146"/>
                <a:gd name="connsiteX5" fmla="*/ 79892 w 276686"/>
                <a:gd name="connsiteY5" fmla="*/ 160232 h 160146"/>
                <a:gd name="connsiteX6" fmla="*/ 79892 w 276686"/>
                <a:gd name="connsiteY6" fmla="*/ 148999 h 160146"/>
                <a:gd name="connsiteX7" fmla="*/ 52259 w 276686"/>
                <a:gd name="connsiteY7" fmla="*/ 132695 h 160146"/>
                <a:gd name="connsiteX8" fmla="*/ 52259 w 276686"/>
                <a:gd name="connsiteY8" fmla="*/ 66028 h 160146"/>
                <a:gd name="connsiteX9" fmla="*/ 100086 w 276686"/>
                <a:gd name="connsiteY9" fmla="*/ 8056 h 160146"/>
                <a:gd name="connsiteX10" fmla="*/ 126302 w 276686"/>
                <a:gd name="connsiteY10" fmla="*/ 48274 h 160146"/>
                <a:gd name="connsiteX11" fmla="*/ 126302 w 276686"/>
                <a:gd name="connsiteY11" fmla="*/ 132695 h 160146"/>
                <a:gd name="connsiteX12" fmla="*/ 98669 w 276686"/>
                <a:gd name="connsiteY12" fmla="*/ 148999 h 160146"/>
                <a:gd name="connsiteX13" fmla="*/ 98669 w 276686"/>
                <a:gd name="connsiteY13" fmla="*/ 160232 h 160146"/>
                <a:gd name="connsiteX14" fmla="*/ 138701 w 276686"/>
                <a:gd name="connsiteY14" fmla="*/ 159145 h 160146"/>
                <a:gd name="connsiteX15" fmla="*/ 178380 w 276686"/>
                <a:gd name="connsiteY15" fmla="*/ 160232 h 160146"/>
                <a:gd name="connsiteX16" fmla="*/ 178380 w 276686"/>
                <a:gd name="connsiteY16" fmla="*/ 148999 h 160146"/>
                <a:gd name="connsiteX17" fmla="*/ 150747 w 276686"/>
                <a:gd name="connsiteY17" fmla="*/ 132695 h 160146"/>
                <a:gd name="connsiteX18" fmla="*/ 150747 w 276686"/>
                <a:gd name="connsiteY18" fmla="*/ 66028 h 160146"/>
                <a:gd name="connsiteX19" fmla="*/ 198573 w 276686"/>
                <a:gd name="connsiteY19" fmla="*/ 8056 h 160146"/>
                <a:gd name="connsiteX20" fmla="*/ 224789 w 276686"/>
                <a:gd name="connsiteY20" fmla="*/ 48274 h 160146"/>
                <a:gd name="connsiteX21" fmla="*/ 224789 w 276686"/>
                <a:gd name="connsiteY21" fmla="*/ 132695 h 160146"/>
                <a:gd name="connsiteX22" fmla="*/ 197156 w 276686"/>
                <a:gd name="connsiteY22" fmla="*/ 148999 h 160146"/>
                <a:gd name="connsiteX23" fmla="*/ 197156 w 276686"/>
                <a:gd name="connsiteY23" fmla="*/ 160232 h 160146"/>
                <a:gd name="connsiteX24" fmla="*/ 237189 w 276686"/>
                <a:gd name="connsiteY24" fmla="*/ 159145 h 160146"/>
                <a:gd name="connsiteX25" fmla="*/ 276867 w 276686"/>
                <a:gd name="connsiteY25" fmla="*/ 160232 h 160146"/>
                <a:gd name="connsiteX26" fmla="*/ 276867 w 276686"/>
                <a:gd name="connsiteY26" fmla="*/ 148999 h 160146"/>
                <a:gd name="connsiteX27" fmla="*/ 249234 w 276686"/>
                <a:gd name="connsiteY27" fmla="*/ 138130 h 160146"/>
                <a:gd name="connsiteX28" fmla="*/ 249234 w 276686"/>
                <a:gd name="connsiteY28" fmla="*/ 68926 h 160146"/>
                <a:gd name="connsiteX29" fmla="*/ 238252 w 276686"/>
                <a:gd name="connsiteY29" fmla="*/ 13491 h 160146"/>
                <a:gd name="connsiteX30" fmla="*/ 201053 w 276686"/>
                <a:gd name="connsiteY30" fmla="*/ 85 h 160146"/>
                <a:gd name="connsiteX31" fmla="*/ 149684 w 276686"/>
                <a:gd name="connsiteY31" fmla="*/ 35592 h 160146"/>
                <a:gd name="connsiteX32" fmla="*/ 102566 w 276686"/>
                <a:gd name="connsiteY32" fmla="*/ 85 h 160146"/>
                <a:gd name="connsiteX33" fmla="*/ 50134 w 276686"/>
                <a:gd name="connsiteY33" fmla="*/ 38129 h 160146"/>
                <a:gd name="connsiteX34" fmla="*/ 50134 w 276686"/>
                <a:gd name="connsiteY34" fmla="*/ 85 h 160146"/>
                <a:gd name="connsiteX35" fmla="*/ 181 w 276686"/>
                <a:gd name="connsiteY35" fmla="*/ 4070 h 160146"/>
                <a:gd name="connsiteX36" fmla="*/ 181 w 276686"/>
                <a:gd name="connsiteY36" fmla="*/ 15302 h 160146"/>
                <a:gd name="connsiteX37" fmla="*/ 27814 w 276686"/>
                <a:gd name="connsiteY37" fmla="*/ 35592 h 16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6686" h="160146">
                  <a:moveTo>
                    <a:pt x="27814" y="35592"/>
                  </a:moveTo>
                  <a:lnTo>
                    <a:pt x="27814" y="132695"/>
                  </a:lnTo>
                  <a:cubicBezTo>
                    <a:pt x="27814" y="148999"/>
                    <a:pt x="23917" y="148999"/>
                    <a:pt x="181" y="148999"/>
                  </a:cubicBezTo>
                  <a:lnTo>
                    <a:pt x="181" y="160232"/>
                  </a:lnTo>
                  <a:cubicBezTo>
                    <a:pt x="12581" y="159869"/>
                    <a:pt x="30649" y="159145"/>
                    <a:pt x="40214" y="159145"/>
                  </a:cubicBezTo>
                  <a:cubicBezTo>
                    <a:pt x="49425" y="159145"/>
                    <a:pt x="67847" y="159869"/>
                    <a:pt x="79892" y="160232"/>
                  </a:cubicBezTo>
                  <a:lnTo>
                    <a:pt x="79892" y="148999"/>
                  </a:lnTo>
                  <a:cubicBezTo>
                    <a:pt x="56156" y="148999"/>
                    <a:pt x="52259" y="148999"/>
                    <a:pt x="52259" y="132695"/>
                  </a:cubicBezTo>
                  <a:lnTo>
                    <a:pt x="52259" y="66028"/>
                  </a:lnTo>
                  <a:cubicBezTo>
                    <a:pt x="52259" y="28346"/>
                    <a:pt x="77412" y="8056"/>
                    <a:pt x="100086" y="8056"/>
                  </a:cubicBezTo>
                  <a:cubicBezTo>
                    <a:pt x="122405" y="8056"/>
                    <a:pt x="126302" y="27621"/>
                    <a:pt x="126302" y="48274"/>
                  </a:cubicBezTo>
                  <a:lnTo>
                    <a:pt x="126302" y="132695"/>
                  </a:lnTo>
                  <a:cubicBezTo>
                    <a:pt x="126302" y="148999"/>
                    <a:pt x="122405" y="148999"/>
                    <a:pt x="98669" y="148999"/>
                  </a:cubicBezTo>
                  <a:lnTo>
                    <a:pt x="98669" y="160232"/>
                  </a:lnTo>
                  <a:cubicBezTo>
                    <a:pt x="111068" y="159869"/>
                    <a:pt x="129136" y="159145"/>
                    <a:pt x="138701" y="159145"/>
                  </a:cubicBezTo>
                  <a:cubicBezTo>
                    <a:pt x="147912" y="159145"/>
                    <a:pt x="166335" y="159869"/>
                    <a:pt x="178380" y="160232"/>
                  </a:cubicBezTo>
                  <a:lnTo>
                    <a:pt x="178380" y="148999"/>
                  </a:lnTo>
                  <a:cubicBezTo>
                    <a:pt x="154644" y="148999"/>
                    <a:pt x="150747" y="148999"/>
                    <a:pt x="150747" y="132695"/>
                  </a:cubicBezTo>
                  <a:lnTo>
                    <a:pt x="150747" y="66028"/>
                  </a:lnTo>
                  <a:cubicBezTo>
                    <a:pt x="150747" y="28346"/>
                    <a:pt x="175900" y="8056"/>
                    <a:pt x="198573" y="8056"/>
                  </a:cubicBezTo>
                  <a:cubicBezTo>
                    <a:pt x="220892" y="8056"/>
                    <a:pt x="224789" y="27621"/>
                    <a:pt x="224789" y="48274"/>
                  </a:cubicBezTo>
                  <a:lnTo>
                    <a:pt x="224789" y="132695"/>
                  </a:lnTo>
                  <a:cubicBezTo>
                    <a:pt x="224789" y="148999"/>
                    <a:pt x="220892" y="148999"/>
                    <a:pt x="197156" y="148999"/>
                  </a:cubicBezTo>
                  <a:lnTo>
                    <a:pt x="197156" y="160232"/>
                  </a:lnTo>
                  <a:cubicBezTo>
                    <a:pt x="209556" y="159869"/>
                    <a:pt x="227624" y="159145"/>
                    <a:pt x="237189" y="159145"/>
                  </a:cubicBezTo>
                  <a:cubicBezTo>
                    <a:pt x="246400" y="159145"/>
                    <a:pt x="264822" y="159869"/>
                    <a:pt x="276867" y="160232"/>
                  </a:cubicBezTo>
                  <a:lnTo>
                    <a:pt x="276867" y="148999"/>
                  </a:lnTo>
                  <a:cubicBezTo>
                    <a:pt x="258445" y="148999"/>
                    <a:pt x="249588" y="148999"/>
                    <a:pt x="249234" y="138130"/>
                  </a:cubicBezTo>
                  <a:lnTo>
                    <a:pt x="249234" y="68926"/>
                  </a:lnTo>
                  <a:cubicBezTo>
                    <a:pt x="249234" y="37766"/>
                    <a:pt x="249234" y="26534"/>
                    <a:pt x="238252" y="13491"/>
                  </a:cubicBezTo>
                  <a:cubicBezTo>
                    <a:pt x="233292" y="7331"/>
                    <a:pt x="221601" y="85"/>
                    <a:pt x="201053" y="85"/>
                  </a:cubicBezTo>
                  <a:cubicBezTo>
                    <a:pt x="171294" y="85"/>
                    <a:pt x="155706" y="21824"/>
                    <a:pt x="149684" y="35592"/>
                  </a:cubicBezTo>
                  <a:cubicBezTo>
                    <a:pt x="144724" y="4070"/>
                    <a:pt x="118508" y="85"/>
                    <a:pt x="102566" y="85"/>
                  </a:cubicBezTo>
                  <a:cubicBezTo>
                    <a:pt x="76704" y="85"/>
                    <a:pt x="60053" y="15665"/>
                    <a:pt x="50134" y="38129"/>
                  </a:cubicBezTo>
                  <a:lnTo>
                    <a:pt x="50134" y="85"/>
                  </a:lnTo>
                  <a:lnTo>
                    <a:pt x="181" y="4070"/>
                  </a:lnTo>
                  <a:lnTo>
                    <a:pt x="181" y="15302"/>
                  </a:lnTo>
                  <a:cubicBezTo>
                    <a:pt x="24980" y="15302"/>
                    <a:pt x="27814" y="17839"/>
                    <a:pt x="27814" y="35592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0D5E4A6A-99A2-7582-570B-966DC435F006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11143396" y="6061292"/>
              <a:ext cx="75814" cy="242394"/>
            </a:xfrm>
            <a:custGeom>
              <a:avLst/>
              <a:gdLst>
                <a:gd name="connsiteX0" fmla="*/ 51205 w 75814"/>
                <a:gd name="connsiteY0" fmla="*/ 82332 h 242394"/>
                <a:gd name="connsiteX1" fmla="*/ 1607 w 75814"/>
                <a:gd name="connsiteY1" fmla="*/ 86318 h 242394"/>
                <a:gd name="connsiteX2" fmla="*/ 1607 w 75814"/>
                <a:gd name="connsiteY2" fmla="*/ 97550 h 242394"/>
                <a:gd name="connsiteX3" fmla="*/ 27823 w 75814"/>
                <a:gd name="connsiteY3" fmla="*/ 117477 h 242394"/>
                <a:gd name="connsiteX4" fmla="*/ 27823 w 75814"/>
                <a:gd name="connsiteY4" fmla="*/ 214942 h 242394"/>
                <a:gd name="connsiteX5" fmla="*/ 190 w 75814"/>
                <a:gd name="connsiteY5" fmla="*/ 231247 h 242394"/>
                <a:gd name="connsiteX6" fmla="*/ 190 w 75814"/>
                <a:gd name="connsiteY6" fmla="*/ 242479 h 242394"/>
                <a:gd name="connsiteX7" fmla="*/ 39159 w 75814"/>
                <a:gd name="connsiteY7" fmla="*/ 241392 h 242394"/>
                <a:gd name="connsiteX8" fmla="*/ 76004 w 75814"/>
                <a:gd name="connsiteY8" fmla="*/ 242479 h 242394"/>
                <a:gd name="connsiteX9" fmla="*/ 76004 w 75814"/>
                <a:gd name="connsiteY9" fmla="*/ 231247 h 242394"/>
                <a:gd name="connsiteX10" fmla="*/ 51205 w 75814"/>
                <a:gd name="connsiteY10" fmla="*/ 215305 h 242394"/>
                <a:gd name="connsiteX11" fmla="*/ 51205 w 75814"/>
                <a:gd name="connsiteY11" fmla="*/ 82332 h 242394"/>
                <a:gd name="connsiteX12" fmla="*/ 52622 w 75814"/>
                <a:gd name="connsiteY12" fmla="*/ 19288 h 242394"/>
                <a:gd name="connsiteX13" fmla="*/ 33845 w 75814"/>
                <a:gd name="connsiteY13" fmla="*/ 85 h 242394"/>
                <a:gd name="connsiteX14" fmla="*/ 15069 w 75814"/>
                <a:gd name="connsiteY14" fmla="*/ 19288 h 242394"/>
                <a:gd name="connsiteX15" fmla="*/ 33845 w 75814"/>
                <a:gd name="connsiteY15" fmla="*/ 38491 h 242394"/>
                <a:gd name="connsiteX16" fmla="*/ 52622 w 75814"/>
                <a:gd name="connsiteY16" fmla="*/ 19288 h 24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814" h="242394">
                  <a:moveTo>
                    <a:pt x="51205" y="82332"/>
                  </a:moveTo>
                  <a:lnTo>
                    <a:pt x="1607" y="86318"/>
                  </a:lnTo>
                  <a:lnTo>
                    <a:pt x="1607" y="97550"/>
                  </a:lnTo>
                  <a:cubicBezTo>
                    <a:pt x="24634" y="97550"/>
                    <a:pt x="27823" y="99724"/>
                    <a:pt x="27823" y="117477"/>
                  </a:cubicBezTo>
                  <a:lnTo>
                    <a:pt x="27823" y="214942"/>
                  </a:lnTo>
                  <a:cubicBezTo>
                    <a:pt x="27823" y="231247"/>
                    <a:pt x="23926" y="231247"/>
                    <a:pt x="190" y="231247"/>
                  </a:cubicBezTo>
                  <a:lnTo>
                    <a:pt x="190" y="242479"/>
                  </a:lnTo>
                  <a:cubicBezTo>
                    <a:pt x="11526" y="242117"/>
                    <a:pt x="30657" y="241392"/>
                    <a:pt x="39159" y="241392"/>
                  </a:cubicBezTo>
                  <a:cubicBezTo>
                    <a:pt x="51559" y="241392"/>
                    <a:pt x="63958" y="242117"/>
                    <a:pt x="76004" y="242479"/>
                  </a:cubicBezTo>
                  <a:lnTo>
                    <a:pt x="76004" y="231247"/>
                  </a:lnTo>
                  <a:cubicBezTo>
                    <a:pt x="52622" y="231247"/>
                    <a:pt x="51205" y="229435"/>
                    <a:pt x="51205" y="215305"/>
                  </a:cubicBezTo>
                  <a:lnTo>
                    <a:pt x="51205" y="82332"/>
                  </a:lnTo>
                  <a:close/>
                  <a:moveTo>
                    <a:pt x="52622" y="19288"/>
                  </a:moveTo>
                  <a:cubicBezTo>
                    <a:pt x="52622" y="7693"/>
                    <a:pt x="43765" y="85"/>
                    <a:pt x="33845" y="85"/>
                  </a:cubicBezTo>
                  <a:cubicBezTo>
                    <a:pt x="22863" y="85"/>
                    <a:pt x="15069" y="9867"/>
                    <a:pt x="15069" y="19288"/>
                  </a:cubicBezTo>
                  <a:cubicBezTo>
                    <a:pt x="15069" y="29071"/>
                    <a:pt x="22863" y="38491"/>
                    <a:pt x="33845" y="38491"/>
                  </a:cubicBezTo>
                  <a:cubicBezTo>
                    <a:pt x="43765" y="38491"/>
                    <a:pt x="52622" y="30882"/>
                    <a:pt x="52622" y="19288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DAA5768-0644-4D70-5877-617453A75F0B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11244993" y="6141365"/>
              <a:ext cx="159776" cy="166306"/>
            </a:xfrm>
            <a:custGeom>
              <a:avLst/>
              <a:gdLst>
                <a:gd name="connsiteX0" fmla="*/ 103285 w 159776"/>
                <a:gd name="connsiteY0" fmla="*/ 134869 h 166306"/>
                <a:gd name="connsiteX1" fmla="*/ 130919 w 159776"/>
                <a:gd name="connsiteY1" fmla="*/ 164579 h 166306"/>
                <a:gd name="connsiteX2" fmla="*/ 159969 w 159776"/>
                <a:gd name="connsiteY2" fmla="*/ 130159 h 166306"/>
                <a:gd name="connsiteX3" fmla="*/ 159969 w 159776"/>
                <a:gd name="connsiteY3" fmla="*/ 109869 h 166306"/>
                <a:gd name="connsiteX4" fmla="*/ 151112 w 159776"/>
                <a:gd name="connsiteY4" fmla="*/ 109869 h 166306"/>
                <a:gd name="connsiteX5" fmla="*/ 151112 w 159776"/>
                <a:gd name="connsiteY5" fmla="*/ 130159 h 166306"/>
                <a:gd name="connsiteX6" fmla="*/ 138358 w 159776"/>
                <a:gd name="connsiteY6" fmla="*/ 153347 h 166306"/>
                <a:gd name="connsiteX7" fmla="*/ 125250 w 159776"/>
                <a:gd name="connsiteY7" fmla="*/ 135231 h 166306"/>
                <a:gd name="connsiteX8" fmla="*/ 125250 w 159776"/>
                <a:gd name="connsiteY8" fmla="*/ 62767 h 166306"/>
                <a:gd name="connsiteX9" fmla="*/ 112496 w 159776"/>
                <a:gd name="connsiteY9" fmla="*/ 20012 h 166306"/>
                <a:gd name="connsiteX10" fmla="*/ 63961 w 159776"/>
                <a:gd name="connsiteY10" fmla="*/ 85 h 166306"/>
                <a:gd name="connsiteX11" fmla="*/ 10466 w 159776"/>
                <a:gd name="connsiteY11" fmla="*/ 41027 h 166306"/>
                <a:gd name="connsiteX12" fmla="*/ 26763 w 159776"/>
                <a:gd name="connsiteY12" fmla="*/ 58056 h 166306"/>
                <a:gd name="connsiteX13" fmla="*/ 43059 w 159776"/>
                <a:gd name="connsiteY13" fmla="*/ 41390 h 166306"/>
                <a:gd name="connsiteX14" fmla="*/ 24991 w 159776"/>
                <a:gd name="connsiteY14" fmla="*/ 24723 h 166306"/>
                <a:gd name="connsiteX15" fmla="*/ 63253 w 159776"/>
                <a:gd name="connsiteY15" fmla="*/ 8056 h 166306"/>
                <a:gd name="connsiteX16" fmla="*/ 100805 w 159776"/>
                <a:gd name="connsiteY16" fmla="*/ 54433 h 166306"/>
                <a:gd name="connsiteX17" fmla="*/ 100805 w 159776"/>
                <a:gd name="connsiteY17" fmla="*/ 67839 h 166306"/>
                <a:gd name="connsiteX18" fmla="*/ 35619 w 159776"/>
                <a:gd name="connsiteY18" fmla="*/ 80883 h 166306"/>
                <a:gd name="connsiteX19" fmla="*/ 192 w 159776"/>
                <a:gd name="connsiteY19" fmla="*/ 127985 h 166306"/>
                <a:gd name="connsiteX20" fmla="*/ 56876 w 159776"/>
                <a:gd name="connsiteY20" fmla="*/ 166391 h 166306"/>
                <a:gd name="connsiteX21" fmla="*/ 103285 w 159776"/>
                <a:gd name="connsiteY21" fmla="*/ 134869 h 166306"/>
                <a:gd name="connsiteX22" fmla="*/ 100805 w 159776"/>
                <a:gd name="connsiteY22" fmla="*/ 75448 h 166306"/>
                <a:gd name="connsiteX23" fmla="*/ 100805 w 159776"/>
                <a:gd name="connsiteY23" fmla="*/ 111680 h 166306"/>
                <a:gd name="connsiteX24" fmla="*/ 59356 w 159776"/>
                <a:gd name="connsiteY24" fmla="*/ 158420 h 166306"/>
                <a:gd name="connsiteX25" fmla="*/ 27471 w 159776"/>
                <a:gd name="connsiteY25" fmla="*/ 127622 h 166306"/>
                <a:gd name="connsiteX26" fmla="*/ 100805 w 159776"/>
                <a:gd name="connsiteY26" fmla="*/ 75448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776" h="166306">
                  <a:moveTo>
                    <a:pt x="103285" y="134869"/>
                  </a:moveTo>
                  <a:cubicBezTo>
                    <a:pt x="104702" y="149362"/>
                    <a:pt x="114268" y="164579"/>
                    <a:pt x="130919" y="164579"/>
                  </a:cubicBezTo>
                  <a:cubicBezTo>
                    <a:pt x="138358" y="164579"/>
                    <a:pt x="159969" y="159507"/>
                    <a:pt x="159969" y="130159"/>
                  </a:cubicBezTo>
                  <a:lnTo>
                    <a:pt x="159969" y="109869"/>
                  </a:lnTo>
                  <a:lnTo>
                    <a:pt x="151112" y="109869"/>
                  </a:lnTo>
                  <a:lnTo>
                    <a:pt x="151112" y="130159"/>
                  </a:lnTo>
                  <a:cubicBezTo>
                    <a:pt x="151112" y="151173"/>
                    <a:pt x="142255" y="153347"/>
                    <a:pt x="138358" y="153347"/>
                  </a:cubicBezTo>
                  <a:cubicBezTo>
                    <a:pt x="126667" y="153347"/>
                    <a:pt x="125250" y="137043"/>
                    <a:pt x="125250" y="135231"/>
                  </a:cubicBezTo>
                  <a:lnTo>
                    <a:pt x="125250" y="62767"/>
                  </a:lnTo>
                  <a:cubicBezTo>
                    <a:pt x="125250" y="47549"/>
                    <a:pt x="125250" y="33418"/>
                    <a:pt x="112496" y="20012"/>
                  </a:cubicBezTo>
                  <a:cubicBezTo>
                    <a:pt x="98680" y="5882"/>
                    <a:pt x="80966" y="85"/>
                    <a:pt x="63961" y="85"/>
                  </a:cubicBezTo>
                  <a:cubicBezTo>
                    <a:pt x="34911" y="85"/>
                    <a:pt x="10466" y="17114"/>
                    <a:pt x="10466" y="41027"/>
                  </a:cubicBezTo>
                  <a:cubicBezTo>
                    <a:pt x="10466" y="51897"/>
                    <a:pt x="17552" y="58056"/>
                    <a:pt x="26763" y="58056"/>
                  </a:cubicBezTo>
                  <a:cubicBezTo>
                    <a:pt x="36682" y="58056"/>
                    <a:pt x="43059" y="50810"/>
                    <a:pt x="43059" y="41390"/>
                  </a:cubicBezTo>
                  <a:cubicBezTo>
                    <a:pt x="43059" y="37042"/>
                    <a:pt x="41288" y="25085"/>
                    <a:pt x="24991" y="24723"/>
                  </a:cubicBezTo>
                  <a:cubicBezTo>
                    <a:pt x="34557" y="12041"/>
                    <a:pt x="51916" y="8056"/>
                    <a:pt x="63253" y="8056"/>
                  </a:cubicBezTo>
                  <a:cubicBezTo>
                    <a:pt x="80612" y="8056"/>
                    <a:pt x="100805" y="22186"/>
                    <a:pt x="100805" y="54433"/>
                  </a:cubicBezTo>
                  <a:lnTo>
                    <a:pt x="100805" y="67839"/>
                  </a:lnTo>
                  <a:cubicBezTo>
                    <a:pt x="82738" y="68926"/>
                    <a:pt x="57939" y="70013"/>
                    <a:pt x="35619" y="80883"/>
                  </a:cubicBezTo>
                  <a:cubicBezTo>
                    <a:pt x="9049" y="93202"/>
                    <a:pt x="192" y="112043"/>
                    <a:pt x="192" y="127985"/>
                  </a:cubicBezTo>
                  <a:cubicBezTo>
                    <a:pt x="192" y="157333"/>
                    <a:pt x="34557" y="166391"/>
                    <a:pt x="56876" y="166391"/>
                  </a:cubicBezTo>
                  <a:cubicBezTo>
                    <a:pt x="80258" y="166391"/>
                    <a:pt x="96554" y="151898"/>
                    <a:pt x="103285" y="134869"/>
                  </a:cubicBezTo>
                  <a:close/>
                  <a:moveTo>
                    <a:pt x="100805" y="75448"/>
                  </a:moveTo>
                  <a:lnTo>
                    <a:pt x="100805" y="111680"/>
                  </a:lnTo>
                  <a:cubicBezTo>
                    <a:pt x="100805" y="146101"/>
                    <a:pt x="75298" y="158420"/>
                    <a:pt x="59356" y="158420"/>
                  </a:cubicBezTo>
                  <a:cubicBezTo>
                    <a:pt x="41996" y="158420"/>
                    <a:pt x="27471" y="145739"/>
                    <a:pt x="27471" y="127622"/>
                  </a:cubicBezTo>
                  <a:cubicBezTo>
                    <a:pt x="27471" y="107695"/>
                    <a:pt x="42351" y="77622"/>
                    <a:pt x="100805" y="75448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AB9D3B5-0099-ED4B-9C8C-4FDAD0FE8AEC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11418941" y="6052234"/>
              <a:ext cx="78648" cy="251452"/>
            </a:xfrm>
            <a:custGeom>
              <a:avLst/>
              <a:gdLst>
                <a:gd name="connsiteX0" fmla="*/ 51212 w 78648"/>
                <a:gd name="connsiteY0" fmla="*/ 85 h 251452"/>
                <a:gd name="connsiteX1" fmla="*/ 197 w 78648"/>
                <a:gd name="connsiteY1" fmla="*/ 4070 h 251452"/>
                <a:gd name="connsiteX2" fmla="*/ 197 w 78648"/>
                <a:gd name="connsiteY2" fmla="*/ 15302 h 251452"/>
                <a:gd name="connsiteX3" fmla="*/ 27830 w 78648"/>
                <a:gd name="connsiteY3" fmla="*/ 35592 h 251452"/>
                <a:gd name="connsiteX4" fmla="*/ 27830 w 78648"/>
                <a:gd name="connsiteY4" fmla="*/ 224000 h 251452"/>
                <a:gd name="connsiteX5" fmla="*/ 197 w 78648"/>
                <a:gd name="connsiteY5" fmla="*/ 240305 h 251452"/>
                <a:gd name="connsiteX6" fmla="*/ 197 w 78648"/>
                <a:gd name="connsiteY6" fmla="*/ 251537 h 251452"/>
                <a:gd name="connsiteX7" fmla="*/ 39521 w 78648"/>
                <a:gd name="connsiteY7" fmla="*/ 250450 h 251452"/>
                <a:gd name="connsiteX8" fmla="*/ 78846 w 78648"/>
                <a:gd name="connsiteY8" fmla="*/ 251537 h 251452"/>
                <a:gd name="connsiteX9" fmla="*/ 78846 w 78648"/>
                <a:gd name="connsiteY9" fmla="*/ 240305 h 251452"/>
                <a:gd name="connsiteX10" fmla="*/ 51212 w 78648"/>
                <a:gd name="connsiteY10" fmla="*/ 224000 h 251452"/>
                <a:gd name="connsiteX11" fmla="*/ 51212 w 78648"/>
                <a:gd name="connsiteY11" fmla="*/ 85 h 25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648" h="251452">
                  <a:moveTo>
                    <a:pt x="51212" y="85"/>
                  </a:moveTo>
                  <a:lnTo>
                    <a:pt x="197" y="4070"/>
                  </a:lnTo>
                  <a:lnTo>
                    <a:pt x="197" y="15302"/>
                  </a:lnTo>
                  <a:cubicBezTo>
                    <a:pt x="24996" y="15302"/>
                    <a:pt x="27830" y="17839"/>
                    <a:pt x="27830" y="35592"/>
                  </a:cubicBezTo>
                  <a:lnTo>
                    <a:pt x="27830" y="224000"/>
                  </a:lnTo>
                  <a:cubicBezTo>
                    <a:pt x="27830" y="240305"/>
                    <a:pt x="23933" y="240305"/>
                    <a:pt x="197" y="240305"/>
                  </a:cubicBezTo>
                  <a:lnTo>
                    <a:pt x="197" y="251537"/>
                  </a:lnTo>
                  <a:cubicBezTo>
                    <a:pt x="11888" y="251175"/>
                    <a:pt x="30665" y="250450"/>
                    <a:pt x="39521" y="250450"/>
                  </a:cubicBezTo>
                  <a:cubicBezTo>
                    <a:pt x="48378" y="250450"/>
                    <a:pt x="65738" y="251175"/>
                    <a:pt x="78846" y="251537"/>
                  </a:cubicBezTo>
                  <a:lnTo>
                    <a:pt x="78846" y="240305"/>
                  </a:lnTo>
                  <a:cubicBezTo>
                    <a:pt x="55109" y="240305"/>
                    <a:pt x="51212" y="240305"/>
                    <a:pt x="51212" y="224000"/>
                  </a:cubicBezTo>
                  <a:lnTo>
                    <a:pt x="51212" y="85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616FD13-2B1C-9BD4-72AB-2FC32FEC54D7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11635440" y="6061292"/>
              <a:ext cx="75814" cy="242394"/>
            </a:xfrm>
            <a:custGeom>
              <a:avLst/>
              <a:gdLst>
                <a:gd name="connsiteX0" fmla="*/ 51218 w 75814"/>
                <a:gd name="connsiteY0" fmla="*/ 82332 h 242394"/>
                <a:gd name="connsiteX1" fmla="*/ 1620 w 75814"/>
                <a:gd name="connsiteY1" fmla="*/ 86318 h 242394"/>
                <a:gd name="connsiteX2" fmla="*/ 1620 w 75814"/>
                <a:gd name="connsiteY2" fmla="*/ 97550 h 242394"/>
                <a:gd name="connsiteX3" fmla="*/ 27837 w 75814"/>
                <a:gd name="connsiteY3" fmla="*/ 117477 h 242394"/>
                <a:gd name="connsiteX4" fmla="*/ 27837 w 75814"/>
                <a:gd name="connsiteY4" fmla="*/ 214942 h 242394"/>
                <a:gd name="connsiteX5" fmla="*/ 203 w 75814"/>
                <a:gd name="connsiteY5" fmla="*/ 231247 h 242394"/>
                <a:gd name="connsiteX6" fmla="*/ 203 w 75814"/>
                <a:gd name="connsiteY6" fmla="*/ 242479 h 242394"/>
                <a:gd name="connsiteX7" fmla="*/ 39173 w 75814"/>
                <a:gd name="connsiteY7" fmla="*/ 241392 h 242394"/>
                <a:gd name="connsiteX8" fmla="*/ 76017 w 75814"/>
                <a:gd name="connsiteY8" fmla="*/ 242479 h 242394"/>
                <a:gd name="connsiteX9" fmla="*/ 76017 w 75814"/>
                <a:gd name="connsiteY9" fmla="*/ 231247 h 242394"/>
                <a:gd name="connsiteX10" fmla="*/ 51218 w 75814"/>
                <a:gd name="connsiteY10" fmla="*/ 215305 h 242394"/>
                <a:gd name="connsiteX11" fmla="*/ 51218 w 75814"/>
                <a:gd name="connsiteY11" fmla="*/ 82332 h 242394"/>
                <a:gd name="connsiteX12" fmla="*/ 52636 w 75814"/>
                <a:gd name="connsiteY12" fmla="*/ 19288 h 242394"/>
                <a:gd name="connsiteX13" fmla="*/ 33859 w 75814"/>
                <a:gd name="connsiteY13" fmla="*/ 85 h 242394"/>
                <a:gd name="connsiteX14" fmla="*/ 15083 w 75814"/>
                <a:gd name="connsiteY14" fmla="*/ 19288 h 242394"/>
                <a:gd name="connsiteX15" fmla="*/ 33859 w 75814"/>
                <a:gd name="connsiteY15" fmla="*/ 38491 h 242394"/>
                <a:gd name="connsiteX16" fmla="*/ 52636 w 75814"/>
                <a:gd name="connsiteY16" fmla="*/ 19288 h 24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814" h="242394">
                  <a:moveTo>
                    <a:pt x="51218" y="82332"/>
                  </a:moveTo>
                  <a:lnTo>
                    <a:pt x="1620" y="86318"/>
                  </a:lnTo>
                  <a:lnTo>
                    <a:pt x="1620" y="97550"/>
                  </a:lnTo>
                  <a:cubicBezTo>
                    <a:pt x="24648" y="97550"/>
                    <a:pt x="27837" y="99724"/>
                    <a:pt x="27837" y="117477"/>
                  </a:cubicBezTo>
                  <a:lnTo>
                    <a:pt x="27837" y="214942"/>
                  </a:lnTo>
                  <a:cubicBezTo>
                    <a:pt x="27837" y="231247"/>
                    <a:pt x="23940" y="231247"/>
                    <a:pt x="203" y="231247"/>
                  </a:cubicBezTo>
                  <a:lnTo>
                    <a:pt x="203" y="242479"/>
                  </a:lnTo>
                  <a:cubicBezTo>
                    <a:pt x="11540" y="242117"/>
                    <a:pt x="30671" y="241392"/>
                    <a:pt x="39173" y="241392"/>
                  </a:cubicBezTo>
                  <a:cubicBezTo>
                    <a:pt x="51573" y="241392"/>
                    <a:pt x="63972" y="242117"/>
                    <a:pt x="76017" y="242479"/>
                  </a:cubicBezTo>
                  <a:lnTo>
                    <a:pt x="76017" y="231247"/>
                  </a:lnTo>
                  <a:cubicBezTo>
                    <a:pt x="52636" y="231247"/>
                    <a:pt x="51218" y="229435"/>
                    <a:pt x="51218" y="215305"/>
                  </a:cubicBezTo>
                  <a:lnTo>
                    <a:pt x="51218" y="82332"/>
                  </a:lnTo>
                  <a:close/>
                  <a:moveTo>
                    <a:pt x="52636" y="19288"/>
                  </a:moveTo>
                  <a:cubicBezTo>
                    <a:pt x="52636" y="7693"/>
                    <a:pt x="43779" y="85"/>
                    <a:pt x="33859" y="85"/>
                  </a:cubicBezTo>
                  <a:cubicBezTo>
                    <a:pt x="22877" y="85"/>
                    <a:pt x="15083" y="9867"/>
                    <a:pt x="15083" y="19288"/>
                  </a:cubicBezTo>
                  <a:cubicBezTo>
                    <a:pt x="15083" y="29071"/>
                    <a:pt x="22877" y="38491"/>
                    <a:pt x="33859" y="38491"/>
                  </a:cubicBezTo>
                  <a:cubicBezTo>
                    <a:pt x="43779" y="38491"/>
                    <a:pt x="52636" y="30882"/>
                    <a:pt x="52636" y="19288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59C5C84B-C6C2-26A4-425C-3EEC0EB1267F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11733849" y="6141365"/>
              <a:ext cx="115846" cy="166306"/>
            </a:xfrm>
            <a:custGeom>
              <a:avLst/>
              <a:gdLst>
                <a:gd name="connsiteX0" fmla="*/ 62204 w 115846"/>
                <a:gd name="connsiteY0" fmla="*/ 92115 h 166306"/>
                <a:gd name="connsiteX1" fmla="*/ 99048 w 115846"/>
                <a:gd name="connsiteY1" fmla="*/ 125449 h 166306"/>
                <a:gd name="connsiteX2" fmla="*/ 59015 w 115846"/>
                <a:gd name="connsiteY2" fmla="*/ 158420 h 166306"/>
                <a:gd name="connsiteX3" fmla="*/ 9771 w 115846"/>
                <a:gd name="connsiteY3" fmla="*/ 106970 h 166306"/>
                <a:gd name="connsiteX4" fmla="*/ 4812 w 115846"/>
                <a:gd name="connsiteY4" fmla="*/ 100811 h 166306"/>
                <a:gd name="connsiteX5" fmla="*/ 206 w 115846"/>
                <a:gd name="connsiteY5" fmla="*/ 109869 h 166306"/>
                <a:gd name="connsiteX6" fmla="*/ 206 w 115846"/>
                <a:gd name="connsiteY6" fmla="*/ 157695 h 166306"/>
                <a:gd name="connsiteX7" fmla="*/ 4103 w 115846"/>
                <a:gd name="connsiteY7" fmla="*/ 166391 h 166306"/>
                <a:gd name="connsiteX8" fmla="*/ 12960 w 115846"/>
                <a:gd name="connsiteY8" fmla="*/ 159145 h 166306"/>
                <a:gd name="connsiteX9" fmla="*/ 20045 w 115846"/>
                <a:gd name="connsiteY9" fmla="*/ 150811 h 166306"/>
                <a:gd name="connsiteX10" fmla="*/ 59015 w 115846"/>
                <a:gd name="connsiteY10" fmla="*/ 166391 h 166306"/>
                <a:gd name="connsiteX11" fmla="*/ 116053 w 115846"/>
                <a:gd name="connsiteY11" fmla="*/ 116028 h 166306"/>
                <a:gd name="connsiteX12" fmla="*/ 101174 w 115846"/>
                <a:gd name="connsiteY12" fmla="*/ 81607 h 166306"/>
                <a:gd name="connsiteX13" fmla="*/ 60787 w 115846"/>
                <a:gd name="connsiteY13" fmla="*/ 64216 h 166306"/>
                <a:gd name="connsiteX14" fmla="*/ 17211 w 115846"/>
                <a:gd name="connsiteY14" fmla="*/ 34505 h 166306"/>
                <a:gd name="connsiteX15" fmla="*/ 56890 w 115846"/>
                <a:gd name="connsiteY15" fmla="*/ 6969 h 166306"/>
                <a:gd name="connsiteX16" fmla="*/ 98339 w 115846"/>
                <a:gd name="connsiteY16" fmla="*/ 50810 h 166306"/>
                <a:gd name="connsiteX17" fmla="*/ 102591 w 115846"/>
                <a:gd name="connsiteY17" fmla="*/ 54071 h 166306"/>
                <a:gd name="connsiteX18" fmla="*/ 107196 w 115846"/>
                <a:gd name="connsiteY18" fmla="*/ 45375 h 166306"/>
                <a:gd name="connsiteX19" fmla="*/ 107196 w 115846"/>
                <a:gd name="connsiteY19" fmla="*/ 8780 h 166306"/>
                <a:gd name="connsiteX20" fmla="*/ 103299 w 115846"/>
                <a:gd name="connsiteY20" fmla="*/ 85 h 166306"/>
                <a:gd name="connsiteX21" fmla="*/ 96214 w 115846"/>
                <a:gd name="connsiteY21" fmla="*/ 4433 h 166306"/>
                <a:gd name="connsiteX22" fmla="*/ 90191 w 115846"/>
                <a:gd name="connsiteY22" fmla="*/ 10230 h 166306"/>
                <a:gd name="connsiteX23" fmla="*/ 56890 w 115846"/>
                <a:gd name="connsiteY23" fmla="*/ 85 h 166306"/>
                <a:gd name="connsiteX24" fmla="*/ 206 w 115846"/>
                <a:gd name="connsiteY24" fmla="*/ 44650 h 166306"/>
                <a:gd name="connsiteX25" fmla="*/ 15440 w 115846"/>
                <a:gd name="connsiteY25" fmla="*/ 75448 h 166306"/>
                <a:gd name="connsiteX26" fmla="*/ 62204 w 115846"/>
                <a:gd name="connsiteY26" fmla="*/ 92115 h 166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846" h="166306">
                  <a:moveTo>
                    <a:pt x="62204" y="92115"/>
                  </a:moveTo>
                  <a:cubicBezTo>
                    <a:pt x="69998" y="93564"/>
                    <a:pt x="99048" y="99361"/>
                    <a:pt x="99048" y="125449"/>
                  </a:cubicBezTo>
                  <a:cubicBezTo>
                    <a:pt x="99048" y="143927"/>
                    <a:pt x="86648" y="158420"/>
                    <a:pt x="59015" y="158420"/>
                  </a:cubicBezTo>
                  <a:cubicBezTo>
                    <a:pt x="29256" y="158420"/>
                    <a:pt x="16503" y="137767"/>
                    <a:pt x="9771" y="106970"/>
                  </a:cubicBezTo>
                  <a:cubicBezTo>
                    <a:pt x="8709" y="102260"/>
                    <a:pt x="8354" y="100811"/>
                    <a:pt x="4812" y="100811"/>
                  </a:cubicBezTo>
                  <a:cubicBezTo>
                    <a:pt x="206" y="100811"/>
                    <a:pt x="206" y="103347"/>
                    <a:pt x="206" y="109869"/>
                  </a:cubicBezTo>
                  <a:lnTo>
                    <a:pt x="206" y="157695"/>
                  </a:lnTo>
                  <a:cubicBezTo>
                    <a:pt x="206" y="163855"/>
                    <a:pt x="206" y="166391"/>
                    <a:pt x="4103" y="166391"/>
                  </a:cubicBezTo>
                  <a:cubicBezTo>
                    <a:pt x="5874" y="166391"/>
                    <a:pt x="6229" y="166029"/>
                    <a:pt x="12960" y="159145"/>
                  </a:cubicBezTo>
                  <a:cubicBezTo>
                    <a:pt x="13668" y="158420"/>
                    <a:pt x="13668" y="157695"/>
                    <a:pt x="20045" y="150811"/>
                  </a:cubicBezTo>
                  <a:cubicBezTo>
                    <a:pt x="35633" y="166029"/>
                    <a:pt x="51576" y="166391"/>
                    <a:pt x="59015" y="166391"/>
                  </a:cubicBezTo>
                  <a:cubicBezTo>
                    <a:pt x="99756" y="166391"/>
                    <a:pt x="116053" y="142115"/>
                    <a:pt x="116053" y="116028"/>
                  </a:cubicBezTo>
                  <a:cubicBezTo>
                    <a:pt x="116053" y="96825"/>
                    <a:pt x="105425" y="85955"/>
                    <a:pt x="101174" y="81607"/>
                  </a:cubicBezTo>
                  <a:cubicBezTo>
                    <a:pt x="89483" y="70013"/>
                    <a:pt x="75666" y="67114"/>
                    <a:pt x="60787" y="64216"/>
                  </a:cubicBezTo>
                  <a:cubicBezTo>
                    <a:pt x="40947" y="60230"/>
                    <a:pt x="17211" y="55520"/>
                    <a:pt x="17211" y="34505"/>
                  </a:cubicBezTo>
                  <a:cubicBezTo>
                    <a:pt x="17211" y="21824"/>
                    <a:pt x="26422" y="6969"/>
                    <a:pt x="56890" y="6969"/>
                  </a:cubicBezTo>
                  <a:cubicBezTo>
                    <a:pt x="95859" y="6969"/>
                    <a:pt x="97631" y="39578"/>
                    <a:pt x="98339" y="50810"/>
                  </a:cubicBezTo>
                  <a:cubicBezTo>
                    <a:pt x="98694" y="54071"/>
                    <a:pt x="101882" y="54071"/>
                    <a:pt x="102591" y="54071"/>
                  </a:cubicBezTo>
                  <a:cubicBezTo>
                    <a:pt x="107196" y="54071"/>
                    <a:pt x="107196" y="52259"/>
                    <a:pt x="107196" y="45375"/>
                  </a:cubicBezTo>
                  <a:lnTo>
                    <a:pt x="107196" y="8780"/>
                  </a:lnTo>
                  <a:cubicBezTo>
                    <a:pt x="107196" y="2621"/>
                    <a:pt x="107196" y="85"/>
                    <a:pt x="103299" y="85"/>
                  </a:cubicBezTo>
                  <a:cubicBezTo>
                    <a:pt x="101528" y="85"/>
                    <a:pt x="100819" y="85"/>
                    <a:pt x="96214" y="4433"/>
                  </a:cubicBezTo>
                  <a:cubicBezTo>
                    <a:pt x="95151" y="5882"/>
                    <a:pt x="91608" y="9143"/>
                    <a:pt x="90191" y="10230"/>
                  </a:cubicBezTo>
                  <a:cubicBezTo>
                    <a:pt x="76729" y="85"/>
                    <a:pt x="62204" y="85"/>
                    <a:pt x="56890" y="85"/>
                  </a:cubicBezTo>
                  <a:cubicBezTo>
                    <a:pt x="13668" y="85"/>
                    <a:pt x="206" y="24360"/>
                    <a:pt x="206" y="44650"/>
                  </a:cubicBezTo>
                  <a:cubicBezTo>
                    <a:pt x="206" y="57332"/>
                    <a:pt x="5874" y="67477"/>
                    <a:pt x="15440" y="75448"/>
                  </a:cubicBezTo>
                  <a:cubicBezTo>
                    <a:pt x="26777" y="84868"/>
                    <a:pt x="36696" y="87042"/>
                    <a:pt x="62204" y="92115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7042472-FA4D-3A06-43DD-F7C11CA09EA0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11892367" y="6147525"/>
              <a:ext cx="37552" cy="156161"/>
            </a:xfrm>
            <a:custGeom>
              <a:avLst/>
              <a:gdLst>
                <a:gd name="connsiteX0" fmla="*/ 37763 w 37552"/>
                <a:gd name="connsiteY0" fmla="*/ 19288 h 156161"/>
                <a:gd name="connsiteX1" fmla="*/ 18986 w 37552"/>
                <a:gd name="connsiteY1" fmla="*/ 85 h 156161"/>
                <a:gd name="connsiteX2" fmla="*/ 210 w 37552"/>
                <a:gd name="connsiteY2" fmla="*/ 19288 h 156161"/>
                <a:gd name="connsiteX3" fmla="*/ 18986 w 37552"/>
                <a:gd name="connsiteY3" fmla="*/ 38491 h 156161"/>
                <a:gd name="connsiteX4" fmla="*/ 37763 w 37552"/>
                <a:gd name="connsiteY4" fmla="*/ 19288 h 156161"/>
                <a:gd name="connsiteX5" fmla="*/ 37763 w 37552"/>
                <a:gd name="connsiteY5" fmla="*/ 137043 h 156161"/>
                <a:gd name="connsiteX6" fmla="*/ 18986 w 37552"/>
                <a:gd name="connsiteY6" fmla="*/ 117840 h 156161"/>
                <a:gd name="connsiteX7" fmla="*/ 210 w 37552"/>
                <a:gd name="connsiteY7" fmla="*/ 137043 h 156161"/>
                <a:gd name="connsiteX8" fmla="*/ 18986 w 37552"/>
                <a:gd name="connsiteY8" fmla="*/ 156246 h 156161"/>
                <a:gd name="connsiteX9" fmla="*/ 37763 w 37552"/>
                <a:gd name="connsiteY9" fmla="*/ 137043 h 156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552" h="156161">
                  <a:moveTo>
                    <a:pt x="37763" y="19288"/>
                  </a:moveTo>
                  <a:cubicBezTo>
                    <a:pt x="37763" y="8780"/>
                    <a:pt x="29260" y="85"/>
                    <a:pt x="18986" y="85"/>
                  </a:cubicBezTo>
                  <a:cubicBezTo>
                    <a:pt x="8713" y="85"/>
                    <a:pt x="210" y="8780"/>
                    <a:pt x="210" y="19288"/>
                  </a:cubicBezTo>
                  <a:cubicBezTo>
                    <a:pt x="210" y="29795"/>
                    <a:pt x="8713" y="38491"/>
                    <a:pt x="18986" y="38491"/>
                  </a:cubicBezTo>
                  <a:cubicBezTo>
                    <a:pt x="29260" y="38491"/>
                    <a:pt x="37763" y="29795"/>
                    <a:pt x="37763" y="19288"/>
                  </a:cubicBezTo>
                  <a:close/>
                  <a:moveTo>
                    <a:pt x="37763" y="137043"/>
                  </a:moveTo>
                  <a:cubicBezTo>
                    <a:pt x="37763" y="126535"/>
                    <a:pt x="29260" y="117840"/>
                    <a:pt x="18986" y="117840"/>
                  </a:cubicBezTo>
                  <a:cubicBezTo>
                    <a:pt x="8713" y="117840"/>
                    <a:pt x="210" y="126535"/>
                    <a:pt x="210" y="137043"/>
                  </a:cubicBezTo>
                  <a:cubicBezTo>
                    <a:pt x="210" y="147550"/>
                    <a:pt x="8713" y="156246"/>
                    <a:pt x="18986" y="156246"/>
                  </a:cubicBezTo>
                  <a:cubicBezTo>
                    <a:pt x="29260" y="156246"/>
                    <a:pt x="37763" y="147550"/>
                    <a:pt x="37763" y="137043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75448E25-293F-AC00-C3DB-58AA014E38D8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12486203" y="6143539"/>
              <a:ext cx="162256" cy="164132"/>
            </a:xfrm>
            <a:custGeom>
              <a:avLst/>
              <a:gdLst>
                <a:gd name="connsiteX0" fmla="*/ 118200 w 162256"/>
                <a:gd name="connsiteY0" fmla="*/ 23273 h 164132"/>
                <a:gd name="connsiteX1" fmla="*/ 85607 w 162256"/>
                <a:gd name="connsiteY1" fmla="*/ 85 h 164132"/>
                <a:gd name="connsiteX2" fmla="*/ 227 w 162256"/>
                <a:gd name="connsiteY2" fmla="*/ 106245 h 164132"/>
                <a:gd name="connsiteX3" fmla="*/ 47345 w 162256"/>
                <a:gd name="connsiteY3" fmla="*/ 164217 h 164132"/>
                <a:gd name="connsiteX4" fmla="*/ 93401 w 162256"/>
                <a:gd name="connsiteY4" fmla="*/ 137043 h 164132"/>
                <a:gd name="connsiteX5" fmla="*/ 125639 w 162256"/>
                <a:gd name="connsiteY5" fmla="*/ 164217 h 164132"/>
                <a:gd name="connsiteX6" fmla="*/ 151855 w 162256"/>
                <a:gd name="connsiteY6" fmla="*/ 144289 h 164132"/>
                <a:gd name="connsiteX7" fmla="*/ 162484 w 162256"/>
                <a:gd name="connsiteY7" fmla="*/ 108419 h 164132"/>
                <a:gd name="connsiteX8" fmla="*/ 158232 w 162256"/>
                <a:gd name="connsiteY8" fmla="*/ 104796 h 164132"/>
                <a:gd name="connsiteX9" fmla="*/ 153273 w 162256"/>
                <a:gd name="connsiteY9" fmla="*/ 111318 h 164132"/>
                <a:gd name="connsiteX10" fmla="*/ 126348 w 162256"/>
                <a:gd name="connsiteY10" fmla="*/ 156246 h 164132"/>
                <a:gd name="connsiteX11" fmla="*/ 115720 w 162256"/>
                <a:gd name="connsiteY11" fmla="*/ 139579 h 164132"/>
                <a:gd name="connsiteX12" fmla="*/ 120325 w 162256"/>
                <a:gd name="connsiteY12" fmla="*/ 112767 h 164132"/>
                <a:gd name="connsiteX13" fmla="*/ 128119 w 162256"/>
                <a:gd name="connsiteY13" fmla="*/ 80158 h 164132"/>
                <a:gd name="connsiteX14" fmla="*/ 140873 w 162256"/>
                <a:gd name="connsiteY14" fmla="*/ 29433 h 164132"/>
                <a:gd name="connsiteX15" fmla="*/ 143353 w 162256"/>
                <a:gd name="connsiteY15" fmla="*/ 17114 h 164132"/>
                <a:gd name="connsiteX16" fmla="*/ 133079 w 162256"/>
                <a:gd name="connsiteY16" fmla="*/ 7331 h 164132"/>
                <a:gd name="connsiteX17" fmla="*/ 118200 w 162256"/>
                <a:gd name="connsiteY17" fmla="*/ 23273 h 164132"/>
                <a:gd name="connsiteX18" fmla="*/ 95172 w 162256"/>
                <a:gd name="connsiteY18" fmla="*/ 117115 h 164132"/>
                <a:gd name="connsiteX19" fmla="*/ 88087 w 162256"/>
                <a:gd name="connsiteY19" fmla="*/ 130521 h 164132"/>
                <a:gd name="connsiteX20" fmla="*/ 48054 w 162256"/>
                <a:gd name="connsiteY20" fmla="*/ 156246 h 164132"/>
                <a:gd name="connsiteX21" fmla="*/ 25380 w 162256"/>
                <a:gd name="connsiteY21" fmla="*/ 122188 h 164132"/>
                <a:gd name="connsiteX22" fmla="*/ 44865 w 162256"/>
                <a:gd name="connsiteY22" fmla="*/ 42839 h 164132"/>
                <a:gd name="connsiteX23" fmla="*/ 85961 w 162256"/>
                <a:gd name="connsiteY23" fmla="*/ 8056 h 164132"/>
                <a:gd name="connsiteX24" fmla="*/ 113948 w 162256"/>
                <a:gd name="connsiteY24" fmla="*/ 39940 h 164132"/>
                <a:gd name="connsiteX25" fmla="*/ 112886 w 162256"/>
                <a:gd name="connsiteY25" fmla="*/ 46100 h 164132"/>
                <a:gd name="connsiteX26" fmla="*/ 95172 w 162256"/>
                <a:gd name="connsiteY26" fmla="*/ 117115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256" h="164132">
                  <a:moveTo>
                    <a:pt x="118200" y="23273"/>
                  </a:moveTo>
                  <a:cubicBezTo>
                    <a:pt x="111823" y="9867"/>
                    <a:pt x="101549" y="85"/>
                    <a:pt x="85607" y="85"/>
                  </a:cubicBezTo>
                  <a:cubicBezTo>
                    <a:pt x="44157" y="85"/>
                    <a:pt x="227" y="53346"/>
                    <a:pt x="227" y="106245"/>
                  </a:cubicBezTo>
                  <a:cubicBezTo>
                    <a:pt x="227" y="140304"/>
                    <a:pt x="19712" y="164217"/>
                    <a:pt x="47345" y="164217"/>
                  </a:cubicBezTo>
                  <a:cubicBezTo>
                    <a:pt x="54431" y="164217"/>
                    <a:pt x="72144" y="162768"/>
                    <a:pt x="93401" y="137043"/>
                  </a:cubicBezTo>
                  <a:cubicBezTo>
                    <a:pt x="96235" y="152260"/>
                    <a:pt x="108634" y="164217"/>
                    <a:pt x="125639" y="164217"/>
                  </a:cubicBezTo>
                  <a:cubicBezTo>
                    <a:pt x="138039" y="164217"/>
                    <a:pt x="146187" y="155884"/>
                    <a:pt x="151855" y="144289"/>
                  </a:cubicBezTo>
                  <a:cubicBezTo>
                    <a:pt x="157878" y="131246"/>
                    <a:pt x="162484" y="109144"/>
                    <a:pt x="162484" y="108419"/>
                  </a:cubicBezTo>
                  <a:cubicBezTo>
                    <a:pt x="162484" y="104796"/>
                    <a:pt x="159295" y="104796"/>
                    <a:pt x="158232" y="104796"/>
                  </a:cubicBezTo>
                  <a:cubicBezTo>
                    <a:pt x="154690" y="104796"/>
                    <a:pt x="154335" y="106245"/>
                    <a:pt x="153273" y="111318"/>
                  </a:cubicBezTo>
                  <a:cubicBezTo>
                    <a:pt x="147250" y="134869"/>
                    <a:pt x="140873" y="156246"/>
                    <a:pt x="126348" y="156246"/>
                  </a:cubicBezTo>
                  <a:cubicBezTo>
                    <a:pt x="116783" y="156246"/>
                    <a:pt x="115720" y="146826"/>
                    <a:pt x="115720" y="139579"/>
                  </a:cubicBezTo>
                  <a:cubicBezTo>
                    <a:pt x="115720" y="131608"/>
                    <a:pt x="116428" y="128709"/>
                    <a:pt x="120325" y="112767"/>
                  </a:cubicBezTo>
                  <a:cubicBezTo>
                    <a:pt x="124222" y="97550"/>
                    <a:pt x="124931" y="93926"/>
                    <a:pt x="128119" y="80158"/>
                  </a:cubicBezTo>
                  <a:lnTo>
                    <a:pt x="140873" y="29433"/>
                  </a:lnTo>
                  <a:cubicBezTo>
                    <a:pt x="143353" y="19288"/>
                    <a:pt x="143353" y="18563"/>
                    <a:pt x="143353" y="17114"/>
                  </a:cubicBezTo>
                  <a:cubicBezTo>
                    <a:pt x="143353" y="10954"/>
                    <a:pt x="139102" y="7331"/>
                    <a:pt x="133079" y="7331"/>
                  </a:cubicBezTo>
                  <a:cubicBezTo>
                    <a:pt x="124577" y="7331"/>
                    <a:pt x="119262" y="15302"/>
                    <a:pt x="118200" y="23273"/>
                  </a:cubicBezTo>
                  <a:close/>
                  <a:moveTo>
                    <a:pt x="95172" y="117115"/>
                  </a:moveTo>
                  <a:cubicBezTo>
                    <a:pt x="93401" y="123637"/>
                    <a:pt x="93401" y="124362"/>
                    <a:pt x="88087" y="130521"/>
                  </a:cubicBezTo>
                  <a:cubicBezTo>
                    <a:pt x="72499" y="150449"/>
                    <a:pt x="57973" y="156246"/>
                    <a:pt x="48054" y="156246"/>
                  </a:cubicBezTo>
                  <a:cubicBezTo>
                    <a:pt x="30340" y="156246"/>
                    <a:pt x="25380" y="136318"/>
                    <a:pt x="25380" y="122188"/>
                  </a:cubicBezTo>
                  <a:cubicBezTo>
                    <a:pt x="25380" y="104071"/>
                    <a:pt x="36717" y="59506"/>
                    <a:pt x="44865" y="42839"/>
                  </a:cubicBezTo>
                  <a:cubicBezTo>
                    <a:pt x="55848" y="21462"/>
                    <a:pt x="71790" y="8056"/>
                    <a:pt x="85961" y="8056"/>
                  </a:cubicBezTo>
                  <a:cubicBezTo>
                    <a:pt x="108989" y="8056"/>
                    <a:pt x="113948" y="37766"/>
                    <a:pt x="113948" y="39940"/>
                  </a:cubicBezTo>
                  <a:cubicBezTo>
                    <a:pt x="113948" y="42114"/>
                    <a:pt x="113240" y="44288"/>
                    <a:pt x="112886" y="46100"/>
                  </a:cubicBezTo>
                  <a:lnTo>
                    <a:pt x="95172" y="117115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3ACE43DD-63F0-E12F-7F7E-EC85B97FE90E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12672192" y="6189626"/>
              <a:ext cx="115067" cy="173480"/>
            </a:xfrm>
            <a:custGeom>
              <a:avLst/>
              <a:gdLst>
                <a:gd name="connsiteX0" fmla="*/ 115300 w 115067"/>
                <a:gd name="connsiteY0" fmla="*/ 87587 h 173480"/>
                <a:gd name="connsiteX1" fmla="*/ 100668 w 115067"/>
                <a:gd name="connsiteY1" fmla="*/ 21898 h 173480"/>
                <a:gd name="connsiteX2" fmla="*/ 57766 w 115067"/>
                <a:gd name="connsiteY2" fmla="*/ 86 h 173480"/>
                <a:gd name="connsiteX3" fmla="*/ 233 w 115067"/>
                <a:gd name="connsiteY3" fmla="*/ 87587 h 173480"/>
                <a:gd name="connsiteX4" fmla="*/ 57766 w 115067"/>
                <a:gd name="connsiteY4" fmla="*/ 173566 h 173480"/>
                <a:gd name="connsiteX5" fmla="*/ 115300 w 115067"/>
                <a:gd name="connsiteY5" fmla="*/ 87587 h 173480"/>
                <a:gd name="connsiteX6" fmla="*/ 57766 w 115067"/>
                <a:gd name="connsiteY6" fmla="*/ 166465 h 173480"/>
                <a:gd name="connsiteX7" fmla="*/ 26271 w 115067"/>
                <a:gd name="connsiteY7" fmla="*/ 138820 h 173480"/>
                <a:gd name="connsiteX8" fmla="*/ 22800 w 115067"/>
                <a:gd name="connsiteY8" fmla="*/ 84290 h 173480"/>
                <a:gd name="connsiteX9" fmla="*/ 26519 w 115067"/>
                <a:gd name="connsiteY9" fmla="*/ 32550 h 173480"/>
                <a:gd name="connsiteX10" fmla="*/ 57766 w 115067"/>
                <a:gd name="connsiteY10" fmla="*/ 7188 h 173480"/>
                <a:gd name="connsiteX11" fmla="*/ 88517 w 115067"/>
                <a:gd name="connsiteY11" fmla="*/ 30268 h 173480"/>
                <a:gd name="connsiteX12" fmla="*/ 92733 w 115067"/>
                <a:gd name="connsiteY12" fmla="*/ 84290 h 173480"/>
                <a:gd name="connsiteX13" fmla="*/ 89509 w 115067"/>
                <a:gd name="connsiteY13" fmla="*/ 137805 h 173480"/>
                <a:gd name="connsiteX14" fmla="*/ 57766 w 115067"/>
                <a:gd name="connsiteY14" fmla="*/ 166465 h 17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067" h="173480">
                  <a:moveTo>
                    <a:pt x="115300" y="87587"/>
                  </a:moveTo>
                  <a:cubicBezTo>
                    <a:pt x="115300" y="59688"/>
                    <a:pt x="112076" y="39652"/>
                    <a:pt x="100668" y="21898"/>
                  </a:cubicBezTo>
                  <a:cubicBezTo>
                    <a:pt x="92981" y="10231"/>
                    <a:pt x="77605" y="86"/>
                    <a:pt x="57766" y="86"/>
                  </a:cubicBezTo>
                  <a:cubicBezTo>
                    <a:pt x="233" y="86"/>
                    <a:pt x="233" y="69326"/>
                    <a:pt x="233" y="87587"/>
                  </a:cubicBezTo>
                  <a:cubicBezTo>
                    <a:pt x="233" y="105848"/>
                    <a:pt x="233" y="173566"/>
                    <a:pt x="57766" y="173566"/>
                  </a:cubicBezTo>
                  <a:cubicBezTo>
                    <a:pt x="115300" y="173566"/>
                    <a:pt x="115300" y="105848"/>
                    <a:pt x="115300" y="87587"/>
                  </a:cubicBezTo>
                  <a:close/>
                  <a:moveTo>
                    <a:pt x="57766" y="166465"/>
                  </a:moveTo>
                  <a:cubicBezTo>
                    <a:pt x="46359" y="166465"/>
                    <a:pt x="31231" y="159617"/>
                    <a:pt x="26271" y="138820"/>
                  </a:cubicBezTo>
                  <a:cubicBezTo>
                    <a:pt x="22800" y="123856"/>
                    <a:pt x="22800" y="103058"/>
                    <a:pt x="22800" y="84290"/>
                  </a:cubicBezTo>
                  <a:cubicBezTo>
                    <a:pt x="22800" y="65775"/>
                    <a:pt x="22800" y="46500"/>
                    <a:pt x="26519" y="32550"/>
                  </a:cubicBezTo>
                  <a:cubicBezTo>
                    <a:pt x="31727" y="12514"/>
                    <a:pt x="47599" y="7188"/>
                    <a:pt x="57766" y="7188"/>
                  </a:cubicBezTo>
                  <a:cubicBezTo>
                    <a:pt x="71158" y="7188"/>
                    <a:pt x="84053" y="15557"/>
                    <a:pt x="88517" y="30268"/>
                  </a:cubicBezTo>
                  <a:cubicBezTo>
                    <a:pt x="92485" y="43964"/>
                    <a:pt x="92733" y="62225"/>
                    <a:pt x="92733" y="84290"/>
                  </a:cubicBezTo>
                  <a:cubicBezTo>
                    <a:pt x="92733" y="103058"/>
                    <a:pt x="92733" y="121827"/>
                    <a:pt x="89509" y="137805"/>
                  </a:cubicBezTo>
                  <a:cubicBezTo>
                    <a:pt x="84549" y="160885"/>
                    <a:pt x="67686" y="166465"/>
                    <a:pt x="57766" y="166465"/>
                  </a:cubicBez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CCCA30B-9B9F-0DB9-B07D-AC13833A81FD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12916791" y="6092452"/>
              <a:ext cx="235590" cy="241307"/>
            </a:xfrm>
            <a:custGeom>
              <a:avLst/>
              <a:gdLst>
                <a:gd name="connsiteX0" fmla="*/ 125297 w 235590"/>
                <a:gd name="connsiteY0" fmla="*/ 127985 h 241307"/>
                <a:gd name="connsiteX1" fmla="*/ 224139 w 235590"/>
                <a:gd name="connsiteY1" fmla="*/ 127985 h 241307"/>
                <a:gd name="connsiteX2" fmla="*/ 235830 w 235590"/>
                <a:gd name="connsiteY2" fmla="*/ 120738 h 241307"/>
                <a:gd name="connsiteX3" fmla="*/ 224139 w 235590"/>
                <a:gd name="connsiteY3" fmla="*/ 113492 h 241307"/>
                <a:gd name="connsiteX4" fmla="*/ 125297 w 235590"/>
                <a:gd name="connsiteY4" fmla="*/ 113492 h 241307"/>
                <a:gd name="connsiteX5" fmla="*/ 125297 w 235590"/>
                <a:gd name="connsiteY5" fmla="*/ 12041 h 241307"/>
                <a:gd name="connsiteX6" fmla="*/ 118212 w 235590"/>
                <a:gd name="connsiteY6" fmla="*/ 85 h 241307"/>
                <a:gd name="connsiteX7" fmla="*/ 111126 w 235590"/>
                <a:gd name="connsiteY7" fmla="*/ 12041 h 241307"/>
                <a:gd name="connsiteX8" fmla="*/ 111126 w 235590"/>
                <a:gd name="connsiteY8" fmla="*/ 113492 h 241307"/>
                <a:gd name="connsiteX9" fmla="*/ 11930 w 235590"/>
                <a:gd name="connsiteY9" fmla="*/ 113492 h 241307"/>
                <a:gd name="connsiteX10" fmla="*/ 239 w 235590"/>
                <a:gd name="connsiteY10" fmla="*/ 120738 h 241307"/>
                <a:gd name="connsiteX11" fmla="*/ 11930 w 235590"/>
                <a:gd name="connsiteY11" fmla="*/ 127985 h 241307"/>
                <a:gd name="connsiteX12" fmla="*/ 111126 w 235590"/>
                <a:gd name="connsiteY12" fmla="*/ 127985 h 241307"/>
                <a:gd name="connsiteX13" fmla="*/ 111126 w 235590"/>
                <a:gd name="connsiteY13" fmla="*/ 229435 h 241307"/>
                <a:gd name="connsiteX14" fmla="*/ 118212 w 235590"/>
                <a:gd name="connsiteY14" fmla="*/ 241392 h 241307"/>
                <a:gd name="connsiteX15" fmla="*/ 125297 w 235590"/>
                <a:gd name="connsiteY15" fmla="*/ 229435 h 241307"/>
                <a:gd name="connsiteX16" fmla="*/ 125297 w 235590"/>
                <a:gd name="connsiteY16" fmla="*/ 127985 h 24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590" h="241307">
                  <a:moveTo>
                    <a:pt x="125297" y="127985"/>
                  </a:moveTo>
                  <a:lnTo>
                    <a:pt x="224139" y="127985"/>
                  </a:lnTo>
                  <a:cubicBezTo>
                    <a:pt x="229099" y="127985"/>
                    <a:pt x="235830" y="127985"/>
                    <a:pt x="235830" y="120738"/>
                  </a:cubicBezTo>
                  <a:cubicBezTo>
                    <a:pt x="235830" y="113492"/>
                    <a:pt x="229099" y="113492"/>
                    <a:pt x="224139" y="113492"/>
                  </a:cubicBezTo>
                  <a:lnTo>
                    <a:pt x="125297" y="113492"/>
                  </a:lnTo>
                  <a:lnTo>
                    <a:pt x="125297" y="12041"/>
                  </a:lnTo>
                  <a:cubicBezTo>
                    <a:pt x="125297" y="6969"/>
                    <a:pt x="125297" y="85"/>
                    <a:pt x="118212" y="85"/>
                  </a:cubicBezTo>
                  <a:cubicBezTo>
                    <a:pt x="111126" y="85"/>
                    <a:pt x="111126" y="6969"/>
                    <a:pt x="111126" y="12041"/>
                  </a:cubicBezTo>
                  <a:lnTo>
                    <a:pt x="111126" y="113492"/>
                  </a:lnTo>
                  <a:lnTo>
                    <a:pt x="11930" y="113492"/>
                  </a:lnTo>
                  <a:cubicBezTo>
                    <a:pt x="6970" y="113492"/>
                    <a:pt x="239" y="113492"/>
                    <a:pt x="239" y="120738"/>
                  </a:cubicBezTo>
                  <a:cubicBezTo>
                    <a:pt x="239" y="127985"/>
                    <a:pt x="6970" y="127985"/>
                    <a:pt x="11930" y="127985"/>
                  </a:cubicBezTo>
                  <a:lnTo>
                    <a:pt x="111126" y="127985"/>
                  </a:lnTo>
                  <a:lnTo>
                    <a:pt x="111126" y="229435"/>
                  </a:lnTo>
                  <a:cubicBezTo>
                    <a:pt x="111126" y="234508"/>
                    <a:pt x="111126" y="241392"/>
                    <a:pt x="118212" y="241392"/>
                  </a:cubicBezTo>
                  <a:cubicBezTo>
                    <a:pt x="125297" y="241392"/>
                    <a:pt x="125297" y="234508"/>
                    <a:pt x="125297" y="229435"/>
                  </a:cubicBezTo>
                  <a:lnTo>
                    <a:pt x="125297" y="127985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B4C145C8-7C9F-7ADB-7275-1F8B081E5621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13265394" y="6143539"/>
              <a:ext cx="162256" cy="164132"/>
            </a:xfrm>
            <a:custGeom>
              <a:avLst/>
              <a:gdLst>
                <a:gd name="connsiteX0" fmla="*/ 118222 w 162256"/>
                <a:gd name="connsiteY0" fmla="*/ 23273 h 164132"/>
                <a:gd name="connsiteX1" fmla="*/ 85629 w 162256"/>
                <a:gd name="connsiteY1" fmla="*/ 85 h 164132"/>
                <a:gd name="connsiteX2" fmla="*/ 249 w 162256"/>
                <a:gd name="connsiteY2" fmla="*/ 106245 h 164132"/>
                <a:gd name="connsiteX3" fmla="*/ 47367 w 162256"/>
                <a:gd name="connsiteY3" fmla="*/ 164217 h 164132"/>
                <a:gd name="connsiteX4" fmla="*/ 93423 w 162256"/>
                <a:gd name="connsiteY4" fmla="*/ 137043 h 164132"/>
                <a:gd name="connsiteX5" fmla="*/ 125661 w 162256"/>
                <a:gd name="connsiteY5" fmla="*/ 164217 h 164132"/>
                <a:gd name="connsiteX6" fmla="*/ 151877 w 162256"/>
                <a:gd name="connsiteY6" fmla="*/ 144289 h 164132"/>
                <a:gd name="connsiteX7" fmla="*/ 162506 w 162256"/>
                <a:gd name="connsiteY7" fmla="*/ 108419 h 164132"/>
                <a:gd name="connsiteX8" fmla="*/ 158254 w 162256"/>
                <a:gd name="connsiteY8" fmla="*/ 104796 h 164132"/>
                <a:gd name="connsiteX9" fmla="*/ 153294 w 162256"/>
                <a:gd name="connsiteY9" fmla="*/ 111318 h 164132"/>
                <a:gd name="connsiteX10" fmla="*/ 126370 w 162256"/>
                <a:gd name="connsiteY10" fmla="*/ 156246 h 164132"/>
                <a:gd name="connsiteX11" fmla="*/ 115742 w 162256"/>
                <a:gd name="connsiteY11" fmla="*/ 139579 h 164132"/>
                <a:gd name="connsiteX12" fmla="*/ 120347 w 162256"/>
                <a:gd name="connsiteY12" fmla="*/ 112767 h 164132"/>
                <a:gd name="connsiteX13" fmla="*/ 128141 w 162256"/>
                <a:gd name="connsiteY13" fmla="*/ 80158 h 164132"/>
                <a:gd name="connsiteX14" fmla="*/ 140895 w 162256"/>
                <a:gd name="connsiteY14" fmla="*/ 29433 h 164132"/>
                <a:gd name="connsiteX15" fmla="*/ 143375 w 162256"/>
                <a:gd name="connsiteY15" fmla="*/ 17114 h 164132"/>
                <a:gd name="connsiteX16" fmla="*/ 133101 w 162256"/>
                <a:gd name="connsiteY16" fmla="*/ 7331 h 164132"/>
                <a:gd name="connsiteX17" fmla="*/ 118222 w 162256"/>
                <a:gd name="connsiteY17" fmla="*/ 23273 h 164132"/>
                <a:gd name="connsiteX18" fmla="*/ 95194 w 162256"/>
                <a:gd name="connsiteY18" fmla="*/ 117115 h 164132"/>
                <a:gd name="connsiteX19" fmla="*/ 88108 w 162256"/>
                <a:gd name="connsiteY19" fmla="*/ 130521 h 164132"/>
                <a:gd name="connsiteX20" fmla="*/ 48076 w 162256"/>
                <a:gd name="connsiteY20" fmla="*/ 156246 h 164132"/>
                <a:gd name="connsiteX21" fmla="*/ 25402 w 162256"/>
                <a:gd name="connsiteY21" fmla="*/ 122188 h 164132"/>
                <a:gd name="connsiteX22" fmla="*/ 44887 w 162256"/>
                <a:gd name="connsiteY22" fmla="*/ 42839 h 164132"/>
                <a:gd name="connsiteX23" fmla="*/ 85983 w 162256"/>
                <a:gd name="connsiteY23" fmla="*/ 8056 h 164132"/>
                <a:gd name="connsiteX24" fmla="*/ 113970 w 162256"/>
                <a:gd name="connsiteY24" fmla="*/ 39940 h 164132"/>
                <a:gd name="connsiteX25" fmla="*/ 112907 w 162256"/>
                <a:gd name="connsiteY25" fmla="*/ 46100 h 164132"/>
                <a:gd name="connsiteX26" fmla="*/ 95194 w 162256"/>
                <a:gd name="connsiteY26" fmla="*/ 117115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256" h="164132">
                  <a:moveTo>
                    <a:pt x="118222" y="23273"/>
                  </a:moveTo>
                  <a:cubicBezTo>
                    <a:pt x="111845" y="9867"/>
                    <a:pt x="101571" y="85"/>
                    <a:pt x="85629" y="85"/>
                  </a:cubicBezTo>
                  <a:cubicBezTo>
                    <a:pt x="44179" y="85"/>
                    <a:pt x="249" y="53346"/>
                    <a:pt x="249" y="106245"/>
                  </a:cubicBezTo>
                  <a:cubicBezTo>
                    <a:pt x="249" y="140304"/>
                    <a:pt x="19734" y="164217"/>
                    <a:pt x="47367" y="164217"/>
                  </a:cubicBezTo>
                  <a:cubicBezTo>
                    <a:pt x="54453" y="164217"/>
                    <a:pt x="72166" y="162768"/>
                    <a:pt x="93423" y="137043"/>
                  </a:cubicBezTo>
                  <a:cubicBezTo>
                    <a:pt x="96257" y="152260"/>
                    <a:pt x="108656" y="164217"/>
                    <a:pt x="125661" y="164217"/>
                  </a:cubicBezTo>
                  <a:cubicBezTo>
                    <a:pt x="138061" y="164217"/>
                    <a:pt x="146209" y="155884"/>
                    <a:pt x="151877" y="144289"/>
                  </a:cubicBezTo>
                  <a:cubicBezTo>
                    <a:pt x="157900" y="131246"/>
                    <a:pt x="162506" y="109144"/>
                    <a:pt x="162506" y="108419"/>
                  </a:cubicBezTo>
                  <a:cubicBezTo>
                    <a:pt x="162506" y="104796"/>
                    <a:pt x="159317" y="104796"/>
                    <a:pt x="158254" y="104796"/>
                  </a:cubicBezTo>
                  <a:cubicBezTo>
                    <a:pt x="154712" y="104796"/>
                    <a:pt x="154357" y="106245"/>
                    <a:pt x="153294" y="111318"/>
                  </a:cubicBezTo>
                  <a:cubicBezTo>
                    <a:pt x="147272" y="134869"/>
                    <a:pt x="140895" y="156246"/>
                    <a:pt x="126370" y="156246"/>
                  </a:cubicBezTo>
                  <a:cubicBezTo>
                    <a:pt x="116804" y="156246"/>
                    <a:pt x="115742" y="146826"/>
                    <a:pt x="115742" y="139579"/>
                  </a:cubicBezTo>
                  <a:cubicBezTo>
                    <a:pt x="115742" y="131608"/>
                    <a:pt x="116450" y="128709"/>
                    <a:pt x="120347" y="112767"/>
                  </a:cubicBezTo>
                  <a:cubicBezTo>
                    <a:pt x="124244" y="97550"/>
                    <a:pt x="124953" y="93926"/>
                    <a:pt x="128141" y="80158"/>
                  </a:cubicBezTo>
                  <a:lnTo>
                    <a:pt x="140895" y="29433"/>
                  </a:lnTo>
                  <a:cubicBezTo>
                    <a:pt x="143375" y="19288"/>
                    <a:pt x="143375" y="18563"/>
                    <a:pt x="143375" y="17114"/>
                  </a:cubicBezTo>
                  <a:cubicBezTo>
                    <a:pt x="143375" y="10954"/>
                    <a:pt x="139124" y="7331"/>
                    <a:pt x="133101" y="7331"/>
                  </a:cubicBezTo>
                  <a:cubicBezTo>
                    <a:pt x="124598" y="7331"/>
                    <a:pt x="119284" y="15302"/>
                    <a:pt x="118222" y="23273"/>
                  </a:cubicBezTo>
                  <a:close/>
                  <a:moveTo>
                    <a:pt x="95194" y="117115"/>
                  </a:moveTo>
                  <a:cubicBezTo>
                    <a:pt x="93423" y="123637"/>
                    <a:pt x="93423" y="124362"/>
                    <a:pt x="88108" y="130521"/>
                  </a:cubicBezTo>
                  <a:cubicBezTo>
                    <a:pt x="72521" y="150449"/>
                    <a:pt x="57995" y="156246"/>
                    <a:pt x="48076" y="156246"/>
                  </a:cubicBezTo>
                  <a:cubicBezTo>
                    <a:pt x="30362" y="156246"/>
                    <a:pt x="25402" y="136318"/>
                    <a:pt x="25402" y="122188"/>
                  </a:cubicBezTo>
                  <a:cubicBezTo>
                    <a:pt x="25402" y="104071"/>
                    <a:pt x="36739" y="59506"/>
                    <a:pt x="44887" y="42839"/>
                  </a:cubicBezTo>
                  <a:cubicBezTo>
                    <a:pt x="55870" y="21462"/>
                    <a:pt x="71812" y="8056"/>
                    <a:pt x="85983" y="8056"/>
                  </a:cubicBezTo>
                  <a:cubicBezTo>
                    <a:pt x="109010" y="8056"/>
                    <a:pt x="113970" y="37766"/>
                    <a:pt x="113970" y="39940"/>
                  </a:cubicBezTo>
                  <a:cubicBezTo>
                    <a:pt x="113970" y="42114"/>
                    <a:pt x="113262" y="44288"/>
                    <a:pt x="112907" y="46100"/>
                  </a:cubicBezTo>
                  <a:lnTo>
                    <a:pt x="95194" y="117115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CCCE28-E508-8294-5E0B-0A466B26134A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13465518" y="6189626"/>
              <a:ext cx="90268" cy="168407"/>
            </a:xfrm>
            <a:custGeom>
              <a:avLst/>
              <a:gdLst>
                <a:gd name="connsiteX0" fmla="*/ 56300 w 90268"/>
                <a:gd name="connsiteY0" fmla="*/ 7188 h 168407"/>
                <a:gd name="connsiteX1" fmla="*/ 48860 w 90268"/>
                <a:gd name="connsiteY1" fmla="*/ 86 h 168407"/>
                <a:gd name="connsiteX2" fmla="*/ 254 w 90268"/>
                <a:gd name="connsiteY2" fmla="*/ 16318 h 168407"/>
                <a:gd name="connsiteX3" fmla="*/ 254 w 90268"/>
                <a:gd name="connsiteY3" fmla="*/ 25449 h 168407"/>
                <a:gd name="connsiteX4" fmla="*/ 36213 w 90268"/>
                <a:gd name="connsiteY4" fmla="*/ 18347 h 168407"/>
                <a:gd name="connsiteX5" fmla="*/ 36213 w 90268"/>
                <a:gd name="connsiteY5" fmla="*/ 147697 h 168407"/>
                <a:gd name="connsiteX6" fmla="*/ 11414 w 90268"/>
                <a:gd name="connsiteY6" fmla="*/ 159363 h 168407"/>
                <a:gd name="connsiteX7" fmla="*/ 1990 w 90268"/>
                <a:gd name="connsiteY7" fmla="*/ 159363 h 168407"/>
                <a:gd name="connsiteX8" fmla="*/ 1990 w 90268"/>
                <a:gd name="connsiteY8" fmla="*/ 168494 h 168407"/>
                <a:gd name="connsiteX9" fmla="*/ 46133 w 90268"/>
                <a:gd name="connsiteY9" fmla="*/ 167479 h 168407"/>
                <a:gd name="connsiteX10" fmla="*/ 90523 w 90268"/>
                <a:gd name="connsiteY10" fmla="*/ 168494 h 168407"/>
                <a:gd name="connsiteX11" fmla="*/ 90523 w 90268"/>
                <a:gd name="connsiteY11" fmla="*/ 159363 h 168407"/>
                <a:gd name="connsiteX12" fmla="*/ 81099 w 90268"/>
                <a:gd name="connsiteY12" fmla="*/ 159363 h 168407"/>
                <a:gd name="connsiteX13" fmla="*/ 56300 w 90268"/>
                <a:gd name="connsiteY13" fmla="*/ 147697 h 168407"/>
                <a:gd name="connsiteX14" fmla="*/ 56300 w 90268"/>
                <a:gd name="connsiteY14" fmla="*/ 7188 h 168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268" h="168407">
                  <a:moveTo>
                    <a:pt x="56300" y="7188"/>
                  </a:moveTo>
                  <a:cubicBezTo>
                    <a:pt x="56300" y="340"/>
                    <a:pt x="55804" y="86"/>
                    <a:pt x="48860" y="86"/>
                  </a:cubicBezTo>
                  <a:cubicBezTo>
                    <a:pt x="32989" y="16065"/>
                    <a:pt x="10422" y="16318"/>
                    <a:pt x="254" y="16318"/>
                  </a:cubicBezTo>
                  <a:lnTo>
                    <a:pt x="254" y="25449"/>
                  </a:lnTo>
                  <a:cubicBezTo>
                    <a:pt x="6206" y="25449"/>
                    <a:pt x="22574" y="25449"/>
                    <a:pt x="36213" y="18347"/>
                  </a:cubicBezTo>
                  <a:lnTo>
                    <a:pt x="36213" y="147697"/>
                  </a:lnTo>
                  <a:cubicBezTo>
                    <a:pt x="36213" y="156066"/>
                    <a:pt x="36213" y="159363"/>
                    <a:pt x="11414" y="159363"/>
                  </a:cubicBezTo>
                  <a:lnTo>
                    <a:pt x="1990" y="159363"/>
                  </a:lnTo>
                  <a:lnTo>
                    <a:pt x="1990" y="168494"/>
                  </a:lnTo>
                  <a:cubicBezTo>
                    <a:pt x="6454" y="168240"/>
                    <a:pt x="36957" y="167479"/>
                    <a:pt x="46133" y="167479"/>
                  </a:cubicBezTo>
                  <a:cubicBezTo>
                    <a:pt x="53820" y="167479"/>
                    <a:pt x="85067" y="168240"/>
                    <a:pt x="90523" y="168494"/>
                  </a:cubicBezTo>
                  <a:lnTo>
                    <a:pt x="90523" y="159363"/>
                  </a:lnTo>
                  <a:lnTo>
                    <a:pt x="81099" y="159363"/>
                  </a:lnTo>
                  <a:cubicBezTo>
                    <a:pt x="56300" y="159363"/>
                    <a:pt x="56300" y="156066"/>
                    <a:pt x="56300" y="147697"/>
                  </a:cubicBezTo>
                  <a:lnTo>
                    <a:pt x="56300" y="7188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2750C228-E295-AE5A-1938-D77654F304E7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13666736" y="6143539"/>
              <a:ext cx="176427" cy="164132"/>
            </a:xfrm>
            <a:custGeom>
              <a:avLst/>
              <a:gdLst>
                <a:gd name="connsiteX0" fmla="*/ 108313 w 176427"/>
                <a:gd name="connsiteY0" fmla="*/ 50810 h 164132"/>
                <a:gd name="connsiteX1" fmla="*/ 143386 w 176427"/>
                <a:gd name="connsiteY1" fmla="*/ 8056 h 164132"/>
                <a:gd name="connsiteX2" fmla="*/ 161100 w 176427"/>
                <a:gd name="connsiteY2" fmla="*/ 12766 h 164132"/>
                <a:gd name="connsiteX3" fmla="*/ 144095 w 176427"/>
                <a:gd name="connsiteY3" fmla="*/ 32331 h 164132"/>
                <a:gd name="connsiteX4" fmla="*/ 157557 w 176427"/>
                <a:gd name="connsiteY4" fmla="*/ 45013 h 164132"/>
                <a:gd name="connsiteX5" fmla="*/ 176688 w 176427"/>
                <a:gd name="connsiteY5" fmla="*/ 23998 h 164132"/>
                <a:gd name="connsiteX6" fmla="*/ 143741 w 176427"/>
                <a:gd name="connsiteY6" fmla="*/ 85 h 164132"/>
                <a:gd name="connsiteX7" fmla="*/ 106542 w 176427"/>
                <a:gd name="connsiteY7" fmla="*/ 27621 h 164132"/>
                <a:gd name="connsiteX8" fmla="*/ 68281 w 176427"/>
                <a:gd name="connsiteY8" fmla="*/ 85 h 164132"/>
                <a:gd name="connsiteX9" fmla="*/ 11243 w 176427"/>
                <a:gd name="connsiteY9" fmla="*/ 55882 h 164132"/>
                <a:gd name="connsiteX10" fmla="*/ 15494 w 176427"/>
                <a:gd name="connsiteY10" fmla="*/ 59506 h 164132"/>
                <a:gd name="connsiteX11" fmla="*/ 20100 w 176427"/>
                <a:gd name="connsiteY11" fmla="*/ 55520 h 164132"/>
                <a:gd name="connsiteX12" fmla="*/ 67572 w 176427"/>
                <a:gd name="connsiteY12" fmla="*/ 8056 h 164132"/>
                <a:gd name="connsiteX13" fmla="*/ 86703 w 176427"/>
                <a:gd name="connsiteY13" fmla="*/ 32331 h 164132"/>
                <a:gd name="connsiteX14" fmla="*/ 67572 w 176427"/>
                <a:gd name="connsiteY14" fmla="*/ 118564 h 164132"/>
                <a:gd name="connsiteX15" fmla="*/ 33916 w 176427"/>
                <a:gd name="connsiteY15" fmla="*/ 156246 h 164132"/>
                <a:gd name="connsiteX16" fmla="*/ 16203 w 176427"/>
                <a:gd name="connsiteY16" fmla="*/ 151536 h 164132"/>
                <a:gd name="connsiteX17" fmla="*/ 32853 w 176427"/>
                <a:gd name="connsiteY17" fmla="*/ 131970 h 164132"/>
                <a:gd name="connsiteX18" fmla="*/ 19745 w 176427"/>
                <a:gd name="connsiteY18" fmla="*/ 119289 h 164132"/>
                <a:gd name="connsiteX19" fmla="*/ 261 w 176427"/>
                <a:gd name="connsiteY19" fmla="*/ 140304 h 164132"/>
                <a:gd name="connsiteX20" fmla="*/ 33562 w 176427"/>
                <a:gd name="connsiteY20" fmla="*/ 164217 h 164132"/>
                <a:gd name="connsiteX21" fmla="*/ 70761 w 176427"/>
                <a:gd name="connsiteY21" fmla="*/ 136680 h 164132"/>
                <a:gd name="connsiteX22" fmla="*/ 109022 w 176427"/>
                <a:gd name="connsiteY22" fmla="*/ 164217 h 164132"/>
                <a:gd name="connsiteX23" fmla="*/ 165705 w 176427"/>
                <a:gd name="connsiteY23" fmla="*/ 108419 h 164132"/>
                <a:gd name="connsiteX24" fmla="*/ 161454 w 176427"/>
                <a:gd name="connsiteY24" fmla="*/ 104796 h 164132"/>
                <a:gd name="connsiteX25" fmla="*/ 156849 w 176427"/>
                <a:gd name="connsiteY25" fmla="*/ 108782 h 164132"/>
                <a:gd name="connsiteX26" fmla="*/ 109730 w 176427"/>
                <a:gd name="connsiteY26" fmla="*/ 156246 h 164132"/>
                <a:gd name="connsiteX27" fmla="*/ 90245 w 176427"/>
                <a:gd name="connsiteY27" fmla="*/ 132333 h 164132"/>
                <a:gd name="connsiteX28" fmla="*/ 96268 w 176427"/>
                <a:gd name="connsiteY28" fmla="*/ 100448 h 164132"/>
                <a:gd name="connsiteX29" fmla="*/ 108313 w 176427"/>
                <a:gd name="connsiteY29" fmla="*/ 50810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427" h="164132">
                  <a:moveTo>
                    <a:pt x="108313" y="50810"/>
                  </a:moveTo>
                  <a:cubicBezTo>
                    <a:pt x="110439" y="41390"/>
                    <a:pt x="118587" y="8056"/>
                    <a:pt x="143386" y="8056"/>
                  </a:cubicBezTo>
                  <a:cubicBezTo>
                    <a:pt x="145158" y="8056"/>
                    <a:pt x="153660" y="8056"/>
                    <a:pt x="161100" y="12766"/>
                  </a:cubicBezTo>
                  <a:cubicBezTo>
                    <a:pt x="151180" y="14578"/>
                    <a:pt x="144095" y="23636"/>
                    <a:pt x="144095" y="32331"/>
                  </a:cubicBezTo>
                  <a:cubicBezTo>
                    <a:pt x="144095" y="38129"/>
                    <a:pt x="147992" y="45013"/>
                    <a:pt x="157557" y="45013"/>
                  </a:cubicBezTo>
                  <a:cubicBezTo>
                    <a:pt x="165351" y="45013"/>
                    <a:pt x="176688" y="38491"/>
                    <a:pt x="176688" y="23998"/>
                  </a:cubicBezTo>
                  <a:cubicBezTo>
                    <a:pt x="176688" y="5157"/>
                    <a:pt x="155786" y="85"/>
                    <a:pt x="143741" y="85"/>
                  </a:cubicBezTo>
                  <a:cubicBezTo>
                    <a:pt x="123193" y="85"/>
                    <a:pt x="110793" y="19288"/>
                    <a:pt x="106542" y="27621"/>
                  </a:cubicBezTo>
                  <a:cubicBezTo>
                    <a:pt x="97685" y="3708"/>
                    <a:pt x="78555" y="85"/>
                    <a:pt x="68281" y="85"/>
                  </a:cubicBezTo>
                  <a:cubicBezTo>
                    <a:pt x="31436" y="85"/>
                    <a:pt x="11243" y="46824"/>
                    <a:pt x="11243" y="55882"/>
                  </a:cubicBezTo>
                  <a:cubicBezTo>
                    <a:pt x="11243" y="59506"/>
                    <a:pt x="14786" y="59506"/>
                    <a:pt x="15494" y="59506"/>
                  </a:cubicBezTo>
                  <a:cubicBezTo>
                    <a:pt x="18328" y="59506"/>
                    <a:pt x="19391" y="58781"/>
                    <a:pt x="20100" y="55520"/>
                  </a:cubicBezTo>
                  <a:cubicBezTo>
                    <a:pt x="32145" y="17114"/>
                    <a:pt x="55527" y="8056"/>
                    <a:pt x="67572" y="8056"/>
                  </a:cubicBezTo>
                  <a:cubicBezTo>
                    <a:pt x="74303" y="8056"/>
                    <a:pt x="86703" y="11317"/>
                    <a:pt x="86703" y="32331"/>
                  </a:cubicBezTo>
                  <a:cubicBezTo>
                    <a:pt x="86703" y="43563"/>
                    <a:pt x="80680" y="67839"/>
                    <a:pt x="67572" y="118564"/>
                  </a:cubicBezTo>
                  <a:cubicBezTo>
                    <a:pt x="61904" y="141028"/>
                    <a:pt x="49504" y="156246"/>
                    <a:pt x="33916" y="156246"/>
                  </a:cubicBezTo>
                  <a:cubicBezTo>
                    <a:pt x="31791" y="156246"/>
                    <a:pt x="23642" y="156246"/>
                    <a:pt x="16203" y="151536"/>
                  </a:cubicBezTo>
                  <a:cubicBezTo>
                    <a:pt x="25060" y="149724"/>
                    <a:pt x="32853" y="142115"/>
                    <a:pt x="32853" y="131970"/>
                  </a:cubicBezTo>
                  <a:cubicBezTo>
                    <a:pt x="32853" y="122188"/>
                    <a:pt x="25060" y="119289"/>
                    <a:pt x="19745" y="119289"/>
                  </a:cubicBezTo>
                  <a:cubicBezTo>
                    <a:pt x="9117" y="119289"/>
                    <a:pt x="261" y="128709"/>
                    <a:pt x="261" y="140304"/>
                  </a:cubicBezTo>
                  <a:cubicBezTo>
                    <a:pt x="261" y="156971"/>
                    <a:pt x="17974" y="164217"/>
                    <a:pt x="33562" y="164217"/>
                  </a:cubicBezTo>
                  <a:cubicBezTo>
                    <a:pt x="56944" y="164217"/>
                    <a:pt x="69698" y="138854"/>
                    <a:pt x="70761" y="136680"/>
                  </a:cubicBezTo>
                  <a:cubicBezTo>
                    <a:pt x="75012" y="150086"/>
                    <a:pt x="87766" y="164217"/>
                    <a:pt x="109022" y="164217"/>
                  </a:cubicBezTo>
                  <a:cubicBezTo>
                    <a:pt x="145512" y="164217"/>
                    <a:pt x="165705" y="117477"/>
                    <a:pt x="165705" y="108419"/>
                  </a:cubicBezTo>
                  <a:cubicBezTo>
                    <a:pt x="165705" y="104796"/>
                    <a:pt x="162517" y="104796"/>
                    <a:pt x="161454" y="104796"/>
                  </a:cubicBezTo>
                  <a:cubicBezTo>
                    <a:pt x="158266" y="104796"/>
                    <a:pt x="157557" y="106245"/>
                    <a:pt x="156849" y="108782"/>
                  </a:cubicBezTo>
                  <a:cubicBezTo>
                    <a:pt x="145158" y="147550"/>
                    <a:pt x="121067" y="156246"/>
                    <a:pt x="109730" y="156246"/>
                  </a:cubicBezTo>
                  <a:cubicBezTo>
                    <a:pt x="95914" y="156246"/>
                    <a:pt x="90245" y="144652"/>
                    <a:pt x="90245" y="132333"/>
                  </a:cubicBezTo>
                  <a:cubicBezTo>
                    <a:pt x="90245" y="124362"/>
                    <a:pt x="92371" y="116390"/>
                    <a:pt x="96268" y="100448"/>
                  </a:cubicBezTo>
                  <a:lnTo>
                    <a:pt x="108313" y="50810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8A68275-D5D1-9C28-4E52-D56734B520A2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13870594" y="6189880"/>
              <a:ext cx="75140" cy="170690"/>
            </a:xfrm>
            <a:custGeom>
              <a:avLst/>
              <a:gdLst>
                <a:gd name="connsiteX0" fmla="*/ 68959 w 75140"/>
                <a:gd name="connsiteY0" fmla="*/ 9724 h 170690"/>
                <a:gd name="connsiteX1" fmla="*/ 59040 w 75140"/>
                <a:gd name="connsiteY1" fmla="*/ 86 h 170690"/>
                <a:gd name="connsiteX2" fmla="*/ 45152 w 75140"/>
                <a:gd name="connsiteY2" fmla="*/ 14036 h 170690"/>
                <a:gd name="connsiteX3" fmla="*/ 55072 w 75140"/>
                <a:gd name="connsiteY3" fmla="*/ 23673 h 170690"/>
                <a:gd name="connsiteX4" fmla="*/ 68959 w 75140"/>
                <a:gd name="connsiteY4" fmla="*/ 9724 h 170690"/>
                <a:gd name="connsiteX5" fmla="*/ 18370 w 75140"/>
                <a:gd name="connsiteY5" fmla="*/ 138566 h 170690"/>
                <a:gd name="connsiteX6" fmla="*/ 16138 w 75140"/>
                <a:gd name="connsiteY6" fmla="*/ 149218 h 170690"/>
                <a:gd name="connsiteX7" fmla="*/ 39697 w 75140"/>
                <a:gd name="connsiteY7" fmla="*/ 170777 h 170690"/>
                <a:gd name="connsiteX8" fmla="*/ 75407 w 75140"/>
                <a:gd name="connsiteY8" fmla="*/ 131972 h 170690"/>
                <a:gd name="connsiteX9" fmla="*/ 71439 w 75140"/>
                <a:gd name="connsiteY9" fmla="*/ 128675 h 170690"/>
                <a:gd name="connsiteX10" fmla="*/ 66728 w 75140"/>
                <a:gd name="connsiteY10" fmla="*/ 132986 h 170690"/>
                <a:gd name="connsiteX11" fmla="*/ 40441 w 75140"/>
                <a:gd name="connsiteY11" fmla="*/ 163675 h 170690"/>
                <a:gd name="connsiteX12" fmla="*/ 34241 w 75140"/>
                <a:gd name="connsiteY12" fmla="*/ 154798 h 170690"/>
                <a:gd name="connsiteX13" fmla="*/ 38209 w 75140"/>
                <a:gd name="connsiteY13" fmla="*/ 138566 h 170690"/>
                <a:gd name="connsiteX14" fmla="*/ 46144 w 75140"/>
                <a:gd name="connsiteY14" fmla="*/ 118276 h 170690"/>
                <a:gd name="connsiteX15" fmla="*/ 58296 w 75140"/>
                <a:gd name="connsiteY15" fmla="*/ 86065 h 170690"/>
                <a:gd name="connsiteX16" fmla="*/ 59784 w 75140"/>
                <a:gd name="connsiteY16" fmla="*/ 77949 h 170690"/>
                <a:gd name="connsiteX17" fmla="*/ 36225 w 75140"/>
                <a:gd name="connsiteY17" fmla="*/ 56391 h 170690"/>
                <a:gd name="connsiteX18" fmla="*/ 266 w 75140"/>
                <a:gd name="connsiteY18" fmla="*/ 95196 h 170690"/>
                <a:gd name="connsiteX19" fmla="*/ 4482 w 75140"/>
                <a:gd name="connsiteY19" fmla="*/ 98493 h 170690"/>
                <a:gd name="connsiteX20" fmla="*/ 8946 w 75140"/>
                <a:gd name="connsiteY20" fmla="*/ 94435 h 170690"/>
                <a:gd name="connsiteX21" fmla="*/ 35481 w 75140"/>
                <a:gd name="connsiteY21" fmla="*/ 63493 h 170690"/>
                <a:gd name="connsiteX22" fmla="*/ 41681 w 75140"/>
                <a:gd name="connsiteY22" fmla="*/ 72370 h 170690"/>
                <a:gd name="connsiteX23" fmla="*/ 33993 w 75140"/>
                <a:gd name="connsiteY23" fmla="*/ 97732 h 170690"/>
                <a:gd name="connsiteX24" fmla="*/ 18370 w 75140"/>
                <a:gd name="connsiteY24" fmla="*/ 138566 h 17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140" h="170690">
                  <a:moveTo>
                    <a:pt x="68959" y="9724"/>
                  </a:moveTo>
                  <a:cubicBezTo>
                    <a:pt x="68959" y="5666"/>
                    <a:pt x="65984" y="86"/>
                    <a:pt x="59040" y="86"/>
                  </a:cubicBezTo>
                  <a:cubicBezTo>
                    <a:pt x="52344" y="86"/>
                    <a:pt x="45152" y="6680"/>
                    <a:pt x="45152" y="14036"/>
                  </a:cubicBezTo>
                  <a:cubicBezTo>
                    <a:pt x="45152" y="18347"/>
                    <a:pt x="48376" y="23673"/>
                    <a:pt x="55072" y="23673"/>
                  </a:cubicBezTo>
                  <a:cubicBezTo>
                    <a:pt x="62264" y="23673"/>
                    <a:pt x="68959" y="16572"/>
                    <a:pt x="68959" y="9724"/>
                  </a:cubicBezTo>
                  <a:close/>
                  <a:moveTo>
                    <a:pt x="18370" y="138566"/>
                  </a:moveTo>
                  <a:cubicBezTo>
                    <a:pt x="17378" y="141863"/>
                    <a:pt x="16138" y="144907"/>
                    <a:pt x="16138" y="149218"/>
                  </a:cubicBezTo>
                  <a:cubicBezTo>
                    <a:pt x="16138" y="161139"/>
                    <a:pt x="26057" y="170777"/>
                    <a:pt x="39697" y="170777"/>
                  </a:cubicBezTo>
                  <a:cubicBezTo>
                    <a:pt x="64496" y="170777"/>
                    <a:pt x="75407" y="135776"/>
                    <a:pt x="75407" y="131972"/>
                  </a:cubicBezTo>
                  <a:cubicBezTo>
                    <a:pt x="75407" y="128675"/>
                    <a:pt x="72183" y="128675"/>
                    <a:pt x="71439" y="128675"/>
                  </a:cubicBezTo>
                  <a:cubicBezTo>
                    <a:pt x="67968" y="128675"/>
                    <a:pt x="67720" y="130196"/>
                    <a:pt x="66728" y="132986"/>
                  </a:cubicBezTo>
                  <a:cubicBezTo>
                    <a:pt x="61024" y="153276"/>
                    <a:pt x="50112" y="163675"/>
                    <a:pt x="40441" y="163675"/>
                  </a:cubicBezTo>
                  <a:cubicBezTo>
                    <a:pt x="35481" y="163675"/>
                    <a:pt x="34241" y="160378"/>
                    <a:pt x="34241" y="154798"/>
                  </a:cubicBezTo>
                  <a:cubicBezTo>
                    <a:pt x="34241" y="148965"/>
                    <a:pt x="35977" y="144146"/>
                    <a:pt x="38209" y="138566"/>
                  </a:cubicBezTo>
                  <a:cubicBezTo>
                    <a:pt x="40689" y="131718"/>
                    <a:pt x="43416" y="124870"/>
                    <a:pt x="46144" y="118276"/>
                  </a:cubicBezTo>
                  <a:cubicBezTo>
                    <a:pt x="48376" y="112189"/>
                    <a:pt x="57304" y="89109"/>
                    <a:pt x="58296" y="86065"/>
                  </a:cubicBezTo>
                  <a:cubicBezTo>
                    <a:pt x="59040" y="83529"/>
                    <a:pt x="59784" y="80486"/>
                    <a:pt x="59784" y="77949"/>
                  </a:cubicBezTo>
                  <a:cubicBezTo>
                    <a:pt x="59784" y="66029"/>
                    <a:pt x="49864" y="56391"/>
                    <a:pt x="36225" y="56391"/>
                  </a:cubicBezTo>
                  <a:cubicBezTo>
                    <a:pt x="11674" y="56391"/>
                    <a:pt x="266" y="90884"/>
                    <a:pt x="266" y="95196"/>
                  </a:cubicBezTo>
                  <a:cubicBezTo>
                    <a:pt x="266" y="98493"/>
                    <a:pt x="3738" y="98493"/>
                    <a:pt x="4482" y="98493"/>
                  </a:cubicBezTo>
                  <a:cubicBezTo>
                    <a:pt x="7954" y="98493"/>
                    <a:pt x="8202" y="97225"/>
                    <a:pt x="8946" y="94435"/>
                  </a:cubicBezTo>
                  <a:cubicBezTo>
                    <a:pt x="15394" y="72623"/>
                    <a:pt x="26305" y="63493"/>
                    <a:pt x="35481" y="63493"/>
                  </a:cubicBezTo>
                  <a:cubicBezTo>
                    <a:pt x="39449" y="63493"/>
                    <a:pt x="41681" y="65522"/>
                    <a:pt x="41681" y="72370"/>
                  </a:cubicBezTo>
                  <a:cubicBezTo>
                    <a:pt x="41681" y="78203"/>
                    <a:pt x="40193" y="82007"/>
                    <a:pt x="33993" y="97732"/>
                  </a:cubicBezTo>
                  <a:lnTo>
                    <a:pt x="18370" y="138566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1F916E60-86BF-7B11-43B1-79E73C845980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14075450" y="6092452"/>
              <a:ext cx="235590" cy="241307"/>
            </a:xfrm>
            <a:custGeom>
              <a:avLst/>
              <a:gdLst>
                <a:gd name="connsiteX0" fmla="*/ 125330 w 235590"/>
                <a:gd name="connsiteY0" fmla="*/ 127985 h 241307"/>
                <a:gd name="connsiteX1" fmla="*/ 224171 w 235590"/>
                <a:gd name="connsiteY1" fmla="*/ 127985 h 241307"/>
                <a:gd name="connsiteX2" fmla="*/ 235862 w 235590"/>
                <a:gd name="connsiteY2" fmla="*/ 120738 h 241307"/>
                <a:gd name="connsiteX3" fmla="*/ 224171 w 235590"/>
                <a:gd name="connsiteY3" fmla="*/ 113492 h 241307"/>
                <a:gd name="connsiteX4" fmla="*/ 125330 w 235590"/>
                <a:gd name="connsiteY4" fmla="*/ 113492 h 241307"/>
                <a:gd name="connsiteX5" fmla="*/ 125330 w 235590"/>
                <a:gd name="connsiteY5" fmla="*/ 12041 h 241307"/>
                <a:gd name="connsiteX6" fmla="*/ 118244 w 235590"/>
                <a:gd name="connsiteY6" fmla="*/ 85 h 241307"/>
                <a:gd name="connsiteX7" fmla="*/ 111159 w 235590"/>
                <a:gd name="connsiteY7" fmla="*/ 12041 h 241307"/>
                <a:gd name="connsiteX8" fmla="*/ 111159 w 235590"/>
                <a:gd name="connsiteY8" fmla="*/ 113492 h 241307"/>
                <a:gd name="connsiteX9" fmla="*/ 11963 w 235590"/>
                <a:gd name="connsiteY9" fmla="*/ 113492 h 241307"/>
                <a:gd name="connsiteX10" fmla="*/ 272 w 235590"/>
                <a:gd name="connsiteY10" fmla="*/ 120738 h 241307"/>
                <a:gd name="connsiteX11" fmla="*/ 11963 w 235590"/>
                <a:gd name="connsiteY11" fmla="*/ 127985 h 241307"/>
                <a:gd name="connsiteX12" fmla="*/ 111159 w 235590"/>
                <a:gd name="connsiteY12" fmla="*/ 127985 h 241307"/>
                <a:gd name="connsiteX13" fmla="*/ 111159 w 235590"/>
                <a:gd name="connsiteY13" fmla="*/ 229435 h 241307"/>
                <a:gd name="connsiteX14" fmla="*/ 118244 w 235590"/>
                <a:gd name="connsiteY14" fmla="*/ 241392 h 241307"/>
                <a:gd name="connsiteX15" fmla="*/ 125330 w 235590"/>
                <a:gd name="connsiteY15" fmla="*/ 229435 h 241307"/>
                <a:gd name="connsiteX16" fmla="*/ 125330 w 235590"/>
                <a:gd name="connsiteY16" fmla="*/ 127985 h 24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590" h="241307">
                  <a:moveTo>
                    <a:pt x="125330" y="127985"/>
                  </a:moveTo>
                  <a:lnTo>
                    <a:pt x="224171" y="127985"/>
                  </a:lnTo>
                  <a:cubicBezTo>
                    <a:pt x="229131" y="127985"/>
                    <a:pt x="235862" y="127985"/>
                    <a:pt x="235862" y="120738"/>
                  </a:cubicBezTo>
                  <a:cubicBezTo>
                    <a:pt x="235862" y="113492"/>
                    <a:pt x="229131" y="113492"/>
                    <a:pt x="224171" y="113492"/>
                  </a:cubicBezTo>
                  <a:lnTo>
                    <a:pt x="125330" y="113492"/>
                  </a:lnTo>
                  <a:lnTo>
                    <a:pt x="125330" y="12041"/>
                  </a:lnTo>
                  <a:cubicBezTo>
                    <a:pt x="125330" y="6969"/>
                    <a:pt x="125330" y="85"/>
                    <a:pt x="118244" y="85"/>
                  </a:cubicBezTo>
                  <a:cubicBezTo>
                    <a:pt x="111159" y="85"/>
                    <a:pt x="111159" y="6969"/>
                    <a:pt x="111159" y="12041"/>
                  </a:cubicBezTo>
                  <a:lnTo>
                    <a:pt x="111159" y="113492"/>
                  </a:lnTo>
                  <a:lnTo>
                    <a:pt x="11963" y="113492"/>
                  </a:lnTo>
                  <a:cubicBezTo>
                    <a:pt x="7003" y="113492"/>
                    <a:pt x="272" y="113492"/>
                    <a:pt x="272" y="120738"/>
                  </a:cubicBezTo>
                  <a:cubicBezTo>
                    <a:pt x="272" y="127985"/>
                    <a:pt x="7003" y="127985"/>
                    <a:pt x="11963" y="127985"/>
                  </a:cubicBezTo>
                  <a:lnTo>
                    <a:pt x="111159" y="127985"/>
                  </a:lnTo>
                  <a:lnTo>
                    <a:pt x="111159" y="229435"/>
                  </a:lnTo>
                  <a:cubicBezTo>
                    <a:pt x="111159" y="234508"/>
                    <a:pt x="111159" y="241392"/>
                    <a:pt x="118244" y="241392"/>
                  </a:cubicBezTo>
                  <a:cubicBezTo>
                    <a:pt x="125330" y="241392"/>
                    <a:pt x="125330" y="234508"/>
                    <a:pt x="125330" y="229435"/>
                  </a:cubicBezTo>
                  <a:lnTo>
                    <a:pt x="125330" y="127985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1910687-82EC-2241-3D0D-FCD7E34BC733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14424052" y="6143539"/>
              <a:ext cx="162256" cy="164132"/>
            </a:xfrm>
            <a:custGeom>
              <a:avLst/>
              <a:gdLst>
                <a:gd name="connsiteX0" fmla="*/ 118254 w 162256"/>
                <a:gd name="connsiteY0" fmla="*/ 23273 h 164132"/>
                <a:gd name="connsiteX1" fmla="*/ 85661 w 162256"/>
                <a:gd name="connsiteY1" fmla="*/ 85 h 164132"/>
                <a:gd name="connsiteX2" fmla="*/ 282 w 162256"/>
                <a:gd name="connsiteY2" fmla="*/ 106245 h 164132"/>
                <a:gd name="connsiteX3" fmla="*/ 47400 w 162256"/>
                <a:gd name="connsiteY3" fmla="*/ 164217 h 164132"/>
                <a:gd name="connsiteX4" fmla="*/ 93455 w 162256"/>
                <a:gd name="connsiteY4" fmla="*/ 137043 h 164132"/>
                <a:gd name="connsiteX5" fmla="*/ 125694 w 162256"/>
                <a:gd name="connsiteY5" fmla="*/ 164217 h 164132"/>
                <a:gd name="connsiteX6" fmla="*/ 151910 w 162256"/>
                <a:gd name="connsiteY6" fmla="*/ 144289 h 164132"/>
                <a:gd name="connsiteX7" fmla="*/ 162538 w 162256"/>
                <a:gd name="connsiteY7" fmla="*/ 108419 h 164132"/>
                <a:gd name="connsiteX8" fmla="*/ 158287 w 162256"/>
                <a:gd name="connsiteY8" fmla="*/ 104796 h 164132"/>
                <a:gd name="connsiteX9" fmla="*/ 153327 w 162256"/>
                <a:gd name="connsiteY9" fmla="*/ 111318 h 164132"/>
                <a:gd name="connsiteX10" fmla="*/ 126402 w 162256"/>
                <a:gd name="connsiteY10" fmla="*/ 156246 h 164132"/>
                <a:gd name="connsiteX11" fmla="*/ 115774 w 162256"/>
                <a:gd name="connsiteY11" fmla="*/ 139579 h 164132"/>
                <a:gd name="connsiteX12" fmla="*/ 120380 w 162256"/>
                <a:gd name="connsiteY12" fmla="*/ 112767 h 164132"/>
                <a:gd name="connsiteX13" fmla="*/ 128174 w 162256"/>
                <a:gd name="connsiteY13" fmla="*/ 80158 h 164132"/>
                <a:gd name="connsiteX14" fmla="*/ 140928 w 162256"/>
                <a:gd name="connsiteY14" fmla="*/ 29433 h 164132"/>
                <a:gd name="connsiteX15" fmla="*/ 143407 w 162256"/>
                <a:gd name="connsiteY15" fmla="*/ 17114 h 164132"/>
                <a:gd name="connsiteX16" fmla="*/ 133134 w 162256"/>
                <a:gd name="connsiteY16" fmla="*/ 7331 h 164132"/>
                <a:gd name="connsiteX17" fmla="*/ 118254 w 162256"/>
                <a:gd name="connsiteY17" fmla="*/ 23273 h 164132"/>
                <a:gd name="connsiteX18" fmla="*/ 95226 w 162256"/>
                <a:gd name="connsiteY18" fmla="*/ 117115 h 164132"/>
                <a:gd name="connsiteX19" fmla="*/ 88141 w 162256"/>
                <a:gd name="connsiteY19" fmla="*/ 130521 h 164132"/>
                <a:gd name="connsiteX20" fmla="*/ 48108 w 162256"/>
                <a:gd name="connsiteY20" fmla="*/ 156246 h 164132"/>
                <a:gd name="connsiteX21" fmla="*/ 25435 w 162256"/>
                <a:gd name="connsiteY21" fmla="*/ 122188 h 164132"/>
                <a:gd name="connsiteX22" fmla="*/ 44920 w 162256"/>
                <a:gd name="connsiteY22" fmla="*/ 42839 h 164132"/>
                <a:gd name="connsiteX23" fmla="*/ 86015 w 162256"/>
                <a:gd name="connsiteY23" fmla="*/ 8056 h 164132"/>
                <a:gd name="connsiteX24" fmla="*/ 114003 w 162256"/>
                <a:gd name="connsiteY24" fmla="*/ 39940 h 164132"/>
                <a:gd name="connsiteX25" fmla="*/ 112940 w 162256"/>
                <a:gd name="connsiteY25" fmla="*/ 46100 h 164132"/>
                <a:gd name="connsiteX26" fmla="*/ 95226 w 162256"/>
                <a:gd name="connsiteY26" fmla="*/ 117115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256" h="164132">
                  <a:moveTo>
                    <a:pt x="118254" y="23273"/>
                  </a:moveTo>
                  <a:cubicBezTo>
                    <a:pt x="111877" y="9867"/>
                    <a:pt x="101603" y="85"/>
                    <a:pt x="85661" y="85"/>
                  </a:cubicBezTo>
                  <a:cubicBezTo>
                    <a:pt x="44211" y="85"/>
                    <a:pt x="282" y="53346"/>
                    <a:pt x="282" y="106245"/>
                  </a:cubicBezTo>
                  <a:cubicBezTo>
                    <a:pt x="282" y="140304"/>
                    <a:pt x="19767" y="164217"/>
                    <a:pt x="47400" y="164217"/>
                  </a:cubicBezTo>
                  <a:cubicBezTo>
                    <a:pt x="54485" y="164217"/>
                    <a:pt x="72199" y="162768"/>
                    <a:pt x="93455" y="137043"/>
                  </a:cubicBezTo>
                  <a:cubicBezTo>
                    <a:pt x="96289" y="152260"/>
                    <a:pt x="108689" y="164217"/>
                    <a:pt x="125694" y="164217"/>
                  </a:cubicBezTo>
                  <a:cubicBezTo>
                    <a:pt x="138093" y="164217"/>
                    <a:pt x="146242" y="155884"/>
                    <a:pt x="151910" y="144289"/>
                  </a:cubicBezTo>
                  <a:cubicBezTo>
                    <a:pt x="157933" y="131246"/>
                    <a:pt x="162538" y="109144"/>
                    <a:pt x="162538" y="108419"/>
                  </a:cubicBezTo>
                  <a:cubicBezTo>
                    <a:pt x="162538" y="104796"/>
                    <a:pt x="159350" y="104796"/>
                    <a:pt x="158287" y="104796"/>
                  </a:cubicBezTo>
                  <a:cubicBezTo>
                    <a:pt x="154744" y="104796"/>
                    <a:pt x="154390" y="106245"/>
                    <a:pt x="153327" y="111318"/>
                  </a:cubicBezTo>
                  <a:cubicBezTo>
                    <a:pt x="147304" y="134869"/>
                    <a:pt x="140928" y="156246"/>
                    <a:pt x="126402" y="156246"/>
                  </a:cubicBezTo>
                  <a:cubicBezTo>
                    <a:pt x="116837" y="156246"/>
                    <a:pt x="115774" y="146826"/>
                    <a:pt x="115774" y="139579"/>
                  </a:cubicBezTo>
                  <a:cubicBezTo>
                    <a:pt x="115774" y="131608"/>
                    <a:pt x="116483" y="128709"/>
                    <a:pt x="120380" y="112767"/>
                  </a:cubicBezTo>
                  <a:cubicBezTo>
                    <a:pt x="124277" y="97550"/>
                    <a:pt x="124985" y="93926"/>
                    <a:pt x="128174" y="80158"/>
                  </a:cubicBezTo>
                  <a:lnTo>
                    <a:pt x="140928" y="29433"/>
                  </a:lnTo>
                  <a:cubicBezTo>
                    <a:pt x="143407" y="19288"/>
                    <a:pt x="143407" y="18563"/>
                    <a:pt x="143407" y="17114"/>
                  </a:cubicBezTo>
                  <a:cubicBezTo>
                    <a:pt x="143407" y="10954"/>
                    <a:pt x="139156" y="7331"/>
                    <a:pt x="133134" y="7331"/>
                  </a:cubicBezTo>
                  <a:cubicBezTo>
                    <a:pt x="124631" y="7331"/>
                    <a:pt x="119317" y="15302"/>
                    <a:pt x="118254" y="23273"/>
                  </a:cubicBezTo>
                  <a:close/>
                  <a:moveTo>
                    <a:pt x="95226" y="117115"/>
                  </a:moveTo>
                  <a:cubicBezTo>
                    <a:pt x="93455" y="123637"/>
                    <a:pt x="93455" y="124362"/>
                    <a:pt x="88141" y="130521"/>
                  </a:cubicBezTo>
                  <a:cubicBezTo>
                    <a:pt x="72553" y="150449"/>
                    <a:pt x="58028" y="156246"/>
                    <a:pt x="48108" y="156246"/>
                  </a:cubicBezTo>
                  <a:cubicBezTo>
                    <a:pt x="30395" y="156246"/>
                    <a:pt x="25435" y="136318"/>
                    <a:pt x="25435" y="122188"/>
                  </a:cubicBezTo>
                  <a:cubicBezTo>
                    <a:pt x="25435" y="104071"/>
                    <a:pt x="36772" y="59506"/>
                    <a:pt x="44920" y="42839"/>
                  </a:cubicBezTo>
                  <a:cubicBezTo>
                    <a:pt x="55902" y="21462"/>
                    <a:pt x="71845" y="8056"/>
                    <a:pt x="86015" y="8056"/>
                  </a:cubicBezTo>
                  <a:cubicBezTo>
                    <a:pt x="109043" y="8056"/>
                    <a:pt x="114003" y="37766"/>
                    <a:pt x="114003" y="39940"/>
                  </a:cubicBezTo>
                  <a:cubicBezTo>
                    <a:pt x="114003" y="42114"/>
                    <a:pt x="113294" y="44288"/>
                    <a:pt x="112940" y="46100"/>
                  </a:cubicBezTo>
                  <a:lnTo>
                    <a:pt x="95226" y="117115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E43ABBA-C4C2-E4B0-31ED-75239B82A3DC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14612769" y="6189626"/>
              <a:ext cx="109611" cy="168407"/>
            </a:xfrm>
            <a:custGeom>
              <a:avLst/>
              <a:gdLst>
                <a:gd name="connsiteX0" fmla="*/ 109899 w 109611"/>
                <a:gd name="connsiteY0" fmla="*/ 122334 h 168407"/>
                <a:gd name="connsiteX1" fmla="*/ 101467 w 109611"/>
                <a:gd name="connsiteY1" fmla="*/ 122334 h 168407"/>
                <a:gd name="connsiteX2" fmla="*/ 95019 w 109611"/>
                <a:gd name="connsiteY2" fmla="*/ 145414 h 168407"/>
                <a:gd name="connsiteX3" fmla="*/ 70468 w 109611"/>
                <a:gd name="connsiteY3" fmla="*/ 146936 h 168407"/>
                <a:gd name="connsiteX4" fmla="*/ 24838 w 109611"/>
                <a:gd name="connsiteY4" fmla="*/ 146936 h 168407"/>
                <a:gd name="connsiteX5" fmla="*/ 74436 w 109611"/>
                <a:gd name="connsiteY5" fmla="*/ 104327 h 168407"/>
                <a:gd name="connsiteX6" fmla="*/ 109899 w 109611"/>
                <a:gd name="connsiteY6" fmla="*/ 49543 h 168407"/>
                <a:gd name="connsiteX7" fmla="*/ 51869 w 109611"/>
                <a:gd name="connsiteY7" fmla="*/ 86 h 168407"/>
                <a:gd name="connsiteX8" fmla="*/ 287 w 109611"/>
                <a:gd name="connsiteY8" fmla="*/ 45485 h 168407"/>
                <a:gd name="connsiteX9" fmla="*/ 13430 w 109611"/>
                <a:gd name="connsiteY9" fmla="*/ 59688 h 168407"/>
                <a:gd name="connsiteX10" fmla="*/ 26574 w 109611"/>
                <a:gd name="connsiteY10" fmla="*/ 46246 h 168407"/>
                <a:gd name="connsiteX11" fmla="*/ 11943 w 109611"/>
                <a:gd name="connsiteY11" fmla="*/ 32804 h 168407"/>
                <a:gd name="connsiteX12" fmla="*/ 48149 w 109611"/>
                <a:gd name="connsiteY12" fmla="*/ 9217 h 168407"/>
                <a:gd name="connsiteX13" fmla="*/ 85844 w 109611"/>
                <a:gd name="connsiteY13" fmla="*/ 49543 h 168407"/>
                <a:gd name="connsiteX14" fmla="*/ 62533 w 109611"/>
                <a:gd name="connsiteY14" fmla="*/ 98239 h 168407"/>
                <a:gd name="connsiteX15" fmla="*/ 2767 w 109611"/>
                <a:gd name="connsiteY15" fmla="*/ 158603 h 168407"/>
                <a:gd name="connsiteX16" fmla="*/ 287 w 109611"/>
                <a:gd name="connsiteY16" fmla="*/ 168494 h 168407"/>
                <a:gd name="connsiteX17" fmla="*/ 102459 w 109611"/>
                <a:gd name="connsiteY17" fmla="*/ 168494 h 168407"/>
                <a:gd name="connsiteX18" fmla="*/ 109899 w 109611"/>
                <a:gd name="connsiteY18" fmla="*/ 122334 h 168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611" h="168407">
                  <a:moveTo>
                    <a:pt x="109899" y="122334"/>
                  </a:moveTo>
                  <a:lnTo>
                    <a:pt x="101467" y="122334"/>
                  </a:lnTo>
                  <a:cubicBezTo>
                    <a:pt x="100723" y="127914"/>
                    <a:pt x="98243" y="142878"/>
                    <a:pt x="95019" y="145414"/>
                  </a:cubicBezTo>
                  <a:cubicBezTo>
                    <a:pt x="93035" y="146936"/>
                    <a:pt x="73940" y="146936"/>
                    <a:pt x="70468" y="146936"/>
                  </a:cubicBezTo>
                  <a:lnTo>
                    <a:pt x="24838" y="146936"/>
                  </a:lnTo>
                  <a:cubicBezTo>
                    <a:pt x="50877" y="123348"/>
                    <a:pt x="59557" y="116247"/>
                    <a:pt x="74436" y="104327"/>
                  </a:cubicBezTo>
                  <a:cubicBezTo>
                    <a:pt x="92787" y="89363"/>
                    <a:pt x="109899" y="73638"/>
                    <a:pt x="109899" y="49543"/>
                  </a:cubicBezTo>
                  <a:cubicBezTo>
                    <a:pt x="109899" y="18855"/>
                    <a:pt x="83612" y="86"/>
                    <a:pt x="51869" y="86"/>
                  </a:cubicBezTo>
                  <a:cubicBezTo>
                    <a:pt x="21118" y="86"/>
                    <a:pt x="287" y="22152"/>
                    <a:pt x="287" y="45485"/>
                  </a:cubicBezTo>
                  <a:cubicBezTo>
                    <a:pt x="287" y="58420"/>
                    <a:pt x="10951" y="59688"/>
                    <a:pt x="13430" y="59688"/>
                  </a:cubicBezTo>
                  <a:cubicBezTo>
                    <a:pt x="19382" y="59688"/>
                    <a:pt x="26574" y="55377"/>
                    <a:pt x="26574" y="46246"/>
                  </a:cubicBezTo>
                  <a:cubicBezTo>
                    <a:pt x="26574" y="41681"/>
                    <a:pt x="24838" y="32804"/>
                    <a:pt x="11943" y="32804"/>
                  </a:cubicBezTo>
                  <a:cubicBezTo>
                    <a:pt x="19630" y="14796"/>
                    <a:pt x="36494" y="9217"/>
                    <a:pt x="48149" y="9217"/>
                  </a:cubicBezTo>
                  <a:cubicBezTo>
                    <a:pt x="72948" y="9217"/>
                    <a:pt x="85844" y="29000"/>
                    <a:pt x="85844" y="49543"/>
                  </a:cubicBezTo>
                  <a:cubicBezTo>
                    <a:pt x="85844" y="71609"/>
                    <a:pt x="70468" y="89109"/>
                    <a:pt x="62533" y="98239"/>
                  </a:cubicBezTo>
                  <a:lnTo>
                    <a:pt x="2767" y="158603"/>
                  </a:lnTo>
                  <a:cubicBezTo>
                    <a:pt x="287" y="160885"/>
                    <a:pt x="287" y="161392"/>
                    <a:pt x="287" y="168494"/>
                  </a:cubicBezTo>
                  <a:lnTo>
                    <a:pt x="102459" y="168494"/>
                  </a:lnTo>
                  <a:lnTo>
                    <a:pt x="109899" y="122334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6D3A2026-471C-A2FE-DF24-83F6CF0DCBFB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14825394" y="6143539"/>
              <a:ext cx="176427" cy="164132"/>
            </a:xfrm>
            <a:custGeom>
              <a:avLst/>
              <a:gdLst>
                <a:gd name="connsiteX0" fmla="*/ 108346 w 176427"/>
                <a:gd name="connsiteY0" fmla="*/ 50810 h 164132"/>
                <a:gd name="connsiteX1" fmla="*/ 143419 w 176427"/>
                <a:gd name="connsiteY1" fmla="*/ 8056 h 164132"/>
                <a:gd name="connsiteX2" fmla="*/ 161132 w 176427"/>
                <a:gd name="connsiteY2" fmla="*/ 12766 h 164132"/>
                <a:gd name="connsiteX3" fmla="*/ 144127 w 176427"/>
                <a:gd name="connsiteY3" fmla="*/ 32331 h 164132"/>
                <a:gd name="connsiteX4" fmla="*/ 157590 w 176427"/>
                <a:gd name="connsiteY4" fmla="*/ 45013 h 164132"/>
                <a:gd name="connsiteX5" fmla="*/ 176720 w 176427"/>
                <a:gd name="connsiteY5" fmla="*/ 23998 h 164132"/>
                <a:gd name="connsiteX6" fmla="*/ 143773 w 176427"/>
                <a:gd name="connsiteY6" fmla="*/ 85 h 164132"/>
                <a:gd name="connsiteX7" fmla="*/ 106575 w 176427"/>
                <a:gd name="connsiteY7" fmla="*/ 27621 h 164132"/>
                <a:gd name="connsiteX8" fmla="*/ 68313 w 176427"/>
                <a:gd name="connsiteY8" fmla="*/ 85 h 164132"/>
                <a:gd name="connsiteX9" fmla="*/ 11276 w 176427"/>
                <a:gd name="connsiteY9" fmla="*/ 55882 h 164132"/>
                <a:gd name="connsiteX10" fmla="*/ 15527 w 176427"/>
                <a:gd name="connsiteY10" fmla="*/ 59506 h 164132"/>
                <a:gd name="connsiteX11" fmla="*/ 20132 w 176427"/>
                <a:gd name="connsiteY11" fmla="*/ 55520 h 164132"/>
                <a:gd name="connsiteX12" fmla="*/ 67605 w 176427"/>
                <a:gd name="connsiteY12" fmla="*/ 8056 h 164132"/>
                <a:gd name="connsiteX13" fmla="*/ 86735 w 176427"/>
                <a:gd name="connsiteY13" fmla="*/ 32331 h 164132"/>
                <a:gd name="connsiteX14" fmla="*/ 67605 w 176427"/>
                <a:gd name="connsiteY14" fmla="*/ 118564 h 164132"/>
                <a:gd name="connsiteX15" fmla="*/ 33949 w 176427"/>
                <a:gd name="connsiteY15" fmla="*/ 156246 h 164132"/>
                <a:gd name="connsiteX16" fmla="*/ 16235 w 176427"/>
                <a:gd name="connsiteY16" fmla="*/ 151536 h 164132"/>
                <a:gd name="connsiteX17" fmla="*/ 32886 w 176427"/>
                <a:gd name="connsiteY17" fmla="*/ 131970 h 164132"/>
                <a:gd name="connsiteX18" fmla="*/ 19778 w 176427"/>
                <a:gd name="connsiteY18" fmla="*/ 119289 h 164132"/>
                <a:gd name="connsiteX19" fmla="*/ 293 w 176427"/>
                <a:gd name="connsiteY19" fmla="*/ 140304 h 164132"/>
                <a:gd name="connsiteX20" fmla="*/ 33595 w 176427"/>
                <a:gd name="connsiteY20" fmla="*/ 164217 h 164132"/>
                <a:gd name="connsiteX21" fmla="*/ 70793 w 176427"/>
                <a:gd name="connsiteY21" fmla="*/ 136680 h 164132"/>
                <a:gd name="connsiteX22" fmla="*/ 109054 w 176427"/>
                <a:gd name="connsiteY22" fmla="*/ 164217 h 164132"/>
                <a:gd name="connsiteX23" fmla="*/ 165738 w 176427"/>
                <a:gd name="connsiteY23" fmla="*/ 108419 h 164132"/>
                <a:gd name="connsiteX24" fmla="*/ 161487 w 176427"/>
                <a:gd name="connsiteY24" fmla="*/ 104796 h 164132"/>
                <a:gd name="connsiteX25" fmla="*/ 156881 w 176427"/>
                <a:gd name="connsiteY25" fmla="*/ 108782 h 164132"/>
                <a:gd name="connsiteX26" fmla="*/ 109763 w 176427"/>
                <a:gd name="connsiteY26" fmla="*/ 156246 h 164132"/>
                <a:gd name="connsiteX27" fmla="*/ 90278 w 176427"/>
                <a:gd name="connsiteY27" fmla="*/ 132333 h 164132"/>
                <a:gd name="connsiteX28" fmla="*/ 96301 w 176427"/>
                <a:gd name="connsiteY28" fmla="*/ 100448 h 164132"/>
                <a:gd name="connsiteX29" fmla="*/ 108346 w 176427"/>
                <a:gd name="connsiteY29" fmla="*/ 50810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427" h="164132">
                  <a:moveTo>
                    <a:pt x="108346" y="50810"/>
                  </a:moveTo>
                  <a:cubicBezTo>
                    <a:pt x="110472" y="41390"/>
                    <a:pt x="118620" y="8056"/>
                    <a:pt x="143419" y="8056"/>
                  </a:cubicBezTo>
                  <a:cubicBezTo>
                    <a:pt x="145190" y="8056"/>
                    <a:pt x="153693" y="8056"/>
                    <a:pt x="161132" y="12766"/>
                  </a:cubicBezTo>
                  <a:cubicBezTo>
                    <a:pt x="151213" y="14578"/>
                    <a:pt x="144127" y="23636"/>
                    <a:pt x="144127" y="32331"/>
                  </a:cubicBezTo>
                  <a:cubicBezTo>
                    <a:pt x="144127" y="38129"/>
                    <a:pt x="148024" y="45013"/>
                    <a:pt x="157590" y="45013"/>
                  </a:cubicBezTo>
                  <a:cubicBezTo>
                    <a:pt x="165384" y="45013"/>
                    <a:pt x="176720" y="38491"/>
                    <a:pt x="176720" y="23998"/>
                  </a:cubicBezTo>
                  <a:cubicBezTo>
                    <a:pt x="176720" y="5157"/>
                    <a:pt x="155818" y="85"/>
                    <a:pt x="143773" y="85"/>
                  </a:cubicBezTo>
                  <a:cubicBezTo>
                    <a:pt x="123225" y="85"/>
                    <a:pt x="110826" y="19288"/>
                    <a:pt x="106575" y="27621"/>
                  </a:cubicBezTo>
                  <a:cubicBezTo>
                    <a:pt x="97718" y="3708"/>
                    <a:pt x="78587" y="85"/>
                    <a:pt x="68313" y="85"/>
                  </a:cubicBezTo>
                  <a:cubicBezTo>
                    <a:pt x="31469" y="85"/>
                    <a:pt x="11276" y="46824"/>
                    <a:pt x="11276" y="55882"/>
                  </a:cubicBezTo>
                  <a:cubicBezTo>
                    <a:pt x="11276" y="59506"/>
                    <a:pt x="14818" y="59506"/>
                    <a:pt x="15527" y="59506"/>
                  </a:cubicBezTo>
                  <a:cubicBezTo>
                    <a:pt x="18361" y="59506"/>
                    <a:pt x="19424" y="58781"/>
                    <a:pt x="20132" y="55520"/>
                  </a:cubicBezTo>
                  <a:cubicBezTo>
                    <a:pt x="32178" y="17114"/>
                    <a:pt x="55559" y="8056"/>
                    <a:pt x="67605" y="8056"/>
                  </a:cubicBezTo>
                  <a:cubicBezTo>
                    <a:pt x="74336" y="8056"/>
                    <a:pt x="86735" y="11317"/>
                    <a:pt x="86735" y="32331"/>
                  </a:cubicBezTo>
                  <a:cubicBezTo>
                    <a:pt x="86735" y="43563"/>
                    <a:pt x="80713" y="67839"/>
                    <a:pt x="67605" y="118564"/>
                  </a:cubicBezTo>
                  <a:cubicBezTo>
                    <a:pt x="61936" y="141028"/>
                    <a:pt x="49537" y="156246"/>
                    <a:pt x="33949" y="156246"/>
                  </a:cubicBezTo>
                  <a:cubicBezTo>
                    <a:pt x="31823" y="156246"/>
                    <a:pt x="23675" y="156246"/>
                    <a:pt x="16235" y="151536"/>
                  </a:cubicBezTo>
                  <a:cubicBezTo>
                    <a:pt x="25092" y="149724"/>
                    <a:pt x="32886" y="142115"/>
                    <a:pt x="32886" y="131970"/>
                  </a:cubicBezTo>
                  <a:cubicBezTo>
                    <a:pt x="32886" y="122188"/>
                    <a:pt x="25092" y="119289"/>
                    <a:pt x="19778" y="119289"/>
                  </a:cubicBezTo>
                  <a:cubicBezTo>
                    <a:pt x="9150" y="119289"/>
                    <a:pt x="293" y="128709"/>
                    <a:pt x="293" y="140304"/>
                  </a:cubicBezTo>
                  <a:cubicBezTo>
                    <a:pt x="293" y="156971"/>
                    <a:pt x="18007" y="164217"/>
                    <a:pt x="33595" y="164217"/>
                  </a:cubicBezTo>
                  <a:cubicBezTo>
                    <a:pt x="56977" y="164217"/>
                    <a:pt x="69730" y="138854"/>
                    <a:pt x="70793" y="136680"/>
                  </a:cubicBezTo>
                  <a:cubicBezTo>
                    <a:pt x="75044" y="150086"/>
                    <a:pt x="87798" y="164217"/>
                    <a:pt x="109054" y="164217"/>
                  </a:cubicBezTo>
                  <a:cubicBezTo>
                    <a:pt x="145544" y="164217"/>
                    <a:pt x="165738" y="117477"/>
                    <a:pt x="165738" y="108419"/>
                  </a:cubicBezTo>
                  <a:cubicBezTo>
                    <a:pt x="165738" y="104796"/>
                    <a:pt x="162549" y="104796"/>
                    <a:pt x="161487" y="104796"/>
                  </a:cubicBezTo>
                  <a:cubicBezTo>
                    <a:pt x="158298" y="104796"/>
                    <a:pt x="157590" y="106245"/>
                    <a:pt x="156881" y="108782"/>
                  </a:cubicBezTo>
                  <a:cubicBezTo>
                    <a:pt x="145190" y="147550"/>
                    <a:pt x="121100" y="156246"/>
                    <a:pt x="109763" y="156246"/>
                  </a:cubicBezTo>
                  <a:cubicBezTo>
                    <a:pt x="95946" y="156246"/>
                    <a:pt x="90278" y="144652"/>
                    <a:pt x="90278" y="132333"/>
                  </a:cubicBezTo>
                  <a:cubicBezTo>
                    <a:pt x="90278" y="124362"/>
                    <a:pt x="92404" y="116390"/>
                    <a:pt x="96301" y="100448"/>
                  </a:cubicBezTo>
                  <a:lnTo>
                    <a:pt x="108346" y="50810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3F28413C-2D62-5766-7B01-BB1574A2813C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15033220" y="5985678"/>
              <a:ext cx="109611" cy="168407"/>
            </a:xfrm>
            <a:custGeom>
              <a:avLst/>
              <a:gdLst>
                <a:gd name="connsiteX0" fmla="*/ 109910 w 109611"/>
                <a:gd name="connsiteY0" fmla="*/ 122328 h 168407"/>
                <a:gd name="connsiteX1" fmla="*/ 101479 w 109611"/>
                <a:gd name="connsiteY1" fmla="*/ 122328 h 168407"/>
                <a:gd name="connsiteX2" fmla="*/ 95031 w 109611"/>
                <a:gd name="connsiteY2" fmla="*/ 145408 h 168407"/>
                <a:gd name="connsiteX3" fmla="*/ 70480 w 109611"/>
                <a:gd name="connsiteY3" fmla="*/ 146930 h 168407"/>
                <a:gd name="connsiteX4" fmla="*/ 24850 w 109611"/>
                <a:gd name="connsiteY4" fmla="*/ 146930 h 168407"/>
                <a:gd name="connsiteX5" fmla="*/ 74448 w 109611"/>
                <a:gd name="connsiteY5" fmla="*/ 104321 h 168407"/>
                <a:gd name="connsiteX6" fmla="*/ 109910 w 109611"/>
                <a:gd name="connsiteY6" fmla="*/ 49538 h 168407"/>
                <a:gd name="connsiteX7" fmla="*/ 51881 w 109611"/>
                <a:gd name="connsiteY7" fmla="*/ 81 h 168407"/>
                <a:gd name="connsiteX8" fmla="*/ 299 w 109611"/>
                <a:gd name="connsiteY8" fmla="*/ 45480 h 168407"/>
                <a:gd name="connsiteX9" fmla="*/ 13442 w 109611"/>
                <a:gd name="connsiteY9" fmla="*/ 59683 h 168407"/>
                <a:gd name="connsiteX10" fmla="*/ 26586 w 109611"/>
                <a:gd name="connsiteY10" fmla="*/ 46241 h 168407"/>
                <a:gd name="connsiteX11" fmla="*/ 11954 w 109611"/>
                <a:gd name="connsiteY11" fmla="*/ 32798 h 168407"/>
                <a:gd name="connsiteX12" fmla="*/ 48161 w 109611"/>
                <a:gd name="connsiteY12" fmla="*/ 9211 h 168407"/>
                <a:gd name="connsiteX13" fmla="*/ 85855 w 109611"/>
                <a:gd name="connsiteY13" fmla="*/ 49538 h 168407"/>
                <a:gd name="connsiteX14" fmla="*/ 62544 w 109611"/>
                <a:gd name="connsiteY14" fmla="*/ 98234 h 168407"/>
                <a:gd name="connsiteX15" fmla="*/ 2779 w 109611"/>
                <a:gd name="connsiteY15" fmla="*/ 158597 h 168407"/>
                <a:gd name="connsiteX16" fmla="*/ 299 w 109611"/>
                <a:gd name="connsiteY16" fmla="*/ 168488 h 168407"/>
                <a:gd name="connsiteX17" fmla="*/ 102471 w 109611"/>
                <a:gd name="connsiteY17" fmla="*/ 168488 h 168407"/>
                <a:gd name="connsiteX18" fmla="*/ 109910 w 109611"/>
                <a:gd name="connsiteY18" fmla="*/ 122328 h 168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611" h="168407">
                  <a:moveTo>
                    <a:pt x="109910" y="122328"/>
                  </a:moveTo>
                  <a:lnTo>
                    <a:pt x="101479" y="122328"/>
                  </a:lnTo>
                  <a:cubicBezTo>
                    <a:pt x="100735" y="127908"/>
                    <a:pt x="98255" y="142872"/>
                    <a:pt x="95031" y="145408"/>
                  </a:cubicBezTo>
                  <a:cubicBezTo>
                    <a:pt x="93047" y="146930"/>
                    <a:pt x="73952" y="146930"/>
                    <a:pt x="70480" y="146930"/>
                  </a:cubicBezTo>
                  <a:lnTo>
                    <a:pt x="24850" y="146930"/>
                  </a:lnTo>
                  <a:cubicBezTo>
                    <a:pt x="50889" y="123343"/>
                    <a:pt x="59568" y="116241"/>
                    <a:pt x="74448" y="104321"/>
                  </a:cubicBezTo>
                  <a:cubicBezTo>
                    <a:pt x="92799" y="89357"/>
                    <a:pt x="109910" y="73632"/>
                    <a:pt x="109910" y="49538"/>
                  </a:cubicBezTo>
                  <a:cubicBezTo>
                    <a:pt x="109910" y="18849"/>
                    <a:pt x="83623" y="81"/>
                    <a:pt x="51881" y="81"/>
                  </a:cubicBezTo>
                  <a:cubicBezTo>
                    <a:pt x="21130" y="81"/>
                    <a:pt x="299" y="22146"/>
                    <a:pt x="299" y="45480"/>
                  </a:cubicBezTo>
                  <a:cubicBezTo>
                    <a:pt x="299" y="58415"/>
                    <a:pt x="10962" y="59683"/>
                    <a:pt x="13442" y="59683"/>
                  </a:cubicBezTo>
                  <a:cubicBezTo>
                    <a:pt x="19394" y="59683"/>
                    <a:pt x="26586" y="55371"/>
                    <a:pt x="26586" y="46241"/>
                  </a:cubicBezTo>
                  <a:cubicBezTo>
                    <a:pt x="26586" y="41675"/>
                    <a:pt x="24850" y="32798"/>
                    <a:pt x="11954" y="32798"/>
                  </a:cubicBezTo>
                  <a:cubicBezTo>
                    <a:pt x="19642" y="14791"/>
                    <a:pt x="36505" y="9211"/>
                    <a:pt x="48161" y="9211"/>
                  </a:cubicBezTo>
                  <a:cubicBezTo>
                    <a:pt x="72960" y="9211"/>
                    <a:pt x="85855" y="28994"/>
                    <a:pt x="85855" y="49538"/>
                  </a:cubicBezTo>
                  <a:cubicBezTo>
                    <a:pt x="85855" y="71603"/>
                    <a:pt x="70480" y="89103"/>
                    <a:pt x="62544" y="98234"/>
                  </a:cubicBezTo>
                  <a:lnTo>
                    <a:pt x="2779" y="158597"/>
                  </a:lnTo>
                  <a:cubicBezTo>
                    <a:pt x="299" y="160880"/>
                    <a:pt x="299" y="161387"/>
                    <a:pt x="299" y="168488"/>
                  </a:cubicBezTo>
                  <a:lnTo>
                    <a:pt x="102471" y="168488"/>
                  </a:lnTo>
                  <a:lnTo>
                    <a:pt x="109910" y="122328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09188E67-C60C-0BB6-BFF6-7C60FBF9E9BD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15029252" y="6225104"/>
              <a:ext cx="75140" cy="170690"/>
            </a:xfrm>
            <a:custGeom>
              <a:avLst/>
              <a:gdLst>
                <a:gd name="connsiteX0" fmla="*/ 68992 w 75140"/>
                <a:gd name="connsiteY0" fmla="*/ 9725 h 170690"/>
                <a:gd name="connsiteX1" fmla="*/ 59072 w 75140"/>
                <a:gd name="connsiteY1" fmla="*/ 87 h 170690"/>
                <a:gd name="connsiteX2" fmla="*/ 45185 w 75140"/>
                <a:gd name="connsiteY2" fmla="*/ 14037 h 170690"/>
                <a:gd name="connsiteX3" fmla="*/ 55105 w 75140"/>
                <a:gd name="connsiteY3" fmla="*/ 23674 h 170690"/>
                <a:gd name="connsiteX4" fmla="*/ 68992 w 75140"/>
                <a:gd name="connsiteY4" fmla="*/ 9725 h 170690"/>
                <a:gd name="connsiteX5" fmla="*/ 18402 w 75140"/>
                <a:gd name="connsiteY5" fmla="*/ 138567 h 170690"/>
                <a:gd name="connsiteX6" fmla="*/ 16170 w 75140"/>
                <a:gd name="connsiteY6" fmla="*/ 149219 h 170690"/>
                <a:gd name="connsiteX7" fmla="*/ 39729 w 75140"/>
                <a:gd name="connsiteY7" fmla="*/ 170778 h 170690"/>
                <a:gd name="connsiteX8" fmla="*/ 75440 w 75140"/>
                <a:gd name="connsiteY8" fmla="*/ 131973 h 170690"/>
                <a:gd name="connsiteX9" fmla="*/ 71472 w 75140"/>
                <a:gd name="connsiteY9" fmla="*/ 128676 h 170690"/>
                <a:gd name="connsiteX10" fmla="*/ 66760 w 75140"/>
                <a:gd name="connsiteY10" fmla="*/ 132987 h 170690"/>
                <a:gd name="connsiteX11" fmla="*/ 40473 w 75140"/>
                <a:gd name="connsiteY11" fmla="*/ 163676 h 170690"/>
                <a:gd name="connsiteX12" fmla="*/ 34273 w 75140"/>
                <a:gd name="connsiteY12" fmla="*/ 154799 h 170690"/>
                <a:gd name="connsiteX13" fmla="*/ 38241 w 75140"/>
                <a:gd name="connsiteY13" fmla="*/ 138567 h 170690"/>
                <a:gd name="connsiteX14" fmla="*/ 46177 w 75140"/>
                <a:gd name="connsiteY14" fmla="*/ 118277 h 170690"/>
                <a:gd name="connsiteX15" fmla="*/ 58328 w 75140"/>
                <a:gd name="connsiteY15" fmla="*/ 86066 h 170690"/>
                <a:gd name="connsiteX16" fmla="*/ 59816 w 75140"/>
                <a:gd name="connsiteY16" fmla="*/ 77950 h 170690"/>
                <a:gd name="connsiteX17" fmla="*/ 36257 w 75140"/>
                <a:gd name="connsiteY17" fmla="*/ 56392 h 170690"/>
                <a:gd name="connsiteX18" fmla="*/ 299 w 75140"/>
                <a:gd name="connsiteY18" fmla="*/ 95197 h 170690"/>
                <a:gd name="connsiteX19" fmla="*/ 4515 w 75140"/>
                <a:gd name="connsiteY19" fmla="*/ 98494 h 170690"/>
                <a:gd name="connsiteX20" fmla="*/ 8978 w 75140"/>
                <a:gd name="connsiteY20" fmla="*/ 94436 h 170690"/>
                <a:gd name="connsiteX21" fmla="*/ 35513 w 75140"/>
                <a:gd name="connsiteY21" fmla="*/ 63494 h 170690"/>
                <a:gd name="connsiteX22" fmla="*/ 41713 w 75140"/>
                <a:gd name="connsiteY22" fmla="*/ 72371 h 170690"/>
                <a:gd name="connsiteX23" fmla="*/ 34025 w 75140"/>
                <a:gd name="connsiteY23" fmla="*/ 97733 h 170690"/>
                <a:gd name="connsiteX24" fmla="*/ 18402 w 75140"/>
                <a:gd name="connsiteY24" fmla="*/ 138567 h 17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140" h="170690">
                  <a:moveTo>
                    <a:pt x="68992" y="9725"/>
                  </a:moveTo>
                  <a:cubicBezTo>
                    <a:pt x="68992" y="5667"/>
                    <a:pt x="66016" y="87"/>
                    <a:pt x="59072" y="87"/>
                  </a:cubicBezTo>
                  <a:cubicBezTo>
                    <a:pt x="52377" y="87"/>
                    <a:pt x="45185" y="6681"/>
                    <a:pt x="45185" y="14037"/>
                  </a:cubicBezTo>
                  <a:cubicBezTo>
                    <a:pt x="45185" y="18348"/>
                    <a:pt x="48409" y="23674"/>
                    <a:pt x="55105" y="23674"/>
                  </a:cubicBezTo>
                  <a:cubicBezTo>
                    <a:pt x="62296" y="23674"/>
                    <a:pt x="68992" y="16573"/>
                    <a:pt x="68992" y="9725"/>
                  </a:cubicBezTo>
                  <a:close/>
                  <a:moveTo>
                    <a:pt x="18402" y="138567"/>
                  </a:moveTo>
                  <a:cubicBezTo>
                    <a:pt x="17410" y="141864"/>
                    <a:pt x="16170" y="144908"/>
                    <a:pt x="16170" y="149219"/>
                  </a:cubicBezTo>
                  <a:cubicBezTo>
                    <a:pt x="16170" y="161140"/>
                    <a:pt x="26090" y="170778"/>
                    <a:pt x="39729" y="170778"/>
                  </a:cubicBezTo>
                  <a:cubicBezTo>
                    <a:pt x="64528" y="170778"/>
                    <a:pt x="75440" y="135777"/>
                    <a:pt x="75440" y="131973"/>
                  </a:cubicBezTo>
                  <a:cubicBezTo>
                    <a:pt x="75440" y="128676"/>
                    <a:pt x="72216" y="128676"/>
                    <a:pt x="71472" y="128676"/>
                  </a:cubicBezTo>
                  <a:cubicBezTo>
                    <a:pt x="68000" y="128676"/>
                    <a:pt x="67752" y="130197"/>
                    <a:pt x="66760" y="132987"/>
                  </a:cubicBezTo>
                  <a:cubicBezTo>
                    <a:pt x="61056" y="153277"/>
                    <a:pt x="50145" y="163676"/>
                    <a:pt x="40473" y="163676"/>
                  </a:cubicBezTo>
                  <a:cubicBezTo>
                    <a:pt x="35513" y="163676"/>
                    <a:pt x="34273" y="160379"/>
                    <a:pt x="34273" y="154799"/>
                  </a:cubicBezTo>
                  <a:cubicBezTo>
                    <a:pt x="34273" y="148966"/>
                    <a:pt x="36009" y="144147"/>
                    <a:pt x="38241" y="138567"/>
                  </a:cubicBezTo>
                  <a:cubicBezTo>
                    <a:pt x="40721" y="131719"/>
                    <a:pt x="43449" y="124871"/>
                    <a:pt x="46177" y="118277"/>
                  </a:cubicBezTo>
                  <a:cubicBezTo>
                    <a:pt x="48409" y="112190"/>
                    <a:pt x="57337" y="89110"/>
                    <a:pt x="58328" y="86066"/>
                  </a:cubicBezTo>
                  <a:cubicBezTo>
                    <a:pt x="59072" y="83530"/>
                    <a:pt x="59816" y="80487"/>
                    <a:pt x="59816" y="77950"/>
                  </a:cubicBezTo>
                  <a:cubicBezTo>
                    <a:pt x="59816" y="66030"/>
                    <a:pt x="49897" y="56392"/>
                    <a:pt x="36257" y="56392"/>
                  </a:cubicBezTo>
                  <a:cubicBezTo>
                    <a:pt x="11706" y="56392"/>
                    <a:pt x="299" y="90885"/>
                    <a:pt x="299" y="95197"/>
                  </a:cubicBezTo>
                  <a:cubicBezTo>
                    <a:pt x="299" y="98494"/>
                    <a:pt x="3771" y="98494"/>
                    <a:pt x="4515" y="98494"/>
                  </a:cubicBezTo>
                  <a:cubicBezTo>
                    <a:pt x="7987" y="98494"/>
                    <a:pt x="8234" y="97226"/>
                    <a:pt x="8978" y="94436"/>
                  </a:cubicBezTo>
                  <a:cubicBezTo>
                    <a:pt x="15426" y="72624"/>
                    <a:pt x="26338" y="63494"/>
                    <a:pt x="35513" y="63494"/>
                  </a:cubicBezTo>
                  <a:cubicBezTo>
                    <a:pt x="39481" y="63494"/>
                    <a:pt x="41713" y="65523"/>
                    <a:pt x="41713" y="72371"/>
                  </a:cubicBezTo>
                  <a:cubicBezTo>
                    <a:pt x="41713" y="78204"/>
                    <a:pt x="40225" y="82008"/>
                    <a:pt x="34025" y="97733"/>
                  </a:cubicBezTo>
                  <a:lnTo>
                    <a:pt x="18402" y="138567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2F0EF42-989F-5737-C50E-0547335A2ED3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15275091" y="6092452"/>
              <a:ext cx="235590" cy="241307"/>
            </a:xfrm>
            <a:custGeom>
              <a:avLst/>
              <a:gdLst>
                <a:gd name="connsiteX0" fmla="*/ 125363 w 235590"/>
                <a:gd name="connsiteY0" fmla="*/ 127985 h 241307"/>
                <a:gd name="connsiteX1" fmla="*/ 224205 w 235590"/>
                <a:gd name="connsiteY1" fmla="*/ 127985 h 241307"/>
                <a:gd name="connsiteX2" fmla="*/ 235896 w 235590"/>
                <a:gd name="connsiteY2" fmla="*/ 120738 h 241307"/>
                <a:gd name="connsiteX3" fmla="*/ 224205 w 235590"/>
                <a:gd name="connsiteY3" fmla="*/ 113492 h 241307"/>
                <a:gd name="connsiteX4" fmla="*/ 125363 w 235590"/>
                <a:gd name="connsiteY4" fmla="*/ 113492 h 241307"/>
                <a:gd name="connsiteX5" fmla="*/ 125363 w 235590"/>
                <a:gd name="connsiteY5" fmla="*/ 12041 h 241307"/>
                <a:gd name="connsiteX6" fmla="*/ 118278 w 235590"/>
                <a:gd name="connsiteY6" fmla="*/ 85 h 241307"/>
                <a:gd name="connsiteX7" fmla="*/ 111192 w 235590"/>
                <a:gd name="connsiteY7" fmla="*/ 12041 h 241307"/>
                <a:gd name="connsiteX8" fmla="*/ 111192 w 235590"/>
                <a:gd name="connsiteY8" fmla="*/ 113492 h 241307"/>
                <a:gd name="connsiteX9" fmla="*/ 11996 w 235590"/>
                <a:gd name="connsiteY9" fmla="*/ 113492 h 241307"/>
                <a:gd name="connsiteX10" fmla="*/ 306 w 235590"/>
                <a:gd name="connsiteY10" fmla="*/ 120738 h 241307"/>
                <a:gd name="connsiteX11" fmla="*/ 11996 w 235590"/>
                <a:gd name="connsiteY11" fmla="*/ 127985 h 241307"/>
                <a:gd name="connsiteX12" fmla="*/ 111192 w 235590"/>
                <a:gd name="connsiteY12" fmla="*/ 127985 h 241307"/>
                <a:gd name="connsiteX13" fmla="*/ 111192 w 235590"/>
                <a:gd name="connsiteY13" fmla="*/ 229435 h 241307"/>
                <a:gd name="connsiteX14" fmla="*/ 118278 w 235590"/>
                <a:gd name="connsiteY14" fmla="*/ 241392 h 241307"/>
                <a:gd name="connsiteX15" fmla="*/ 125363 w 235590"/>
                <a:gd name="connsiteY15" fmla="*/ 229435 h 241307"/>
                <a:gd name="connsiteX16" fmla="*/ 125363 w 235590"/>
                <a:gd name="connsiteY16" fmla="*/ 127985 h 24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590" h="241307">
                  <a:moveTo>
                    <a:pt x="125363" y="127985"/>
                  </a:moveTo>
                  <a:lnTo>
                    <a:pt x="224205" y="127985"/>
                  </a:lnTo>
                  <a:cubicBezTo>
                    <a:pt x="229165" y="127985"/>
                    <a:pt x="235896" y="127985"/>
                    <a:pt x="235896" y="120738"/>
                  </a:cubicBezTo>
                  <a:cubicBezTo>
                    <a:pt x="235896" y="113492"/>
                    <a:pt x="229165" y="113492"/>
                    <a:pt x="224205" y="113492"/>
                  </a:cubicBezTo>
                  <a:lnTo>
                    <a:pt x="125363" y="113492"/>
                  </a:lnTo>
                  <a:lnTo>
                    <a:pt x="125363" y="12041"/>
                  </a:lnTo>
                  <a:cubicBezTo>
                    <a:pt x="125363" y="6969"/>
                    <a:pt x="125363" y="85"/>
                    <a:pt x="118278" y="85"/>
                  </a:cubicBezTo>
                  <a:cubicBezTo>
                    <a:pt x="111192" y="85"/>
                    <a:pt x="111192" y="6969"/>
                    <a:pt x="111192" y="12041"/>
                  </a:cubicBezTo>
                  <a:lnTo>
                    <a:pt x="111192" y="113492"/>
                  </a:lnTo>
                  <a:lnTo>
                    <a:pt x="11996" y="113492"/>
                  </a:lnTo>
                  <a:cubicBezTo>
                    <a:pt x="7037" y="113492"/>
                    <a:pt x="306" y="113492"/>
                    <a:pt x="306" y="120738"/>
                  </a:cubicBezTo>
                  <a:cubicBezTo>
                    <a:pt x="306" y="127985"/>
                    <a:pt x="7037" y="127985"/>
                    <a:pt x="11996" y="127985"/>
                  </a:cubicBezTo>
                  <a:lnTo>
                    <a:pt x="111192" y="127985"/>
                  </a:lnTo>
                  <a:lnTo>
                    <a:pt x="111192" y="229435"/>
                  </a:lnTo>
                  <a:cubicBezTo>
                    <a:pt x="111192" y="234508"/>
                    <a:pt x="111192" y="241392"/>
                    <a:pt x="118278" y="241392"/>
                  </a:cubicBezTo>
                  <a:cubicBezTo>
                    <a:pt x="125363" y="241392"/>
                    <a:pt x="125363" y="234508"/>
                    <a:pt x="125363" y="229435"/>
                  </a:cubicBezTo>
                  <a:lnTo>
                    <a:pt x="125363" y="127985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3FBF7428-1F77-12D3-6DE9-B96CFD9955DE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15623694" y="6143539"/>
              <a:ext cx="162256" cy="164132"/>
            </a:xfrm>
            <a:custGeom>
              <a:avLst/>
              <a:gdLst>
                <a:gd name="connsiteX0" fmla="*/ 118288 w 162256"/>
                <a:gd name="connsiteY0" fmla="*/ 23273 h 164132"/>
                <a:gd name="connsiteX1" fmla="*/ 85695 w 162256"/>
                <a:gd name="connsiteY1" fmla="*/ 85 h 164132"/>
                <a:gd name="connsiteX2" fmla="*/ 315 w 162256"/>
                <a:gd name="connsiteY2" fmla="*/ 106245 h 164132"/>
                <a:gd name="connsiteX3" fmla="*/ 47434 w 162256"/>
                <a:gd name="connsiteY3" fmla="*/ 164217 h 164132"/>
                <a:gd name="connsiteX4" fmla="*/ 93489 w 162256"/>
                <a:gd name="connsiteY4" fmla="*/ 137043 h 164132"/>
                <a:gd name="connsiteX5" fmla="*/ 125728 w 162256"/>
                <a:gd name="connsiteY5" fmla="*/ 164217 h 164132"/>
                <a:gd name="connsiteX6" fmla="*/ 151944 w 162256"/>
                <a:gd name="connsiteY6" fmla="*/ 144289 h 164132"/>
                <a:gd name="connsiteX7" fmla="*/ 162572 w 162256"/>
                <a:gd name="connsiteY7" fmla="*/ 108419 h 164132"/>
                <a:gd name="connsiteX8" fmla="*/ 158321 w 162256"/>
                <a:gd name="connsiteY8" fmla="*/ 104796 h 164132"/>
                <a:gd name="connsiteX9" fmla="*/ 153361 w 162256"/>
                <a:gd name="connsiteY9" fmla="*/ 111318 h 164132"/>
                <a:gd name="connsiteX10" fmla="*/ 126436 w 162256"/>
                <a:gd name="connsiteY10" fmla="*/ 156246 h 164132"/>
                <a:gd name="connsiteX11" fmla="*/ 115808 w 162256"/>
                <a:gd name="connsiteY11" fmla="*/ 139579 h 164132"/>
                <a:gd name="connsiteX12" fmla="*/ 120414 w 162256"/>
                <a:gd name="connsiteY12" fmla="*/ 112767 h 164132"/>
                <a:gd name="connsiteX13" fmla="*/ 128207 w 162256"/>
                <a:gd name="connsiteY13" fmla="*/ 80158 h 164132"/>
                <a:gd name="connsiteX14" fmla="*/ 140961 w 162256"/>
                <a:gd name="connsiteY14" fmla="*/ 29433 h 164132"/>
                <a:gd name="connsiteX15" fmla="*/ 143441 w 162256"/>
                <a:gd name="connsiteY15" fmla="*/ 17114 h 164132"/>
                <a:gd name="connsiteX16" fmla="*/ 133167 w 162256"/>
                <a:gd name="connsiteY16" fmla="*/ 7331 h 164132"/>
                <a:gd name="connsiteX17" fmla="*/ 118288 w 162256"/>
                <a:gd name="connsiteY17" fmla="*/ 23273 h 164132"/>
                <a:gd name="connsiteX18" fmla="*/ 95260 w 162256"/>
                <a:gd name="connsiteY18" fmla="*/ 117115 h 164132"/>
                <a:gd name="connsiteX19" fmla="*/ 88175 w 162256"/>
                <a:gd name="connsiteY19" fmla="*/ 130521 h 164132"/>
                <a:gd name="connsiteX20" fmla="*/ 48142 w 162256"/>
                <a:gd name="connsiteY20" fmla="*/ 156246 h 164132"/>
                <a:gd name="connsiteX21" fmla="*/ 25469 w 162256"/>
                <a:gd name="connsiteY21" fmla="*/ 122188 h 164132"/>
                <a:gd name="connsiteX22" fmla="*/ 44954 w 162256"/>
                <a:gd name="connsiteY22" fmla="*/ 42839 h 164132"/>
                <a:gd name="connsiteX23" fmla="*/ 86049 w 162256"/>
                <a:gd name="connsiteY23" fmla="*/ 8056 h 164132"/>
                <a:gd name="connsiteX24" fmla="*/ 114037 w 162256"/>
                <a:gd name="connsiteY24" fmla="*/ 39940 h 164132"/>
                <a:gd name="connsiteX25" fmla="*/ 112974 w 162256"/>
                <a:gd name="connsiteY25" fmla="*/ 46100 h 164132"/>
                <a:gd name="connsiteX26" fmla="*/ 95260 w 162256"/>
                <a:gd name="connsiteY26" fmla="*/ 117115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256" h="164132">
                  <a:moveTo>
                    <a:pt x="118288" y="23273"/>
                  </a:moveTo>
                  <a:cubicBezTo>
                    <a:pt x="111911" y="9867"/>
                    <a:pt x="101637" y="85"/>
                    <a:pt x="85695" y="85"/>
                  </a:cubicBezTo>
                  <a:cubicBezTo>
                    <a:pt x="44245" y="85"/>
                    <a:pt x="315" y="53346"/>
                    <a:pt x="315" y="106245"/>
                  </a:cubicBezTo>
                  <a:cubicBezTo>
                    <a:pt x="315" y="140304"/>
                    <a:pt x="19800" y="164217"/>
                    <a:pt x="47434" y="164217"/>
                  </a:cubicBezTo>
                  <a:cubicBezTo>
                    <a:pt x="54519" y="164217"/>
                    <a:pt x="72233" y="162768"/>
                    <a:pt x="93489" y="137043"/>
                  </a:cubicBezTo>
                  <a:cubicBezTo>
                    <a:pt x="96323" y="152260"/>
                    <a:pt x="108723" y="164217"/>
                    <a:pt x="125728" y="164217"/>
                  </a:cubicBezTo>
                  <a:cubicBezTo>
                    <a:pt x="138127" y="164217"/>
                    <a:pt x="146275" y="155884"/>
                    <a:pt x="151944" y="144289"/>
                  </a:cubicBezTo>
                  <a:cubicBezTo>
                    <a:pt x="157966" y="131246"/>
                    <a:pt x="162572" y="109144"/>
                    <a:pt x="162572" y="108419"/>
                  </a:cubicBezTo>
                  <a:cubicBezTo>
                    <a:pt x="162572" y="104796"/>
                    <a:pt x="159383" y="104796"/>
                    <a:pt x="158321" y="104796"/>
                  </a:cubicBezTo>
                  <a:cubicBezTo>
                    <a:pt x="154778" y="104796"/>
                    <a:pt x="154424" y="106245"/>
                    <a:pt x="153361" y="111318"/>
                  </a:cubicBezTo>
                  <a:cubicBezTo>
                    <a:pt x="147338" y="134869"/>
                    <a:pt x="140961" y="156246"/>
                    <a:pt x="126436" y="156246"/>
                  </a:cubicBezTo>
                  <a:cubicBezTo>
                    <a:pt x="116871" y="156246"/>
                    <a:pt x="115808" y="146826"/>
                    <a:pt x="115808" y="139579"/>
                  </a:cubicBezTo>
                  <a:cubicBezTo>
                    <a:pt x="115808" y="131608"/>
                    <a:pt x="116517" y="128709"/>
                    <a:pt x="120414" y="112767"/>
                  </a:cubicBezTo>
                  <a:cubicBezTo>
                    <a:pt x="124311" y="97550"/>
                    <a:pt x="125019" y="93926"/>
                    <a:pt x="128207" y="80158"/>
                  </a:cubicBezTo>
                  <a:lnTo>
                    <a:pt x="140961" y="29433"/>
                  </a:lnTo>
                  <a:cubicBezTo>
                    <a:pt x="143441" y="19288"/>
                    <a:pt x="143441" y="18563"/>
                    <a:pt x="143441" y="17114"/>
                  </a:cubicBezTo>
                  <a:cubicBezTo>
                    <a:pt x="143441" y="10954"/>
                    <a:pt x="139190" y="7331"/>
                    <a:pt x="133167" y="7331"/>
                  </a:cubicBezTo>
                  <a:cubicBezTo>
                    <a:pt x="124665" y="7331"/>
                    <a:pt x="119351" y="15302"/>
                    <a:pt x="118288" y="23273"/>
                  </a:cubicBezTo>
                  <a:close/>
                  <a:moveTo>
                    <a:pt x="95260" y="117115"/>
                  </a:moveTo>
                  <a:cubicBezTo>
                    <a:pt x="93489" y="123637"/>
                    <a:pt x="93489" y="124362"/>
                    <a:pt x="88175" y="130521"/>
                  </a:cubicBezTo>
                  <a:cubicBezTo>
                    <a:pt x="72587" y="150449"/>
                    <a:pt x="58062" y="156246"/>
                    <a:pt x="48142" y="156246"/>
                  </a:cubicBezTo>
                  <a:cubicBezTo>
                    <a:pt x="30429" y="156246"/>
                    <a:pt x="25469" y="136318"/>
                    <a:pt x="25469" y="122188"/>
                  </a:cubicBezTo>
                  <a:cubicBezTo>
                    <a:pt x="25469" y="104071"/>
                    <a:pt x="36805" y="59506"/>
                    <a:pt x="44954" y="42839"/>
                  </a:cubicBezTo>
                  <a:cubicBezTo>
                    <a:pt x="55936" y="21462"/>
                    <a:pt x="71878" y="8056"/>
                    <a:pt x="86049" y="8056"/>
                  </a:cubicBezTo>
                  <a:cubicBezTo>
                    <a:pt x="109077" y="8056"/>
                    <a:pt x="114037" y="37766"/>
                    <a:pt x="114037" y="39940"/>
                  </a:cubicBezTo>
                  <a:cubicBezTo>
                    <a:pt x="114037" y="42114"/>
                    <a:pt x="113328" y="44288"/>
                    <a:pt x="112974" y="46100"/>
                  </a:cubicBezTo>
                  <a:lnTo>
                    <a:pt x="95260" y="117115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A2C5763B-264F-601E-294E-F5D7979CBAFE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15810179" y="6189626"/>
              <a:ext cx="114075" cy="173480"/>
            </a:xfrm>
            <a:custGeom>
              <a:avLst/>
              <a:gdLst>
                <a:gd name="connsiteX0" fmla="*/ 54631 w 114075"/>
                <a:gd name="connsiteY0" fmla="*/ 83783 h 173480"/>
                <a:gd name="connsiteX1" fmla="*/ 87861 w 114075"/>
                <a:gd name="connsiteY1" fmla="*/ 124617 h 173480"/>
                <a:gd name="connsiteX2" fmla="*/ 55623 w 114075"/>
                <a:gd name="connsiteY2" fmla="*/ 165450 h 173480"/>
                <a:gd name="connsiteX3" fmla="*/ 13464 w 114075"/>
                <a:gd name="connsiteY3" fmla="*/ 147697 h 173480"/>
                <a:gd name="connsiteX4" fmla="*/ 27848 w 114075"/>
                <a:gd name="connsiteY4" fmla="*/ 133494 h 173480"/>
                <a:gd name="connsiteX5" fmla="*/ 14208 w 114075"/>
                <a:gd name="connsiteY5" fmla="*/ 119544 h 173480"/>
                <a:gd name="connsiteX6" fmla="*/ 321 w 114075"/>
                <a:gd name="connsiteY6" fmla="*/ 134254 h 173480"/>
                <a:gd name="connsiteX7" fmla="*/ 56119 w 114075"/>
                <a:gd name="connsiteY7" fmla="*/ 173566 h 173480"/>
                <a:gd name="connsiteX8" fmla="*/ 114396 w 114075"/>
                <a:gd name="connsiteY8" fmla="*/ 124617 h 173480"/>
                <a:gd name="connsiteX9" fmla="*/ 71246 w 114075"/>
                <a:gd name="connsiteY9" fmla="*/ 79218 h 173480"/>
                <a:gd name="connsiteX10" fmla="*/ 106708 w 114075"/>
                <a:gd name="connsiteY10" fmla="*/ 35087 h 173480"/>
                <a:gd name="connsiteX11" fmla="*/ 56614 w 114075"/>
                <a:gd name="connsiteY11" fmla="*/ 86 h 173480"/>
                <a:gd name="connsiteX12" fmla="*/ 8008 w 114075"/>
                <a:gd name="connsiteY12" fmla="*/ 34072 h 173480"/>
                <a:gd name="connsiteX13" fmla="*/ 20904 w 114075"/>
                <a:gd name="connsiteY13" fmla="*/ 47514 h 173480"/>
                <a:gd name="connsiteX14" fmla="*/ 33551 w 114075"/>
                <a:gd name="connsiteY14" fmla="*/ 34579 h 173480"/>
                <a:gd name="connsiteX15" fmla="*/ 20904 w 114075"/>
                <a:gd name="connsiteY15" fmla="*/ 21391 h 173480"/>
                <a:gd name="connsiteX16" fmla="*/ 55871 w 114075"/>
                <a:gd name="connsiteY16" fmla="*/ 7441 h 173480"/>
                <a:gd name="connsiteX17" fmla="*/ 82653 w 114075"/>
                <a:gd name="connsiteY17" fmla="*/ 35087 h 173480"/>
                <a:gd name="connsiteX18" fmla="*/ 72734 w 114075"/>
                <a:gd name="connsiteY18" fmla="*/ 65268 h 173480"/>
                <a:gd name="connsiteX19" fmla="*/ 45207 w 114075"/>
                <a:gd name="connsiteY19" fmla="*/ 76174 h 173480"/>
                <a:gd name="connsiteX20" fmla="*/ 37271 w 114075"/>
                <a:gd name="connsiteY20" fmla="*/ 76935 h 173480"/>
                <a:gd name="connsiteX21" fmla="*/ 34791 w 114075"/>
                <a:gd name="connsiteY21" fmla="*/ 80232 h 173480"/>
                <a:gd name="connsiteX22" fmla="*/ 41239 w 114075"/>
                <a:gd name="connsiteY22" fmla="*/ 83783 h 173480"/>
                <a:gd name="connsiteX23" fmla="*/ 54631 w 114075"/>
                <a:gd name="connsiteY23" fmla="*/ 83783 h 17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075" h="173480">
                  <a:moveTo>
                    <a:pt x="54631" y="83783"/>
                  </a:moveTo>
                  <a:cubicBezTo>
                    <a:pt x="73974" y="83783"/>
                    <a:pt x="87861" y="97479"/>
                    <a:pt x="87861" y="124617"/>
                  </a:cubicBezTo>
                  <a:cubicBezTo>
                    <a:pt x="87861" y="156066"/>
                    <a:pt x="70006" y="165450"/>
                    <a:pt x="55623" y="165450"/>
                  </a:cubicBezTo>
                  <a:cubicBezTo>
                    <a:pt x="45703" y="165450"/>
                    <a:pt x="23880" y="162661"/>
                    <a:pt x="13464" y="147697"/>
                  </a:cubicBezTo>
                  <a:cubicBezTo>
                    <a:pt x="25120" y="147189"/>
                    <a:pt x="27848" y="138820"/>
                    <a:pt x="27848" y="133494"/>
                  </a:cubicBezTo>
                  <a:cubicBezTo>
                    <a:pt x="27848" y="125378"/>
                    <a:pt x="21896" y="119544"/>
                    <a:pt x="14208" y="119544"/>
                  </a:cubicBezTo>
                  <a:cubicBezTo>
                    <a:pt x="7264" y="119544"/>
                    <a:pt x="321" y="123856"/>
                    <a:pt x="321" y="134254"/>
                  </a:cubicBezTo>
                  <a:cubicBezTo>
                    <a:pt x="321" y="158095"/>
                    <a:pt x="26112" y="173566"/>
                    <a:pt x="56119" y="173566"/>
                  </a:cubicBezTo>
                  <a:cubicBezTo>
                    <a:pt x="90589" y="173566"/>
                    <a:pt x="114396" y="149979"/>
                    <a:pt x="114396" y="124617"/>
                  </a:cubicBezTo>
                  <a:cubicBezTo>
                    <a:pt x="114396" y="104834"/>
                    <a:pt x="98525" y="85051"/>
                    <a:pt x="71246" y="79218"/>
                  </a:cubicBezTo>
                  <a:cubicBezTo>
                    <a:pt x="97285" y="69580"/>
                    <a:pt x="106708" y="50558"/>
                    <a:pt x="106708" y="35087"/>
                  </a:cubicBezTo>
                  <a:cubicBezTo>
                    <a:pt x="106708" y="15050"/>
                    <a:pt x="84141" y="86"/>
                    <a:pt x="56614" y="86"/>
                  </a:cubicBezTo>
                  <a:cubicBezTo>
                    <a:pt x="29088" y="86"/>
                    <a:pt x="8008" y="13782"/>
                    <a:pt x="8008" y="34072"/>
                  </a:cubicBezTo>
                  <a:cubicBezTo>
                    <a:pt x="8008" y="42695"/>
                    <a:pt x="13464" y="47514"/>
                    <a:pt x="20904" y="47514"/>
                  </a:cubicBezTo>
                  <a:cubicBezTo>
                    <a:pt x="28592" y="47514"/>
                    <a:pt x="33551" y="41681"/>
                    <a:pt x="33551" y="34579"/>
                  </a:cubicBezTo>
                  <a:cubicBezTo>
                    <a:pt x="33551" y="27224"/>
                    <a:pt x="28592" y="21898"/>
                    <a:pt x="20904" y="21391"/>
                  </a:cubicBezTo>
                  <a:cubicBezTo>
                    <a:pt x="29584" y="10231"/>
                    <a:pt x="46695" y="7441"/>
                    <a:pt x="55871" y="7441"/>
                  </a:cubicBezTo>
                  <a:cubicBezTo>
                    <a:pt x="67030" y="7441"/>
                    <a:pt x="82653" y="13021"/>
                    <a:pt x="82653" y="35087"/>
                  </a:cubicBezTo>
                  <a:cubicBezTo>
                    <a:pt x="82653" y="45739"/>
                    <a:pt x="79182" y="57406"/>
                    <a:pt x="72734" y="65268"/>
                  </a:cubicBezTo>
                  <a:cubicBezTo>
                    <a:pt x="64550" y="74906"/>
                    <a:pt x="57606" y="75413"/>
                    <a:pt x="45207" y="76174"/>
                  </a:cubicBezTo>
                  <a:cubicBezTo>
                    <a:pt x="39007" y="76681"/>
                    <a:pt x="38511" y="76681"/>
                    <a:pt x="37271" y="76935"/>
                  </a:cubicBezTo>
                  <a:cubicBezTo>
                    <a:pt x="36775" y="76935"/>
                    <a:pt x="34791" y="77442"/>
                    <a:pt x="34791" y="80232"/>
                  </a:cubicBezTo>
                  <a:cubicBezTo>
                    <a:pt x="34791" y="83783"/>
                    <a:pt x="37023" y="83783"/>
                    <a:pt x="41239" y="83783"/>
                  </a:cubicBezTo>
                  <a:lnTo>
                    <a:pt x="54631" y="83783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C2D7A16-4C3E-0325-E106-E26FB61A2C60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16025036" y="6143539"/>
              <a:ext cx="176427" cy="164132"/>
            </a:xfrm>
            <a:custGeom>
              <a:avLst/>
              <a:gdLst>
                <a:gd name="connsiteX0" fmla="*/ 108380 w 176427"/>
                <a:gd name="connsiteY0" fmla="*/ 50810 h 164132"/>
                <a:gd name="connsiteX1" fmla="*/ 143453 w 176427"/>
                <a:gd name="connsiteY1" fmla="*/ 8056 h 164132"/>
                <a:gd name="connsiteX2" fmla="*/ 161166 w 176427"/>
                <a:gd name="connsiteY2" fmla="*/ 12766 h 164132"/>
                <a:gd name="connsiteX3" fmla="*/ 144161 w 176427"/>
                <a:gd name="connsiteY3" fmla="*/ 32331 h 164132"/>
                <a:gd name="connsiteX4" fmla="*/ 157623 w 176427"/>
                <a:gd name="connsiteY4" fmla="*/ 45013 h 164132"/>
                <a:gd name="connsiteX5" fmla="*/ 176754 w 176427"/>
                <a:gd name="connsiteY5" fmla="*/ 23998 h 164132"/>
                <a:gd name="connsiteX6" fmla="*/ 143807 w 176427"/>
                <a:gd name="connsiteY6" fmla="*/ 85 h 164132"/>
                <a:gd name="connsiteX7" fmla="*/ 106608 w 176427"/>
                <a:gd name="connsiteY7" fmla="*/ 27621 h 164132"/>
                <a:gd name="connsiteX8" fmla="*/ 68347 w 176427"/>
                <a:gd name="connsiteY8" fmla="*/ 85 h 164132"/>
                <a:gd name="connsiteX9" fmla="*/ 11309 w 176427"/>
                <a:gd name="connsiteY9" fmla="*/ 55882 h 164132"/>
                <a:gd name="connsiteX10" fmla="*/ 15561 w 176427"/>
                <a:gd name="connsiteY10" fmla="*/ 59506 h 164132"/>
                <a:gd name="connsiteX11" fmla="*/ 20166 w 176427"/>
                <a:gd name="connsiteY11" fmla="*/ 55520 h 164132"/>
                <a:gd name="connsiteX12" fmla="*/ 67638 w 176427"/>
                <a:gd name="connsiteY12" fmla="*/ 8056 h 164132"/>
                <a:gd name="connsiteX13" fmla="*/ 86769 w 176427"/>
                <a:gd name="connsiteY13" fmla="*/ 32331 h 164132"/>
                <a:gd name="connsiteX14" fmla="*/ 67638 w 176427"/>
                <a:gd name="connsiteY14" fmla="*/ 118564 h 164132"/>
                <a:gd name="connsiteX15" fmla="*/ 33983 w 176427"/>
                <a:gd name="connsiteY15" fmla="*/ 156246 h 164132"/>
                <a:gd name="connsiteX16" fmla="*/ 16269 w 176427"/>
                <a:gd name="connsiteY16" fmla="*/ 151536 h 164132"/>
                <a:gd name="connsiteX17" fmla="*/ 32920 w 176427"/>
                <a:gd name="connsiteY17" fmla="*/ 131970 h 164132"/>
                <a:gd name="connsiteX18" fmla="*/ 19812 w 176427"/>
                <a:gd name="connsiteY18" fmla="*/ 119289 h 164132"/>
                <a:gd name="connsiteX19" fmla="*/ 327 w 176427"/>
                <a:gd name="connsiteY19" fmla="*/ 140304 h 164132"/>
                <a:gd name="connsiteX20" fmla="*/ 33628 w 176427"/>
                <a:gd name="connsiteY20" fmla="*/ 164217 h 164132"/>
                <a:gd name="connsiteX21" fmla="*/ 70827 w 176427"/>
                <a:gd name="connsiteY21" fmla="*/ 136680 h 164132"/>
                <a:gd name="connsiteX22" fmla="*/ 109088 w 176427"/>
                <a:gd name="connsiteY22" fmla="*/ 164217 h 164132"/>
                <a:gd name="connsiteX23" fmla="*/ 165772 w 176427"/>
                <a:gd name="connsiteY23" fmla="*/ 108419 h 164132"/>
                <a:gd name="connsiteX24" fmla="*/ 161520 w 176427"/>
                <a:gd name="connsiteY24" fmla="*/ 104796 h 164132"/>
                <a:gd name="connsiteX25" fmla="*/ 156915 w 176427"/>
                <a:gd name="connsiteY25" fmla="*/ 108782 h 164132"/>
                <a:gd name="connsiteX26" fmla="*/ 109797 w 176427"/>
                <a:gd name="connsiteY26" fmla="*/ 156246 h 164132"/>
                <a:gd name="connsiteX27" fmla="*/ 90312 w 176427"/>
                <a:gd name="connsiteY27" fmla="*/ 132333 h 164132"/>
                <a:gd name="connsiteX28" fmla="*/ 96334 w 176427"/>
                <a:gd name="connsiteY28" fmla="*/ 100448 h 164132"/>
                <a:gd name="connsiteX29" fmla="*/ 108380 w 176427"/>
                <a:gd name="connsiteY29" fmla="*/ 50810 h 16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427" h="164132">
                  <a:moveTo>
                    <a:pt x="108380" y="50810"/>
                  </a:moveTo>
                  <a:cubicBezTo>
                    <a:pt x="110505" y="41390"/>
                    <a:pt x="118654" y="8056"/>
                    <a:pt x="143453" y="8056"/>
                  </a:cubicBezTo>
                  <a:cubicBezTo>
                    <a:pt x="145224" y="8056"/>
                    <a:pt x="153726" y="8056"/>
                    <a:pt x="161166" y="12766"/>
                  </a:cubicBezTo>
                  <a:cubicBezTo>
                    <a:pt x="151247" y="14578"/>
                    <a:pt x="144161" y="23636"/>
                    <a:pt x="144161" y="32331"/>
                  </a:cubicBezTo>
                  <a:cubicBezTo>
                    <a:pt x="144161" y="38129"/>
                    <a:pt x="148058" y="45013"/>
                    <a:pt x="157623" y="45013"/>
                  </a:cubicBezTo>
                  <a:cubicBezTo>
                    <a:pt x="165417" y="45013"/>
                    <a:pt x="176754" y="38491"/>
                    <a:pt x="176754" y="23998"/>
                  </a:cubicBezTo>
                  <a:cubicBezTo>
                    <a:pt x="176754" y="5157"/>
                    <a:pt x="155852" y="85"/>
                    <a:pt x="143807" y="85"/>
                  </a:cubicBezTo>
                  <a:cubicBezTo>
                    <a:pt x="123259" y="85"/>
                    <a:pt x="110860" y="19288"/>
                    <a:pt x="106608" y="27621"/>
                  </a:cubicBezTo>
                  <a:cubicBezTo>
                    <a:pt x="97752" y="3708"/>
                    <a:pt x="78621" y="85"/>
                    <a:pt x="68347" y="85"/>
                  </a:cubicBezTo>
                  <a:cubicBezTo>
                    <a:pt x="31503" y="85"/>
                    <a:pt x="11309" y="46824"/>
                    <a:pt x="11309" y="55882"/>
                  </a:cubicBezTo>
                  <a:cubicBezTo>
                    <a:pt x="11309" y="59506"/>
                    <a:pt x="14852" y="59506"/>
                    <a:pt x="15561" y="59506"/>
                  </a:cubicBezTo>
                  <a:cubicBezTo>
                    <a:pt x="18395" y="59506"/>
                    <a:pt x="19458" y="58781"/>
                    <a:pt x="20166" y="55520"/>
                  </a:cubicBezTo>
                  <a:cubicBezTo>
                    <a:pt x="32211" y="17114"/>
                    <a:pt x="55593" y="8056"/>
                    <a:pt x="67638" y="8056"/>
                  </a:cubicBezTo>
                  <a:cubicBezTo>
                    <a:pt x="74370" y="8056"/>
                    <a:pt x="86769" y="11317"/>
                    <a:pt x="86769" y="32331"/>
                  </a:cubicBezTo>
                  <a:cubicBezTo>
                    <a:pt x="86769" y="43563"/>
                    <a:pt x="80746" y="67839"/>
                    <a:pt x="67638" y="118564"/>
                  </a:cubicBezTo>
                  <a:cubicBezTo>
                    <a:pt x="61970" y="141028"/>
                    <a:pt x="49571" y="156246"/>
                    <a:pt x="33983" y="156246"/>
                  </a:cubicBezTo>
                  <a:cubicBezTo>
                    <a:pt x="31857" y="156246"/>
                    <a:pt x="23709" y="156246"/>
                    <a:pt x="16269" y="151536"/>
                  </a:cubicBezTo>
                  <a:cubicBezTo>
                    <a:pt x="25126" y="149724"/>
                    <a:pt x="32920" y="142115"/>
                    <a:pt x="32920" y="131970"/>
                  </a:cubicBezTo>
                  <a:cubicBezTo>
                    <a:pt x="32920" y="122188"/>
                    <a:pt x="25126" y="119289"/>
                    <a:pt x="19812" y="119289"/>
                  </a:cubicBezTo>
                  <a:cubicBezTo>
                    <a:pt x="9184" y="119289"/>
                    <a:pt x="327" y="128709"/>
                    <a:pt x="327" y="140304"/>
                  </a:cubicBezTo>
                  <a:cubicBezTo>
                    <a:pt x="327" y="156971"/>
                    <a:pt x="18040" y="164217"/>
                    <a:pt x="33628" y="164217"/>
                  </a:cubicBezTo>
                  <a:cubicBezTo>
                    <a:pt x="57010" y="164217"/>
                    <a:pt x="69764" y="138854"/>
                    <a:pt x="70827" y="136680"/>
                  </a:cubicBezTo>
                  <a:cubicBezTo>
                    <a:pt x="75078" y="150086"/>
                    <a:pt x="87832" y="164217"/>
                    <a:pt x="109088" y="164217"/>
                  </a:cubicBezTo>
                  <a:cubicBezTo>
                    <a:pt x="145578" y="164217"/>
                    <a:pt x="165772" y="117477"/>
                    <a:pt x="165772" y="108419"/>
                  </a:cubicBezTo>
                  <a:cubicBezTo>
                    <a:pt x="165772" y="104796"/>
                    <a:pt x="162583" y="104796"/>
                    <a:pt x="161520" y="104796"/>
                  </a:cubicBezTo>
                  <a:cubicBezTo>
                    <a:pt x="158332" y="104796"/>
                    <a:pt x="157623" y="106245"/>
                    <a:pt x="156915" y="108782"/>
                  </a:cubicBezTo>
                  <a:cubicBezTo>
                    <a:pt x="145224" y="147550"/>
                    <a:pt x="121133" y="156246"/>
                    <a:pt x="109797" y="156246"/>
                  </a:cubicBezTo>
                  <a:cubicBezTo>
                    <a:pt x="95980" y="156246"/>
                    <a:pt x="90312" y="144652"/>
                    <a:pt x="90312" y="132333"/>
                  </a:cubicBezTo>
                  <a:cubicBezTo>
                    <a:pt x="90312" y="124362"/>
                    <a:pt x="92437" y="116390"/>
                    <a:pt x="96334" y="100448"/>
                  </a:cubicBezTo>
                  <a:lnTo>
                    <a:pt x="108380" y="50810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61D2BD-D0DB-AA0E-7121-A27DE16ACDD9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16230629" y="5985678"/>
              <a:ext cx="114075" cy="173480"/>
            </a:xfrm>
            <a:custGeom>
              <a:avLst/>
              <a:gdLst>
                <a:gd name="connsiteX0" fmla="*/ 54642 w 114075"/>
                <a:gd name="connsiteY0" fmla="*/ 83777 h 173480"/>
                <a:gd name="connsiteX1" fmla="*/ 87873 w 114075"/>
                <a:gd name="connsiteY1" fmla="*/ 124611 h 173480"/>
                <a:gd name="connsiteX2" fmla="*/ 55634 w 114075"/>
                <a:gd name="connsiteY2" fmla="*/ 165445 h 173480"/>
                <a:gd name="connsiteX3" fmla="*/ 13476 w 114075"/>
                <a:gd name="connsiteY3" fmla="*/ 147691 h 173480"/>
                <a:gd name="connsiteX4" fmla="*/ 27859 w 114075"/>
                <a:gd name="connsiteY4" fmla="*/ 133488 h 173480"/>
                <a:gd name="connsiteX5" fmla="*/ 14220 w 114075"/>
                <a:gd name="connsiteY5" fmla="*/ 119538 h 173480"/>
                <a:gd name="connsiteX6" fmla="*/ 333 w 114075"/>
                <a:gd name="connsiteY6" fmla="*/ 134249 h 173480"/>
                <a:gd name="connsiteX7" fmla="*/ 56130 w 114075"/>
                <a:gd name="connsiteY7" fmla="*/ 173561 h 173480"/>
                <a:gd name="connsiteX8" fmla="*/ 114408 w 114075"/>
                <a:gd name="connsiteY8" fmla="*/ 124611 h 173480"/>
                <a:gd name="connsiteX9" fmla="*/ 71258 w 114075"/>
                <a:gd name="connsiteY9" fmla="*/ 79212 h 173480"/>
                <a:gd name="connsiteX10" fmla="*/ 106720 w 114075"/>
                <a:gd name="connsiteY10" fmla="*/ 35081 h 173480"/>
                <a:gd name="connsiteX11" fmla="*/ 56626 w 114075"/>
                <a:gd name="connsiteY11" fmla="*/ 81 h 173480"/>
                <a:gd name="connsiteX12" fmla="*/ 8020 w 114075"/>
                <a:gd name="connsiteY12" fmla="*/ 34066 h 173480"/>
                <a:gd name="connsiteX13" fmla="*/ 20916 w 114075"/>
                <a:gd name="connsiteY13" fmla="*/ 47509 h 173480"/>
                <a:gd name="connsiteX14" fmla="*/ 33563 w 114075"/>
                <a:gd name="connsiteY14" fmla="*/ 34574 h 173480"/>
                <a:gd name="connsiteX15" fmla="*/ 20916 w 114075"/>
                <a:gd name="connsiteY15" fmla="*/ 21385 h 173480"/>
                <a:gd name="connsiteX16" fmla="*/ 55882 w 114075"/>
                <a:gd name="connsiteY16" fmla="*/ 7436 h 173480"/>
                <a:gd name="connsiteX17" fmla="*/ 82665 w 114075"/>
                <a:gd name="connsiteY17" fmla="*/ 35081 h 173480"/>
                <a:gd name="connsiteX18" fmla="*/ 72746 w 114075"/>
                <a:gd name="connsiteY18" fmla="*/ 65262 h 173480"/>
                <a:gd name="connsiteX19" fmla="*/ 45219 w 114075"/>
                <a:gd name="connsiteY19" fmla="*/ 76168 h 173480"/>
                <a:gd name="connsiteX20" fmla="*/ 37283 w 114075"/>
                <a:gd name="connsiteY20" fmla="*/ 76929 h 173480"/>
                <a:gd name="connsiteX21" fmla="*/ 34803 w 114075"/>
                <a:gd name="connsiteY21" fmla="*/ 80226 h 173480"/>
                <a:gd name="connsiteX22" fmla="*/ 41251 w 114075"/>
                <a:gd name="connsiteY22" fmla="*/ 83777 h 173480"/>
                <a:gd name="connsiteX23" fmla="*/ 54642 w 114075"/>
                <a:gd name="connsiteY23" fmla="*/ 83777 h 17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075" h="173480">
                  <a:moveTo>
                    <a:pt x="54642" y="83777"/>
                  </a:moveTo>
                  <a:cubicBezTo>
                    <a:pt x="73986" y="83777"/>
                    <a:pt x="87873" y="97473"/>
                    <a:pt x="87873" y="124611"/>
                  </a:cubicBezTo>
                  <a:cubicBezTo>
                    <a:pt x="87873" y="156061"/>
                    <a:pt x="70018" y="165445"/>
                    <a:pt x="55634" y="165445"/>
                  </a:cubicBezTo>
                  <a:cubicBezTo>
                    <a:pt x="45715" y="165445"/>
                    <a:pt x="23892" y="162655"/>
                    <a:pt x="13476" y="147691"/>
                  </a:cubicBezTo>
                  <a:cubicBezTo>
                    <a:pt x="25132" y="147184"/>
                    <a:pt x="27859" y="138814"/>
                    <a:pt x="27859" y="133488"/>
                  </a:cubicBezTo>
                  <a:cubicBezTo>
                    <a:pt x="27859" y="125372"/>
                    <a:pt x="21908" y="119538"/>
                    <a:pt x="14220" y="119538"/>
                  </a:cubicBezTo>
                  <a:cubicBezTo>
                    <a:pt x="7276" y="119538"/>
                    <a:pt x="333" y="123850"/>
                    <a:pt x="333" y="134249"/>
                  </a:cubicBezTo>
                  <a:cubicBezTo>
                    <a:pt x="333" y="158090"/>
                    <a:pt x="26124" y="173561"/>
                    <a:pt x="56130" y="173561"/>
                  </a:cubicBezTo>
                  <a:cubicBezTo>
                    <a:pt x="90601" y="173561"/>
                    <a:pt x="114408" y="149974"/>
                    <a:pt x="114408" y="124611"/>
                  </a:cubicBezTo>
                  <a:cubicBezTo>
                    <a:pt x="114408" y="104828"/>
                    <a:pt x="98537" y="85045"/>
                    <a:pt x="71258" y="79212"/>
                  </a:cubicBezTo>
                  <a:cubicBezTo>
                    <a:pt x="97297" y="69574"/>
                    <a:pt x="106720" y="50552"/>
                    <a:pt x="106720" y="35081"/>
                  </a:cubicBezTo>
                  <a:cubicBezTo>
                    <a:pt x="106720" y="15044"/>
                    <a:pt x="84153" y="81"/>
                    <a:pt x="56626" y="81"/>
                  </a:cubicBezTo>
                  <a:cubicBezTo>
                    <a:pt x="29099" y="81"/>
                    <a:pt x="8020" y="13776"/>
                    <a:pt x="8020" y="34066"/>
                  </a:cubicBezTo>
                  <a:cubicBezTo>
                    <a:pt x="8020" y="42690"/>
                    <a:pt x="13476" y="47509"/>
                    <a:pt x="20916" y="47509"/>
                  </a:cubicBezTo>
                  <a:cubicBezTo>
                    <a:pt x="28603" y="47509"/>
                    <a:pt x="33563" y="41675"/>
                    <a:pt x="33563" y="34574"/>
                  </a:cubicBezTo>
                  <a:cubicBezTo>
                    <a:pt x="33563" y="27219"/>
                    <a:pt x="28603" y="21892"/>
                    <a:pt x="20916" y="21385"/>
                  </a:cubicBezTo>
                  <a:cubicBezTo>
                    <a:pt x="29595" y="10226"/>
                    <a:pt x="46707" y="7436"/>
                    <a:pt x="55882" y="7436"/>
                  </a:cubicBezTo>
                  <a:cubicBezTo>
                    <a:pt x="67042" y="7436"/>
                    <a:pt x="82665" y="13015"/>
                    <a:pt x="82665" y="35081"/>
                  </a:cubicBezTo>
                  <a:cubicBezTo>
                    <a:pt x="82665" y="45733"/>
                    <a:pt x="79193" y="57400"/>
                    <a:pt x="72746" y="65262"/>
                  </a:cubicBezTo>
                  <a:cubicBezTo>
                    <a:pt x="64562" y="74900"/>
                    <a:pt x="57618" y="75408"/>
                    <a:pt x="45219" y="76168"/>
                  </a:cubicBezTo>
                  <a:cubicBezTo>
                    <a:pt x="39019" y="76676"/>
                    <a:pt x="38523" y="76676"/>
                    <a:pt x="37283" y="76929"/>
                  </a:cubicBezTo>
                  <a:cubicBezTo>
                    <a:pt x="36787" y="76929"/>
                    <a:pt x="34803" y="77437"/>
                    <a:pt x="34803" y="80226"/>
                  </a:cubicBezTo>
                  <a:cubicBezTo>
                    <a:pt x="34803" y="83777"/>
                    <a:pt x="37035" y="83777"/>
                    <a:pt x="41251" y="83777"/>
                  </a:cubicBezTo>
                  <a:lnTo>
                    <a:pt x="54642" y="83777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BE45E6-474E-062C-DC47-D1884C2AEA61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16228893" y="6225104"/>
              <a:ext cx="75140" cy="170690"/>
            </a:xfrm>
            <a:custGeom>
              <a:avLst/>
              <a:gdLst>
                <a:gd name="connsiteX0" fmla="*/ 69026 w 75140"/>
                <a:gd name="connsiteY0" fmla="*/ 9725 h 170690"/>
                <a:gd name="connsiteX1" fmla="*/ 59106 w 75140"/>
                <a:gd name="connsiteY1" fmla="*/ 87 h 170690"/>
                <a:gd name="connsiteX2" fmla="*/ 45219 w 75140"/>
                <a:gd name="connsiteY2" fmla="*/ 14037 h 170690"/>
                <a:gd name="connsiteX3" fmla="*/ 55138 w 75140"/>
                <a:gd name="connsiteY3" fmla="*/ 23674 h 170690"/>
                <a:gd name="connsiteX4" fmla="*/ 69026 w 75140"/>
                <a:gd name="connsiteY4" fmla="*/ 9725 h 170690"/>
                <a:gd name="connsiteX5" fmla="*/ 18436 w 75140"/>
                <a:gd name="connsiteY5" fmla="*/ 138567 h 170690"/>
                <a:gd name="connsiteX6" fmla="*/ 16204 w 75140"/>
                <a:gd name="connsiteY6" fmla="*/ 149219 h 170690"/>
                <a:gd name="connsiteX7" fmla="*/ 39763 w 75140"/>
                <a:gd name="connsiteY7" fmla="*/ 170778 h 170690"/>
                <a:gd name="connsiteX8" fmla="*/ 75474 w 75140"/>
                <a:gd name="connsiteY8" fmla="*/ 131973 h 170690"/>
                <a:gd name="connsiteX9" fmla="*/ 71506 w 75140"/>
                <a:gd name="connsiteY9" fmla="*/ 128676 h 170690"/>
                <a:gd name="connsiteX10" fmla="*/ 66794 w 75140"/>
                <a:gd name="connsiteY10" fmla="*/ 132987 h 170690"/>
                <a:gd name="connsiteX11" fmla="*/ 40507 w 75140"/>
                <a:gd name="connsiteY11" fmla="*/ 163676 h 170690"/>
                <a:gd name="connsiteX12" fmla="*/ 34307 w 75140"/>
                <a:gd name="connsiteY12" fmla="*/ 154799 h 170690"/>
                <a:gd name="connsiteX13" fmla="*/ 38275 w 75140"/>
                <a:gd name="connsiteY13" fmla="*/ 138567 h 170690"/>
                <a:gd name="connsiteX14" fmla="*/ 46211 w 75140"/>
                <a:gd name="connsiteY14" fmla="*/ 118277 h 170690"/>
                <a:gd name="connsiteX15" fmla="*/ 58362 w 75140"/>
                <a:gd name="connsiteY15" fmla="*/ 86066 h 170690"/>
                <a:gd name="connsiteX16" fmla="*/ 59850 w 75140"/>
                <a:gd name="connsiteY16" fmla="*/ 77950 h 170690"/>
                <a:gd name="connsiteX17" fmla="*/ 36291 w 75140"/>
                <a:gd name="connsiteY17" fmla="*/ 56392 h 170690"/>
                <a:gd name="connsiteX18" fmla="*/ 333 w 75140"/>
                <a:gd name="connsiteY18" fmla="*/ 95197 h 170690"/>
                <a:gd name="connsiteX19" fmla="*/ 4548 w 75140"/>
                <a:gd name="connsiteY19" fmla="*/ 98494 h 170690"/>
                <a:gd name="connsiteX20" fmla="*/ 9012 w 75140"/>
                <a:gd name="connsiteY20" fmla="*/ 94436 h 170690"/>
                <a:gd name="connsiteX21" fmla="*/ 35547 w 75140"/>
                <a:gd name="connsiteY21" fmla="*/ 63494 h 170690"/>
                <a:gd name="connsiteX22" fmla="*/ 41747 w 75140"/>
                <a:gd name="connsiteY22" fmla="*/ 72371 h 170690"/>
                <a:gd name="connsiteX23" fmla="*/ 34059 w 75140"/>
                <a:gd name="connsiteY23" fmla="*/ 97733 h 170690"/>
                <a:gd name="connsiteX24" fmla="*/ 18436 w 75140"/>
                <a:gd name="connsiteY24" fmla="*/ 138567 h 17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140" h="170690">
                  <a:moveTo>
                    <a:pt x="69026" y="9725"/>
                  </a:moveTo>
                  <a:cubicBezTo>
                    <a:pt x="69026" y="5667"/>
                    <a:pt x="66050" y="87"/>
                    <a:pt x="59106" y="87"/>
                  </a:cubicBezTo>
                  <a:cubicBezTo>
                    <a:pt x="52410" y="87"/>
                    <a:pt x="45219" y="6681"/>
                    <a:pt x="45219" y="14037"/>
                  </a:cubicBezTo>
                  <a:cubicBezTo>
                    <a:pt x="45219" y="18348"/>
                    <a:pt x="48443" y="23674"/>
                    <a:pt x="55138" y="23674"/>
                  </a:cubicBezTo>
                  <a:cubicBezTo>
                    <a:pt x="62330" y="23674"/>
                    <a:pt x="69026" y="16573"/>
                    <a:pt x="69026" y="9725"/>
                  </a:cubicBezTo>
                  <a:close/>
                  <a:moveTo>
                    <a:pt x="18436" y="138567"/>
                  </a:moveTo>
                  <a:cubicBezTo>
                    <a:pt x="17444" y="141864"/>
                    <a:pt x="16204" y="144908"/>
                    <a:pt x="16204" y="149219"/>
                  </a:cubicBezTo>
                  <a:cubicBezTo>
                    <a:pt x="16204" y="161140"/>
                    <a:pt x="26124" y="170778"/>
                    <a:pt x="39763" y="170778"/>
                  </a:cubicBezTo>
                  <a:cubicBezTo>
                    <a:pt x="64562" y="170778"/>
                    <a:pt x="75474" y="135777"/>
                    <a:pt x="75474" y="131973"/>
                  </a:cubicBezTo>
                  <a:cubicBezTo>
                    <a:pt x="75474" y="128676"/>
                    <a:pt x="72250" y="128676"/>
                    <a:pt x="71506" y="128676"/>
                  </a:cubicBezTo>
                  <a:cubicBezTo>
                    <a:pt x="68034" y="128676"/>
                    <a:pt x="67786" y="130197"/>
                    <a:pt x="66794" y="132987"/>
                  </a:cubicBezTo>
                  <a:cubicBezTo>
                    <a:pt x="61090" y="153277"/>
                    <a:pt x="50179" y="163676"/>
                    <a:pt x="40507" y="163676"/>
                  </a:cubicBezTo>
                  <a:cubicBezTo>
                    <a:pt x="35547" y="163676"/>
                    <a:pt x="34307" y="160379"/>
                    <a:pt x="34307" y="154799"/>
                  </a:cubicBezTo>
                  <a:cubicBezTo>
                    <a:pt x="34307" y="148966"/>
                    <a:pt x="36043" y="144147"/>
                    <a:pt x="38275" y="138567"/>
                  </a:cubicBezTo>
                  <a:cubicBezTo>
                    <a:pt x="40755" y="131719"/>
                    <a:pt x="43483" y="124871"/>
                    <a:pt x="46211" y="118277"/>
                  </a:cubicBezTo>
                  <a:cubicBezTo>
                    <a:pt x="48443" y="112190"/>
                    <a:pt x="57370" y="89110"/>
                    <a:pt x="58362" y="86066"/>
                  </a:cubicBezTo>
                  <a:cubicBezTo>
                    <a:pt x="59106" y="83530"/>
                    <a:pt x="59850" y="80487"/>
                    <a:pt x="59850" y="77950"/>
                  </a:cubicBezTo>
                  <a:cubicBezTo>
                    <a:pt x="59850" y="66030"/>
                    <a:pt x="49931" y="56392"/>
                    <a:pt x="36291" y="56392"/>
                  </a:cubicBezTo>
                  <a:cubicBezTo>
                    <a:pt x="11740" y="56392"/>
                    <a:pt x="333" y="90885"/>
                    <a:pt x="333" y="95197"/>
                  </a:cubicBezTo>
                  <a:cubicBezTo>
                    <a:pt x="333" y="98494"/>
                    <a:pt x="3804" y="98494"/>
                    <a:pt x="4548" y="98494"/>
                  </a:cubicBezTo>
                  <a:cubicBezTo>
                    <a:pt x="8020" y="98494"/>
                    <a:pt x="8268" y="97226"/>
                    <a:pt x="9012" y="94436"/>
                  </a:cubicBezTo>
                  <a:cubicBezTo>
                    <a:pt x="15460" y="72624"/>
                    <a:pt x="26372" y="63494"/>
                    <a:pt x="35547" y="63494"/>
                  </a:cubicBezTo>
                  <a:cubicBezTo>
                    <a:pt x="39515" y="63494"/>
                    <a:pt x="41747" y="65523"/>
                    <a:pt x="41747" y="72371"/>
                  </a:cubicBezTo>
                  <a:cubicBezTo>
                    <a:pt x="41747" y="78204"/>
                    <a:pt x="40259" y="82008"/>
                    <a:pt x="34059" y="97733"/>
                  </a:cubicBezTo>
                  <a:lnTo>
                    <a:pt x="18436" y="138567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CD4E2E21-E619-A6B9-0881-F22A5987DB00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16494414" y="6170713"/>
              <a:ext cx="235590" cy="84783"/>
            </a:xfrm>
            <a:custGeom>
              <a:avLst/>
              <a:gdLst>
                <a:gd name="connsiteX0" fmla="*/ 223885 w 235590"/>
                <a:gd name="connsiteY0" fmla="*/ 14578 h 84783"/>
                <a:gd name="connsiteX1" fmla="*/ 235930 w 235590"/>
                <a:gd name="connsiteY1" fmla="*/ 7331 h 84783"/>
                <a:gd name="connsiteX2" fmla="*/ 224239 w 235590"/>
                <a:gd name="connsiteY2" fmla="*/ 85 h 84783"/>
                <a:gd name="connsiteX3" fmla="*/ 12031 w 235590"/>
                <a:gd name="connsiteY3" fmla="*/ 85 h 84783"/>
                <a:gd name="connsiteX4" fmla="*/ 340 w 235590"/>
                <a:gd name="connsiteY4" fmla="*/ 7331 h 84783"/>
                <a:gd name="connsiteX5" fmla="*/ 12385 w 235590"/>
                <a:gd name="connsiteY5" fmla="*/ 14578 h 84783"/>
                <a:gd name="connsiteX6" fmla="*/ 223885 w 235590"/>
                <a:gd name="connsiteY6" fmla="*/ 14578 h 84783"/>
                <a:gd name="connsiteX7" fmla="*/ 224239 w 235590"/>
                <a:gd name="connsiteY7" fmla="*/ 84868 h 84783"/>
                <a:gd name="connsiteX8" fmla="*/ 235930 w 235590"/>
                <a:gd name="connsiteY8" fmla="*/ 77622 h 84783"/>
                <a:gd name="connsiteX9" fmla="*/ 223885 w 235590"/>
                <a:gd name="connsiteY9" fmla="*/ 70375 h 84783"/>
                <a:gd name="connsiteX10" fmla="*/ 12385 w 235590"/>
                <a:gd name="connsiteY10" fmla="*/ 70375 h 84783"/>
                <a:gd name="connsiteX11" fmla="*/ 340 w 235590"/>
                <a:gd name="connsiteY11" fmla="*/ 77622 h 84783"/>
                <a:gd name="connsiteX12" fmla="*/ 12031 w 235590"/>
                <a:gd name="connsiteY12" fmla="*/ 84868 h 84783"/>
                <a:gd name="connsiteX13" fmla="*/ 224239 w 235590"/>
                <a:gd name="connsiteY13" fmla="*/ 84868 h 84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590" h="84783">
                  <a:moveTo>
                    <a:pt x="223885" y="14578"/>
                  </a:moveTo>
                  <a:cubicBezTo>
                    <a:pt x="229199" y="14578"/>
                    <a:pt x="235930" y="14578"/>
                    <a:pt x="235930" y="7331"/>
                  </a:cubicBezTo>
                  <a:cubicBezTo>
                    <a:pt x="235930" y="85"/>
                    <a:pt x="229199" y="85"/>
                    <a:pt x="224239" y="85"/>
                  </a:cubicBezTo>
                  <a:lnTo>
                    <a:pt x="12031" y="85"/>
                  </a:lnTo>
                  <a:cubicBezTo>
                    <a:pt x="7071" y="85"/>
                    <a:pt x="340" y="85"/>
                    <a:pt x="340" y="7331"/>
                  </a:cubicBezTo>
                  <a:cubicBezTo>
                    <a:pt x="340" y="14578"/>
                    <a:pt x="7071" y="14578"/>
                    <a:pt x="12385" y="14578"/>
                  </a:cubicBezTo>
                  <a:lnTo>
                    <a:pt x="223885" y="14578"/>
                  </a:lnTo>
                  <a:close/>
                  <a:moveTo>
                    <a:pt x="224239" y="84868"/>
                  </a:moveTo>
                  <a:cubicBezTo>
                    <a:pt x="229199" y="84868"/>
                    <a:pt x="235930" y="84868"/>
                    <a:pt x="235930" y="77622"/>
                  </a:cubicBezTo>
                  <a:cubicBezTo>
                    <a:pt x="235930" y="70375"/>
                    <a:pt x="229199" y="70375"/>
                    <a:pt x="223885" y="70375"/>
                  </a:cubicBezTo>
                  <a:lnTo>
                    <a:pt x="12385" y="70375"/>
                  </a:lnTo>
                  <a:cubicBezTo>
                    <a:pt x="7071" y="70375"/>
                    <a:pt x="340" y="70375"/>
                    <a:pt x="340" y="77622"/>
                  </a:cubicBezTo>
                  <a:cubicBezTo>
                    <a:pt x="340" y="84868"/>
                    <a:pt x="7071" y="84868"/>
                    <a:pt x="12031" y="84868"/>
                  </a:cubicBezTo>
                  <a:lnTo>
                    <a:pt x="224239" y="84868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43903BE-78EE-B710-4897-47521B4A09EA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16858801" y="6143539"/>
              <a:ext cx="163319" cy="234423"/>
            </a:xfrm>
            <a:custGeom>
              <a:avLst/>
              <a:gdLst>
                <a:gd name="connsiteX0" fmla="*/ 162252 w 163319"/>
                <a:gd name="connsiteY0" fmla="*/ 22186 h 234423"/>
                <a:gd name="connsiteX1" fmla="*/ 163669 w 163319"/>
                <a:gd name="connsiteY1" fmla="*/ 13853 h 234423"/>
                <a:gd name="connsiteX2" fmla="*/ 153396 w 163319"/>
                <a:gd name="connsiteY2" fmla="*/ 4070 h 234423"/>
                <a:gd name="connsiteX3" fmla="*/ 140996 w 163319"/>
                <a:gd name="connsiteY3" fmla="*/ 11679 h 234423"/>
                <a:gd name="connsiteX4" fmla="*/ 136036 w 163319"/>
                <a:gd name="connsiteY4" fmla="*/ 31244 h 234423"/>
                <a:gd name="connsiteX5" fmla="*/ 128951 w 163319"/>
                <a:gd name="connsiteY5" fmla="*/ 60230 h 234423"/>
                <a:gd name="connsiteX6" fmla="*/ 113009 w 163319"/>
                <a:gd name="connsiteY6" fmla="*/ 125449 h 234423"/>
                <a:gd name="connsiteX7" fmla="*/ 72976 w 163319"/>
                <a:gd name="connsiteY7" fmla="*/ 156246 h 234423"/>
                <a:gd name="connsiteX8" fmla="*/ 51011 w 163319"/>
                <a:gd name="connsiteY8" fmla="*/ 126898 h 234423"/>
                <a:gd name="connsiteX9" fmla="*/ 69079 w 163319"/>
                <a:gd name="connsiteY9" fmla="*/ 55882 h 234423"/>
                <a:gd name="connsiteX10" fmla="*/ 76164 w 163319"/>
                <a:gd name="connsiteY10" fmla="*/ 29795 h 234423"/>
                <a:gd name="connsiteX11" fmla="*/ 47114 w 163319"/>
                <a:gd name="connsiteY11" fmla="*/ 85 h 234423"/>
                <a:gd name="connsiteX12" fmla="*/ 350 w 163319"/>
                <a:gd name="connsiteY12" fmla="*/ 55882 h 234423"/>
                <a:gd name="connsiteX13" fmla="*/ 4602 w 163319"/>
                <a:gd name="connsiteY13" fmla="*/ 59506 h 234423"/>
                <a:gd name="connsiteX14" fmla="*/ 10270 w 163319"/>
                <a:gd name="connsiteY14" fmla="*/ 52984 h 234423"/>
                <a:gd name="connsiteX15" fmla="*/ 46051 w 163319"/>
                <a:gd name="connsiteY15" fmla="*/ 8056 h 234423"/>
                <a:gd name="connsiteX16" fmla="*/ 54908 w 163319"/>
                <a:gd name="connsiteY16" fmla="*/ 19650 h 234423"/>
                <a:gd name="connsiteX17" fmla="*/ 48885 w 163319"/>
                <a:gd name="connsiteY17" fmla="*/ 45013 h 234423"/>
                <a:gd name="connsiteX18" fmla="*/ 28338 w 163319"/>
                <a:gd name="connsiteY18" fmla="*/ 121101 h 234423"/>
                <a:gd name="connsiteX19" fmla="*/ 71559 w 163319"/>
                <a:gd name="connsiteY19" fmla="*/ 164217 h 234423"/>
                <a:gd name="connsiteX20" fmla="*/ 107340 w 163319"/>
                <a:gd name="connsiteY20" fmla="*/ 147913 h 234423"/>
                <a:gd name="connsiteX21" fmla="*/ 84313 w 163319"/>
                <a:gd name="connsiteY21" fmla="*/ 203710 h 234423"/>
                <a:gd name="connsiteX22" fmla="*/ 45343 w 163319"/>
                <a:gd name="connsiteY22" fmla="*/ 226537 h 234423"/>
                <a:gd name="connsiteX23" fmla="*/ 18418 w 163319"/>
                <a:gd name="connsiteY23" fmla="*/ 211319 h 234423"/>
                <a:gd name="connsiteX24" fmla="*/ 33652 w 163319"/>
                <a:gd name="connsiteY24" fmla="*/ 206971 h 234423"/>
                <a:gd name="connsiteX25" fmla="*/ 40737 w 163319"/>
                <a:gd name="connsiteY25" fmla="*/ 192116 h 234423"/>
                <a:gd name="connsiteX26" fmla="*/ 27629 w 163319"/>
                <a:gd name="connsiteY26" fmla="*/ 179435 h 234423"/>
                <a:gd name="connsiteX27" fmla="*/ 7790 w 163319"/>
                <a:gd name="connsiteY27" fmla="*/ 202986 h 234423"/>
                <a:gd name="connsiteX28" fmla="*/ 45343 w 163319"/>
                <a:gd name="connsiteY28" fmla="*/ 234508 h 234423"/>
                <a:gd name="connsiteX29" fmla="*/ 128242 w 163319"/>
                <a:gd name="connsiteY29" fmla="*/ 160594 h 234423"/>
                <a:gd name="connsiteX30" fmla="*/ 162252 w 163319"/>
                <a:gd name="connsiteY30" fmla="*/ 22186 h 234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319" h="234423">
                  <a:moveTo>
                    <a:pt x="162252" y="22186"/>
                  </a:moveTo>
                  <a:cubicBezTo>
                    <a:pt x="163669" y="17114"/>
                    <a:pt x="163669" y="16389"/>
                    <a:pt x="163669" y="13853"/>
                  </a:cubicBezTo>
                  <a:cubicBezTo>
                    <a:pt x="163669" y="7331"/>
                    <a:pt x="158710" y="4070"/>
                    <a:pt x="153396" y="4070"/>
                  </a:cubicBezTo>
                  <a:cubicBezTo>
                    <a:pt x="149853" y="4070"/>
                    <a:pt x="144185" y="6244"/>
                    <a:pt x="140996" y="11679"/>
                  </a:cubicBezTo>
                  <a:cubicBezTo>
                    <a:pt x="140288" y="13491"/>
                    <a:pt x="137453" y="24723"/>
                    <a:pt x="136036" y="31244"/>
                  </a:cubicBezTo>
                  <a:cubicBezTo>
                    <a:pt x="133556" y="40665"/>
                    <a:pt x="131077" y="50448"/>
                    <a:pt x="128951" y="60230"/>
                  </a:cubicBezTo>
                  <a:lnTo>
                    <a:pt x="113009" y="125449"/>
                  </a:lnTo>
                  <a:cubicBezTo>
                    <a:pt x="111592" y="130883"/>
                    <a:pt x="96358" y="156246"/>
                    <a:pt x="72976" y="156246"/>
                  </a:cubicBezTo>
                  <a:cubicBezTo>
                    <a:pt x="54908" y="156246"/>
                    <a:pt x="51011" y="140304"/>
                    <a:pt x="51011" y="126898"/>
                  </a:cubicBezTo>
                  <a:cubicBezTo>
                    <a:pt x="51011" y="110231"/>
                    <a:pt x="57034" y="87767"/>
                    <a:pt x="69079" y="55882"/>
                  </a:cubicBezTo>
                  <a:cubicBezTo>
                    <a:pt x="74747" y="41027"/>
                    <a:pt x="76164" y="37042"/>
                    <a:pt x="76164" y="29795"/>
                  </a:cubicBezTo>
                  <a:cubicBezTo>
                    <a:pt x="76164" y="13491"/>
                    <a:pt x="64828" y="85"/>
                    <a:pt x="47114" y="85"/>
                  </a:cubicBezTo>
                  <a:cubicBezTo>
                    <a:pt x="13458" y="85"/>
                    <a:pt x="350" y="52622"/>
                    <a:pt x="350" y="55882"/>
                  </a:cubicBezTo>
                  <a:cubicBezTo>
                    <a:pt x="350" y="59506"/>
                    <a:pt x="3893" y="59506"/>
                    <a:pt x="4602" y="59506"/>
                  </a:cubicBezTo>
                  <a:cubicBezTo>
                    <a:pt x="8144" y="59506"/>
                    <a:pt x="8499" y="58781"/>
                    <a:pt x="10270" y="52984"/>
                  </a:cubicBezTo>
                  <a:cubicBezTo>
                    <a:pt x="19835" y="18925"/>
                    <a:pt x="34006" y="8056"/>
                    <a:pt x="46051" y="8056"/>
                  </a:cubicBezTo>
                  <a:cubicBezTo>
                    <a:pt x="48885" y="8056"/>
                    <a:pt x="54908" y="8056"/>
                    <a:pt x="54908" y="19650"/>
                  </a:cubicBezTo>
                  <a:cubicBezTo>
                    <a:pt x="54908" y="28708"/>
                    <a:pt x="51365" y="38129"/>
                    <a:pt x="48885" y="45013"/>
                  </a:cubicBezTo>
                  <a:cubicBezTo>
                    <a:pt x="34715" y="83419"/>
                    <a:pt x="28338" y="104071"/>
                    <a:pt x="28338" y="121101"/>
                  </a:cubicBezTo>
                  <a:cubicBezTo>
                    <a:pt x="28338" y="153347"/>
                    <a:pt x="50657" y="164217"/>
                    <a:pt x="71559" y="164217"/>
                  </a:cubicBezTo>
                  <a:cubicBezTo>
                    <a:pt x="85375" y="164217"/>
                    <a:pt x="97421" y="158058"/>
                    <a:pt x="107340" y="147913"/>
                  </a:cubicBezTo>
                  <a:cubicBezTo>
                    <a:pt x="102735" y="166753"/>
                    <a:pt x="98484" y="184507"/>
                    <a:pt x="84313" y="203710"/>
                  </a:cubicBezTo>
                  <a:cubicBezTo>
                    <a:pt x="75102" y="216029"/>
                    <a:pt x="61639" y="226537"/>
                    <a:pt x="45343" y="226537"/>
                  </a:cubicBezTo>
                  <a:cubicBezTo>
                    <a:pt x="40383" y="226537"/>
                    <a:pt x="24441" y="225450"/>
                    <a:pt x="18418" y="211319"/>
                  </a:cubicBezTo>
                  <a:cubicBezTo>
                    <a:pt x="24086" y="211319"/>
                    <a:pt x="28692" y="211319"/>
                    <a:pt x="33652" y="206971"/>
                  </a:cubicBezTo>
                  <a:cubicBezTo>
                    <a:pt x="37195" y="203710"/>
                    <a:pt x="40737" y="199000"/>
                    <a:pt x="40737" y="192116"/>
                  </a:cubicBezTo>
                  <a:cubicBezTo>
                    <a:pt x="40737" y="180884"/>
                    <a:pt x="31172" y="179435"/>
                    <a:pt x="27629" y="179435"/>
                  </a:cubicBezTo>
                  <a:cubicBezTo>
                    <a:pt x="19481" y="179435"/>
                    <a:pt x="7790" y="185232"/>
                    <a:pt x="7790" y="202986"/>
                  </a:cubicBezTo>
                  <a:cubicBezTo>
                    <a:pt x="7790" y="221102"/>
                    <a:pt x="23378" y="234508"/>
                    <a:pt x="45343" y="234508"/>
                  </a:cubicBezTo>
                  <a:cubicBezTo>
                    <a:pt x="81833" y="234508"/>
                    <a:pt x="118323" y="201536"/>
                    <a:pt x="128242" y="160594"/>
                  </a:cubicBezTo>
                  <a:lnTo>
                    <a:pt x="162252" y="22186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8F8F77B7-421C-EC74-ADDC-3ED5CE4B3A39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17033875" y="6189880"/>
              <a:ext cx="75140" cy="170690"/>
            </a:xfrm>
            <a:custGeom>
              <a:avLst/>
              <a:gdLst>
                <a:gd name="connsiteX0" fmla="*/ 69048 w 75140"/>
                <a:gd name="connsiteY0" fmla="*/ 9724 h 170690"/>
                <a:gd name="connsiteX1" fmla="*/ 59129 w 75140"/>
                <a:gd name="connsiteY1" fmla="*/ 86 h 170690"/>
                <a:gd name="connsiteX2" fmla="*/ 45241 w 75140"/>
                <a:gd name="connsiteY2" fmla="*/ 14036 h 170690"/>
                <a:gd name="connsiteX3" fmla="*/ 55161 w 75140"/>
                <a:gd name="connsiteY3" fmla="*/ 23673 h 170690"/>
                <a:gd name="connsiteX4" fmla="*/ 69048 w 75140"/>
                <a:gd name="connsiteY4" fmla="*/ 9724 h 170690"/>
                <a:gd name="connsiteX5" fmla="*/ 18458 w 75140"/>
                <a:gd name="connsiteY5" fmla="*/ 138566 h 170690"/>
                <a:gd name="connsiteX6" fmla="*/ 16227 w 75140"/>
                <a:gd name="connsiteY6" fmla="*/ 149218 h 170690"/>
                <a:gd name="connsiteX7" fmla="*/ 39786 w 75140"/>
                <a:gd name="connsiteY7" fmla="*/ 170777 h 170690"/>
                <a:gd name="connsiteX8" fmla="*/ 75496 w 75140"/>
                <a:gd name="connsiteY8" fmla="*/ 131972 h 170690"/>
                <a:gd name="connsiteX9" fmla="*/ 71528 w 75140"/>
                <a:gd name="connsiteY9" fmla="*/ 128675 h 170690"/>
                <a:gd name="connsiteX10" fmla="*/ 66817 w 75140"/>
                <a:gd name="connsiteY10" fmla="*/ 132986 h 170690"/>
                <a:gd name="connsiteX11" fmla="*/ 40530 w 75140"/>
                <a:gd name="connsiteY11" fmla="*/ 163675 h 170690"/>
                <a:gd name="connsiteX12" fmla="*/ 34330 w 75140"/>
                <a:gd name="connsiteY12" fmla="*/ 154798 h 170690"/>
                <a:gd name="connsiteX13" fmla="*/ 38298 w 75140"/>
                <a:gd name="connsiteY13" fmla="*/ 138566 h 170690"/>
                <a:gd name="connsiteX14" fmla="*/ 46233 w 75140"/>
                <a:gd name="connsiteY14" fmla="*/ 118276 h 170690"/>
                <a:gd name="connsiteX15" fmla="*/ 58385 w 75140"/>
                <a:gd name="connsiteY15" fmla="*/ 86065 h 170690"/>
                <a:gd name="connsiteX16" fmla="*/ 59873 w 75140"/>
                <a:gd name="connsiteY16" fmla="*/ 77949 h 170690"/>
                <a:gd name="connsiteX17" fmla="*/ 36314 w 75140"/>
                <a:gd name="connsiteY17" fmla="*/ 56391 h 170690"/>
                <a:gd name="connsiteX18" fmla="*/ 355 w 75140"/>
                <a:gd name="connsiteY18" fmla="*/ 95196 h 170690"/>
                <a:gd name="connsiteX19" fmla="*/ 4571 w 75140"/>
                <a:gd name="connsiteY19" fmla="*/ 98493 h 170690"/>
                <a:gd name="connsiteX20" fmla="*/ 9035 w 75140"/>
                <a:gd name="connsiteY20" fmla="*/ 94435 h 170690"/>
                <a:gd name="connsiteX21" fmla="*/ 35570 w 75140"/>
                <a:gd name="connsiteY21" fmla="*/ 63493 h 170690"/>
                <a:gd name="connsiteX22" fmla="*/ 41770 w 75140"/>
                <a:gd name="connsiteY22" fmla="*/ 72370 h 170690"/>
                <a:gd name="connsiteX23" fmla="*/ 34082 w 75140"/>
                <a:gd name="connsiteY23" fmla="*/ 97732 h 170690"/>
                <a:gd name="connsiteX24" fmla="*/ 18458 w 75140"/>
                <a:gd name="connsiteY24" fmla="*/ 138566 h 17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140" h="170690">
                  <a:moveTo>
                    <a:pt x="69048" y="9724"/>
                  </a:moveTo>
                  <a:cubicBezTo>
                    <a:pt x="69048" y="5666"/>
                    <a:pt x="66073" y="86"/>
                    <a:pt x="59129" y="86"/>
                  </a:cubicBezTo>
                  <a:cubicBezTo>
                    <a:pt x="52433" y="86"/>
                    <a:pt x="45241" y="6680"/>
                    <a:pt x="45241" y="14036"/>
                  </a:cubicBezTo>
                  <a:cubicBezTo>
                    <a:pt x="45241" y="18347"/>
                    <a:pt x="48465" y="23673"/>
                    <a:pt x="55161" y="23673"/>
                  </a:cubicBezTo>
                  <a:cubicBezTo>
                    <a:pt x="62353" y="23673"/>
                    <a:pt x="69048" y="16572"/>
                    <a:pt x="69048" y="9724"/>
                  </a:cubicBezTo>
                  <a:close/>
                  <a:moveTo>
                    <a:pt x="18458" y="138566"/>
                  </a:moveTo>
                  <a:cubicBezTo>
                    <a:pt x="17466" y="141863"/>
                    <a:pt x="16227" y="144907"/>
                    <a:pt x="16227" y="149218"/>
                  </a:cubicBezTo>
                  <a:cubicBezTo>
                    <a:pt x="16227" y="161139"/>
                    <a:pt x="26146" y="170777"/>
                    <a:pt x="39786" y="170777"/>
                  </a:cubicBezTo>
                  <a:cubicBezTo>
                    <a:pt x="64585" y="170777"/>
                    <a:pt x="75496" y="135776"/>
                    <a:pt x="75496" y="131972"/>
                  </a:cubicBezTo>
                  <a:cubicBezTo>
                    <a:pt x="75496" y="128675"/>
                    <a:pt x="72272" y="128675"/>
                    <a:pt x="71528" y="128675"/>
                  </a:cubicBezTo>
                  <a:cubicBezTo>
                    <a:pt x="68056" y="128675"/>
                    <a:pt x="67809" y="130196"/>
                    <a:pt x="66817" y="132986"/>
                  </a:cubicBezTo>
                  <a:cubicBezTo>
                    <a:pt x="61113" y="153276"/>
                    <a:pt x="50201" y="163675"/>
                    <a:pt x="40530" y="163675"/>
                  </a:cubicBezTo>
                  <a:cubicBezTo>
                    <a:pt x="35570" y="163675"/>
                    <a:pt x="34330" y="160378"/>
                    <a:pt x="34330" y="154798"/>
                  </a:cubicBezTo>
                  <a:cubicBezTo>
                    <a:pt x="34330" y="148965"/>
                    <a:pt x="36066" y="144146"/>
                    <a:pt x="38298" y="138566"/>
                  </a:cubicBezTo>
                  <a:cubicBezTo>
                    <a:pt x="40778" y="131718"/>
                    <a:pt x="43505" y="124870"/>
                    <a:pt x="46233" y="118276"/>
                  </a:cubicBezTo>
                  <a:cubicBezTo>
                    <a:pt x="48465" y="112189"/>
                    <a:pt x="57393" y="89109"/>
                    <a:pt x="58385" y="86065"/>
                  </a:cubicBezTo>
                  <a:cubicBezTo>
                    <a:pt x="59129" y="83529"/>
                    <a:pt x="59873" y="80486"/>
                    <a:pt x="59873" y="77949"/>
                  </a:cubicBezTo>
                  <a:cubicBezTo>
                    <a:pt x="59873" y="66029"/>
                    <a:pt x="49953" y="56391"/>
                    <a:pt x="36314" y="56391"/>
                  </a:cubicBezTo>
                  <a:cubicBezTo>
                    <a:pt x="11763" y="56391"/>
                    <a:pt x="355" y="90884"/>
                    <a:pt x="355" y="95196"/>
                  </a:cubicBezTo>
                  <a:cubicBezTo>
                    <a:pt x="355" y="98493"/>
                    <a:pt x="3827" y="98493"/>
                    <a:pt x="4571" y="98493"/>
                  </a:cubicBezTo>
                  <a:cubicBezTo>
                    <a:pt x="8043" y="98493"/>
                    <a:pt x="8291" y="97225"/>
                    <a:pt x="9035" y="94435"/>
                  </a:cubicBezTo>
                  <a:cubicBezTo>
                    <a:pt x="15483" y="72623"/>
                    <a:pt x="26394" y="63493"/>
                    <a:pt x="35570" y="63493"/>
                  </a:cubicBezTo>
                  <a:cubicBezTo>
                    <a:pt x="39538" y="63493"/>
                    <a:pt x="41770" y="65522"/>
                    <a:pt x="41770" y="72370"/>
                  </a:cubicBezTo>
                  <a:cubicBezTo>
                    <a:pt x="41770" y="78203"/>
                    <a:pt x="40282" y="82007"/>
                    <a:pt x="34082" y="97732"/>
                  </a:cubicBezTo>
                  <a:lnTo>
                    <a:pt x="18458" y="138566"/>
                  </a:lnTo>
                  <a:close/>
                </a:path>
              </a:pathLst>
            </a:custGeom>
            <a:solidFill>
              <a:srgbClr val="FFFFFF"/>
            </a:solidFill>
            <a:ln w="356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5E8576B-2AF1-EDAE-0FA9-CCA23DE837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2009257"/>
                  </p:ext>
                </p:extLst>
              </p:nvPr>
            </p:nvGraphicFramePr>
            <p:xfrm>
              <a:off x="2630080" y="1960297"/>
              <a:ext cx="812800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004785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78143023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8863492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80500974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15646630"/>
                        </a:ext>
                      </a:extLst>
                    </a:gridCol>
                  </a:tblGrid>
                  <a:tr h="4193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3106722"/>
                      </a:ext>
                    </a:extLst>
                  </a:tr>
                  <a:tr h="4193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147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1771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5E8576B-2AF1-EDAE-0FA9-CCA23DE837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2009257"/>
                  </p:ext>
                </p:extLst>
              </p:nvPr>
            </p:nvGraphicFramePr>
            <p:xfrm>
              <a:off x="2630080" y="1960297"/>
              <a:ext cx="812800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004785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78143023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8863492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80500974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1564663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97"/>
                          <a:stretch>
                            <a:fillRect l="-375" t="-9211" r="-401124" b="-1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310672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97"/>
                          <a:stretch>
                            <a:fillRect l="-375" t="-110667" r="-401124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147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177146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26" name="Group 525">
            <a:extLst>
              <a:ext uri="{FF2B5EF4-FFF2-40B4-BE49-F238E27FC236}">
                <a16:creationId xmlns:a16="http://schemas.microsoft.com/office/drawing/2014/main" id="{EB1E62B7-A715-62B4-6403-45F8CC27CFBC}"/>
              </a:ext>
            </a:extLst>
          </p:cNvPr>
          <p:cNvGrpSpPr/>
          <p:nvPr/>
        </p:nvGrpSpPr>
        <p:grpSpPr>
          <a:xfrm>
            <a:off x="3832740" y="4045663"/>
            <a:ext cx="5693787" cy="2310718"/>
            <a:chOff x="3196177" y="3983304"/>
            <a:chExt cx="5693787" cy="2310718"/>
          </a:xfrm>
        </p:grpSpPr>
        <p:grpSp>
          <p:nvGrpSpPr>
            <p:cNvPr id="336" name="Group 335" descr="\documentclass{article}&#10;\usepackage{amsmath,amsfonts,amssymb,xcolor,mathptmx}&#10;%\newcommand{\dbar}{{d\mkern-7mu\mathchar'26%%\mkern-2mu}}&#10;\usepackage{times}&#10;\usepackage{mathptmx}&#10;\usepackage{bm}&#10;\usepackage{xcolor}&#10;\pagestyle{empty}&#10;\begin{document}&#10;\color{white}{&#10;$$&#10;a_0 + 1 \times a_1 + 1^2 \times a_2 + 1^3 \times a_3 = 3&#10;$$&#10;}&#10;\end{document}" title="IguanaTex Shape Display">
              <a:extLst>
                <a:ext uri="{FF2B5EF4-FFF2-40B4-BE49-F238E27FC236}">
                  <a16:creationId xmlns:a16="http://schemas.microsoft.com/office/drawing/2014/main" id="{283DF2D2-421D-1094-05BC-F2B46BE58823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3196177" y="4623984"/>
              <a:ext cx="5317261" cy="388677"/>
              <a:chOff x="8920505" y="6421548"/>
              <a:chExt cx="5317261" cy="388677"/>
            </a:xfrm>
          </p:grpSpPr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F5D7C01A-50FD-4CB8-ACB2-BD09099341BA}"/>
                  </a:ext>
                </a:extLst>
              </p:cNvPr>
              <p:cNvSpPr/>
              <p:nvPr>
                <p:custDataLst>
                  <p:tags r:id="rId132"/>
                </p:custDataLst>
              </p:nvPr>
            </p:nvSpPr>
            <p:spPr>
              <a:xfrm>
                <a:off x="8920505" y="6592566"/>
                <a:ext cx="173884" cy="163158"/>
              </a:xfrm>
              <a:custGeom>
                <a:avLst/>
                <a:gdLst>
                  <a:gd name="connsiteX0" fmla="*/ 169502 w 173884"/>
                  <a:gd name="connsiteY0" fmla="*/ 119556 h 163158"/>
                  <a:gd name="connsiteX1" fmla="*/ 158895 w 173884"/>
                  <a:gd name="connsiteY1" fmla="*/ 129663 h 163158"/>
                  <a:gd name="connsiteX2" fmla="*/ 139195 w 173884"/>
                  <a:gd name="connsiteY2" fmla="*/ 144463 h 163158"/>
                  <a:gd name="connsiteX3" fmla="*/ 133892 w 173884"/>
                  <a:gd name="connsiteY3" fmla="*/ 139770 h 163158"/>
                  <a:gd name="connsiteX4" fmla="*/ 167608 w 173884"/>
                  <a:gd name="connsiteY4" fmla="*/ 8738 h 163158"/>
                  <a:gd name="connsiteX5" fmla="*/ 169881 w 173884"/>
                  <a:gd name="connsiteY5" fmla="*/ 1158 h 163158"/>
                  <a:gd name="connsiteX6" fmla="*/ 167229 w 173884"/>
                  <a:gd name="connsiteY6" fmla="*/ 75 h 163158"/>
                  <a:gd name="connsiteX7" fmla="*/ 144120 w 173884"/>
                  <a:gd name="connsiteY7" fmla="*/ 2602 h 163158"/>
                  <a:gd name="connsiteX8" fmla="*/ 142984 w 173884"/>
                  <a:gd name="connsiteY8" fmla="*/ 3684 h 163158"/>
                  <a:gd name="connsiteX9" fmla="*/ 138817 w 173884"/>
                  <a:gd name="connsiteY9" fmla="*/ 21011 h 163158"/>
                  <a:gd name="connsiteX10" fmla="*/ 108510 w 173884"/>
                  <a:gd name="connsiteY10" fmla="*/ 75 h 163158"/>
                  <a:gd name="connsiteX11" fmla="*/ 164 w 173884"/>
                  <a:gd name="connsiteY11" fmla="*/ 123165 h 163158"/>
                  <a:gd name="connsiteX12" fmla="*/ 38805 w 173884"/>
                  <a:gd name="connsiteY12" fmla="*/ 163233 h 163158"/>
                  <a:gd name="connsiteX13" fmla="*/ 114950 w 173884"/>
                  <a:gd name="connsiteY13" fmla="*/ 106561 h 163158"/>
                  <a:gd name="connsiteX14" fmla="*/ 106237 w 173884"/>
                  <a:gd name="connsiteY14" fmla="*/ 148072 h 163158"/>
                  <a:gd name="connsiteX15" fmla="*/ 121390 w 173884"/>
                  <a:gd name="connsiteY15" fmla="*/ 162872 h 163158"/>
                  <a:gd name="connsiteX16" fmla="*/ 174048 w 173884"/>
                  <a:gd name="connsiteY16" fmla="*/ 123165 h 163158"/>
                  <a:gd name="connsiteX17" fmla="*/ 169502 w 173884"/>
                  <a:gd name="connsiteY17" fmla="*/ 119556 h 163158"/>
                  <a:gd name="connsiteX18" fmla="*/ 110783 w 173884"/>
                  <a:gd name="connsiteY18" fmla="*/ 8016 h 163158"/>
                  <a:gd name="connsiteX19" fmla="*/ 131998 w 173884"/>
                  <a:gd name="connsiteY19" fmla="*/ 30035 h 163158"/>
                  <a:gd name="connsiteX20" fmla="*/ 86916 w 173884"/>
                  <a:gd name="connsiteY20" fmla="*/ 129663 h 163158"/>
                  <a:gd name="connsiteX21" fmla="*/ 53958 w 173884"/>
                  <a:gd name="connsiteY21" fmla="*/ 145545 h 163158"/>
                  <a:gd name="connsiteX22" fmla="*/ 31986 w 173884"/>
                  <a:gd name="connsiteY22" fmla="*/ 118473 h 163158"/>
                  <a:gd name="connsiteX23" fmla="*/ 62671 w 173884"/>
                  <a:gd name="connsiteY23" fmla="*/ 39420 h 163158"/>
                  <a:gd name="connsiteX24" fmla="*/ 110783 w 173884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3884" h="163158">
                    <a:moveTo>
                      <a:pt x="169502" y="119556"/>
                    </a:moveTo>
                    <a:cubicBezTo>
                      <a:pt x="163820" y="124970"/>
                      <a:pt x="161547" y="126775"/>
                      <a:pt x="158895" y="129663"/>
                    </a:cubicBezTo>
                    <a:cubicBezTo>
                      <a:pt x="147530" y="140853"/>
                      <a:pt x="142605" y="144463"/>
                      <a:pt x="139195" y="144463"/>
                    </a:cubicBezTo>
                    <a:cubicBezTo>
                      <a:pt x="136165" y="144463"/>
                      <a:pt x="133892" y="142297"/>
                      <a:pt x="133892" y="139770"/>
                    </a:cubicBezTo>
                    <a:cubicBezTo>
                      <a:pt x="133892" y="132551"/>
                      <a:pt x="149803" y="70825"/>
                      <a:pt x="167608" y="8738"/>
                    </a:cubicBezTo>
                    <a:cubicBezTo>
                      <a:pt x="168745" y="5128"/>
                      <a:pt x="169123" y="4406"/>
                      <a:pt x="169881" y="1158"/>
                    </a:cubicBezTo>
                    <a:lnTo>
                      <a:pt x="167229" y="75"/>
                    </a:lnTo>
                    <a:lnTo>
                      <a:pt x="144120" y="2602"/>
                    </a:lnTo>
                    <a:lnTo>
                      <a:pt x="142984" y="3684"/>
                    </a:lnTo>
                    <a:lnTo>
                      <a:pt x="138817" y="21011"/>
                    </a:lnTo>
                    <a:cubicBezTo>
                      <a:pt x="135786" y="7655"/>
                      <a:pt x="124800" y="75"/>
                      <a:pt x="108510" y="75"/>
                    </a:cubicBezTo>
                    <a:cubicBezTo>
                      <a:pt x="58504" y="75"/>
                      <a:pt x="164" y="66132"/>
                      <a:pt x="164" y="123165"/>
                    </a:cubicBezTo>
                    <a:cubicBezTo>
                      <a:pt x="164" y="148433"/>
                      <a:pt x="14559" y="163233"/>
                      <a:pt x="38805" y="163233"/>
                    </a:cubicBezTo>
                    <a:cubicBezTo>
                      <a:pt x="65323" y="163233"/>
                      <a:pt x="81613" y="151321"/>
                      <a:pt x="114950" y="106561"/>
                    </a:cubicBezTo>
                    <a:cubicBezTo>
                      <a:pt x="107373" y="134716"/>
                      <a:pt x="106237" y="139409"/>
                      <a:pt x="106237" y="148072"/>
                    </a:cubicBezTo>
                    <a:cubicBezTo>
                      <a:pt x="106237" y="158540"/>
                      <a:pt x="110783" y="162872"/>
                      <a:pt x="121390" y="162872"/>
                    </a:cubicBezTo>
                    <a:cubicBezTo>
                      <a:pt x="136544" y="162872"/>
                      <a:pt x="146015" y="156014"/>
                      <a:pt x="174048" y="123165"/>
                    </a:cubicBezTo>
                    <a:lnTo>
                      <a:pt x="169502" y="119556"/>
                    </a:lnTo>
                    <a:close/>
                    <a:moveTo>
                      <a:pt x="110783" y="8016"/>
                    </a:moveTo>
                    <a:cubicBezTo>
                      <a:pt x="123663" y="8738"/>
                      <a:pt x="131998" y="17401"/>
                      <a:pt x="131998" y="30035"/>
                    </a:cubicBezTo>
                    <a:cubicBezTo>
                      <a:pt x="131998" y="60357"/>
                      <a:pt x="113056" y="102951"/>
                      <a:pt x="86916" y="129663"/>
                    </a:cubicBezTo>
                    <a:cubicBezTo>
                      <a:pt x="77824" y="139409"/>
                      <a:pt x="64944" y="145545"/>
                      <a:pt x="53958" y="145545"/>
                    </a:cubicBezTo>
                    <a:cubicBezTo>
                      <a:pt x="40699" y="145545"/>
                      <a:pt x="31986" y="135077"/>
                      <a:pt x="31986" y="118473"/>
                    </a:cubicBezTo>
                    <a:cubicBezTo>
                      <a:pt x="31986" y="98980"/>
                      <a:pt x="46381" y="61801"/>
                      <a:pt x="62671" y="39420"/>
                    </a:cubicBezTo>
                    <a:cubicBezTo>
                      <a:pt x="77824" y="18484"/>
                      <a:pt x="95630" y="6933"/>
                      <a:pt x="110783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F75C24E-E97C-2379-85F6-EC278AA8F808}"/>
                  </a:ext>
                </a:extLst>
              </p:cNvPr>
              <p:cNvSpPr/>
              <p:nvPr>
                <p:custDataLst>
                  <p:tags r:id="rId133"/>
                </p:custDataLst>
              </p:nvPr>
            </p:nvSpPr>
            <p:spPr>
              <a:xfrm>
                <a:off x="9110920" y="6625915"/>
                <a:ext cx="126712" cy="184310"/>
              </a:xfrm>
              <a:custGeom>
                <a:avLst/>
                <a:gdLst>
                  <a:gd name="connsiteX0" fmla="*/ 64645 w 126712"/>
                  <a:gd name="connsiteY0" fmla="*/ 77 h 184310"/>
                  <a:gd name="connsiteX1" fmla="*/ 27080 w 126712"/>
                  <a:gd name="connsiteY1" fmla="*/ 13967 h 184310"/>
                  <a:gd name="connsiteX2" fmla="*/ 168 w 126712"/>
                  <a:gd name="connsiteY2" fmla="*/ 90897 h 184310"/>
                  <a:gd name="connsiteX3" fmla="*/ 22595 w 126712"/>
                  <a:gd name="connsiteY3" fmla="*/ 166224 h 184310"/>
                  <a:gd name="connsiteX4" fmla="*/ 63524 w 126712"/>
                  <a:gd name="connsiteY4" fmla="*/ 184388 h 184310"/>
                  <a:gd name="connsiteX5" fmla="*/ 99968 w 126712"/>
                  <a:gd name="connsiteY5" fmla="*/ 170498 h 184310"/>
                  <a:gd name="connsiteX6" fmla="*/ 126880 w 126712"/>
                  <a:gd name="connsiteY6" fmla="*/ 92500 h 184310"/>
                  <a:gd name="connsiteX7" fmla="*/ 64645 w 126712"/>
                  <a:gd name="connsiteY7" fmla="*/ 77 h 184310"/>
                  <a:gd name="connsiteX8" fmla="*/ 63804 w 126712"/>
                  <a:gd name="connsiteY8" fmla="*/ 7022 h 184310"/>
                  <a:gd name="connsiteX9" fmla="*/ 99968 w 126712"/>
                  <a:gd name="connsiteY9" fmla="*/ 93034 h 184310"/>
                  <a:gd name="connsiteX10" fmla="*/ 63524 w 126712"/>
                  <a:gd name="connsiteY10" fmla="*/ 177443 h 184310"/>
                  <a:gd name="connsiteX11" fmla="*/ 27080 w 126712"/>
                  <a:gd name="connsiteY11" fmla="*/ 93301 h 184310"/>
                  <a:gd name="connsiteX12" fmla="*/ 63804 w 126712"/>
                  <a:gd name="connsiteY12" fmla="*/ 7022 h 18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6712" h="184310">
                    <a:moveTo>
                      <a:pt x="64645" y="77"/>
                    </a:moveTo>
                    <a:cubicBezTo>
                      <a:pt x="49227" y="77"/>
                      <a:pt x="37453" y="4618"/>
                      <a:pt x="27080" y="13967"/>
                    </a:cubicBezTo>
                    <a:cubicBezTo>
                      <a:pt x="10821" y="28926"/>
                      <a:pt x="168" y="59644"/>
                      <a:pt x="168" y="90897"/>
                    </a:cubicBezTo>
                    <a:cubicBezTo>
                      <a:pt x="168" y="120013"/>
                      <a:pt x="9419" y="151265"/>
                      <a:pt x="22595" y="166224"/>
                    </a:cubicBezTo>
                    <a:cubicBezTo>
                      <a:pt x="32967" y="177977"/>
                      <a:pt x="47264" y="184388"/>
                      <a:pt x="63524" y="184388"/>
                    </a:cubicBezTo>
                    <a:cubicBezTo>
                      <a:pt x="77821" y="184388"/>
                      <a:pt x="89876" y="179847"/>
                      <a:pt x="99968" y="170498"/>
                    </a:cubicBezTo>
                    <a:cubicBezTo>
                      <a:pt x="116227" y="155806"/>
                      <a:pt x="126880" y="124821"/>
                      <a:pt x="126880" y="92500"/>
                    </a:cubicBezTo>
                    <a:cubicBezTo>
                      <a:pt x="126880" y="37741"/>
                      <a:pt x="101369" y="77"/>
                      <a:pt x="64645" y="77"/>
                    </a:cubicBezTo>
                    <a:close/>
                    <a:moveTo>
                      <a:pt x="63804" y="7022"/>
                    </a:moveTo>
                    <a:cubicBezTo>
                      <a:pt x="87353" y="7022"/>
                      <a:pt x="99968" y="37206"/>
                      <a:pt x="99968" y="93034"/>
                    </a:cubicBezTo>
                    <a:cubicBezTo>
                      <a:pt x="99968" y="148861"/>
                      <a:pt x="87633" y="177443"/>
                      <a:pt x="63524" y="177443"/>
                    </a:cubicBezTo>
                    <a:cubicBezTo>
                      <a:pt x="39415" y="177443"/>
                      <a:pt x="27080" y="148861"/>
                      <a:pt x="27080" y="93301"/>
                    </a:cubicBezTo>
                    <a:cubicBezTo>
                      <a:pt x="27080" y="36672"/>
                      <a:pt x="39695" y="7022"/>
                      <a:pt x="63804" y="7022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C0EA177D-6AFF-2E56-558A-3D95BFBD0B42}"/>
                  </a:ext>
                </a:extLst>
              </p:cNvPr>
              <p:cNvSpPr/>
              <p:nvPr>
                <p:custDataLst>
                  <p:tags r:id="rId134"/>
                </p:custDataLst>
              </p:nvPr>
            </p:nvSpPr>
            <p:spPr>
              <a:xfrm>
                <a:off x="9337925" y="6541309"/>
                <a:ext cx="251924" cy="240405"/>
              </a:xfrm>
              <a:custGeom>
                <a:avLst/>
                <a:gdLst>
                  <a:gd name="connsiteX0" fmla="*/ 133903 w 251924"/>
                  <a:gd name="connsiteY0" fmla="*/ 127496 h 240405"/>
                  <a:gd name="connsiteX1" fmla="*/ 239598 w 251924"/>
                  <a:gd name="connsiteY1" fmla="*/ 127496 h 240405"/>
                  <a:gd name="connsiteX2" fmla="*/ 252099 w 251924"/>
                  <a:gd name="connsiteY2" fmla="*/ 120277 h 240405"/>
                  <a:gd name="connsiteX3" fmla="*/ 239598 w 251924"/>
                  <a:gd name="connsiteY3" fmla="*/ 113057 h 240405"/>
                  <a:gd name="connsiteX4" fmla="*/ 133903 w 251924"/>
                  <a:gd name="connsiteY4" fmla="*/ 113057 h 240405"/>
                  <a:gd name="connsiteX5" fmla="*/ 133903 w 251924"/>
                  <a:gd name="connsiteY5" fmla="*/ 11986 h 240405"/>
                  <a:gd name="connsiteX6" fmla="*/ 126327 w 251924"/>
                  <a:gd name="connsiteY6" fmla="*/ 74 h 240405"/>
                  <a:gd name="connsiteX7" fmla="*/ 118750 w 251924"/>
                  <a:gd name="connsiteY7" fmla="*/ 11986 h 240405"/>
                  <a:gd name="connsiteX8" fmla="*/ 118750 w 251924"/>
                  <a:gd name="connsiteY8" fmla="*/ 113057 h 240405"/>
                  <a:gd name="connsiteX9" fmla="*/ 12677 w 251924"/>
                  <a:gd name="connsiteY9" fmla="*/ 113057 h 240405"/>
                  <a:gd name="connsiteX10" fmla="*/ 175 w 251924"/>
                  <a:gd name="connsiteY10" fmla="*/ 120277 h 240405"/>
                  <a:gd name="connsiteX11" fmla="*/ 12677 w 251924"/>
                  <a:gd name="connsiteY11" fmla="*/ 127496 h 240405"/>
                  <a:gd name="connsiteX12" fmla="*/ 118750 w 251924"/>
                  <a:gd name="connsiteY12" fmla="*/ 127496 h 240405"/>
                  <a:gd name="connsiteX13" fmla="*/ 118750 w 251924"/>
                  <a:gd name="connsiteY13" fmla="*/ 228568 h 240405"/>
                  <a:gd name="connsiteX14" fmla="*/ 126327 w 251924"/>
                  <a:gd name="connsiteY14" fmla="*/ 240480 h 240405"/>
                  <a:gd name="connsiteX15" fmla="*/ 133903 w 251924"/>
                  <a:gd name="connsiteY15" fmla="*/ 228568 h 240405"/>
                  <a:gd name="connsiteX16" fmla="*/ 133903 w 251924"/>
                  <a:gd name="connsiteY16" fmla="*/ 127496 h 24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1924" h="240405">
                    <a:moveTo>
                      <a:pt x="133903" y="127496"/>
                    </a:moveTo>
                    <a:lnTo>
                      <a:pt x="239598" y="127496"/>
                    </a:lnTo>
                    <a:cubicBezTo>
                      <a:pt x="244902" y="127496"/>
                      <a:pt x="252099" y="127496"/>
                      <a:pt x="252099" y="120277"/>
                    </a:cubicBezTo>
                    <a:cubicBezTo>
                      <a:pt x="252099" y="113057"/>
                      <a:pt x="244902" y="113057"/>
                      <a:pt x="239598" y="113057"/>
                    </a:cubicBezTo>
                    <a:lnTo>
                      <a:pt x="133903" y="113057"/>
                    </a:lnTo>
                    <a:lnTo>
                      <a:pt x="133903" y="11986"/>
                    </a:lnTo>
                    <a:cubicBezTo>
                      <a:pt x="133903" y="6932"/>
                      <a:pt x="133903" y="74"/>
                      <a:pt x="126327" y="74"/>
                    </a:cubicBezTo>
                    <a:cubicBezTo>
                      <a:pt x="118750" y="74"/>
                      <a:pt x="118750" y="6932"/>
                      <a:pt x="118750" y="11986"/>
                    </a:cubicBezTo>
                    <a:lnTo>
                      <a:pt x="118750" y="113057"/>
                    </a:lnTo>
                    <a:lnTo>
                      <a:pt x="12677" y="113057"/>
                    </a:lnTo>
                    <a:cubicBezTo>
                      <a:pt x="7373" y="113057"/>
                      <a:pt x="175" y="113057"/>
                      <a:pt x="175" y="120277"/>
                    </a:cubicBezTo>
                    <a:cubicBezTo>
                      <a:pt x="175" y="127496"/>
                      <a:pt x="7373" y="127496"/>
                      <a:pt x="12677" y="127496"/>
                    </a:cubicBezTo>
                    <a:lnTo>
                      <a:pt x="118750" y="127496"/>
                    </a:lnTo>
                    <a:lnTo>
                      <a:pt x="118750" y="228568"/>
                    </a:lnTo>
                    <a:cubicBezTo>
                      <a:pt x="118750" y="233621"/>
                      <a:pt x="118750" y="240480"/>
                      <a:pt x="126327" y="240480"/>
                    </a:cubicBezTo>
                    <a:cubicBezTo>
                      <a:pt x="133903" y="240480"/>
                      <a:pt x="133903" y="233621"/>
                      <a:pt x="133903" y="228568"/>
                    </a:cubicBezTo>
                    <a:lnTo>
                      <a:pt x="133903" y="127496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D92034F7-A3E3-3A00-D5F4-25E640E5E2F6}"/>
                  </a:ext>
                </a:extLst>
              </p:cNvPr>
              <p:cNvSpPr/>
              <p:nvPr>
                <p:custDataLst>
                  <p:tags r:id="rId135"/>
                </p:custDataLst>
              </p:nvPr>
            </p:nvSpPr>
            <p:spPr>
              <a:xfrm>
                <a:off x="9707027" y="6507738"/>
                <a:ext cx="107209" cy="244015"/>
              </a:xfrm>
              <a:custGeom>
                <a:avLst/>
                <a:gdLst>
                  <a:gd name="connsiteX0" fmla="*/ 68373 w 107209"/>
                  <a:gd name="connsiteY0" fmla="*/ 75 h 244015"/>
                  <a:gd name="connsiteX1" fmla="*/ 183 w 107209"/>
                  <a:gd name="connsiteY1" fmla="*/ 32923 h 244015"/>
                  <a:gd name="connsiteX2" fmla="*/ 183 w 107209"/>
                  <a:gd name="connsiteY2" fmla="*/ 37977 h 244015"/>
                  <a:gd name="connsiteX3" fmla="*/ 10412 w 107209"/>
                  <a:gd name="connsiteY3" fmla="*/ 34006 h 244015"/>
                  <a:gd name="connsiteX4" fmla="*/ 27459 w 107209"/>
                  <a:gd name="connsiteY4" fmla="*/ 30035 h 244015"/>
                  <a:gd name="connsiteX5" fmla="*/ 38824 w 107209"/>
                  <a:gd name="connsiteY5" fmla="*/ 47001 h 244015"/>
                  <a:gd name="connsiteX6" fmla="*/ 38824 w 107209"/>
                  <a:gd name="connsiteY6" fmla="*/ 210520 h 244015"/>
                  <a:gd name="connsiteX7" fmla="*/ 29732 w 107209"/>
                  <a:gd name="connsiteY7" fmla="*/ 233983 h 244015"/>
                  <a:gd name="connsiteX8" fmla="*/ 2835 w 107209"/>
                  <a:gd name="connsiteY8" fmla="*/ 238676 h 244015"/>
                  <a:gd name="connsiteX9" fmla="*/ 2835 w 107209"/>
                  <a:gd name="connsiteY9" fmla="*/ 244090 h 244015"/>
                  <a:gd name="connsiteX10" fmla="*/ 107393 w 107209"/>
                  <a:gd name="connsiteY10" fmla="*/ 244090 h 244015"/>
                  <a:gd name="connsiteX11" fmla="*/ 107393 w 107209"/>
                  <a:gd name="connsiteY11" fmla="*/ 238676 h 244015"/>
                  <a:gd name="connsiteX12" fmla="*/ 71404 w 107209"/>
                  <a:gd name="connsiteY12" fmla="*/ 217378 h 244015"/>
                  <a:gd name="connsiteX13" fmla="*/ 71404 w 107209"/>
                  <a:gd name="connsiteY13" fmla="*/ 797 h 244015"/>
                  <a:gd name="connsiteX14" fmla="*/ 68373 w 107209"/>
                  <a:gd name="connsiteY14" fmla="*/ 75 h 244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7209" h="244015">
                    <a:moveTo>
                      <a:pt x="68373" y="75"/>
                    </a:moveTo>
                    <a:lnTo>
                      <a:pt x="183" y="32923"/>
                    </a:lnTo>
                    <a:lnTo>
                      <a:pt x="183" y="37977"/>
                    </a:lnTo>
                    <a:cubicBezTo>
                      <a:pt x="4729" y="36172"/>
                      <a:pt x="8896" y="34728"/>
                      <a:pt x="10412" y="34006"/>
                    </a:cubicBezTo>
                    <a:cubicBezTo>
                      <a:pt x="17231" y="31479"/>
                      <a:pt x="23671" y="30035"/>
                      <a:pt x="27459" y="30035"/>
                    </a:cubicBezTo>
                    <a:cubicBezTo>
                      <a:pt x="35415" y="30035"/>
                      <a:pt x="38824" y="35450"/>
                      <a:pt x="38824" y="47001"/>
                    </a:cubicBezTo>
                    <a:lnTo>
                      <a:pt x="38824" y="210520"/>
                    </a:lnTo>
                    <a:cubicBezTo>
                      <a:pt x="38824" y="222432"/>
                      <a:pt x="35794" y="230734"/>
                      <a:pt x="29732" y="233983"/>
                    </a:cubicBezTo>
                    <a:cubicBezTo>
                      <a:pt x="24050" y="237232"/>
                      <a:pt x="18746" y="238315"/>
                      <a:pt x="2835" y="238676"/>
                    </a:cubicBezTo>
                    <a:lnTo>
                      <a:pt x="2835" y="244090"/>
                    </a:lnTo>
                    <a:lnTo>
                      <a:pt x="107393" y="244090"/>
                    </a:lnTo>
                    <a:lnTo>
                      <a:pt x="107393" y="238676"/>
                    </a:lnTo>
                    <a:cubicBezTo>
                      <a:pt x="77465" y="238315"/>
                      <a:pt x="71404" y="234705"/>
                      <a:pt x="71404" y="217378"/>
                    </a:cubicBezTo>
                    <a:lnTo>
                      <a:pt x="71404" y="797"/>
                    </a:lnTo>
                    <a:lnTo>
                      <a:pt x="68373" y="75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AFCFD903-2C0E-A92F-C4D9-2B00F17AE923}"/>
                  </a:ext>
                </a:extLst>
              </p:cNvPr>
              <p:cNvSpPr/>
              <p:nvPr>
                <p:custDataLst>
                  <p:tags r:id="rId136"/>
                </p:custDataLst>
              </p:nvPr>
            </p:nvSpPr>
            <p:spPr>
              <a:xfrm>
                <a:off x="9963603" y="6574518"/>
                <a:ext cx="182976" cy="173987"/>
              </a:xfrm>
              <a:custGeom>
                <a:avLst/>
                <a:gdLst>
                  <a:gd name="connsiteX0" fmla="*/ 91867 w 182976"/>
                  <a:gd name="connsiteY0" fmla="*/ 76961 h 173987"/>
                  <a:gd name="connsiteX1" fmla="*/ 16101 w 182976"/>
                  <a:gd name="connsiteY1" fmla="*/ 5128 h 173987"/>
                  <a:gd name="connsiteX2" fmla="*/ 7766 w 182976"/>
                  <a:gd name="connsiteY2" fmla="*/ 75 h 173987"/>
                  <a:gd name="connsiteX3" fmla="*/ 190 w 182976"/>
                  <a:gd name="connsiteY3" fmla="*/ 7294 h 173987"/>
                  <a:gd name="connsiteX4" fmla="*/ 5114 w 182976"/>
                  <a:gd name="connsiteY4" fmla="*/ 14514 h 173987"/>
                  <a:gd name="connsiteX5" fmla="*/ 80881 w 182976"/>
                  <a:gd name="connsiteY5" fmla="*/ 87068 h 173987"/>
                  <a:gd name="connsiteX6" fmla="*/ 5114 w 182976"/>
                  <a:gd name="connsiteY6" fmla="*/ 159623 h 173987"/>
                  <a:gd name="connsiteX7" fmla="*/ 190 w 182976"/>
                  <a:gd name="connsiteY7" fmla="*/ 166843 h 173987"/>
                  <a:gd name="connsiteX8" fmla="*/ 7766 w 182976"/>
                  <a:gd name="connsiteY8" fmla="*/ 174062 h 173987"/>
                  <a:gd name="connsiteX9" fmla="*/ 16101 w 182976"/>
                  <a:gd name="connsiteY9" fmla="*/ 169008 h 173987"/>
                  <a:gd name="connsiteX10" fmla="*/ 91488 w 182976"/>
                  <a:gd name="connsiteY10" fmla="*/ 97176 h 173987"/>
                  <a:gd name="connsiteX11" fmla="*/ 169907 w 182976"/>
                  <a:gd name="connsiteY11" fmla="*/ 171896 h 173987"/>
                  <a:gd name="connsiteX12" fmla="*/ 175590 w 182976"/>
                  <a:gd name="connsiteY12" fmla="*/ 174062 h 173987"/>
                  <a:gd name="connsiteX13" fmla="*/ 183166 w 182976"/>
                  <a:gd name="connsiteY13" fmla="*/ 166843 h 173987"/>
                  <a:gd name="connsiteX14" fmla="*/ 182030 w 182976"/>
                  <a:gd name="connsiteY14" fmla="*/ 162872 h 173987"/>
                  <a:gd name="connsiteX15" fmla="*/ 102475 w 182976"/>
                  <a:gd name="connsiteY15" fmla="*/ 87068 h 173987"/>
                  <a:gd name="connsiteX16" fmla="*/ 171801 w 182976"/>
                  <a:gd name="connsiteY16" fmla="*/ 21011 h 173987"/>
                  <a:gd name="connsiteX17" fmla="*/ 181272 w 182976"/>
                  <a:gd name="connsiteY17" fmla="*/ 11987 h 173987"/>
                  <a:gd name="connsiteX18" fmla="*/ 183166 w 182976"/>
                  <a:gd name="connsiteY18" fmla="*/ 7294 h 173987"/>
                  <a:gd name="connsiteX19" fmla="*/ 175590 w 182976"/>
                  <a:gd name="connsiteY19" fmla="*/ 75 h 173987"/>
                  <a:gd name="connsiteX20" fmla="*/ 166876 w 182976"/>
                  <a:gd name="connsiteY20" fmla="*/ 5489 h 173987"/>
                  <a:gd name="connsiteX21" fmla="*/ 91867 w 182976"/>
                  <a:gd name="connsiteY21" fmla="*/ 76961 h 173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2976" h="173987">
                    <a:moveTo>
                      <a:pt x="91867" y="76961"/>
                    </a:moveTo>
                    <a:lnTo>
                      <a:pt x="16101" y="5128"/>
                    </a:lnTo>
                    <a:cubicBezTo>
                      <a:pt x="11555" y="797"/>
                      <a:pt x="10797" y="75"/>
                      <a:pt x="7766" y="75"/>
                    </a:cubicBezTo>
                    <a:cubicBezTo>
                      <a:pt x="3978" y="75"/>
                      <a:pt x="190" y="3323"/>
                      <a:pt x="190" y="7294"/>
                    </a:cubicBezTo>
                    <a:cubicBezTo>
                      <a:pt x="190" y="9821"/>
                      <a:pt x="947" y="10543"/>
                      <a:pt x="5114" y="14514"/>
                    </a:cubicBezTo>
                    <a:lnTo>
                      <a:pt x="80881" y="87068"/>
                    </a:lnTo>
                    <a:lnTo>
                      <a:pt x="5114" y="159623"/>
                    </a:lnTo>
                    <a:cubicBezTo>
                      <a:pt x="947" y="163594"/>
                      <a:pt x="190" y="164316"/>
                      <a:pt x="190" y="166843"/>
                    </a:cubicBezTo>
                    <a:cubicBezTo>
                      <a:pt x="190" y="170813"/>
                      <a:pt x="3978" y="174062"/>
                      <a:pt x="7766" y="174062"/>
                    </a:cubicBezTo>
                    <a:cubicBezTo>
                      <a:pt x="10797" y="174062"/>
                      <a:pt x="11555" y="173340"/>
                      <a:pt x="16101" y="169008"/>
                    </a:cubicBezTo>
                    <a:lnTo>
                      <a:pt x="91488" y="97176"/>
                    </a:lnTo>
                    <a:lnTo>
                      <a:pt x="169907" y="171896"/>
                    </a:lnTo>
                    <a:cubicBezTo>
                      <a:pt x="170665" y="172257"/>
                      <a:pt x="173317" y="174062"/>
                      <a:pt x="175590" y="174062"/>
                    </a:cubicBezTo>
                    <a:cubicBezTo>
                      <a:pt x="180136" y="174062"/>
                      <a:pt x="183166" y="170813"/>
                      <a:pt x="183166" y="166843"/>
                    </a:cubicBezTo>
                    <a:cubicBezTo>
                      <a:pt x="183166" y="166121"/>
                      <a:pt x="183166" y="164677"/>
                      <a:pt x="182030" y="162872"/>
                    </a:cubicBezTo>
                    <a:cubicBezTo>
                      <a:pt x="181651" y="162150"/>
                      <a:pt x="121416" y="105478"/>
                      <a:pt x="102475" y="87068"/>
                    </a:cubicBezTo>
                    <a:lnTo>
                      <a:pt x="171801" y="21011"/>
                    </a:lnTo>
                    <a:cubicBezTo>
                      <a:pt x="173695" y="18845"/>
                      <a:pt x="179378" y="14153"/>
                      <a:pt x="181272" y="11987"/>
                    </a:cubicBezTo>
                    <a:cubicBezTo>
                      <a:pt x="181651" y="11265"/>
                      <a:pt x="183166" y="9821"/>
                      <a:pt x="183166" y="7294"/>
                    </a:cubicBezTo>
                    <a:cubicBezTo>
                      <a:pt x="183166" y="3323"/>
                      <a:pt x="180136" y="75"/>
                      <a:pt x="175590" y="75"/>
                    </a:cubicBezTo>
                    <a:cubicBezTo>
                      <a:pt x="172559" y="75"/>
                      <a:pt x="171044" y="1519"/>
                      <a:pt x="166876" y="5489"/>
                    </a:cubicBezTo>
                    <a:lnTo>
                      <a:pt x="91867" y="7696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F3612649-68AF-52E5-E022-30DEF886E845}"/>
                  </a:ext>
                </a:extLst>
              </p:cNvPr>
              <p:cNvSpPr/>
              <p:nvPr>
                <p:custDataLst>
                  <p:tags r:id="rId137"/>
                </p:custDataLst>
              </p:nvPr>
            </p:nvSpPr>
            <p:spPr>
              <a:xfrm>
                <a:off x="10262621" y="6592566"/>
                <a:ext cx="173884" cy="163158"/>
              </a:xfrm>
              <a:custGeom>
                <a:avLst/>
                <a:gdLst>
                  <a:gd name="connsiteX0" fmla="*/ 169537 w 173884"/>
                  <a:gd name="connsiteY0" fmla="*/ 119556 h 163158"/>
                  <a:gd name="connsiteX1" fmla="*/ 158930 w 173884"/>
                  <a:gd name="connsiteY1" fmla="*/ 129663 h 163158"/>
                  <a:gd name="connsiteX2" fmla="*/ 139231 w 173884"/>
                  <a:gd name="connsiteY2" fmla="*/ 144463 h 163158"/>
                  <a:gd name="connsiteX3" fmla="*/ 133927 w 173884"/>
                  <a:gd name="connsiteY3" fmla="*/ 139770 h 163158"/>
                  <a:gd name="connsiteX4" fmla="*/ 167643 w 173884"/>
                  <a:gd name="connsiteY4" fmla="*/ 8738 h 163158"/>
                  <a:gd name="connsiteX5" fmla="*/ 169916 w 173884"/>
                  <a:gd name="connsiteY5" fmla="*/ 1158 h 163158"/>
                  <a:gd name="connsiteX6" fmla="*/ 167264 w 173884"/>
                  <a:gd name="connsiteY6" fmla="*/ 75 h 163158"/>
                  <a:gd name="connsiteX7" fmla="*/ 144156 w 173884"/>
                  <a:gd name="connsiteY7" fmla="*/ 2602 h 163158"/>
                  <a:gd name="connsiteX8" fmla="*/ 143019 w 173884"/>
                  <a:gd name="connsiteY8" fmla="*/ 3684 h 163158"/>
                  <a:gd name="connsiteX9" fmla="*/ 138852 w 173884"/>
                  <a:gd name="connsiteY9" fmla="*/ 21011 h 163158"/>
                  <a:gd name="connsiteX10" fmla="*/ 108545 w 173884"/>
                  <a:gd name="connsiteY10" fmla="*/ 75 h 163158"/>
                  <a:gd name="connsiteX11" fmla="*/ 199 w 173884"/>
                  <a:gd name="connsiteY11" fmla="*/ 123165 h 163158"/>
                  <a:gd name="connsiteX12" fmla="*/ 38840 w 173884"/>
                  <a:gd name="connsiteY12" fmla="*/ 163233 h 163158"/>
                  <a:gd name="connsiteX13" fmla="*/ 114985 w 173884"/>
                  <a:gd name="connsiteY13" fmla="*/ 106561 h 163158"/>
                  <a:gd name="connsiteX14" fmla="*/ 106272 w 173884"/>
                  <a:gd name="connsiteY14" fmla="*/ 148072 h 163158"/>
                  <a:gd name="connsiteX15" fmla="*/ 121425 w 173884"/>
                  <a:gd name="connsiteY15" fmla="*/ 162872 h 163158"/>
                  <a:gd name="connsiteX16" fmla="*/ 174083 w 173884"/>
                  <a:gd name="connsiteY16" fmla="*/ 123165 h 163158"/>
                  <a:gd name="connsiteX17" fmla="*/ 169537 w 173884"/>
                  <a:gd name="connsiteY17" fmla="*/ 119556 h 163158"/>
                  <a:gd name="connsiteX18" fmla="*/ 110818 w 173884"/>
                  <a:gd name="connsiteY18" fmla="*/ 8016 h 163158"/>
                  <a:gd name="connsiteX19" fmla="*/ 132033 w 173884"/>
                  <a:gd name="connsiteY19" fmla="*/ 30035 h 163158"/>
                  <a:gd name="connsiteX20" fmla="*/ 86952 w 173884"/>
                  <a:gd name="connsiteY20" fmla="*/ 129663 h 163158"/>
                  <a:gd name="connsiteX21" fmla="*/ 53993 w 173884"/>
                  <a:gd name="connsiteY21" fmla="*/ 145545 h 163158"/>
                  <a:gd name="connsiteX22" fmla="*/ 32021 w 173884"/>
                  <a:gd name="connsiteY22" fmla="*/ 118473 h 163158"/>
                  <a:gd name="connsiteX23" fmla="*/ 62706 w 173884"/>
                  <a:gd name="connsiteY23" fmla="*/ 39420 h 163158"/>
                  <a:gd name="connsiteX24" fmla="*/ 110818 w 173884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3884" h="163158">
                    <a:moveTo>
                      <a:pt x="169537" y="119556"/>
                    </a:moveTo>
                    <a:cubicBezTo>
                      <a:pt x="163855" y="124970"/>
                      <a:pt x="161582" y="126775"/>
                      <a:pt x="158930" y="129663"/>
                    </a:cubicBezTo>
                    <a:cubicBezTo>
                      <a:pt x="147565" y="140853"/>
                      <a:pt x="142640" y="144463"/>
                      <a:pt x="139231" y="144463"/>
                    </a:cubicBezTo>
                    <a:cubicBezTo>
                      <a:pt x="136200" y="144463"/>
                      <a:pt x="133927" y="142297"/>
                      <a:pt x="133927" y="139770"/>
                    </a:cubicBezTo>
                    <a:cubicBezTo>
                      <a:pt x="133927" y="132551"/>
                      <a:pt x="149838" y="70825"/>
                      <a:pt x="167643" y="8738"/>
                    </a:cubicBezTo>
                    <a:cubicBezTo>
                      <a:pt x="168780" y="5128"/>
                      <a:pt x="169159" y="4406"/>
                      <a:pt x="169916" y="1158"/>
                    </a:cubicBezTo>
                    <a:lnTo>
                      <a:pt x="167264" y="75"/>
                    </a:lnTo>
                    <a:lnTo>
                      <a:pt x="144156" y="2602"/>
                    </a:lnTo>
                    <a:lnTo>
                      <a:pt x="143019" y="3684"/>
                    </a:lnTo>
                    <a:lnTo>
                      <a:pt x="138852" y="21011"/>
                    </a:lnTo>
                    <a:cubicBezTo>
                      <a:pt x="135821" y="7655"/>
                      <a:pt x="124835" y="75"/>
                      <a:pt x="108545" y="75"/>
                    </a:cubicBezTo>
                    <a:cubicBezTo>
                      <a:pt x="58539" y="75"/>
                      <a:pt x="199" y="66132"/>
                      <a:pt x="199" y="123165"/>
                    </a:cubicBezTo>
                    <a:cubicBezTo>
                      <a:pt x="199" y="148433"/>
                      <a:pt x="14594" y="163233"/>
                      <a:pt x="38840" y="163233"/>
                    </a:cubicBezTo>
                    <a:cubicBezTo>
                      <a:pt x="65358" y="163233"/>
                      <a:pt x="81648" y="151321"/>
                      <a:pt x="114985" y="106561"/>
                    </a:cubicBezTo>
                    <a:cubicBezTo>
                      <a:pt x="107409" y="134716"/>
                      <a:pt x="106272" y="139409"/>
                      <a:pt x="106272" y="148072"/>
                    </a:cubicBezTo>
                    <a:cubicBezTo>
                      <a:pt x="106272" y="158540"/>
                      <a:pt x="110818" y="162872"/>
                      <a:pt x="121425" y="162872"/>
                    </a:cubicBezTo>
                    <a:cubicBezTo>
                      <a:pt x="136579" y="162872"/>
                      <a:pt x="146050" y="156014"/>
                      <a:pt x="174083" y="123165"/>
                    </a:cubicBezTo>
                    <a:lnTo>
                      <a:pt x="169537" y="119556"/>
                    </a:lnTo>
                    <a:close/>
                    <a:moveTo>
                      <a:pt x="110818" y="8016"/>
                    </a:moveTo>
                    <a:cubicBezTo>
                      <a:pt x="123698" y="8738"/>
                      <a:pt x="132033" y="17401"/>
                      <a:pt x="132033" y="30035"/>
                    </a:cubicBezTo>
                    <a:cubicBezTo>
                      <a:pt x="132033" y="60357"/>
                      <a:pt x="113091" y="102951"/>
                      <a:pt x="86952" y="129663"/>
                    </a:cubicBezTo>
                    <a:cubicBezTo>
                      <a:pt x="77860" y="139409"/>
                      <a:pt x="64979" y="145545"/>
                      <a:pt x="53993" y="145545"/>
                    </a:cubicBezTo>
                    <a:cubicBezTo>
                      <a:pt x="40734" y="145545"/>
                      <a:pt x="32021" y="135077"/>
                      <a:pt x="32021" y="118473"/>
                    </a:cubicBezTo>
                    <a:cubicBezTo>
                      <a:pt x="32021" y="98980"/>
                      <a:pt x="46416" y="61801"/>
                      <a:pt x="62706" y="39420"/>
                    </a:cubicBezTo>
                    <a:cubicBezTo>
                      <a:pt x="77860" y="18484"/>
                      <a:pt x="95665" y="6933"/>
                      <a:pt x="110818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E7B6E7DB-D2F0-0B3D-CE52-375B6082EA54}"/>
                  </a:ext>
                </a:extLst>
              </p:cNvPr>
              <p:cNvSpPr/>
              <p:nvPr>
                <p:custDataLst>
                  <p:tags r:id="rId138"/>
                </p:custDataLst>
              </p:nvPr>
            </p:nvSpPr>
            <p:spPr>
              <a:xfrm>
                <a:off x="10477425" y="6625915"/>
                <a:ext cx="79335" cy="180571"/>
              </a:xfrm>
              <a:custGeom>
                <a:avLst/>
                <a:gdLst>
                  <a:gd name="connsiteX0" fmla="*/ 50664 w 79335"/>
                  <a:gd name="connsiteY0" fmla="*/ 77 h 180571"/>
                  <a:gd name="connsiteX1" fmla="*/ 203 w 79335"/>
                  <a:gd name="connsiteY1" fmla="*/ 24385 h 180571"/>
                  <a:gd name="connsiteX2" fmla="*/ 203 w 79335"/>
                  <a:gd name="connsiteY2" fmla="*/ 28124 h 180571"/>
                  <a:gd name="connsiteX3" fmla="*/ 7772 w 79335"/>
                  <a:gd name="connsiteY3" fmla="*/ 25186 h 180571"/>
                  <a:gd name="connsiteX4" fmla="*/ 20387 w 79335"/>
                  <a:gd name="connsiteY4" fmla="*/ 22248 h 180571"/>
                  <a:gd name="connsiteX5" fmla="*/ 28797 w 79335"/>
                  <a:gd name="connsiteY5" fmla="*/ 34802 h 180571"/>
                  <a:gd name="connsiteX6" fmla="*/ 28797 w 79335"/>
                  <a:gd name="connsiteY6" fmla="*/ 155806 h 180571"/>
                  <a:gd name="connsiteX7" fmla="*/ 22069 w 79335"/>
                  <a:gd name="connsiteY7" fmla="*/ 173169 h 180571"/>
                  <a:gd name="connsiteX8" fmla="*/ 2165 w 79335"/>
                  <a:gd name="connsiteY8" fmla="*/ 176641 h 180571"/>
                  <a:gd name="connsiteX9" fmla="*/ 2165 w 79335"/>
                  <a:gd name="connsiteY9" fmla="*/ 180648 h 180571"/>
                  <a:gd name="connsiteX10" fmla="*/ 79538 w 79335"/>
                  <a:gd name="connsiteY10" fmla="*/ 180648 h 180571"/>
                  <a:gd name="connsiteX11" fmla="*/ 79538 w 79335"/>
                  <a:gd name="connsiteY11" fmla="*/ 176641 h 180571"/>
                  <a:gd name="connsiteX12" fmla="*/ 52906 w 79335"/>
                  <a:gd name="connsiteY12" fmla="*/ 160882 h 180571"/>
                  <a:gd name="connsiteX13" fmla="*/ 52906 w 79335"/>
                  <a:gd name="connsiteY13" fmla="*/ 611 h 180571"/>
                  <a:gd name="connsiteX14" fmla="*/ 50664 w 79335"/>
                  <a:gd name="connsiteY14" fmla="*/ 77 h 180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335" h="180571">
                    <a:moveTo>
                      <a:pt x="50664" y="77"/>
                    </a:moveTo>
                    <a:lnTo>
                      <a:pt x="203" y="24385"/>
                    </a:lnTo>
                    <a:lnTo>
                      <a:pt x="203" y="28124"/>
                    </a:lnTo>
                    <a:cubicBezTo>
                      <a:pt x="3567" y="26789"/>
                      <a:pt x="6651" y="25720"/>
                      <a:pt x="7772" y="25186"/>
                    </a:cubicBezTo>
                    <a:cubicBezTo>
                      <a:pt x="12818" y="23316"/>
                      <a:pt x="17584" y="22248"/>
                      <a:pt x="20387" y="22248"/>
                    </a:cubicBezTo>
                    <a:cubicBezTo>
                      <a:pt x="26274" y="22248"/>
                      <a:pt x="28797" y="26255"/>
                      <a:pt x="28797" y="34802"/>
                    </a:cubicBezTo>
                    <a:lnTo>
                      <a:pt x="28797" y="155806"/>
                    </a:lnTo>
                    <a:cubicBezTo>
                      <a:pt x="28797" y="164621"/>
                      <a:pt x="26555" y="170765"/>
                      <a:pt x="22069" y="173169"/>
                    </a:cubicBezTo>
                    <a:cubicBezTo>
                      <a:pt x="17864" y="175573"/>
                      <a:pt x="13940" y="176374"/>
                      <a:pt x="2165" y="176641"/>
                    </a:cubicBezTo>
                    <a:lnTo>
                      <a:pt x="2165" y="180648"/>
                    </a:lnTo>
                    <a:lnTo>
                      <a:pt x="79538" y="180648"/>
                    </a:lnTo>
                    <a:lnTo>
                      <a:pt x="79538" y="176641"/>
                    </a:lnTo>
                    <a:cubicBezTo>
                      <a:pt x="57392" y="176374"/>
                      <a:pt x="52906" y="173703"/>
                      <a:pt x="52906" y="160882"/>
                    </a:cubicBezTo>
                    <a:lnTo>
                      <a:pt x="52906" y="611"/>
                    </a:lnTo>
                    <a:lnTo>
                      <a:pt x="50664" y="77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FAE9F138-3307-5030-27C3-335D2DB260EC}"/>
                  </a:ext>
                </a:extLst>
              </p:cNvPr>
              <p:cNvSpPr/>
              <p:nvPr>
                <p:custDataLst>
                  <p:tags r:id="rId139"/>
                </p:custDataLst>
              </p:nvPr>
            </p:nvSpPr>
            <p:spPr>
              <a:xfrm>
                <a:off x="10680041" y="6541309"/>
                <a:ext cx="251924" cy="240405"/>
              </a:xfrm>
              <a:custGeom>
                <a:avLst/>
                <a:gdLst>
                  <a:gd name="connsiteX0" fmla="*/ 133938 w 251924"/>
                  <a:gd name="connsiteY0" fmla="*/ 127496 h 240405"/>
                  <a:gd name="connsiteX1" fmla="*/ 239633 w 251924"/>
                  <a:gd name="connsiteY1" fmla="*/ 127496 h 240405"/>
                  <a:gd name="connsiteX2" fmla="*/ 252135 w 251924"/>
                  <a:gd name="connsiteY2" fmla="*/ 120277 h 240405"/>
                  <a:gd name="connsiteX3" fmla="*/ 239633 w 251924"/>
                  <a:gd name="connsiteY3" fmla="*/ 113057 h 240405"/>
                  <a:gd name="connsiteX4" fmla="*/ 133938 w 251924"/>
                  <a:gd name="connsiteY4" fmla="*/ 113057 h 240405"/>
                  <a:gd name="connsiteX5" fmla="*/ 133938 w 251924"/>
                  <a:gd name="connsiteY5" fmla="*/ 11986 h 240405"/>
                  <a:gd name="connsiteX6" fmla="*/ 126362 w 251924"/>
                  <a:gd name="connsiteY6" fmla="*/ 74 h 240405"/>
                  <a:gd name="connsiteX7" fmla="*/ 118785 w 251924"/>
                  <a:gd name="connsiteY7" fmla="*/ 11986 h 240405"/>
                  <a:gd name="connsiteX8" fmla="*/ 118785 w 251924"/>
                  <a:gd name="connsiteY8" fmla="*/ 113057 h 240405"/>
                  <a:gd name="connsiteX9" fmla="*/ 12712 w 251924"/>
                  <a:gd name="connsiteY9" fmla="*/ 113057 h 240405"/>
                  <a:gd name="connsiteX10" fmla="*/ 210 w 251924"/>
                  <a:gd name="connsiteY10" fmla="*/ 120277 h 240405"/>
                  <a:gd name="connsiteX11" fmla="*/ 12712 w 251924"/>
                  <a:gd name="connsiteY11" fmla="*/ 127496 h 240405"/>
                  <a:gd name="connsiteX12" fmla="*/ 118785 w 251924"/>
                  <a:gd name="connsiteY12" fmla="*/ 127496 h 240405"/>
                  <a:gd name="connsiteX13" fmla="*/ 118785 w 251924"/>
                  <a:gd name="connsiteY13" fmla="*/ 228568 h 240405"/>
                  <a:gd name="connsiteX14" fmla="*/ 126362 w 251924"/>
                  <a:gd name="connsiteY14" fmla="*/ 240480 h 240405"/>
                  <a:gd name="connsiteX15" fmla="*/ 133938 w 251924"/>
                  <a:gd name="connsiteY15" fmla="*/ 228568 h 240405"/>
                  <a:gd name="connsiteX16" fmla="*/ 133938 w 251924"/>
                  <a:gd name="connsiteY16" fmla="*/ 127496 h 24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1924" h="240405">
                    <a:moveTo>
                      <a:pt x="133938" y="127496"/>
                    </a:moveTo>
                    <a:lnTo>
                      <a:pt x="239633" y="127496"/>
                    </a:lnTo>
                    <a:cubicBezTo>
                      <a:pt x="244937" y="127496"/>
                      <a:pt x="252135" y="127496"/>
                      <a:pt x="252135" y="120277"/>
                    </a:cubicBezTo>
                    <a:cubicBezTo>
                      <a:pt x="252135" y="113057"/>
                      <a:pt x="244937" y="113057"/>
                      <a:pt x="239633" y="113057"/>
                    </a:cubicBezTo>
                    <a:lnTo>
                      <a:pt x="133938" y="113057"/>
                    </a:lnTo>
                    <a:lnTo>
                      <a:pt x="133938" y="11986"/>
                    </a:lnTo>
                    <a:cubicBezTo>
                      <a:pt x="133938" y="6932"/>
                      <a:pt x="133938" y="74"/>
                      <a:pt x="126362" y="74"/>
                    </a:cubicBezTo>
                    <a:cubicBezTo>
                      <a:pt x="118785" y="74"/>
                      <a:pt x="118785" y="6932"/>
                      <a:pt x="118785" y="11986"/>
                    </a:cubicBezTo>
                    <a:lnTo>
                      <a:pt x="118785" y="113057"/>
                    </a:lnTo>
                    <a:lnTo>
                      <a:pt x="12712" y="113057"/>
                    </a:lnTo>
                    <a:cubicBezTo>
                      <a:pt x="7408" y="113057"/>
                      <a:pt x="210" y="113057"/>
                      <a:pt x="210" y="120277"/>
                    </a:cubicBezTo>
                    <a:cubicBezTo>
                      <a:pt x="210" y="127496"/>
                      <a:pt x="7408" y="127496"/>
                      <a:pt x="12712" y="127496"/>
                    </a:cubicBezTo>
                    <a:lnTo>
                      <a:pt x="118785" y="127496"/>
                    </a:lnTo>
                    <a:lnTo>
                      <a:pt x="118785" y="228568"/>
                    </a:lnTo>
                    <a:cubicBezTo>
                      <a:pt x="118785" y="233621"/>
                      <a:pt x="118785" y="240480"/>
                      <a:pt x="126362" y="240480"/>
                    </a:cubicBezTo>
                    <a:cubicBezTo>
                      <a:pt x="133938" y="240480"/>
                      <a:pt x="133938" y="233621"/>
                      <a:pt x="133938" y="228568"/>
                    </a:cubicBezTo>
                    <a:lnTo>
                      <a:pt x="133938" y="127496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D852BA55-F6A3-A45E-EA2D-9F26F0512126}"/>
                  </a:ext>
                </a:extLst>
              </p:cNvPr>
              <p:cNvSpPr/>
              <p:nvPr>
                <p:custDataLst>
                  <p:tags r:id="rId140"/>
                </p:custDataLst>
              </p:nvPr>
            </p:nvSpPr>
            <p:spPr>
              <a:xfrm>
                <a:off x="11049142" y="6507738"/>
                <a:ext cx="107209" cy="244015"/>
              </a:xfrm>
              <a:custGeom>
                <a:avLst/>
                <a:gdLst>
                  <a:gd name="connsiteX0" fmla="*/ 68408 w 107209"/>
                  <a:gd name="connsiteY0" fmla="*/ 75 h 244015"/>
                  <a:gd name="connsiteX1" fmla="*/ 218 w 107209"/>
                  <a:gd name="connsiteY1" fmla="*/ 32923 h 244015"/>
                  <a:gd name="connsiteX2" fmla="*/ 218 w 107209"/>
                  <a:gd name="connsiteY2" fmla="*/ 37977 h 244015"/>
                  <a:gd name="connsiteX3" fmla="*/ 10447 w 107209"/>
                  <a:gd name="connsiteY3" fmla="*/ 34006 h 244015"/>
                  <a:gd name="connsiteX4" fmla="*/ 27494 w 107209"/>
                  <a:gd name="connsiteY4" fmla="*/ 30035 h 244015"/>
                  <a:gd name="connsiteX5" fmla="*/ 38859 w 107209"/>
                  <a:gd name="connsiteY5" fmla="*/ 47001 h 244015"/>
                  <a:gd name="connsiteX6" fmla="*/ 38859 w 107209"/>
                  <a:gd name="connsiteY6" fmla="*/ 210520 h 244015"/>
                  <a:gd name="connsiteX7" fmla="*/ 29767 w 107209"/>
                  <a:gd name="connsiteY7" fmla="*/ 233983 h 244015"/>
                  <a:gd name="connsiteX8" fmla="*/ 2870 w 107209"/>
                  <a:gd name="connsiteY8" fmla="*/ 238676 h 244015"/>
                  <a:gd name="connsiteX9" fmla="*/ 2870 w 107209"/>
                  <a:gd name="connsiteY9" fmla="*/ 244090 h 244015"/>
                  <a:gd name="connsiteX10" fmla="*/ 107428 w 107209"/>
                  <a:gd name="connsiteY10" fmla="*/ 244090 h 244015"/>
                  <a:gd name="connsiteX11" fmla="*/ 107428 w 107209"/>
                  <a:gd name="connsiteY11" fmla="*/ 238676 h 244015"/>
                  <a:gd name="connsiteX12" fmla="*/ 71439 w 107209"/>
                  <a:gd name="connsiteY12" fmla="*/ 217378 h 244015"/>
                  <a:gd name="connsiteX13" fmla="*/ 71439 w 107209"/>
                  <a:gd name="connsiteY13" fmla="*/ 797 h 244015"/>
                  <a:gd name="connsiteX14" fmla="*/ 68408 w 107209"/>
                  <a:gd name="connsiteY14" fmla="*/ 75 h 244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7209" h="244015">
                    <a:moveTo>
                      <a:pt x="68408" y="75"/>
                    </a:moveTo>
                    <a:lnTo>
                      <a:pt x="218" y="32923"/>
                    </a:lnTo>
                    <a:lnTo>
                      <a:pt x="218" y="37977"/>
                    </a:lnTo>
                    <a:cubicBezTo>
                      <a:pt x="4764" y="36172"/>
                      <a:pt x="8932" y="34728"/>
                      <a:pt x="10447" y="34006"/>
                    </a:cubicBezTo>
                    <a:cubicBezTo>
                      <a:pt x="17266" y="31479"/>
                      <a:pt x="23706" y="30035"/>
                      <a:pt x="27494" y="30035"/>
                    </a:cubicBezTo>
                    <a:cubicBezTo>
                      <a:pt x="35450" y="30035"/>
                      <a:pt x="38859" y="35450"/>
                      <a:pt x="38859" y="47001"/>
                    </a:cubicBezTo>
                    <a:lnTo>
                      <a:pt x="38859" y="210520"/>
                    </a:lnTo>
                    <a:cubicBezTo>
                      <a:pt x="38859" y="222432"/>
                      <a:pt x="35829" y="230734"/>
                      <a:pt x="29767" y="233983"/>
                    </a:cubicBezTo>
                    <a:cubicBezTo>
                      <a:pt x="24085" y="237232"/>
                      <a:pt x="18781" y="238315"/>
                      <a:pt x="2870" y="238676"/>
                    </a:cubicBezTo>
                    <a:lnTo>
                      <a:pt x="2870" y="244090"/>
                    </a:lnTo>
                    <a:lnTo>
                      <a:pt x="107428" y="244090"/>
                    </a:lnTo>
                    <a:lnTo>
                      <a:pt x="107428" y="238676"/>
                    </a:lnTo>
                    <a:cubicBezTo>
                      <a:pt x="77500" y="238315"/>
                      <a:pt x="71439" y="234705"/>
                      <a:pt x="71439" y="217378"/>
                    </a:cubicBezTo>
                    <a:lnTo>
                      <a:pt x="71439" y="797"/>
                    </a:lnTo>
                    <a:lnTo>
                      <a:pt x="68408" y="75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E93BD9B-3882-F786-DE3A-097AD3139811}"/>
                  </a:ext>
                </a:extLst>
              </p:cNvPr>
              <p:cNvSpPr/>
              <p:nvPr>
                <p:custDataLst>
                  <p:tags r:id="rId141"/>
                </p:custDataLst>
              </p:nvPr>
            </p:nvSpPr>
            <p:spPr>
              <a:xfrm>
                <a:off x="11205629" y="6421548"/>
                <a:ext cx="124749" cy="180571"/>
              </a:xfrm>
              <a:custGeom>
                <a:avLst/>
                <a:gdLst>
                  <a:gd name="connsiteX0" fmla="*/ 124972 w 124749"/>
                  <a:gd name="connsiteY0" fmla="*/ 144048 h 180571"/>
                  <a:gd name="connsiteX1" fmla="*/ 121328 w 124749"/>
                  <a:gd name="connsiteY1" fmla="*/ 142712 h 180571"/>
                  <a:gd name="connsiteX2" fmla="*/ 94696 w 124749"/>
                  <a:gd name="connsiteY2" fmla="*/ 160342 h 180571"/>
                  <a:gd name="connsiteX3" fmla="*/ 27696 w 124749"/>
                  <a:gd name="connsiteY3" fmla="*/ 160342 h 180571"/>
                  <a:gd name="connsiteX4" fmla="*/ 74792 w 124749"/>
                  <a:gd name="connsiteY4" fmla="*/ 113329 h 180571"/>
                  <a:gd name="connsiteX5" fmla="*/ 110675 w 124749"/>
                  <a:gd name="connsiteY5" fmla="*/ 47351 h 180571"/>
                  <a:gd name="connsiteX6" fmla="*/ 58813 w 124749"/>
                  <a:gd name="connsiteY6" fmla="*/ 71 h 180571"/>
                  <a:gd name="connsiteX7" fmla="*/ 18445 w 124749"/>
                  <a:gd name="connsiteY7" fmla="*/ 16633 h 180571"/>
                  <a:gd name="connsiteX8" fmla="*/ 503 w 124749"/>
                  <a:gd name="connsiteY8" fmla="*/ 53228 h 180571"/>
                  <a:gd name="connsiteX9" fmla="*/ 6390 w 124749"/>
                  <a:gd name="connsiteY9" fmla="*/ 54563 h 180571"/>
                  <a:gd name="connsiteX10" fmla="*/ 47039 w 124749"/>
                  <a:gd name="connsiteY10" fmla="*/ 19838 h 180571"/>
                  <a:gd name="connsiteX11" fmla="*/ 86566 w 124749"/>
                  <a:gd name="connsiteY11" fmla="*/ 57502 h 180571"/>
                  <a:gd name="connsiteX12" fmla="*/ 50123 w 124749"/>
                  <a:gd name="connsiteY12" fmla="*/ 126952 h 180571"/>
                  <a:gd name="connsiteX13" fmla="*/ 223 w 124749"/>
                  <a:gd name="connsiteY13" fmla="*/ 177437 h 180571"/>
                  <a:gd name="connsiteX14" fmla="*/ 223 w 124749"/>
                  <a:gd name="connsiteY14" fmla="*/ 180643 h 180571"/>
                  <a:gd name="connsiteX15" fmla="*/ 109554 w 124749"/>
                  <a:gd name="connsiteY15" fmla="*/ 180643 h 180571"/>
                  <a:gd name="connsiteX16" fmla="*/ 124972 w 124749"/>
                  <a:gd name="connsiteY16" fmla="*/ 144048 h 180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4749" h="180571">
                    <a:moveTo>
                      <a:pt x="124972" y="144048"/>
                    </a:moveTo>
                    <a:lnTo>
                      <a:pt x="121328" y="142712"/>
                    </a:lnTo>
                    <a:cubicBezTo>
                      <a:pt x="110956" y="157938"/>
                      <a:pt x="107311" y="160342"/>
                      <a:pt x="94696" y="160342"/>
                    </a:cubicBezTo>
                    <a:lnTo>
                      <a:pt x="27696" y="160342"/>
                    </a:lnTo>
                    <a:lnTo>
                      <a:pt x="74792" y="113329"/>
                    </a:lnTo>
                    <a:cubicBezTo>
                      <a:pt x="99742" y="88487"/>
                      <a:pt x="110675" y="68186"/>
                      <a:pt x="110675" y="47351"/>
                    </a:cubicBezTo>
                    <a:cubicBezTo>
                      <a:pt x="110675" y="20640"/>
                      <a:pt x="87968" y="71"/>
                      <a:pt x="58813" y="71"/>
                    </a:cubicBezTo>
                    <a:cubicBezTo>
                      <a:pt x="43395" y="71"/>
                      <a:pt x="28817" y="5948"/>
                      <a:pt x="18445" y="16633"/>
                    </a:cubicBezTo>
                    <a:cubicBezTo>
                      <a:pt x="9474" y="25715"/>
                      <a:pt x="5269" y="34262"/>
                      <a:pt x="503" y="53228"/>
                    </a:cubicBezTo>
                    <a:lnTo>
                      <a:pt x="6390" y="54563"/>
                    </a:lnTo>
                    <a:cubicBezTo>
                      <a:pt x="17604" y="28386"/>
                      <a:pt x="27696" y="19838"/>
                      <a:pt x="47039" y="19838"/>
                    </a:cubicBezTo>
                    <a:cubicBezTo>
                      <a:pt x="70587" y="19838"/>
                      <a:pt x="86566" y="35064"/>
                      <a:pt x="86566" y="57502"/>
                    </a:cubicBezTo>
                    <a:cubicBezTo>
                      <a:pt x="86566" y="78337"/>
                      <a:pt x="73671" y="103179"/>
                      <a:pt x="50123" y="126952"/>
                    </a:cubicBezTo>
                    <a:lnTo>
                      <a:pt x="223" y="177437"/>
                    </a:lnTo>
                    <a:lnTo>
                      <a:pt x="223" y="180643"/>
                    </a:lnTo>
                    <a:lnTo>
                      <a:pt x="109554" y="180643"/>
                    </a:lnTo>
                    <a:lnTo>
                      <a:pt x="124972" y="144048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4BF0A118-19A8-8CDA-4D86-B801FEA5CD4C}"/>
                  </a:ext>
                </a:extLst>
              </p:cNvPr>
              <p:cNvSpPr/>
              <p:nvPr>
                <p:custDataLst>
                  <p:tags r:id="rId142"/>
                </p:custDataLst>
              </p:nvPr>
            </p:nvSpPr>
            <p:spPr>
              <a:xfrm>
                <a:off x="11465426" y="6574518"/>
                <a:ext cx="182976" cy="173987"/>
              </a:xfrm>
              <a:custGeom>
                <a:avLst/>
                <a:gdLst>
                  <a:gd name="connsiteX0" fmla="*/ 91907 w 182976"/>
                  <a:gd name="connsiteY0" fmla="*/ 76961 h 173987"/>
                  <a:gd name="connsiteX1" fmla="*/ 16140 w 182976"/>
                  <a:gd name="connsiteY1" fmla="*/ 5128 h 173987"/>
                  <a:gd name="connsiteX2" fmla="*/ 7806 w 182976"/>
                  <a:gd name="connsiteY2" fmla="*/ 75 h 173987"/>
                  <a:gd name="connsiteX3" fmla="*/ 229 w 182976"/>
                  <a:gd name="connsiteY3" fmla="*/ 7294 h 173987"/>
                  <a:gd name="connsiteX4" fmla="*/ 5154 w 182976"/>
                  <a:gd name="connsiteY4" fmla="*/ 14514 h 173987"/>
                  <a:gd name="connsiteX5" fmla="*/ 80920 w 182976"/>
                  <a:gd name="connsiteY5" fmla="*/ 87068 h 173987"/>
                  <a:gd name="connsiteX6" fmla="*/ 5154 w 182976"/>
                  <a:gd name="connsiteY6" fmla="*/ 159623 h 173987"/>
                  <a:gd name="connsiteX7" fmla="*/ 229 w 182976"/>
                  <a:gd name="connsiteY7" fmla="*/ 166843 h 173987"/>
                  <a:gd name="connsiteX8" fmla="*/ 7806 w 182976"/>
                  <a:gd name="connsiteY8" fmla="*/ 174062 h 173987"/>
                  <a:gd name="connsiteX9" fmla="*/ 16140 w 182976"/>
                  <a:gd name="connsiteY9" fmla="*/ 169008 h 173987"/>
                  <a:gd name="connsiteX10" fmla="*/ 91528 w 182976"/>
                  <a:gd name="connsiteY10" fmla="*/ 97176 h 173987"/>
                  <a:gd name="connsiteX11" fmla="*/ 169946 w 182976"/>
                  <a:gd name="connsiteY11" fmla="*/ 171896 h 173987"/>
                  <a:gd name="connsiteX12" fmla="*/ 175629 w 182976"/>
                  <a:gd name="connsiteY12" fmla="*/ 174062 h 173987"/>
                  <a:gd name="connsiteX13" fmla="*/ 183206 w 182976"/>
                  <a:gd name="connsiteY13" fmla="*/ 166843 h 173987"/>
                  <a:gd name="connsiteX14" fmla="*/ 182069 w 182976"/>
                  <a:gd name="connsiteY14" fmla="*/ 162872 h 173987"/>
                  <a:gd name="connsiteX15" fmla="*/ 102514 w 182976"/>
                  <a:gd name="connsiteY15" fmla="*/ 87068 h 173987"/>
                  <a:gd name="connsiteX16" fmla="*/ 171841 w 182976"/>
                  <a:gd name="connsiteY16" fmla="*/ 21011 h 173987"/>
                  <a:gd name="connsiteX17" fmla="*/ 181311 w 182976"/>
                  <a:gd name="connsiteY17" fmla="*/ 11987 h 173987"/>
                  <a:gd name="connsiteX18" fmla="*/ 183206 w 182976"/>
                  <a:gd name="connsiteY18" fmla="*/ 7294 h 173987"/>
                  <a:gd name="connsiteX19" fmla="*/ 175629 w 182976"/>
                  <a:gd name="connsiteY19" fmla="*/ 75 h 173987"/>
                  <a:gd name="connsiteX20" fmla="*/ 166916 w 182976"/>
                  <a:gd name="connsiteY20" fmla="*/ 5489 h 173987"/>
                  <a:gd name="connsiteX21" fmla="*/ 91907 w 182976"/>
                  <a:gd name="connsiteY21" fmla="*/ 76961 h 173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2976" h="173987">
                    <a:moveTo>
                      <a:pt x="91907" y="76961"/>
                    </a:moveTo>
                    <a:lnTo>
                      <a:pt x="16140" y="5128"/>
                    </a:lnTo>
                    <a:cubicBezTo>
                      <a:pt x="11594" y="797"/>
                      <a:pt x="10836" y="75"/>
                      <a:pt x="7806" y="75"/>
                    </a:cubicBezTo>
                    <a:cubicBezTo>
                      <a:pt x="4017" y="75"/>
                      <a:pt x="229" y="3323"/>
                      <a:pt x="229" y="7294"/>
                    </a:cubicBezTo>
                    <a:cubicBezTo>
                      <a:pt x="229" y="9821"/>
                      <a:pt x="987" y="10543"/>
                      <a:pt x="5154" y="14514"/>
                    </a:cubicBezTo>
                    <a:lnTo>
                      <a:pt x="80920" y="87068"/>
                    </a:lnTo>
                    <a:lnTo>
                      <a:pt x="5154" y="159623"/>
                    </a:lnTo>
                    <a:cubicBezTo>
                      <a:pt x="987" y="163594"/>
                      <a:pt x="229" y="164316"/>
                      <a:pt x="229" y="166843"/>
                    </a:cubicBezTo>
                    <a:cubicBezTo>
                      <a:pt x="229" y="170813"/>
                      <a:pt x="4017" y="174062"/>
                      <a:pt x="7806" y="174062"/>
                    </a:cubicBezTo>
                    <a:cubicBezTo>
                      <a:pt x="10836" y="174062"/>
                      <a:pt x="11594" y="173340"/>
                      <a:pt x="16140" y="169008"/>
                    </a:cubicBezTo>
                    <a:lnTo>
                      <a:pt x="91528" y="97176"/>
                    </a:lnTo>
                    <a:lnTo>
                      <a:pt x="169946" y="171896"/>
                    </a:lnTo>
                    <a:cubicBezTo>
                      <a:pt x="170704" y="172257"/>
                      <a:pt x="173356" y="174062"/>
                      <a:pt x="175629" y="174062"/>
                    </a:cubicBezTo>
                    <a:cubicBezTo>
                      <a:pt x="180175" y="174062"/>
                      <a:pt x="183206" y="170813"/>
                      <a:pt x="183206" y="166843"/>
                    </a:cubicBezTo>
                    <a:cubicBezTo>
                      <a:pt x="183206" y="166121"/>
                      <a:pt x="183206" y="164677"/>
                      <a:pt x="182069" y="162872"/>
                    </a:cubicBezTo>
                    <a:cubicBezTo>
                      <a:pt x="181690" y="162150"/>
                      <a:pt x="121456" y="105478"/>
                      <a:pt x="102514" y="87068"/>
                    </a:cubicBezTo>
                    <a:lnTo>
                      <a:pt x="171841" y="21011"/>
                    </a:lnTo>
                    <a:cubicBezTo>
                      <a:pt x="173735" y="18845"/>
                      <a:pt x="179417" y="14153"/>
                      <a:pt x="181311" y="11987"/>
                    </a:cubicBezTo>
                    <a:cubicBezTo>
                      <a:pt x="181690" y="11265"/>
                      <a:pt x="183206" y="9821"/>
                      <a:pt x="183206" y="7294"/>
                    </a:cubicBezTo>
                    <a:cubicBezTo>
                      <a:pt x="183206" y="3323"/>
                      <a:pt x="180175" y="75"/>
                      <a:pt x="175629" y="75"/>
                    </a:cubicBezTo>
                    <a:cubicBezTo>
                      <a:pt x="172598" y="75"/>
                      <a:pt x="171083" y="1519"/>
                      <a:pt x="166916" y="5489"/>
                    </a:cubicBezTo>
                    <a:lnTo>
                      <a:pt x="91907" y="7696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432FAB4-526E-1F55-C598-E69C82E5BF83}"/>
                  </a:ext>
                </a:extLst>
              </p:cNvPr>
              <p:cNvSpPr/>
              <p:nvPr>
                <p:custDataLst>
                  <p:tags r:id="rId143"/>
                </p:custDataLst>
              </p:nvPr>
            </p:nvSpPr>
            <p:spPr>
              <a:xfrm>
                <a:off x="11764443" y="6592566"/>
                <a:ext cx="173884" cy="163158"/>
              </a:xfrm>
              <a:custGeom>
                <a:avLst/>
                <a:gdLst>
                  <a:gd name="connsiteX0" fmla="*/ 169577 w 173884"/>
                  <a:gd name="connsiteY0" fmla="*/ 119556 h 163158"/>
                  <a:gd name="connsiteX1" fmla="*/ 158969 w 173884"/>
                  <a:gd name="connsiteY1" fmla="*/ 129663 h 163158"/>
                  <a:gd name="connsiteX2" fmla="*/ 139270 w 173884"/>
                  <a:gd name="connsiteY2" fmla="*/ 144463 h 163158"/>
                  <a:gd name="connsiteX3" fmla="*/ 133966 w 173884"/>
                  <a:gd name="connsiteY3" fmla="*/ 139770 h 163158"/>
                  <a:gd name="connsiteX4" fmla="*/ 167683 w 173884"/>
                  <a:gd name="connsiteY4" fmla="*/ 8738 h 163158"/>
                  <a:gd name="connsiteX5" fmla="*/ 169956 w 173884"/>
                  <a:gd name="connsiteY5" fmla="*/ 1158 h 163158"/>
                  <a:gd name="connsiteX6" fmla="*/ 167304 w 173884"/>
                  <a:gd name="connsiteY6" fmla="*/ 75 h 163158"/>
                  <a:gd name="connsiteX7" fmla="*/ 144195 w 173884"/>
                  <a:gd name="connsiteY7" fmla="*/ 2602 h 163158"/>
                  <a:gd name="connsiteX8" fmla="*/ 143058 w 173884"/>
                  <a:gd name="connsiteY8" fmla="*/ 3684 h 163158"/>
                  <a:gd name="connsiteX9" fmla="*/ 138891 w 173884"/>
                  <a:gd name="connsiteY9" fmla="*/ 21011 h 163158"/>
                  <a:gd name="connsiteX10" fmla="*/ 108584 w 173884"/>
                  <a:gd name="connsiteY10" fmla="*/ 75 h 163158"/>
                  <a:gd name="connsiteX11" fmla="*/ 238 w 173884"/>
                  <a:gd name="connsiteY11" fmla="*/ 123165 h 163158"/>
                  <a:gd name="connsiteX12" fmla="*/ 38879 w 173884"/>
                  <a:gd name="connsiteY12" fmla="*/ 163233 h 163158"/>
                  <a:gd name="connsiteX13" fmla="*/ 115025 w 173884"/>
                  <a:gd name="connsiteY13" fmla="*/ 106561 h 163158"/>
                  <a:gd name="connsiteX14" fmla="*/ 106311 w 173884"/>
                  <a:gd name="connsiteY14" fmla="*/ 148072 h 163158"/>
                  <a:gd name="connsiteX15" fmla="*/ 121465 w 173884"/>
                  <a:gd name="connsiteY15" fmla="*/ 162872 h 163158"/>
                  <a:gd name="connsiteX16" fmla="*/ 174123 w 173884"/>
                  <a:gd name="connsiteY16" fmla="*/ 123165 h 163158"/>
                  <a:gd name="connsiteX17" fmla="*/ 169577 w 173884"/>
                  <a:gd name="connsiteY17" fmla="*/ 119556 h 163158"/>
                  <a:gd name="connsiteX18" fmla="*/ 110857 w 173884"/>
                  <a:gd name="connsiteY18" fmla="*/ 8016 h 163158"/>
                  <a:gd name="connsiteX19" fmla="*/ 132072 w 173884"/>
                  <a:gd name="connsiteY19" fmla="*/ 30035 h 163158"/>
                  <a:gd name="connsiteX20" fmla="*/ 86991 w 173884"/>
                  <a:gd name="connsiteY20" fmla="*/ 129663 h 163158"/>
                  <a:gd name="connsiteX21" fmla="*/ 54032 w 173884"/>
                  <a:gd name="connsiteY21" fmla="*/ 145545 h 163158"/>
                  <a:gd name="connsiteX22" fmla="*/ 32060 w 173884"/>
                  <a:gd name="connsiteY22" fmla="*/ 118473 h 163158"/>
                  <a:gd name="connsiteX23" fmla="*/ 62746 w 173884"/>
                  <a:gd name="connsiteY23" fmla="*/ 39420 h 163158"/>
                  <a:gd name="connsiteX24" fmla="*/ 110857 w 173884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3884" h="163158">
                    <a:moveTo>
                      <a:pt x="169577" y="119556"/>
                    </a:moveTo>
                    <a:cubicBezTo>
                      <a:pt x="163894" y="124970"/>
                      <a:pt x="161621" y="126775"/>
                      <a:pt x="158969" y="129663"/>
                    </a:cubicBezTo>
                    <a:cubicBezTo>
                      <a:pt x="147604" y="140853"/>
                      <a:pt x="142680" y="144463"/>
                      <a:pt x="139270" y="144463"/>
                    </a:cubicBezTo>
                    <a:cubicBezTo>
                      <a:pt x="136239" y="144463"/>
                      <a:pt x="133966" y="142297"/>
                      <a:pt x="133966" y="139770"/>
                    </a:cubicBezTo>
                    <a:cubicBezTo>
                      <a:pt x="133966" y="132551"/>
                      <a:pt x="149877" y="70825"/>
                      <a:pt x="167683" y="8738"/>
                    </a:cubicBezTo>
                    <a:cubicBezTo>
                      <a:pt x="168819" y="5128"/>
                      <a:pt x="169198" y="4406"/>
                      <a:pt x="169956" y="1158"/>
                    </a:cubicBezTo>
                    <a:lnTo>
                      <a:pt x="167304" y="75"/>
                    </a:lnTo>
                    <a:lnTo>
                      <a:pt x="144195" y="2602"/>
                    </a:lnTo>
                    <a:lnTo>
                      <a:pt x="143058" y="3684"/>
                    </a:lnTo>
                    <a:lnTo>
                      <a:pt x="138891" y="21011"/>
                    </a:lnTo>
                    <a:cubicBezTo>
                      <a:pt x="135860" y="7655"/>
                      <a:pt x="124874" y="75"/>
                      <a:pt x="108584" y="75"/>
                    </a:cubicBezTo>
                    <a:cubicBezTo>
                      <a:pt x="58578" y="75"/>
                      <a:pt x="238" y="66132"/>
                      <a:pt x="238" y="123165"/>
                    </a:cubicBezTo>
                    <a:cubicBezTo>
                      <a:pt x="238" y="148433"/>
                      <a:pt x="14634" y="163233"/>
                      <a:pt x="38879" y="163233"/>
                    </a:cubicBezTo>
                    <a:cubicBezTo>
                      <a:pt x="65397" y="163233"/>
                      <a:pt x="81687" y="151321"/>
                      <a:pt x="115025" y="106561"/>
                    </a:cubicBezTo>
                    <a:cubicBezTo>
                      <a:pt x="107448" y="134716"/>
                      <a:pt x="106311" y="139409"/>
                      <a:pt x="106311" y="148072"/>
                    </a:cubicBezTo>
                    <a:cubicBezTo>
                      <a:pt x="106311" y="158540"/>
                      <a:pt x="110857" y="162872"/>
                      <a:pt x="121465" y="162872"/>
                    </a:cubicBezTo>
                    <a:cubicBezTo>
                      <a:pt x="136618" y="162872"/>
                      <a:pt x="146089" y="156014"/>
                      <a:pt x="174123" y="123165"/>
                    </a:cubicBezTo>
                    <a:lnTo>
                      <a:pt x="169577" y="119556"/>
                    </a:lnTo>
                    <a:close/>
                    <a:moveTo>
                      <a:pt x="110857" y="8016"/>
                    </a:moveTo>
                    <a:cubicBezTo>
                      <a:pt x="123738" y="8738"/>
                      <a:pt x="132072" y="17401"/>
                      <a:pt x="132072" y="30035"/>
                    </a:cubicBezTo>
                    <a:cubicBezTo>
                      <a:pt x="132072" y="60357"/>
                      <a:pt x="113130" y="102951"/>
                      <a:pt x="86991" y="129663"/>
                    </a:cubicBezTo>
                    <a:cubicBezTo>
                      <a:pt x="77899" y="139409"/>
                      <a:pt x="65019" y="145545"/>
                      <a:pt x="54032" y="145545"/>
                    </a:cubicBezTo>
                    <a:cubicBezTo>
                      <a:pt x="40773" y="145545"/>
                      <a:pt x="32060" y="135077"/>
                      <a:pt x="32060" y="118473"/>
                    </a:cubicBezTo>
                    <a:cubicBezTo>
                      <a:pt x="32060" y="98980"/>
                      <a:pt x="46456" y="61801"/>
                      <a:pt x="62746" y="39420"/>
                    </a:cubicBezTo>
                    <a:cubicBezTo>
                      <a:pt x="77899" y="18484"/>
                      <a:pt x="95704" y="6933"/>
                      <a:pt x="110857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BA50B74F-6794-0075-6186-B308854C4595}"/>
                  </a:ext>
                </a:extLst>
              </p:cNvPr>
              <p:cNvSpPr/>
              <p:nvPr>
                <p:custDataLst>
                  <p:tags r:id="rId144"/>
                </p:custDataLst>
              </p:nvPr>
            </p:nvSpPr>
            <p:spPr>
              <a:xfrm>
                <a:off x="11956540" y="6625915"/>
                <a:ext cx="124749" cy="180571"/>
              </a:xfrm>
              <a:custGeom>
                <a:avLst/>
                <a:gdLst>
                  <a:gd name="connsiteX0" fmla="*/ 124992 w 124749"/>
                  <a:gd name="connsiteY0" fmla="*/ 144053 h 180571"/>
                  <a:gd name="connsiteX1" fmla="*/ 121348 w 124749"/>
                  <a:gd name="connsiteY1" fmla="*/ 142718 h 180571"/>
                  <a:gd name="connsiteX2" fmla="*/ 94716 w 124749"/>
                  <a:gd name="connsiteY2" fmla="*/ 160347 h 180571"/>
                  <a:gd name="connsiteX3" fmla="*/ 27715 w 124749"/>
                  <a:gd name="connsiteY3" fmla="*/ 160347 h 180571"/>
                  <a:gd name="connsiteX4" fmla="*/ 74812 w 124749"/>
                  <a:gd name="connsiteY4" fmla="*/ 113335 h 180571"/>
                  <a:gd name="connsiteX5" fmla="*/ 110695 w 124749"/>
                  <a:gd name="connsiteY5" fmla="*/ 47357 h 180571"/>
                  <a:gd name="connsiteX6" fmla="*/ 58833 w 124749"/>
                  <a:gd name="connsiteY6" fmla="*/ 77 h 180571"/>
                  <a:gd name="connsiteX7" fmla="*/ 18464 w 124749"/>
                  <a:gd name="connsiteY7" fmla="*/ 16638 h 180571"/>
                  <a:gd name="connsiteX8" fmla="*/ 523 w 124749"/>
                  <a:gd name="connsiteY8" fmla="*/ 53233 h 180571"/>
                  <a:gd name="connsiteX9" fmla="*/ 6410 w 124749"/>
                  <a:gd name="connsiteY9" fmla="*/ 54569 h 180571"/>
                  <a:gd name="connsiteX10" fmla="*/ 47059 w 124749"/>
                  <a:gd name="connsiteY10" fmla="*/ 19844 h 180571"/>
                  <a:gd name="connsiteX11" fmla="*/ 86586 w 124749"/>
                  <a:gd name="connsiteY11" fmla="*/ 57507 h 180571"/>
                  <a:gd name="connsiteX12" fmla="*/ 50142 w 124749"/>
                  <a:gd name="connsiteY12" fmla="*/ 126958 h 180571"/>
                  <a:gd name="connsiteX13" fmla="*/ 242 w 124749"/>
                  <a:gd name="connsiteY13" fmla="*/ 177443 h 180571"/>
                  <a:gd name="connsiteX14" fmla="*/ 242 w 124749"/>
                  <a:gd name="connsiteY14" fmla="*/ 180648 h 180571"/>
                  <a:gd name="connsiteX15" fmla="*/ 109574 w 124749"/>
                  <a:gd name="connsiteY15" fmla="*/ 180648 h 180571"/>
                  <a:gd name="connsiteX16" fmla="*/ 124992 w 124749"/>
                  <a:gd name="connsiteY16" fmla="*/ 144053 h 180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4749" h="180571">
                    <a:moveTo>
                      <a:pt x="124992" y="144053"/>
                    </a:moveTo>
                    <a:lnTo>
                      <a:pt x="121348" y="142718"/>
                    </a:lnTo>
                    <a:cubicBezTo>
                      <a:pt x="110975" y="157943"/>
                      <a:pt x="107331" y="160347"/>
                      <a:pt x="94716" y="160347"/>
                    </a:cubicBezTo>
                    <a:lnTo>
                      <a:pt x="27715" y="160347"/>
                    </a:lnTo>
                    <a:lnTo>
                      <a:pt x="74812" y="113335"/>
                    </a:lnTo>
                    <a:cubicBezTo>
                      <a:pt x="99762" y="88493"/>
                      <a:pt x="110695" y="68192"/>
                      <a:pt x="110695" y="47357"/>
                    </a:cubicBezTo>
                    <a:cubicBezTo>
                      <a:pt x="110695" y="20645"/>
                      <a:pt x="87988" y="77"/>
                      <a:pt x="58833" y="77"/>
                    </a:cubicBezTo>
                    <a:cubicBezTo>
                      <a:pt x="43414" y="77"/>
                      <a:pt x="28837" y="5954"/>
                      <a:pt x="18464" y="16638"/>
                    </a:cubicBezTo>
                    <a:cubicBezTo>
                      <a:pt x="9493" y="25720"/>
                      <a:pt x="5288" y="34268"/>
                      <a:pt x="523" y="53233"/>
                    </a:cubicBezTo>
                    <a:lnTo>
                      <a:pt x="6410" y="54569"/>
                    </a:lnTo>
                    <a:cubicBezTo>
                      <a:pt x="17623" y="28392"/>
                      <a:pt x="27715" y="19844"/>
                      <a:pt x="47059" y="19844"/>
                    </a:cubicBezTo>
                    <a:cubicBezTo>
                      <a:pt x="70607" y="19844"/>
                      <a:pt x="86586" y="35069"/>
                      <a:pt x="86586" y="57507"/>
                    </a:cubicBezTo>
                    <a:cubicBezTo>
                      <a:pt x="86586" y="78342"/>
                      <a:pt x="73691" y="103184"/>
                      <a:pt x="50142" y="126958"/>
                    </a:cubicBezTo>
                    <a:lnTo>
                      <a:pt x="242" y="177443"/>
                    </a:lnTo>
                    <a:lnTo>
                      <a:pt x="242" y="180648"/>
                    </a:lnTo>
                    <a:lnTo>
                      <a:pt x="109574" y="180648"/>
                    </a:lnTo>
                    <a:lnTo>
                      <a:pt x="124992" y="144053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A685E9A8-9FD0-2C53-3E98-8A923C52B83C}"/>
                  </a:ext>
                </a:extLst>
              </p:cNvPr>
              <p:cNvSpPr/>
              <p:nvPr>
                <p:custDataLst>
                  <p:tags r:id="rId145"/>
                </p:custDataLst>
              </p:nvPr>
            </p:nvSpPr>
            <p:spPr>
              <a:xfrm>
                <a:off x="12181863" y="6541309"/>
                <a:ext cx="251924" cy="240405"/>
              </a:xfrm>
              <a:custGeom>
                <a:avLst/>
                <a:gdLst>
                  <a:gd name="connsiteX0" fmla="*/ 133978 w 251924"/>
                  <a:gd name="connsiteY0" fmla="*/ 127496 h 240405"/>
                  <a:gd name="connsiteX1" fmla="*/ 239672 w 251924"/>
                  <a:gd name="connsiteY1" fmla="*/ 127496 h 240405"/>
                  <a:gd name="connsiteX2" fmla="*/ 252174 w 251924"/>
                  <a:gd name="connsiteY2" fmla="*/ 120277 h 240405"/>
                  <a:gd name="connsiteX3" fmla="*/ 239672 w 251924"/>
                  <a:gd name="connsiteY3" fmla="*/ 113057 h 240405"/>
                  <a:gd name="connsiteX4" fmla="*/ 133978 w 251924"/>
                  <a:gd name="connsiteY4" fmla="*/ 113057 h 240405"/>
                  <a:gd name="connsiteX5" fmla="*/ 133978 w 251924"/>
                  <a:gd name="connsiteY5" fmla="*/ 11986 h 240405"/>
                  <a:gd name="connsiteX6" fmla="*/ 126401 w 251924"/>
                  <a:gd name="connsiteY6" fmla="*/ 74 h 240405"/>
                  <a:gd name="connsiteX7" fmla="*/ 118824 w 251924"/>
                  <a:gd name="connsiteY7" fmla="*/ 11986 h 240405"/>
                  <a:gd name="connsiteX8" fmla="*/ 118824 w 251924"/>
                  <a:gd name="connsiteY8" fmla="*/ 113057 h 240405"/>
                  <a:gd name="connsiteX9" fmla="*/ 12751 w 251924"/>
                  <a:gd name="connsiteY9" fmla="*/ 113057 h 240405"/>
                  <a:gd name="connsiteX10" fmla="*/ 250 w 251924"/>
                  <a:gd name="connsiteY10" fmla="*/ 120277 h 240405"/>
                  <a:gd name="connsiteX11" fmla="*/ 12751 w 251924"/>
                  <a:gd name="connsiteY11" fmla="*/ 127496 h 240405"/>
                  <a:gd name="connsiteX12" fmla="*/ 118824 w 251924"/>
                  <a:gd name="connsiteY12" fmla="*/ 127496 h 240405"/>
                  <a:gd name="connsiteX13" fmla="*/ 118824 w 251924"/>
                  <a:gd name="connsiteY13" fmla="*/ 228568 h 240405"/>
                  <a:gd name="connsiteX14" fmla="*/ 126401 w 251924"/>
                  <a:gd name="connsiteY14" fmla="*/ 240480 h 240405"/>
                  <a:gd name="connsiteX15" fmla="*/ 133978 w 251924"/>
                  <a:gd name="connsiteY15" fmla="*/ 228568 h 240405"/>
                  <a:gd name="connsiteX16" fmla="*/ 133978 w 251924"/>
                  <a:gd name="connsiteY16" fmla="*/ 127496 h 24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1924" h="240405">
                    <a:moveTo>
                      <a:pt x="133978" y="127496"/>
                    </a:moveTo>
                    <a:lnTo>
                      <a:pt x="239672" y="127496"/>
                    </a:lnTo>
                    <a:cubicBezTo>
                      <a:pt x="244976" y="127496"/>
                      <a:pt x="252174" y="127496"/>
                      <a:pt x="252174" y="120277"/>
                    </a:cubicBezTo>
                    <a:cubicBezTo>
                      <a:pt x="252174" y="113057"/>
                      <a:pt x="244976" y="113057"/>
                      <a:pt x="239672" y="113057"/>
                    </a:cubicBezTo>
                    <a:lnTo>
                      <a:pt x="133978" y="113057"/>
                    </a:lnTo>
                    <a:lnTo>
                      <a:pt x="133978" y="11986"/>
                    </a:lnTo>
                    <a:cubicBezTo>
                      <a:pt x="133978" y="6932"/>
                      <a:pt x="133978" y="74"/>
                      <a:pt x="126401" y="74"/>
                    </a:cubicBezTo>
                    <a:cubicBezTo>
                      <a:pt x="118824" y="74"/>
                      <a:pt x="118824" y="6932"/>
                      <a:pt x="118824" y="11986"/>
                    </a:cubicBezTo>
                    <a:lnTo>
                      <a:pt x="118824" y="113057"/>
                    </a:lnTo>
                    <a:lnTo>
                      <a:pt x="12751" y="113057"/>
                    </a:lnTo>
                    <a:cubicBezTo>
                      <a:pt x="7447" y="113057"/>
                      <a:pt x="250" y="113057"/>
                      <a:pt x="250" y="120277"/>
                    </a:cubicBezTo>
                    <a:cubicBezTo>
                      <a:pt x="250" y="127496"/>
                      <a:pt x="7447" y="127496"/>
                      <a:pt x="12751" y="127496"/>
                    </a:cubicBezTo>
                    <a:lnTo>
                      <a:pt x="118824" y="127496"/>
                    </a:lnTo>
                    <a:lnTo>
                      <a:pt x="118824" y="228568"/>
                    </a:lnTo>
                    <a:cubicBezTo>
                      <a:pt x="118824" y="233621"/>
                      <a:pt x="118824" y="240480"/>
                      <a:pt x="126401" y="240480"/>
                    </a:cubicBezTo>
                    <a:cubicBezTo>
                      <a:pt x="133978" y="240480"/>
                      <a:pt x="133978" y="233621"/>
                      <a:pt x="133978" y="228568"/>
                    </a:cubicBezTo>
                    <a:lnTo>
                      <a:pt x="133978" y="127496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C5EA038-3447-B30F-0129-C02D3F2D1FD7}"/>
                  </a:ext>
                </a:extLst>
              </p:cNvPr>
              <p:cNvSpPr/>
              <p:nvPr>
                <p:custDataLst>
                  <p:tags r:id="rId146"/>
                </p:custDataLst>
              </p:nvPr>
            </p:nvSpPr>
            <p:spPr>
              <a:xfrm>
                <a:off x="12550964" y="6507738"/>
                <a:ext cx="107209" cy="244015"/>
              </a:xfrm>
              <a:custGeom>
                <a:avLst/>
                <a:gdLst>
                  <a:gd name="connsiteX0" fmla="*/ 68448 w 107209"/>
                  <a:gd name="connsiteY0" fmla="*/ 75 h 244015"/>
                  <a:gd name="connsiteX1" fmla="*/ 258 w 107209"/>
                  <a:gd name="connsiteY1" fmla="*/ 32923 h 244015"/>
                  <a:gd name="connsiteX2" fmla="*/ 258 w 107209"/>
                  <a:gd name="connsiteY2" fmla="*/ 37977 h 244015"/>
                  <a:gd name="connsiteX3" fmla="*/ 10486 w 107209"/>
                  <a:gd name="connsiteY3" fmla="*/ 34006 h 244015"/>
                  <a:gd name="connsiteX4" fmla="*/ 27534 w 107209"/>
                  <a:gd name="connsiteY4" fmla="*/ 30035 h 244015"/>
                  <a:gd name="connsiteX5" fmla="*/ 38899 w 107209"/>
                  <a:gd name="connsiteY5" fmla="*/ 47001 h 244015"/>
                  <a:gd name="connsiteX6" fmla="*/ 38899 w 107209"/>
                  <a:gd name="connsiteY6" fmla="*/ 210520 h 244015"/>
                  <a:gd name="connsiteX7" fmla="*/ 29807 w 107209"/>
                  <a:gd name="connsiteY7" fmla="*/ 233983 h 244015"/>
                  <a:gd name="connsiteX8" fmla="*/ 2910 w 107209"/>
                  <a:gd name="connsiteY8" fmla="*/ 238676 h 244015"/>
                  <a:gd name="connsiteX9" fmla="*/ 2910 w 107209"/>
                  <a:gd name="connsiteY9" fmla="*/ 244090 h 244015"/>
                  <a:gd name="connsiteX10" fmla="*/ 107468 w 107209"/>
                  <a:gd name="connsiteY10" fmla="*/ 244090 h 244015"/>
                  <a:gd name="connsiteX11" fmla="*/ 107468 w 107209"/>
                  <a:gd name="connsiteY11" fmla="*/ 238676 h 244015"/>
                  <a:gd name="connsiteX12" fmla="*/ 71478 w 107209"/>
                  <a:gd name="connsiteY12" fmla="*/ 217378 h 244015"/>
                  <a:gd name="connsiteX13" fmla="*/ 71478 w 107209"/>
                  <a:gd name="connsiteY13" fmla="*/ 797 h 244015"/>
                  <a:gd name="connsiteX14" fmla="*/ 68448 w 107209"/>
                  <a:gd name="connsiteY14" fmla="*/ 75 h 244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7209" h="244015">
                    <a:moveTo>
                      <a:pt x="68448" y="75"/>
                    </a:moveTo>
                    <a:lnTo>
                      <a:pt x="258" y="32923"/>
                    </a:lnTo>
                    <a:lnTo>
                      <a:pt x="258" y="37977"/>
                    </a:lnTo>
                    <a:cubicBezTo>
                      <a:pt x="4804" y="36172"/>
                      <a:pt x="8971" y="34728"/>
                      <a:pt x="10486" y="34006"/>
                    </a:cubicBezTo>
                    <a:cubicBezTo>
                      <a:pt x="17305" y="31479"/>
                      <a:pt x="23745" y="30035"/>
                      <a:pt x="27534" y="30035"/>
                    </a:cubicBezTo>
                    <a:cubicBezTo>
                      <a:pt x="35489" y="30035"/>
                      <a:pt x="38899" y="35450"/>
                      <a:pt x="38899" y="47001"/>
                    </a:cubicBezTo>
                    <a:lnTo>
                      <a:pt x="38899" y="210520"/>
                    </a:lnTo>
                    <a:cubicBezTo>
                      <a:pt x="38899" y="222432"/>
                      <a:pt x="35868" y="230734"/>
                      <a:pt x="29807" y="233983"/>
                    </a:cubicBezTo>
                    <a:cubicBezTo>
                      <a:pt x="24124" y="237232"/>
                      <a:pt x="18821" y="238315"/>
                      <a:pt x="2910" y="238676"/>
                    </a:cubicBezTo>
                    <a:lnTo>
                      <a:pt x="2910" y="244090"/>
                    </a:lnTo>
                    <a:lnTo>
                      <a:pt x="107468" y="244090"/>
                    </a:lnTo>
                    <a:lnTo>
                      <a:pt x="107468" y="238676"/>
                    </a:lnTo>
                    <a:cubicBezTo>
                      <a:pt x="77540" y="238315"/>
                      <a:pt x="71478" y="234705"/>
                      <a:pt x="71478" y="217378"/>
                    </a:cubicBezTo>
                    <a:lnTo>
                      <a:pt x="71478" y="797"/>
                    </a:lnTo>
                    <a:lnTo>
                      <a:pt x="68448" y="75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572E464-0808-E19E-7D00-6DE072B861B1}"/>
                  </a:ext>
                </a:extLst>
              </p:cNvPr>
              <p:cNvSpPr/>
              <p:nvPr>
                <p:custDataLst>
                  <p:tags r:id="rId147"/>
                </p:custDataLst>
              </p:nvPr>
            </p:nvSpPr>
            <p:spPr>
              <a:xfrm>
                <a:off x="12711095" y="6421548"/>
                <a:ext cx="109050" cy="184310"/>
              </a:xfrm>
              <a:custGeom>
                <a:avLst/>
                <a:gdLst>
                  <a:gd name="connsiteX0" fmla="*/ 31099 w 109050"/>
                  <a:gd name="connsiteY0" fmla="*/ 92494 h 184310"/>
                  <a:gd name="connsiteX1" fmla="*/ 60815 w 109050"/>
                  <a:gd name="connsiteY1" fmla="*/ 95432 h 184310"/>
                  <a:gd name="connsiteX2" fmla="*/ 89129 w 109050"/>
                  <a:gd name="connsiteY2" fmla="*/ 134966 h 184310"/>
                  <a:gd name="connsiteX3" fmla="*/ 52405 w 109050"/>
                  <a:gd name="connsiteY3" fmla="*/ 174766 h 184310"/>
                  <a:gd name="connsiteX4" fmla="*/ 28856 w 109050"/>
                  <a:gd name="connsiteY4" fmla="*/ 166485 h 184310"/>
                  <a:gd name="connsiteX5" fmla="*/ 10915 w 109050"/>
                  <a:gd name="connsiteY5" fmla="*/ 159807 h 184310"/>
                  <a:gd name="connsiteX6" fmla="*/ 262 w 109050"/>
                  <a:gd name="connsiteY6" fmla="*/ 169157 h 184310"/>
                  <a:gd name="connsiteX7" fmla="*/ 31940 w 109050"/>
                  <a:gd name="connsiteY7" fmla="*/ 184382 h 184310"/>
                  <a:gd name="connsiteX8" fmla="*/ 88848 w 109050"/>
                  <a:gd name="connsiteY8" fmla="*/ 166485 h 184310"/>
                  <a:gd name="connsiteX9" fmla="*/ 109313 w 109050"/>
                  <a:gd name="connsiteY9" fmla="*/ 122144 h 184310"/>
                  <a:gd name="connsiteX10" fmla="*/ 96698 w 109050"/>
                  <a:gd name="connsiteY10" fmla="*/ 87686 h 184310"/>
                  <a:gd name="connsiteX11" fmla="*/ 73430 w 109050"/>
                  <a:gd name="connsiteY11" fmla="*/ 73529 h 184310"/>
                  <a:gd name="connsiteX12" fmla="*/ 99782 w 109050"/>
                  <a:gd name="connsiteY12" fmla="*/ 36667 h 184310"/>
                  <a:gd name="connsiteX13" fmla="*/ 56049 w 109050"/>
                  <a:gd name="connsiteY13" fmla="*/ 71 h 184310"/>
                  <a:gd name="connsiteX14" fmla="*/ 19605 w 109050"/>
                  <a:gd name="connsiteY14" fmla="*/ 13160 h 184310"/>
                  <a:gd name="connsiteX15" fmla="*/ 823 w 109050"/>
                  <a:gd name="connsiteY15" fmla="*/ 43344 h 184310"/>
                  <a:gd name="connsiteX16" fmla="*/ 5028 w 109050"/>
                  <a:gd name="connsiteY16" fmla="*/ 44413 h 184310"/>
                  <a:gd name="connsiteX17" fmla="*/ 46798 w 109050"/>
                  <a:gd name="connsiteY17" fmla="*/ 16098 h 184310"/>
                  <a:gd name="connsiteX18" fmla="*/ 77635 w 109050"/>
                  <a:gd name="connsiteY18" fmla="*/ 44680 h 184310"/>
                  <a:gd name="connsiteX19" fmla="*/ 66422 w 109050"/>
                  <a:gd name="connsiteY19" fmla="*/ 70590 h 184310"/>
                  <a:gd name="connsiteX20" fmla="*/ 31099 w 109050"/>
                  <a:gd name="connsiteY20" fmla="*/ 89021 h 184310"/>
                  <a:gd name="connsiteX21" fmla="*/ 31099 w 109050"/>
                  <a:gd name="connsiteY21" fmla="*/ 92494 h 18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9050" h="184310">
                    <a:moveTo>
                      <a:pt x="31099" y="92494"/>
                    </a:moveTo>
                    <a:cubicBezTo>
                      <a:pt x="47639" y="92494"/>
                      <a:pt x="54087" y="93028"/>
                      <a:pt x="60815" y="95432"/>
                    </a:cubicBezTo>
                    <a:cubicBezTo>
                      <a:pt x="78196" y="101309"/>
                      <a:pt x="89129" y="116535"/>
                      <a:pt x="89129" y="134966"/>
                    </a:cubicBezTo>
                    <a:cubicBezTo>
                      <a:pt x="89129" y="157403"/>
                      <a:pt x="73150" y="174766"/>
                      <a:pt x="52405" y="174766"/>
                    </a:cubicBezTo>
                    <a:cubicBezTo>
                      <a:pt x="44836" y="174766"/>
                      <a:pt x="39229" y="172896"/>
                      <a:pt x="28856" y="166485"/>
                    </a:cubicBezTo>
                    <a:cubicBezTo>
                      <a:pt x="20446" y="161677"/>
                      <a:pt x="15681" y="159807"/>
                      <a:pt x="10915" y="159807"/>
                    </a:cubicBezTo>
                    <a:cubicBezTo>
                      <a:pt x="4467" y="159807"/>
                      <a:pt x="262" y="163547"/>
                      <a:pt x="262" y="169157"/>
                    </a:cubicBezTo>
                    <a:cubicBezTo>
                      <a:pt x="262" y="178506"/>
                      <a:pt x="12317" y="184382"/>
                      <a:pt x="31940" y="184382"/>
                    </a:cubicBezTo>
                    <a:cubicBezTo>
                      <a:pt x="53526" y="184382"/>
                      <a:pt x="75673" y="177437"/>
                      <a:pt x="88848" y="166485"/>
                    </a:cubicBezTo>
                    <a:cubicBezTo>
                      <a:pt x="102024" y="155534"/>
                      <a:pt x="109313" y="140041"/>
                      <a:pt x="109313" y="122144"/>
                    </a:cubicBezTo>
                    <a:cubicBezTo>
                      <a:pt x="109313" y="108521"/>
                      <a:pt x="104828" y="95966"/>
                      <a:pt x="96698" y="87686"/>
                    </a:cubicBezTo>
                    <a:cubicBezTo>
                      <a:pt x="91091" y="81809"/>
                      <a:pt x="85765" y="78604"/>
                      <a:pt x="73430" y="73529"/>
                    </a:cubicBezTo>
                    <a:cubicBezTo>
                      <a:pt x="92773" y="60974"/>
                      <a:pt x="99782" y="51091"/>
                      <a:pt x="99782" y="36667"/>
                    </a:cubicBezTo>
                    <a:cubicBezTo>
                      <a:pt x="99782" y="15030"/>
                      <a:pt x="81840" y="71"/>
                      <a:pt x="56049" y="71"/>
                    </a:cubicBezTo>
                    <a:cubicBezTo>
                      <a:pt x="42032" y="71"/>
                      <a:pt x="29697" y="4612"/>
                      <a:pt x="19605" y="13160"/>
                    </a:cubicBezTo>
                    <a:cubicBezTo>
                      <a:pt x="11195" y="20372"/>
                      <a:pt x="6990" y="27317"/>
                      <a:pt x="823" y="43344"/>
                    </a:cubicBezTo>
                    <a:lnTo>
                      <a:pt x="5028" y="44413"/>
                    </a:lnTo>
                    <a:cubicBezTo>
                      <a:pt x="16522" y="24913"/>
                      <a:pt x="29137" y="16098"/>
                      <a:pt x="46798" y="16098"/>
                    </a:cubicBezTo>
                    <a:cubicBezTo>
                      <a:pt x="65020" y="16098"/>
                      <a:pt x="77635" y="27852"/>
                      <a:pt x="77635" y="44680"/>
                    </a:cubicBezTo>
                    <a:cubicBezTo>
                      <a:pt x="77635" y="54296"/>
                      <a:pt x="73430" y="63912"/>
                      <a:pt x="66422" y="70590"/>
                    </a:cubicBezTo>
                    <a:cubicBezTo>
                      <a:pt x="58011" y="78604"/>
                      <a:pt x="50162" y="82611"/>
                      <a:pt x="31099" y="89021"/>
                    </a:cubicBezTo>
                    <a:lnTo>
                      <a:pt x="31099" y="92494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23D367EF-D5A0-B6E2-B4DC-912ED7C2A0CE}"/>
                  </a:ext>
                </a:extLst>
              </p:cNvPr>
              <p:cNvSpPr/>
              <p:nvPr>
                <p:custDataLst>
                  <p:tags r:id="rId148"/>
                </p:custDataLst>
              </p:nvPr>
            </p:nvSpPr>
            <p:spPr>
              <a:xfrm>
                <a:off x="12967248" y="6574518"/>
                <a:ext cx="182976" cy="173987"/>
              </a:xfrm>
              <a:custGeom>
                <a:avLst/>
                <a:gdLst>
                  <a:gd name="connsiteX0" fmla="*/ 91946 w 182976"/>
                  <a:gd name="connsiteY0" fmla="*/ 76961 h 173987"/>
                  <a:gd name="connsiteX1" fmla="*/ 16179 w 182976"/>
                  <a:gd name="connsiteY1" fmla="*/ 5128 h 173987"/>
                  <a:gd name="connsiteX2" fmla="*/ 7845 w 182976"/>
                  <a:gd name="connsiteY2" fmla="*/ 75 h 173987"/>
                  <a:gd name="connsiteX3" fmla="*/ 268 w 182976"/>
                  <a:gd name="connsiteY3" fmla="*/ 7294 h 173987"/>
                  <a:gd name="connsiteX4" fmla="*/ 5193 w 182976"/>
                  <a:gd name="connsiteY4" fmla="*/ 14514 h 173987"/>
                  <a:gd name="connsiteX5" fmla="*/ 80960 w 182976"/>
                  <a:gd name="connsiteY5" fmla="*/ 87068 h 173987"/>
                  <a:gd name="connsiteX6" fmla="*/ 5193 w 182976"/>
                  <a:gd name="connsiteY6" fmla="*/ 159623 h 173987"/>
                  <a:gd name="connsiteX7" fmla="*/ 268 w 182976"/>
                  <a:gd name="connsiteY7" fmla="*/ 166843 h 173987"/>
                  <a:gd name="connsiteX8" fmla="*/ 7845 w 182976"/>
                  <a:gd name="connsiteY8" fmla="*/ 174062 h 173987"/>
                  <a:gd name="connsiteX9" fmla="*/ 16179 w 182976"/>
                  <a:gd name="connsiteY9" fmla="*/ 169008 h 173987"/>
                  <a:gd name="connsiteX10" fmla="*/ 91567 w 182976"/>
                  <a:gd name="connsiteY10" fmla="*/ 97176 h 173987"/>
                  <a:gd name="connsiteX11" fmla="*/ 169986 w 182976"/>
                  <a:gd name="connsiteY11" fmla="*/ 171896 h 173987"/>
                  <a:gd name="connsiteX12" fmla="*/ 175668 w 182976"/>
                  <a:gd name="connsiteY12" fmla="*/ 174062 h 173987"/>
                  <a:gd name="connsiteX13" fmla="*/ 183245 w 182976"/>
                  <a:gd name="connsiteY13" fmla="*/ 166843 h 173987"/>
                  <a:gd name="connsiteX14" fmla="*/ 182108 w 182976"/>
                  <a:gd name="connsiteY14" fmla="*/ 162872 h 173987"/>
                  <a:gd name="connsiteX15" fmla="*/ 102553 w 182976"/>
                  <a:gd name="connsiteY15" fmla="*/ 87068 h 173987"/>
                  <a:gd name="connsiteX16" fmla="*/ 171880 w 182976"/>
                  <a:gd name="connsiteY16" fmla="*/ 21011 h 173987"/>
                  <a:gd name="connsiteX17" fmla="*/ 181351 w 182976"/>
                  <a:gd name="connsiteY17" fmla="*/ 11987 h 173987"/>
                  <a:gd name="connsiteX18" fmla="*/ 183245 w 182976"/>
                  <a:gd name="connsiteY18" fmla="*/ 7294 h 173987"/>
                  <a:gd name="connsiteX19" fmla="*/ 175668 w 182976"/>
                  <a:gd name="connsiteY19" fmla="*/ 75 h 173987"/>
                  <a:gd name="connsiteX20" fmla="*/ 166955 w 182976"/>
                  <a:gd name="connsiteY20" fmla="*/ 5489 h 173987"/>
                  <a:gd name="connsiteX21" fmla="*/ 91946 w 182976"/>
                  <a:gd name="connsiteY21" fmla="*/ 76961 h 173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2976" h="173987">
                    <a:moveTo>
                      <a:pt x="91946" y="76961"/>
                    </a:moveTo>
                    <a:lnTo>
                      <a:pt x="16179" y="5128"/>
                    </a:lnTo>
                    <a:cubicBezTo>
                      <a:pt x="11633" y="797"/>
                      <a:pt x="10876" y="75"/>
                      <a:pt x="7845" y="75"/>
                    </a:cubicBezTo>
                    <a:cubicBezTo>
                      <a:pt x="4057" y="75"/>
                      <a:pt x="268" y="3323"/>
                      <a:pt x="268" y="7294"/>
                    </a:cubicBezTo>
                    <a:cubicBezTo>
                      <a:pt x="268" y="9821"/>
                      <a:pt x="1026" y="10543"/>
                      <a:pt x="5193" y="14514"/>
                    </a:cubicBezTo>
                    <a:lnTo>
                      <a:pt x="80960" y="87068"/>
                    </a:lnTo>
                    <a:lnTo>
                      <a:pt x="5193" y="159623"/>
                    </a:lnTo>
                    <a:cubicBezTo>
                      <a:pt x="1026" y="163594"/>
                      <a:pt x="268" y="164316"/>
                      <a:pt x="268" y="166843"/>
                    </a:cubicBezTo>
                    <a:cubicBezTo>
                      <a:pt x="268" y="170813"/>
                      <a:pt x="4057" y="174062"/>
                      <a:pt x="7845" y="174062"/>
                    </a:cubicBezTo>
                    <a:cubicBezTo>
                      <a:pt x="10876" y="174062"/>
                      <a:pt x="11633" y="173340"/>
                      <a:pt x="16179" y="169008"/>
                    </a:cubicBezTo>
                    <a:lnTo>
                      <a:pt x="91567" y="97176"/>
                    </a:lnTo>
                    <a:lnTo>
                      <a:pt x="169986" y="171896"/>
                    </a:lnTo>
                    <a:cubicBezTo>
                      <a:pt x="170743" y="172257"/>
                      <a:pt x="173395" y="174062"/>
                      <a:pt x="175668" y="174062"/>
                    </a:cubicBezTo>
                    <a:cubicBezTo>
                      <a:pt x="180214" y="174062"/>
                      <a:pt x="183245" y="170813"/>
                      <a:pt x="183245" y="166843"/>
                    </a:cubicBezTo>
                    <a:cubicBezTo>
                      <a:pt x="183245" y="166121"/>
                      <a:pt x="183245" y="164677"/>
                      <a:pt x="182108" y="162872"/>
                    </a:cubicBezTo>
                    <a:cubicBezTo>
                      <a:pt x="181730" y="162150"/>
                      <a:pt x="121495" y="105478"/>
                      <a:pt x="102553" y="87068"/>
                    </a:cubicBezTo>
                    <a:lnTo>
                      <a:pt x="171880" y="21011"/>
                    </a:lnTo>
                    <a:cubicBezTo>
                      <a:pt x="173774" y="18845"/>
                      <a:pt x="179457" y="14153"/>
                      <a:pt x="181351" y="11987"/>
                    </a:cubicBezTo>
                    <a:cubicBezTo>
                      <a:pt x="181730" y="11265"/>
                      <a:pt x="183245" y="9821"/>
                      <a:pt x="183245" y="7294"/>
                    </a:cubicBezTo>
                    <a:cubicBezTo>
                      <a:pt x="183245" y="3323"/>
                      <a:pt x="180214" y="75"/>
                      <a:pt x="175668" y="75"/>
                    </a:cubicBezTo>
                    <a:cubicBezTo>
                      <a:pt x="172638" y="75"/>
                      <a:pt x="171122" y="1519"/>
                      <a:pt x="166955" y="5489"/>
                    </a:cubicBezTo>
                    <a:lnTo>
                      <a:pt x="91946" y="7696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9FA63524-C731-6A9B-1843-7D99C21ECFB3}"/>
                  </a:ext>
                </a:extLst>
              </p:cNvPr>
              <p:cNvSpPr/>
              <p:nvPr>
                <p:custDataLst>
                  <p:tags r:id="rId149"/>
                </p:custDataLst>
              </p:nvPr>
            </p:nvSpPr>
            <p:spPr>
              <a:xfrm>
                <a:off x="13266265" y="6592566"/>
                <a:ext cx="173884" cy="163158"/>
              </a:xfrm>
              <a:custGeom>
                <a:avLst/>
                <a:gdLst>
                  <a:gd name="connsiteX0" fmla="*/ 169616 w 173884"/>
                  <a:gd name="connsiteY0" fmla="*/ 119556 h 163158"/>
                  <a:gd name="connsiteX1" fmla="*/ 159009 w 173884"/>
                  <a:gd name="connsiteY1" fmla="*/ 129663 h 163158"/>
                  <a:gd name="connsiteX2" fmla="*/ 139309 w 173884"/>
                  <a:gd name="connsiteY2" fmla="*/ 144463 h 163158"/>
                  <a:gd name="connsiteX3" fmla="*/ 134006 w 173884"/>
                  <a:gd name="connsiteY3" fmla="*/ 139770 h 163158"/>
                  <a:gd name="connsiteX4" fmla="*/ 167722 w 173884"/>
                  <a:gd name="connsiteY4" fmla="*/ 8738 h 163158"/>
                  <a:gd name="connsiteX5" fmla="*/ 169995 w 173884"/>
                  <a:gd name="connsiteY5" fmla="*/ 1158 h 163158"/>
                  <a:gd name="connsiteX6" fmla="*/ 167343 w 173884"/>
                  <a:gd name="connsiteY6" fmla="*/ 75 h 163158"/>
                  <a:gd name="connsiteX7" fmla="*/ 144234 w 173884"/>
                  <a:gd name="connsiteY7" fmla="*/ 2602 h 163158"/>
                  <a:gd name="connsiteX8" fmla="*/ 143098 w 173884"/>
                  <a:gd name="connsiteY8" fmla="*/ 3684 h 163158"/>
                  <a:gd name="connsiteX9" fmla="*/ 138931 w 173884"/>
                  <a:gd name="connsiteY9" fmla="*/ 21011 h 163158"/>
                  <a:gd name="connsiteX10" fmla="*/ 108624 w 173884"/>
                  <a:gd name="connsiteY10" fmla="*/ 75 h 163158"/>
                  <a:gd name="connsiteX11" fmla="*/ 277 w 173884"/>
                  <a:gd name="connsiteY11" fmla="*/ 123165 h 163158"/>
                  <a:gd name="connsiteX12" fmla="*/ 38918 w 173884"/>
                  <a:gd name="connsiteY12" fmla="*/ 163233 h 163158"/>
                  <a:gd name="connsiteX13" fmla="*/ 115064 w 173884"/>
                  <a:gd name="connsiteY13" fmla="*/ 106561 h 163158"/>
                  <a:gd name="connsiteX14" fmla="*/ 106351 w 173884"/>
                  <a:gd name="connsiteY14" fmla="*/ 148072 h 163158"/>
                  <a:gd name="connsiteX15" fmla="*/ 121504 w 173884"/>
                  <a:gd name="connsiteY15" fmla="*/ 162872 h 163158"/>
                  <a:gd name="connsiteX16" fmla="*/ 174162 w 173884"/>
                  <a:gd name="connsiteY16" fmla="*/ 123165 h 163158"/>
                  <a:gd name="connsiteX17" fmla="*/ 169616 w 173884"/>
                  <a:gd name="connsiteY17" fmla="*/ 119556 h 163158"/>
                  <a:gd name="connsiteX18" fmla="*/ 110897 w 173884"/>
                  <a:gd name="connsiteY18" fmla="*/ 8016 h 163158"/>
                  <a:gd name="connsiteX19" fmla="*/ 132112 w 173884"/>
                  <a:gd name="connsiteY19" fmla="*/ 30035 h 163158"/>
                  <a:gd name="connsiteX20" fmla="*/ 87030 w 173884"/>
                  <a:gd name="connsiteY20" fmla="*/ 129663 h 163158"/>
                  <a:gd name="connsiteX21" fmla="*/ 54072 w 173884"/>
                  <a:gd name="connsiteY21" fmla="*/ 145545 h 163158"/>
                  <a:gd name="connsiteX22" fmla="*/ 32099 w 173884"/>
                  <a:gd name="connsiteY22" fmla="*/ 118473 h 163158"/>
                  <a:gd name="connsiteX23" fmla="*/ 62785 w 173884"/>
                  <a:gd name="connsiteY23" fmla="*/ 39420 h 163158"/>
                  <a:gd name="connsiteX24" fmla="*/ 110897 w 173884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3884" h="163158">
                    <a:moveTo>
                      <a:pt x="169616" y="119556"/>
                    </a:moveTo>
                    <a:cubicBezTo>
                      <a:pt x="163934" y="124970"/>
                      <a:pt x="161661" y="126775"/>
                      <a:pt x="159009" y="129663"/>
                    </a:cubicBezTo>
                    <a:cubicBezTo>
                      <a:pt x="147644" y="140853"/>
                      <a:pt x="142719" y="144463"/>
                      <a:pt x="139309" y="144463"/>
                    </a:cubicBezTo>
                    <a:cubicBezTo>
                      <a:pt x="136279" y="144463"/>
                      <a:pt x="134006" y="142297"/>
                      <a:pt x="134006" y="139770"/>
                    </a:cubicBezTo>
                    <a:cubicBezTo>
                      <a:pt x="134006" y="132551"/>
                      <a:pt x="149917" y="70825"/>
                      <a:pt x="167722" y="8738"/>
                    </a:cubicBezTo>
                    <a:cubicBezTo>
                      <a:pt x="168858" y="5128"/>
                      <a:pt x="169237" y="4406"/>
                      <a:pt x="169995" y="1158"/>
                    </a:cubicBezTo>
                    <a:lnTo>
                      <a:pt x="167343" y="75"/>
                    </a:lnTo>
                    <a:lnTo>
                      <a:pt x="144234" y="2602"/>
                    </a:lnTo>
                    <a:lnTo>
                      <a:pt x="143098" y="3684"/>
                    </a:lnTo>
                    <a:lnTo>
                      <a:pt x="138931" y="21011"/>
                    </a:lnTo>
                    <a:cubicBezTo>
                      <a:pt x="135900" y="7655"/>
                      <a:pt x="124914" y="75"/>
                      <a:pt x="108624" y="75"/>
                    </a:cubicBezTo>
                    <a:cubicBezTo>
                      <a:pt x="58618" y="75"/>
                      <a:pt x="277" y="66132"/>
                      <a:pt x="277" y="123165"/>
                    </a:cubicBezTo>
                    <a:cubicBezTo>
                      <a:pt x="277" y="148433"/>
                      <a:pt x="14673" y="163233"/>
                      <a:pt x="38918" y="163233"/>
                    </a:cubicBezTo>
                    <a:cubicBezTo>
                      <a:pt x="65437" y="163233"/>
                      <a:pt x="81727" y="151321"/>
                      <a:pt x="115064" y="106561"/>
                    </a:cubicBezTo>
                    <a:cubicBezTo>
                      <a:pt x="107487" y="134716"/>
                      <a:pt x="106351" y="139409"/>
                      <a:pt x="106351" y="148072"/>
                    </a:cubicBezTo>
                    <a:cubicBezTo>
                      <a:pt x="106351" y="158540"/>
                      <a:pt x="110897" y="162872"/>
                      <a:pt x="121504" y="162872"/>
                    </a:cubicBezTo>
                    <a:cubicBezTo>
                      <a:pt x="136658" y="162872"/>
                      <a:pt x="146128" y="156014"/>
                      <a:pt x="174162" y="123165"/>
                    </a:cubicBezTo>
                    <a:lnTo>
                      <a:pt x="169616" y="119556"/>
                    </a:lnTo>
                    <a:close/>
                    <a:moveTo>
                      <a:pt x="110897" y="8016"/>
                    </a:moveTo>
                    <a:cubicBezTo>
                      <a:pt x="123777" y="8738"/>
                      <a:pt x="132112" y="17401"/>
                      <a:pt x="132112" y="30035"/>
                    </a:cubicBezTo>
                    <a:cubicBezTo>
                      <a:pt x="132112" y="60357"/>
                      <a:pt x="113170" y="102951"/>
                      <a:pt x="87030" y="129663"/>
                    </a:cubicBezTo>
                    <a:cubicBezTo>
                      <a:pt x="77938" y="139409"/>
                      <a:pt x="65058" y="145545"/>
                      <a:pt x="54072" y="145545"/>
                    </a:cubicBezTo>
                    <a:cubicBezTo>
                      <a:pt x="40813" y="145545"/>
                      <a:pt x="32099" y="135077"/>
                      <a:pt x="32099" y="118473"/>
                    </a:cubicBezTo>
                    <a:cubicBezTo>
                      <a:pt x="32099" y="98980"/>
                      <a:pt x="46495" y="61801"/>
                      <a:pt x="62785" y="39420"/>
                    </a:cubicBezTo>
                    <a:cubicBezTo>
                      <a:pt x="77938" y="18484"/>
                      <a:pt x="95743" y="6933"/>
                      <a:pt x="110897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FC7619DE-A2CA-964D-711F-FA7D8C2D9B17}"/>
                  </a:ext>
                </a:extLst>
              </p:cNvPr>
              <p:cNvSpPr/>
              <p:nvPr>
                <p:custDataLst>
                  <p:tags r:id="rId150"/>
                </p:custDataLst>
              </p:nvPr>
            </p:nvSpPr>
            <p:spPr>
              <a:xfrm>
                <a:off x="13462007" y="6625915"/>
                <a:ext cx="109050" cy="184310"/>
              </a:xfrm>
              <a:custGeom>
                <a:avLst/>
                <a:gdLst>
                  <a:gd name="connsiteX0" fmla="*/ 31119 w 109050"/>
                  <a:gd name="connsiteY0" fmla="*/ 92500 h 184310"/>
                  <a:gd name="connsiteX1" fmla="*/ 60834 w 109050"/>
                  <a:gd name="connsiteY1" fmla="*/ 95438 h 184310"/>
                  <a:gd name="connsiteX2" fmla="*/ 89148 w 109050"/>
                  <a:gd name="connsiteY2" fmla="*/ 134971 h 184310"/>
                  <a:gd name="connsiteX3" fmla="*/ 52424 w 109050"/>
                  <a:gd name="connsiteY3" fmla="*/ 174772 h 184310"/>
                  <a:gd name="connsiteX4" fmla="*/ 28876 w 109050"/>
                  <a:gd name="connsiteY4" fmla="*/ 166491 h 184310"/>
                  <a:gd name="connsiteX5" fmla="*/ 10935 w 109050"/>
                  <a:gd name="connsiteY5" fmla="*/ 159813 h 184310"/>
                  <a:gd name="connsiteX6" fmla="*/ 282 w 109050"/>
                  <a:gd name="connsiteY6" fmla="*/ 169162 h 184310"/>
                  <a:gd name="connsiteX7" fmla="*/ 31960 w 109050"/>
                  <a:gd name="connsiteY7" fmla="*/ 184388 h 184310"/>
                  <a:gd name="connsiteX8" fmla="*/ 88868 w 109050"/>
                  <a:gd name="connsiteY8" fmla="*/ 166491 h 184310"/>
                  <a:gd name="connsiteX9" fmla="*/ 109333 w 109050"/>
                  <a:gd name="connsiteY9" fmla="*/ 122150 h 184310"/>
                  <a:gd name="connsiteX10" fmla="*/ 96718 w 109050"/>
                  <a:gd name="connsiteY10" fmla="*/ 87691 h 184310"/>
                  <a:gd name="connsiteX11" fmla="*/ 73450 w 109050"/>
                  <a:gd name="connsiteY11" fmla="*/ 73534 h 184310"/>
                  <a:gd name="connsiteX12" fmla="*/ 99801 w 109050"/>
                  <a:gd name="connsiteY12" fmla="*/ 36672 h 184310"/>
                  <a:gd name="connsiteX13" fmla="*/ 56069 w 109050"/>
                  <a:gd name="connsiteY13" fmla="*/ 77 h 184310"/>
                  <a:gd name="connsiteX14" fmla="*/ 19625 w 109050"/>
                  <a:gd name="connsiteY14" fmla="*/ 13166 h 184310"/>
                  <a:gd name="connsiteX15" fmla="*/ 842 w 109050"/>
                  <a:gd name="connsiteY15" fmla="*/ 43350 h 184310"/>
                  <a:gd name="connsiteX16" fmla="*/ 5047 w 109050"/>
                  <a:gd name="connsiteY16" fmla="*/ 44419 h 184310"/>
                  <a:gd name="connsiteX17" fmla="*/ 46818 w 109050"/>
                  <a:gd name="connsiteY17" fmla="*/ 16104 h 184310"/>
                  <a:gd name="connsiteX18" fmla="*/ 77655 w 109050"/>
                  <a:gd name="connsiteY18" fmla="*/ 44686 h 184310"/>
                  <a:gd name="connsiteX19" fmla="*/ 66441 w 109050"/>
                  <a:gd name="connsiteY19" fmla="*/ 70596 h 184310"/>
                  <a:gd name="connsiteX20" fmla="*/ 31119 w 109050"/>
                  <a:gd name="connsiteY20" fmla="*/ 89027 h 184310"/>
                  <a:gd name="connsiteX21" fmla="*/ 31119 w 109050"/>
                  <a:gd name="connsiteY21" fmla="*/ 92500 h 18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9050" h="184310">
                    <a:moveTo>
                      <a:pt x="31119" y="92500"/>
                    </a:moveTo>
                    <a:cubicBezTo>
                      <a:pt x="47659" y="92500"/>
                      <a:pt x="54106" y="93034"/>
                      <a:pt x="60834" y="95438"/>
                    </a:cubicBezTo>
                    <a:cubicBezTo>
                      <a:pt x="78215" y="101314"/>
                      <a:pt x="89148" y="116540"/>
                      <a:pt x="89148" y="134971"/>
                    </a:cubicBezTo>
                    <a:cubicBezTo>
                      <a:pt x="89148" y="157409"/>
                      <a:pt x="73169" y="174772"/>
                      <a:pt x="52424" y="174772"/>
                    </a:cubicBezTo>
                    <a:cubicBezTo>
                      <a:pt x="44855" y="174772"/>
                      <a:pt x="39249" y="172902"/>
                      <a:pt x="28876" y="166491"/>
                    </a:cubicBezTo>
                    <a:cubicBezTo>
                      <a:pt x="20466" y="161683"/>
                      <a:pt x="15700" y="159813"/>
                      <a:pt x="10935" y="159813"/>
                    </a:cubicBezTo>
                    <a:cubicBezTo>
                      <a:pt x="4487" y="159813"/>
                      <a:pt x="282" y="163553"/>
                      <a:pt x="282" y="169162"/>
                    </a:cubicBezTo>
                    <a:cubicBezTo>
                      <a:pt x="282" y="178511"/>
                      <a:pt x="12336" y="184388"/>
                      <a:pt x="31960" y="184388"/>
                    </a:cubicBezTo>
                    <a:cubicBezTo>
                      <a:pt x="53546" y="184388"/>
                      <a:pt x="75692" y="177443"/>
                      <a:pt x="88868" y="166491"/>
                    </a:cubicBezTo>
                    <a:cubicBezTo>
                      <a:pt x="102044" y="155539"/>
                      <a:pt x="109333" y="140046"/>
                      <a:pt x="109333" y="122150"/>
                    </a:cubicBezTo>
                    <a:cubicBezTo>
                      <a:pt x="109333" y="108527"/>
                      <a:pt x="104847" y="95972"/>
                      <a:pt x="96718" y="87691"/>
                    </a:cubicBezTo>
                    <a:cubicBezTo>
                      <a:pt x="91111" y="81815"/>
                      <a:pt x="85784" y="78610"/>
                      <a:pt x="73450" y="73534"/>
                    </a:cubicBezTo>
                    <a:cubicBezTo>
                      <a:pt x="92793" y="60980"/>
                      <a:pt x="99801" y="51096"/>
                      <a:pt x="99801" y="36672"/>
                    </a:cubicBezTo>
                    <a:cubicBezTo>
                      <a:pt x="99801" y="15036"/>
                      <a:pt x="81860" y="77"/>
                      <a:pt x="56069" y="77"/>
                    </a:cubicBezTo>
                    <a:cubicBezTo>
                      <a:pt x="42052" y="77"/>
                      <a:pt x="29717" y="4618"/>
                      <a:pt x="19625" y="13166"/>
                    </a:cubicBezTo>
                    <a:cubicBezTo>
                      <a:pt x="11215" y="20378"/>
                      <a:pt x="7010" y="27323"/>
                      <a:pt x="842" y="43350"/>
                    </a:cubicBezTo>
                    <a:lnTo>
                      <a:pt x="5047" y="44419"/>
                    </a:lnTo>
                    <a:cubicBezTo>
                      <a:pt x="16541" y="24919"/>
                      <a:pt x="29156" y="16104"/>
                      <a:pt x="46818" y="16104"/>
                    </a:cubicBezTo>
                    <a:cubicBezTo>
                      <a:pt x="65039" y="16104"/>
                      <a:pt x="77655" y="27857"/>
                      <a:pt x="77655" y="44686"/>
                    </a:cubicBezTo>
                    <a:cubicBezTo>
                      <a:pt x="77655" y="54302"/>
                      <a:pt x="73450" y="63918"/>
                      <a:pt x="66441" y="70596"/>
                    </a:cubicBezTo>
                    <a:cubicBezTo>
                      <a:pt x="58031" y="78610"/>
                      <a:pt x="50182" y="82616"/>
                      <a:pt x="31119" y="89027"/>
                    </a:cubicBezTo>
                    <a:lnTo>
                      <a:pt x="31119" y="92500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2274E4F7-C8E0-EF03-AB43-6857C0E87DBE}"/>
                  </a:ext>
                </a:extLst>
              </p:cNvPr>
              <p:cNvSpPr/>
              <p:nvPr>
                <p:custDataLst>
                  <p:tags r:id="rId151"/>
                </p:custDataLst>
              </p:nvPr>
            </p:nvSpPr>
            <p:spPr>
              <a:xfrm>
                <a:off x="13715372" y="6619278"/>
                <a:ext cx="251924" cy="84466"/>
              </a:xfrm>
              <a:custGeom>
                <a:avLst/>
                <a:gdLst>
                  <a:gd name="connsiteX0" fmla="*/ 239334 w 251924"/>
                  <a:gd name="connsiteY0" fmla="*/ 14513 h 84466"/>
                  <a:gd name="connsiteX1" fmla="*/ 252214 w 251924"/>
                  <a:gd name="connsiteY1" fmla="*/ 7293 h 84466"/>
                  <a:gd name="connsiteX2" fmla="*/ 239713 w 251924"/>
                  <a:gd name="connsiteY2" fmla="*/ 74 h 84466"/>
                  <a:gd name="connsiteX3" fmla="*/ 12791 w 251924"/>
                  <a:gd name="connsiteY3" fmla="*/ 74 h 84466"/>
                  <a:gd name="connsiteX4" fmla="*/ 290 w 251924"/>
                  <a:gd name="connsiteY4" fmla="*/ 7293 h 84466"/>
                  <a:gd name="connsiteX5" fmla="*/ 13170 w 251924"/>
                  <a:gd name="connsiteY5" fmla="*/ 14513 h 84466"/>
                  <a:gd name="connsiteX6" fmla="*/ 239334 w 251924"/>
                  <a:gd name="connsiteY6" fmla="*/ 14513 h 84466"/>
                  <a:gd name="connsiteX7" fmla="*/ 239713 w 251924"/>
                  <a:gd name="connsiteY7" fmla="*/ 84541 h 84466"/>
                  <a:gd name="connsiteX8" fmla="*/ 252214 w 251924"/>
                  <a:gd name="connsiteY8" fmla="*/ 77322 h 84466"/>
                  <a:gd name="connsiteX9" fmla="*/ 239334 w 251924"/>
                  <a:gd name="connsiteY9" fmla="*/ 70102 h 84466"/>
                  <a:gd name="connsiteX10" fmla="*/ 13170 w 251924"/>
                  <a:gd name="connsiteY10" fmla="*/ 70102 h 84466"/>
                  <a:gd name="connsiteX11" fmla="*/ 290 w 251924"/>
                  <a:gd name="connsiteY11" fmla="*/ 77322 h 84466"/>
                  <a:gd name="connsiteX12" fmla="*/ 12791 w 251924"/>
                  <a:gd name="connsiteY12" fmla="*/ 84541 h 84466"/>
                  <a:gd name="connsiteX13" fmla="*/ 239713 w 251924"/>
                  <a:gd name="connsiteY13" fmla="*/ 84541 h 8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1924" h="84466">
                    <a:moveTo>
                      <a:pt x="239334" y="14513"/>
                    </a:moveTo>
                    <a:cubicBezTo>
                      <a:pt x="245016" y="14513"/>
                      <a:pt x="252214" y="14513"/>
                      <a:pt x="252214" y="7293"/>
                    </a:cubicBezTo>
                    <a:cubicBezTo>
                      <a:pt x="252214" y="74"/>
                      <a:pt x="245016" y="74"/>
                      <a:pt x="239713" y="74"/>
                    </a:cubicBezTo>
                    <a:lnTo>
                      <a:pt x="12791" y="74"/>
                    </a:lnTo>
                    <a:cubicBezTo>
                      <a:pt x="7488" y="74"/>
                      <a:pt x="290" y="74"/>
                      <a:pt x="290" y="7293"/>
                    </a:cubicBezTo>
                    <a:cubicBezTo>
                      <a:pt x="290" y="14513"/>
                      <a:pt x="7488" y="14513"/>
                      <a:pt x="13170" y="14513"/>
                    </a:cubicBezTo>
                    <a:lnTo>
                      <a:pt x="239334" y="14513"/>
                    </a:lnTo>
                    <a:close/>
                    <a:moveTo>
                      <a:pt x="239713" y="84541"/>
                    </a:moveTo>
                    <a:cubicBezTo>
                      <a:pt x="245016" y="84541"/>
                      <a:pt x="252214" y="84541"/>
                      <a:pt x="252214" y="77322"/>
                    </a:cubicBezTo>
                    <a:cubicBezTo>
                      <a:pt x="252214" y="70102"/>
                      <a:pt x="245016" y="70102"/>
                      <a:pt x="239334" y="70102"/>
                    </a:cubicBezTo>
                    <a:lnTo>
                      <a:pt x="13170" y="70102"/>
                    </a:lnTo>
                    <a:cubicBezTo>
                      <a:pt x="7488" y="70102"/>
                      <a:pt x="290" y="70102"/>
                      <a:pt x="290" y="77322"/>
                    </a:cubicBezTo>
                    <a:cubicBezTo>
                      <a:pt x="290" y="84541"/>
                      <a:pt x="7488" y="84541"/>
                      <a:pt x="12791" y="84541"/>
                    </a:cubicBezTo>
                    <a:lnTo>
                      <a:pt x="239713" y="8454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59F09A10-D6B5-6563-F452-4B4759B4B2E1}"/>
                  </a:ext>
                </a:extLst>
              </p:cNvPr>
              <p:cNvSpPr/>
              <p:nvPr>
                <p:custDataLst>
                  <p:tags r:id="rId152"/>
                </p:custDataLst>
              </p:nvPr>
            </p:nvSpPr>
            <p:spPr>
              <a:xfrm>
                <a:off x="14090400" y="6507738"/>
                <a:ext cx="147366" cy="249068"/>
              </a:xfrm>
              <a:custGeom>
                <a:avLst/>
                <a:gdLst>
                  <a:gd name="connsiteX0" fmla="*/ 41970 w 147366"/>
                  <a:gd name="connsiteY0" fmla="*/ 124970 h 249068"/>
                  <a:gd name="connsiteX1" fmla="*/ 82127 w 147366"/>
                  <a:gd name="connsiteY1" fmla="*/ 128941 h 249068"/>
                  <a:gd name="connsiteX2" fmla="*/ 120389 w 147366"/>
                  <a:gd name="connsiteY2" fmla="*/ 182364 h 249068"/>
                  <a:gd name="connsiteX3" fmla="*/ 70762 w 147366"/>
                  <a:gd name="connsiteY3" fmla="*/ 236149 h 249068"/>
                  <a:gd name="connsiteX4" fmla="*/ 38940 w 147366"/>
                  <a:gd name="connsiteY4" fmla="*/ 224959 h 249068"/>
                  <a:gd name="connsiteX5" fmla="*/ 14694 w 147366"/>
                  <a:gd name="connsiteY5" fmla="*/ 215934 h 249068"/>
                  <a:gd name="connsiteX6" fmla="*/ 299 w 147366"/>
                  <a:gd name="connsiteY6" fmla="*/ 228568 h 249068"/>
                  <a:gd name="connsiteX7" fmla="*/ 43107 w 147366"/>
                  <a:gd name="connsiteY7" fmla="*/ 249144 h 249068"/>
                  <a:gd name="connsiteX8" fmla="*/ 120010 w 147366"/>
                  <a:gd name="connsiteY8" fmla="*/ 224959 h 249068"/>
                  <a:gd name="connsiteX9" fmla="*/ 147665 w 147366"/>
                  <a:gd name="connsiteY9" fmla="*/ 165038 h 249068"/>
                  <a:gd name="connsiteX10" fmla="*/ 130617 w 147366"/>
                  <a:gd name="connsiteY10" fmla="*/ 118473 h 249068"/>
                  <a:gd name="connsiteX11" fmla="*/ 99174 w 147366"/>
                  <a:gd name="connsiteY11" fmla="*/ 99341 h 249068"/>
                  <a:gd name="connsiteX12" fmla="*/ 134785 w 147366"/>
                  <a:gd name="connsiteY12" fmla="*/ 49528 h 249068"/>
                  <a:gd name="connsiteX13" fmla="*/ 75687 w 147366"/>
                  <a:gd name="connsiteY13" fmla="*/ 75 h 249068"/>
                  <a:gd name="connsiteX14" fmla="*/ 26438 w 147366"/>
                  <a:gd name="connsiteY14" fmla="*/ 17762 h 249068"/>
                  <a:gd name="connsiteX15" fmla="*/ 1056 w 147366"/>
                  <a:gd name="connsiteY15" fmla="*/ 58552 h 249068"/>
                  <a:gd name="connsiteX16" fmla="*/ 6739 w 147366"/>
                  <a:gd name="connsiteY16" fmla="*/ 59996 h 249068"/>
                  <a:gd name="connsiteX17" fmla="*/ 63185 w 147366"/>
                  <a:gd name="connsiteY17" fmla="*/ 21733 h 249068"/>
                  <a:gd name="connsiteX18" fmla="*/ 104857 w 147366"/>
                  <a:gd name="connsiteY18" fmla="*/ 60357 h 249068"/>
                  <a:gd name="connsiteX19" fmla="*/ 89703 w 147366"/>
                  <a:gd name="connsiteY19" fmla="*/ 95371 h 249068"/>
                  <a:gd name="connsiteX20" fmla="*/ 41970 w 147366"/>
                  <a:gd name="connsiteY20" fmla="*/ 120278 h 249068"/>
                  <a:gd name="connsiteX21" fmla="*/ 41970 w 147366"/>
                  <a:gd name="connsiteY21" fmla="*/ 124970 h 249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366" h="249068">
                    <a:moveTo>
                      <a:pt x="41970" y="124970"/>
                    </a:moveTo>
                    <a:cubicBezTo>
                      <a:pt x="64322" y="124970"/>
                      <a:pt x="73035" y="125692"/>
                      <a:pt x="82127" y="128941"/>
                    </a:cubicBezTo>
                    <a:cubicBezTo>
                      <a:pt x="105614" y="136882"/>
                      <a:pt x="120389" y="157457"/>
                      <a:pt x="120389" y="182364"/>
                    </a:cubicBezTo>
                    <a:cubicBezTo>
                      <a:pt x="120389" y="212686"/>
                      <a:pt x="98795" y="236149"/>
                      <a:pt x="70762" y="236149"/>
                    </a:cubicBezTo>
                    <a:cubicBezTo>
                      <a:pt x="60533" y="236149"/>
                      <a:pt x="52957" y="233622"/>
                      <a:pt x="38940" y="224959"/>
                    </a:cubicBezTo>
                    <a:cubicBezTo>
                      <a:pt x="27575" y="218461"/>
                      <a:pt x="21135" y="215934"/>
                      <a:pt x="14694" y="215934"/>
                    </a:cubicBezTo>
                    <a:cubicBezTo>
                      <a:pt x="5981" y="215934"/>
                      <a:pt x="299" y="220988"/>
                      <a:pt x="299" y="228568"/>
                    </a:cubicBezTo>
                    <a:cubicBezTo>
                      <a:pt x="299" y="241202"/>
                      <a:pt x="16589" y="249144"/>
                      <a:pt x="43107" y="249144"/>
                    </a:cubicBezTo>
                    <a:cubicBezTo>
                      <a:pt x="72277" y="249144"/>
                      <a:pt x="102205" y="239758"/>
                      <a:pt x="120010" y="224959"/>
                    </a:cubicBezTo>
                    <a:cubicBezTo>
                      <a:pt x="137815" y="210159"/>
                      <a:pt x="147665" y="189223"/>
                      <a:pt x="147665" y="165038"/>
                    </a:cubicBezTo>
                    <a:cubicBezTo>
                      <a:pt x="147665" y="146628"/>
                      <a:pt x="141604" y="129663"/>
                      <a:pt x="130617" y="118473"/>
                    </a:cubicBezTo>
                    <a:cubicBezTo>
                      <a:pt x="123041" y="110531"/>
                      <a:pt x="115843" y="106200"/>
                      <a:pt x="99174" y="99341"/>
                    </a:cubicBezTo>
                    <a:cubicBezTo>
                      <a:pt x="125314" y="82376"/>
                      <a:pt x="134785" y="69020"/>
                      <a:pt x="134785" y="49528"/>
                    </a:cubicBezTo>
                    <a:cubicBezTo>
                      <a:pt x="134785" y="20289"/>
                      <a:pt x="110539" y="75"/>
                      <a:pt x="75687" y="75"/>
                    </a:cubicBezTo>
                    <a:cubicBezTo>
                      <a:pt x="56745" y="75"/>
                      <a:pt x="40076" y="6211"/>
                      <a:pt x="26438" y="17762"/>
                    </a:cubicBezTo>
                    <a:cubicBezTo>
                      <a:pt x="15073" y="27508"/>
                      <a:pt x="9391" y="36894"/>
                      <a:pt x="1056" y="58552"/>
                    </a:cubicBezTo>
                    <a:lnTo>
                      <a:pt x="6739" y="59996"/>
                    </a:lnTo>
                    <a:cubicBezTo>
                      <a:pt x="22271" y="33645"/>
                      <a:pt x="39319" y="21733"/>
                      <a:pt x="63185" y="21733"/>
                    </a:cubicBezTo>
                    <a:cubicBezTo>
                      <a:pt x="87809" y="21733"/>
                      <a:pt x="104857" y="37616"/>
                      <a:pt x="104857" y="60357"/>
                    </a:cubicBezTo>
                    <a:cubicBezTo>
                      <a:pt x="104857" y="73352"/>
                      <a:pt x="99174" y="86346"/>
                      <a:pt x="89703" y="95371"/>
                    </a:cubicBezTo>
                    <a:cubicBezTo>
                      <a:pt x="78338" y="106200"/>
                      <a:pt x="67731" y="111614"/>
                      <a:pt x="41970" y="120278"/>
                    </a:cubicBezTo>
                    <a:lnTo>
                      <a:pt x="41970" y="124970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289" name="Group 288" descr="\documentclass{article}&#10;\usepackage{amsmath,amsfonts,amssymb,xcolor,mathptmx}&#10;%\newcommand{\dbar}{{d\mkern-7mu\mathchar'26%%\mkern-2mu}}&#10;\usepackage{times}&#10;\usepackage{mathptmx}&#10;\usepackage{bm}&#10;\usepackage{xcolor}&#10;\pagestyle{empty}&#10;\begin{document}&#10;\color{white}{&#10;$$&#10;a_0 + 0 \times a_1 + 0^2 \times a_2 + 0^3 \times a_3 = 2&#10;$$&#10;}&#10;\end{document}" title="IguanaTex Shape Display">
              <a:extLst>
                <a:ext uri="{FF2B5EF4-FFF2-40B4-BE49-F238E27FC236}">
                  <a16:creationId xmlns:a16="http://schemas.microsoft.com/office/drawing/2014/main" id="{05254327-FE13-EEA2-4D47-3C223ED51EB1}"/>
                </a:ext>
              </a:extLst>
            </p:cNvPr>
            <p:cNvGrpSpPr>
              <a:grpSpLocks noChangeAspect="1"/>
            </p:cNvGrpSpPr>
            <p:nvPr>
              <p:custDataLst>
                <p:tags r:id="rId63"/>
              </p:custDataLst>
            </p:nvPr>
          </p:nvGrpSpPr>
          <p:grpSpPr>
            <a:xfrm>
              <a:off x="3196177" y="3983304"/>
              <a:ext cx="5333550" cy="388677"/>
              <a:chOff x="8763443" y="6493147"/>
              <a:chExt cx="5333550" cy="388677"/>
            </a:xfrm>
          </p:grpSpPr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5A529B9C-07C3-ED39-2277-0C8D7A153157}"/>
                  </a:ext>
                </a:extLst>
              </p:cNvPr>
              <p:cNvSpPr/>
              <p:nvPr>
                <p:custDataLst>
                  <p:tags r:id="rId111"/>
                </p:custDataLst>
              </p:nvPr>
            </p:nvSpPr>
            <p:spPr>
              <a:xfrm>
                <a:off x="8763443" y="6664165"/>
                <a:ext cx="173884" cy="163158"/>
              </a:xfrm>
              <a:custGeom>
                <a:avLst/>
                <a:gdLst>
                  <a:gd name="connsiteX0" fmla="*/ 169502 w 173884"/>
                  <a:gd name="connsiteY0" fmla="*/ 119556 h 163158"/>
                  <a:gd name="connsiteX1" fmla="*/ 158895 w 173884"/>
                  <a:gd name="connsiteY1" fmla="*/ 129663 h 163158"/>
                  <a:gd name="connsiteX2" fmla="*/ 139195 w 173884"/>
                  <a:gd name="connsiteY2" fmla="*/ 144463 h 163158"/>
                  <a:gd name="connsiteX3" fmla="*/ 133892 w 173884"/>
                  <a:gd name="connsiteY3" fmla="*/ 139770 h 163158"/>
                  <a:gd name="connsiteX4" fmla="*/ 167608 w 173884"/>
                  <a:gd name="connsiteY4" fmla="*/ 8738 h 163158"/>
                  <a:gd name="connsiteX5" fmla="*/ 169881 w 173884"/>
                  <a:gd name="connsiteY5" fmla="*/ 1158 h 163158"/>
                  <a:gd name="connsiteX6" fmla="*/ 167229 w 173884"/>
                  <a:gd name="connsiteY6" fmla="*/ 75 h 163158"/>
                  <a:gd name="connsiteX7" fmla="*/ 144120 w 173884"/>
                  <a:gd name="connsiteY7" fmla="*/ 2602 h 163158"/>
                  <a:gd name="connsiteX8" fmla="*/ 142984 w 173884"/>
                  <a:gd name="connsiteY8" fmla="*/ 3684 h 163158"/>
                  <a:gd name="connsiteX9" fmla="*/ 138817 w 173884"/>
                  <a:gd name="connsiteY9" fmla="*/ 21011 h 163158"/>
                  <a:gd name="connsiteX10" fmla="*/ 108510 w 173884"/>
                  <a:gd name="connsiteY10" fmla="*/ 75 h 163158"/>
                  <a:gd name="connsiteX11" fmla="*/ 164 w 173884"/>
                  <a:gd name="connsiteY11" fmla="*/ 123165 h 163158"/>
                  <a:gd name="connsiteX12" fmla="*/ 38805 w 173884"/>
                  <a:gd name="connsiteY12" fmla="*/ 163233 h 163158"/>
                  <a:gd name="connsiteX13" fmla="*/ 114950 w 173884"/>
                  <a:gd name="connsiteY13" fmla="*/ 106561 h 163158"/>
                  <a:gd name="connsiteX14" fmla="*/ 106237 w 173884"/>
                  <a:gd name="connsiteY14" fmla="*/ 148072 h 163158"/>
                  <a:gd name="connsiteX15" fmla="*/ 121390 w 173884"/>
                  <a:gd name="connsiteY15" fmla="*/ 162872 h 163158"/>
                  <a:gd name="connsiteX16" fmla="*/ 174048 w 173884"/>
                  <a:gd name="connsiteY16" fmla="*/ 123165 h 163158"/>
                  <a:gd name="connsiteX17" fmla="*/ 169502 w 173884"/>
                  <a:gd name="connsiteY17" fmla="*/ 119556 h 163158"/>
                  <a:gd name="connsiteX18" fmla="*/ 110783 w 173884"/>
                  <a:gd name="connsiteY18" fmla="*/ 8016 h 163158"/>
                  <a:gd name="connsiteX19" fmla="*/ 131998 w 173884"/>
                  <a:gd name="connsiteY19" fmla="*/ 30035 h 163158"/>
                  <a:gd name="connsiteX20" fmla="*/ 86916 w 173884"/>
                  <a:gd name="connsiteY20" fmla="*/ 129663 h 163158"/>
                  <a:gd name="connsiteX21" fmla="*/ 53958 w 173884"/>
                  <a:gd name="connsiteY21" fmla="*/ 145545 h 163158"/>
                  <a:gd name="connsiteX22" fmla="*/ 31986 w 173884"/>
                  <a:gd name="connsiteY22" fmla="*/ 118473 h 163158"/>
                  <a:gd name="connsiteX23" fmla="*/ 62671 w 173884"/>
                  <a:gd name="connsiteY23" fmla="*/ 39420 h 163158"/>
                  <a:gd name="connsiteX24" fmla="*/ 110783 w 173884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3884" h="163158">
                    <a:moveTo>
                      <a:pt x="169502" y="119556"/>
                    </a:moveTo>
                    <a:cubicBezTo>
                      <a:pt x="163820" y="124970"/>
                      <a:pt x="161547" y="126775"/>
                      <a:pt x="158895" y="129663"/>
                    </a:cubicBezTo>
                    <a:cubicBezTo>
                      <a:pt x="147530" y="140853"/>
                      <a:pt x="142605" y="144463"/>
                      <a:pt x="139195" y="144463"/>
                    </a:cubicBezTo>
                    <a:cubicBezTo>
                      <a:pt x="136165" y="144463"/>
                      <a:pt x="133892" y="142297"/>
                      <a:pt x="133892" y="139770"/>
                    </a:cubicBezTo>
                    <a:cubicBezTo>
                      <a:pt x="133892" y="132551"/>
                      <a:pt x="149803" y="70825"/>
                      <a:pt x="167608" y="8738"/>
                    </a:cubicBezTo>
                    <a:cubicBezTo>
                      <a:pt x="168745" y="5128"/>
                      <a:pt x="169123" y="4406"/>
                      <a:pt x="169881" y="1158"/>
                    </a:cubicBezTo>
                    <a:lnTo>
                      <a:pt x="167229" y="75"/>
                    </a:lnTo>
                    <a:lnTo>
                      <a:pt x="144120" y="2602"/>
                    </a:lnTo>
                    <a:lnTo>
                      <a:pt x="142984" y="3684"/>
                    </a:lnTo>
                    <a:lnTo>
                      <a:pt x="138817" y="21011"/>
                    </a:lnTo>
                    <a:cubicBezTo>
                      <a:pt x="135786" y="7655"/>
                      <a:pt x="124800" y="75"/>
                      <a:pt x="108510" y="75"/>
                    </a:cubicBezTo>
                    <a:cubicBezTo>
                      <a:pt x="58504" y="75"/>
                      <a:pt x="164" y="66132"/>
                      <a:pt x="164" y="123165"/>
                    </a:cubicBezTo>
                    <a:cubicBezTo>
                      <a:pt x="164" y="148433"/>
                      <a:pt x="14559" y="163233"/>
                      <a:pt x="38805" y="163233"/>
                    </a:cubicBezTo>
                    <a:cubicBezTo>
                      <a:pt x="65323" y="163233"/>
                      <a:pt x="81613" y="151321"/>
                      <a:pt x="114950" y="106561"/>
                    </a:cubicBezTo>
                    <a:cubicBezTo>
                      <a:pt x="107373" y="134716"/>
                      <a:pt x="106237" y="139409"/>
                      <a:pt x="106237" y="148072"/>
                    </a:cubicBezTo>
                    <a:cubicBezTo>
                      <a:pt x="106237" y="158540"/>
                      <a:pt x="110783" y="162872"/>
                      <a:pt x="121390" y="162872"/>
                    </a:cubicBezTo>
                    <a:cubicBezTo>
                      <a:pt x="136544" y="162872"/>
                      <a:pt x="146015" y="156014"/>
                      <a:pt x="174048" y="123165"/>
                    </a:cubicBezTo>
                    <a:lnTo>
                      <a:pt x="169502" y="119556"/>
                    </a:lnTo>
                    <a:close/>
                    <a:moveTo>
                      <a:pt x="110783" y="8016"/>
                    </a:moveTo>
                    <a:cubicBezTo>
                      <a:pt x="123663" y="8738"/>
                      <a:pt x="131998" y="17401"/>
                      <a:pt x="131998" y="30035"/>
                    </a:cubicBezTo>
                    <a:cubicBezTo>
                      <a:pt x="131998" y="60357"/>
                      <a:pt x="113056" y="102951"/>
                      <a:pt x="86916" y="129663"/>
                    </a:cubicBezTo>
                    <a:cubicBezTo>
                      <a:pt x="77824" y="139409"/>
                      <a:pt x="64944" y="145545"/>
                      <a:pt x="53958" y="145545"/>
                    </a:cubicBezTo>
                    <a:cubicBezTo>
                      <a:pt x="40699" y="145545"/>
                      <a:pt x="31986" y="135077"/>
                      <a:pt x="31986" y="118473"/>
                    </a:cubicBezTo>
                    <a:cubicBezTo>
                      <a:pt x="31986" y="98980"/>
                      <a:pt x="46381" y="61801"/>
                      <a:pt x="62671" y="39420"/>
                    </a:cubicBezTo>
                    <a:cubicBezTo>
                      <a:pt x="77824" y="18484"/>
                      <a:pt x="95630" y="6933"/>
                      <a:pt x="110783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3F83F4D6-3140-6301-5594-32BE00AFE98B}"/>
                  </a:ext>
                </a:extLst>
              </p:cNvPr>
              <p:cNvSpPr/>
              <p:nvPr>
                <p:custDataLst>
                  <p:tags r:id="rId112"/>
                </p:custDataLst>
              </p:nvPr>
            </p:nvSpPr>
            <p:spPr>
              <a:xfrm>
                <a:off x="8953858" y="6697514"/>
                <a:ext cx="126712" cy="184310"/>
              </a:xfrm>
              <a:custGeom>
                <a:avLst/>
                <a:gdLst>
                  <a:gd name="connsiteX0" fmla="*/ 64645 w 126712"/>
                  <a:gd name="connsiteY0" fmla="*/ 77 h 184310"/>
                  <a:gd name="connsiteX1" fmla="*/ 27080 w 126712"/>
                  <a:gd name="connsiteY1" fmla="*/ 13967 h 184310"/>
                  <a:gd name="connsiteX2" fmla="*/ 168 w 126712"/>
                  <a:gd name="connsiteY2" fmla="*/ 90897 h 184310"/>
                  <a:gd name="connsiteX3" fmla="*/ 22595 w 126712"/>
                  <a:gd name="connsiteY3" fmla="*/ 166224 h 184310"/>
                  <a:gd name="connsiteX4" fmla="*/ 63524 w 126712"/>
                  <a:gd name="connsiteY4" fmla="*/ 184388 h 184310"/>
                  <a:gd name="connsiteX5" fmla="*/ 99968 w 126712"/>
                  <a:gd name="connsiteY5" fmla="*/ 170498 h 184310"/>
                  <a:gd name="connsiteX6" fmla="*/ 126880 w 126712"/>
                  <a:gd name="connsiteY6" fmla="*/ 92500 h 184310"/>
                  <a:gd name="connsiteX7" fmla="*/ 64645 w 126712"/>
                  <a:gd name="connsiteY7" fmla="*/ 77 h 184310"/>
                  <a:gd name="connsiteX8" fmla="*/ 63804 w 126712"/>
                  <a:gd name="connsiteY8" fmla="*/ 7022 h 184310"/>
                  <a:gd name="connsiteX9" fmla="*/ 99968 w 126712"/>
                  <a:gd name="connsiteY9" fmla="*/ 93034 h 184310"/>
                  <a:gd name="connsiteX10" fmla="*/ 63524 w 126712"/>
                  <a:gd name="connsiteY10" fmla="*/ 177443 h 184310"/>
                  <a:gd name="connsiteX11" fmla="*/ 27080 w 126712"/>
                  <a:gd name="connsiteY11" fmla="*/ 93301 h 184310"/>
                  <a:gd name="connsiteX12" fmla="*/ 63804 w 126712"/>
                  <a:gd name="connsiteY12" fmla="*/ 7022 h 18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6712" h="184310">
                    <a:moveTo>
                      <a:pt x="64645" y="77"/>
                    </a:moveTo>
                    <a:cubicBezTo>
                      <a:pt x="49227" y="77"/>
                      <a:pt x="37453" y="4618"/>
                      <a:pt x="27080" y="13967"/>
                    </a:cubicBezTo>
                    <a:cubicBezTo>
                      <a:pt x="10821" y="28926"/>
                      <a:pt x="168" y="59644"/>
                      <a:pt x="168" y="90897"/>
                    </a:cubicBezTo>
                    <a:cubicBezTo>
                      <a:pt x="168" y="120013"/>
                      <a:pt x="9419" y="151265"/>
                      <a:pt x="22595" y="166224"/>
                    </a:cubicBezTo>
                    <a:cubicBezTo>
                      <a:pt x="32967" y="177977"/>
                      <a:pt x="47264" y="184388"/>
                      <a:pt x="63524" y="184388"/>
                    </a:cubicBezTo>
                    <a:cubicBezTo>
                      <a:pt x="77821" y="184388"/>
                      <a:pt x="89876" y="179847"/>
                      <a:pt x="99968" y="170498"/>
                    </a:cubicBezTo>
                    <a:cubicBezTo>
                      <a:pt x="116227" y="155806"/>
                      <a:pt x="126880" y="124821"/>
                      <a:pt x="126880" y="92500"/>
                    </a:cubicBezTo>
                    <a:cubicBezTo>
                      <a:pt x="126880" y="37741"/>
                      <a:pt x="101369" y="77"/>
                      <a:pt x="64645" y="77"/>
                    </a:cubicBezTo>
                    <a:close/>
                    <a:moveTo>
                      <a:pt x="63804" y="7022"/>
                    </a:moveTo>
                    <a:cubicBezTo>
                      <a:pt x="87353" y="7022"/>
                      <a:pt x="99968" y="37206"/>
                      <a:pt x="99968" y="93034"/>
                    </a:cubicBezTo>
                    <a:cubicBezTo>
                      <a:pt x="99968" y="148861"/>
                      <a:pt x="87633" y="177443"/>
                      <a:pt x="63524" y="177443"/>
                    </a:cubicBezTo>
                    <a:cubicBezTo>
                      <a:pt x="39415" y="177443"/>
                      <a:pt x="27080" y="148861"/>
                      <a:pt x="27080" y="93301"/>
                    </a:cubicBezTo>
                    <a:cubicBezTo>
                      <a:pt x="27080" y="36672"/>
                      <a:pt x="39695" y="7022"/>
                      <a:pt x="63804" y="7022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584B6B8D-B54A-83A3-EC6B-B735EA511B2D}"/>
                  </a:ext>
                </a:extLst>
              </p:cNvPr>
              <p:cNvSpPr/>
              <p:nvPr>
                <p:custDataLst>
                  <p:tags r:id="rId113"/>
                </p:custDataLst>
              </p:nvPr>
            </p:nvSpPr>
            <p:spPr>
              <a:xfrm>
                <a:off x="9180863" y="6612908"/>
                <a:ext cx="251924" cy="240405"/>
              </a:xfrm>
              <a:custGeom>
                <a:avLst/>
                <a:gdLst>
                  <a:gd name="connsiteX0" fmla="*/ 133903 w 251924"/>
                  <a:gd name="connsiteY0" fmla="*/ 127496 h 240405"/>
                  <a:gd name="connsiteX1" fmla="*/ 239598 w 251924"/>
                  <a:gd name="connsiteY1" fmla="*/ 127496 h 240405"/>
                  <a:gd name="connsiteX2" fmla="*/ 252099 w 251924"/>
                  <a:gd name="connsiteY2" fmla="*/ 120277 h 240405"/>
                  <a:gd name="connsiteX3" fmla="*/ 239598 w 251924"/>
                  <a:gd name="connsiteY3" fmla="*/ 113057 h 240405"/>
                  <a:gd name="connsiteX4" fmla="*/ 133903 w 251924"/>
                  <a:gd name="connsiteY4" fmla="*/ 113057 h 240405"/>
                  <a:gd name="connsiteX5" fmla="*/ 133903 w 251924"/>
                  <a:gd name="connsiteY5" fmla="*/ 11986 h 240405"/>
                  <a:gd name="connsiteX6" fmla="*/ 126327 w 251924"/>
                  <a:gd name="connsiteY6" fmla="*/ 74 h 240405"/>
                  <a:gd name="connsiteX7" fmla="*/ 118750 w 251924"/>
                  <a:gd name="connsiteY7" fmla="*/ 11986 h 240405"/>
                  <a:gd name="connsiteX8" fmla="*/ 118750 w 251924"/>
                  <a:gd name="connsiteY8" fmla="*/ 113057 h 240405"/>
                  <a:gd name="connsiteX9" fmla="*/ 12677 w 251924"/>
                  <a:gd name="connsiteY9" fmla="*/ 113057 h 240405"/>
                  <a:gd name="connsiteX10" fmla="*/ 175 w 251924"/>
                  <a:gd name="connsiteY10" fmla="*/ 120277 h 240405"/>
                  <a:gd name="connsiteX11" fmla="*/ 12677 w 251924"/>
                  <a:gd name="connsiteY11" fmla="*/ 127496 h 240405"/>
                  <a:gd name="connsiteX12" fmla="*/ 118750 w 251924"/>
                  <a:gd name="connsiteY12" fmla="*/ 127496 h 240405"/>
                  <a:gd name="connsiteX13" fmla="*/ 118750 w 251924"/>
                  <a:gd name="connsiteY13" fmla="*/ 228568 h 240405"/>
                  <a:gd name="connsiteX14" fmla="*/ 126327 w 251924"/>
                  <a:gd name="connsiteY14" fmla="*/ 240480 h 240405"/>
                  <a:gd name="connsiteX15" fmla="*/ 133903 w 251924"/>
                  <a:gd name="connsiteY15" fmla="*/ 228568 h 240405"/>
                  <a:gd name="connsiteX16" fmla="*/ 133903 w 251924"/>
                  <a:gd name="connsiteY16" fmla="*/ 127496 h 24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1924" h="240405">
                    <a:moveTo>
                      <a:pt x="133903" y="127496"/>
                    </a:moveTo>
                    <a:lnTo>
                      <a:pt x="239598" y="127496"/>
                    </a:lnTo>
                    <a:cubicBezTo>
                      <a:pt x="244902" y="127496"/>
                      <a:pt x="252099" y="127496"/>
                      <a:pt x="252099" y="120277"/>
                    </a:cubicBezTo>
                    <a:cubicBezTo>
                      <a:pt x="252099" y="113057"/>
                      <a:pt x="244902" y="113057"/>
                      <a:pt x="239598" y="113057"/>
                    </a:cubicBezTo>
                    <a:lnTo>
                      <a:pt x="133903" y="113057"/>
                    </a:lnTo>
                    <a:lnTo>
                      <a:pt x="133903" y="11986"/>
                    </a:lnTo>
                    <a:cubicBezTo>
                      <a:pt x="133903" y="6932"/>
                      <a:pt x="133903" y="74"/>
                      <a:pt x="126327" y="74"/>
                    </a:cubicBezTo>
                    <a:cubicBezTo>
                      <a:pt x="118750" y="74"/>
                      <a:pt x="118750" y="6932"/>
                      <a:pt x="118750" y="11986"/>
                    </a:cubicBezTo>
                    <a:lnTo>
                      <a:pt x="118750" y="113057"/>
                    </a:lnTo>
                    <a:lnTo>
                      <a:pt x="12677" y="113057"/>
                    </a:lnTo>
                    <a:cubicBezTo>
                      <a:pt x="7373" y="113057"/>
                      <a:pt x="175" y="113057"/>
                      <a:pt x="175" y="120277"/>
                    </a:cubicBezTo>
                    <a:cubicBezTo>
                      <a:pt x="175" y="127496"/>
                      <a:pt x="7373" y="127496"/>
                      <a:pt x="12677" y="127496"/>
                    </a:cubicBezTo>
                    <a:lnTo>
                      <a:pt x="118750" y="127496"/>
                    </a:lnTo>
                    <a:lnTo>
                      <a:pt x="118750" y="228568"/>
                    </a:lnTo>
                    <a:cubicBezTo>
                      <a:pt x="118750" y="233621"/>
                      <a:pt x="118750" y="240480"/>
                      <a:pt x="126327" y="240480"/>
                    </a:cubicBezTo>
                    <a:cubicBezTo>
                      <a:pt x="133903" y="240480"/>
                      <a:pt x="133903" y="233621"/>
                      <a:pt x="133903" y="228568"/>
                    </a:cubicBezTo>
                    <a:lnTo>
                      <a:pt x="133903" y="127496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EB9BE7B4-43A9-A02A-601F-0C459824A271}"/>
                  </a:ext>
                </a:extLst>
              </p:cNvPr>
              <p:cNvSpPr/>
              <p:nvPr>
                <p:custDataLst>
                  <p:tags r:id="rId114"/>
                </p:custDataLst>
              </p:nvPr>
            </p:nvSpPr>
            <p:spPr>
              <a:xfrm>
                <a:off x="9517006" y="6579337"/>
                <a:ext cx="171232" cy="249068"/>
              </a:xfrm>
              <a:custGeom>
                <a:avLst/>
                <a:gdLst>
                  <a:gd name="connsiteX0" fmla="*/ 87315 w 171232"/>
                  <a:gd name="connsiteY0" fmla="*/ 75 h 249068"/>
                  <a:gd name="connsiteX1" fmla="*/ 36551 w 171232"/>
                  <a:gd name="connsiteY1" fmla="*/ 18845 h 249068"/>
                  <a:gd name="connsiteX2" fmla="*/ 183 w 171232"/>
                  <a:gd name="connsiteY2" fmla="*/ 122804 h 249068"/>
                  <a:gd name="connsiteX3" fmla="*/ 30490 w 171232"/>
                  <a:gd name="connsiteY3" fmla="*/ 224598 h 249068"/>
                  <a:gd name="connsiteX4" fmla="*/ 85800 w 171232"/>
                  <a:gd name="connsiteY4" fmla="*/ 249144 h 249068"/>
                  <a:gd name="connsiteX5" fmla="*/ 135048 w 171232"/>
                  <a:gd name="connsiteY5" fmla="*/ 230373 h 249068"/>
                  <a:gd name="connsiteX6" fmla="*/ 171416 w 171232"/>
                  <a:gd name="connsiteY6" fmla="*/ 124970 h 249068"/>
                  <a:gd name="connsiteX7" fmla="*/ 87315 w 171232"/>
                  <a:gd name="connsiteY7" fmla="*/ 75 h 249068"/>
                  <a:gd name="connsiteX8" fmla="*/ 86178 w 171232"/>
                  <a:gd name="connsiteY8" fmla="*/ 9460 h 249068"/>
                  <a:gd name="connsiteX9" fmla="*/ 135048 w 171232"/>
                  <a:gd name="connsiteY9" fmla="*/ 125692 h 249068"/>
                  <a:gd name="connsiteX10" fmla="*/ 85800 w 171232"/>
                  <a:gd name="connsiteY10" fmla="*/ 239758 h 249068"/>
                  <a:gd name="connsiteX11" fmla="*/ 36551 w 171232"/>
                  <a:gd name="connsiteY11" fmla="*/ 126053 h 249068"/>
                  <a:gd name="connsiteX12" fmla="*/ 86178 w 171232"/>
                  <a:gd name="connsiteY12" fmla="*/ 9460 h 249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1232" h="249068">
                    <a:moveTo>
                      <a:pt x="87315" y="75"/>
                    </a:moveTo>
                    <a:cubicBezTo>
                      <a:pt x="66479" y="75"/>
                      <a:pt x="50568" y="6211"/>
                      <a:pt x="36551" y="18845"/>
                    </a:cubicBezTo>
                    <a:cubicBezTo>
                      <a:pt x="14579" y="39059"/>
                      <a:pt x="183" y="80571"/>
                      <a:pt x="183" y="122804"/>
                    </a:cubicBezTo>
                    <a:cubicBezTo>
                      <a:pt x="183" y="162150"/>
                      <a:pt x="12685" y="204383"/>
                      <a:pt x="30490" y="224598"/>
                    </a:cubicBezTo>
                    <a:cubicBezTo>
                      <a:pt x="44507" y="240480"/>
                      <a:pt x="63827" y="249144"/>
                      <a:pt x="85800" y="249144"/>
                    </a:cubicBezTo>
                    <a:cubicBezTo>
                      <a:pt x="105120" y="249144"/>
                      <a:pt x="121410" y="243007"/>
                      <a:pt x="135048" y="230373"/>
                    </a:cubicBezTo>
                    <a:cubicBezTo>
                      <a:pt x="157020" y="210520"/>
                      <a:pt x="171416" y="168647"/>
                      <a:pt x="171416" y="124970"/>
                    </a:cubicBezTo>
                    <a:cubicBezTo>
                      <a:pt x="171416" y="50971"/>
                      <a:pt x="136942" y="75"/>
                      <a:pt x="87315" y="75"/>
                    </a:cubicBezTo>
                    <a:close/>
                    <a:moveTo>
                      <a:pt x="86178" y="9460"/>
                    </a:moveTo>
                    <a:cubicBezTo>
                      <a:pt x="118000" y="9460"/>
                      <a:pt x="135048" y="50250"/>
                      <a:pt x="135048" y="125692"/>
                    </a:cubicBezTo>
                    <a:cubicBezTo>
                      <a:pt x="135048" y="201135"/>
                      <a:pt x="118379" y="239758"/>
                      <a:pt x="85800" y="239758"/>
                    </a:cubicBezTo>
                    <a:cubicBezTo>
                      <a:pt x="53220" y="239758"/>
                      <a:pt x="36551" y="201135"/>
                      <a:pt x="36551" y="126053"/>
                    </a:cubicBezTo>
                    <a:cubicBezTo>
                      <a:pt x="36551" y="49528"/>
                      <a:pt x="53599" y="9460"/>
                      <a:pt x="86178" y="946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B3BA5F65-88EF-B07F-7832-6962D5309ED5}"/>
                  </a:ext>
                </a:extLst>
              </p:cNvPr>
              <p:cNvSpPr/>
              <p:nvPr>
                <p:custDataLst>
                  <p:tags r:id="rId115"/>
                </p:custDataLst>
              </p:nvPr>
            </p:nvSpPr>
            <p:spPr>
              <a:xfrm>
                <a:off x="9806541" y="6646117"/>
                <a:ext cx="182976" cy="173987"/>
              </a:xfrm>
              <a:custGeom>
                <a:avLst/>
                <a:gdLst>
                  <a:gd name="connsiteX0" fmla="*/ 91867 w 182976"/>
                  <a:gd name="connsiteY0" fmla="*/ 76961 h 173987"/>
                  <a:gd name="connsiteX1" fmla="*/ 16101 w 182976"/>
                  <a:gd name="connsiteY1" fmla="*/ 5128 h 173987"/>
                  <a:gd name="connsiteX2" fmla="*/ 7766 w 182976"/>
                  <a:gd name="connsiteY2" fmla="*/ 75 h 173987"/>
                  <a:gd name="connsiteX3" fmla="*/ 190 w 182976"/>
                  <a:gd name="connsiteY3" fmla="*/ 7294 h 173987"/>
                  <a:gd name="connsiteX4" fmla="*/ 5114 w 182976"/>
                  <a:gd name="connsiteY4" fmla="*/ 14514 h 173987"/>
                  <a:gd name="connsiteX5" fmla="*/ 80881 w 182976"/>
                  <a:gd name="connsiteY5" fmla="*/ 87068 h 173987"/>
                  <a:gd name="connsiteX6" fmla="*/ 5114 w 182976"/>
                  <a:gd name="connsiteY6" fmla="*/ 159623 h 173987"/>
                  <a:gd name="connsiteX7" fmla="*/ 190 w 182976"/>
                  <a:gd name="connsiteY7" fmla="*/ 166843 h 173987"/>
                  <a:gd name="connsiteX8" fmla="*/ 7766 w 182976"/>
                  <a:gd name="connsiteY8" fmla="*/ 174062 h 173987"/>
                  <a:gd name="connsiteX9" fmla="*/ 16101 w 182976"/>
                  <a:gd name="connsiteY9" fmla="*/ 169008 h 173987"/>
                  <a:gd name="connsiteX10" fmla="*/ 91488 w 182976"/>
                  <a:gd name="connsiteY10" fmla="*/ 97176 h 173987"/>
                  <a:gd name="connsiteX11" fmla="*/ 169907 w 182976"/>
                  <a:gd name="connsiteY11" fmla="*/ 171896 h 173987"/>
                  <a:gd name="connsiteX12" fmla="*/ 175590 w 182976"/>
                  <a:gd name="connsiteY12" fmla="*/ 174062 h 173987"/>
                  <a:gd name="connsiteX13" fmla="*/ 183166 w 182976"/>
                  <a:gd name="connsiteY13" fmla="*/ 166843 h 173987"/>
                  <a:gd name="connsiteX14" fmla="*/ 182030 w 182976"/>
                  <a:gd name="connsiteY14" fmla="*/ 162872 h 173987"/>
                  <a:gd name="connsiteX15" fmla="*/ 102475 w 182976"/>
                  <a:gd name="connsiteY15" fmla="*/ 87068 h 173987"/>
                  <a:gd name="connsiteX16" fmla="*/ 171801 w 182976"/>
                  <a:gd name="connsiteY16" fmla="*/ 21011 h 173987"/>
                  <a:gd name="connsiteX17" fmla="*/ 181272 w 182976"/>
                  <a:gd name="connsiteY17" fmla="*/ 11987 h 173987"/>
                  <a:gd name="connsiteX18" fmla="*/ 183166 w 182976"/>
                  <a:gd name="connsiteY18" fmla="*/ 7294 h 173987"/>
                  <a:gd name="connsiteX19" fmla="*/ 175590 w 182976"/>
                  <a:gd name="connsiteY19" fmla="*/ 75 h 173987"/>
                  <a:gd name="connsiteX20" fmla="*/ 166876 w 182976"/>
                  <a:gd name="connsiteY20" fmla="*/ 5489 h 173987"/>
                  <a:gd name="connsiteX21" fmla="*/ 91867 w 182976"/>
                  <a:gd name="connsiteY21" fmla="*/ 76961 h 173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2976" h="173987">
                    <a:moveTo>
                      <a:pt x="91867" y="76961"/>
                    </a:moveTo>
                    <a:lnTo>
                      <a:pt x="16101" y="5128"/>
                    </a:lnTo>
                    <a:cubicBezTo>
                      <a:pt x="11555" y="797"/>
                      <a:pt x="10797" y="75"/>
                      <a:pt x="7766" y="75"/>
                    </a:cubicBezTo>
                    <a:cubicBezTo>
                      <a:pt x="3978" y="75"/>
                      <a:pt x="190" y="3323"/>
                      <a:pt x="190" y="7294"/>
                    </a:cubicBezTo>
                    <a:cubicBezTo>
                      <a:pt x="190" y="9821"/>
                      <a:pt x="947" y="10543"/>
                      <a:pt x="5114" y="14514"/>
                    </a:cubicBezTo>
                    <a:lnTo>
                      <a:pt x="80881" y="87068"/>
                    </a:lnTo>
                    <a:lnTo>
                      <a:pt x="5114" y="159623"/>
                    </a:lnTo>
                    <a:cubicBezTo>
                      <a:pt x="947" y="163594"/>
                      <a:pt x="190" y="164316"/>
                      <a:pt x="190" y="166843"/>
                    </a:cubicBezTo>
                    <a:cubicBezTo>
                      <a:pt x="190" y="170813"/>
                      <a:pt x="3978" y="174062"/>
                      <a:pt x="7766" y="174062"/>
                    </a:cubicBezTo>
                    <a:cubicBezTo>
                      <a:pt x="10797" y="174062"/>
                      <a:pt x="11555" y="173340"/>
                      <a:pt x="16101" y="169008"/>
                    </a:cubicBezTo>
                    <a:lnTo>
                      <a:pt x="91488" y="97176"/>
                    </a:lnTo>
                    <a:lnTo>
                      <a:pt x="169907" y="171896"/>
                    </a:lnTo>
                    <a:cubicBezTo>
                      <a:pt x="170665" y="172257"/>
                      <a:pt x="173317" y="174062"/>
                      <a:pt x="175590" y="174062"/>
                    </a:cubicBezTo>
                    <a:cubicBezTo>
                      <a:pt x="180136" y="174062"/>
                      <a:pt x="183166" y="170813"/>
                      <a:pt x="183166" y="166843"/>
                    </a:cubicBezTo>
                    <a:cubicBezTo>
                      <a:pt x="183166" y="166121"/>
                      <a:pt x="183166" y="164677"/>
                      <a:pt x="182030" y="162872"/>
                    </a:cubicBezTo>
                    <a:cubicBezTo>
                      <a:pt x="181651" y="162150"/>
                      <a:pt x="121416" y="105478"/>
                      <a:pt x="102475" y="87068"/>
                    </a:cubicBezTo>
                    <a:lnTo>
                      <a:pt x="171801" y="21011"/>
                    </a:lnTo>
                    <a:cubicBezTo>
                      <a:pt x="173695" y="18845"/>
                      <a:pt x="179378" y="14153"/>
                      <a:pt x="181272" y="11987"/>
                    </a:cubicBezTo>
                    <a:cubicBezTo>
                      <a:pt x="181651" y="11265"/>
                      <a:pt x="183166" y="9821"/>
                      <a:pt x="183166" y="7294"/>
                    </a:cubicBezTo>
                    <a:cubicBezTo>
                      <a:pt x="183166" y="3323"/>
                      <a:pt x="180136" y="75"/>
                      <a:pt x="175590" y="75"/>
                    </a:cubicBezTo>
                    <a:cubicBezTo>
                      <a:pt x="172559" y="75"/>
                      <a:pt x="171044" y="1519"/>
                      <a:pt x="166876" y="5489"/>
                    </a:cubicBezTo>
                    <a:lnTo>
                      <a:pt x="91867" y="7696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D8D21584-2B10-91A4-6F54-B6378A33904C}"/>
                  </a:ext>
                </a:extLst>
              </p:cNvPr>
              <p:cNvSpPr/>
              <p:nvPr>
                <p:custDataLst>
                  <p:tags r:id="rId116"/>
                </p:custDataLst>
              </p:nvPr>
            </p:nvSpPr>
            <p:spPr>
              <a:xfrm>
                <a:off x="10105559" y="6664165"/>
                <a:ext cx="173884" cy="163158"/>
              </a:xfrm>
              <a:custGeom>
                <a:avLst/>
                <a:gdLst>
                  <a:gd name="connsiteX0" fmla="*/ 169537 w 173884"/>
                  <a:gd name="connsiteY0" fmla="*/ 119556 h 163158"/>
                  <a:gd name="connsiteX1" fmla="*/ 158930 w 173884"/>
                  <a:gd name="connsiteY1" fmla="*/ 129663 h 163158"/>
                  <a:gd name="connsiteX2" fmla="*/ 139231 w 173884"/>
                  <a:gd name="connsiteY2" fmla="*/ 144463 h 163158"/>
                  <a:gd name="connsiteX3" fmla="*/ 133927 w 173884"/>
                  <a:gd name="connsiteY3" fmla="*/ 139770 h 163158"/>
                  <a:gd name="connsiteX4" fmla="*/ 167643 w 173884"/>
                  <a:gd name="connsiteY4" fmla="*/ 8738 h 163158"/>
                  <a:gd name="connsiteX5" fmla="*/ 169916 w 173884"/>
                  <a:gd name="connsiteY5" fmla="*/ 1158 h 163158"/>
                  <a:gd name="connsiteX6" fmla="*/ 167264 w 173884"/>
                  <a:gd name="connsiteY6" fmla="*/ 75 h 163158"/>
                  <a:gd name="connsiteX7" fmla="*/ 144156 w 173884"/>
                  <a:gd name="connsiteY7" fmla="*/ 2602 h 163158"/>
                  <a:gd name="connsiteX8" fmla="*/ 143019 w 173884"/>
                  <a:gd name="connsiteY8" fmla="*/ 3684 h 163158"/>
                  <a:gd name="connsiteX9" fmla="*/ 138852 w 173884"/>
                  <a:gd name="connsiteY9" fmla="*/ 21011 h 163158"/>
                  <a:gd name="connsiteX10" fmla="*/ 108545 w 173884"/>
                  <a:gd name="connsiteY10" fmla="*/ 75 h 163158"/>
                  <a:gd name="connsiteX11" fmla="*/ 199 w 173884"/>
                  <a:gd name="connsiteY11" fmla="*/ 123165 h 163158"/>
                  <a:gd name="connsiteX12" fmla="*/ 38840 w 173884"/>
                  <a:gd name="connsiteY12" fmla="*/ 163233 h 163158"/>
                  <a:gd name="connsiteX13" fmla="*/ 114985 w 173884"/>
                  <a:gd name="connsiteY13" fmla="*/ 106561 h 163158"/>
                  <a:gd name="connsiteX14" fmla="*/ 106272 w 173884"/>
                  <a:gd name="connsiteY14" fmla="*/ 148072 h 163158"/>
                  <a:gd name="connsiteX15" fmla="*/ 121425 w 173884"/>
                  <a:gd name="connsiteY15" fmla="*/ 162872 h 163158"/>
                  <a:gd name="connsiteX16" fmla="*/ 174083 w 173884"/>
                  <a:gd name="connsiteY16" fmla="*/ 123165 h 163158"/>
                  <a:gd name="connsiteX17" fmla="*/ 169537 w 173884"/>
                  <a:gd name="connsiteY17" fmla="*/ 119556 h 163158"/>
                  <a:gd name="connsiteX18" fmla="*/ 110818 w 173884"/>
                  <a:gd name="connsiteY18" fmla="*/ 8016 h 163158"/>
                  <a:gd name="connsiteX19" fmla="*/ 132033 w 173884"/>
                  <a:gd name="connsiteY19" fmla="*/ 30035 h 163158"/>
                  <a:gd name="connsiteX20" fmla="*/ 86952 w 173884"/>
                  <a:gd name="connsiteY20" fmla="*/ 129663 h 163158"/>
                  <a:gd name="connsiteX21" fmla="*/ 53993 w 173884"/>
                  <a:gd name="connsiteY21" fmla="*/ 145545 h 163158"/>
                  <a:gd name="connsiteX22" fmla="*/ 32021 w 173884"/>
                  <a:gd name="connsiteY22" fmla="*/ 118473 h 163158"/>
                  <a:gd name="connsiteX23" fmla="*/ 62706 w 173884"/>
                  <a:gd name="connsiteY23" fmla="*/ 39420 h 163158"/>
                  <a:gd name="connsiteX24" fmla="*/ 110818 w 173884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3884" h="163158">
                    <a:moveTo>
                      <a:pt x="169537" y="119556"/>
                    </a:moveTo>
                    <a:cubicBezTo>
                      <a:pt x="163855" y="124970"/>
                      <a:pt x="161582" y="126775"/>
                      <a:pt x="158930" y="129663"/>
                    </a:cubicBezTo>
                    <a:cubicBezTo>
                      <a:pt x="147565" y="140853"/>
                      <a:pt x="142640" y="144463"/>
                      <a:pt x="139231" y="144463"/>
                    </a:cubicBezTo>
                    <a:cubicBezTo>
                      <a:pt x="136200" y="144463"/>
                      <a:pt x="133927" y="142297"/>
                      <a:pt x="133927" y="139770"/>
                    </a:cubicBezTo>
                    <a:cubicBezTo>
                      <a:pt x="133927" y="132551"/>
                      <a:pt x="149838" y="70825"/>
                      <a:pt x="167643" y="8738"/>
                    </a:cubicBezTo>
                    <a:cubicBezTo>
                      <a:pt x="168780" y="5128"/>
                      <a:pt x="169159" y="4406"/>
                      <a:pt x="169916" y="1158"/>
                    </a:cubicBezTo>
                    <a:lnTo>
                      <a:pt x="167264" y="75"/>
                    </a:lnTo>
                    <a:lnTo>
                      <a:pt x="144156" y="2602"/>
                    </a:lnTo>
                    <a:lnTo>
                      <a:pt x="143019" y="3684"/>
                    </a:lnTo>
                    <a:lnTo>
                      <a:pt x="138852" y="21011"/>
                    </a:lnTo>
                    <a:cubicBezTo>
                      <a:pt x="135821" y="7655"/>
                      <a:pt x="124835" y="75"/>
                      <a:pt x="108545" y="75"/>
                    </a:cubicBezTo>
                    <a:cubicBezTo>
                      <a:pt x="58539" y="75"/>
                      <a:pt x="199" y="66132"/>
                      <a:pt x="199" y="123165"/>
                    </a:cubicBezTo>
                    <a:cubicBezTo>
                      <a:pt x="199" y="148433"/>
                      <a:pt x="14594" y="163233"/>
                      <a:pt x="38840" y="163233"/>
                    </a:cubicBezTo>
                    <a:cubicBezTo>
                      <a:pt x="65358" y="163233"/>
                      <a:pt x="81648" y="151321"/>
                      <a:pt x="114985" y="106561"/>
                    </a:cubicBezTo>
                    <a:cubicBezTo>
                      <a:pt x="107409" y="134716"/>
                      <a:pt x="106272" y="139409"/>
                      <a:pt x="106272" y="148072"/>
                    </a:cubicBezTo>
                    <a:cubicBezTo>
                      <a:pt x="106272" y="158540"/>
                      <a:pt x="110818" y="162872"/>
                      <a:pt x="121425" y="162872"/>
                    </a:cubicBezTo>
                    <a:cubicBezTo>
                      <a:pt x="136579" y="162872"/>
                      <a:pt x="146050" y="156014"/>
                      <a:pt x="174083" y="123165"/>
                    </a:cubicBezTo>
                    <a:lnTo>
                      <a:pt x="169537" y="119556"/>
                    </a:lnTo>
                    <a:close/>
                    <a:moveTo>
                      <a:pt x="110818" y="8016"/>
                    </a:moveTo>
                    <a:cubicBezTo>
                      <a:pt x="123698" y="8738"/>
                      <a:pt x="132033" y="17401"/>
                      <a:pt x="132033" y="30035"/>
                    </a:cubicBezTo>
                    <a:cubicBezTo>
                      <a:pt x="132033" y="60357"/>
                      <a:pt x="113091" y="102951"/>
                      <a:pt x="86952" y="129663"/>
                    </a:cubicBezTo>
                    <a:cubicBezTo>
                      <a:pt x="77860" y="139409"/>
                      <a:pt x="64979" y="145545"/>
                      <a:pt x="53993" y="145545"/>
                    </a:cubicBezTo>
                    <a:cubicBezTo>
                      <a:pt x="40734" y="145545"/>
                      <a:pt x="32021" y="135077"/>
                      <a:pt x="32021" y="118473"/>
                    </a:cubicBezTo>
                    <a:cubicBezTo>
                      <a:pt x="32021" y="98980"/>
                      <a:pt x="46416" y="61801"/>
                      <a:pt x="62706" y="39420"/>
                    </a:cubicBezTo>
                    <a:cubicBezTo>
                      <a:pt x="77860" y="18484"/>
                      <a:pt x="95665" y="6933"/>
                      <a:pt x="110818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E3A3CED0-F4DB-C439-AC92-B8BF707E2436}"/>
                  </a:ext>
                </a:extLst>
              </p:cNvPr>
              <p:cNvSpPr/>
              <p:nvPr>
                <p:custDataLst>
                  <p:tags r:id="rId117"/>
                </p:custDataLst>
              </p:nvPr>
            </p:nvSpPr>
            <p:spPr>
              <a:xfrm>
                <a:off x="10320363" y="6697514"/>
                <a:ext cx="79335" cy="180571"/>
              </a:xfrm>
              <a:custGeom>
                <a:avLst/>
                <a:gdLst>
                  <a:gd name="connsiteX0" fmla="*/ 50664 w 79335"/>
                  <a:gd name="connsiteY0" fmla="*/ 77 h 180571"/>
                  <a:gd name="connsiteX1" fmla="*/ 203 w 79335"/>
                  <a:gd name="connsiteY1" fmla="*/ 24385 h 180571"/>
                  <a:gd name="connsiteX2" fmla="*/ 203 w 79335"/>
                  <a:gd name="connsiteY2" fmla="*/ 28124 h 180571"/>
                  <a:gd name="connsiteX3" fmla="*/ 7772 w 79335"/>
                  <a:gd name="connsiteY3" fmla="*/ 25186 h 180571"/>
                  <a:gd name="connsiteX4" fmla="*/ 20387 w 79335"/>
                  <a:gd name="connsiteY4" fmla="*/ 22248 h 180571"/>
                  <a:gd name="connsiteX5" fmla="*/ 28797 w 79335"/>
                  <a:gd name="connsiteY5" fmla="*/ 34802 h 180571"/>
                  <a:gd name="connsiteX6" fmla="*/ 28797 w 79335"/>
                  <a:gd name="connsiteY6" fmla="*/ 155806 h 180571"/>
                  <a:gd name="connsiteX7" fmla="*/ 22069 w 79335"/>
                  <a:gd name="connsiteY7" fmla="*/ 173169 h 180571"/>
                  <a:gd name="connsiteX8" fmla="*/ 2165 w 79335"/>
                  <a:gd name="connsiteY8" fmla="*/ 176641 h 180571"/>
                  <a:gd name="connsiteX9" fmla="*/ 2165 w 79335"/>
                  <a:gd name="connsiteY9" fmla="*/ 180648 h 180571"/>
                  <a:gd name="connsiteX10" fmla="*/ 79538 w 79335"/>
                  <a:gd name="connsiteY10" fmla="*/ 180648 h 180571"/>
                  <a:gd name="connsiteX11" fmla="*/ 79538 w 79335"/>
                  <a:gd name="connsiteY11" fmla="*/ 176641 h 180571"/>
                  <a:gd name="connsiteX12" fmla="*/ 52906 w 79335"/>
                  <a:gd name="connsiteY12" fmla="*/ 160882 h 180571"/>
                  <a:gd name="connsiteX13" fmla="*/ 52906 w 79335"/>
                  <a:gd name="connsiteY13" fmla="*/ 611 h 180571"/>
                  <a:gd name="connsiteX14" fmla="*/ 50664 w 79335"/>
                  <a:gd name="connsiteY14" fmla="*/ 77 h 180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335" h="180571">
                    <a:moveTo>
                      <a:pt x="50664" y="77"/>
                    </a:moveTo>
                    <a:lnTo>
                      <a:pt x="203" y="24385"/>
                    </a:lnTo>
                    <a:lnTo>
                      <a:pt x="203" y="28124"/>
                    </a:lnTo>
                    <a:cubicBezTo>
                      <a:pt x="3567" y="26789"/>
                      <a:pt x="6651" y="25720"/>
                      <a:pt x="7772" y="25186"/>
                    </a:cubicBezTo>
                    <a:cubicBezTo>
                      <a:pt x="12818" y="23316"/>
                      <a:pt x="17584" y="22248"/>
                      <a:pt x="20387" y="22248"/>
                    </a:cubicBezTo>
                    <a:cubicBezTo>
                      <a:pt x="26274" y="22248"/>
                      <a:pt x="28797" y="26255"/>
                      <a:pt x="28797" y="34802"/>
                    </a:cubicBezTo>
                    <a:lnTo>
                      <a:pt x="28797" y="155806"/>
                    </a:lnTo>
                    <a:cubicBezTo>
                      <a:pt x="28797" y="164621"/>
                      <a:pt x="26555" y="170765"/>
                      <a:pt x="22069" y="173169"/>
                    </a:cubicBezTo>
                    <a:cubicBezTo>
                      <a:pt x="17864" y="175573"/>
                      <a:pt x="13940" y="176374"/>
                      <a:pt x="2165" y="176641"/>
                    </a:cubicBezTo>
                    <a:lnTo>
                      <a:pt x="2165" y="180648"/>
                    </a:lnTo>
                    <a:lnTo>
                      <a:pt x="79538" y="180648"/>
                    </a:lnTo>
                    <a:lnTo>
                      <a:pt x="79538" y="176641"/>
                    </a:lnTo>
                    <a:cubicBezTo>
                      <a:pt x="57392" y="176374"/>
                      <a:pt x="52906" y="173703"/>
                      <a:pt x="52906" y="160882"/>
                    </a:cubicBezTo>
                    <a:lnTo>
                      <a:pt x="52906" y="611"/>
                    </a:lnTo>
                    <a:lnTo>
                      <a:pt x="50664" y="77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5017DB60-660E-3446-91A6-B098494A2EB7}"/>
                  </a:ext>
                </a:extLst>
              </p:cNvPr>
              <p:cNvSpPr/>
              <p:nvPr>
                <p:custDataLst>
                  <p:tags r:id="rId118"/>
                </p:custDataLst>
              </p:nvPr>
            </p:nvSpPr>
            <p:spPr>
              <a:xfrm>
                <a:off x="10522979" y="6612908"/>
                <a:ext cx="251924" cy="240405"/>
              </a:xfrm>
              <a:custGeom>
                <a:avLst/>
                <a:gdLst>
                  <a:gd name="connsiteX0" fmla="*/ 133938 w 251924"/>
                  <a:gd name="connsiteY0" fmla="*/ 127496 h 240405"/>
                  <a:gd name="connsiteX1" fmla="*/ 239633 w 251924"/>
                  <a:gd name="connsiteY1" fmla="*/ 127496 h 240405"/>
                  <a:gd name="connsiteX2" fmla="*/ 252135 w 251924"/>
                  <a:gd name="connsiteY2" fmla="*/ 120277 h 240405"/>
                  <a:gd name="connsiteX3" fmla="*/ 239633 w 251924"/>
                  <a:gd name="connsiteY3" fmla="*/ 113057 h 240405"/>
                  <a:gd name="connsiteX4" fmla="*/ 133938 w 251924"/>
                  <a:gd name="connsiteY4" fmla="*/ 113057 h 240405"/>
                  <a:gd name="connsiteX5" fmla="*/ 133938 w 251924"/>
                  <a:gd name="connsiteY5" fmla="*/ 11986 h 240405"/>
                  <a:gd name="connsiteX6" fmla="*/ 126362 w 251924"/>
                  <a:gd name="connsiteY6" fmla="*/ 74 h 240405"/>
                  <a:gd name="connsiteX7" fmla="*/ 118785 w 251924"/>
                  <a:gd name="connsiteY7" fmla="*/ 11986 h 240405"/>
                  <a:gd name="connsiteX8" fmla="*/ 118785 w 251924"/>
                  <a:gd name="connsiteY8" fmla="*/ 113057 h 240405"/>
                  <a:gd name="connsiteX9" fmla="*/ 12712 w 251924"/>
                  <a:gd name="connsiteY9" fmla="*/ 113057 h 240405"/>
                  <a:gd name="connsiteX10" fmla="*/ 210 w 251924"/>
                  <a:gd name="connsiteY10" fmla="*/ 120277 h 240405"/>
                  <a:gd name="connsiteX11" fmla="*/ 12712 w 251924"/>
                  <a:gd name="connsiteY11" fmla="*/ 127496 h 240405"/>
                  <a:gd name="connsiteX12" fmla="*/ 118785 w 251924"/>
                  <a:gd name="connsiteY12" fmla="*/ 127496 h 240405"/>
                  <a:gd name="connsiteX13" fmla="*/ 118785 w 251924"/>
                  <a:gd name="connsiteY13" fmla="*/ 228568 h 240405"/>
                  <a:gd name="connsiteX14" fmla="*/ 126362 w 251924"/>
                  <a:gd name="connsiteY14" fmla="*/ 240480 h 240405"/>
                  <a:gd name="connsiteX15" fmla="*/ 133938 w 251924"/>
                  <a:gd name="connsiteY15" fmla="*/ 228568 h 240405"/>
                  <a:gd name="connsiteX16" fmla="*/ 133938 w 251924"/>
                  <a:gd name="connsiteY16" fmla="*/ 127496 h 24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1924" h="240405">
                    <a:moveTo>
                      <a:pt x="133938" y="127496"/>
                    </a:moveTo>
                    <a:lnTo>
                      <a:pt x="239633" y="127496"/>
                    </a:lnTo>
                    <a:cubicBezTo>
                      <a:pt x="244937" y="127496"/>
                      <a:pt x="252135" y="127496"/>
                      <a:pt x="252135" y="120277"/>
                    </a:cubicBezTo>
                    <a:cubicBezTo>
                      <a:pt x="252135" y="113057"/>
                      <a:pt x="244937" y="113057"/>
                      <a:pt x="239633" y="113057"/>
                    </a:cubicBezTo>
                    <a:lnTo>
                      <a:pt x="133938" y="113057"/>
                    </a:lnTo>
                    <a:lnTo>
                      <a:pt x="133938" y="11986"/>
                    </a:lnTo>
                    <a:cubicBezTo>
                      <a:pt x="133938" y="6932"/>
                      <a:pt x="133938" y="74"/>
                      <a:pt x="126362" y="74"/>
                    </a:cubicBezTo>
                    <a:cubicBezTo>
                      <a:pt x="118785" y="74"/>
                      <a:pt x="118785" y="6932"/>
                      <a:pt x="118785" y="11986"/>
                    </a:cubicBezTo>
                    <a:lnTo>
                      <a:pt x="118785" y="113057"/>
                    </a:lnTo>
                    <a:lnTo>
                      <a:pt x="12712" y="113057"/>
                    </a:lnTo>
                    <a:cubicBezTo>
                      <a:pt x="7408" y="113057"/>
                      <a:pt x="210" y="113057"/>
                      <a:pt x="210" y="120277"/>
                    </a:cubicBezTo>
                    <a:cubicBezTo>
                      <a:pt x="210" y="127496"/>
                      <a:pt x="7408" y="127496"/>
                      <a:pt x="12712" y="127496"/>
                    </a:cubicBezTo>
                    <a:lnTo>
                      <a:pt x="118785" y="127496"/>
                    </a:lnTo>
                    <a:lnTo>
                      <a:pt x="118785" y="228568"/>
                    </a:lnTo>
                    <a:cubicBezTo>
                      <a:pt x="118785" y="233621"/>
                      <a:pt x="118785" y="240480"/>
                      <a:pt x="126362" y="240480"/>
                    </a:cubicBezTo>
                    <a:cubicBezTo>
                      <a:pt x="133938" y="240480"/>
                      <a:pt x="133938" y="233621"/>
                      <a:pt x="133938" y="228568"/>
                    </a:cubicBezTo>
                    <a:lnTo>
                      <a:pt x="133938" y="127496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BB9ABD3D-9C14-9C7F-9282-DA3944B64335}"/>
                  </a:ext>
                </a:extLst>
              </p:cNvPr>
              <p:cNvSpPr/>
              <p:nvPr>
                <p:custDataLst>
                  <p:tags r:id="rId119"/>
                </p:custDataLst>
              </p:nvPr>
            </p:nvSpPr>
            <p:spPr>
              <a:xfrm>
                <a:off x="10859122" y="6579337"/>
                <a:ext cx="171232" cy="249068"/>
              </a:xfrm>
              <a:custGeom>
                <a:avLst/>
                <a:gdLst>
                  <a:gd name="connsiteX0" fmla="*/ 87350 w 171232"/>
                  <a:gd name="connsiteY0" fmla="*/ 75 h 249068"/>
                  <a:gd name="connsiteX1" fmla="*/ 36586 w 171232"/>
                  <a:gd name="connsiteY1" fmla="*/ 18845 h 249068"/>
                  <a:gd name="connsiteX2" fmla="*/ 218 w 171232"/>
                  <a:gd name="connsiteY2" fmla="*/ 122804 h 249068"/>
                  <a:gd name="connsiteX3" fmla="*/ 30525 w 171232"/>
                  <a:gd name="connsiteY3" fmla="*/ 224598 h 249068"/>
                  <a:gd name="connsiteX4" fmla="*/ 85835 w 171232"/>
                  <a:gd name="connsiteY4" fmla="*/ 249144 h 249068"/>
                  <a:gd name="connsiteX5" fmla="*/ 135083 w 171232"/>
                  <a:gd name="connsiteY5" fmla="*/ 230373 h 249068"/>
                  <a:gd name="connsiteX6" fmla="*/ 171451 w 171232"/>
                  <a:gd name="connsiteY6" fmla="*/ 124970 h 249068"/>
                  <a:gd name="connsiteX7" fmla="*/ 87350 w 171232"/>
                  <a:gd name="connsiteY7" fmla="*/ 75 h 249068"/>
                  <a:gd name="connsiteX8" fmla="*/ 86214 w 171232"/>
                  <a:gd name="connsiteY8" fmla="*/ 9460 h 249068"/>
                  <a:gd name="connsiteX9" fmla="*/ 135083 w 171232"/>
                  <a:gd name="connsiteY9" fmla="*/ 125692 h 249068"/>
                  <a:gd name="connsiteX10" fmla="*/ 85835 w 171232"/>
                  <a:gd name="connsiteY10" fmla="*/ 239758 h 249068"/>
                  <a:gd name="connsiteX11" fmla="*/ 36586 w 171232"/>
                  <a:gd name="connsiteY11" fmla="*/ 126053 h 249068"/>
                  <a:gd name="connsiteX12" fmla="*/ 86214 w 171232"/>
                  <a:gd name="connsiteY12" fmla="*/ 9460 h 249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1232" h="249068">
                    <a:moveTo>
                      <a:pt x="87350" y="75"/>
                    </a:moveTo>
                    <a:cubicBezTo>
                      <a:pt x="66514" y="75"/>
                      <a:pt x="50603" y="6211"/>
                      <a:pt x="36586" y="18845"/>
                    </a:cubicBezTo>
                    <a:cubicBezTo>
                      <a:pt x="14614" y="39059"/>
                      <a:pt x="218" y="80571"/>
                      <a:pt x="218" y="122804"/>
                    </a:cubicBezTo>
                    <a:cubicBezTo>
                      <a:pt x="218" y="162150"/>
                      <a:pt x="12720" y="204383"/>
                      <a:pt x="30525" y="224598"/>
                    </a:cubicBezTo>
                    <a:cubicBezTo>
                      <a:pt x="44542" y="240480"/>
                      <a:pt x="63862" y="249144"/>
                      <a:pt x="85835" y="249144"/>
                    </a:cubicBezTo>
                    <a:cubicBezTo>
                      <a:pt x="105155" y="249144"/>
                      <a:pt x="121445" y="243007"/>
                      <a:pt x="135083" y="230373"/>
                    </a:cubicBezTo>
                    <a:cubicBezTo>
                      <a:pt x="157056" y="210520"/>
                      <a:pt x="171451" y="168647"/>
                      <a:pt x="171451" y="124970"/>
                    </a:cubicBezTo>
                    <a:cubicBezTo>
                      <a:pt x="171451" y="50971"/>
                      <a:pt x="136977" y="75"/>
                      <a:pt x="87350" y="75"/>
                    </a:cubicBezTo>
                    <a:close/>
                    <a:moveTo>
                      <a:pt x="86214" y="9460"/>
                    </a:moveTo>
                    <a:cubicBezTo>
                      <a:pt x="118036" y="9460"/>
                      <a:pt x="135083" y="50250"/>
                      <a:pt x="135083" y="125692"/>
                    </a:cubicBezTo>
                    <a:cubicBezTo>
                      <a:pt x="135083" y="201135"/>
                      <a:pt x="118414" y="239758"/>
                      <a:pt x="85835" y="239758"/>
                    </a:cubicBezTo>
                    <a:cubicBezTo>
                      <a:pt x="53255" y="239758"/>
                      <a:pt x="36586" y="201135"/>
                      <a:pt x="36586" y="126053"/>
                    </a:cubicBezTo>
                    <a:cubicBezTo>
                      <a:pt x="36586" y="49528"/>
                      <a:pt x="53634" y="9460"/>
                      <a:pt x="86214" y="946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50A3CBD5-BCC8-02E5-64C2-A2013101F7C7}"/>
                  </a:ext>
                </a:extLst>
              </p:cNvPr>
              <p:cNvSpPr/>
              <p:nvPr>
                <p:custDataLst>
                  <p:tags r:id="rId120"/>
                </p:custDataLst>
              </p:nvPr>
            </p:nvSpPr>
            <p:spPr>
              <a:xfrm>
                <a:off x="11048567" y="6493147"/>
                <a:ext cx="124749" cy="180571"/>
              </a:xfrm>
              <a:custGeom>
                <a:avLst/>
                <a:gdLst>
                  <a:gd name="connsiteX0" fmla="*/ 124972 w 124749"/>
                  <a:gd name="connsiteY0" fmla="*/ 144048 h 180571"/>
                  <a:gd name="connsiteX1" fmla="*/ 121328 w 124749"/>
                  <a:gd name="connsiteY1" fmla="*/ 142712 h 180571"/>
                  <a:gd name="connsiteX2" fmla="*/ 94696 w 124749"/>
                  <a:gd name="connsiteY2" fmla="*/ 160342 h 180571"/>
                  <a:gd name="connsiteX3" fmla="*/ 27696 w 124749"/>
                  <a:gd name="connsiteY3" fmla="*/ 160342 h 180571"/>
                  <a:gd name="connsiteX4" fmla="*/ 74792 w 124749"/>
                  <a:gd name="connsiteY4" fmla="*/ 113329 h 180571"/>
                  <a:gd name="connsiteX5" fmla="*/ 110675 w 124749"/>
                  <a:gd name="connsiteY5" fmla="*/ 47351 h 180571"/>
                  <a:gd name="connsiteX6" fmla="*/ 58813 w 124749"/>
                  <a:gd name="connsiteY6" fmla="*/ 71 h 180571"/>
                  <a:gd name="connsiteX7" fmla="*/ 18445 w 124749"/>
                  <a:gd name="connsiteY7" fmla="*/ 16633 h 180571"/>
                  <a:gd name="connsiteX8" fmla="*/ 503 w 124749"/>
                  <a:gd name="connsiteY8" fmla="*/ 53228 h 180571"/>
                  <a:gd name="connsiteX9" fmla="*/ 6390 w 124749"/>
                  <a:gd name="connsiteY9" fmla="*/ 54563 h 180571"/>
                  <a:gd name="connsiteX10" fmla="*/ 47039 w 124749"/>
                  <a:gd name="connsiteY10" fmla="*/ 19838 h 180571"/>
                  <a:gd name="connsiteX11" fmla="*/ 86566 w 124749"/>
                  <a:gd name="connsiteY11" fmla="*/ 57502 h 180571"/>
                  <a:gd name="connsiteX12" fmla="*/ 50123 w 124749"/>
                  <a:gd name="connsiteY12" fmla="*/ 126952 h 180571"/>
                  <a:gd name="connsiteX13" fmla="*/ 223 w 124749"/>
                  <a:gd name="connsiteY13" fmla="*/ 177437 h 180571"/>
                  <a:gd name="connsiteX14" fmla="*/ 223 w 124749"/>
                  <a:gd name="connsiteY14" fmla="*/ 180643 h 180571"/>
                  <a:gd name="connsiteX15" fmla="*/ 109554 w 124749"/>
                  <a:gd name="connsiteY15" fmla="*/ 180643 h 180571"/>
                  <a:gd name="connsiteX16" fmla="*/ 124972 w 124749"/>
                  <a:gd name="connsiteY16" fmla="*/ 144048 h 180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4749" h="180571">
                    <a:moveTo>
                      <a:pt x="124972" y="144048"/>
                    </a:moveTo>
                    <a:lnTo>
                      <a:pt x="121328" y="142712"/>
                    </a:lnTo>
                    <a:cubicBezTo>
                      <a:pt x="110956" y="157938"/>
                      <a:pt x="107311" y="160342"/>
                      <a:pt x="94696" y="160342"/>
                    </a:cubicBezTo>
                    <a:lnTo>
                      <a:pt x="27696" y="160342"/>
                    </a:lnTo>
                    <a:lnTo>
                      <a:pt x="74792" y="113329"/>
                    </a:lnTo>
                    <a:cubicBezTo>
                      <a:pt x="99742" y="88487"/>
                      <a:pt x="110675" y="68186"/>
                      <a:pt x="110675" y="47351"/>
                    </a:cubicBezTo>
                    <a:cubicBezTo>
                      <a:pt x="110675" y="20640"/>
                      <a:pt x="87968" y="71"/>
                      <a:pt x="58813" y="71"/>
                    </a:cubicBezTo>
                    <a:cubicBezTo>
                      <a:pt x="43395" y="71"/>
                      <a:pt x="28817" y="5948"/>
                      <a:pt x="18445" y="16633"/>
                    </a:cubicBezTo>
                    <a:cubicBezTo>
                      <a:pt x="9474" y="25715"/>
                      <a:pt x="5269" y="34262"/>
                      <a:pt x="503" y="53228"/>
                    </a:cubicBezTo>
                    <a:lnTo>
                      <a:pt x="6390" y="54563"/>
                    </a:lnTo>
                    <a:cubicBezTo>
                      <a:pt x="17604" y="28386"/>
                      <a:pt x="27696" y="19838"/>
                      <a:pt x="47039" y="19838"/>
                    </a:cubicBezTo>
                    <a:cubicBezTo>
                      <a:pt x="70587" y="19838"/>
                      <a:pt x="86566" y="35064"/>
                      <a:pt x="86566" y="57502"/>
                    </a:cubicBezTo>
                    <a:cubicBezTo>
                      <a:pt x="86566" y="78337"/>
                      <a:pt x="73671" y="103179"/>
                      <a:pt x="50123" y="126952"/>
                    </a:cubicBezTo>
                    <a:lnTo>
                      <a:pt x="223" y="177437"/>
                    </a:lnTo>
                    <a:lnTo>
                      <a:pt x="223" y="180643"/>
                    </a:lnTo>
                    <a:lnTo>
                      <a:pt x="109554" y="180643"/>
                    </a:lnTo>
                    <a:lnTo>
                      <a:pt x="124972" y="144048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8ACF6425-EE38-A4B9-61E1-F60C19CDAFBC}"/>
                  </a:ext>
                </a:extLst>
              </p:cNvPr>
              <p:cNvSpPr/>
              <p:nvPr>
                <p:custDataLst>
                  <p:tags r:id="rId121"/>
                </p:custDataLst>
              </p:nvPr>
            </p:nvSpPr>
            <p:spPr>
              <a:xfrm>
                <a:off x="11308364" y="6646117"/>
                <a:ext cx="182976" cy="173987"/>
              </a:xfrm>
              <a:custGeom>
                <a:avLst/>
                <a:gdLst>
                  <a:gd name="connsiteX0" fmla="*/ 91907 w 182976"/>
                  <a:gd name="connsiteY0" fmla="*/ 76961 h 173987"/>
                  <a:gd name="connsiteX1" fmla="*/ 16140 w 182976"/>
                  <a:gd name="connsiteY1" fmla="*/ 5128 h 173987"/>
                  <a:gd name="connsiteX2" fmla="*/ 7806 w 182976"/>
                  <a:gd name="connsiteY2" fmla="*/ 75 h 173987"/>
                  <a:gd name="connsiteX3" fmla="*/ 229 w 182976"/>
                  <a:gd name="connsiteY3" fmla="*/ 7294 h 173987"/>
                  <a:gd name="connsiteX4" fmla="*/ 5154 w 182976"/>
                  <a:gd name="connsiteY4" fmla="*/ 14514 h 173987"/>
                  <a:gd name="connsiteX5" fmla="*/ 80920 w 182976"/>
                  <a:gd name="connsiteY5" fmla="*/ 87068 h 173987"/>
                  <a:gd name="connsiteX6" fmla="*/ 5154 w 182976"/>
                  <a:gd name="connsiteY6" fmla="*/ 159623 h 173987"/>
                  <a:gd name="connsiteX7" fmla="*/ 229 w 182976"/>
                  <a:gd name="connsiteY7" fmla="*/ 166843 h 173987"/>
                  <a:gd name="connsiteX8" fmla="*/ 7806 w 182976"/>
                  <a:gd name="connsiteY8" fmla="*/ 174062 h 173987"/>
                  <a:gd name="connsiteX9" fmla="*/ 16140 w 182976"/>
                  <a:gd name="connsiteY9" fmla="*/ 169008 h 173987"/>
                  <a:gd name="connsiteX10" fmla="*/ 91528 w 182976"/>
                  <a:gd name="connsiteY10" fmla="*/ 97176 h 173987"/>
                  <a:gd name="connsiteX11" fmla="*/ 169946 w 182976"/>
                  <a:gd name="connsiteY11" fmla="*/ 171896 h 173987"/>
                  <a:gd name="connsiteX12" fmla="*/ 175629 w 182976"/>
                  <a:gd name="connsiteY12" fmla="*/ 174062 h 173987"/>
                  <a:gd name="connsiteX13" fmla="*/ 183206 w 182976"/>
                  <a:gd name="connsiteY13" fmla="*/ 166843 h 173987"/>
                  <a:gd name="connsiteX14" fmla="*/ 182069 w 182976"/>
                  <a:gd name="connsiteY14" fmla="*/ 162872 h 173987"/>
                  <a:gd name="connsiteX15" fmla="*/ 102514 w 182976"/>
                  <a:gd name="connsiteY15" fmla="*/ 87068 h 173987"/>
                  <a:gd name="connsiteX16" fmla="*/ 171841 w 182976"/>
                  <a:gd name="connsiteY16" fmla="*/ 21011 h 173987"/>
                  <a:gd name="connsiteX17" fmla="*/ 181311 w 182976"/>
                  <a:gd name="connsiteY17" fmla="*/ 11987 h 173987"/>
                  <a:gd name="connsiteX18" fmla="*/ 183206 w 182976"/>
                  <a:gd name="connsiteY18" fmla="*/ 7294 h 173987"/>
                  <a:gd name="connsiteX19" fmla="*/ 175629 w 182976"/>
                  <a:gd name="connsiteY19" fmla="*/ 75 h 173987"/>
                  <a:gd name="connsiteX20" fmla="*/ 166916 w 182976"/>
                  <a:gd name="connsiteY20" fmla="*/ 5489 h 173987"/>
                  <a:gd name="connsiteX21" fmla="*/ 91907 w 182976"/>
                  <a:gd name="connsiteY21" fmla="*/ 76961 h 173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2976" h="173987">
                    <a:moveTo>
                      <a:pt x="91907" y="76961"/>
                    </a:moveTo>
                    <a:lnTo>
                      <a:pt x="16140" y="5128"/>
                    </a:lnTo>
                    <a:cubicBezTo>
                      <a:pt x="11594" y="797"/>
                      <a:pt x="10836" y="75"/>
                      <a:pt x="7806" y="75"/>
                    </a:cubicBezTo>
                    <a:cubicBezTo>
                      <a:pt x="4017" y="75"/>
                      <a:pt x="229" y="3323"/>
                      <a:pt x="229" y="7294"/>
                    </a:cubicBezTo>
                    <a:cubicBezTo>
                      <a:pt x="229" y="9821"/>
                      <a:pt x="987" y="10543"/>
                      <a:pt x="5154" y="14514"/>
                    </a:cubicBezTo>
                    <a:lnTo>
                      <a:pt x="80920" y="87068"/>
                    </a:lnTo>
                    <a:lnTo>
                      <a:pt x="5154" y="159623"/>
                    </a:lnTo>
                    <a:cubicBezTo>
                      <a:pt x="987" y="163594"/>
                      <a:pt x="229" y="164316"/>
                      <a:pt x="229" y="166843"/>
                    </a:cubicBezTo>
                    <a:cubicBezTo>
                      <a:pt x="229" y="170813"/>
                      <a:pt x="4017" y="174062"/>
                      <a:pt x="7806" y="174062"/>
                    </a:cubicBezTo>
                    <a:cubicBezTo>
                      <a:pt x="10836" y="174062"/>
                      <a:pt x="11594" y="173340"/>
                      <a:pt x="16140" y="169008"/>
                    </a:cubicBezTo>
                    <a:lnTo>
                      <a:pt x="91528" y="97176"/>
                    </a:lnTo>
                    <a:lnTo>
                      <a:pt x="169946" y="171896"/>
                    </a:lnTo>
                    <a:cubicBezTo>
                      <a:pt x="170704" y="172257"/>
                      <a:pt x="173356" y="174062"/>
                      <a:pt x="175629" y="174062"/>
                    </a:cubicBezTo>
                    <a:cubicBezTo>
                      <a:pt x="180175" y="174062"/>
                      <a:pt x="183206" y="170813"/>
                      <a:pt x="183206" y="166843"/>
                    </a:cubicBezTo>
                    <a:cubicBezTo>
                      <a:pt x="183206" y="166121"/>
                      <a:pt x="183206" y="164677"/>
                      <a:pt x="182069" y="162872"/>
                    </a:cubicBezTo>
                    <a:cubicBezTo>
                      <a:pt x="181690" y="162150"/>
                      <a:pt x="121456" y="105478"/>
                      <a:pt x="102514" y="87068"/>
                    </a:cubicBezTo>
                    <a:lnTo>
                      <a:pt x="171841" y="21011"/>
                    </a:lnTo>
                    <a:cubicBezTo>
                      <a:pt x="173735" y="18845"/>
                      <a:pt x="179417" y="14153"/>
                      <a:pt x="181311" y="11987"/>
                    </a:cubicBezTo>
                    <a:cubicBezTo>
                      <a:pt x="181690" y="11265"/>
                      <a:pt x="183206" y="9821"/>
                      <a:pt x="183206" y="7294"/>
                    </a:cubicBezTo>
                    <a:cubicBezTo>
                      <a:pt x="183206" y="3323"/>
                      <a:pt x="180175" y="75"/>
                      <a:pt x="175629" y="75"/>
                    </a:cubicBezTo>
                    <a:cubicBezTo>
                      <a:pt x="172598" y="75"/>
                      <a:pt x="171083" y="1519"/>
                      <a:pt x="166916" y="5489"/>
                    </a:cubicBezTo>
                    <a:lnTo>
                      <a:pt x="91907" y="7696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BB2DBF85-0C7E-57FF-D9C3-4716CB396305}"/>
                  </a:ext>
                </a:extLst>
              </p:cNvPr>
              <p:cNvSpPr/>
              <p:nvPr>
                <p:custDataLst>
                  <p:tags r:id="rId122"/>
                </p:custDataLst>
              </p:nvPr>
            </p:nvSpPr>
            <p:spPr>
              <a:xfrm>
                <a:off x="11607381" y="6664165"/>
                <a:ext cx="173884" cy="163158"/>
              </a:xfrm>
              <a:custGeom>
                <a:avLst/>
                <a:gdLst>
                  <a:gd name="connsiteX0" fmla="*/ 169577 w 173884"/>
                  <a:gd name="connsiteY0" fmla="*/ 119556 h 163158"/>
                  <a:gd name="connsiteX1" fmla="*/ 158969 w 173884"/>
                  <a:gd name="connsiteY1" fmla="*/ 129663 h 163158"/>
                  <a:gd name="connsiteX2" fmla="*/ 139270 w 173884"/>
                  <a:gd name="connsiteY2" fmla="*/ 144463 h 163158"/>
                  <a:gd name="connsiteX3" fmla="*/ 133966 w 173884"/>
                  <a:gd name="connsiteY3" fmla="*/ 139770 h 163158"/>
                  <a:gd name="connsiteX4" fmla="*/ 167683 w 173884"/>
                  <a:gd name="connsiteY4" fmla="*/ 8738 h 163158"/>
                  <a:gd name="connsiteX5" fmla="*/ 169956 w 173884"/>
                  <a:gd name="connsiteY5" fmla="*/ 1158 h 163158"/>
                  <a:gd name="connsiteX6" fmla="*/ 167304 w 173884"/>
                  <a:gd name="connsiteY6" fmla="*/ 75 h 163158"/>
                  <a:gd name="connsiteX7" fmla="*/ 144195 w 173884"/>
                  <a:gd name="connsiteY7" fmla="*/ 2602 h 163158"/>
                  <a:gd name="connsiteX8" fmla="*/ 143058 w 173884"/>
                  <a:gd name="connsiteY8" fmla="*/ 3684 h 163158"/>
                  <a:gd name="connsiteX9" fmla="*/ 138891 w 173884"/>
                  <a:gd name="connsiteY9" fmla="*/ 21011 h 163158"/>
                  <a:gd name="connsiteX10" fmla="*/ 108584 w 173884"/>
                  <a:gd name="connsiteY10" fmla="*/ 75 h 163158"/>
                  <a:gd name="connsiteX11" fmla="*/ 238 w 173884"/>
                  <a:gd name="connsiteY11" fmla="*/ 123165 h 163158"/>
                  <a:gd name="connsiteX12" fmla="*/ 38879 w 173884"/>
                  <a:gd name="connsiteY12" fmla="*/ 163233 h 163158"/>
                  <a:gd name="connsiteX13" fmla="*/ 115025 w 173884"/>
                  <a:gd name="connsiteY13" fmla="*/ 106561 h 163158"/>
                  <a:gd name="connsiteX14" fmla="*/ 106311 w 173884"/>
                  <a:gd name="connsiteY14" fmla="*/ 148072 h 163158"/>
                  <a:gd name="connsiteX15" fmla="*/ 121465 w 173884"/>
                  <a:gd name="connsiteY15" fmla="*/ 162872 h 163158"/>
                  <a:gd name="connsiteX16" fmla="*/ 174123 w 173884"/>
                  <a:gd name="connsiteY16" fmla="*/ 123165 h 163158"/>
                  <a:gd name="connsiteX17" fmla="*/ 169577 w 173884"/>
                  <a:gd name="connsiteY17" fmla="*/ 119556 h 163158"/>
                  <a:gd name="connsiteX18" fmla="*/ 110857 w 173884"/>
                  <a:gd name="connsiteY18" fmla="*/ 8016 h 163158"/>
                  <a:gd name="connsiteX19" fmla="*/ 132072 w 173884"/>
                  <a:gd name="connsiteY19" fmla="*/ 30035 h 163158"/>
                  <a:gd name="connsiteX20" fmla="*/ 86991 w 173884"/>
                  <a:gd name="connsiteY20" fmla="*/ 129663 h 163158"/>
                  <a:gd name="connsiteX21" fmla="*/ 54032 w 173884"/>
                  <a:gd name="connsiteY21" fmla="*/ 145545 h 163158"/>
                  <a:gd name="connsiteX22" fmla="*/ 32060 w 173884"/>
                  <a:gd name="connsiteY22" fmla="*/ 118473 h 163158"/>
                  <a:gd name="connsiteX23" fmla="*/ 62746 w 173884"/>
                  <a:gd name="connsiteY23" fmla="*/ 39420 h 163158"/>
                  <a:gd name="connsiteX24" fmla="*/ 110857 w 173884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3884" h="163158">
                    <a:moveTo>
                      <a:pt x="169577" y="119556"/>
                    </a:moveTo>
                    <a:cubicBezTo>
                      <a:pt x="163894" y="124970"/>
                      <a:pt x="161621" y="126775"/>
                      <a:pt x="158969" y="129663"/>
                    </a:cubicBezTo>
                    <a:cubicBezTo>
                      <a:pt x="147604" y="140853"/>
                      <a:pt x="142680" y="144463"/>
                      <a:pt x="139270" y="144463"/>
                    </a:cubicBezTo>
                    <a:cubicBezTo>
                      <a:pt x="136239" y="144463"/>
                      <a:pt x="133966" y="142297"/>
                      <a:pt x="133966" y="139770"/>
                    </a:cubicBezTo>
                    <a:cubicBezTo>
                      <a:pt x="133966" y="132551"/>
                      <a:pt x="149877" y="70825"/>
                      <a:pt x="167683" y="8738"/>
                    </a:cubicBezTo>
                    <a:cubicBezTo>
                      <a:pt x="168819" y="5128"/>
                      <a:pt x="169198" y="4406"/>
                      <a:pt x="169956" y="1158"/>
                    </a:cubicBezTo>
                    <a:lnTo>
                      <a:pt x="167304" y="75"/>
                    </a:lnTo>
                    <a:lnTo>
                      <a:pt x="144195" y="2602"/>
                    </a:lnTo>
                    <a:lnTo>
                      <a:pt x="143058" y="3684"/>
                    </a:lnTo>
                    <a:lnTo>
                      <a:pt x="138891" y="21011"/>
                    </a:lnTo>
                    <a:cubicBezTo>
                      <a:pt x="135860" y="7655"/>
                      <a:pt x="124874" y="75"/>
                      <a:pt x="108584" y="75"/>
                    </a:cubicBezTo>
                    <a:cubicBezTo>
                      <a:pt x="58578" y="75"/>
                      <a:pt x="238" y="66132"/>
                      <a:pt x="238" y="123165"/>
                    </a:cubicBezTo>
                    <a:cubicBezTo>
                      <a:pt x="238" y="148433"/>
                      <a:pt x="14634" y="163233"/>
                      <a:pt x="38879" y="163233"/>
                    </a:cubicBezTo>
                    <a:cubicBezTo>
                      <a:pt x="65397" y="163233"/>
                      <a:pt x="81687" y="151321"/>
                      <a:pt x="115025" y="106561"/>
                    </a:cubicBezTo>
                    <a:cubicBezTo>
                      <a:pt x="107448" y="134716"/>
                      <a:pt x="106311" y="139409"/>
                      <a:pt x="106311" y="148072"/>
                    </a:cubicBezTo>
                    <a:cubicBezTo>
                      <a:pt x="106311" y="158540"/>
                      <a:pt x="110857" y="162872"/>
                      <a:pt x="121465" y="162872"/>
                    </a:cubicBezTo>
                    <a:cubicBezTo>
                      <a:pt x="136618" y="162872"/>
                      <a:pt x="146089" y="156014"/>
                      <a:pt x="174123" y="123165"/>
                    </a:cubicBezTo>
                    <a:lnTo>
                      <a:pt x="169577" y="119556"/>
                    </a:lnTo>
                    <a:close/>
                    <a:moveTo>
                      <a:pt x="110857" y="8016"/>
                    </a:moveTo>
                    <a:cubicBezTo>
                      <a:pt x="123738" y="8738"/>
                      <a:pt x="132072" y="17401"/>
                      <a:pt x="132072" y="30035"/>
                    </a:cubicBezTo>
                    <a:cubicBezTo>
                      <a:pt x="132072" y="60357"/>
                      <a:pt x="113130" y="102951"/>
                      <a:pt x="86991" y="129663"/>
                    </a:cubicBezTo>
                    <a:cubicBezTo>
                      <a:pt x="77899" y="139409"/>
                      <a:pt x="65019" y="145545"/>
                      <a:pt x="54032" y="145545"/>
                    </a:cubicBezTo>
                    <a:cubicBezTo>
                      <a:pt x="40773" y="145545"/>
                      <a:pt x="32060" y="135077"/>
                      <a:pt x="32060" y="118473"/>
                    </a:cubicBezTo>
                    <a:cubicBezTo>
                      <a:pt x="32060" y="98980"/>
                      <a:pt x="46456" y="61801"/>
                      <a:pt x="62746" y="39420"/>
                    </a:cubicBezTo>
                    <a:cubicBezTo>
                      <a:pt x="77899" y="18484"/>
                      <a:pt x="95704" y="6933"/>
                      <a:pt x="110857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1CA96A17-456D-7F52-0036-0E9A140518F2}"/>
                  </a:ext>
                </a:extLst>
              </p:cNvPr>
              <p:cNvSpPr/>
              <p:nvPr>
                <p:custDataLst>
                  <p:tags r:id="rId123"/>
                </p:custDataLst>
              </p:nvPr>
            </p:nvSpPr>
            <p:spPr>
              <a:xfrm>
                <a:off x="11799478" y="6697514"/>
                <a:ext cx="124749" cy="180571"/>
              </a:xfrm>
              <a:custGeom>
                <a:avLst/>
                <a:gdLst>
                  <a:gd name="connsiteX0" fmla="*/ 124992 w 124749"/>
                  <a:gd name="connsiteY0" fmla="*/ 144053 h 180571"/>
                  <a:gd name="connsiteX1" fmla="*/ 121348 w 124749"/>
                  <a:gd name="connsiteY1" fmla="*/ 142718 h 180571"/>
                  <a:gd name="connsiteX2" fmla="*/ 94716 w 124749"/>
                  <a:gd name="connsiteY2" fmla="*/ 160347 h 180571"/>
                  <a:gd name="connsiteX3" fmla="*/ 27715 w 124749"/>
                  <a:gd name="connsiteY3" fmla="*/ 160347 h 180571"/>
                  <a:gd name="connsiteX4" fmla="*/ 74812 w 124749"/>
                  <a:gd name="connsiteY4" fmla="*/ 113335 h 180571"/>
                  <a:gd name="connsiteX5" fmla="*/ 110695 w 124749"/>
                  <a:gd name="connsiteY5" fmla="*/ 47357 h 180571"/>
                  <a:gd name="connsiteX6" fmla="*/ 58833 w 124749"/>
                  <a:gd name="connsiteY6" fmla="*/ 77 h 180571"/>
                  <a:gd name="connsiteX7" fmla="*/ 18464 w 124749"/>
                  <a:gd name="connsiteY7" fmla="*/ 16638 h 180571"/>
                  <a:gd name="connsiteX8" fmla="*/ 523 w 124749"/>
                  <a:gd name="connsiteY8" fmla="*/ 53233 h 180571"/>
                  <a:gd name="connsiteX9" fmla="*/ 6410 w 124749"/>
                  <a:gd name="connsiteY9" fmla="*/ 54569 h 180571"/>
                  <a:gd name="connsiteX10" fmla="*/ 47059 w 124749"/>
                  <a:gd name="connsiteY10" fmla="*/ 19844 h 180571"/>
                  <a:gd name="connsiteX11" fmla="*/ 86586 w 124749"/>
                  <a:gd name="connsiteY11" fmla="*/ 57507 h 180571"/>
                  <a:gd name="connsiteX12" fmla="*/ 50142 w 124749"/>
                  <a:gd name="connsiteY12" fmla="*/ 126958 h 180571"/>
                  <a:gd name="connsiteX13" fmla="*/ 242 w 124749"/>
                  <a:gd name="connsiteY13" fmla="*/ 177443 h 180571"/>
                  <a:gd name="connsiteX14" fmla="*/ 242 w 124749"/>
                  <a:gd name="connsiteY14" fmla="*/ 180648 h 180571"/>
                  <a:gd name="connsiteX15" fmla="*/ 109574 w 124749"/>
                  <a:gd name="connsiteY15" fmla="*/ 180648 h 180571"/>
                  <a:gd name="connsiteX16" fmla="*/ 124992 w 124749"/>
                  <a:gd name="connsiteY16" fmla="*/ 144053 h 180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4749" h="180571">
                    <a:moveTo>
                      <a:pt x="124992" y="144053"/>
                    </a:moveTo>
                    <a:lnTo>
                      <a:pt x="121348" y="142718"/>
                    </a:lnTo>
                    <a:cubicBezTo>
                      <a:pt x="110975" y="157943"/>
                      <a:pt x="107331" y="160347"/>
                      <a:pt x="94716" y="160347"/>
                    </a:cubicBezTo>
                    <a:lnTo>
                      <a:pt x="27715" y="160347"/>
                    </a:lnTo>
                    <a:lnTo>
                      <a:pt x="74812" y="113335"/>
                    </a:lnTo>
                    <a:cubicBezTo>
                      <a:pt x="99762" y="88493"/>
                      <a:pt x="110695" y="68192"/>
                      <a:pt x="110695" y="47357"/>
                    </a:cubicBezTo>
                    <a:cubicBezTo>
                      <a:pt x="110695" y="20645"/>
                      <a:pt x="87988" y="77"/>
                      <a:pt x="58833" y="77"/>
                    </a:cubicBezTo>
                    <a:cubicBezTo>
                      <a:pt x="43414" y="77"/>
                      <a:pt x="28837" y="5954"/>
                      <a:pt x="18464" y="16638"/>
                    </a:cubicBezTo>
                    <a:cubicBezTo>
                      <a:pt x="9493" y="25720"/>
                      <a:pt x="5288" y="34268"/>
                      <a:pt x="523" y="53233"/>
                    </a:cubicBezTo>
                    <a:lnTo>
                      <a:pt x="6410" y="54569"/>
                    </a:lnTo>
                    <a:cubicBezTo>
                      <a:pt x="17623" y="28392"/>
                      <a:pt x="27715" y="19844"/>
                      <a:pt x="47059" y="19844"/>
                    </a:cubicBezTo>
                    <a:cubicBezTo>
                      <a:pt x="70607" y="19844"/>
                      <a:pt x="86586" y="35069"/>
                      <a:pt x="86586" y="57507"/>
                    </a:cubicBezTo>
                    <a:cubicBezTo>
                      <a:pt x="86586" y="78342"/>
                      <a:pt x="73691" y="103184"/>
                      <a:pt x="50142" y="126958"/>
                    </a:cubicBezTo>
                    <a:lnTo>
                      <a:pt x="242" y="177443"/>
                    </a:lnTo>
                    <a:lnTo>
                      <a:pt x="242" y="180648"/>
                    </a:lnTo>
                    <a:lnTo>
                      <a:pt x="109574" y="180648"/>
                    </a:lnTo>
                    <a:lnTo>
                      <a:pt x="124992" y="144053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5E1F5C96-542D-27D8-FFD5-3C6E848B40D4}"/>
                  </a:ext>
                </a:extLst>
              </p:cNvPr>
              <p:cNvSpPr/>
              <p:nvPr>
                <p:custDataLst>
                  <p:tags r:id="rId124"/>
                </p:custDataLst>
              </p:nvPr>
            </p:nvSpPr>
            <p:spPr>
              <a:xfrm>
                <a:off x="12024801" y="6612908"/>
                <a:ext cx="251924" cy="240405"/>
              </a:xfrm>
              <a:custGeom>
                <a:avLst/>
                <a:gdLst>
                  <a:gd name="connsiteX0" fmla="*/ 133978 w 251924"/>
                  <a:gd name="connsiteY0" fmla="*/ 127496 h 240405"/>
                  <a:gd name="connsiteX1" fmla="*/ 239672 w 251924"/>
                  <a:gd name="connsiteY1" fmla="*/ 127496 h 240405"/>
                  <a:gd name="connsiteX2" fmla="*/ 252174 w 251924"/>
                  <a:gd name="connsiteY2" fmla="*/ 120277 h 240405"/>
                  <a:gd name="connsiteX3" fmla="*/ 239672 w 251924"/>
                  <a:gd name="connsiteY3" fmla="*/ 113057 h 240405"/>
                  <a:gd name="connsiteX4" fmla="*/ 133978 w 251924"/>
                  <a:gd name="connsiteY4" fmla="*/ 113057 h 240405"/>
                  <a:gd name="connsiteX5" fmla="*/ 133978 w 251924"/>
                  <a:gd name="connsiteY5" fmla="*/ 11986 h 240405"/>
                  <a:gd name="connsiteX6" fmla="*/ 126401 w 251924"/>
                  <a:gd name="connsiteY6" fmla="*/ 74 h 240405"/>
                  <a:gd name="connsiteX7" fmla="*/ 118824 w 251924"/>
                  <a:gd name="connsiteY7" fmla="*/ 11986 h 240405"/>
                  <a:gd name="connsiteX8" fmla="*/ 118824 w 251924"/>
                  <a:gd name="connsiteY8" fmla="*/ 113057 h 240405"/>
                  <a:gd name="connsiteX9" fmla="*/ 12751 w 251924"/>
                  <a:gd name="connsiteY9" fmla="*/ 113057 h 240405"/>
                  <a:gd name="connsiteX10" fmla="*/ 250 w 251924"/>
                  <a:gd name="connsiteY10" fmla="*/ 120277 h 240405"/>
                  <a:gd name="connsiteX11" fmla="*/ 12751 w 251924"/>
                  <a:gd name="connsiteY11" fmla="*/ 127496 h 240405"/>
                  <a:gd name="connsiteX12" fmla="*/ 118824 w 251924"/>
                  <a:gd name="connsiteY12" fmla="*/ 127496 h 240405"/>
                  <a:gd name="connsiteX13" fmla="*/ 118824 w 251924"/>
                  <a:gd name="connsiteY13" fmla="*/ 228568 h 240405"/>
                  <a:gd name="connsiteX14" fmla="*/ 126401 w 251924"/>
                  <a:gd name="connsiteY14" fmla="*/ 240480 h 240405"/>
                  <a:gd name="connsiteX15" fmla="*/ 133978 w 251924"/>
                  <a:gd name="connsiteY15" fmla="*/ 228568 h 240405"/>
                  <a:gd name="connsiteX16" fmla="*/ 133978 w 251924"/>
                  <a:gd name="connsiteY16" fmla="*/ 127496 h 24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1924" h="240405">
                    <a:moveTo>
                      <a:pt x="133978" y="127496"/>
                    </a:moveTo>
                    <a:lnTo>
                      <a:pt x="239672" y="127496"/>
                    </a:lnTo>
                    <a:cubicBezTo>
                      <a:pt x="244976" y="127496"/>
                      <a:pt x="252174" y="127496"/>
                      <a:pt x="252174" y="120277"/>
                    </a:cubicBezTo>
                    <a:cubicBezTo>
                      <a:pt x="252174" y="113057"/>
                      <a:pt x="244976" y="113057"/>
                      <a:pt x="239672" y="113057"/>
                    </a:cubicBezTo>
                    <a:lnTo>
                      <a:pt x="133978" y="113057"/>
                    </a:lnTo>
                    <a:lnTo>
                      <a:pt x="133978" y="11986"/>
                    </a:lnTo>
                    <a:cubicBezTo>
                      <a:pt x="133978" y="6932"/>
                      <a:pt x="133978" y="74"/>
                      <a:pt x="126401" y="74"/>
                    </a:cubicBezTo>
                    <a:cubicBezTo>
                      <a:pt x="118824" y="74"/>
                      <a:pt x="118824" y="6932"/>
                      <a:pt x="118824" y="11986"/>
                    </a:cubicBezTo>
                    <a:lnTo>
                      <a:pt x="118824" y="113057"/>
                    </a:lnTo>
                    <a:lnTo>
                      <a:pt x="12751" y="113057"/>
                    </a:lnTo>
                    <a:cubicBezTo>
                      <a:pt x="7447" y="113057"/>
                      <a:pt x="250" y="113057"/>
                      <a:pt x="250" y="120277"/>
                    </a:cubicBezTo>
                    <a:cubicBezTo>
                      <a:pt x="250" y="127496"/>
                      <a:pt x="7447" y="127496"/>
                      <a:pt x="12751" y="127496"/>
                    </a:cubicBezTo>
                    <a:lnTo>
                      <a:pt x="118824" y="127496"/>
                    </a:lnTo>
                    <a:lnTo>
                      <a:pt x="118824" y="228568"/>
                    </a:lnTo>
                    <a:cubicBezTo>
                      <a:pt x="118824" y="233621"/>
                      <a:pt x="118824" y="240480"/>
                      <a:pt x="126401" y="240480"/>
                    </a:cubicBezTo>
                    <a:cubicBezTo>
                      <a:pt x="133978" y="240480"/>
                      <a:pt x="133978" y="233621"/>
                      <a:pt x="133978" y="228568"/>
                    </a:cubicBezTo>
                    <a:lnTo>
                      <a:pt x="133978" y="127496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C8A13008-EC8D-B70B-9077-10997BCF9812}"/>
                  </a:ext>
                </a:extLst>
              </p:cNvPr>
              <p:cNvSpPr/>
              <p:nvPr>
                <p:custDataLst>
                  <p:tags r:id="rId125"/>
                </p:custDataLst>
              </p:nvPr>
            </p:nvSpPr>
            <p:spPr>
              <a:xfrm>
                <a:off x="12360944" y="6579337"/>
                <a:ext cx="171232" cy="249068"/>
              </a:xfrm>
              <a:custGeom>
                <a:avLst/>
                <a:gdLst>
                  <a:gd name="connsiteX0" fmla="*/ 87389 w 171232"/>
                  <a:gd name="connsiteY0" fmla="*/ 75 h 249068"/>
                  <a:gd name="connsiteX1" fmla="*/ 36626 w 171232"/>
                  <a:gd name="connsiteY1" fmla="*/ 18845 h 249068"/>
                  <a:gd name="connsiteX2" fmla="*/ 258 w 171232"/>
                  <a:gd name="connsiteY2" fmla="*/ 122804 h 249068"/>
                  <a:gd name="connsiteX3" fmla="*/ 30564 w 171232"/>
                  <a:gd name="connsiteY3" fmla="*/ 224598 h 249068"/>
                  <a:gd name="connsiteX4" fmla="*/ 85874 w 171232"/>
                  <a:gd name="connsiteY4" fmla="*/ 249144 h 249068"/>
                  <a:gd name="connsiteX5" fmla="*/ 135123 w 171232"/>
                  <a:gd name="connsiteY5" fmla="*/ 230373 h 249068"/>
                  <a:gd name="connsiteX6" fmla="*/ 171491 w 171232"/>
                  <a:gd name="connsiteY6" fmla="*/ 124970 h 249068"/>
                  <a:gd name="connsiteX7" fmla="*/ 87389 w 171232"/>
                  <a:gd name="connsiteY7" fmla="*/ 75 h 249068"/>
                  <a:gd name="connsiteX8" fmla="*/ 86253 w 171232"/>
                  <a:gd name="connsiteY8" fmla="*/ 9460 h 249068"/>
                  <a:gd name="connsiteX9" fmla="*/ 135123 w 171232"/>
                  <a:gd name="connsiteY9" fmla="*/ 125692 h 249068"/>
                  <a:gd name="connsiteX10" fmla="*/ 85874 w 171232"/>
                  <a:gd name="connsiteY10" fmla="*/ 239758 h 249068"/>
                  <a:gd name="connsiteX11" fmla="*/ 36626 w 171232"/>
                  <a:gd name="connsiteY11" fmla="*/ 126053 h 249068"/>
                  <a:gd name="connsiteX12" fmla="*/ 86253 w 171232"/>
                  <a:gd name="connsiteY12" fmla="*/ 9460 h 249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1232" h="249068">
                    <a:moveTo>
                      <a:pt x="87389" y="75"/>
                    </a:moveTo>
                    <a:cubicBezTo>
                      <a:pt x="66554" y="75"/>
                      <a:pt x="50643" y="6211"/>
                      <a:pt x="36626" y="18845"/>
                    </a:cubicBezTo>
                    <a:cubicBezTo>
                      <a:pt x="14653" y="39059"/>
                      <a:pt x="258" y="80571"/>
                      <a:pt x="258" y="122804"/>
                    </a:cubicBezTo>
                    <a:cubicBezTo>
                      <a:pt x="258" y="162150"/>
                      <a:pt x="12759" y="204383"/>
                      <a:pt x="30564" y="224598"/>
                    </a:cubicBezTo>
                    <a:cubicBezTo>
                      <a:pt x="44581" y="240480"/>
                      <a:pt x="63902" y="249144"/>
                      <a:pt x="85874" y="249144"/>
                    </a:cubicBezTo>
                    <a:cubicBezTo>
                      <a:pt x="105195" y="249144"/>
                      <a:pt x="121484" y="243007"/>
                      <a:pt x="135123" y="230373"/>
                    </a:cubicBezTo>
                    <a:cubicBezTo>
                      <a:pt x="157095" y="210520"/>
                      <a:pt x="171491" y="168647"/>
                      <a:pt x="171491" y="124970"/>
                    </a:cubicBezTo>
                    <a:cubicBezTo>
                      <a:pt x="171491" y="50971"/>
                      <a:pt x="137017" y="75"/>
                      <a:pt x="87389" y="75"/>
                    </a:cubicBezTo>
                    <a:close/>
                    <a:moveTo>
                      <a:pt x="86253" y="9460"/>
                    </a:moveTo>
                    <a:cubicBezTo>
                      <a:pt x="118075" y="9460"/>
                      <a:pt x="135123" y="50250"/>
                      <a:pt x="135123" y="125692"/>
                    </a:cubicBezTo>
                    <a:cubicBezTo>
                      <a:pt x="135123" y="201135"/>
                      <a:pt x="118454" y="239758"/>
                      <a:pt x="85874" y="239758"/>
                    </a:cubicBezTo>
                    <a:cubicBezTo>
                      <a:pt x="53294" y="239758"/>
                      <a:pt x="36626" y="201135"/>
                      <a:pt x="36626" y="126053"/>
                    </a:cubicBezTo>
                    <a:cubicBezTo>
                      <a:pt x="36626" y="49528"/>
                      <a:pt x="53673" y="9460"/>
                      <a:pt x="86253" y="946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754908B3-F4FC-CFEC-DA79-2E9ED1624E72}"/>
                  </a:ext>
                </a:extLst>
              </p:cNvPr>
              <p:cNvSpPr/>
              <p:nvPr>
                <p:custDataLst>
                  <p:tags r:id="rId126"/>
                </p:custDataLst>
              </p:nvPr>
            </p:nvSpPr>
            <p:spPr>
              <a:xfrm>
                <a:off x="12554033" y="6493147"/>
                <a:ext cx="109050" cy="184310"/>
              </a:xfrm>
              <a:custGeom>
                <a:avLst/>
                <a:gdLst>
                  <a:gd name="connsiteX0" fmla="*/ 31099 w 109050"/>
                  <a:gd name="connsiteY0" fmla="*/ 92494 h 184310"/>
                  <a:gd name="connsiteX1" fmla="*/ 60815 w 109050"/>
                  <a:gd name="connsiteY1" fmla="*/ 95432 h 184310"/>
                  <a:gd name="connsiteX2" fmla="*/ 89129 w 109050"/>
                  <a:gd name="connsiteY2" fmla="*/ 134966 h 184310"/>
                  <a:gd name="connsiteX3" fmla="*/ 52405 w 109050"/>
                  <a:gd name="connsiteY3" fmla="*/ 174766 h 184310"/>
                  <a:gd name="connsiteX4" fmla="*/ 28856 w 109050"/>
                  <a:gd name="connsiteY4" fmla="*/ 166485 h 184310"/>
                  <a:gd name="connsiteX5" fmla="*/ 10915 w 109050"/>
                  <a:gd name="connsiteY5" fmla="*/ 159807 h 184310"/>
                  <a:gd name="connsiteX6" fmla="*/ 262 w 109050"/>
                  <a:gd name="connsiteY6" fmla="*/ 169157 h 184310"/>
                  <a:gd name="connsiteX7" fmla="*/ 31940 w 109050"/>
                  <a:gd name="connsiteY7" fmla="*/ 184382 h 184310"/>
                  <a:gd name="connsiteX8" fmla="*/ 88848 w 109050"/>
                  <a:gd name="connsiteY8" fmla="*/ 166485 h 184310"/>
                  <a:gd name="connsiteX9" fmla="*/ 109313 w 109050"/>
                  <a:gd name="connsiteY9" fmla="*/ 122144 h 184310"/>
                  <a:gd name="connsiteX10" fmla="*/ 96698 w 109050"/>
                  <a:gd name="connsiteY10" fmla="*/ 87686 h 184310"/>
                  <a:gd name="connsiteX11" fmla="*/ 73430 w 109050"/>
                  <a:gd name="connsiteY11" fmla="*/ 73529 h 184310"/>
                  <a:gd name="connsiteX12" fmla="*/ 99782 w 109050"/>
                  <a:gd name="connsiteY12" fmla="*/ 36667 h 184310"/>
                  <a:gd name="connsiteX13" fmla="*/ 56049 w 109050"/>
                  <a:gd name="connsiteY13" fmla="*/ 71 h 184310"/>
                  <a:gd name="connsiteX14" fmla="*/ 19605 w 109050"/>
                  <a:gd name="connsiteY14" fmla="*/ 13160 h 184310"/>
                  <a:gd name="connsiteX15" fmla="*/ 823 w 109050"/>
                  <a:gd name="connsiteY15" fmla="*/ 43344 h 184310"/>
                  <a:gd name="connsiteX16" fmla="*/ 5028 w 109050"/>
                  <a:gd name="connsiteY16" fmla="*/ 44413 h 184310"/>
                  <a:gd name="connsiteX17" fmla="*/ 46798 w 109050"/>
                  <a:gd name="connsiteY17" fmla="*/ 16098 h 184310"/>
                  <a:gd name="connsiteX18" fmla="*/ 77635 w 109050"/>
                  <a:gd name="connsiteY18" fmla="*/ 44680 h 184310"/>
                  <a:gd name="connsiteX19" fmla="*/ 66422 w 109050"/>
                  <a:gd name="connsiteY19" fmla="*/ 70590 h 184310"/>
                  <a:gd name="connsiteX20" fmla="*/ 31099 w 109050"/>
                  <a:gd name="connsiteY20" fmla="*/ 89021 h 184310"/>
                  <a:gd name="connsiteX21" fmla="*/ 31099 w 109050"/>
                  <a:gd name="connsiteY21" fmla="*/ 92494 h 18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9050" h="184310">
                    <a:moveTo>
                      <a:pt x="31099" y="92494"/>
                    </a:moveTo>
                    <a:cubicBezTo>
                      <a:pt x="47639" y="92494"/>
                      <a:pt x="54087" y="93028"/>
                      <a:pt x="60815" y="95432"/>
                    </a:cubicBezTo>
                    <a:cubicBezTo>
                      <a:pt x="78196" y="101309"/>
                      <a:pt x="89129" y="116535"/>
                      <a:pt x="89129" y="134966"/>
                    </a:cubicBezTo>
                    <a:cubicBezTo>
                      <a:pt x="89129" y="157403"/>
                      <a:pt x="73150" y="174766"/>
                      <a:pt x="52405" y="174766"/>
                    </a:cubicBezTo>
                    <a:cubicBezTo>
                      <a:pt x="44836" y="174766"/>
                      <a:pt x="39229" y="172896"/>
                      <a:pt x="28856" y="166485"/>
                    </a:cubicBezTo>
                    <a:cubicBezTo>
                      <a:pt x="20446" y="161677"/>
                      <a:pt x="15681" y="159807"/>
                      <a:pt x="10915" y="159807"/>
                    </a:cubicBezTo>
                    <a:cubicBezTo>
                      <a:pt x="4467" y="159807"/>
                      <a:pt x="262" y="163547"/>
                      <a:pt x="262" y="169157"/>
                    </a:cubicBezTo>
                    <a:cubicBezTo>
                      <a:pt x="262" y="178506"/>
                      <a:pt x="12317" y="184382"/>
                      <a:pt x="31940" y="184382"/>
                    </a:cubicBezTo>
                    <a:cubicBezTo>
                      <a:pt x="53526" y="184382"/>
                      <a:pt x="75673" y="177437"/>
                      <a:pt x="88848" y="166485"/>
                    </a:cubicBezTo>
                    <a:cubicBezTo>
                      <a:pt x="102024" y="155534"/>
                      <a:pt x="109313" y="140041"/>
                      <a:pt x="109313" y="122144"/>
                    </a:cubicBezTo>
                    <a:cubicBezTo>
                      <a:pt x="109313" y="108521"/>
                      <a:pt x="104828" y="95966"/>
                      <a:pt x="96698" y="87686"/>
                    </a:cubicBezTo>
                    <a:cubicBezTo>
                      <a:pt x="91091" y="81809"/>
                      <a:pt x="85765" y="78604"/>
                      <a:pt x="73430" y="73529"/>
                    </a:cubicBezTo>
                    <a:cubicBezTo>
                      <a:pt x="92773" y="60974"/>
                      <a:pt x="99782" y="51091"/>
                      <a:pt x="99782" y="36667"/>
                    </a:cubicBezTo>
                    <a:cubicBezTo>
                      <a:pt x="99782" y="15030"/>
                      <a:pt x="81840" y="71"/>
                      <a:pt x="56049" y="71"/>
                    </a:cubicBezTo>
                    <a:cubicBezTo>
                      <a:pt x="42032" y="71"/>
                      <a:pt x="29697" y="4612"/>
                      <a:pt x="19605" y="13160"/>
                    </a:cubicBezTo>
                    <a:cubicBezTo>
                      <a:pt x="11195" y="20372"/>
                      <a:pt x="6990" y="27317"/>
                      <a:pt x="823" y="43344"/>
                    </a:cubicBezTo>
                    <a:lnTo>
                      <a:pt x="5028" y="44413"/>
                    </a:lnTo>
                    <a:cubicBezTo>
                      <a:pt x="16522" y="24913"/>
                      <a:pt x="29137" y="16098"/>
                      <a:pt x="46798" y="16098"/>
                    </a:cubicBezTo>
                    <a:cubicBezTo>
                      <a:pt x="65020" y="16098"/>
                      <a:pt x="77635" y="27852"/>
                      <a:pt x="77635" y="44680"/>
                    </a:cubicBezTo>
                    <a:cubicBezTo>
                      <a:pt x="77635" y="54296"/>
                      <a:pt x="73430" y="63912"/>
                      <a:pt x="66422" y="70590"/>
                    </a:cubicBezTo>
                    <a:cubicBezTo>
                      <a:pt x="58011" y="78604"/>
                      <a:pt x="50162" y="82611"/>
                      <a:pt x="31099" y="89021"/>
                    </a:cubicBezTo>
                    <a:lnTo>
                      <a:pt x="31099" y="92494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5FB163A1-7041-6FAF-5997-12FC923405E1}"/>
                  </a:ext>
                </a:extLst>
              </p:cNvPr>
              <p:cNvSpPr/>
              <p:nvPr>
                <p:custDataLst>
                  <p:tags r:id="rId127"/>
                </p:custDataLst>
              </p:nvPr>
            </p:nvSpPr>
            <p:spPr>
              <a:xfrm>
                <a:off x="12810186" y="6646117"/>
                <a:ext cx="182976" cy="173987"/>
              </a:xfrm>
              <a:custGeom>
                <a:avLst/>
                <a:gdLst>
                  <a:gd name="connsiteX0" fmla="*/ 91946 w 182976"/>
                  <a:gd name="connsiteY0" fmla="*/ 76961 h 173987"/>
                  <a:gd name="connsiteX1" fmla="*/ 16179 w 182976"/>
                  <a:gd name="connsiteY1" fmla="*/ 5128 h 173987"/>
                  <a:gd name="connsiteX2" fmla="*/ 7845 w 182976"/>
                  <a:gd name="connsiteY2" fmla="*/ 75 h 173987"/>
                  <a:gd name="connsiteX3" fmla="*/ 268 w 182976"/>
                  <a:gd name="connsiteY3" fmla="*/ 7294 h 173987"/>
                  <a:gd name="connsiteX4" fmla="*/ 5193 w 182976"/>
                  <a:gd name="connsiteY4" fmla="*/ 14514 h 173987"/>
                  <a:gd name="connsiteX5" fmla="*/ 80960 w 182976"/>
                  <a:gd name="connsiteY5" fmla="*/ 87068 h 173987"/>
                  <a:gd name="connsiteX6" fmla="*/ 5193 w 182976"/>
                  <a:gd name="connsiteY6" fmla="*/ 159623 h 173987"/>
                  <a:gd name="connsiteX7" fmla="*/ 268 w 182976"/>
                  <a:gd name="connsiteY7" fmla="*/ 166843 h 173987"/>
                  <a:gd name="connsiteX8" fmla="*/ 7845 w 182976"/>
                  <a:gd name="connsiteY8" fmla="*/ 174062 h 173987"/>
                  <a:gd name="connsiteX9" fmla="*/ 16179 w 182976"/>
                  <a:gd name="connsiteY9" fmla="*/ 169008 h 173987"/>
                  <a:gd name="connsiteX10" fmla="*/ 91567 w 182976"/>
                  <a:gd name="connsiteY10" fmla="*/ 97176 h 173987"/>
                  <a:gd name="connsiteX11" fmla="*/ 169986 w 182976"/>
                  <a:gd name="connsiteY11" fmla="*/ 171896 h 173987"/>
                  <a:gd name="connsiteX12" fmla="*/ 175668 w 182976"/>
                  <a:gd name="connsiteY12" fmla="*/ 174062 h 173987"/>
                  <a:gd name="connsiteX13" fmla="*/ 183245 w 182976"/>
                  <a:gd name="connsiteY13" fmla="*/ 166843 h 173987"/>
                  <a:gd name="connsiteX14" fmla="*/ 182108 w 182976"/>
                  <a:gd name="connsiteY14" fmla="*/ 162872 h 173987"/>
                  <a:gd name="connsiteX15" fmla="*/ 102553 w 182976"/>
                  <a:gd name="connsiteY15" fmla="*/ 87068 h 173987"/>
                  <a:gd name="connsiteX16" fmla="*/ 171880 w 182976"/>
                  <a:gd name="connsiteY16" fmla="*/ 21011 h 173987"/>
                  <a:gd name="connsiteX17" fmla="*/ 181351 w 182976"/>
                  <a:gd name="connsiteY17" fmla="*/ 11987 h 173987"/>
                  <a:gd name="connsiteX18" fmla="*/ 183245 w 182976"/>
                  <a:gd name="connsiteY18" fmla="*/ 7294 h 173987"/>
                  <a:gd name="connsiteX19" fmla="*/ 175668 w 182976"/>
                  <a:gd name="connsiteY19" fmla="*/ 75 h 173987"/>
                  <a:gd name="connsiteX20" fmla="*/ 166955 w 182976"/>
                  <a:gd name="connsiteY20" fmla="*/ 5489 h 173987"/>
                  <a:gd name="connsiteX21" fmla="*/ 91946 w 182976"/>
                  <a:gd name="connsiteY21" fmla="*/ 76961 h 173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2976" h="173987">
                    <a:moveTo>
                      <a:pt x="91946" y="76961"/>
                    </a:moveTo>
                    <a:lnTo>
                      <a:pt x="16179" y="5128"/>
                    </a:lnTo>
                    <a:cubicBezTo>
                      <a:pt x="11633" y="797"/>
                      <a:pt x="10876" y="75"/>
                      <a:pt x="7845" y="75"/>
                    </a:cubicBezTo>
                    <a:cubicBezTo>
                      <a:pt x="4057" y="75"/>
                      <a:pt x="268" y="3323"/>
                      <a:pt x="268" y="7294"/>
                    </a:cubicBezTo>
                    <a:cubicBezTo>
                      <a:pt x="268" y="9821"/>
                      <a:pt x="1026" y="10543"/>
                      <a:pt x="5193" y="14514"/>
                    </a:cubicBezTo>
                    <a:lnTo>
                      <a:pt x="80960" y="87068"/>
                    </a:lnTo>
                    <a:lnTo>
                      <a:pt x="5193" y="159623"/>
                    </a:lnTo>
                    <a:cubicBezTo>
                      <a:pt x="1026" y="163594"/>
                      <a:pt x="268" y="164316"/>
                      <a:pt x="268" y="166843"/>
                    </a:cubicBezTo>
                    <a:cubicBezTo>
                      <a:pt x="268" y="170813"/>
                      <a:pt x="4057" y="174062"/>
                      <a:pt x="7845" y="174062"/>
                    </a:cubicBezTo>
                    <a:cubicBezTo>
                      <a:pt x="10876" y="174062"/>
                      <a:pt x="11633" y="173340"/>
                      <a:pt x="16179" y="169008"/>
                    </a:cubicBezTo>
                    <a:lnTo>
                      <a:pt x="91567" y="97176"/>
                    </a:lnTo>
                    <a:lnTo>
                      <a:pt x="169986" y="171896"/>
                    </a:lnTo>
                    <a:cubicBezTo>
                      <a:pt x="170743" y="172257"/>
                      <a:pt x="173395" y="174062"/>
                      <a:pt x="175668" y="174062"/>
                    </a:cubicBezTo>
                    <a:cubicBezTo>
                      <a:pt x="180214" y="174062"/>
                      <a:pt x="183245" y="170813"/>
                      <a:pt x="183245" y="166843"/>
                    </a:cubicBezTo>
                    <a:cubicBezTo>
                      <a:pt x="183245" y="166121"/>
                      <a:pt x="183245" y="164677"/>
                      <a:pt x="182108" y="162872"/>
                    </a:cubicBezTo>
                    <a:cubicBezTo>
                      <a:pt x="181730" y="162150"/>
                      <a:pt x="121495" y="105478"/>
                      <a:pt x="102553" y="87068"/>
                    </a:cubicBezTo>
                    <a:lnTo>
                      <a:pt x="171880" y="21011"/>
                    </a:lnTo>
                    <a:cubicBezTo>
                      <a:pt x="173774" y="18845"/>
                      <a:pt x="179457" y="14153"/>
                      <a:pt x="181351" y="11987"/>
                    </a:cubicBezTo>
                    <a:cubicBezTo>
                      <a:pt x="181730" y="11265"/>
                      <a:pt x="183245" y="9821"/>
                      <a:pt x="183245" y="7294"/>
                    </a:cubicBezTo>
                    <a:cubicBezTo>
                      <a:pt x="183245" y="3323"/>
                      <a:pt x="180214" y="75"/>
                      <a:pt x="175668" y="75"/>
                    </a:cubicBezTo>
                    <a:cubicBezTo>
                      <a:pt x="172638" y="75"/>
                      <a:pt x="171122" y="1519"/>
                      <a:pt x="166955" y="5489"/>
                    </a:cubicBezTo>
                    <a:lnTo>
                      <a:pt x="91946" y="7696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AFDEC9C7-C5FA-8577-88C5-73C43DC40D11}"/>
                  </a:ext>
                </a:extLst>
              </p:cNvPr>
              <p:cNvSpPr/>
              <p:nvPr>
                <p:custDataLst>
                  <p:tags r:id="rId128"/>
                </p:custDataLst>
              </p:nvPr>
            </p:nvSpPr>
            <p:spPr>
              <a:xfrm>
                <a:off x="13109203" y="6664165"/>
                <a:ext cx="173884" cy="163158"/>
              </a:xfrm>
              <a:custGeom>
                <a:avLst/>
                <a:gdLst>
                  <a:gd name="connsiteX0" fmla="*/ 169616 w 173884"/>
                  <a:gd name="connsiteY0" fmla="*/ 119556 h 163158"/>
                  <a:gd name="connsiteX1" fmla="*/ 159009 w 173884"/>
                  <a:gd name="connsiteY1" fmla="*/ 129663 h 163158"/>
                  <a:gd name="connsiteX2" fmla="*/ 139309 w 173884"/>
                  <a:gd name="connsiteY2" fmla="*/ 144463 h 163158"/>
                  <a:gd name="connsiteX3" fmla="*/ 134006 w 173884"/>
                  <a:gd name="connsiteY3" fmla="*/ 139770 h 163158"/>
                  <a:gd name="connsiteX4" fmla="*/ 167722 w 173884"/>
                  <a:gd name="connsiteY4" fmla="*/ 8738 h 163158"/>
                  <a:gd name="connsiteX5" fmla="*/ 169995 w 173884"/>
                  <a:gd name="connsiteY5" fmla="*/ 1158 h 163158"/>
                  <a:gd name="connsiteX6" fmla="*/ 167343 w 173884"/>
                  <a:gd name="connsiteY6" fmla="*/ 75 h 163158"/>
                  <a:gd name="connsiteX7" fmla="*/ 144234 w 173884"/>
                  <a:gd name="connsiteY7" fmla="*/ 2602 h 163158"/>
                  <a:gd name="connsiteX8" fmla="*/ 143098 w 173884"/>
                  <a:gd name="connsiteY8" fmla="*/ 3684 h 163158"/>
                  <a:gd name="connsiteX9" fmla="*/ 138931 w 173884"/>
                  <a:gd name="connsiteY9" fmla="*/ 21011 h 163158"/>
                  <a:gd name="connsiteX10" fmla="*/ 108624 w 173884"/>
                  <a:gd name="connsiteY10" fmla="*/ 75 h 163158"/>
                  <a:gd name="connsiteX11" fmla="*/ 277 w 173884"/>
                  <a:gd name="connsiteY11" fmla="*/ 123165 h 163158"/>
                  <a:gd name="connsiteX12" fmla="*/ 38918 w 173884"/>
                  <a:gd name="connsiteY12" fmla="*/ 163233 h 163158"/>
                  <a:gd name="connsiteX13" fmla="*/ 115064 w 173884"/>
                  <a:gd name="connsiteY13" fmla="*/ 106561 h 163158"/>
                  <a:gd name="connsiteX14" fmla="*/ 106351 w 173884"/>
                  <a:gd name="connsiteY14" fmla="*/ 148072 h 163158"/>
                  <a:gd name="connsiteX15" fmla="*/ 121504 w 173884"/>
                  <a:gd name="connsiteY15" fmla="*/ 162872 h 163158"/>
                  <a:gd name="connsiteX16" fmla="*/ 174162 w 173884"/>
                  <a:gd name="connsiteY16" fmla="*/ 123165 h 163158"/>
                  <a:gd name="connsiteX17" fmla="*/ 169616 w 173884"/>
                  <a:gd name="connsiteY17" fmla="*/ 119556 h 163158"/>
                  <a:gd name="connsiteX18" fmla="*/ 110897 w 173884"/>
                  <a:gd name="connsiteY18" fmla="*/ 8016 h 163158"/>
                  <a:gd name="connsiteX19" fmla="*/ 132112 w 173884"/>
                  <a:gd name="connsiteY19" fmla="*/ 30035 h 163158"/>
                  <a:gd name="connsiteX20" fmla="*/ 87030 w 173884"/>
                  <a:gd name="connsiteY20" fmla="*/ 129663 h 163158"/>
                  <a:gd name="connsiteX21" fmla="*/ 54072 w 173884"/>
                  <a:gd name="connsiteY21" fmla="*/ 145545 h 163158"/>
                  <a:gd name="connsiteX22" fmla="*/ 32099 w 173884"/>
                  <a:gd name="connsiteY22" fmla="*/ 118473 h 163158"/>
                  <a:gd name="connsiteX23" fmla="*/ 62785 w 173884"/>
                  <a:gd name="connsiteY23" fmla="*/ 39420 h 163158"/>
                  <a:gd name="connsiteX24" fmla="*/ 110897 w 173884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3884" h="163158">
                    <a:moveTo>
                      <a:pt x="169616" y="119556"/>
                    </a:moveTo>
                    <a:cubicBezTo>
                      <a:pt x="163934" y="124970"/>
                      <a:pt x="161661" y="126775"/>
                      <a:pt x="159009" y="129663"/>
                    </a:cubicBezTo>
                    <a:cubicBezTo>
                      <a:pt x="147644" y="140853"/>
                      <a:pt x="142719" y="144463"/>
                      <a:pt x="139309" y="144463"/>
                    </a:cubicBezTo>
                    <a:cubicBezTo>
                      <a:pt x="136279" y="144463"/>
                      <a:pt x="134006" y="142297"/>
                      <a:pt x="134006" y="139770"/>
                    </a:cubicBezTo>
                    <a:cubicBezTo>
                      <a:pt x="134006" y="132551"/>
                      <a:pt x="149917" y="70825"/>
                      <a:pt x="167722" y="8738"/>
                    </a:cubicBezTo>
                    <a:cubicBezTo>
                      <a:pt x="168858" y="5128"/>
                      <a:pt x="169237" y="4406"/>
                      <a:pt x="169995" y="1158"/>
                    </a:cubicBezTo>
                    <a:lnTo>
                      <a:pt x="167343" y="75"/>
                    </a:lnTo>
                    <a:lnTo>
                      <a:pt x="144234" y="2602"/>
                    </a:lnTo>
                    <a:lnTo>
                      <a:pt x="143098" y="3684"/>
                    </a:lnTo>
                    <a:lnTo>
                      <a:pt x="138931" y="21011"/>
                    </a:lnTo>
                    <a:cubicBezTo>
                      <a:pt x="135900" y="7655"/>
                      <a:pt x="124914" y="75"/>
                      <a:pt x="108624" y="75"/>
                    </a:cubicBezTo>
                    <a:cubicBezTo>
                      <a:pt x="58618" y="75"/>
                      <a:pt x="277" y="66132"/>
                      <a:pt x="277" y="123165"/>
                    </a:cubicBezTo>
                    <a:cubicBezTo>
                      <a:pt x="277" y="148433"/>
                      <a:pt x="14673" y="163233"/>
                      <a:pt x="38918" y="163233"/>
                    </a:cubicBezTo>
                    <a:cubicBezTo>
                      <a:pt x="65437" y="163233"/>
                      <a:pt x="81727" y="151321"/>
                      <a:pt x="115064" y="106561"/>
                    </a:cubicBezTo>
                    <a:cubicBezTo>
                      <a:pt x="107487" y="134716"/>
                      <a:pt x="106351" y="139409"/>
                      <a:pt x="106351" y="148072"/>
                    </a:cubicBezTo>
                    <a:cubicBezTo>
                      <a:pt x="106351" y="158540"/>
                      <a:pt x="110897" y="162872"/>
                      <a:pt x="121504" y="162872"/>
                    </a:cubicBezTo>
                    <a:cubicBezTo>
                      <a:pt x="136658" y="162872"/>
                      <a:pt x="146128" y="156014"/>
                      <a:pt x="174162" y="123165"/>
                    </a:cubicBezTo>
                    <a:lnTo>
                      <a:pt x="169616" y="119556"/>
                    </a:lnTo>
                    <a:close/>
                    <a:moveTo>
                      <a:pt x="110897" y="8016"/>
                    </a:moveTo>
                    <a:cubicBezTo>
                      <a:pt x="123777" y="8738"/>
                      <a:pt x="132112" y="17401"/>
                      <a:pt x="132112" y="30035"/>
                    </a:cubicBezTo>
                    <a:cubicBezTo>
                      <a:pt x="132112" y="60357"/>
                      <a:pt x="113170" y="102951"/>
                      <a:pt x="87030" y="129663"/>
                    </a:cubicBezTo>
                    <a:cubicBezTo>
                      <a:pt x="77938" y="139409"/>
                      <a:pt x="65058" y="145545"/>
                      <a:pt x="54072" y="145545"/>
                    </a:cubicBezTo>
                    <a:cubicBezTo>
                      <a:pt x="40813" y="145545"/>
                      <a:pt x="32099" y="135077"/>
                      <a:pt x="32099" y="118473"/>
                    </a:cubicBezTo>
                    <a:cubicBezTo>
                      <a:pt x="32099" y="98980"/>
                      <a:pt x="46495" y="61801"/>
                      <a:pt x="62785" y="39420"/>
                    </a:cubicBezTo>
                    <a:cubicBezTo>
                      <a:pt x="77938" y="18484"/>
                      <a:pt x="95743" y="6933"/>
                      <a:pt x="110897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6133895C-0B74-AEEC-471F-9A66FCED73AD}"/>
                  </a:ext>
                </a:extLst>
              </p:cNvPr>
              <p:cNvSpPr/>
              <p:nvPr>
                <p:custDataLst>
                  <p:tags r:id="rId129"/>
                </p:custDataLst>
              </p:nvPr>
            </p:nvSpPr>
            <p:spPr>
              <a:xfrm>
                <a:off x="13304945" y="6697514"/>
                <a:ext cx="109050" cy="184310"/>
              </a:xfrm>
              <a:custGeom>
                <a:avLst/>
                <a:gdLst>
                  <a:gd name="connsiteX0" fmla="*/ 31119 w 109050"/>
                  <a:gd name="connsiteY0" fmla="*/ 92500 h 184310"/>
                  <a:gd name="connsiteX1" fmla="*/ 60834 w 109050"/>
                  <a:gd name="connsiteY1" fmla="*/ 95438 h 184310"/>
                  <a:gd name="connsiteX2" fmla="*/ 89148 w 109050"/>
                  <a:gd name="connsiteY2" fmla="*/ 134971 h 184310"/>
                  <a:gd name="connsiteX3" fmla="*/ 52424 w 109050"/>
                  <a:gd name="connsiteY3" fmla="*/ 174772 h 184310"/>
                  <a:gd name="connsiteX4" fmla="*/ 28876 w 109050"/>
                  <a:gd name="connsiteY4" fmla="*/ 166491 h 184310"/>
                  <a:gd name="connsiteX5" fmla="*/ 10935 w 109050"/>
                  <a:gd name="connsiteY5" fmla="*/ 159813 h 184310"/>
                  <a:gd name="connsiteX6" fmla="*/ 282 w 109050"/>
                  <a:gd name="connsiteY6" fmla="*/ 169162 h 184310"/>
                  <a:gd name="connsiteX7" fmla="*/ 31960 w 109050"/>
                  <a:gd name="connsiteY7" fmla="*/ 184388 h 184310"/>
                  <a:gd name="connsiteX8" fmla="*/ 88868 w 109050"/>
                  <a:gd name="connsiteY8" fmla="*/ 166491 h 184310"/>
                  <a:gd name="connsiteX9" fmla="*/ 109333 w 109050"/>
                  <a:gd name="connsiteY9" fmla="*/ 122150 h 184310"/>
                  <a:gd name="connsiteX10" fmla="*/ 96718 w 109050"/>
                  <a:gd name="connsiteY10" fmla="*/ 87691 h 184310"/>
                  <a:gd name="connsiteX11" fmla="*/ 73450 w 109050"/>
                  <a:gd name="connsiteY11" fmla="*/ 73534 h 184310"/>
                  <a:gd name="connsiteX12" fmla="*/ 99801 w 109050"/>
                  <a:gd name="connsiteY12" fmla="*/ 36672 h 184310"/>
                  <a:gd name="connsiteX13" fmla="*/ 56069 w 109050"/>
                  <a:gd name="connsiteY13" fmla="*/ 77 h 184310"/>
                  <a:gd name="connsiteX14" fmla="*/ 19625 w 109050"/>
                  <a:gd name="connsiteY14" fmla="*/ 13166 h 184310"/>
                  <a:gd name="connsiteX15" fmla="*/ 842 w 109050"/>
                  <a:gd name="connsiteY15" fmla="*/ 43350 h 184310"/>
                  <a:gd name="connsiteX16" fmla="*/ 5047 w 109050"/>
                  <a:gd name="connsiteY16" fmla="*/ 44419 h 184310"/>
                  <a:gd name="connsiteX17" fmla="*/ 46818 w 109050"/>
                  <a:gd name="connsiteY17" fmla="*/ 16104 h 184310"/>
                  <a:gd name="connsiteX18" fmla="*/ 77655 w 109050"/>
                  <a:gd name="connsiteY18" fmla="*/ 44686 h 184310"/>
                  <a:gd name="connsiteX19" fmla="*/ 66441 w 109050"/>
                  <a:gd name="connsiteY19" fmla="*/ 70596 h 184310"/>
                  <a:gd name="connsiteX20" fmla="*/ 31119 w 109050"/>
                  <a:gd name="connsiteY20" fmla="*/ 89027 h 184310"/>
                  <a:gd name="connsiteX21" fmla="*/ 31119 w 109050"/>
                  <a:gd name="connsiteY21" fmla="*/ 92500 h 18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9050" h="184310">
                    <a:moveTo>
                      <a:pt x="31119" y="92500"/>
                    </a:moveTo>
                    <a:cubicBezTo>
                      <a:pt x="47659" y="92500"/>
                      <a:pt x="54106" y="93034"/>
                      <a:pt x="60834" y="95438"/>
                    </a:cubicBezTo>
                    <a:cubicBezTo>
                      <a:pt x="78215" y="101314"/>
                      <a:pt x="89148" y="116540"/>
                      <a:pt x="89148" y="134971"/>
                    </a:cubicBezTo>
                    <a:cubicBezTo>
                      <a:pt x="89148" y="157409"/>
                      <a:pt x="73169" y="174772"/>
                      <a:pt x="52424" y="174772"/>
                    </a:cubicBezTo>
                    <a:cubicBezTo>
                      <a:pt x="44855" y="174772"/>
                      <a:pt x="39249" y="172902"/>
                      <a:pt x="28876" y="166491"/>
                    </a:cubicBezTo>
                    <a:cubicBezTo>
                      <a:pt x="20466" y="161683"/>
                      <a:pt x="15700" y="159813"/>
                      <a:pt x="10935" y="159813"/>
                    </a:cubicBezTo>
                    <a:cubicBezTo>
                      <a:pt x="4487" y="159813"/>
                      <a:pt x="282" y="163553"/>
                      <a:pt x="282" y="169162"/>
                    </a:cubicBezTo>
                    <a:cubicBezTo>
                      <a:pt x="282" y="178511"/>
                      <a:pt x="12336" y="184388"/>
                      <a:pt x="31960" y="184388"/>
                    </a:cubicBezTo>
                    <a:cubicBezTo>
                      <a:pt x="53546" y="184388"/>
                      <a:pt x="75692" y="177443"/>
                      <a:pt x="88868" y="166491"/>
                    </a:cubicBezTo>
                    <a:cubicBezTo>
                      <a:pt x="102044" y="155539"/>
                      <a:pt x="109333" y="140046"/>
                      <a:pt x="109333" y="122150"/>
                    </a:cubicBezTo>
                    <a:cubicBezTo>
                      <a:pt x="109333" y="108527"/>
                      <a:pt x="104847" y="95972"/>
                      <a:pt x="96718" y="87691"/>
                    </a:cubicBezTo>
                    <a:cubicBezTo>
                      <a:pt x="91111" y="81815"/>
                      <a:pt x="85784" y="78610"/>
                      <a:pt x="73450" y="73534"/>
                    </a:cubicBezTo>
                    <a:cubicBezTo>
                      <a:pt x="92793" y="60980"/>
                      <a:pt x="99801" y="51096"/>
                      <a:pt x="99801" y="36672"/>
                    </a:cubicBezTo>
                    <a:cubicBezTo>
                      <a:pt x="99801" y="15036"/>
                      <a:pt x="81860" y="77"/>
                      <a:pt x="56069" y="77"/>
                    </a:cubicBezTo>
                    <a:cubicBezTo>
                      <a:pt x="42052" y="77"/>
                      <a:pt x="29717" y="4618"/>
                      <a:pt x="19625" y="13166"/>
                    </a:cubicBezTo>
                    <a:cubicBezTo>
                      <a:pt x="11215" y="20378"/>
                      <a:pt x="7010" y="27323"/>
                      <a:pt x="842" y="43350"/>
                    </a:cubicBezTo>
                    <a:lnTo>
                      <a:pt x="5047" y="44419"/>
                    </a:lnTo>
                    <a:cubicBezTo>
                      <a:pt x="16541" y="24919"/>
                      <a:pt x="29156" y="16104"/>
                      <a:pt x="46818" y="16104"/>
                    </a:cubicBezTo>
                    <a:cubicBezTo>
                      <a:pt x="65039" y="16104"/>
                      <a:pt x="77655" y="27857"/>
                      <a:pt x="77655" y="44686"/>
                    </a:cubicBezTo>
                    <a:cubicBezTo>
                      <a:pt x="77655" y="54302"/>
                      <a:pt x="73450" y="63918"/>
                      <a:pt x="66441" y="70596"/>
                    </a:cubicBezTo>
                    <a:cubicBezTo>
                      <a:pt x="58031" y="78610"/>
                      <a:pt x="50182" y="82616"/>
                      <a:pt x="31119" y="89027"/>
                    </a:cubicBezTo>
                    <a:lnTo>
                      <a:pt x="31119" y="92500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CF843717-AA9C-62DE-9949-27B7244D4155}"/>
                  </a:ext>
                </a:extLst>
              </p:cNvPr>
              <p:cNvSpPr/>
              <p:nvPr>
                <p:custDataLst>
                  <p:tags r:id="rId130"/>
                </p:custDataLst>
              </p:nvPr>
            </p:nvSpPr>
            <p:spPr>
              <a:xfrm>
                <a:off x="13558310" y="6690877"/>
                <a:ext cx="251924" cy="84466"/>
              </a:xfrm>
              <a:custGeom>
                <a:avLst/>
                <a:gdLst>
                  <a:gd name="connsiteX0" fmla="*/ 239334 w 251924"/>
                  <a:gd name="connsiteY0" fmla="*/ 14513 h 84466"/>
                  <a:gd name="connsiteX1" fmla="*/ 252214 w 251924"/>
                  <a:gd name="connsiteY1" fmla="*/ 7293 h 84466"/>
                  <a:gd name="connsiteX2" fmla="*/ 239713 w 251924"/>
                  <a:gd name="connsiteY2" fmla="*/ 74 h 84466"/>
                  <a:gd name="connsiteX3" fmla="*/ 12791 w 251924"/>
                  <a:gd name="connsiteY3" fmla="*/ 74 h 84466"/>
                  <a:gd name="connsiteX4" fmla="*/ 290 w 251924"/>
                  <a:gd name="connsiteY4" fmla="*/ 7293 h 84466"/>
                  <a:gd name="connsiteX5" fmla="*/ 13170 w 251924"/>
                  <a:gd name="connsiteY5" fmla="*/ 14513 h 84466"/>
                  <a:gd name="connsiteX6" fmla="*/ 239334 w 251924"/>
                  <a:gd name="connsiteY6" fmla="*/ 14513 h 84466"/>
                  <a:gd name="connsiteX7" fmla="*/ 239713 w 251924"/>
                  <a:gd name="connsiteY7" fmla="*/ 84541 h 84466"/>
                  <a:gd name="connsiteX8" fmla="*/ 252214 w 251924"/>
                  <a:gd name="connsiteY8" fmla="*/ 77322 h 84466"/>
                  <a:gd name="connsiteX9" fmla="*/ 239334 w 251924"/>
                  <a:gd name="connsiteY9" fmla="*/ 70102 h 84466"/>
                  <a:gd name="connsiteX10" fmla="*/ 13170 w 251924"/>
                  <a:gd name="connsiteY10" fmla="*/ 70102 h 84466"/>
                  <a:gd name="connsiteX11" fmla="*/ 290 w 251924"/>
                  <a:gd name="connsiteY11" fmla="*/ 77322 h 84466"/>
                  <a:gd name="connsiteX12" fmla="*/ 12791 w 251924"/>
                  <a:gd name="connsiteY12" fmla="*/ 84541 h 84466"/>
                  <a:gd name="connsiteX13" fmla="*/ 239713 w 251924"/>
                  <a:gd name="connsiteY13" fmla="*/ 84541 h 8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1924" h="84466">
                    <a:moveTo>
                      <a:pt x="239334" y="14513"/>
                    </a:moveTo>
                    <a:cubicBezTo>
                      <a:pt x="245016" y="14513"/>
                      <a:pt x="252214" y="14513"/>
                      <a:pt x="252214" y="7293"/>
                    </a:cubicBezTo>
                    <a:cubicBezTo>
                      <a:pt x="252214" y="74"/>
                      <a:pt x="245016" y="74"/>
                      <a:pt x="239713" y="74"/>
                    </a:cubicBezTo>
                    <a:lnTo>
                      <a:pt x="12791" y="74"/>
                    </a:lnTo>
                    <a:cubicBezTo>
                      <a:pt x="7488" y="74"/>
                      <a:pt x="290" y="74"/>
                      <a:pt x="290" y="7293"/>
                    </a:cubicBezTo>
                    <a:cubicBezTo>
                      <a:pt x="290" y="14513"/>
                      <a:pt x="7488" y="14513"/>
                      <a:pt x="13170" y="14513"/>
                    </a:cubicBezTo>
                    <a:lnTo>
                      <a:pt x="239334" y="14513"/>
                    </a:lnTo>
                    <a:close/>
                    <a:moveTo>
                      <a:pt x="239713" y="84541"/>
                    </a:moveTo>
                    <a:cubicBezTo>
                      <a:pt x="245016" y="84541"/>
                      <a:pt x="252214" y="84541"/>
                      <a:pt x="252214" y="77322"/>
                    </a:cubicBezTo>
                    <a:cubicBezTo>
                      <a:pt x="252214" y="70102"/>
                      <a:pt x="245016" y="70102"/>
                      <a:pt x="239334" y="70102"/>
                    </a:cubicBezTo>
                    <a:lnTo>
                      <a:pt x="13170" y="70102"/>
                    </a:lnTo>
                    <a:cubicBezTo>
                      <a:pt x="7488" y="70102"/>
                      <a:pt x="290" y="70102"/>
                      <a:pt x="290" y="77322"/>
                    </a:cubicBezTo>
                    <a:cubicBezTo>
                      <a:pt x="290" y="84541"/>
                      <a:pt x="7488" y="84541"/>
                      <a:pt x="12791" y="84541"/>
                    </a:cubicBezTo>
                    <a:lnTo>
                      <a:pt x="239713" y="8454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1E3F03BD-B5A1-AAC7-E04E-32B3B3145A70}"/>
                  </a:ext>
                </a:extLst>
              </p:cNvPr>
              <p:cNvSpPr/>
              <p:nvPr>
                <p:custDataLst>
                  <p:tags r:id="rId131"/>
                </p:custDataLst>
              </p:nvPr>
            </p:nvSpPr>
            <p:spPr>
              <a:xfrm>
                <a:off x="13928413" y="6579337"/>
                <a:ext cx="168580" cy="244015"/>
              </a:xfrm>
              <a:custGeom>
                <a:avLst/>
                <a:gdLst>
                  <a:gd name="connsiteX0" fmla="*/ 168880 w 168580"/>
                  <a:gd name="connsiteY0" fmla="*/ 194637 h 244015"/>
                  <a:gd name="connsiteX1" fmla="*/ 163955 w 168580"/>
                  <a:gd name="connsiteY1" fmla="*/ 192832 h 244015"/>
                  <a:gd name="connsiteX2" fmla="*/ 127966 w 168580"/>
                  <a:gd name="connsiteY2" fmla="*/ 216656 h 244015"/>
                  <a:gd name="connsiteX3" fmla="*/ 37424 w 168580"/>
                  <a:gd name="connsiteY3" fmla="*/ 216656 h 244015"/>
                  <a:gd name="connsiteX4" fmla="*/ 101068 w 168580"/>
                  <a:gd name="connsiteY4" fmla="*/ 153126 h 244015"/>
                  <a:gd name="connsiteX5" fmla="*/ 149559 w 168580"/>
                  <a:gd name="connsiteY5" fmla="*/ 63966 h 244015"/>
                  <a:gd name="connsiteX6" fmla="*/ 79475 w 168580"/>
                  <a:gd name="connsiteY6" fmla="*/ 75 h 244015"/>
                  <a:gd name="connsiteX7" fmla="*/ 24923 w 168580"/>
                  <a:gd name="connsiteY7" fmla="*/ 22455 h 244015"/>
                  <a:gd name="connsiteX8" fmla="*/ 678 w 168580"/>
                  <a:gd name="connsiteY8" fmla="*/ 71908 h 244015"/>
                  <a:gd name="connsiteX9" fmla="*/ 8633 w 168580"/>
                  <a:gd name="connsiteY9" fmla="*/ 73713 h 244015"/>
                  <a:gd name="connsiteX10" fmla="*/ 63564 w 168580"/>
                  <a:gd name="connsiteY10" fmla="*/ 26786 h 244015"/>
                  <a:gd name="connsiteX11" fmla="*/ 116979 w 168580"/>
                  <a:gd name="connsiteY11" fmla="*/ 77683 h 244015"/>
                  <a:gd name="connsiteX12" fmla="*/ 67731 w 168580"/>
                  <a:gd name="connsiteY12" fmla="*/ 171535 h 244015"/>
                  <a:gd name="connsiteX13" fmla="*/ 299 w 168580"/>
                  <a:gd name="connsiteY13" fmla="*/ 239758 h 244015"/>
                  <a:gd name="connsiteX14" fmla="*/ 299 w 168580"/>
                  <a:gd name="connsiteY14" fmla="*/ 244090 h 244015"/>
                  <a:gd name="connsiteX15" fmla="*/ 148044 w 168580"/>
                  <a:gd name="connsiteY15" fmla="*/ 244090 h 244015"/>
                  <a:gd name="connsiteX16" fmla="*/ 168880 w 168580"/>
                  <a:gd name="connsiteY16" fmla="*/ 194637 h 244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8580" h="244015">
                    <a:moveTo>
                      <a:pt x="168880" y="194637"/>
                    </a:moveTo>
                    <a:lnTo>
                      <a:pt x="163955" y="192832"/>
                    </a:lnTo>
                    <a:cubicBezTo>
                      <a:pt x="149938" y="213408"/>
                      <a:pt x="145013" y="216656"/>
                      <a:pt x="127966" y="216656"/>
                    </a:cubicBezTo>
                    <a:lnTo>
                      <a:pt x="37424" y="216656"/>
                    </a:lnTo>
                    <a:lnTo>
                      <a:pt x="101068" y="153126"/>
                    </a:lnTo>
                    <a:cubicBezTo>
                      <a:pt x="134785" y="119556"/>
                      <a:pt x="149559" y="92122"/>
                      <a:pt x="149559" y="63966"/>
                    </a:cubicBezTo>
                    <a:cubicBezTo>
                      <a:pt x="149559" y="27869"/>
                      <a:pt x="118874" y="75"/>
                      <a:pt x="79475" y="75"/>
                    </a:cubicBezTo>
                    <a:cubicBezTo>
                      <a:pt x="58639" y="75"/>
                      <a:pt x="38940" y="8016"/>
                      <a:pt x="24923" y="22455"/>
                    </a:cubicBezTo>
                    <a:cubicBezTo>
                      <a:pt x="12800" y="34728"/>
                      <a:pt x="7118" y="46279"/>
                      <a:pt x="678" y="71908"/>
                    </a:cubicBezTo>
                    <a:lnTo>
                      <a:pt x="8633" y="73713"/>
                    </a:lnTo>
                    <a:cubicBezTo>
                      <a:pt x="23786" y="38338"/>
                      <a:pt x="37424" y="26786"/>
                      <a:pt x="63564" y="26786"/>
                    </a:cubicBezTo>
                    <a:cubicBezTo>
                      <a:pt x="95386" y="26786"/>
                      <a:pt x="116979" y="47362"/>
                      <a:pt x="116979" y="77683"/>
                    </a:cubicBezTo>
                    <a:cubicBezTo>
                      <a:pt x="116979" y="105839"/>
                      <a:pt x="99553" y="139409"/>
                      <a:pt x="67731" y="171535"/>
                    </a:cubicBezTo>
                    <a:lnTo>
                      <a:pt x="299" y="239758"/>
                    </a:lnTo>
                    <a:lnTo>
                      <a:pt x="299" y="244090"/>
                    </a:lnTo>
                    <a:lnTo>
                      <a:pt x="148044" y="244090"/>
                    </a:lnTo>
                    <a:lnTo>
                      <a:pt x="168880" y="194637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406" name="Group 405" descr="\documentclass{article}&#10;\usepackage{amsmath,amsfonts,amssymb,xcolor,mathptmx}&#10;%\newcommand{\dbar}{{d\mkern-7mu\mathchar'26%%\mkern-2mu}}&#10;\usepackage{times}&#10;\usepackage{mathptmx}&#10;\usepackage{bm}&#10;\usepackage{xcolor}&#10;\pagestyle{empty}&#10;\begin{document}&#10;\color{white}{&#10;$$&#10;a_0 + 2 \times a_1 + 2^2 \times a_2 + 2^3 \times a_3 = 12&#10;$$&#10;}&#10;\end{document}" title="IguanaTex Shape Display">
              <a:extLst>
                <a:ext uri="{FF2B5EF4-FFF2-40B4-BE49-F238E27FC236}">
                  <a16:creationId xmlns:a16="http://schemas.microsoft.com/office/drawing/2014/main" id="{627D1DAB-D2EA-1D09-3075-68377A8EA251}"/>
                </a:ext>
              </a:extLst>
            </p:cNvPr>
            <p:cNvGrpSpPr>
              <a:grpSpLocks noChangeAspect="1"/>
            </p:cNvGrpSpPr>
            <p:nvPr>
              <p:custDataLst>
                <p:tags r:id="rId64"/>
              </p:custDataLst>
            </p:nvPr>
          </p:nvGrpSpPr>
          <p:grpSpPr>
            <a:xfrm>
              <a:off x="3196177" y="5264664"/>
              <a:ext cx="5532845" cy="388677"/>
              <a:chOff x="8910128" y="6993854"/>
              <a:chExt cx="5532845" cy="388677"/>
            </a:xfrm>
          </p:grpSpPr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AA271F85-355E-F18A-68BE-0BA8A8BC73CD}"/>
                  </a:ext>
                </a:extLst>
              </p:cNvPr>
              <p:cNvSpPr/>
              <p:nvPr>
                <p:custDataLst>
                  <p:tags r:id="rId89"/>
                </p:custDataLst>
              </p:nvPr>
            </p:nvSpPr>
            <p:spPr>
              <a:xfrm>
                <a:off x="8910128" y="7164872"/>
                <a:ext cx="174173" cy="163158"/>
              </a:xfrm>
              <a:custGeom>
                <a:avLst/>
                <a:gdLst>
                  <a:gd name="connsiteX0" fmla="*/ 169781 w 174173"/>
                  <a:gd name="connsiteY0" fmla="*/ 119556 h 163158"/>
                  <a:gd name="connsiteX1" fmla="*/ 159156 w 174173"/>
                  <a:gd name="connsiteY1" fmla="*/ 129663 h 163158"/>
                  <a:gd name="connsiteX2" fmla="*/ 139424 w 174173"/>
                  <a:gd name="connsiteY2" fmla="*/ 144463 h 163158"/>
                  <a:gd name="connsiteX3" fmla="*/ 134111 w 174173"/>
                  <a:gd name="connsiteY3" fmla="*/ 139770 h 163158"/>
                  <a:gd name="connsiteX4" fmla="*/ 167883 w 174173"/>
                  <a:gd name="connsiteY4" fmla="*/ 8738 h 163158"/>
                  <a:gd name="connsiteX5" fmla="*/ 170160 w 174173"/>
                  <a:gd name="connsiteY5" fmla="*/ 1158 h 163158"/>
                  <a:gd name="connsiteX6" fmla="*/ 167504 w 174173"/>
                  <a:gd name="connsiteY6" fmla="*/ 75 h 163158"/>
                  <a:gd name="connsiteX7" fmla="*/ 144357 w 174173"/>
                  <a:gd name="connsiteY7" fmla="*/ 2602 h 163158"/>
                  <a:gd name="connsiteX8" fmla="*/ 143218 w 174173"/>
                  <a:gd name="connsiteY8" fmla="*/ 3684 h 163158"/>
                  <a:gd name="connsiteX9" fmla="*/ 139044 w 174173"/>
                  <a:gd name="connsiteY9" fmla="*/ 21011 h 163158"/>
                  <a:gd name="connsiteX10" fmla="*/ 108687 w 174173"/>
                  <a:gd name="connsiteY10" fmla="*/ 75 h 163158"/>
                  <a:gd name="connsiteX11" fmla="*/ 161 w 174173"/>
                  <a:gd name="connsiteY11" fmla="*/ 123165 h 163158"/>
                  <a:gd name="connsiteX12" fmla="*/ 38866 w 174173"/>
                  <a:gd name="connsiteY12" fmla="*/ 163233 h 163158"/>
                  <a:gd name="connsiteX13" fmla="*/ 115138 w 174173"/>
                  <a:gd name="connsiteY13" fmla="*/ 106561 h 163158"/>
                  <a:gd name="connsiteX14" fmla="*/ 106411 w 174173"/>
                  <a:gd name="connsiteY14" fmla="*/ 148072 h 163158"/>
                  <a:gd name="connsiteX15" fmla="*/ 121589 w 174173"/>
                  <a:gd name="connsiteY15" fmla="*/ 162872 h 163158"/>
                  <a:gd name="connsiteX16" fmla="*/ 174334 w 174173"/>
                  <a:gd name="connsiteY16" fmla="*/ 123165 h 163158"/>
                  <a:gd name="connsiteX17" fmla="*/ 169781 w 174173"/>
                  <a:gd name="connsiteY17" fmla="*/ 119556 h 163158"/>
                  <a:gd name="connsiteX18" fmla="*/ 110964 w 174173"/>
                  <a:gd name="connsiteY18" fmla="*/ 8016 h 163158"/>
                  <a:gd name="connsiteX19" fmla="*/ 132214 w 174173"/>
                  <a:gd name="connsiteY19" fmla="*/ 30035 h 163158"/>
                  <a:gd name="connsiteX20" fmla="*/ 87058 w 174173"/>
                  <a:gd name="connsiteY20" fmla="*/ 129663 h 163158"/>
                  <a:gd name="connsiteX21" fmla="*/ 54045 w 174173"/>
                  <a:gd name="connsiteY21" fmla="*/ 145545 h 163158"/>
                  <a:gd name="connsiteX22" fmla="*/ 32036 w 174173"/>
                  <a:gd name="connsiteY22" fmla="*/ 118473 h 163158"/>
                  <a:gd name="connsiteX23" fmla="*/ 62772 w 174173"/>
                  <a:gd name="connsiteY23" fmla="*/ 39420 h 163158"/>
                  <a:gd name="connsiteX24" fmla="*/ 110964 w 174173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4173" h="163158">
                    <a:moveTo>
                      <a:pt x="169781" y="119556"/>
                    </a:moveTo>
                    <a:cubicBezTo>
                      <a:pt x="164089" y="124970"/>
                      <a:pt x="161812" y="126775"/>
                      <a:pt x="159156" y="129663"/>
                    </a:cubicBezTo>
                    <a:cubicBezTo>
                      <a:pt x="147772" y="140853"/>
                      <a:pt x="142839" y="144463"/>
                      <a:pt x="139424" y="144463"/>
                    </a:cubicBezTo>
                    <a:cubicBezTo>
                      <a:pt x="136388" y="144463"/>
                      <a:pt x="134111" y="142297"/>
                      <a:pt x="134111" y="139770"/>
                    </a:cubicBezTo>
                    <a:cubicBezTo>
                      <a:pt x="134111" y="132551"/>
                      <a:pt x="150049" y="70825"/>
                      <a:pt x="167883" y="8738"/>
                    </a:cubicBezTo>
                    <a:cubicBezTo>
                      <a:pt x="169022" y="5128"/>
                      <a:pt x="169401" y="4406"/>
                      <a:pt x="170160" y="1158"/>
                    </a:cubicBezTo>
                    <a:lnTo>
                      <a:pt x="167504" y="75"/>
                    </a:lnTo>
                    <a:lnTo>
                      <a:pt x="144357" y="2602"/>
                    </a:lnTo>
                    <a:lnTo>
                      <a:pt x="143218" y="3684"/>
                    </a:lnTo>
                    <a:lnTo>
                      <a:pt x="139044" y="21011"/>
                    </a:lnTo>
                    <a:cubicBezTo>
                      <a:pt x="136009" y="7655"/>
                      <a:pt x="125004" y="75"/>
                      <a:pt x="108687" y="75"/>
                    </a:cubicBezTo>
                    <a:cubicBezTo>
                      <a:pt x="58598" y="75"/>
                      <a:pt x="161" y="66132"/>
                      <a:pt x="161" y="123165"/>
                    </a:cubicBezTo>
                    <a:cubicBezTo>
                      <a:pt x="161" y="148433"/>
                      <a:pt x="14581" y="163233"/>
                      <a:pt x="38866" y="163233"/>
                    </a:cubicBezTo>
                    <a:cubicBezTo>
                      <a:pt x="65429" y="163233"/>
                      <a:pt x="81745" y="151321"/>
                      <a:pt x="115138" y="106561"/>
                    </a:cubicBezTo>
                    <a:cubicBezTo>
                      <a:pt x="107549" y="134716"/>
                      <a:pt x="106411" y="139409"/>
                      <a:pt x="106411" y="148072"/>
                    </a:cubicBezTo>
                    <a:cubicBezTo>
                      <a:pt x="106411" y="158540"/>
                      <a:pt x="110964" y="162872"/>
                      <a:pt x="121589" y="162872"/>
                    </a:cubicBezTo>
                    <a:cubicBezTo>
                      <a:pt x="136767" y="162872"/>
                      <a:pt x="146254" y="156014"/>
                      <a:pt x="174334" y="123165"/>
                    </a:cubicBezTo>
                    <a:lnTo>
                      <a:pt x="169781" y="119556"/>
                    </a:lnTo>
                    <a:close/>
                    <a:moveTo>
                      <a:pt x="110964" y="8016"/>
                    </a:moveTo>
                    <a:cubicBezTo>
                      <a:pt x="123866" y="8738"/>
                      <a:pt x="132214" y="17401"/>
                      <a:pt x="132214" y="30035"/>
                    </a:cubicBezTo>
                    <a:cubicBezTo>
                      <a:pt x="132214" y="60357"/>
                      <a:pt x="113241" y="102951"/>
                      <a:pt x="87058" y="129663"/>
                    </a:cubicBezTo>
                    <a:cubicBezTo>
                      <a:pt x="77951" y="139409"/>
                      <a:pt x="65049" y="145545"/>
                      <a:pt x="54045" y="145545"/>
                    </a:cubicBezTo>
                    <a:cubicBezTo>
                      <a:pt x="40764" y="145545"/>
                      <a:pt x="32036" y="135077"/>
                      <a:pt x="32036" y="118473"/>
                    </a:cubicBezTo>
                    <a:cubicBezTo>
                      <a:pt x="32036" y="98980"/>
                      <a:pt x="46455" y="61801"/>
                      <a:pt x="62772" y="39420"/>
                    </a:cubicBezTo>
                    <a:cubicBezTo>
                      <a:pt x="77951" y="18484"/>
                      <a:pt x="95786" y="6933"/>
                      <a:pt x="110964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DFC95BB-4C83-2279-DA8F-A22F3D0F5A3F}"/>
                  </a:ext>
                </a:extLst>
              </p:cNvPr>
              <p:cNvSpPr/>
              <p:nvPr>
                <p:custDataLst>
                  <p:tags r:id="rId90"/>
                </p:custDataLst>
              </p:nvPr>
            </p:nvSpPr>
            <p:spPr>
              <a:xfrm>
                <a:off x="9100860" y="7198221"/>
                <a:ext cx="126922" cy="184310"/>
              </a:xfrm>
              <a:custGeom>
                <a:avLst/>
                <a:gdLst>
                  <a:gd name="connsiteX0" fmla="*/ 64750 w 126922"/>
                  <a:gd name="connsiteY0" fmla="*/ 77 h 184310"/>
                  <a:gd name="connsiteX1" fmla="*/ 27122 w 126922"/>
                  <a:gd name="connsiteY1" fmla="*/ 13967 h 184310"/>
                  <a:gd name="connsiteX2" fmla="*/ 165 w 126922"/>
                  <a:gd name="connsiteY2" fmla="*/ 90897 h 184310"/>
                  <a:gd name="connsiteX3" fmla="*/ 22630 w 126922"/>
                  <a:gd name="connsiteY3" fmla="*/ 166224 h 184310"/>
                  <a:gd name="connsiteX4" fmla="*/ 63627 w 126922"/>
                  <a:gd name="connsiteY4" fmla="*/ 184388 h 184310"/>
                  <a:gd name="connsiteX5" fmla="*/ 100131 w 126922"/>
                  <a:gd name="connsiteY5" fmla="*/ 170498 h 184310"/>
                  <a:gd name="connsiteX6" fmla="*/ 127088 w 126922"/>
                  <a:gd name="connsiteY6" fmla="*/ 92500 h 184310"/>
                  <a:gd name="connsiteX7" fmla="*/ 64750 w 126922"/>
                  <a:gd name="connsiteY7" fmla="*/ 77 h 184310"/>
                  <a:gd name="connsiteX8" fmla="*/ 63907 w 126922"/>
                  <a:gd name="connsiteY8" fmla="*/ 7022 h 184310"/>
                  <a:gd name="connsiteX9" fmla="*/ 100131 w 126922"/>
                  <a:gd name="connsiteY9" fmla="*/ 93034 h 184310"/>
                  <a:gd name="connsiteX10" fmla="*/ 63627 w 126922"/>
                  <a:gd name="connsiteY10" fmla="*/ 177443 h 184310"/>
                  <a:gd name="connsiteX11" fmla="*/ 27122 w 126922"/>
                  <a:gd name="connsiteY11" fmla="*/ 93301 h 184310"/>
                  <a:gd name="connsiteX12" fmla="*/ 63907 w 126922"/>
                  <a:gd name="connsiteY12" fmla="*/ 7022 h 18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6922" h="184310">
                    <a:moveTo>
                      <a:pt x="64750" y="77"/>
                    </a:moveTo>
                    <a:cubicBezTo>
                      <a:pt x="49306" y="77"/>
                      <a:pt x="37512" y="4618"/>
                      <a:pt x="27122" y="13967"/>
                    </a:cubicBezTo>
                    <a:cubicBezTo>
                      <a:pt x="10836" y="28926"/>
                      <a:pt x="165" y="59644"/>
                      <a:pt x="165" y="90897"/>
                    </a:cubicBezTo>
                    <a:cubicBezTo>
                      <a:pt x="165" y="120013"/>
                      <a:pt x="9432" y="151265"/>
                      <a:pt x="22630" y="166224"/>
                    </a:cubicBezTo>
                    <a:cubicBezTo>
                      <a:pt x="33019" y="177977"/>
                      <a:pt x="47340" y="184388"/>
                      <a:pt x="63627" y="184388"/>
                    </a:cubicBezTo>
                    <a:cubicBezTo>
                      <a:pt x="77947" y="184388"/>
                      <a:pt x="90022" y="179847"/>
                      <a:pt x="100131" y="170498"/>
                    </a:cubicBezTo>
                    <a:cubicBezTo>
                      <a:pt x="116417" y="155806"/>
                      <a:pt x="127088" y="124821"/>
                      <a:pt x="127088" y="92500"/>
                    </a:cubicBezTo>
                    <a:cubicBezTo>
                      <a:pt x="127088" y="37741"/>
                      <a:pt x="101535" y="77"/>
                      <a:pt x="64750" y="77"/>
                    </a:cubicBezTo>
                    <a:close/>
                    <a:moveTo>
                      <a:pt x="63907" y="7022"/>
                    </a:moveTo>
                    <a:cubicBezTo>
                      <a:pt x="87495" y="7022"/>
                      <a:pt x="100131" y="37206"/>
                      <a:pt x="100131" y="93034"/>
                    </a:cubicBezTo>
                    <a:cubicBezTo>
                      <a:pt x="100131" y="148861"/>
                      <a:pt x="87776" y="177443"/>
                      <a:pt x="63627" y="177443"/>
                    </a:cubicBezTo>
                    <a:cubicBezTo>
                      <a:pt x="39478" y="177443"/>
                      <a:pt x="27122" y="148861"/>
                      <a:pt x="27122" y="93301"/>
                    </a:cubicBezTo>
                    <a:cubicBezTo>
                      <a:pt x="27122" y="36672"/>
                      <a:pt x="39758" y="7022"/>
                      <a:pt x="63907" y="7022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415051A9-2558-B2BB-259E-538762ABA068}"/>
                  </a:ext>
                </a:extLst>
              </p:cNvPr>
              <p:cNvSpPr/>
              <p:nvPr>
                <p:custDataLst>
                  <p:tags r:id="rId91"/>
                </p:custDataLst>
              </p:nvPr>
            </p:nvSpPr>
            <p:spPr>
              <a:xfrm>
                <a:off x="9328241" y="7113615"/>
                <a:ext cx="252342" cy="240405"/>
              </a:xfrm>
              <a:custGeom>
                <a:avLst/>
                <a:gdLst>
                  <a:gd name="connsiteX0" fmla="*/ 134123 w 252342"/>
                  <a:gd name="connsiteY0" fmla="*/ 127496 h 240405"/>
                  <a:gd name="connsiteX1" fmla="*/ 239993 w 252342"/>
                  <a:gd name="connsiteY1" fmla="*/ 127496 h 240405"/>
                  <a:gd name="connsiteX2" fmla="*/ 252515 w 252342"/>
                  <a:gd name="connsiteY2" fmla="*/ 120277 h 240405"/>
                  <a:gd name="connsiteX3" fmla="*/ 239993 w 252342"/>
                  <a:gd name="connsiteY3" fmla="*/ 113057 h 240405"/>
                  <a:gd name="connsiteX4" fmla="*/ 134123 w 252342"/>
                  <a:gd name="connsiteY4" fmla="*/ 113057 h 240405"/>
                  <a:gd name="connsiteX5" fmla="*/ 134123 w 252342"/>
                  <a:gd name="connsiteY5" fmla="*/ 11986 h 240405"/>
                  <a:gd name="connsiteX6" fmla="*/ 126534 w 252342"/>
                  <a:gd name="connsiteY6" fmla="*/ 74 h 240405"/>
                  <a:gd name="connsiteX7" fmla="*/ 118944 w 252342"/>
                  <a:gd name="connsiteY7" fmla="*/ 11986 h 240405"/>
                  <a:gd name="connsiteX8" fmla="*/ 118944 w 252342"/>
                  <a:gd name="connsiteY8" fmla="*/ 113057 h 240405"/>
                  <a:gd name="connsiteX9" fmla="*/ 12695 w 252342"/>
                  <a:gd name="connsiteY9" fmla="*/ 113057 h 240405"/>
                  <a:gd name="connsiteX10" fmla="*/ 173 w 252342"/>
                  <a:gd name="connsiteY10" fmla="*/ 120277 h 240405"/>
                  <a:gd name="connsiteX11" fmla="*/ 12695 w 252342"/>
                  <a:gd name="connsiteY11" fmla="*/ 127496 h 240405"/>
                  <a:gd name="connsiteX12" fmla="*/ 118944 w 252342"/>
                  <a:gd name="connsiteY12" fmla="*/ 127496 h 240405"/>
                  <a:gd name="connsiteX13" fmla="*/ 118944 w 252342"/>
                  <a:gd name="connsiteY13" fmla="*/ 228568 h 240405"/>
                  <a:gd name="connsiteX14" fmla="*/ 126534 w 252342"/>
                  <a:gd name="connsiteY14" fmla="*/ 240480 h 240405"/>
                  <a:gd name="connsiteX15" fmla="*/ 134123 w 252342"/>
                  <a:gd name="connsiteY15" fmla="*/ 228568 h 240405"/>
                  <a:gd name="connsiteX16" fmla="*/ 134123 w 252342"/>
                  <a:gd name="connsiteY16" fmla="*/ 127496 h 24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2342" h="240405">
                    <a:moveTo>
                      <a:pt x="134123" y="127496"/>
                    </a:moveTo>
                    <a:lnTo>
                      <a:pt x="239993" y="127496"/>
                    </a:lnTo>
                    <a:cubicBezTo>
                      <a:pt x="245305" y="127496"/>
                      <a:pt x="252515" y="127496"/>
                      <a:pt x="252515" y="120277"/>
                    </a:cubicBezTo>
                    <a:cubicBezTo>
                      <a:pt x="252515" y="113057"/>
                      <a:pt x="245305" y="113057"/>
                      <a:pt x="239993" y="113057"/>
                    </a:cubicBezTo>
                    <a:lnTo>
                      <a:pt x="134123" y="113057"/>
                    </a:lnTo>
                    <a:lnTo>
                      <a:pt x="134123" y="11986"/>
                    </a:lnTo>
                    <a:cubicBezTo>
                      <a:pt x="134123" y="6932"/>
                      <a:pt x="134123" y="74"/>
                      <a:pt x="126534" y="74"/>
                    </a:cubicBezTo>
                    <a:cubicBezTo>
                      <a:pt x="118944" y="74"/>
                      <a:pt x="118944" y="6932"/>
                      <a:pt x="118944" y="11986"/>
                    </a:cubicBezTo>
                    <a:lnTo>
                      <a:pt x="118944" y="113057"/>
                    </a:lnTo>
                    <a:lnTo>
                      <a:pt x="12695" y="113057"/>
                    </a:lnTo>
                    <a:cubicBezTo>
                      <a:pt x="7382" y="113057"/>
                      <a:pt x="173" y="113057"/>
                      <a:pt x="173" y="120277"/>
                    </a:cubicBezTo>
                    <a:cubicBezTo>
                      <a:pt x="173" y="127496"/>
                      <a:pt x="7382" y="127496"/>
                      <a:pt x="12695" y="127496"/>
                    </a:cubicBezTo>
                    <a:lnTo>
                      <a:pt x="118944" y="127496"/>
                    </a:lnTo>
                    <a:lnTo>
                      <a:pt x="118944" y="228568"/>
                    </a:lnTo>
                    <a:cubicBezTo>
                      <a:pt x="118944" y="233621"/>
                      <a:pt x="118944" y="240480"/>
                      <a:pt x="126534" y="240480"/>
                    </a:cubicBezTo>
                    <a:cubicBezTo>
                      <a:pt x="134123" y="240480"/>
                      <a:pt x="134123" y="233621"/>
                      <a:pt x="134123" y="228568"/>
                    </a:cubicBezTo>
                    <a:lnTo>
                      <a:pt x="134123" y="127496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A11C0AB3-0714-8869-EF9C-54041EEF8246}"/>
                  </a:ext>
                </a:extLst>
              </p:cNvPr>
              <p:cNvSpPr/>
              <p:nvPr>
                <p:custDataLst>
                  <p:tags r:id="rId92"/>
                </p:custDataLst>
              </p:nvPr>
            </p:nvSpPr>
            <p:spPr>
              <a:xfrm>
                <a:off x="9667219" y="7080044"/>
                <a:ext cx="168860" cy="244015"/>
              </a:xfrm>
              <a:custGeom>
                <a:avLst/>
                <a:gdLst>
                  <a:gd name="connsiteX0" fmla="*/ 169041 w 168860"/>
                  <a:gd name="connsiteY0" fmla="*/ 194637 h 244015"/>
                  <a:gd name="connsiteX1" fmla="*/ 164108 w 168860"/>
                  <a:gd name="connsiteY1" fmla="*/ 192832 h 244015"/>
                  <a:gd name="connsiteX2" fmla="*/ 128060 w 168860"/>
                  <a:gd name="connsiteY2" fmla="*/ 216656 h 244015"/>
                  <a:gd name="connsiteX3" fmla="*/ 37368 w 168860"/>
                  <a:gd name="connsiteY3" fmla="*/ 216656 h 244015"/>
                  <a:gd name="connsiteX4" fmla="*/ 101118 w 168860"/>
                  <a:gd name="connsiteY4" fmla="*/ 153126 h 244015"/>
                  <a:gd name="connsiteX5" fmla="*/ 149689 w 168860"/>
                  <a:gd name="connsiteY5" fmla="*/ 63966 h 244015"/>
                  <a:gd name="connsiteX6" fmla="*/ 79488 w 168860"/>
                  <a:gd name="connsiteY6" fmla="*/ 75 h 244015"/>
                  <a:gd name="connsiteX7" fmla="*/ 24846 w 168860"/>
                  <a:gd name="connsiteY7" fmla="*/ 22455 h 244015"/>
                  <a:gd name="connsiteX8" fmla="*/ 560 w 168860"/>
                  <a:gd name="connsiteY8" fmla="*/ 71908 h 244015"/>
                  <a:gd name="connsiteX9" fmla="*/ 8529 w 168860"/>
                  <a:gd name="connsiteY9" fmla="*/ 73713 h 244015"/>
                  <a:gd name="connsiteX10" fmla="*/ 63551 w 168860"/>
                  <a:gd name="connsiteY10" fmla="*/ 26786 h 244015"/>
                  <a:gd name="connsiteX11" fmla="*/ 117055 w 168860"/>
                  <a:gd name="connsiteY11" fmla="*/ 77683 h 244015"/>
                  <a:gd name="connsiteX12" fmla="*/ 67725 w 168860"/>
                  <a:gd name="connsiteY12" fmla="*/ 171535 h 244015"/>
                  <a:gd name="connsiteX13" fmla="*/ 181 w 168860"/>
                  <a:gd name="connsiteY13" fmla="*/ 239758 h 244015"/>
                  <a:gd name="connsiteX14" fmla="*/ 181 w 168860"/>
                  <a:gd name="connsiteY14" fmla="*/ 244090 h 244015"/>
                  <a:gd name="connsiteX15" fmla="*/ 148171 w 168860"/>
                  <a:gd name="connsiteY15" fmla="*/ 244090 h 244015"/>
                  <a:gd name="connsiteX16" fmla="*/ 169041 w 168860"/>
                  <a:gd name="connsiteY16" fmla="*/ 194637 h 244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8860" h="244015">
                    <a:moveTo>
                      <a:pt x="169041" y="194637"/>
                    </a:moveTo>
                    <a:lnTo>
                      <a:pt x="164108" y="192832"/>
                    </a:lnTo>
                    <a:cubicBezTo>
                      <a:pt x="150068" y="213408"/>
                      <a:pt x="145135" y="216656"/>
                      <a:pt x="128060" y="216656"/>
                    </a:cubicBezTo>
                    <a:lnTo>
                      <a:pt x="37368" y="216656"/>
                    </a:lnTo>
                    <a:lnTo>
                      <a:pt x="101118" y="153126"/>
                    </a:lnTo>
                    <a:cubicBezTo>
                      <a:pt x="134890" y="119556"/>
                      <a:pt x="149689" y="92122"/>
                      <a:pt x="149689" y="63966"/>
                    </a:cubicBezTo>
                    <a:cubicBezTo>
                      <a:pt x="149689" y="27869"/>
                      <a:pt x="118952" y="75"/>
                      <a:pt x="79488" y="75"/>
                    </a:cubicBezTo>
                    <a:cubicBezTo>
                      <a:pt x="58618" y="75"/>
                      <a:pt x="38886" y="8016"/>
                      <a:pt x="24846" y="22455"/>
                    </a:cubicBezTo>
                    <a:cubicBezTo>
                      <a:pt x="12703" y="34728"/>
                      <a:pt x="7011" y="46279"/>
                      <a:pt x="560" y="71908"/>
                    </a:cubicBezTo>
                    <a:lnTo>
                      <a:pt x="8529" y="73713"/>
                    </a:lnTo>
                    <a:cubicBezTo>
                      <a:pt x="23707" y="38338"/>
                      <a:pt x="37368" y="26786"/>
                      <a:pt x="63551" y="26786"/>
                    </a:cubicBezTo>
                    <a:cubicBezTo>
                      <a:pt x="95426" y="26786"/>
                      <a:pt x="117055" y="47362"/>
                      <a:pt x="117055" y="77683"/>
                    </a:cubicBezTo>
                    <a:cubicBezTo>
                      <a:pt x="117055" y="105839"/>
                      <a:pt x="99600" y="139409"/>
                      <a:pt x="67725" y="171535"/>
                    </a:cubicBezTo>
                    <a:lnTo>
                      <a:pt x="181" y="239758"/>
                    </a:lnTo>
                    <a:lnTo>
                      <a:pt x="181" y="244090"/>
                    </a:lnTo>
                    <a:lnTo>
                      <a:pt x="148171" y="244090"/>
                    </a:lnTo>
                    <a:lnTo>
                      <a:pt x="169041" y="194637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D4AAFC91-81A6-0189-EA12-5488DC43C4FF}"/>
                  </a:ext>
                </a:extLst>
              </p:cNvPr>
              <p:cNvSpPr/>
              <p:nvPr>
                <p:custDataLst>
                  <p:tags r:id="rId93"/>
                </p:custDataLst>
              </p:nvPr>
            </p:nvSpPr>
            <p:spPr>
              <a:xfrm>
                <a:off x="9954958" y="7146824"/>
                <a:ext cx="183280" cy="173987"/>
              </a:xfrm>
              <a:custGeom>
                <a:avLst/>
                <a:gdLst>
                  <a:gd name="connsiteX0" fmla="*/ 92017 w 183280"/>
                  <a:gd name="connsiteY0" fmla="*/ 76961 h 173987"/>
                  <a:gd name="connsiteX1" fmla="*/ 16124 w 183280"/>
                  <a:gd name="connsiteY1" fmla="*/ 5128 h 173987"/>
                  <a:gd name="connsiteX2" fmla="*/ 7776 w 183280"/>
                  <a:gd name="connsiteY2" fmla="*/ 75 h 173987"/>
                  <a:gd name="connsiteX3" fmla="*/ 187 w 183280"/>
                  <a:gd name="connsiteY3" fmla="*/ 7294 h 173987"/>
                  <a:gd name="connsiteX4" fmla="*/ 5120 w 183280"/>
                  <a:gd name="connsiteY4" fmla="*/ 14514 h 173987"/>
                  <a:gd name="connsiteX5" fmla="*/ 81013 w 183280"/>
                  <a:gd name="connsiteY5" fmla="*/ 87068 h 173987"/>
                  <a:gd name="connsiteX6" fmla="*/ 5120 w 183280"/>
                  <a:gd name="connsiteY6" fmla="*/ 159623 h 173987"/>
                  <a:gd name="connsiteX7" fmla="*/ 187 w 183280"/>
                  <a:gd name="connsiteY7" fmla="*/ 166843 h 173987"/>
                  <a:gd name="connsiteX8" fmla="*/ 7776 w 183280"/>
                  <a:gd name="connsiteY8" fmla="*/ 174062 h 173987"/>
                  <a:gd name="connsiteX9" fmla="*/ 16124 w 183280"/>
                  <a:gd name="connsiteY9" fmla="*/ 169008 h 173987"/>
                  <a:gd name="connsiteX10" fmla="*/ 91638 w 183280"/>
                  <a:gd name="connsiteY10" fmla="*/ 97176 h 173987"/>
                  <a:gd name="connsiteX11" fmla="*/ 170186 w 183280"/>
                  <a:gd name="connsiteY11" fmla="*/ 171896 h 173987"/>
                  <a:gd name="connsiteX12" fmla="*/ 175878 w 183280"/>
                  <a:gd name="connsiteY12" fmla="*/ 174062 h 173987"/>
                  <a:gd name="connsiteX13" fmla="*/ 183467 w 183280"/>
                  <a:gd name="connsiteY13" fmla="*/ 166843 h 173987"/>
                  <a:gd name="connsiteX14" fmla="*/ 182329 w 183280"/>
                  <a:gd name="connsiteY14" fmla="*/ 162872 h 173987"/>
                  <a:gd name="connsiteX15" fmla="*/ 102642 w 183280"/>
                  <a:gd name="connsiteY15" fmla="*/ 87068 h 173987"/>
                  <a:gd name="connsiteX16" fmla="*/ 172084 w 183280"/>
                  <a:gd name="connsiteY16" fmla="*/ 21011 h 173987"/>
                  <a:gd name="connsiteX17" fmla="*/ 181570 w 183280"/>
                  <a:gd name="connsiteY17" fmla="*/ 11987 h 173987"/>
                  <a:gd name="connsiteX18" fmla="*/ 183467 w 183280"/>
                  <a:gd name="connsiteY18" fmla="*/ 7294 h 173987"/>
                  <a:gd name="connsiteX19" fmla="*/ 175878 w 183280"/>
                  <a:gd name="connsiteY19" fmla="*/ 75 h 173987"/>
                  <a:gd name="connsiteX20" fmla="*/ 167151 w 183280"/>
                  <a:gd name="connsiteY20" fmla="*/ 5489 h 173987"/>
                  <a:gd name="connsiteX21" fmla="*/ 92017 w 183280"/>
                  <a:gd name="connsiteY21" fmla="*/ 76961 h 173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3280" h="173987">
                    <a:moveTo>
                      <a:pt x="92017" y="76961"/>
                    </a:moveTo>
                    <a:lnTo>
                      <a:pt x="16124" y="5128"/>
                    </a:lnTo>
                    <a:cubicBezTo>
                      <a:pt x="11571" y="797"/>
                      <a:pt x="10812" y="75"/>
                      <a:pt x="7776" y="75"/>
                    </a:cubicBezTo>
                    <a:cubicBezTo>
                      <a:pt x="3982" y="75"/>
                      <a:pt x="187" y="3323"/>
                      <a:pt x="187" y="7294"/>
                    </a:cubicBezTo>
                    <a:cubicBezTo>
                      <a:pt x="187" y="9821"/>
                      <a:pt x="946" y="10543"/>
                      <a:pt x="5120" y="14514"/>
                    </a:cubicBezTo>
                    <a:lnTo>
                      <a:pt x="81013" y="87068"/>
                    </a:lnTo>
                    <a:lnTo>
                      <a:pt x="5120" y="159623"/>
                    </a:lnTo>
                    <a:cubicBezTo>
                      <a:pt x="946" y="163594"/>
                      <a:pt x="187" y="164316"/>
                      <a:pt x="187" y="166843"/>
                    </a:cubicBezTo>
                    <a:cubicBezTo>
                      <a:pt x="187" y="170813"/>
                      <a:pt x="3982" y="174062"/>
                      <a:pt x="7776" y="174062"/>
                    </a:cubicBezTo>
                    <a:cubicBezTo>
                      <a:pt x="10812" y="174062"/>
                      <a:pt x="11571" y="173340"/>
                      <a:pt x="16124" y="169008"/>
                    </a:cubicBezTo>
                    <a:lnTo>
                      <a:pt x="91638" y="97176"/>
                    </a:lnTo>
                    <a:lnTo>
                      <a:pt x="170186" y="171896"/>
                    </a:lnTo>
                    <a:cubicBezTo>
                      <a:pt x="170945" y="172257"/>
                      <a:pt x="173601" y="174062"/>
                      <a:pt x="175878" y="174062"/>
                    </a:cubicBezTo>
                    <a:cubicBezTo>
                      <a:pt x="180432" y="174062"/>
                      <a:pt x="183467" y="170813"/>
                      <a:pt x="183467" y="166843"/>
                    </a:cubicBezTo>
                    <a:cubicBezTo>
                      <a:pt x="183467" y="166121"/>
                      <a:pt x="183467" y="164677"/>
                      <a:pt x="182329" y="162872"/>
                    </a:cubicBezTo>
                    <a:cubicBezTo>
                      <a:pt x="181950" y="162150"/>
                      <a:pt x="121615" y="105478"/>
                      <a:pt x="102642" y="87068"/>
                    </a:cubicBezTo>
                    <a:lnTo>
                      <a:pt x="172084" y="21011"/>
                    </a:lnTo>
                    <a:cubicBezTo>
                      <a:pt x="173981" y="18845"/>
                      <a:pt x="179673" y="14153"/>
                      <a:pt x="181570" y="11987"/>
                    </a:cubicBezTo>
                    <a:cubicBezTo>
                      <a:pt x="181950" y="11265"/>
                      <a:pt x="183467" y="9821"/>
                      <a:pt x="183467" y="7294"/>
                    </a:cubicBezTo>
                    <a:cubicBezTo>
                      <a:pt x="183467" y="3323"/>
                      <a:pt x="180432" y="75"/>
                      <a:pt x="175878" y="75"/>
                    </a:cubicBezTo>
                    <a:cubicBezTo>
                      <a:pt x="172842" y="75"/>
                      <a:pt x="171325" y="1519"/>
                      <a:pt x="167151" y="5489"/>
                    </a:cubicBezTo>
                    <a:lnTo>
                      <a:pt x="92017" y="7696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F052DCE7-C6B4-FDF7-BFC2-2E46209C578A}"/>
                  </a:ext>
                </a:extLst>
              </p:cNvPr>
              <p:cNvSpPr/>
              <p:nvPr>
                <p:custDataLst>
                  <p:tags r:id="rId94"/>
                </p:custDataLst>
              </p:nvPr>
            </p:nvSpPr>
            <p:spPr>
              <a:xfrm>
                <a:off x="10254471" y="7164872"/>
                <a:ext cx="174173" cy="163158"/>
              </a:xfrm>
              <a:custGeom>
                <a:avLst/>
                <a:gdLst>
                  <a:gd name="connsiteX0" fmla="*/ 169816 w 174173"/>
                  <a:gd name="connsiteY0" fmla="*/ 119556 h 163158"/>
                  <a:gd name="connsiteX1" fmla="*/ 159191 w 174173"/>
                  <a:gd name="connsiteY1" fmla="*/ 129663 h 163158"/>
                  <a:gd name="connsiteX2" fmla="*/ 139459 w 174173"/>
                  <a:gd name="connsiteY2" fmla="*/ 144463 h 163158"/>
                  <a:gd name="connsiteX3" fmla="*/ 134146 w 174173"/>
                  <a:gd name="connsiteY3" fmla="*/ 139770 h 163158"/>
                  <a:gd name="connsiteX4" fmla="*/ 167919 w 174173"/>
                  <a:gd name="connsiteY4" fmla="*/ 8738 h 163158"/>
                  <a:gd name="connsiteX5" fmla="*/ 170195 w 174173"/>
                  <a:gd name="connsiteY5" fmla="*/ 1158 h 163158"/>
                  <a:gd name="connsiteX6" fmla="*/ 167539 w 174173"/>
                  <a:gd name="connsiteY6" fmla="*/ 75 h 163158"/>
                  <a:gd name="connsiteX7" fmla="*/ 144392 w 174173"/>
                  <a:gd name="connsiteY7" fmla="*/ 2602 h 163158"/>
                  <a:gd name="connsiteX8" fmla="*/ 143254 w 174173"/>
                  <a:gd name="connsiteY8" fmla="*/ 3684 h 163158"/>
                  <a:gd name="connsiteX9" fmla="*/ 139079 w 174173"/>
                  <a:gd name="connsiteY9" fmla="*/ 21011 h 163158"/>
                  <a:gd name="connsiteX10" fmla="*/ 108722 w 174173"/>
                  <a:gd name="connsiteY10" fmla="*/ 75 h 163158"/>
                  <a:gd name="connsiteX11" fmla="*/ 196 w 174173"/>
                  <a:gd name="connsiteY11" fmla="*/ 123165 h 163158"/>
                  <a:gd name="connsiteX12" fmla="*/ 38901 w 174173"/>
                  <a:gd name="connsiteY12" fmla="*/ 163233 h 163158"/>
                  <a:gd name="connsiteX13" fmla="*/ 115173 w 174173"/>
                  <a:gd name="connsiteY13" fmla="*/ 106561 h 163158"/>
                  <a:gd name="connsiteX14" fmla="*/ 106446 w 174173"/>
                  <a:gd name="connsiteY14" fmla="*/ 148072 h 163158"/>
                  <a:gd name="connsiteX15" fmla="*/ 121624 w 174173"/>
                  <a:gd name="connsiteY15" fmla="*/ 162872 h 163158"/>
                  <a:gd name="connsiteX16" fmla="*/ 174369 w 174173"/>
                  <a:gd name="connsiteY16" fmla="*/ 123165 h 163158"/>
                  <a:gd name="connsiteX17" fmla="*/ 169816 w 174173"/>
                  <a:gd name="connsiteY17" fmla="*/ 119556 h 163158"/>
                  <a:gd name="connsiteX18" fmla="*/ 110999 w 174173"/>
                  <a:gd name="connsiteY18" fmla="*/ 8016 h 163158"/>
                  <a:gd name="connsiteX19" fmla="*/ 132249 w 174173"/>
                  <a:gd name="connsiteY19" fmla="*/ 30035 h 163158"/>
                  <a:gd name="connsiteX20" fmla="*/ 87093 w 174173"/>
                  <a:gd name="connsiteY20" fmla="*/ 129663 h 163158"/>
                  <a:gd name="connsiteX21" fmla="*/ 54080 w 174173"/>
                  <a:gd name="connsiteY21" fmla="*/ 145545 h 163158"/>
                  <a:gd name="connsiteX22" fmla="*/ 32071 w 174173"/>
                  <a:gd name="connsiteY22" fmla="*/ 118473 h 163158"/>
                  <a:gd name="connsiteX23" fmla="*/ 62807 w 174173"/>
                  <a:gd name="connsiteY23" fmla="*/ 39420 h 163158"/>
                  <a:gd name="connsiteX24" fmla="*/ 110999 w 174173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4173" h="163158">
                    <a:moveTo>
                      <a:pt x="169816" y="119556"/>
                    </a:moveTo>
                    <a:cubicBezTo>
                      <a:pt x="164124" y="124970"/>
                      <a:pt x="161847" y="126775"/>
                      <a:pt x="159191" y="129663"/>
                    </a:cubicBezTo>
                    <a:cubicBezTo>
                      <a:pt x="147807" y="140853"/>
                      <a:pt x="142874" y="144463"/>
                      <a:pt x="139459" y="144463"/>
                    </a:cubicBezTo>
                    <a:cubicBezTo>
                      <a:pt x="136423" y="144463"/>
                      <a:pt x="134146" y="142297"/>
                      <a:pt x="134146" y="139770"/>
                    </a:cubicBezTo>
                    <a:cubicBezTo>
                      <a:pt x="134146" y="132551"/>
                      <a:pt x="150084" y="70825"/>
                      <a:pt x="167919" y="8738"/>
                    </a:cubicBezTo>
                    <a:cubicBezTo>
                      <a:pt x="169057" y="5128"/>
                      <a:pt x="169436" y="4406"/>
                      <a:pt x="170195" y="1158"/>
                    </a:cubicBezTo>
                    <a:lnTo>
                      <a:pt x="167539" y="75"/>
                    </a:lnTo>
                    <a:lnTo>
                      <a:pt x="144392" y="2602"/>
                    </a:lnTo>
                    <a:lnTo>
                      <a:pt x="143254" y="3684"/>
                    </a:lnTo>
                    <a:lnTo>
                      <a:pt x="139079" y="21011"/>
                    </a:lnTo>
                    <a:cubicBezTo>
                      <a:pt x="136044" y="7655"/>
                      <a:pt x="125039" y="75"/>
                      <a:pt x="108722" y="75"/>
                    </a:cubicBezTo>
                    <a:cubicBezTo>
                      <a:pt x="58633" y="75"/>
                      <a:pt x="196" y="66132"/>
                      <a:pt x="196" y="123165"/>
                    </a:cubicBezTo>
                    <a:cubicBezTo>
                      <a:pt x="196" y="148433"/>
                      <a:pt x="14616" y="163233"/>
                      <a:pt x="38901" y="163233"/>
                    </a:cubicBezTo>
                    <a:cubicBezTo>
                      <a:pt x="65464" y="163233"/>
                      <a:pt x="81781" y="151321"/>
                      <a:pt x="115173" y="106561"/>
                    </a:cubicBezTo>
                    <a:cubicBezTo>
                      <a:pt x="107584" y="134716"/>
                      <a:pt x="106446" y="139409"/>
                      <a:pt x="106446" y="148072"/>
                    </a:cubicBezTo>
                    <a:cubicBezTo>
                      <a:pt x="106446" y="158540"/>
                      <a:pt x="110999" y="162872"/>
                      <a:pt x="121624" y="162872"/>
                    </a:cubicBezTo>
                    <a:cubicBezTo>
                      <a:pt x="136803" y="162872"/>
                      <a:pt x="146289" y="156014"/>
                      <a:pt x="174369" y="123165"/>
                    </a:cubicBezTo>
                    <a:lnTo>
                      <a:pt x="169816" y="119556"/>
                    </a:lnTo>
                    <a:close/>
                    <a:moveTo>
                      <a:pt x="110999" y="8016"/>
                    </a:moveTo>
                    <a:cubicBezTo>
                      <a:pt x="123901" y="8738"/>
                      <a:pt x="132249" y="17401"/>
                      <a:pt x="132249" y="30035"/>
                    </a:cubicBezTo>
                    <a:cubicBezTo>
                      <a:pt x="132249" y="60357"/>
                      <a:pt x="113276" y="102951"/>
                      <a:pt x="87093" y="129663"/>
                    </a:cubicBezTo>
                    <a:cubicBezTo>
                      <a:pt x="77986" y="139409"/>
                      <a:pt x="65084" y="145545"/>
                      <a:pt x="54080" y="145545"/>
                    </a:cubicBezTo>
                    <a:cubicBezTo>
                      <a:pt x="40799" y="145545"/>
                      <a:pt x="32071" y="135077"/>
                      <a:pt x="32071" y="118473"/>
                    </a:cubicBezTo>
                    <a:cubicBezTo>
                      <a:pt x="32071" y="98980"/>
                      <a:pt x="46491" y="61801"/>
                      <a:pt x="62807" y="39420"/>
                    </a:cubicBezTo>
                    <a:cubicBezTo>
                      <a:pt x="77986" y="18484"/>
                      <a:pt x="95821" y="6933"/>
                      <a:pt x="110999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48802148-755D-B95C-A6CA-90B75A1D5CD9}"/>
                  </a:ext>
                </a:extLst>
              </p:cNvPr>
              <p:cNvSpPr/>
              <p:nvPr>
                <p:custDataLst>
                  <p:tags r:id="rId95"/>
                </p:custDataLst>
              </p:nvPr>
            </p:nvSpPr>
            <p:spPr>
              <a:xfrm>
                <a:off x="10469632" y="7198221"/>
                <a:ext cx="79466" cy="180571"/>
              </a:xfrm>
              <a:custGeom>
                <a:avLst/>
                <a:gdLst>
                  <a:gd name="connsiteX0" fmla="*/ 50745 w 79466"/>
                  <a:gd name="connsiteY0" fmla="*/ 77 h 180571"/>
                  <a:gd name="connsiteX1" fmla="*/ 201 w 79466"/>
                  <a:gd name="connsiteY1" fmla="*/ 24385 h 180571"/>
                  <a:gd name="connsiteX2" fmla="*/ 201 w 79466"/>
                  <a:gd name="connsiteY2" fmla="*/ 28124 h 180571"/>
                  <a:gd name="connsiteX3" fmla="*/ 7782 w 79466"/>
                  <a:gd name="connsiteY3" fmla="*/ 25186 h 180571"/>
                  <a:gd name="connsiteX4" fmla="*/ 20418 w 79466"/>
                  <a:gd name="connsiteY4" fmla="*/ 22248 h 180571"/>
                  <a:gd name="connsiteX5" fmla="*/ 28842 w 79466"/>
                  <a:gd name="connsiteY5" fmla="*/ 34802 h 180571"/>
                  <a:gd name="connsiteX6" fmla="*/ 28842 w 79466"/>
                  <a:gd name="connsiteY6" fmla="*/ 155806 h 180571"/>
                  <a:gd name="connsiteX7" fmla="*/ 22103 w 79466"/>
                  <a:gd name="connsiteY7" fmla="*/ 173169 h 180571"/>
                  <a:gd name="connsiteX8" fmla="*/ 2166 w 79466"/>
                  <a:gd name="connsiteY8" fmla="*/ 176641 h 180571"/>
                  <a:gd name="connsiteX9" fmla="*/ 2166 w 79466"/>
                  <a:gd name="connsiteY9" fmla="*/ 180648 h 180571"/>
                  <a:gd name="connsiteX10" fmla="*/ 79667 w 79466"/>
                  <a:gd name="connsiteY10" fmla="*/ 180648 h 180571"/>
                  <a:gd name="connsiteX11" fmla="*/ 79667 w 79466"/>
                  <a:gd name="connsiteY11" fmla="*/ 176641 h 180571"/>
                  <a:gd name="connsiteX12" fmla="*/ 52991 w 79466"/>
                  <a:gd name="connsiteY12" fmla="*/ 160882 h 180571"/>
                  <a:gd name="connsiteX13" fmla="*/ 52991 w 79466"/>
                  <a:gd name="connsiteY13" fmla="*/ 611 h 180571"/>
                  <a:gd name="connsiteX14" fmla="*/ 50745 w 79466"/>
                  <a:gd name="connsiteY14" fmla="*/ 77 h 180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466" h="180571">
                    <a:moveTo>
                      <a:pt x="50745" y="77"/>
                    </a:moveTo>
                    <a:lnTo>
                      <a:pt x="201" y="24385"/>
                    </a:lnTo>
                    <a:lnTo>
                      <a:pt x="201" y="28124"/>
                    </a:lnTo>
                    <a:cubicBezTo>
                      <a:pt x="3570" y="26789"/>
                      <a:pt x="6659" y="25720"/>
                      <a:pt x="7782" y="25186"/>
                    </a:cubicBezTo>
                    <a:cubicBezTo>
                      <a:pt x="12837" y="23316"/>
                      <a:pt x="17610" y="22248"/>
                      <a:pt x="20418" y="22248"/>
                    </a:cubicBezTo>
                    <a:cubicBezTo>
                      <a:pt x="26315" y="22248"/>
                      <a:pt x="28842" y="26255"/>
                      <a:pt x="28842" y="34802"/>
                    </a:cubicBezTo>
                    <a:lnTo>
                      <a:pt x="28842" y="155806"/>
                    </a:lnTo>
                    <a:cubicBezTo>
                      <a:pt x="28842" y="164621"/>
                      <a:pt x="26596" y="170765"/>
                      <a:pt x="22103" y="173169"/>
                    </a:cubicBezTo>
                    <a:cubicBezTo>
                      <a:pt x="17891" y="175573"/>
                      <a:pt x="13960" y="176374"/>
                      <a:pt x="2166" y="176641"/>
                    </a:cubicBezTo>
                    <a:lnTo>
                      <a:pt x="2166" y="180648"/>
                    </a:lnTo>
                    <a:lnTo>
                      <a:pt x="79667" y="180648"/>
                    </a:lnTo>
                    <a:lnTo>
                      <a:pt x="79667" y="176641"/>
                    </a:lnTo>
                    <a:cubicBezTo>
                      <a:pt x="57484" y="176374"/>
                      <a:pt x="52991" y="173703"/>
                      <a:pt x="52991" y="160882"/>
                    </a:cubicBezTo>
                    <a:lnTo>
                      <a:pt x="52991" y="611"/>
                    </a:lnTo>
                    <a:lnTo>
                      <a:pt x="50745" y="77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D7F7F6B6-7C70-E252-053F-0E9424246B7E}"/>
                  </a:ext>
                </a:extLst>
              </p:cNvPr>
              <p:cNvSpPr/>
              <p:nvPr>
                <p:custDataLst>
                  <p:tags r:id="rId96"/>
                </p:custDataLst>
              </p:nvPr>
            </p:nvSpPr>
            <p:spPr>
              <a:xfrm>
                <a:off x="10672584" y="7113615"/>
                <a:ext cx="252342" cy="240405"/>
              </a:xfrm>
              <a:custGeom>
                <a:avLst/>
                <a:gdLst>
                  <a:gd name="connsiteX0" fmla="*/ 134158 w 252342"/>
                  <a:gd name="connsiteY0" fmla="*/ 127496 h 240405"/>
                  <a:gd name="connsiteX1" fmla="*/ 240028 w 252342"/>
                  <a:gd name="connsiteY1" fmla="*/ 127496 h 240405"/>
                  <a:gd name="connsiteX2" fmla="*/ 252550 w 252342"/>
                  <a:gd name="connsiteY2" fmla="*/ 120277 h 240405"/>
                  <a:gd name="connsiteX3" fmla="*/ 240028 w 252342"/>
                  <a:gd name="connsiteY3" fmla="*/ 113057 h 240405"/>
                  <a:gd name="connsiteX4" fmla="*/ 134158 w 252342"/>
                  <a:gd name="connsiteY4" fmla="*/ 113057 h 240405"/>
                  <a:gd name="connsiteX5" fmla="*/ 134158 w 252342"/>
                  <a:gd name="connsiteY5" fmla="*/ 11986 h 240405"/>
                  <a:gd name="connsiteX6" fmla="*/ 126569 w 252342"/>
                  <a:gd name="connsiteY6" fmla="*/ 74 h 240405"/>
                  <a:gd name="connsiteX7" fmla="*/ 118979 w 252342"/>
                  <a:gd name="connsiteY7" fmla="*/ 11986 h 240405"/>
                  <a:gd name="connsiteX8" fmla="*/ 118979 w 252342"/>
                  <a:gd name="connsiteY8" fmla="*/ 113057 h 240405"/>
                  <a:gd name="connsiteX9" fmla="*/ 12730 w 252342"/>
                  <a:gd name="connsiteY9" fmla="*/ 113057 h 240405"/>
                  <a:gd name="connsiteX10" fmla="*/ 208 w 252342"/>
                  <a:gd name="connsiteY10" fmla="*/ 120277 h 240405"/>
                  <a:gd name="connsiteX11" fmla="*/ 12730 w 252342"/>
                  <a:gd name="connsiteY11" fmla="*/ 127496 h 240405"/>
                  <a:gd name="connsiteX12" fmla="*/ 118979 w 252342"/>
                  <a:gd name="connsiteY12" fmla="*/ 127496 h 240405"/>
                  <a:gd name="connsiteX13" fmla="*/ 118979 w 252342"/>
                  <a:gd name="connsiteY13" fmla="*/ 228568 h 240405"/>
                  <a:gd name="connsiteX14" fmla="*/ 126569 w 252342"/>
                  <a:gd name="connsiteY14" fmla="*/ 240480 h 240405"/>
                  <a:gd name="connsiteX15" fmla="*/ 134158 w 252342"/>
                  <a:gd name="connsiteY15" fmla="*/ 228568 h 240405"/>
                  <a:gd name="connsiteX16" fmla="*/ 134158 w 252342"/>
                  <a:gd name="connsiteY16" fmla="*/ 127496 h 24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2342" h="240405">
                    <a:moveTo>
                      <a:pt x="134158" y="127496"/>
                    </a:moveTo>
                    <a:lnTo>
                      <a:pt x="240028" y="127496"/>
                    </a:lnTo>
                    <a:cubicBezTo>
                      <a:pt x="245340" y="127496"/>
                      <a:pt x="252550" y="127496"/>
                      <a:pt x="252550" y="120277"/>
                    </a:cubicBezTo>
                    <a:cubicBezTo>
                      <a:pt x="252550" y="113057"/>
                      <a:pt x="245340" y="113057"/>
                      <a:pt x="240028" y="113057"/>
                    </a:cubicBezTo>
                    <a:lnTo>
                      <a:pt x="134158" y="113057"/>
                    </a:lnTo>
                    <a:lnTo>
                      <a:pt x="134158" y="11986"/>
                    </a:lnTo>
                    <a:cubicBezTo>
                      <a:pt x="134158" y="6932"/>
                      <a:pt x="134158" y="74"/>
                      <a:pt x="126569" y="74"/>
                    </a:cubicBezTo>
                    <a:cubicBezTo>
                      <a:pt x="118979" y="74"/>
                      <a:pt x="118979" y="6932"/>
                      <a:pt x="118979" y="11986"/>
                    </a:cubicBezTo>
                    <a:lnTo>
                      <a:pt x="118979" y="113057"/>
                    </a:lnTo>
                    <a:lnTo>
                      <a:pt x="12730" y="113057"/>
                    </a:lnTo>
                    <a:cubicBezTo>
                      <a:pt x="7418" y="113057"/>
                      <a:pt x="208" y="113057"/>
                      <a:pt x="208" y="120277"/>
                    </a:cubicBezTo>
                    <a:cubicBezTo>
                      <a:pt x="208" y="127496"/>
                      <a:pt x="7418" y="127496"/>
                      <a:pt x="12730" y="127496"/>
                    </a:cubicBezTo>
                    <a:lnTo>
                      <a:pt x="118979" y="127496"/>
                    </a:lnTo>
                    <a:lnTo>
                      <a:pt x="118979" y="228568"/>
                    </a:lnTo>
                    <a:cubicBezTo>
                      <a:pt x="118979" y="233621"/>
                      <a:pt x="118979" y="240480"/>
                      <a:pt x="126569" y="240480"/>
                    </a:cubicBezTo>
                    <a:cubicBezTo>
                      <a:pt x="134158" y="240480"/>
                      <a:pt x="134158" y="233621"/>
                      <a:pt x="134158" y="228568"/>
                    </a:cubicBezTo>
                    <a:lnTo>
                      <a:pt x="134158" y="127496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4155F976-57D3-31FE-190A-9773FEB9FD56}"/>
                  </a:ext>
                </a:extLst>
              </p:cNvPr>
              <p:cNvSpPr/>
              <p:nvPr>
                <p:custDataLst>
                  <p:tags r:id="rId97"/>
                </p:custDataLst>
              </p:nvPr>
            </p:nvSpPr>
            <p:spPr>
              <a:xfrm>
                <a:off x="11011562" y="7080044"/>
                <a:ext cx="168860" cy="244015"/>
              </a:xfrm>
              <a:custGeom>
                <a:avLst/>
                <a:gdLst>
                  <a:gd name="connsiteX0" fmla="*/ 169077 w 168860"/>
                  <a:gd name="connsiteY0" fmla="*/ 194637 h 244015"/>
                  <a:gd name="connsiteX1" fmla="*/ 164144 w 168860"/>
                  <a:gd name="connsiteY1" fmla="*/ 192832 h 244015"/>
                  <a:gd name="connsiteX2" fmla="*/ 128095 w 168860"/>
                  <a:gd name="connsiteY2" fmla="*/ 216656 h 244015"/>
                  <a:gd name="connsiteX3" fmla="*/ 37403 w 168860"/>
                  <a:gd name="connsiteY3" fmla="*/ 216656 h 244015"/>
                  <a:gd name="connsiteX4" fmla="*/ 101153 w 168860"/>
                  <a:gd name="connsiteY4" fmla="*/ 153126 h 244015"/>
                  <a:gd name="connsiteX5" fmla="*/ 149724 w 168860"/>
                  <a:gd name="connsiteY5" fmla="*/ 63966 h 244015"/>
                  <a:gd name="connsiteX6" fmla="*/ 79523 w 168860"/>
                  <a:gd name="connsiteY6" fmla="*/ 75 h 244015"/>
                  <a:gd name="connsiteX7" fmla="*/ 24881 w 168860"/>
                  <a:gd name="connsiteY7" fmla="*/ 22455 h 244015"/>
                  <a:gd name="connsiteX8" fmla="*/ 595 w 168860"/>
                  <a:gd name="connsiteY8" fmla="*/ 71908 h 244015"/>
                  <a:gd name="connsiteX9" fmla="*/ 8564 w 168860"/>
                  <a:gd name="connsiteY9" fmla="*/ 73713 h 244015"/>
                  <a:gd name="connsiteX10" fmla="*/ 63586 w 168860"/>
                  <a:gd name="connsiteY10" fmla="*/ 26786 h 244015"/>
                  <a:gd name="connsiteX11" fmla="*/ 117090 w 168860"/>
                  <a:gd name="connsiteY11" fmla="*/ 77683 h 244015"/>
                  <a:gd name="connsiteX12" fmla="*/ 67760 w 168860"/>
                  <a:gd name="connsiteY12" fmla="*/ 171535 h 244015"/>
                  <a:gd name="connsiteX13" fmla="*/ 216 w 168860"/>
                  <a:gd name="connsiteY13" fmla="*/ 239758 h 244015"/>
                  <a:gd name="connsiteX14" fmla="*/ 216 w 168860"/>
                  <a:gd name="connsiteY14" fmla="*/ 244090 h 244015"/>
                  <a:gd name="connsiteX15" fmla="*/ 148206 w 168860"/>
                  <a:gd name="connsiteY15" fmla="*/ 244090 h 244015"/>
                  <a:gd name="connsiteX16" fmla="*/ 169077 w 168860"/>
                  <a:gd name="connsiteY16" fmla="*/ 194637 h 244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8860" h="244015">
                    <a:moveTo>
                      <a:pt x="169077" y="194637"/>
                    </a:moveTo>
                    <a:lnTo>
                      <a:pt x="164144" y="192832"/>
                    </a:lnTo>
                    <a:cubicBezTo>
                      <a:pt x="150103" y="213408"/>
                      <a:pt x="145170" y="216656"/>
                      <a:pt x="128095" y="216656"/>
                    </a:cubicBezTo>
                    <a:lnTo>
                      <a:pt x="37403" y="216656"/>
                    </a:lnTo>
                    <a:lnTo>
                      <a:pt x="101153" y="153126"/>
                    </a:lnTo>
                    <a:cubicBezTo>
                      <a:pt x="134925" y="119556"/>
                      <a:pt x="149724" y="92122"/>
                      <a:pt x="149724" y="63966"/>
                    </a:cubicBezTo>
                    <a:cubicBezTo>
                      <a:pt x="149724" y="27869"/>
                      <a:pt x="118988" y="75"/>
                      <a:pt x="79523" y="75"/>
                    </a:cubicBezTo>
                    <a:cubicBezTo>
                      <a:pt x="58653" y="75"/>
                      <a:pt x="38921" y="8016"/>
                      <a:pt x="24881" y="22455"/>
                    </a:cubicBezTo>
                    <a:cubicBezTo>
                      <a:pt x="12738" y="34728"/>
                      <a:pt x="7046" y="46279"/>
                      <a:pt x="595" y="71908"/>
                    </a:cubicBezTo>
                    <a:lnTo>
                      <a:pt x="8564" y="73713"/>
                    </a:lnTo>
                    <a:cubicBezTo>
                      <a:pt x="23743" y="38338"/>
                      <a:pt x="37403" y="26786"/>
                      <a:pt x="63586" y="26786"/>
                    </a:cubicBezTo>
                    <a:cubicBezTo>
                      <a:pt x="95461" y="26786"/>
                      <a:pt x="117090" y="47362"/>
                      <a:pt x="117090" y="77683"/>
                    </a:cubicBezTo>
                    <a:cubicBezTo>
                      <a:pt x="117090" y="105839"/>
                      <a:pt x="99635" y="139409"/>
                      <a:pt x="67760" y="171535"/>
                    </a:cubicBezTo>
                    <a:lnTo>
                      <a:pt x="216" y="239758"/>
                    </a:lnTo>
                    <a:lnTo>
                      <a:pt x="216" y="244090"/>
                    </a:lnTo>
                    <a:lnTo>
                      <a:pt x="148206" y="244090"/>
                    </a:lnTo>
                    <a:lnTo>
                      <a:pt x="169077" y="194637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27027723-8C2B-0646-616D-FCEAED5D014B}"/>
                  </a:ext>
                </a:extLst>
              </p:cNvPr>
              <p:cNvSpPr/>
              <p:nvPr>
                <p:custDataLst>
                  <p:tags r:id="rId98"/>
                </p:custDataLst>
              </p:nvPr>
            </p:nvSpPr>
            <p:spPr>
              <a:xfrm>
                <a:off x="11199045" y="6993854"/>
                <a:ext cx="124956" cy="180571"/>
              </a:xfrm>
              <a:custGeom>
                <a:avLst/>
                <a:gdLst>
                  <a:gd name="connsiteX0" fmla="*/ 125177 w 124956"/>
                  <a:gd name="connsiteY0" fmla="*/ 144048 h 180571"/>
                  <a:gd name="connsiteX1" fmla="*/ 121527 w 124956"/>
                  <a:gd name="connsiteY1" fmla="*/ 142712 h 180571"/>
                  <a:gd name="connsiteX2" fmla="*/ 94850 w 124956"/>
                  <a:gd name="connsiteY2" fmla="*/ 160342 h 180571"/>
                  <a:gd name="connsiteX3" fmla="*/ 27739 w 124956"/>
                  <a:gd name="connsiteY3" fmla="*/ 160342 h 180571"/>
                  <a:gd name="connsiteX4" fmla="*/ 74913 w 124956"/>
                  <a:gd name="connsiteY4" fmla="*/ 113329 h 180571"/>
                  <a:gd name="connsiteX5" fmla="*/ 110856 w 124956"/>
                  <a:gd name="connsiteY5" fmla="*/ 47351 h 180571"/>
                  <a:gd name="connsiteX6" fmla="*/ 58908 w 124956"/>
                  <a:gd name="connsiteY6" fmla="*/ 71 h 180571"/>
                  <a:gd name="connsiteX7" fmla="*/ 18472 w 124956"/>
                  <a:gd name="connsiteY7" fmla="*/ 16633 h 180571"/>
                  <a:gd name="connsiteX8" fmla="*/ 501 w 124956"/>
                  <a:gd name="connsiteY8" fmla="*/ 53228 h 180571"/>
                  <a:gd name="connsiteX9" fmla="*/ 6398 w 124956"/>
                  <a:gd name="connsiteY9" fmla="*/ 54563 h 180571"/>
                  <a:gd name="connsiteX10" fmla="*/ 47114 w 124956"/>
                  <a:gd name="connsiteY10" fmla="*/ 19838 h 180571"/>
                  <a:gd name="connsiteX11" fmla="*/ 86707 w 124956"/>
                  <a:gd name="connsiteY11" fmla="*/ 57502 h 180571"/>
                  <a:gd name="connsiteX12" fmla="*/ 50203 w 124956"/>
                  <a:gd name="connsiteY12" fmla="*/ 126952 h 180571"/>
                  <a:gd name="connsiteX13" fmla="*/ 220 w 124956"/>
                  <a:gd name="connsiteY13" fmla="*/ 177437 h 180571"/>
                  <a:gd name="connsiteX14" fmla="*/ 220 w 124956"/>
                  <a:gd name="connsiteY14" fmla="*/ 180643 h 180571"/>
                  <a:gd name="connsiteX15" fmla="*/ 109733 w 124956"/>
                  <a:gd name="connsiteY15" fmla="*/ 180643 h 180571"/>
                  <a:gd name="connsiteX16" fmla="*/ 125177 w 124956"/>
                  <a:gd name="connsiteY16" fmla="*/ 144048 h 180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4956" h="180571">
                    <a:moveTo>
                      <a:pt x="125177" y="144048"/>
                    </a:moveTo>
                    <a:lnTo>
                      <a:pt x="121527" y="142712"/>
                    </a:lnTo>
                    <a:cubicBezTo>
                      <a:pt x="111137" y="157938"/>
                      <a:pt x="107486" y="160342"/>
                      <a:pt x="94850" y="160342"/>
                    </a:cubicBezTo>
                    <a:lnTo>
                      <a:pt x="27739" y="160342"/>
                    </a:lnTo>
                    <a:lnTo>
                      <a:pt x="74913" y="113329"/>
                    </a:lnTo>
                    <a:cubicBezTo>
                      <a:pt x="99905" y="88487"/>
                      <a:pt x="110856" y="68186"/>
                      <a:pt x="110856" y="47351"/>
                    </a:cubicBezTo>
                    <a:cubicBezTo>
                      <a:pt x="110856" y="20640"/>
                      <a:pt x="88111" y="71"/>
                      <a:pt x="58908" y="71"/>
                    </a:cubicBezTo>
                    <a:cubicBezTo>
                      <a:pt x="43464" y="71"/>
                      <a:pt x="28862" y="5948"/>
                      <a:pt x="18472" y="16633"/>
                    </a:cubicBezTo>
                    <a:cubicBezTo>
                      <a:pt x="9487" y="25715"/>
                      <a:pt x="5275" y="34262"/>
                      <a:pt x="501" y="53228"/>
                    </a:cubicBezTo>
                    <a:lnTo>
                      <a:pt x="6398" y="54563"/>
                    </a:lnTo>
                    <a:cubicBezTo>
                      <a:pt x="17630" y="28386"/>
                      <a:pt x="27739" y="19838"/>
                      <a:pt x="47114" y="19838"/>
                    </a:cubicBezTo>
                    <a:cubicBezTo>
                      <a:pt x="70701" y="19838"/>
                      <a:pt x="86707" y="35064"/>
                      <a:pt x="86707" y="57502"/>
                    </a:cubicBezTo>
                    <a:cubicBezTo>
                      <a:pt x="86707" y="78337"/>
                      <a:pt x="73790" y="103179"/>
                      <a:pt x="50203" y="126952"/>
                    </a:cubicBezTo>
                    <a:lnTo>
                      <a:pt x="220" y="177437"/>
                    </a:lnTo>
                    <a:lnTo>
                      <a:pt x="220" y="180643"/>
                    </a:lnTo>
                    <a:lnTo>
                      <a:pt x="109733" y="180643"/>
                    </a:lnTo>
                    <a:lnTo>
                      <a:pt x="125177" y="144048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70BB3D1D-5A8D-40AF-FCA4-86499F4D102D}"/>
                  </a:ext>
                </a:extLst>
              </p:cNvPr>
              <p:cNvSpPr/>
              <p:nvPr>
                <p:custDataLst>
                  <p:tags r:id="rId99"/>
                </p:custDataLst>
              </p:nvPr>
            </p:nvSpPr>
            <p:spPr>
              <a:xfrm>
                <a:off x="11459273" y="7146824"/>
                <a:ext cx="183280" cy="173987"/>
              </a:xfrm>
              <a:custGeom>
                <a:avLst/>
                <a:gdLst>
                  <a:gd name="connsiteX0" fmla="*/ 92056 w 183280"/>
                  <a:gd name="connsiteY0" fmla="*/ 76961 h 173987"/>
                  <a:gd name="connsiteX1" fmla="*/ 16164 w 183280"/>
                  <a:gd name="connsiteY1" fmla="*/ 5128 h 173987"/>
                  <a:gd name="connsiteX2" fmla="*/ 7816 w 183280"/>
                  <a:gd name="connsiteY2" fmla="*/ 75 h 173987"/>
                  <a:gd name="connsiteX3" fmla="*/ 226 w 183280"/>
                  <a:gd name="connsiteY3" fmla="*/ 7294 h 173987"/>
                  <a:gd name="connsiteX4" fmla="*/ 5159 w 183280"/>
                  <a:gd name="connsiteY4" fmla="*/ 14514 h 173987"/>
                  <a:gd name="connsiteX5" fmla="*/ 81052 w 183280"/>
                  <a:gd name="connsiteY5" fmla="*/ 87068 h 173987"/>
                  <a:gd name="connsiteX6" fmla="*/ 5159 w 183280"/>
                  <a:gd name="connsiteY6" fmla="*/ 159623 h 173987"/>
                  <a:gd name="connsiteX7" fmla="*/ 226 w 183280"/>
                  <a:gd name="connsiteY7" fmla="*/ 166843 h 173987"/>
                  <a:gd name="connsiteX8" fmla="*/ 7816 w 183280"/>
                  <a:gd name="connsiteY8" fmla="*/ 174062 h 173987"/>
                  <a:gd name="connsiteX9" fmla="*/ 16164 w 183280"/>
                  <a:gd name="connsiteY9" fmla="*/ 169008 h 173987"/>
                  <a:gd name="connsiteX10" fmla="*/ 91677 w 183280"/>
                  <a:gd name="connsiteY10" fmla="*/ 97176 h 173987"/>
                  <a:gd name="connsiteX11" fmla="*/ 170226 w 183280"/>
                  <a:gd name="connsiteY11" fmla="*/ 171896 h 173987"/>
                  <a:gd name="connsiteX12" fmla="*/ 175917 w 183280"/>
                  <a:gd name="connsiteY12" fmla="*/ 174062 h 173987"/>
                  <a:gd name="connsiteX13" fmla="*/ 183507 w 183280"/>
                  <a:gd name="connsiteY13" fmla="*/ 166843 h 173987"/>
                  <a:gd name="connsiteX14" fmla="*/ 182368 w 183280"/>
                  <a:gd name="connsiteY14" fmla="*/ 162872 h 173987"/>
                  <a:gd name="connsiteX15" fmla="*/ 102681 w 183280"/>
                  <a:gd name="connsiteY15" fmla="*/ 87068 h 173987"/>
                  <a:gd name="connsiteX16" fmla="*/ 172123 w 183280"/>
                  <a:gd name="connsiteY16" fmla="*/ 21011 h 173987"/>
                  <a:gd name="connsiteX17" fmla="*/ 181609 w 183280"/>
                  <a:gd name="connsiteY17" fmla="*/ 11987 h 173987"/>
                  <a:gd name="connsiteX18" fmla="*/ 183507 w 183280"/>
                  <a:gd name="connsiteY18" fmla="*/ 7294 h 173987"/>
                  <a:gd name="connsiteX19" fmla="*/ 175917 w 183280"/>
                  <a:gd name="connsiteY19" fmla="*/ 75 h 173987"/>
                  <a:gd name="connsiteX20" fmla="*/ 167190 w 183280"/>
                  <a:gd name="connsiteY20" fmla="*/ 5489 h 173987"/>
                  <a:gd name="connsiteX21" fmla="*/ 92056 w 183280"/>
                  <a:gd name="connsiteY21" fmla="*/ 76961 h 173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3280" h="173987">
                    <a:moveTo>
                      <a:pt x="92056" y="76961"/>
                    </a:moveTo>
                    <a:lnTo>
                      <a:pt x="16164" y="5128"/>
                    </a:lnTo>
                    <a:cubicBezTo>
                      <a:pt x="11610" y="797"/>
                      <a:pt x="10851" y="75"/>
                      <a:pt x="7816" y="75"/>
                    </a:cubicBezTo>
                    <a:cubicBezTo>
                      <a:pt x="4021" y="75"/>
                      <a:pt x="226" y="3323"/>
                      <a:pt x="226" y="7294"/>
                    </a:cubicBezTo>
                    <a:cubicBezTo>
                      <a:pt x="226" y="9821"/>
                      <a:pt x="985" y="10543"/>
                      <a:pt x="5159" y="14514"/>
                    </a:cubicBezTo>
                    <a:lnTo>
                      <a:pt x="81052" y="87068"/>
                    </a:lnTo>
                    <a:lnTo>
                      <a:pt x="5159" y="159623"/>
                    </a:lnTo>
                    <a:cubicBezTo>
                      <a:pt x="985" y="163594"/>
                      <a:pt x="226" y="164316"/>
                      <a:pt x="226" y="166843"/>
                    </a:cubicBezTo>
                    <a:cubicBezTo>
                      <a:pt x="226" y="170813"/>
                      <a:pt x="4021" y="174062"/>
                      <a:pt x="7816" y="174062"/>
                    </a:cubicBezTo>
                    <a:cubicBezTo>
                      <a:pt x="10851" y="174062"/>
                      <a:pt x="11610" y="173340"/>
                      <a:pt x="16164" y="169008"/>
                    </a:cubicBezTo>
                    <a:lnTo>
                      <a:pt x="91677" y="97176"/>
                    </a:lnTo>
                    <a:lnTo>
                      <a:pt x="170226" y="171896"/>
                    </a:lnTo>
                    <a:cubicBezTo>
                      <a:pt x="170985" y="172257"/>
                      <a:pt x="173641" y="174062"/>
                      <a:pt x="175917" y="174062"/>
                    </a:cubicBezTo>
                    <a:cubicBezTo>
                      <a:pt x="180471" y="174062"/>
                      <a:pt x="183507" y="170813"/>
                      <a:pt x="183507" y="166843"/>
                    </a:cubicBezTo>
                    <a:cubicBezTo>
                      <a:pt x="183507" y="166121"/>
                      <a:pt x="183507" y="164677"/>
                      <a:pt x="182368" y="162872"/>
                    </a:cubicBezTo>
                    <a:cubicBezTo>
                      <a:pt x="181989" y="162150"/>
                      <a:pt x="121654" y="105478"/>
                      <a:pt x="102681" y="87068"/>
                    </a:cubicBezTo>
                    <a:lnTo>
                      <a:pt x="172123" y="21011"/>
                    </a:lnTo>
                    <a:cubicBezTo>
                      <a:pt x="174020" y="18845"/>
                      <a:pt x="179712" y="14153"/>
                      <a:pt x="181609" y="11987"/>
                    </a:cubicBezTo>
                    <a:cubicBezTo>
                      <a:pt x="181989" y="11265"/>
                      <a:pt x="183507" y="9821"/>
                      <a:pt x="183507" y="7294"/>
                    </a:cubicBezTo>
                    <a:cubicBezTo>
                      <a:pt x="183507" y="3323"/>
                      <a:pt x="180471" y="75"/>
                      <a:pt x="175917" y="75"/>
                    </a:cubicBezTo>
                    <a:cubicBezTo>
                      <a:pt x="172882" y="75"/>
                      <a:pt x="171364" y="1519"/>
                      <a:pt x="167190" y="5489"/>
                    </a:cubicBezTo>
                    <a:lnTo>
                      <a:pt x="92056" y="7696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F844CCB6-35CE-2185-92EF-97434AC62E88}"/>
                  </a:ext>
                </a:extLst>
              </p:cNvPr>
              <p:cNvSpPr/>
              <p:nvPr>
                <p:custDataLst>
                  <p:tags r:id="rId100"/>
                </p:custDataLst>
              </p:nvPr>
            </p:nvSpPr>
            <p:spPr>
              <a:xfrm>
                <a:off x="11758786" y="7164872"/>
                <a:ext cx="174173" cy="163158"/>
              </a:xfrm>
              <a:custGeom>
                <a:avLst/>
                <a:gdLst>
                  <a:gd name="connsiteX0" fmla="*/ 169855 w 174173"/>
                  <a:gd name="connsiteY0" fmla="*/ 119556 h 163158"/>
                  <a:gd name="connsiteX1" fmla="*/ 159230 w 174173"/>
                  <a:gd name="connsiteY1" fmla="*/ 129663 h 163158"/>
                  <a:gd name="connsiteX2" fmla="*/ 139498 w 174173"/>
                  <a:gd name="connsiteY2" fmla="*/ 144463 h 163158"/>
                  <a:gd name="connsiteX3" fmla="*/ 134186 w 174173"/>
                  <a:gd name="connsiteY3" fmla="*/ 139770 h 163158"/>
                  <a:gd name="connsiteX4" fmla="*/ 167958 w 174173"/>
                  <a:gd name="connsiteY4" fmla="*/ 8738 h 163158"/>
                  <a:gd name="connsiteX5" fmla="*/ 170235 w 174173"/>
                  <a:gd name="connsiteY5" fmla="*/ 1158 h 163158"/>
                  <a:gd name="connsiteX6" fmla="*/ 167578 w 174173"/>
                  <a:gd name="connsiteY6" fmla="*/ 75 h 163158"/>
                  <a:gd name="connsiteX7" fmla="*/ 144431 w 174173"/>
                  <a:gd name="connsiteY7" fmla="*/ 2602 h 163158"/>
                  <a:gd name="connsiteX8" fmla="*/ 143293 w 174173"/>
                  <a:gd name="connsiteY8" fmla="*/ 3684 h 163158"/>
                  <a:gd name="connsiteX9" fmla="*/ 139119 w 174173"/>
                  <a:gd name="connsiteY9" fmla="*/ 21011 h 163158"/>
                  <a:gd name="connsiteX10" fmla="*/ 108762 w 174173"/>
                  <a:gd name="connsiteY10" fmla="*/ 75 h 163158"/>
                  <a:gd name="connsiteX11" fmla="*/ 236 w 174173"/>
                  <a:gd name="connsiteY11" fmla="*/ 123165 h 163158"/>
                  <a:gd name="connsiteX12" fmla="*/ 38941 w 174173"/>
                  <a:gd name="connsiteY12" fmla="*/ 163233 h 163158"/>
                  <a:gd name="connsiteX13" fmla="*/ 115213 w 174173"/>
                  <a:gd name="connsiteY13" fmla="*/ 106561 h 163158"/>
                  <a:gd name="connsiteX14" fmla="*/ 106485 w 174173"/>
                  <a:gd name="connsiteY14" fmla="*/ 148072 h 163158"/>
                  <a:gd name="connsiteX15" fmla="*/ 121664 w 174173"/>
                  <a:gd name="connsiteY15" fmla="*/ 162872 h 163158"/>
                  <a:gd name="connsiteX16" fmla="*/ 174409 w 174173"/>
                  <a:gd name="connsiteY16" fmla="*/ 123165 h 163158"/>
                  <a:gd name="connsiteX17" fmla="*/ 169855 w 174173"/>
                  <a:gd name="connsiteY17" fmla="*/ 119556 h 163158"/>
                  <a:gd name="connsiteX18" fmla="*/ 111039 w 174173"/>
                  <a:gd name="connsiteY18" fmla="*/ 8016 h 163158"/>
                  <a:gd name="connsiteX19" fmla="*/ 132288 w 174173"/>
                  <a:gd name="connsiteY19" fmla="*/ 30035 h 163158"/>
                  <a:gd name="connsiteX20" fmla="*/ 87132 w 174173"/>
                  <a:gd name="connsiteY20" fmla="*/ 129663 h 163158"/>
                  <a:gd name="connsiteX21" fmla="*/ 54119 w 174173"/>
                  <a:gd name="connsiteY21" fmla="*/ 145545 h 163158"/>
                  <a:gd name="connsiteX22" fmla="*/ 32110 w 174173"/>
                  <a:gd name="connsiteY22" fmla="*/ 118473 h 163158"/>
                  <a:gd name="connsiteX23" fmla="*/ 62847 w 174173"/>
                  <a:gd name="connsiteY23" fmla="*/ 39420 h 163158"/>
                  <a:gd name="connsiteX24" fmla="*/ 111039 w 174173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4173" h="163158">
                    <a:moveTo>
                      <a:pt x="169855" y="119556"/>
                    </a:moveTo>
                    <a:cubicBezTo>
                      <a:pt x="164163" y="124970"/>
                      <a:pt x="161887" y="126775"/>
                      <a:pt x="159230" y="129663"/>
                    </a:cubicBezTo>
                    <a:cubicBezTo>
                      <a:pt x="147846" y="140853"/>
                      <a:pt x="142913" y="144463"/>
                      <a:pt x="139498" y="144463"/>
                    </a:cubicBezTo>
                    <a:cubicBezTo>
                      <a:pt x="136463" y="144463"/>
                      <a:pt x="134186" y="142297"/>
                      <a:pt x="134186" y="139770"/>
                    </a:cubicBezTo>
                    <a:cubicBezTo>
                      <a:pt x="134186" y="132551"/>
                      <a:pt x="150123" y="70825"/>
                      <a:pt x="167958" y="8738"/>
                    </a:cubicBezTo>
                    <a:cubicBezTo>
                      <a:pt x="169096" y="5128"/>
                      <a:pt x="169476" y="4406"/>
                      <a:pt x="170235" y="1158"/>
                    </a:cubicBezTo>
                    <a:lnTo>
                      <a:pt x="167578" y="75"/>
                    </a:lnTo>
                    <a:lnTo>
                      <a:pt x="144431" y="2602"/>
                    </a:lnTo>
                    <a:lnTo>
                      <a:pt x="143293" y="3684"/>
                    </a:lnTo>
                    <a:lnTo>
                      <a:pt x="139119" y="21011"/>
                    </a:lnTo>
                    <a:cubicBezTo>
                      <a:pt x="136083" y="7655"/>
                      <a:pt x="125079" y="75"/>
                      <a:pt x="108762" y="75"/>
                    </a:cubicBezTo>
                    <a:cubicBezTo>
                      <a:pt x="58673" y="75"/>
                      <a:pt x="236" y="66132"/>
                      <a:pt x="236" y="123165"/>
                    </a:cubicBezTo>
                    <a:cubicBezTo>
                      <a:pt x="236" y="148433"/>
                      <a:pt x="14655" y="163233"/>
                      <a:pt x="38941" y="163233"/>
                    </a:cubicBezTo>
                    <a:cubicBezTo>
                      <a:pt x="65503" y="163233"/>
                      <a:pt x="81820" y="151321"/>
                      <a:pt x="115213" y="106561"/>
                    </a:cubicBezTo>
                    <a:cubicBezTo>
                      <a:pt x="107623" y="134716"/>
                      <a:pt x="106485" y="139409"/>
                      <a:pt x="106485" y="148072"/>
                    </a:cubicBezTo>
                    <a:cubicBezTo>
                      <a:pt x="106485" y="158540"/>
                      <a:pt x="111039" y="162872"/>
                      <a:pt x="121664" y="162872"/>
                    </a:cubicBezTo>
                    <a:cubicBezTo>
                      <a:pt x="136842" y="162872"/>
                      <a:pt x="146329" y="156014"/>
                      <a:pt x="174409" y="123165"/>
                    </a:cubicBezTo>
                    <a:lnTo>
                      <a:pt x="169855" y="119556"/>
                    </a:lnTo>
                    <a:close/>
                    <a:moveTo>
                      <a:pt x="111039" y="8016"/>
                    </a:moveTo>
                    <a:cubicBezTo>
                      <a:pt x="123940" y="8738"/>
                      <a:pt x="132288" y="17401"/>
                      <a:pt x="132288" y="30035"/>
                    </a:cubicBezTo>
                    <a:cubicBezTo>
                      <a:pt x="132288" y="60357"/>
                      <a:pt x="113315" y="102951"/>
                      <a:pt x="87132" y="129663"/>
                    </a:cubicBezTo>
                    <a:cubicBezTo>
                      <a:pt x="78025" y="139409"/>
                      <a:pt x="65124" y="145545"/>
                      <a:pt x="54119" y="145545"/>
                    </a:cubicBezTo>
                    <a:cubicBezTo>
                      <a:pt x="40838" y="145545"/>
                      <a:pt x="32110" y="135077"/>
                      <a:pt x="32110" y="118473"/>
                    </a:cubicBezTo>
                    <a:cubicBezTo>
                      <a:pt x="32110" y="98980"/>
                      <a:pt x="46530" y="61801"/>
                      <a:pt x="62847" y="39420"/>
                    </a:cubicBezTo>
                    <a:cubicBezTo>
                      <a:pt x="78025" y="18484"/>
                      <a:pt x="95860" y="6933"/>
                      <a:pt x="111039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3F96DCF0-8589-A167-FFA2-88214E5A0339}"/>
                  </a:ext>
                </a:extLst>
              </p:cNvPr>
              <p:cNvSpPr/>
              <p:nvPr>
                <p:custDataLst>
                  <p:tags r:id="rId101"/>
                </p:custDataLst>
              </p:nvPr>
            </p:nvSpPr>
            <p:spPr>
              <a:xfrm>
                <a:off x="11951202" y="7198221"/>
                <a:ext cx="124956" cy="180571"/>
              </a:xfrm>
              <a:custGeom>
                <a:avLst/>
                <a:gdLst>
                  <a:gd name="connsiteX0" fmla="*/ 125197 w 124956"/>
                  <a:gd name="connsiteY0" fmla="*/ 144053 h 180571"/>
                  <a:gd name="connsiteX1" fmla="*/ 121546 w 124956"/>
                  <a:gd name="connsiteY1" fmla="*/ 142718 h 180571"/>
                  <a:gd name="connsiteX2" fmla="*/ 94870 w 124956"/>
                  <a:gd name="connsiteY2" fmla="*/ 160347 h 180571"/>
                  <a:gd name="connsiteX3" fmla="*/ 27758 w 124956"/>
                  <a:gd name="connsiteY3" fmla="*/ 160347 h 180571"/>
                  <a:gd name="connsiteX4" fmla="*/ 74933 w 124956"/>
                  <a:gd name="connsiteY4" fmla="*/ 113335 h 180571"/>
                  <a:gd name="connsiteX5" fmla="*/ 110876 w 124956"/>
                  <a:gd name="connsiteY5" fmla="*/ 47357 h 180571"/>
                  <a:gd name="connsiteX6" fmla="*/ 58927 w 124956"/>
                  <a:gd name="connsiteY6" fmla="*/ 77 h 180571"/>
                  <a:gd name="connsiteX7" fmla="*/ 18492 w 124956"/>
                  <a:gd name="connsiteY7" fmla="*/ 16638 h 180571"/>
                  <a:gd name="connsiteX8" fmla="*/ 521 w 124956"/>
                  <a:gd name="connsiteY8" fmla="*/ 53233 h 180571"/>
                  <a:gd name="connsiteX9" fmla="*/ 6418 w 124956"/>
                  <a:gd name="connsiteY9" fmla="*/ 54569 h 180571"/>
                  <a:gd name="connsiteX10" fmla="*/ 47134 w 124956"/>
                  <a:gd name="connsiteY10" fmla="*/ 19844 h 180571"/>
                  <a:gd name="connsiteX11" fmla="*/ 86727 w 124956"/>
                  <a:gd name="connsiteY11" fmla="*/ 57507 h 180571"/>
                  <a:gd name="connsiteX12" fmla="*/ 50223 w 124956"/>
                  <a:gd name="connsiteY12" fmla="*/ 126958 h 180571"/>
                  <a:gd name="connsiteX13" fmla="*/ 240 w 124956"/>
                  <a:gd name="connsiteY13" fmla="*/ 177443 h 180571"/>
                  <a:gd name="connsiteX14" fmla="*/ 240 w 124956"/>
                  <a:gd name="connsiteY14" fmla="*/ 180648 h 180571"/>
                  <a:gd name="connsiteX15" fmla="*/ 109753 w 124956"/>
                  <a:gd name="connsiteY15" fmla="*/ 180648 h 180571"/>
                  <a:gd name="connsiteX16" fmla="*/ 125197 w 124956"/>
                  <a:gd name="connsiteY16" fmla="*/ 144053 h 180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4956" h="180571">
                    <a:moveTo>
                      <a:pt x="125197" y="144053"/>
                    </a:moveTo>
                    <a:lnTo>
                      <a:pt x="121546" y="142718"/>
                    </a:lnTo>
                    <a:cubicBezTo>
                      <a:pt x="111157" y="157943"/>
                      <a:pt x="107506" y="160347"/>
                      <a:pt x="94870" y="160347"/>
                    </a:cubicBezTo>
                    <a:lnTo>
                      <a:pt x="27758" y="160347"/>
                    </a:lnTo>
                    <a:lnTo>
                      <a:pt x="74933" y="113335"/>
                    </a:lnTo>
                    <a:cubicBezTo>
                      <a:pt x="99925" y="88493"/>
                      <a:pt x="110876" y="68192"/>
                      <a:pt x="110876" y="47357"/>
                    </a:cubicBezTo>
                    <a:cubicBezTo>
                      <a:pt x="110876" y="20645"/>
                      <a:pt x="88131" y="77"/>
                      <a:pt x="58927" y="77"/>
                    </a:cubicBezTo>
                    <a:cubicBezTo>
                      <a:pt x="43483" y="77"/>
                      <a:pt x="28882" y="5954"/>
                      <a:pt x="18492" y="16638"/>
                    </a:cubicBezTo>
                    <a:cubicBezTo>
                      <a:pt x="9506" y="25720"/>
                      <a:pt x="5294" y="34268"/>
                      <a:pt x="521" y="53233"/>
                    </a:cubicBezTo>
                    <a:lnTo>
                      <a:pt x="6418" y="54569"/>
                    </a:lnTo>
                    <a:cubicBezTo>
                      <a:pt x="17650" y="28392"/>
                      <a:pt x="27758" y="19844"/>
                      <a:pt x="47134" y="19844"/>
                    </a:cubicBezTo>
                    <a:cubicBezTo>
                      <a:pt x="70721" y="19844"/>
                      <a:pt x="86727" y="35069"/>
                      <a:pt x="86727" y="57507"/>
                    </a:cubicBezTo>
                    <a:cubicBezTo>
                      <a:pt x="86727" y="78342"/>
                      <a:pt x="73810" y="103184"/>
                      <a:pt x="50223" y="126958"/>
                    </a:cubicBezTo>
                    <a:lnTo>
                      <a:pt x="240" y="177443"/>
                    </a:lnTo>
                    <a:lnTo>
                      <a:pt x="240" y="180648"/>
                    </a:lnTo>
                    <a:lnTo>
                      <a:pt x="109753" y="180648"/>
                    </a:lnTo>
                    <a:lnTo>
                      <a:pt x="125197" y="144053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D94DB635-20E5-56DB-34F9-596947E5E931}"/>
                  </a:ext>
                </a:extLst>
              </p:cNvPr>
              <p:cNvSpPr/>
              <p:nvPr>
                <p:custDataLst>
                  <p:tags r:id="rId102"/>
                </p:custDataLst>
              </p:nvPr>
            </p:nvSpPr>
            <p:spPr>
              <a:xfrm>
                <a:off x="12176899" y="7113615"/>
                <a:ext cx="252342" cy="240405"/>
              </a:xfrm>
              <a:custGeom>
                <a:avLst/>
                <a:gdLst>
                  <a:gd name="connsiteX0" fmla="*/ 134197 w 252342"/>
                  <a:gd name="connsiteY0" fmla="*/ 127496 h 240405"/>
                  <a:gd name="connsiteX1" fmla="*/ 240067 w 252342"/>
                  <a:gd name="connsiteY1" fmla="*/ 127496 h 240405"/>
                  <a:gd name="connsiteX2" fmla="*/ 252590 w 252342"/>
                  <a:gd name="connsiteY2" fmla="*/ 120277 h 240405"/>
                  <a:gd name="connsiteX3" fmla="*/ 240067 w 252342"/>
                  <a:gd name="connsiteY3" fmla="*/ 113057 h 240405"/>
                  <a:gd name="connsiteX4" fmla="*/ 134197 w 252342"/>
                  <a:gd name="connsiteY4" fmla="*/ 113057 h 240405"/>
                  <a:gd name="connsiteX5" fmla="*/ 134197 w 252342"/>
                  <a:gd name="connsiteY5" fmla="*/ 11986 h 240405"/>
                  <a:gd name="connsiteX6" fmla="*/ 126608 w 252342"/>
                  <a:gd name="connsiteY6" fmla="*/ 74 h 240405"/>
                  <a:gd name="connsiteX7" fmla="*/ 119019 w 252342"/>
                  <a:gd name="connsiteY7" fmla="*/ 11986 h 240405"/>
                  <a:gd name="connsiteX8" fmla="*/ 119019 w 252342"/>
                  <a:gd name="connsiteY8" fmla="*/ 113057 h 240405"/>
                  <a:gd name="connsiteX9" fmla="*/ 12769 w 252342"/>
                  <a:gd name="connsiteY9" fmla="*/ 113057 h 240405"/>
                  <a:gd name="connsiteX10" fmla="*/ 247 w 252342"/>
                  <a:gd name="connsiteY10" fmla="*/ 120277 h 240405"/>
                  <a:gd name="connsiteX11" fmla="*/ 12769 w 252342"/>
                  <a:gd name="connsiteY11" fmla="*/ 127496 h 240405"/>
                  <a:gd name="connsiteX12" fmla="*/ 119019 w 252342"/>
                  <a:gd name="connsiteY12" fmla="*/ 127496 h 240405"/>
                  <a:gd name="connsiteX13" fmla="*/ 119019 w 252342"/>
                  <a:gd name="connsiteY13" fmla="*/ 228568 h 240405"/>
                  <a:gd name="connsiteX14" fmla="*/ 126608 w 252342"/>
                  <a:gd name="connsiteY14" fmla="*/ 240480 h 240405"/>
                  <a:gd name="connsiteX15" fmla="*/ 134197 w 252342"/>
                  <a:gd name="connsiteY15" fmla="*/ 228568 h 240405"/>
                  <a:gd name="connsiteX16" fmla="*/ 134197 w 252342"/>
                  <a:gd name="connsiteY16" fmla="*/ 127496 h 24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2342" h="240405">
                    <a:moveTo>
                      <a:pt x="134197" y="127496"/>
                    </a:moveTo>
                    <a:lnTo>
                      <a:pt x="240067" y="127496"/>
                    </a:lnTo>
                    <a:cubicBezTo>
                      <a:pt x="245380" y="127496"/>
                      <a:pt x="252590" y="127496"/>
                      <a:pt x="252590" y="120277"/>
                    </a:cubicBezTo>
                    <a:cubicBezTo>
                      <a:pt x="252590" y="113057"/>
                      <a:pt x="245380" y="113057"/>
                      <a:pt x="240067" y="113057"/>
                    </a:cubicBezTo>
                    <a:lnTo>
                      <a:pt x="134197" y="113057"/>
                    </a:lnTo>
                    <a:lnTo>
                      <a:pt x="134197" y="11986"/>
                    </a:lnTo>
                    <a:cubicBezTo>
                      <a:pt x="134197" y="6932"/>
                      <a:pt x="134197" y="74"/>
                      <a:pt x="126608" y="74"/>
                    </a:cubicBezTo>
                    <a:cubicBezTo>
                      <a:pt x="119019" y="74"/>
                      <a:pt x="119019" y="6932"/>
                      <a:pt x="119019" y="11986"/>
                    </a:cubicBezTo>
                    <a:lnTo>
                      <a:pt x="119019" y="113057"/>
                    </a:lnTo>
                    <a:lnTo>
                      <a:pt x="12769" y="113057"/>
                    </a:lnTo>
                    <a:cubicBezTo>
                      <a:pt x="7457" y="113057"/>
                      <a:pt x="247" y="113057"/>
                      <a:pt x="247" y="120277"/>
                    </a:cubicBezTo>
                    <a:cubicBezTo>
                      <a:pt x="247" y="127496"/>
                      <a:pt x="7457" y="127496"/>
                      <a:pt x="12769" y="127496"/>
                    </a:cubicBezTo>
                    <a:lnTo>
                      <a:pt x="119019" y="127496"/>
                    </a:lnTo>
                    <a:lnTo>
                      <a:pt x="119019" y="228568"/>
                    </a:lnTo>
                    <a:cubicBezTo>
                      <a:pt x="119019" y="233621"/>
                      <a:pt x="119019" y="240480"/>
                      <a:pt x="126608" y="240480"/>
                    </a:cubicBezTo>
                    <a:cubicBezTo>
                      <a:pt x="134197" y="240480"/>
                      <a:pt x="134197" y="233621"/>
                      <a:pt x="134197" y="228568"/>
                    </a:cubicBezTo>
                    <a:lnTo>
                      <a:pt x="134197" y="127496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85323DED-77F4-E9CB-597B-DB404275892B}"/>
                  </a:ext>
                </a:extLst>
              </p:cNvPr>
              <p:cNvSpPr/>
              <p:nvPr>
                <p:custDataLst>
                  <p:tags r:id="rId103"/>
                </p:custDataLst>
              </p:nvPr>
            </p:nvSpPr>
            <p:spPr>
              <a:xfrm>
                <a:off x="12515877" y="7080044"/>
                <a:ext cx="168860" cy="244015"/>
              </a:xfrm>
              <a:custGeom>
                <a:avLst/>
                <a:gdLst>
                  <a:gd name="connsiteX0" fmla="*/ 169116 w 168860"/>
                  <a:gd name="connsiteY0" fmla="*/ 194637 h 244015"/>
                  <a:gd name="connsiteX1" fmla="*/ 164183 w 168860"/>
                  <a:gd name="connsiteY1" fmla="*/ 192832 h 244015"/>
                  <a:gd name="connsiteX2" fmla="*/ 128134 w 168860"/>
                  <a:gd name="connsiteY2" fmla="*/ 216656 h 244015"/>
                  <a:gd name="connsiteX3" fmla="*/ 37443 w 168860"/>
                  <a:gd name="connsiteY3" fmla="*/ 216656 h 244015"/>
                  <a:gd name="connsiteX4" fmla="*/ 101192 w 168860"/>
                  <a:gd name="connsiteY4" fmla="*/ 153126 h 244015"/>
                  <a:gd name="connsiteX5" fmla="*/ 149763 w 168860"/>
                  <a:gd name="connsiteY5" fmla="*/ 63966 h 244015"/>
                  <a:gd name="connsiteX6" fmla="*/ 79563 w 168860"/>
                  <a:gd name="connsiteY6" fmla="*/ 75 h 244015"/>
                  <a:gd name="connsiteX7" fmla="*/ 24920 w 168860"/>
                  <a:gd name="connsiteY7" fmla="*/ 22455 h 244015"/>
                  <a:gd name="connsiteX8" fmla="*/ 635 w 168860"/>
                  <a:gd name="connsiteY8" fmla="*/ 71908 h 244015"/>
                  <a:gd name="connsiteX9" fmla="*/ 8603 w 168860"/>
                  <a:gd name="connsiteY9" fmla="*/ 73713 h 244015"/>
                  <a:gd name="connsiteX10" fmla="*/ 63625 w 168860"/>
                  <a:gd name="connsiteY10" fmla="*/ 26786 h 244015"/>
                  <a:gd name="connsiteX11" fmla="*/ 117130 w 168860"/>
                  <a:gd name="connsiteY11" fmla="*/ 77683 h 244015"/>
                  <a:gd name="connsiteX12" fmla="*/ 67800 w 168860"/>
                  <a:gd name="connsiteY12" fmla="*/ 171535 h 244015"/>
                  <a:gd name="connsiteX13" fmla="*/ 255 w 168860"/>
                  <a:gd name="connsiteY13" fmla="*/ 239758 h 244015"/>
                  <a:gd name="connsiteX14" fmla="*/ 255 w 168860"/>
                  <a:gd name="connsiteY14" fmla="*/ 244090 h 244015"/>
                  <a:gd name="connsiteX15" fmla="*/ 148246 w 168860"/>
                  <a:gd name="connsiteY15" fmla="*/ 244090 h 244015"/>
                  <a:gd name="connsiteX16" fmla="*/ 169116 w 168860"/>
                  <a:gd name="connsiteY16" fmla="*/ 194637 h 244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8860" h="244015">
                    <a:moveTo>
                      <a:pt x="169116" y="194637"/>
                    </a:moveTo>
                    <a:lnTo>
                      <a:pt x="164183" y="192832"/>
                    </a:lnTo>
                    <a:cubicBezTo>
                      <a:pt x="150143" y="213408"/>
                      <a:pt x="145210" y="216656"/>
                      <a:pt x="128134" y="216656"/>
                    </a:cubicBezTo>
                    <a:lnTo>
                      <a:pt x="37443" y="216656"/>
                    </a:lnTo>
                    <a:lnTo>
                      <a:pt x="101192" y="153126"/>
                    </a:lnTo>
                    <a:cubicBezTo>
                      <a:pt x="134964" y="119556"/>
                      <a:pt x="149763" y="92122"/>
                      <a:pt x="149763" y="63966"/>
                    </a:cubicBezTo>
                    <a:cubicBezTo>
                      <a:pt x="149763" y="27869"/>
                      <a:pt x="119027" y="75"/>
                      <a:pt x="79563" y="75"/>
                    </a:cubicBezTo>
                    <a:cubicBezTo>
                      <a:pt x="58692" y="75"/>
                      <a:pt x="38960" y="8016"/>
                      <a:pt x="24920" y="22455"/>
                    </a:cubicBezTo>
                    <a:cubicBezTo>
                      <a:pt x="12777" y="34728"/>
                      <a:pt x="7086" y="46279"/>
                      <a:pt x="635" y="71908"/>
                    </a:cubicBezTo>
                    <a:lnTo>
                      <a:pt x="8603" y="73713"/>
                    </a:lnTo>
                    <a:cubicBezTo>
                      <a:pt x="23782" y="38338"/>
                      <a:pt x="37443" y="26786"/>
                      <a:pt x="63625" y="26786"/>
                    </a:cubicBezTo>
                    <a:cubicBezTo>
                      <a:pt x="95500" y="26786"/>
                      <a:pt x="117130" y="47362"/>
                      <a:pt x="117130" y="77683"/>
                    </a:cubicBezTo>
                    <a:cubicBezTo>
                      <a:pt x="117130" y="105839"/>
                      <a:pt x="99674" y="139409"/>
                      <a:pt x="67800" y="171535"/>
                    </a:cubicBezTo>
                    <a:lnTo>
                      <a:pt x="255" y="239758"/>
                    </a:lnTo>
                    <a:lnTo>
                      <a:pt x="255" y="244090"/>
                    </a:lnTo>
                    <a:lnTo>
                      <a:pt x="148246" y="244090"/>
                    </a:lnTo>
                    <a:lnTo>
                      <a:pt x="169116" y="194637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F69AE9F1-34A6-C77C-60F7-56893662B6FE}"/>
                  </a:ext>
                </a:extLst>
              </p:cNvPr>
              <p:cNvSpPr/>
              <p:nvPr>
                <p:custDataLst>
                  <p:tags r:id="rId104"/>
                </p:custDataLst>
              </p:nvPr>
            </p:nvSpPr>
            <p:spPr>
              <a:xfrm>
                <a:off x="12707010" y="6993854"/>
                <a:ext cx="109231" cy="184310"/>
              </a:xfrm>
              <a:custGeom>
                <a:avLst/>
                <a:gdLst>
                  <a:gd name="connsiteX0" fmla="*/ 31148 w 109231"/>
                  <a:gd name="connsiteY0" fmla="*/ 92494 h 184310"/>
                  <a:gd name="connsiteX1" fmla="*/ 60913 w 109231"/>
                  <a:gd name="connsiteY1" fmla="*/ 95432 h 184310"/>
                  <a:gd name="connsiteX2" fmla="*/ 89274 w 109231"/>
                  <a:gd name="connsiteY2" fmla="*/ 134966 h 184310"/>
                  <a:gd name="connsiteX3" fmla="*/ 52489 w 109231"/>
                  <a:gd name="connsiteY3" fmla="*/ 174766 h 184310"/>
                  <a:gd name="connsiteX4" fmla="*/ 28901 w 109231"/>
                  <a:gd name="connsiteY4" fmla="*/ 166485 h 184310"/>
                  <a:gd name="connsiteX5" fmla="*/ 10930 w 109231"/>
                  <a:gd name="connsiteY5" fmla="*/ 159807 h 184310"/>
                  <a:gd name="connsiteX6" fmla="*/ 260 w 109231"/>
                  <a:gd name="connsiteY6" fmla="*/ 169157 h 184310"/>
                  <a:gd name="connsiteX7" fmla="*/ 31990 w 109231"/>
                  <a:gd name="connsiteY7" fmla="*/ 184382 h 184310"/>
                  <a:gd name="connsiteX8" fmla="*/ 88993 w 109231"/>
                  <a:gd name="connsiteY8" fmla="*/ 166485 h 184310"/>
                  <a:gd name="connsiteX9" fmla="*/ 109491 w 109231"/>
                  <a:gd name="connsiteY9" fmla="*/ 122144 h 184310"/>
                  <a:gd name="connsiteX10" fmla="*/ 96855 w 109231"/>
                  <a:gd name="connsiteY10" fmla="*/ 87686 h 184310"/>
                  <a:gd name="connsiteX11" fmla="*/ 73549 w 109231"/>
                  <a:gd name="connsiteY11" fmla="*/ 73529 h 184310"/>
                  <a:gd name="connsiteX12" fmla="*/ 99944 w 109231"/>
                  <a:gd name="connsiteY12" fmla="*/ 36667 h 184310"/>
                  <a:gd name="connsiteX13" fmla="*/ 56139 w 109231"/>
                  <a:gd name="connsiteY13" fmla="*/ 71 h 184310"/>
                  <a:gd name="connsiteX14" fmla="*/ 19635 w 109231"/>
                  <a:gd name="connsiteY14" fmla="*/ 13160 h 184310"/>
                  <a:gd name="connsiteX15" fmla="*/ 821 w 109231"/>
                  <a:gd name="connsiteY15" fmla="*/ 43344 h 184310"/>
                  <a:gd name="connsiteX16" fmla="*/ 5033 w 109231"/>
                  <a:gd name="connsiteY16" fmla="*/ 44413 h 184310"/>
                  <a:gd name="connsiteX17" fmla="*/ 46873 w 109231"/>
                  <a:gd name="connsiteY17" fmla="*/ 16098 h 184310"/>
                  <a:gd name="connsiteX18" fmla="*/ 77761 w 109231"/>
                  <a:gd name="connsiteY18" fmla="*/ 44680 h 184310"/>
                  <a:gd name="connsiteX19" fmla="*/ 66529 w 109231"/>
                  <a:gd name="connsiteY19" fmla="*/ 70590 h 184310"/>
                  <a:gd name="connsiteX20" fmla="*/ 31148 w 109231"/>
                  <a:gd name="connsiteY20" fmla="*/ 89021 h 184310"/>
                  <a:gd name="connsiteX21" fmla="*/ 31148 w 109231"/>
                  <a:gd name="connsiteY21" fmla="*/ 92494 h 18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9231" h="184310">
                    <a:moveTo>
                      <a:pt x="31148" y="92494"/>
                    </a:moveTo>
                    <a:cubicBezTo>
                      <a:pt x="47715" y="92494"/>
                      <a:pt x="54174" y="93028"/>
                      <a:pt x="60913" y="95432"/>
                    </a:cubicBezTo>
                    <a:cubicBezTo>
                      <a:pt x="78322" y="101309"/>
                      <a:pt x="89274" y="116535"/>
                      <a:pt x="89274" y="134966"/>
                    </a:cubicBezTo>
                    <a:cubicBezTo>
                      <a:pt x="89274" y="157403"/>
                      <a:pt x="73268" y="174766"/>
                      <a:pt x="52489" y="174766"/>
                    </a:cubicBezTo>
                    <a:cubicBezTo>
                      <a:pt x="44907" y="174766"/>
                      <a:pt x="39291" y="172896"/>
                      <a:pt x="28901" y="166485"/>
                    </a:cubicBezTo>
                    <a:cubicBezTo>
                      <a:pt x="20477" y="161677"/>
                      <a:pt x="15704" y="159807"/>
                      <a:pt x="10930" y="159807"/>
                    </a:cubicBezTo>
                    <a:cubicBezTo>
                      <a:pt x="4472" y="159807"/>
                      <a:pt x="260" y="163547"/>
                      <a:pt x="260" y="169157"/>
                    </a:cubicBezTo>
                    <a:cubicBezTo>
                      <a:pt x="260" y="178506"/>
                      <a:pt x="12334" y="184382"/>
                      <a:pt x="31990" y="184382"/>
                    </a:cubicBezTo>
                    <a:cubicBezTo>
                      <a:pt x="53612" y="184382"/>
                      <a:pt x="75795" y="177437"/>
                      <a:pt x="88993" y="166485"/>
                    </a:cubicBezTo>
                    <a:cubicBezTo>
                      <a:pt x="102191" y="155534"/>
                      <a:pt x="109491" y="140041"/>
                      <a:pt x="109491" y="122144"/>
                    </a:cubicBezTo>
                    <a:cubicBezTo>
                      <a:pt x="109491" y="108521"/>
                      <a:pt x="104999" y="95966"/>
                      <a:pt x="96855" y="87686"/>
                    </a:cubicBezTo>
                    <a:cubicBezTo>
                      <a:pt x="91239" y="81809"/>
                      <a:pt x="85904" y="78604"/>
                      <a:pt x="73549" y="73529"/>
                    </a:cubicBezTo>
                    <a:cubicBezTo>
                      <a:pt x="92924" y="60974"/>
                      <a:pt x="99944" y="51091"/>
                      <a:pt x="99944" y="36667"/>
                    </a:cubicBezTo>
                    <a:cubicBezTo>
                      <a:pt x="99944" y="15030"/>
                      <a:pt x="81973" y="71"/>
                      <a:pt x="56139" y="71"/>
                    </a:cubicBezTo>
                    <a:cubicBezTo>
                      <a:pt x="42099" y="71"/>
                      <a:pt x="29744" y="4612"/>
                      <a:pt x="19635" y="13160"/>
                    </a:cubicBezTo>
                    <a:cubicBezTo>
                      <a:pt x="11211" y="20372"/>
                      <a:pt x="6999" y="27317"/>
                      <a:pt x="821" y="43344"/>
                    </a:cubicBezTo>
                    <a:lnTo>
                      <a:pt x="5033" y="44413"/>
                    </a:lnTo>
                    <a:cubicBezTo>
                      <a:pt x="16546" y="24913"/>
                      <a:pt x="29182" y="16098"/>
                      <a:pt x="46873" y="16098"/>
                    </a:cubicBezTo>
                    <a:cubicBezTo>
                      <a:pt x="65125" y="16098"/>
                      <a:pt x="77761" y="27852"/>
                      <a:pt x="77761" y="44680"/>
                    </a:cubicBezTo>
                    <a:cubicBezTo>
                      <a:pt x="77761" y="54296"/>
                      <a:pt x="73549" y="63912"/>
                      <a:pt x="66529" y="70590"/>
                    </a:cubicBezTo>
                    <a:cubicBezTo>
                      <a:pt x="58105" y="78604"/>
                      <a:pt x="50242" y="82611"/>
                      <a:pt x="31148" y="89021"/>
                    </a:cubicBezTo>
                    <a:lnTo>
                      <a:pt x="31148" y="92494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53C3045B-BDA5-907A-66CC-7ED498E8A12C}"/>
                  </a:ext>
                </a:extLst>
              </p:cNvPr>
              <p:cNvSpPr/>
              <p:nvPr>
                <p:custDataLst>
                  <p:tags r:id="rId105"/>
                </p:custDataLst>
              </p:nvPr>
            </p:nvSpPr>
            <p:spPr>
              <a:xfrm>
                <a:off x="12963588" y="7146824"/>
                <a:ext cx="183280" cy="173987"/>
              </a:xfrm>
              <a:custGeom>
                <a:avLst/>
                <a:gdLst>
                  <a:gd name="connsiteX0" fmla="*/ 92096 w 183280"/>
                  <a:gd name="connsiteY0" fmla="*/ 76961 h 173987"/>
                  <a:gd name="connsiteX1" fmla="*/ 16203 w 183280"/>
                  <a:gd name="connsiteY1" fmla="*/ 5128 h 173987"/>
                  <a:gd name="connsiteX2" fmla="*/ 7855 w 183280"/>
                  <a:gd name="connsiteY2" fmla="*/ 75 h 173987"/>
                  <a:gd name="connsiteX3" fmla="*/ 266 w 183280"/>
                  <a:gd name="connsiteY3" fmla="*/ 7294 h 173987"/>
                  <a:gd name="connsiteX4" fmla="*/ 5199 w 183280"/>
                  <a:gd name="connsiteY4" fmla="*/ 14514 h 173987"/>
                  <a:gd name="connsiteX5" fmla="*/ 81091 w 183280"/>
                  <a:gd name="connsiteY5" fmla="*/ 87068 h 173987"/>
                  <a:gd name="connsiteX6" fmla="*/ 5199 w 183280"/>
                  <a:gd name="connsiteY6" fmla="*/ 159623 h 173987"/>
                  <a:gd name="connsiteX7" fmla="*/ 266 w 183280"/>
                  <a:gd name="connsiteY7" fmla="*/ 166843 h 173987"/>
                  <a:gd name="connsiteX8" fmla="*/ 7855 w 183280"/>
                  <a:gd name="connsiteY8" fmla="*/ 174062 h 173987"/>
                  <a:gd name="connsiteX9" fmla="*/ 16203 w 183280"/>
                  <a:gd name="connsiteY9" fmla="*/ 169008 h 173987"/>
                  <a:gd name="connsiteX10" fmla="*/ 91716 w 183280"/>
                  <a:gd name="connsiteY10" fmla="*/ 97176 h 173987"/>
                  <a:gd name="connsiteX11" fmla="*/ 170265 w 183280"/>
                  <a:gd name="connsiteY11" fmla="*/ 171896 h 173987"/>
                  <a:gd name="connsiteX12" fmla="*/ 175957 w 183280"/>
                  <a:gd name="connsiteY12" fmla="*/ 174062 h 173987"/>
                  <a:gd name="connsiteX13" fmla="*/ 183546 w 183280"/>
                  <a:gd name="connsiteY13" fmla="*/ 166843 h 173987"/>
                  <a:gd name="connsiteX14" fmla="*/ 182408 w 183280"/>
                  <a:gd name="connsiteY14" fmla="*/ 162872 h 173987"/>
                  <a:gd name="connsiteX15" fmla="*/ 102721 w 183280"/>
                  <a:gd name="connsiteY15" fmla="*/ 87068 h 173987"/>
                  <a:gd name="connsiteX16" fmla="*/ 172162 w 183280"/>
                  <a:gd name="connsiteY16" fmla="*/ 21011 h 173987"/>
                  <a:gd name="connsiteX17" fmla="*/ 181649 w 183280"/>
                  <a:gd name="connsiteY17" fmla="*/ 11987 h 173987"/>
                  <a:gd name="connsiteX18" fmla="*/ 183546 w 183280"/>
                  <a:gd name="connsiteY18" fmla="*/ 7294 h 173987"/>
                  <a:gd name="connsiteX19" fmla="*/ 175957 w 183280"/>
                  <a:gd name="connsiteY19" fmla="*/ 75 h 173987"/>
                  <a:gd name="connsiteX20" fmla="*/ 167229 w 183280"/>
                  <a:gd name="connsiteY20" fmla="*/ 5489 h 173987"/>
                  <a:gd name="connsiteX21" fmla="*/ 92096 w 183280"/>
                  <a:gd name="connsiteY21" fmla="*/ 76961 h 173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3280" h="173987">
                    <a:moveTo>
                      <a:pt x="92096" y="76961"/>
                    </a:moveTo>
                    <a:lnTo>
                      <a:pt x="16203" y="5128"/>
                    </a:lnTo>
                    <a:cubicBezTo>
                      <a:pt x="11650" y="797"/>
                      <a:pt x="10891" y="75"/>
                      <a:pt x="7855" y="75"/>
                    </a:cubicBezTo>
                    <a:cubicBezTo>
                      <a:pt x="4060" y="75"/>
                      <a:pt x="266" y="3323"/>
                      <a:pt x="266" y="7294"/>
                    </a:cubicBezTo>
                    <a:cubicBezTo>
                      <a:pt x="266" y="9821"/>
                      <a:pt x="1025" y="10543"/>
                      <a:pt x="5199" y="14514"/>
                    </a:cubicBezTo>
                    <a:lnTo>
                      <a:pt x="81091" y="87068"/>
                    </a:lnTo>
                    <a:lnTo>
                      <a:pt x="5199" y="159623"/>
                    </a:lnTo>
                    <a:cubicBezTo>
                      <a:pt x="1025" y="163594"/>
                      <a:pt x="266" y="164316"/>
                      <a:pt x="266" y="166843"/>
                    </a:cubicBezTo>
                    <a:cubicBezTo>
                      <a:pt x="266" y="170813"/>
                      <a:pt x="4060" y="174062"/>
                      <a:pt x="7855" y="174062"/>
                    </a:cubicBezTo>
                    <a:cubicBezTo>
                      <a:pt x="10891" y="174062"/>
                      <a:pt x="11650" y="173340"/>
                      <a:pt x="16203" y="169008"/>
                    </a:cubicBezTo>
                    <a:lnTo>
                      <a:pt x="91716" y="97176"/>
                    </a:lnTo>
                    <a:lnTo>
                      <a:pt x="170265" y="171896"/>
                    </a:lnTo>
                    <a:cubicBezTo>
                      <a:pt x="171024" y="172257"/>
                      <a:pt x="173680" y="174062"/>
                      <a:pt x="175957" y="174062"/>
                    </a:cubicBezTo>
                    <a:cubicBezTo>
                      <a:pt x="180510" y="174062"/>
                      <a:pt x="183546" y="170813"/>
                      <a:pt x="183546" y="166843"/>
                    </a:cubicBezTo>
                    <a:cubicBezTo>
                      <a:pt x="183546" y="166121"/>
                      <a:pt x="183546" y="164677"/>
                      <a:pt x="182408" y="162872"/>
                    </a:cubicBezTo>
                    <a:cubicBezTo>
                      <a:pt x="182028" y="162150"/>
                      <a:pt x="121694" y="105478"/>
                      <a:pt x="102721" y="87068"/>
                    </a:cubicBezTo>
                    <a:lnTo>
                      <a:pt x="172162" y="21011"/>
                    </a:lnTo>
                    <a:cubicBezTo>
                      <a:pt x="174060" y="18845"/>
                      <a:pt x="179751" y="14153"/>
                      <a:pt x="181649" y="11987"/>
                    </a:cubicBezTo>
                    <a:cubicBezTo>
                      <a:pt x="182028" y="11265"/>
                      <a:pt x="183546" y="9821"/>
                      <a:pt x="183546" y="7294"/>
                    </a:cubicBezTo>
                    <a:cubicBezTo>
                      <a:pt x="183546" y="3323"/>
                      <a:pt x="180510" y="75"/>
                      <a:pt x="175957" y="75"/>
                    </a:cubicBezTo>
                    <a:cubicBezTo>
                      <a:pt x="172921" y="75"/>
                      <a:pt x="171403" y="1519"/>
                      <a:pt x="167229" y="5489"/>
                    </a:cubicBezTo>
                    <a:lnTo>
                      <a:pt x="92096" y="7696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3094D116-C782-C5C7-E5A3-BAA25DE61BAB}"/>
                  </a:ext>
                </a:extLst>
              </p:cNvPr>
              <p:cNvSpPr/>
              <p:nvPr>
                <p:custDataLst>
                  <p:tags r:id="rId106"/>
                </p:custDataLst>
              </p:nvPr>
            </p:nvSpPr>
            <p:spPr>
              <a:xfrm>
                <a:off x="13263101" y="7164872"/>
                <a:ext cx="174173" cy="163158"/>
              </a:xfrm>
              <a:custGeom>
                <a:avLst/>
                <a:gdLst>
                  <a:gd name="connsiteX0" fmla="*/ 169895 w 174173"/>
                  <a:gd name="connsiteY0" fmla="*/ 119556 h 163158"/>
                  <a:gd name="connsiteX1" fmla="*/ 159270 w 174173"/>
                  <a:gd name="connsiteY1" fmla="*/ 129663 h 163158"/>
                  <a:gd name="connsiteX2" fmla="*/ 139538 w 174173"/>
                  <a:gd name="connsiteY2" fmla="*/ 144463 h 163158"/>
                  <a:gd name="connsiteX3" fmla="*/ 134225 w 174173"/>
                  <a:gd name="connsiteY3" fmla="*/ 139770 h 163158"/>
                  <a:gd name="connsiteX4" fmla="*/ 167997 w 174173"/>
                  <a:gd name="connsiteY4" fmla="*/ 8738 h 163158"/>
                  <a:gd name="connsiteX5" fmla="*/ 170274 w 174173"/>
                  <a:gd name="connsiteY5" fmla="*/ 1158 h 163158"/>
                  <a:gd name="connsiteX6" fmla="*/ 167618 w 174173"/>
                  <a:gd name="connsiteY6" fmla="*/ 75 h 163158"/>
                  <a:gd name="connsiteX7" fmla="*/ 144471 w 174173"/>
                  <a:gd name="connsiteY7" fmla="*/ 2602 h 163158"/>
                  <a:gd name="connsiteX8" fmla="*/ 143332 w 174173"/>
                  <a:gd name="connsiteY8" fmla="*/ 3684 h 163158"/>
                  <a:gd name="connsiteX9" fmla="*/ 139158 w 174173"/>
                  <a:gd name="connsiteY9" fmla="*/ 21011 h 163158"/>
                  <a:gd name="connsiteX10" fmla="*/ 108801 w 174173"/>
                  <a:gd name="connsiteY10" fmla="*/ 75 h 163158"/>
                  <a:gd name="connsiteX11" fmla="*/ 275 w 174173"/>
                  <a:gd name="connsiteY11" fmla="*/ 123165 h 163158"/>
                  <a:gd name="connsiteX12" fmla="*/ 38980 w 174173"/>
                  <a:gd name="connsiteY12" fmla="*/ 163233 h 163158"/>
                  <a:gd name="connsiteX13" fmla="*/ 115252 w 174173"/>
                  <a:gd name="connsiteY13" fmla="*/ 106561 h 163158"/>
                  <a:gd name="connsiteX14" fmla="*/ 106524 w 174173"/>
                  <a:gd name="connsiteY14" fmla="*/ 148072 h 163158"/>
                  <a:gd name="connsiteX15" fmla="*/ 121703 w 174173"/>
                  <a:gd name="connsiteY15" fmla="*/ 162872 h 163158"/>
                  <a:gd name="connsiteX16" fmla="*/ 174448 w 174173"/>
                  <a:gd name="connsiteY16" fmla="*/ 123165 h 163158"/>
                  <a:gd name="connsiteX17" fmla="*/ 169895 w 174173"/>
                  <a:gd name="connsiteY17" fmla="*/ 119556 h 163158"/>
                  <a:gd name="connsiteX18" fmla="*/ 111078 w 174173"/>
                  <a:gd name="connsiteY18" fmla="*/ 8016 h 163158"/>
                  <a:gd name="connsiteX19" fmla="*/ 132328 w 174173"/>
                  <a:gd name="connsiteY19" fmla="*/ 30035 h 163158"/>
                  <a:gd name="connsiteX20" fmla="*/ 87172 w 174173"/>
                  <a:gd name="connsiteY20" fmla="*/ 129663 h 163158"/>
                  <a:gd name="connsiteX21" fmla="*/ 54159 w 174173"/>
                  <a:gd name="connsiteY21" fmla="*/ 145545 h 163158"/>
                  <a:gd name="connsiteX22" fmla="*/ 32150 w 174173"/>
                  <a:gd name="connsiteY22" fmla="*/ 118473 h 163158"/>
                  <a:gd name="connsiteX23" fmla="*/ 62886 w 174173"/>
                  <a:gd name="connsiteY23" fmla="*/ 39420 h 163158"/>
                  <a:gd name="connsiteX24" fmla="*/ 111078 w 174173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4173" h="163158">
                    <a:moveTo>
                      <a:pt x="169895" y="119556"/>
                    </a:moveTo>
                    <a:cubicBezTo>
                      <a:pt x="164203" y="124970"/>
                      <a:pt x="161926" y="126775"/>
                      <a:pt x="159270" y="129663"/>
                    </a:cubicBezTo>
                    <a:cubicBezTo>
                      <a:pt x="147886" y="140853"/>
                      <a:pt x="142953" y="144463"/>
                      <a:pt x="139538" y="144463"/>
                    </a:cubicBezTo>
                    <a:cubicBezTo>
                      <a:pt x="136502" y="144463"/>
                      <a:pt x="134225" y="142297"/>
                      <a:pt x="134225" y="139770"/>
                    </a:cubicBezTo>
                    <a:cubicBezTo>
                      <a:pt x="134225" y="132551"/>
                      <a:pt x="150163" y="70825"/>
                      <a:pt x="167997" y="8738"/>
                    </a:cubicBezTo>
                    <a:cubicBezTo>
                      <a:pt x="169136" y="5128"/>
                      <a:pt x="169515" y="4406"/>
                      <a:pt x="170274" y="1158"/>
                    </a:cubicBezTo>
                    <a:lnTo>
                      <a:pt x="167618" y="75"/>
                    </a:lnTo>
                    <a:lnTo>
                      <a:pt x="144471" y="2602"/>
                    </a:lnTo>
                    <a:lnTo>
                      <a:pt x="143332" y="3684"/>
                    </a:lnTo>
                    <a:lnTo>
                      <a:pt x="139158" y="21011"/>
                    </a:lnTo>
                    <a:cubicBezTo>
                      <a:pt x="136122" y="7655"/>
                      <a:pt x="125118" y="75"/>
                      <a:pt x="108801" y="75"/>
                    </a:cubicBezTo>
                    <a:cubicBezTo>
                      <a:pt x="58712" y="75"/>
                      <a:pt x="275" y="66132"/>
                      <a:pt x="275" y="123165"/>
                    </a:cubicBezTo>
                    <a:cubicBezTo>
                      <a:pt x="275" y="148433"/>
                      <a:pt x="14694" y="163233"/>
                      <a:pt x="38980" y="163233"/>
                    </a:cubicBezTo>
                    <a:cubicBezTo>
                      <a:pt x="65542" y="163233"/>
                      <a:pt x="81859" y="151321"/>
                      <a:pt x="115252" y="106561"/>
                    </a:cubicBezTo>
                    <a:cubicBezTo>
                      <a:pt x="107663" y="134716"/>
                      <a:pt x="106524" y="139409"/>
                      <a:pt x="106524" y="148072"/>
                    </a:cubicBezTo>
                    <a:cubicBezTo>
                      <a:pt x="106524" y="158540"/>
                      <a:pt x="111078" y="162872"/>
                      <a:pt x="121703" y="162872"/>
                    </a:cubicBezTo>
                    <a:cubicBezTo>
                      <a:pt x="136881" y="162872"/>
                      <a:pt x="146368" y="156014"/>
                      <a:pt x="174448" y="123165"/>
                    </a:cubicBezTo>
                    <a:lnTo>
                      <a:pt x="169895" y="119556"/>
                    </a:lnTo>
                    <a:close/>
                    <a:moveTo>
                      <a:pt x="111078" y="8016"/>
                    </a:moveTo>
                    <a:cubicBezTo>
                      <a:pt x="123980" y="8738"/>
                      <a:pt x="132328" y="17401"/>
                      <a:pt x="132328" y="30035"/>
                    </a:cubicBezTo>
                    <a:cubicBezTo>
                      <a:pt x="132328" y="60357"/>
                      <a:pt x="113355" y="102951"/>
                      <a:pt x="87172" y="129663"/>
                    </a:cubicBezTo>
                    <a:cubicBezTo>
                      <a:pt x="78065" y="139409"/>
                      <a:pt x="65163" y="145545"/>
                      <a:pt x="54159" y="145545"/>
                    </a:cubicBezTo>
                    <a:cubicBezTo>
                      <a:pt x="40877" y="145545"/>
                      <a:pt x="32150" y="135077"/>
                      <a:pt x="32150" y="118473"/>
                    </a:cubicBezTo>
                    <a:cubicBezTo>
                      <a:pt x="32150" y="98980"/>
                      <a:pt x="46569" y="61801"/>
                      <a:pt x="62886" y="39420"/>
                    </a:cubicBezTo>
                    <a:cubicBezTo>
                      <a:pt x="78065" y="18484"/>
                      <a:pt x="95899" y="6933"/>
                      <a:pt x="111078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25B593E7-E2CF-89F7-6856-0639106F7E83}"/>
                  </a:ext>
                </a:extLst>
              </p:cNvPr>
              <p:cNvSpPr/>
              <p:nvPr>
                <p:custDataLst>
                  <p:tags r:id="rId107"/>
                </p:custDataLst>
              </p:nvPr>
            </p:nvSpPr>
            <p:spPr>
              <a:xfrm>
                <a:off x="13459167" y="7198221"/>
                <a:ext cx="109231" cy="184310"/>
              </a:xfrm>
              <a:custGeom>
                <a:avLst/>
                <a:gdLst>
                  <a:gd name="connsiteX0" fmla="*/ 31167 w 109231"/>
                  <a:gd name="connsiteY0" fmla="*/ 92500 h 184310"/>
                  <a:gd name="connsiteX1" fmla="*/ 60932 w 109231"/>
                  <a:gd name="connsiteY1" fmla="*/ 95438 h 184310"/>
                  <a:gd name="connsiteX2" fmla="*/ 89293 w 109231"/>
                  <a:gd name="connsiteY2" fmla="*/ 134971 h 184310"/>
                  <a:gd name="connsiteX3" fmla="*/ 52508 w 109231"/>
                  <a:gd name="connsiteY3" fmla="*/ 174772 h 184310"/>
                  <a:gd name="connsiteX4" fmla="*/ 28921 w 109231"/>
                  <a:gd name="connsiteY4" fmla="*/ 166491 h 184310"/>
                  <a:gd name="connsiteX5" fmla="*/ 10950 w 109231"/>
                  <a:gd name="connsiteY5" fmla="*/ 159813 h 184310"/>
                  <a:gd name="connsiteX6" fmla="*/ 279 w 109231"/>
                  <a:gd name="connsiteY6" fmla="*/ 169162 h 184310"/>
                  <a:gd name="connsiteX7" fmla="*/ 32010 w 109231"/>
                  <a:gd name="connsiteY7" fmla="*/ 184388 h 184310"/>
                  <a:gd name="connsiteX8" fmla="*/ 89013 w 109231"/>
                  <a:gd name="connsiteY8" fmla="*/ 166491 h 184310"/>
                  <a:gd name="connsiteX9" fmla="*/ 109511 w 109231"/>
                  <a:gd name="connsiteY9" fmla="*/ 122150 h 184310"/>
                  <a:gd name="connsiteX10" fmla="*/ 96875 w 109231"/>
                  <a:gd name="connsiteY10" fmla="*/ 87691 h 184310"/>
                  <a:gd name="connsiteX11" fmla="*/ 73569 w 109231"/>
                  <a:gd name="connsiteY11" fmla="*/ 73534 h 184310"/>
                  <a:gd name="connsiteX12" fmla="*/ 99964 w 109231"/>
                  <a:gd name="connsiteY12" fmla="*/ 36672 h 184310"/>
                  <a:gd name="connsiteX13" fmla="*/ 56159 w 109231"/>
                  <a:gd name="connsiteY13" fmla="*/ 77 h 184310"/>
                  <a:gd name="connsiteX14" fmla="*/ 19655 w 109231"/>
                  <a:gd name="connsiteY14" fmla="*/ 13166 h 184310"/>
                  <a:gd name="connsiteX15" fmla="*/ 841 w 109231"/>
                  <a:gd name="connsiteY15" fmla="*/ 43350 h 184310"/>
                  <a:gd name="connsiteX16" fmla="*/ 5053 w 109231"/>
                  <a:gd name="connsiteY16" fmla="*/ 44419 h 184310"/>
                  <a:gd name="connsiteX17" fmla="*/ 46892 w 109231"/>
                  <a:gd name="connsiteY17" fmla="*/ 16104 h 184310"/>
                  <a:gd name="connsiteX18" fmla="*/ 77781 w 109231"/>
                  <a:gd name="connsiteY18" fmla="*/ 44686 h 184310"/>
                  <a:gd name="connsiteX19" fmla="*/ 66548 w 109231"/>
                  <a:gd name="connsiteY19" fmla="*/ 70596 h 184310"/>
                  <a:gd name="connsiteX20" fmla="*/ 31167 w 109231"/>
                  <a:gd name="connsiteY20" fmla="*/ 89027 h 184310"/>
                  <a:gd name="connsiteX21" fmla="*/ 31167 w 109231"/>
                  <a:gd name="connsiteY21" fmla="*/ 92500 h 18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9231" h="184310">
                    <a:moveTo>
                      <a:pt x="31167" y="92500"/>
                    </a:moveTo>
                    <a:cubicBezTo>
                      <a:pt x="47735" y="92500"/>
                      <a:pt x="54193" y="93034"/>
                      <a:pt x="60932" y="95438"/>
                    </a:cubicBezTo>
                    <a:cubicBezTo>
                      <a:pt x="78342" y="101314"/>
                      <a:pt x="89293" y="116540"/>
                      <a:pt x="89293" y="134971"/>
                    </a:cubicBezTo>
                    <a:cubicBezTo>
                      <a:pt x="89293" y="157409"/>
                      <a:pt x="73288" y="174772"/>
                      <a:pt x="52508" y="174772"/>
                    </a:cubicBezTo>
                    <a:cubicBezTo>
                      <a:pt x="44927" y="174772"/>
                      <a:pt x="39311" y="172902"/>
                      <a:pt x="28921" y="166491"/>
                    </a:cubicBezTo>
                    <a:cubicBezTo>
                      <a:pt x="20497" y="161683"/>
                      <a:pt x="15723" y="159813"/>
                      <a:pt x="10950" y="159813"/>
                    </a:cubicBezTo>
                    <a:cubicBezTo>
                      <a:pt x="4491" y="159813"/>
                      <a:pt x="279" y="163553"/>
                      <a:pt x="279" y="169162"/>
                    </a:cubicBezTo>
                    <a:cubicBezTo>
                      <a:pt x="279" y="178511"/>
                      <a:pt x="12354" y="184388"/>
                      <a:pt x="32010" y="184388"/>
                    </a:cubicBezTo>
                    <a:cubicBezTo>
                      <a:pt x="53632" y="184388"/>
                      <a:pt x="75815" y="177443"/>
                      <a:pt x="89013" y="166491"/>
                    </a:cubicBezTo>
                    <a:cubicBezTo>
                      <a:pt x="102210" y="155539"/>
                      <a:pt x="109511" y="140046"/>
                      <a:pt x="109511" y="122150"/>
                    </a:cubicBezTo>
                    <a:cubicBezTo>
                      <a:pt x="109511" y="108527"/>
                      <a:pt x="105018" y="95972"/>
                      <a:pt x="96875" y="87691"/>
                    </a:cubicBezTo>
                    <a:cubicBezTo>
                      <a:pt x="91259" y="81815"/>
                      <a:pt x="85924" y="78610"/>
                      <a:pt x="73569" y="73534"/>
                    </a:cubicBezTo>
                    <a:cubicBezTo>
                      <a:pt x="92944" y="60980"/>
                      <a:pt x="99964" y="51096"/>
                      <a:pt x="99964" y="36672"/>
                    </a:cubicBezTo>
                    <a:cubicBezTo>
                      <a:pt x="99964" y="15036"/>
                      <a:pt x="81993" y="77"/>
                      <a:pt x="56159" y="77"/>
                    </a:cubicBezTo>
                    <a:cubicBezTo>
                      <a:pt x="42119" y="77"/>
                      <a:pt x="29763" y="4618"/>
                      <a:pt x="19655" y="13166"/>
                    </a:cubicBezTo>
                    <a:cubicBezTo>
                      <a:pt x="11231" y="20378"/>
                      <a:pt x="7019" y="27323"/>
                      <a:pt x="841" y="43350"/>
                    </a:cubicBezTo>
                    <a:lnTo>
                      <a:pt x="5053" y="44419"/>
                    </a:lnTo>
                    <a:cubicBezTo>
                      <a:pt x="16566" y="24919"/>
                      <a:pt x="29202" y="16104"/>
                      <a:pt x="46892" y="16104"/>
                    </a:cubicBezTo>
                    <a:cubicBezTo>
                      <a:pt x="65144" y="16104"/>
                      <a:pt x="77781" y="27857"/>
                      <a:pt x="77781" y="44686"/>
                    </a:cubicBezTo>
                    <a:cubicBezTo>
                      <a:pt x="77781" y="54302"/>
                      <a:pt x="73569" y="63918"/>
                      <a:pt x="66548" y="70596"/>
                    </a:cubicBezTo>
                    <a:cubicBezTo>
                      <a:pt x="58124" y="78610"/>
                      <a:pt x="50262" y="82616"/>
                      <a:pt x="31167" y="89027"/>
                    </a:cubicBezTo>
                    <a:lnTo>
                      <a:pt x="31167" y="92500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ACE32462-75E0-99A7-33FC-B1909E7A1E13}"/>
                  </a:ext>
                </a:extLst>
              </p:cNvPr>
              <p:cNvSpPr/>
              <p:nvPr>
                <p:custDataLst>
                  <p:tags r:id="rId108"/>
                </p:custDataLst>
              </p:nvPr>
            </p:nvSpPr>
            <p:spPr>
              <a:xfrm>
                <a:off x="13712953" y="7191584"/>
                <a:ext cx="252342" cy="84466"/>
              </a:xfrm>
              <a:custGeom>
                <a:avLst/>
                <a:gdLst>
                  <a:gd name="connsiteX0" fmla="*/ 239728 w 252342"/>
                  <a:gd name="connsiteY0" fmla="*/ 14513 h 84466"/>
                  <a:gd name="connsiteX1" fmla="*/ 252630 w 252342"/>
                  <a:gd name="connsiteY1" fmla="*/ 7293 h 84466"/>
                  <a:gd name="connsiteX2" fmla="*/ 240107 w 252342"/>
                  <a:gd name="connsiteY2" fmla="*/ 74 h 84466"/>
                  <a:gd name="connsiteX3" fmla="*/ 12810 w 252342"/>
                  <a:gd name="connsiteY3" fmla="*/ 74 h 84466"/>
                  <a:gd name="connsiteX4" fmla="*/ 287 w 252342"/>
                  <a:gd name="connsiteY4" fmla="*/ 7293 h 84466"/>
                  <a:gd name="connsiteX5" fmla="*/ 13189 w 252342"/>
                  <a:gd name="connsiteY5" fmla="*/ 14513 h 84466"/>
                  <a:gd name="connsiteX6" fmla="*/ 239728 w 252342"/>
                  <a:gd name="connsiteY6" fmla="*/ 14513 h 84466"/>
                  <a:gd name="connsiteX7" fmla="*/ 240107 w 252342"/>
                  <a:gd name="connsiteY7" fmla="*/ 84541 h 84466"/>
                  <a:gd name="connsiteX8" fmla="*/ 252630 w 252342"/>
                  <a:gd name="connsiteY8" fmla="*/ 77322 h 84466"/>
                  <a:gd name="connsiteX9" fmla="*/ 239728 w 252342"/>
                  <a:gd name="connsiteY9" fmla="*/ 70102 h 84466"/>
                  <a:gd name="connsiteX10" fmla="*/ 13189 w 252342"/>
                  <a:gd name="connsiteY10" fmla="*/ 70102 h 84466"/>
                  <a:gd name="connsiteX11" fmla="*/ 287 w 252342"/>
                  <a:gd name="connsiteY11" fmla="*/ 77322 h 84466"/>
                  <a:gd name="connsiteX12" fmla="*/ 12810 w 252342"/>
                  <a:gd name="connsiteY12" fmla="*/ 84541 h 84466"/>
                  <a:gd name="connsiteX13" fmla="*/ 240107 w 252342"/>
                  <a:gd name="connsiteY13" fmla="*/ 84541 h 8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2342" h="84466">
                    <a:moveTo>
                      <a:pt x="239728" y="14513"/>
                    </a:moveTo>
                    <a:cubicBezTo>
                      <a:pt x="245420" y="14513"/>
                      <a:pt x="252630" y="14513"/>
                      <a:pt x="252630" y="7293"/>
                    </a:cubicBezTo>
                    <a:cubicBezTo>
                      <a:pt x="252630" y="74"/>
                      <a:pt x="245420" y="74"/>
                      <a:pt x="240107" y="74"/>
                    </a:cubicBezTo>
                    <a:lnTo>
                      <a:pt x="12810" y="74"/>
                    </a:lnTo>
                    <a:cubicBezTo>
                      <a:pt x="7497" y="74"/>
                      <a:pt x="287" y="74"/>
                      <a:pt x="287" y="7293"/>
                    </a:cubicBezTo>
                    <a:cubicBezTo>
                      <a:pt x="287" y="14513"/>
                      <a:pt x="7497" y="14513"/>
                      <a:pt x="13189" y="14513"/>
                    </a:cubicBezTo>
                    <a:lnTo>
                      <a:pt x="239728" y="14513"/>
                    </a:lnTo>
                    <a:close/>
                    <a:moveTo>
                      <a:pt x="240107" y="84541"/>
                    </a:moveTo>
                    <a:cubicBezTo>
                      <a:pt x="245420" y="84541"/>
                      <a:pt x="252630" y="84541"/>
                      <a:pt x="252630" y="77322"/>
                    </a:cubicBezTo>
                    <a:cubicBezTo>
                      <a:pt x="252630" y="70102"/>
                      <a:pt x="245420" y="70102"/>
                      <a:pt x="239728" y="70102"/>
                    </a:cubicBezTo>
                    <a:lnTo>
                      <a:pt x="13189" y="70102"/>
                    </a:lnTo>
                    <a:cubicBezTo>
                      <a:pt x="7497" y="70102"/>
                      <a:pt x="287" y="70102"/>
                      <a:pt x="287" y="77322"/>
                    </a:cubicBezTo>
                    <a:cubicBezTo>
                      <a:pt x="287" y="84541"/>
                      <a:pt x="7497" y="84541"/>
                      <a:pt x="12810" y="84541"/>
                    </a:cubicBezTo>
                    <a:lnTo>
                      <a:pt x="240107" y="8454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A5DAD6CF-3987-4606-6A46-3D6FDDFF3F1E}"/>
                  </a:ext>
                </a:extLst>
              </p:cNvPr>
              <p:cNvSpPr/>
              <p:nvPr>
                <p:custDataLst>
                  <p:tags r:id="rId109"/>
                </p:custDataLst>
              </p:nvPr>
            </p:nvSpPr>
            <p:spPr>
              <a:xfrm>
                <a:off x="14114407" y="7080044"/>
                <a:ext cx="107387" cy="244015"/>
              </a:xfrm>
              <a:custGeom>
                <a:avLst/>
                <a:gdLst>
                  <a:gd name="connsiteX0" fmla="*/ 68599 w 107387"/>
                  <a:gd name="connsiteY0" fmla="*/ 75 h 244015"/>
                  <a:gd name="connsiteX1" fmla="*/ 296 w 107387"/>
                  <a:gd name="connsiteY1" fmla="*/ 32923 h 244015"/>
                  <a:gd name="connsiteX2" fmla="*/ 296 w 107387"/>
                  <a:gd name="connsiteY2" fmla="*/ 37977 h 244015"/>
                  <a:gd name="connsiteX3" fmla="*/ 10542 w 107387"/>
                  <a:gd name="connsiteY3" fmla="*/ 34006 h 244015"/>
                  <a:gd name="connsiteX4" fmla="*/ 27618 w 107387"/>
                  <a:gd name="connsiteY4" fmla="*/ 30035 h 244015"/>
                  <a:gd name="connsiteX5" fmla="*/ 39001 w 107387"/>
                  <a:gd name="connsiteY5" fmla="*/ 47001 h 244015"/>
                  <a:gd name="connsiteX6" fmla="*/ 39001 w 107387"/>
                  <a:gd name="connsiteY6" fmla="*/ 210520 h 244015"/>
                  <a:gd name="connsiteX7" fmla="*/ 29894 w 107387"/>
                  <a:gd name="connsiteY7" fmla="*/ 233983 h 244015"/>
                  <a:gd name="connsiteX8" fmla="*/ 2952 w 107387"/>
                  <a:gd name="connsiteY8" fmla="*/ 238676 h 244015"/>
                  <a:gd name="connsiteX9" fmla="*/ 2952 w 107387"/>
                  <a:gd name="connsiteY9" fmla="*/ 244090 h 244015"/>
                  <a:gd name="connsiteX10" fmla="*/ 107684 w 107387"/>
                  <a:gd name="connsiteY10" fmla="*/ 244090 h 244015"/>
                  <a:gd name="connsiteX11" fmla="*/ 107684 w 107387"/>
                  <a:gd name="connsiteY11" fmla="*/ 238676 h 244015"/>
                  <a:gd name="connsiteX12" fmla="*/ 71635 w 107387"/>
                  <a:gd name="connsiteY12" fmla="*/ 217378 h 244015"/>
                  <a:gd name="connsiteX13" fmla="*/ 71635 w 107387"/>
                  <a:gd name="connsiteY13" fmla="*/ 797 h 244015"/>
                  <a:gd name="connsiteX14" fmla="*/ 68599 w 107387"/>
                  <a:gd name="connsiteY14" fmla="*/ 75 h 244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7387" h="244015">
                    <a:moveTo>
                      <a:pt x="68599" y="75"/>
                    </a:moveTo>
                    <a:lnTo>
                      <a:pt x="296" y="32923"/>
                    </a:lnTo>
                    <a:lnTo>
                      <a:pt x="296" y="37977"/>
                    </a:lnTo>
                    <a:cubicBezTo>
                      <a:pt x="4850" y="36172"/>
                      <a:pt x="9024" y="34728"/>
                      <a:pt x="10542" y="34006"/>
                    </a:cubicBezTo>
                    <a:cubicBezTo>
                      <a:pt x="17372" y="31479"/>
                      <a:pt x="23823" y="30035"/>
                      <a:pt x="27618" y="30035"/>
                    </a:cubicBezTo>
                    <a:cubicBezTo>
                      <a:pt x="35586" y="30035"/>
                      <a:pt x="39001" y="35450"/>
                      <a:pt x="39001" y="47001"/>
                    </a:cubicBezTo>
                    <a:lnTo>
                      <a:pt x="39001" y="210520"/>
                    </a:lnTo>
                    <a:cubicBezTo>
                      <a:pt x="39001" y="222432"/>
                      <a:pt x="35966" y="230734"/>
                      <a:pt x="29894" y="233983"/>
                    </a:cubicBezTo>
                    <a:cubicBezTo>
                      <a:pt x="24202" y="237232"/>
                      <a:pt x="18890" y="238315"/>
                      <a:pt x="2952" y="238676"/>
                    </a:cubicBezTo>
                    <a:lnTo>
                      <a:pt x="2952" y="244090"/>
                    </a:lnTo>
                    <a:lnTo>
                      <a:pt x="107684" y="244090"/>
                    </a:lnTo>
                    <a:lnTo>
                      <a:pt x="107684" y="238676"/>
                    </a:lnTo>
                    <a:cubicBezTo>
                      <a:pt x="77707" y="238315"/>
                      <a:pt x="71635" y="234705"/>
                      <a:pt x="71635" y="217378"/>
                    </a:cubicBezTo>
                    <a:lnTo>
                      <a:pt x="71635" y="797"/>
                    </a:lnTo>
                    <a:lnTo>
                      <a:pt x="68599" y="75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165CF304-F152-4A4A-6C4C-6B3A1E568655}"/>
                  </a:ext>
                </a:extLst>
              </p:cNvPr>
              <p:cNvSpPr/>
              <p:nvPr>
                <p:custDataLst>
                  <p:tags r:id="rId110"/>
                </p:custDataLst>
              </p:nvPr>
            </p:nvSpPr>
            <p:spPr>
              <a:xfrm>
                <a:off x="14274113" y="7080044"/>
                <a:ext cx="168860" cy="244015"/>
              </a:xfrm>
              <a:custGeom>
                <a:avLst/>
                <a:gdLst>
                  <a:gd name="connsiteX0" fmla="*/ 169162 w 168860"/>
                  <a:gd name="connsiteY0" fmla="*/ 194637 h 244015"/>
                  <a:gd name="connsiteX1" fmla="*/ 164229 w 168860"/>
                  <a:gd name="connsiteY1" fmla="*/ 192832 h 244015"/>
                  <a:gd name="connsiteX2" fmla="*/ 128180 w 168860"/>
                  <a:gd name="connsiteY2" fmla="*/ 216656 h 244015"/>
                  <a:gd name="connsiteX3" fmla="*/ 37489 w 168860"/>
                  <a:gd name="connsiteY3" fmla="*/ 216656 h 244015"/>
                  <a:gd name="connsiteX4" fmla="*/ 101238 w 168860"/>
                  <a:gd name="connsiteY4" fmla="*/ 153126 h 244015"/>
                  <a:gd name="connsiteX5" fmla="*/ 149809 w 168860"/>
                  <a:gd name="connsiteY5" fmla="*/ 63966 h 244015"/>
                  <a:gd name="connsiteX6" fmla="*/ 79609 w 168860"/>
                  <a:gd name="connsiteY6" fmla="*/ 75 h 244015"/>
                  <a:gd name="connsiteX7" fmla="*/ 24966 w 168860"/>
                  <a:gd name="connsiteY7" fmla="*/ 22455 h 244015"/>
                  <a:gd name="connsiteX8" fmla="*/ 681 w 168860"/>
                  <a:gd name="connsiteY8" fmla="*/ 71908 h 244015"/>
                  <a:gd name="connsiteX9" fmla="*/ 8649 w 168860"/>
                  <a:gd name="connsiteY9" fmla="*/ 73713 h 244015"/>
                  <a:gd name="connsiteX10" fmla="*/ 63671 w 168860"/>
                  <a:gd name="connsiteY10" fmla="*/ 26786 h 244015"/>
                  <a:gd name="connsiteX11" fmla="*/ 117176 w 168860"/>
                  <a:gd name="connsiteY11" fmla="*/ 77683 h 244015"/>
                  <a:gd name="connsiteX12" fmla="*/ 67845 w 168860"/>
                  <a:gd name="connsiteY12" fmla="*/ 171535 h 244015"/>
                  <a:gd name="connsiteX13" fmla="*/ 301 w 168860"/>
                  <a:gd name="connsiteY13" fmla="*/ 239758 h 244015"/>
                  <a:gd name="connsiteX14" fmla="*/ 301 w 168860"/>
                  <a:gd name="connsiteY14" fmla="*/ 244090 h 244015"/>
                  <a:gd name="connsiteX15" fmla="*/ 148292 w 168860"/>
                  <a:gd name="connsiteY15" fmla="*/ 244090 h 244015"/>
                  <a:gd name="connsiteX16" fmla="*/ 169162 w 168860"/>
                  <a:gd name="connsiteY16" fmla="*/ 194637 h 244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8860" h="244015">
                    <a:moveTo>
                      <a:pt x="169162" y="194637"/>
                    </a:moveTo>
                    <a:lnTo>
                      <a:pt x="164229" y="192832"/>
                    </a:lnTo>
                    <a:cubicBezTo>
                      <a:pt x="150189" y="213408"/>
                      <a:pt x="145256" y="216656"/>
                      <a:pt x="128180" y="216656"/>
                    </a:cubicBezTo>
                    <a:lnTo>
                      <a:pt x="37489" y="216656"/>
                    </a:lnTo>
                    <a:lnTo>
                      <a:pt x="101238" y="153126"/>
                    </a:lnTo>
                    <a:cubicBezTo>
                      <a:pt x="135010" y="119556"/>
                      <a:pt x="149809" y="92122"/>
                      <a:pt x="149809" y="63966"/>
                    </a:cubicBezTo>
                    <a:cubicBezTo>
                      <a:pt x="149809" y="27869"/>
                      <a:pt x="119073" y="75"/>
                      <a:pt x="79609" y="75"/>
                    </a:cubicBezTo>
                    <a:cubicBezTo>
                      <a:pt x="58738" y="75"/>
                      <a:pt x="39006" y="8016"/>
                      <a:pt x="24966" y="22455"/>
                    </a:cubicBezTo>
                    <a:cubicBezTo>
                      <a:pt x="12823" y="34728"/>
                      <a:pt x="7132" y="46279"/>
                      <a:pt x="681" y="71908"/>
                    </a:cubicBezTo>
                    <a:lnTo>
                      <a:pt x="8649" y="73713"/>
                    </a:lnTo>
                    <a:cubicBezTo>
                      <a:pt x="23828" y="38338"/>
                      <a:pt x="37489" y="26786"/>
                      <a:pt x="63671" y="26786"/>
                    </a:cubicBezTo>
                    <a:cubicBezTo>
                      <a:pt x="95546" y="26786"/>
                      <a:pt x="117176" y="47362"/>
                      <a:pt x="117176" y="77683"/>
                    </a:cubicBezTo>
                    <a:cubicBezTo>
                      <a:pt x="117176" y="105839"/>
                      <a:pt x="99720" y="139409"/>
                      <a:pt x="67845" y="171535"/>
                    </a:cubicBezTo>
                    <a:lnTo>
                      <a:pt x="301" y="239758"/>
                    </a:lnTo>
                    <a:lnTo>
                      <a:pt x="301" y="244090"/>
                    </a:lnTo>
                    <a:lnTo>
                      <a:pt x="148292" y="244090"/>
                    </a:lnTo>
                    <a:lnTo>
                      <a:pt x="169162" y="194637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478" name="Group 477" descr="\documentclass{article}&#10;\usepackage{amsmath,amsfonts,amssymb,xcolor,mathptmx}&#10;%\newcommand{\dbar}{{d\mkern-7mu\mathchar'26%%\mkern-2mu}}&#10;\usepackage{times}&#10;\usepackage{mathptmx}&#10;\usepackage{bm}&#10;\usepackage{xcolor}&#10;\pagestyle{empty}&#10;\begin{document}&#10;\color{white}{&#10;$$&#10;a_0 + 5 \times a_1 + 5^2 \times a_2 + 5^3 \times a_3 = 147&#10;$$&#10;}&#10;\end{document}" title="IguanaTex Shape Display">
              <a:extLst>
                <a:ext uri="{FF2B5EF4-FFF2-40B4-BE49-F238E27FC236}">
                  <a16:creationId xmlns:a16="http://schemas.microsoft.com/office/drawing/2014/main" id="{2AB0AA89-9E89-7130-797F-705621D8E753}"/>
                </a:ext>
              </a:extLst>
            </p:cNvPr>
            <p:cNvGrpSpPr>
              <a:grpSpLocks noChangeAspect="1"/>
            </p:cNvGrpSpPr>
            <p:nvPr>
              <p:custDataLst>
                <p:tags r:id="rId65"/>
              </p:custDataLst>
            </p:nvPr>
          </p:nvGrpSpPr>
          <p:grpSpPr>
            <a:xfrm>
              <a:off x="3196177" y="5905345"/>
              <a:ext cx="5693787" cy="388677"/>
              <a:chOff x="8776735" y="7586135"/>
              <a:chExt cx="5693787" cy="388677"/>
            </a:xfrm>
          </p:grpSpPr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844D3868-A151-C8F4-9280-0865F7EF71D9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8776735" y="7757153"/>
                <a:ext cx="173574" cy="163158"/>
              </a:xfrm>
              <a:custGeom>
                <a:avLst/>
                <a:gdLst>
                  <a:gd name="connsiteX0" fmla="*/ 169195 w 173574"/>
                  <a:gd name="connsiteY0" fmla="*/ 119556 h 163158"/>
                  <a:gd name="connsiteX1" fmla="*/ 158607 w 173574"/>
                  <a:gd name="connsiteY1" fmla="*/ 129663 h 163158"/>
                  <a:gd name="connsiteX2" fmla="*/ 138943 w 173574"/>
                  <a:gd name="connsiteY2" fmla="*/ 144463 h 163158"/>
                  <a:gd name="connsiteX3" fmla="*/ 133648 w 173574"/>
                  <a:gd name="connsiteY3" fmla="*/ 139770 h 163158"/>
                  <a:gd name="connsiteX4" fmla="*/ 167305 w 173574"/>
                  <a:gd name="connsiteY4" fmla="*/ 8738 h 163158"/>
                  <a:gd name="connsiteX5" fmla="*/ 169573 w 173574"/>
                  <a:gd name="connsiteY5" fmla="*/ 1158 h 163158"/>
                  <a:gd name="connsiteX6" fmla="*/ 166926 w 173574"/>
                  <a:gd name="connsiteY6" fmla="*/ 75 h 163158"/>
                  <a:gd name="connsiteX7" fmla="*/ 143859 w 173574"/>
                  <a:gd name="connsiteY7" fmla="*/ 2602 h 163158"/>
                  <a:gd name="connsiteX8" fmla="*/ 142724 w 173574"/>
                  <a:gd name="connsiteY8" fmla="*/ 3684 h 163158"/>
                  <a:gd name="connsiteX9" fmla="*/ 138565 w 173574"/>
                  <a:gd name="connsiteY9" fmla="*/ 21011 h 163158"/>
                  <a:gd name="connsiteX10" fmla="*/ 108312 w 173574"/>
                  <a:gd name="connsiteY10" fmla="*/ 75 h 163158"/>
                  <a:gd name="connsiteX11" fmla="*/ 159 w 173574"/>
                  <a:gd name="connsiteY11" fmla="*/ 123165 h 163158"/>
                  <a:gd name="connsiteX12" fmla="*/ 38731 w 173574"/>
                  <a:gd name="connsiteY12" fmla="*/ 163233 h 163158"/>
                  <a:gd name="connsiteX13" fmla="*/ 114741 w 173574"/>
                  <a:gd name="connsiteY13" fmla="*/ 106561 h 163158"/>
                  <a:gd name="connsiteX14" fmla="*/ 106043 w 173574"/>
                  <a:gd name="connsiteY14" fmla="*/ 148072 h 163158"/>
                  <a:gd name="connsiteX15" fmla="*/ 121169 w 173574"/>
                  <a:gd name="connsiteY15" fmla="*/ 162872 h 163158"/>
                  <a:gd name="connsiteX16" fmla="*/ 173733 w 173574"/>
                  <a:gd name="connsiteY16" fmla="*/ 123165 h 163158"/>
                  <a:gd name="connsiteX17" fmla="*/ 169195 w 173574"/>
                  <a:gd name="connsiteY17" fmla="*/ 119556 h 163158"/>
                  <a:gd name="connsiteX18" fmla="*/ 110581 w 173574"/>
                  <a:gd name="connsiteY18" fmla="*/ 8016 h 163158"/>
                  <a:gd name="connsiteX19" fmla="*/ 131758 w 173574"/>
                  <a:gd name="connsiteY19" fmla="*/ 30035 h 163158"/>
                  <a:gd name="connsiteX20" fmla="*/ 86757 w 173574"/>
                  <a:gd name="connsiteY20" fmla="*/ 129663 h 163158"/>
                  <a:gd name="connsiteX21" fmla="*/ 53857 w 173574"/>
                  <a:gd name="connsiteY21" fmla="*/ 145545 h 163158"/>
                  <a:gd name="connsiteX22" fmla="*/ 31924 w 173574"/>
                  <a:gd name="connsiteY22" fmla="*/ 118473 h 163158"/>
                  <a:gd name="connsiteX23" fmla="*/ 62555 w 173574"/>
                  <a:gd name="connsiteY23" fmla="*/ 39420 h 163158"/>
                  <a:gd name="connsiteX24" fmla="*/ 110581 w 173574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3574" h="163158">
                    <a:moveTo>
                      <a:pt x="169195" y="119556"/>
                    </a:moveTo>
                    <a:cubicBezTo>
                      <a:pt x="163523" y="124970"/>
                      <a:pt x="161254" y="126775"/>
                      <a:pt x="158607" y="129663"/>
                    </a:cubicBezTo>
                    <a:cubicBezTo>
                      <a:pt x="147262" y="140853"/>
                      <a:pt x="142346" y="144463"/>
                      <a:pt x="138943" y="144463"/>
                    </a:cubicBezTo>
                    <a:cubicBezTo>
                      <a:pt x="135917" y="144463"/>
                      <a:pt x="133648" y="142297"/>
                      <a:pt x="133648" y="139770"/>
                    </a:cubicBezTo>
                    <a:cubicBezTo>
                      <a:pt x="133648" y="132551"/>
                      <a:pt x="149531" y="70825"/>
                      <a:pt x="167305" y="8738"/>
                    </a:cubicBezTo>
                    <a:cubicBezTo>
                      <a:pt x="168439" y="5128"/>
                      <a:pt x="168817" y="4406"/>
                      <a:pt x="169573" y="1158"/>
                    </a:cubicBezTo>
                    <a:lnTo>
                      <a:pt x="166926" y="75"/>
                    </a:lnTo>
                    <a:lnTo>
                      <a:pt x="143859" y="2602"/>
                    </a:lnTo>
                    <a:lnTo>
                      <a:pt x="142724" y="3684"/>
                    </a:lnTo>
                    <a:lnTo>
                      <a:pt x="138565" y="21011"/>
                    </a:lnTo>
                    <a:cubicBezTo>
                      <a:pt x="135539" y="7655"/>
                      <a:pt x="124573" y="75"/>
                      <a:pt x="108312" y="75"/>
                    </a:cubicBezTo>
                    <a:cubicBezTo>
                      <a:pt x="58395" y="75"/>
                      <a:pt x="159" y="66132"/>
                      <a:pt x="159" y="123165"/>
                    </a:cubicBezTo>
                    <a:cubicBezTo>
                      <a:pt x="159" y="148433"/>
                      <a:pt x="14529" y="163233"/>
                      <a:pt x="38731" y="163233"/>
                    </a:cubicBezTo>
                    <a:cubicBezTo>
                      <a:pt x="65202" y="163233"/>
                      <a:pt x="81463" y="151321"/>
                      <a:pt x="114741" y="106561"/>
                    </a:cubicBezTo>
                    <a:cubicBezTo>
                      <a:pt x="107177" y="134716"/>
                      <a:pt x="106043" y="139409"/>
                      <a:pt x="106043" y="148072"/>
                    </a:cubicBezTo>
                    <a:cubicBezTo>
                      <a:pt x="106043" y="158540"/>
                      <a:pt x="110581" y="162872"/>
                      <a:pt x="121169" y="162872"/>
                    </a:cubicBezTo>
                    <a:cubicBezTo>
                      <a:pt x="136296" y="162872"/>
                      <a:pt x="145750" y="156014"/>
                      <a:pt x="173733" y="123165"/>
                    </a:cubicBezTo>
                    <a:lnTo>
                      <a:pt x="169195" y="119556"/>
                    </a:lnTo>
                    <a:close/>
                    <a:moveTo>
                      <a:pt x="110581" y="8016"/>
                    </a:moveTo>
                    <a:cubicBezTo>
                      <a:pt x="123438" y="8738"/>
                      <a:pt x="131758" y="17401"/>
                      <a:pt x="131758" y="30035"/>
                    </a:cubicBezTo>
                    <a:cubicBezTo>
                      <a:pt x="131758" y="60357"/>
                      <a:pt x="112850" y="102951"/>
                      <a:pt x="86757" y="129663"/>
                    </a:cubicBezTo>
                    <a:cubicBezTo>
                      <a:pt x="77681" y="139409"/>
                      <a:pt x="64824" y="145545"/>
                      <a:pt x="53857" y="145545"/>
                    </a:cubicBezTo>
                    <a:cubicBezTo>
                      <a:pt x="40621" y="145545"/>
                      <a:pt x="31924" y="135077"/>
                      <a:pt x="31924" y="118473"/>
                    </a:cubicBezTo>
                    <a:cubicBezTo>
                      <a:pt x="31924" y="98980"/>
                      <a:pt x="46294" y="61801"/>
                      <a:pt x="62555" y="39420"/>
                    </a:cubicBezTo>
                    <a:cubicBezTo>
                      <a:pt x="77681" y="18484"/>
                      <a:pt x="95454" y="6933"/>
                      <a:pt x="110581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E44FEE69-820F-8356-EEE0-1E1DE00FE7B4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8966811" y="7790502"/>
                <a:ext cx="126486" cy="184310"/>
              </a:xfrm>
              <a:custGeom>
                <a:avLst/>
                <a:gdLst>
                  <a:gd name="connsiteX0" fmla="*/ 64525 w 126486"/>
                  <a:gd name="connsiteY0" fmla="*/ 77 h 184310"/>
                  <a:gd name="connsiteX1" fmla="*/ 27027 w 126486"/>
                  <a:gd name="connsiteY1" fmla="*/ 13967 h 184310"/>
                  <a:gd name="connsiteX2" fmla="*/ 163 w 126486"/>
                  <a:gd name="connsiteY2" fmla="*/ 90897 h 184310"/>
                  <a:gd name="connsiteX3" fmla="*/ 22550 w 126486"/>
                  <a:gd name="connsiteY3" fmla="*/ 166224 h 184310"/>
                  <a:gd name="connsiteX4" fmla="*/ 63406 w 126486"/>
                  <a:gd name="connsiteY4" fmla="*/ 184388 h 184310"/>
                  <a:gd name="connsiteX5" fmla="*/ 99785 w 126486"/>
                  <a:gd name="connsiteY5" fmla="*/ 170498 h 184310"/>
                  <a:gd name="connsiteX6" fmla="*/ 126649 w 126486"/>
                  <a:gd name="connsiteY6" fmla="*/ 92500 h 184310"/>
                  <a:gd name="connsiteX7" fmla="*/ 64525 w 126486"/>
                  <a:gd name="connsiteY7" fmla="*/ 77 h 184310"/>
                  <a:gd name="connsiteX8" fmla="*/ 63686 w 126486"/>
                  <a:gd name="connsiteY8" fmla="*/ 7022 h 184310"/>
                  <a:gd name="connsiteX9" fmla="*/ 99785 w 126486"/>
                  <a:gd name="connsiteY9" fmla="*/ 93034 h 184310"/>
                  <a:gd name="connsiteX10" fmla="*/ 63406 w 126486"/>
                  <a:gd name="connsiteY10" fmla="*/ 177443 h 184310"/>
                  <a:gd name="connsiteX11" fmla="*/ 27027 w 126486"/>
                  <a:gd name="connsiteY11" fmla="*/ 93301 h 184310"/>
                  <a:gd name="connsiteX12" fmla="*/ 63686 w 126486"/>
                  <a:gd name="connsiteY12" fmla="*/ 7022 h 18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6486" h="184310">
                    <a:moveTo>
                      <a:pt x="64525" y="77"/>
                    </a:moveTo>
                    <a:cubicBezTo>
                      <a:pt x="49134" y="77"/>
                      <a:pt x="37381" y="4618"/>
                      <a:pt x="27027" y="13967"/>
                    </a:cubicBezTo>
                    <a:cubicBezTo>
                      <a:pt x="10797" y="28926"/>
                      <a:pt x="163" y="59644"/>
                      <a:pt x="163" y="90897"/>
                    </a:cubicBezTo>
                    <a:cubicBezTo>
                      <a:pt x="163" y="120013"/>
                      <a:pt x="9398" y="151265"/>
                      <a:pt x="22550" y="166224"/>
                    </a:cubicBezTo>
                    <a:cubicBezTo>
                      <a:pt x="32904" y="177977"/>
                      <a:pt x="47175" y="184388"/>
                      <a:pt x="63406" y="184388"/>
                    </a:cubicBezTo>
                    <a:cubicBezTo>
                      <a:pt x="77678" y="184388"/>
                      <a:pt x="89711" y="179847"/>
                      <a:pt x="99785" y="170498"/>
                    </a:cubicBezTo>
                    <a:cubicBezTo>
                      <a:pt x="116015" y="155806"/>
                      <a:pt x="126649" y="124821"/>
                      <a:pt x="126649" y="92500"/>
                    </a:cubicBezTo>
                    <a:cubicBezTo>
                      <a:pt x="126649" y="37741"/>
                      <a:pt x="101184" y="77"/>
                      <a:pt x="64525" y="77"/>
                    </a:cubicBezTo>
                    <a:close/>
                    <a:moveTo>
                      <a:pt x="63686" y="7022"/>
                    </a:moveTo>
                    <a:cubicBezTo>
                      <a:pt x="87192" y="7022"/>
                      <a:pt x="99785" y="37206"/>
                      <a:pt x="99785" y="93034"/>
                    </a:cubicBezTo>
                    <a:cubicBezTo>
                      <a:pt x="99785" y="148861"/>
                      <a:pt x="87472" y="177443"/>
                      <a:pt x="63406" y="177443"/>
                    </a:cubicBezTo>
                    <a:cubicBezTo>
                      <a:pt x="39340" y="177443"/>
                      <a:pt x="27027" y="148861"/>
                      <a:pt x="27027" y="93301"/>
                    </a:cubicBezTo>
                    <a:cubicBezTo>
                      <a:pt x="27027" y="36672"/>
                      <a:pt x="39620" y="7022"/>
                      <a:pt x="63686" y="7022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26907FD9-BEE1-50BB-38AA-E33CA9B06313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9193411" y="7705896"/>
                <a:ext cx="251475" cy="240405"/>
              </a:xfrm>
              <a:custGeom>
                <a:avLst/>
                <a:gdLst>
                  <a:gd name="connsiteX0" fmla="*/ 133660 w 251475"/>
                  <a:gd name="connsiteY0" fmla="*/ 127496 h 240405"/>
                  <a:gd name="connsiteX1" fmla="*/ 239166 w 251475"/>
                  <a:gd name="connsiteY1" fmla="*/ 127496 h 240405"/>
                  <a:gd name="connsiteX2" fmla="*/ 251645 w 251475"/>
                  <a:gd name="connsiteY2" fmla="*/ 120277 h 240405"/>
                  <a:gd name="connsiteX3" fmla="*/ 239166 w 251475"/>
                  <a:gd name="connsiteY3" fmla="*/ 113057 h 240405"/>
                  <a:gd name="connsiteX4" fmla="*/ 133660 w 251475"/>
                  <a:gd name="connsiteY4" fmla="*/ 113057 h 240405"/>
                  <a:gd name="connsiteX5" fmla="*/ 133660 w 251475"/>
                  <a:gd name="connsiteY5" fmla="*/ 11986 h 240405"/>
                  <a:gd name="connsiteX6" fmla="*/ 126097 w 251475"/>
                  <a:gd name="connsiteY6" fmla="*/ 74 h 240405"/>
                  <a:gd name="connsiteX7" fmla="*/ 118534 w 251475"/>
                  <a:gd name="connsiteY7" fmla="*/ 11986 h 240405"/>
                  <a:gd name="connsiteX8" fmla="*/ 118534 w 251475"/>
                  <a:gd name="connsiteY8" fmla="*/ 113057 h 240405"/>
                  <a:gd name="connsiteX9" fmla="*/ 12649 w 251475"/>
                  <a:gd name="connsiteY9" fmla="*/ 113057 h 240405"/>
                  <a:gd name="connsiteX10" fmla="*/ 170 w 251475"/>
                  <a:gd name="connsiteY10" fmla="*/ 120277 h 240405"/>
                  <a:gd name="connsiteX11" fmla="*/ 12649 w 251475"/>
                  <a:gd name="connsiteY11" fmla="*/ 127496 h 240405"/>
                  <a:gd name="connsiteX12" fmla="*/ 118534 w 251475"/>
                  <a:gd name="connsiteY12" fmla="*/ 127496 h 240405"/>
                  <a:gd name="connsiteX13" fmla="*/ 118534 w 251475"/>
                  <a:gd name="connsiteY13" fmla="*/ 228568 h 240405"/>
                  <a:gd name="connsiteX14" fmla="*/ 126097 w 251475"/>
                  <a:gd name="connsiteY14" fmla="*/ 240480 h 240405"/>
                  <a:gd name="connsiteX15" fmla="*/ 133660 w 251475"/>
                  <a:gd name="connsiteY15" fmla="*/ 228568 h 240405"/>
                  <a:gd name="connsiteX16" fmla="*/ 133660 w 251475"/>
                  <a:gd name="connsiteY16" fmla="*/ 127496 h 24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1475" h="240405">
                    <a:moveTo>
                      <a:pt x="133660" y="127496"/>
                    </a:moveTo>
                    <a:lnTo>
                      <a:pt x="239166" y="127496"/>
                    </a:lnTo>
                    <a:cubicBezTo>
                      <a:pt x="244460" y="127496"/>
                      <a:pt x="251645" y="127496"/>
                      <a:pt x="251645" y="120277"/>
                    </a:cubicBezTo>
                    <a:cubicBezTo>
                      <a:pt x="251645" y="113057"/>
                      <a:pt x="244460" y="113057"/>
                      <a:pt x="239166" y="113057"/>
                    </a:cubicBezTo>
                    <a:lnTo>
                      <a:pt x="133660" y="113057"/>
                    </a:lnTo>
                    <a:lnTo>
                      <a:pt x="133660" y="11986"/>
                    </a:lnTo>
                    <a:cubicBezTo>
                      <a:pt x="133660" y="6932"/>
                      <a:pt x="133660" y="74"/>
                      <a:pt x="126097" y="74"/>
                    </a:cubicBezTo>
                    <a:cubicBezTo>
                      <a:pt x="118534" y="74"/>
                      <a:pt x="118534" y="6932"/>
                      <a:pt x="118534" y="11986"/>
                    </a:cubicBezTo>
                    <a:lnTo>
                      <a:pt x="118534" y="113057"/>
                    </a:lnTo>
                    <a:lnTo>
                      <a:pt x="12649" y="113057"/>
                    </a:lnTo>
                    <a:cubicBezTo>
                      <a:pt x="7355" y="113057"/>
                      <a:pt x="170" y="113057"/>
                      <a:pt x="170" y="120277"/>
                    </a:cubicBezTo>
                    <a:cubicBezTo>
                      <a:pt x="170" y="127496"/>
                      <a:pt x="7355" y="127496"/>
                      <a:pt x="12649" y="127496"/>
                    </a:cubicBezTo>
                    <a:lnTo>
                      <a:pt x="118534" y="127496"/>
                    </a:lnTo>
                    <a:lnTo>
                      <a:pt x="118534" y="228568"/>
                    </a:lnTo>
                    <a:cubicBezTo>
                      <a:pt x="118534" y="233621"/>
                      <a:pt x="118534" y="240480"/>
                      <a:pt x="126097" y="240480"/>
                    </a:cubicBezTo>
                    <a:cubicBezTo>
                      <a:pt x="133660" y="240480"/>
                      <a:pt x="133660" y="233621"/>
                      <a:pt x="133660" y="228568"/>
                    </a:cubicBezTo>
                    <a:lnTo>
                      <a:pt x="133660" y="127496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EA461550-7A78-C8EB-C2F7-8B6E34D48804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9531980" y="7667994"/>
                <a:ext cx="153532" cy="253400"/>
              </a:xfrm>
              <a:custGeom>
                <a:avLst/>
                <a:gdLst>
                  <a:gd name="connsiteX0" fmla="*/ 56524 w 153532"/>
                  <a:gd name="connsiteY0" fmla="*/ 37977 h 253400"/>
                  <a:gd name="connsiteX1" fmla="*/ 130643 w 153532"/>
                  <a:gd name="connsiteY1" fmla="*/ 37977 h 253400"/>
                  <a:gd name="connsiteX2" fmla="*/ 139341 w 153532"/>
                  <a:gd name="connsiteY2" fmla="*/ 34728 h 253400"/>
                  <a:gd name="connsiteX3" fmla="*/ 153711 w 153532"/>
                  <a:gd name="connsiteY3" fmla="*/ 2602 h 253400"/>
                  <a:gd name="connsiteX4" fmla="*/ 150307 w 153532"/>
                  <a:gd name="connsiteY4" fmla="*/ 75 h 253400"/>
                  <a:gd name="connsiteX5" fmla="*/ 132912 w 153532"/>
                  <a:gd name="connsiteY5" fmla="*/ 9460 h 253400"/>
                  <a:gd name="connsiteX6" fmla="*/ 53877 w 153532"/>
                  <a:gd name="connsiteY6" fmla="*/ 9460 h 253400"/>
                  <a:gd name="connsiteX7" fmla="*/ 12657 w 153532"/>
                  <a:gd name="connsiteY7" fmla="*/ 95010 h 253400"/>
                  <a:gd name="connsiteX8" fmla="*/ 12279 w 153532"/>
                  <a:gd name="connsiteY8" fmla="*/ 96815 h 253400"/>
                  <a:gd name="connsiteX9" fmla="*/ 16817 w 153532"/>
                  <a:gd name="connsiteY9" fmla="*/ 99702 h 253400"/>
                  <a:gd name="connsiteX10" fmla="*/ 59549 w 153532"/>
                  <a:gd name="connsiteY10" fmla="*/ 106922 h 253400"/>
                  <a:gd name="connsiteX11" fmla="*/ 123080 w 153532"/>
                  <a:gd name="connsiteY11" fmla="*/ 178394 h 253400"/>
                  <a:gd name="connsiteX12" fmla="*/ 70516 w 153532"/>
                  <a:gd name="connsiteY12" fmla="*/ 240119 h 253400"/>
                  <a:gd name="connsiteX13" fmla="*/ 45179 w 153532"/>
                  <a:gd name="connsiteY13" fmla="*/ 229651 h 253400"/>
                  <a:gd name="connsiteX14" fmla="*/ 16439 w 153532"/>
                  <a:gd name="connsiteY14" fmla="*/ 217739 h 253400"/>
                  <a:gd name="connsiteX15" fmla="*/ 178 w 153532"/>
                  <a:gd name="connsiteY15" fmla="*/ 231095 h 253400"/>
                  <a:gd name="connsiteX16" fmla="*/ 46314 w 153532"/>
                  <a:gd name="connsiteY16" fmla="*/ 253475 h 253400"/>
                  <a:gd name="connsiteX17" fmla="*/ 124214 w 153532"/>
                  <a:gd name="connsiteY17" fmla="*/ 225320 h 253400"/>
                  <a:gd name="connsiteX18" fmla="*/ 149551 w 153532"/>
                  <a:gd name="connsiteY18" fmla="*/ 161067 h 253400"/>
                  <a:gd name="connsiteX19" fmla="*/ 123458 w 153532"/>
                  <a:gd name="connsiteY19" fmla="*/ 100424 h 253400"/>
                  <a:gd name="connsiteX20" fmla="*/ 40641 w 153532"/>
                  <a:gd name="connsiteY20" fmla="*/ 68659 h 253400"/>
                  <a:gd name="connsiteX21" fmla="*/ 56524 w 153532"/>
                  <a:gd name="connsiteY21" fmla="*/ 37977 h 25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3532" h="253400">
                    <a:moveTo>
                      <a:pt x="56524" y="37977"/>
                    </a:moveTo>
                    <a:lnTo>
                      <a:pt x="130643" y="37977"/>
                    </a:lnTo>
                    <a:cubicBezTo>
                      <a:pt x="136693" y="37977"/>
                      <a:pt x="138206" y="37255"/>
                      <a:pt x="139341" y="34728"/>
                    </a:cubicBezTo>
                    <a:lnTo>
                      <a:pt x="153711" y="2602"/>
                    </a:lnTo>
                    <a:lnTo>
                      <a:pt x="150307" y="75"/>
                    </a:lnTo>
                    <a:cubicBezTo>
                      <a:pt x="144635" y="7655"/>
                      <a:pt x="140853" y="9460"/>
                      <a:pt x="132912" y="9460"/>
                    </a:cubicBezTo>
                    <a:lnTo>
                      <a:pt x="53877" y="9460"/>
                    </a:lnTo>
                    <a:lnTo>
                      <a:pt x="12657" y="95010"/>
                    </a:lnTo>
                    <a:cubicBezTo>
                      <a:pt x="12279" y="95732"/>
                      <a:pt x="12279" y="96093"/>
                      <a:pt x="12279" y="96815"/>
                    </a:cubicBezTo>
                    <a:cubicBezTo>
                      <a:pt x="12279" y="98619"/>
                      <a:pt x="13792" y="99702"/>
                      <a:pt x="16817" y="99702"/>
                    </a:cubicBezTo>
                    <a:cubicBezTo>
                      <a:pt x="28918" y="99702"/>
                      <a:pt x="44045" y="102229"/>
                      <a:pt x="59549" y="106922"/>
                    </a:cubicBezTo>
                    <a:cubicBezTo>
                      <a:pt x="103037" y="120278"/>
                      <a:pt x="123080" y="142658"/>
                      <a:pt x="123080" y="178394"/>
                    </a:cubicBezTo>
                    <a:cubicBezTo>
                      <a:pt x="123080" y="213047"/>
                      <a:pt x="100012" y="240119"/>
                      <a:pt x="70516" y="240119"/>
                    </a:cubicBezTo>
                    <a:cubicBezTo>
                      <a:pt x="62953" y="240119"/>
                      <a:pt x="56524" y="237593"/>
                      <a:pt x="45179" y="229651"/>
                    </a:cubicBezTo>
                    <a:cubicBezTo>
                      <a:pt x="33078" y="221349"/>
                      <a:pt x="24380" y="217739"/>
                      <a:pt x="16439" y="217739"/>
                    </a:cubicBezTo>
                    <a:cubicBezTo>
                      <a:pt x="5472" y="217739"/>
                      <a:pt x="178" y="222071"/>
                      <a:pt x="178" y="231095"/>
                    </a:cubicBezTo>
                    <a:cubicBezTo>
                      <a:pt x="178" y="244812"/>
                      <a:pt x="17952" y="253475"/>
                      <a:pt x="46314" y="253475"/>
                    </a:cubicBezTo>
                    <a:cubicBezTo>
                      <a:pt x="78079" y="253475"/>
                      <a:pt x="105306" y="243729"/>
                      <a:pt x="124214" y="225320"/>
                    </a:cubicBezTo>
                    <a:cubicBezTo>
                      <a:pt x="141609" y="209076"/>
                      <a:pt x="149551" y="188501"/>
                      <a:pt x="149551" y="161067"/>
                    </a:cubicBezTo>
                    <a:cubicBezTo>
                      <a:pt x="149551" y="135077"/>
                      <a:pt x="142366" y="118473"/>
                      <a:pt x="123458" y="100424"/>
                    </a:cubicBezTo>
                    <a:cubicBezTo>
                      <a:pt x="106819" y="84542"/>
                      <a:pt x="85264" y="76239"/>
                      <a:pt x="40641" y="68659"/>
                    </a:cubicBezTo>
                    <a:lnTo>
                      <a:pt x="56524" y="37977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B14C9076-1999-B8F4-6FC1-6AAD924A69F4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9817974" y="7739105"/>
                <a:ext cx="182650" cy="173987"/>
              </a:xfrm>
              <a:custGeom>
                <a:avLst/>
                <a:gdLst>
                  <a:gd name="connsiteX0" fmla="*/ 91699 w 182650"/>
                  <a:gd name="connsiteY0" fmla="*/ 76961 h 173987"/>
                  <a:gd name="connsiteX1" fmla="*/ 16067 w 182650"/>
                  <a:gd name="connsiteY1" fmla="*/ 5128 h 173987"/>
                  <a:gd name="connsiteX2" fmla="*/ 7748 w 182650"/>
                  <a:gd name="connsiteY2" fmla="*/ 75 h 173987"/>
                  <a:gd name="connsiteX3" fmla="*/ 185 w 182650"/>
                  <a:gd name="connsiteY3" fmla="*/ 7294 h 173987"/>
                  <a:gd name="connsiteX4" fmla="*/ 5101 w 182650"/>
                  <a:gd name="connsiteY4" fmla="*/ 14514 h 173987"/>
                  <a:gd name="connsiteX5" fmla="*/ 80732 w 182650"/>
                  <a:gd name="connsiteY5" fmla="*/ 87068 h 173987"/>
                  <a:gd name="connsiteX6" fmla="*/ 5101 w 182650"/>
                  <a:gd name="connsiteY6" fmla="*/ 159623 h 173987"/>
                  <a:gd name="connsiteX7" fmla="*/ 185 w 182650"/>
                  <a:gd name="connsiteY7" fmla="*/ 166843 h 173987"/>
                  <a:gd name="connsiteX8" fmla="*/ 7748 w 182650"/>
                  <a:gd name="connsiteY8" fmla="*/ 174062 h 173987"/>
                  <a:gd name="connsiteX9" fmla="*/ 16067 w 182650"/>
                  <a:gd name="connsiteY9" fmla="*/ 169008 h 173987"/>
                  <a:gd name="connsiteX10" fmla="*/ 91321 w 182650"/>
                  <a:gd name="connsiteY10" fmla="*/ 97176 h 173987"/>
                  <a:gd name="connsiteX11" fmla="*/ 169600 w 182650"/>
                  <a:gd name="connsiteY11" fmla="*/ 171896 h 173987"/>
                  <a:gd name="connsiteX12" fmla="*/ 175272 w 182650"/>
                  <a:gd name="connsiteY12" fmla="*/ 174062 h 173987"/>
                  <a:gd name="connsiteX13" fmla="*/ 182835 w 182650"/>
                  <a:gd name="connsiteY13" fmla="*/ 166843 h 173987"/>
                  <a:gd name="connsiteX14" fmla="*/ 181701 w 182650"/>
                  <a:gd name="connsiteY14" fmla="*/ 162872 h 173987"/>
                  <a:gd name="connsiteX15" fmla="*/ 102287 w 182650"/>
                  <a:gd name="connsiteY15" fmla="*/ 87068 h 173987"/>
                  <a:gd name="connsiteX16" fmla="*/ 171490 w 182650"/>
                  <a:gd name="connsiteY16" fmla="*/ 21011 h 173987"/>
                  <a:gd name="connsiteX17" fmla="*/ 180944 w 182650"/>
                  <a:gd name="connsiteY17" fmla="*/ 11987 h 173987"/>
                  <a:gd name="connsiteX18" fmla="*/ 182835 w 182650"/>
                  <a:gd name="connsiteY18" fmla="*/ 7294 h 173987"/>
                  <a:gd name="connsiteX19" fmla="*/ 175272 w 182650"/>
                  <a:gd name="connsiteY19" fmla="*/ 75 h 173987"/>
                  <a:gd name="connsiteX20" fmla="*/ 166574 w 182650"/>
                  <a:gd name="connsiteY20" fmla="*/ 5489 h 173987"/>
                  <a:gd name="connsiteX21" fmla="*/ 91699 w 182650"/>
                  <a:gd name="connsiteY21" fmla="*/ 76961 h 173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2650" h="173987">
                    <a:moveTo>
                      <a:pt x="91699" y="76961"/>
                    </a:moveTo>
                    <a:lnTo>
                      <a:pt x="16067" y="5128"/>
                    </a:lnTo>
                    <a:cubicBezTo>
                      <a:pt x="11529" y="797"/>
                      <a:pt x="10773" y="75"/>
                      <a:pt x="7748" y="75"/>
                    </a:cubicBezTo>
                    <a:cubicBezTo>
                      <a:pt x="3966" y="75"/>
                      <a:pt x="185" y="3323"/>
                      <a:pt x="185" y="7294"/>
                    </a:cubicBezTo>
                    <a:cubicBezTo>
                      <a:pt x="185" y="9821"/>
                      <a:pt x="941" y="10543"/>
                      <a:pt x="5101" y="14514"/>
                    </a:cubicBezTo>
                    <a:lnTo>
                      <a:pt x="80732" y="87068"/>
                    </a:lnTo>
                    <a:lnTo>
                      <a:pt x="5101" y="159623"/>
                    </a:lnTo>
                    <a:cubicBezTo>
                      <a:pt x="941" y="163594"/>
                      <a:pt x="185" y="164316"/>
                      <a:pt x="185" y="166843"/>
                    </a:cubicBezTo>
                    <a:cubicBezTo>
                      <a:pt x="185" y="170813"/>
                      <a:pt x="3966" y="174062"/>
                      <a:pt x="7748" y="174062"/>
                    </a:cubicBezTo>
                    <a:cubicBezTo>
                      <a:pt x="10773" y="174062"/>
                      <a:pt x="11529" y="173340"/>
                      <a:pt x="16067" y="169008"/>
                    </a:cubicBezTo>
                    <a:lnTo>
                      <a:pt x="91321" y="97176"/>
                    </a:lnTo>
                    <a:lnTo>
                      <a:pt x="169600" y="171896"/>
                    </a:lnTo>
                    <a:cubicBezTo>
                      <a:pt x="170356" y="172257"/>
                      <a:pt x="173003" y="174062"/>
                      <a:pt x="175272" y="174062"/>
                    </a:cubicBezTo>
                    <a:cubicBezTo>
                      <a:pt x="179810" y="174062"/>
                      <a:pt x="182835" y="170813"/>
                      <a:pt x="182835" y="166843"/>
                    </a:cubicBezTo>
                    <a:cubicBezTo>
                      <a:pt x="182835" y="166121"/>
                      <a:pt x="182835" y="164677"/>
                      <a:pt x="181701" y="162872"/>
                    </a:cubicBezTo>
                    <a:cubicBezTo>
                      <a:pt x="181322" y="162150"/>
                      <a:pt x="121195" y="105478"/>
                      <a:pt x="102287" y="87068"/>
                    </a:cubicBezTo>
                    <a:lnTo>
                      <a:pt x="171490" y="21011"/>
                    </a:lnTo>
                    <a:cubicBezTo>
                      <a:pt x="173381" y="18845"/>
                      <a:pt x="179053" y="14153"/>
                      <a:pt x="180944" y="11987"/>
                    </a:cubicBezTo>
                    <a:cubicBezTo>
                      <a:pt x="181322" y="11265"/>
                      <a:pt x="182835" y="9821"/>
                      <a:pt x="182835" y="7294"/>
                    </a:cubicBezTo>
                    <a:cubicBezTo>
                      <a:pt x="182835" y="3323"/>
                      <a:pt x="179810" y="75"/>
                      <a:pt x="175272" y="75"/>
                    </a:cubicBezTo>
                    <a:cubicBezTo>
                      <a:pt x="172247" y="75"/>
                      <a:pt x="170734" y="1519"/>
                      <a:pt x="166574" y="5489"/>
                    </a:cubicBezTo>
                    <a:lnTo>
                      <a:pt x="91699" y="7696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9FBD04D5-0E54-682E-C2CA-C4DF535D32B3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10116458" y="7757153"/>
                <a:ext cx="173574" cy="163158"/>
              </a:xfrm>
              <a:custGeom>
                <a:avLst/>
                <a:gdLst>
                  <a:gd name="connsiteX0" fmla="*/ 169230 w 173574"/>
                  <a:gd name="connsiteY0" fmla="*/ 119556 h 163158"/>
                  <a:gd name="connsiteX1" fmla="*/ 158642 w 173574"/>
                  <a:gd name="connsiteY1" fmla="*/ 129663 h 163158"/>
                  <a:gd name="connsiteX2" fmla="*/ 138978 w 173574"/>
                  <a:gd name="connsiteY2" fmla="*/ 144463 h 163158"/>
                  <a:gd name="connsiteX3" fmla="*/ 133684 w 173574"/>
                  <a:gd name="connsiteY3" fmla="*/ 139770 h 163158"/>
                  <a:gd name="connsiteX4" fmla="*/ 167340 w 173574"/>
                  <a:gd name="connsiteY4" fmla="*/ 8738 h 163158"/>
                  <a:gd name="connsiteX5" fmla="*/ 169609 w 173574"/>
                  <a:gd name="connsiteY5" fmla="*/ 1158 h 163158"/>
                  <a:gd name="connsiteX6" fmla="*/ 166962 w 173574"/>
                  <a:gd name="connsiteY6" fmla="*/ 75 h 163158"/>
                  <a:gd name="connsiteX7" fmla="*/ 143894 w 173574"/>
                  <a:gd name="connsiteY7" fmla="*/ 2602 h 163158"/>
                  <a:gd name="connsiteX8" fmla="*/ 142759 w 173574"/>
                  <a:gd name="connsiteY8" fmla="*/ 3684 h 163158"/>
                  <a:gd name="connsiteX9" fmla="*/ 138600 w 173574"/>
                  <a:gd name="connsiteY9" fmla="*/ 21011 h 163158"/>
                  <a:gd name="connsiteX10" fmla="*/ 108347 w 173574"/>
                  <a:gd name="connsiteY10" fmla="*/ 75 h 163158"/>
                  <a:gd name="connsiteX11" fmla="*/ 194 w 173574"/>
                  <a:gd name="connsiteY11" fmla="*/ 123165 h 163158"/>
                  <a:gd name="connsiteX12" fmla="*/ 38766 w 173574"/>
                  <a:gd name="connsiteY12" fmla="*/ 163233 h 163158"/>
                  <a:gd name="connsiteX13" fmla="*/ 114776 w 173574"/>
                  <a:gd name="connsiteY13" fmla="*/ 106561 h 163158"/>
                  <a:gd name="connsiteX14" fmla="*/ 106078 w 173574"/>
                  <a:gd name="connsiteY14" fmla="*/ 148072 h 163158"/>
                  <a:gd name="connsiteX15" fmla="*/ 121204 w 173574"/>
                  <a:gd name="connsiteY15" fmla="*/ 162872 h 163158"/>
                  <a:gd name="connsiteX16" fmla="*/ 173768 w 173574"/>
                  <a:gd name="connsiteY16" fmla="*/ 123165 h 163158"/>
                  <a:gd name="connsiteX17" fmla="*/ 169230 w 173574"/>
                  <a:gd name="connsiteY17" fmla="*/ 119556 h 163158"/>
                  <a:gd name="connsiteX18" fmla="*/ 110616 w 173574"/>
                  <a:gd name="connsiteY18" fmla="*/ 8016 h 163158"/>
                  <a:gd name="connsiteX19" fmla="*/ 131793 w 173574"/>
                  <a:gd name="connsiteY19" fmla="*/ 30035 h 163158"/>
                  <a:gd name="connsiteX20" fmla="*/ 86792 w 173574"/>
                  <a:gd name="connsiteY20" fmla="*/ 129663 h 163158"/>
                  <a:gd name="connsiteX21" fmla="*/ 53892 w 173574"/>
                  <a:gd name="connsiteY21" fmla="*/ 145545 h 163158"/>
                  <a:gd name="connsiteX22" fmla="*/ 31959 w 173574"/>
                  <a:gd name="connsiteY22" fmla="*/ 118473 h 163158"/>
                  <a:gd name="connsiteX23" fmla="*/ 62590 w 173574"/>
                  <a:gd name="connsiteY23" fmla="*/ 39420 h 163158"/>
                  <a:gd name="connsiteX24" fmla="*/ 110616 w 173574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3574" h="163158">
                    <a:moveTo>
                      <a:pt x="169230" y="119556"/>
                    </a:moveTo>
                    <a:cubicBezTo>
                      <a:pt x="163558" y="124970"/>
                      <a:pt x="161289" y="126775"/>
                      <a:pt x="158642" y="129663"/>
                    </a:cubicBezTo>
                    <a:cubicBezTo>
                      <a:pt x="147297" y="140853"/>
                      <a:pt x="142381" y="144463"/>
                      <a:pt x="138978" y="144463"/>
                    </a:cubicBezTo>
                    <a:cubicBezTo>
                      <a:pt x="135953" y="144463"/>
                      <a:pt x="133684" y="142297"/>
                      <a:pt x="133684" y="139770"/>
                    </a:cubicBezTo>
                    <a:cubicBezTo>
                      <a:pt x="133684" y="132551"/>
                      <a:pt x="149566" y="70825"/>
                      <a:pt x="167340" y="8738"/>
                    </a:cubicBezTo>
                    <a:cubicBezTo>
                      <a:pt x="168474" y="5128"/>
                      <a:pt x="168852" y="4406"/>
                      <a:pt x="169609" y="1158"/>
                    </a:cubicBezTo>
                    <a:lnTo>
                      <a:pt x="166962" y="75"/>
                    </a:lnTo>
                    <a:lnTo>
                      <a:pt x="143894" y="2602"/>
                    </a:lnTo>
                    <a:lnTo>
                      <a:pt x="142759" y="3684"/>
                    </a:lnTo>
                    <a:lnTo>
                      <a:pt x="138600" y="21011"/>
                    </a:lnTo>
                    <a:cubicBezTo>
                      <a:pt x="135574" y="7655"/>
                      <a:pt x="124608" y="75"/>
                      <a:pt x="108347" y="75"/>
                    </a:cubicBezTo>
                    <a:cubicBezTo>
                      <a:pt x="58430" y="75"/>
                      <a:pt x="194" y="66132"/>
                      <a:pt x="194" y="123165"/>
                    </a:cubicBezTo>
                    <a:cubicBezTo>
                      <a:pt x="194" y="148433"/>
                      <a:pt x="14564" y="163233"/>
                      <a:pt x="38766" y="163233"/>
                    </a:cubicBezTo>
                    <a:cubicBezTo>
                      <a:pt x="65237" y="163233"/>
                      <a:pt x="81498" y="151321"/>
                      <a:pt x="114776" y="106561"/>
                    </a:cubicBezTo>
                    <a:cubicBezTo>
                      <a:pt x="107213" y="134716"/>
                      <a:pt x="106078" y="139409"/>
                      <a:pt x="106078" y="148072"/>
                    </a:cubicBezTo>
                    <a:cubicBezTo>
                      <a:pt x="106078" y="158540"/>
                      <a:pt x="110616" y="162872"/>
                      <a:pt x="121204" y="162872"/>
                    </a:cubicBezTo>
                    <a:cubicBezTo>
                      <a:pt x="136331" y="162872"/>
                      <a:pt x="145785" y="156014"/>
                      <a:pt x="173768" y="123165"/>
                    </a:cubicBezTo>
                    <a:lnTo>
                      <a:pt x="169230" y="119556"/>
                    </a:lnTo>
                    <a:close/>
                    <a:moveTo>
                      <a:pt x="110616" y="8016"/>
                    </a:moveTo>
                    <a:cubicBezTo>
                      <a:pt x="123473" y="8738"/>
                      <a:pt x="131793" y="17401"/>
                      <a:pt x="131793" y="30035"/>
                    </a:cubicBezTo>
                    <a:cubicBezTo>
                      <a:pt x="131793" y="60357"/>
                      <a:pt x="112885" y="102951"/>
                      <a:pt x="86792" y="129663"/>
                    </a:cubicBezTo>
                    <a:cubicBezTo>
                      <a:pt x="77716" y="139409"/>
                      <a:pt x="64859" y="145545"/>
                      <a:pt x="53892" y="145545"/>
                    </a:cubicBezTo>
                    <a:cubicBezTo>
                      <a:pt x="40657" y="145545"/>
                      <a:pt x="31959" y="135077"/>
                      <a:pt x="31959" y="118473"/>
                    </a:cubicBezTo>
                    <a:cubicBezTo>
                      <a:pt x="31959" y="98980"/>
                      <a:pt x="46329" y="61801"/>
                      <a:pt x="62590" y="39420"/>
                    </a:cubicBezTo>
                    <a:cubicBezTo>
                      <a:pt x="77716" y="18484"/>
                      <a:pt x="95490" y="6933"/>
                      <a:pt x="110616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F76B4A01-0318-44C7-8A33-8F22A547CA75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10330880" y="7790502"/>
                <a:ext cx="79193" cy="180571"/>
              </a:xfrm>
              <a:custGeom>
                <a:avLst/>
                <a:gdLst>
                  <a:gd name="connsiteX0" fmla="*/ 50569 w 79193"/>
                  <a:gd name="connsiteY0" fmla="*/ 77 h 180571"/>
                  <a:gd name="connsiteX1" fmla="*/ 198 w 79193"/>
                  <a:gd name="connsiteY1" fmla="*/ 24385 h 180571"/>
                  <a:gd name="connsiteX2" fmla="*/ 198 w 79193"/>
                  <a:gd name="connsiteY2" fmla="*/ 28124 h 180571"/>
                  <a:gd name="connsiteX3" fmla="*/ 7754 w 79193"/>
                  <a:gd name="connsiteY3" fmla="*/ 25186 h 180571"/>
                  <a:gd name="connsiteX4" fmla="*/ 20346 w 79193"/>
                  <a:gd name="connsiteY4" fmla="*/ 22248 h 180571"/>
                  <a:gd name="connsiteX5" fmla="*/ 28741 w 79193"/>
                  <a:gd name="connsiteY5" fmla="*/ 34802 h 180571"/>
                  <a:gd name="connsiteX6" fmla="*/ 28741 w 79193"/>
                  <a:gd name="connsiteY6" fmla="*/ 155806 h 180571"/>
                  <a:gd name="connsiteX7" fmla="*/ 22025 w 79193"/>
                  <a:gd name="connsiteY7" fmla="*/ 173169 h 180571"/>
                  <a:gd name="connsiteX8" fmla="*/ 2157 w 79193"/>
                  <a:gd name="connsiteY8" fmla="*/ 176641 h 180571"/>
                  <a:gd name="connsiteX9" fmla="*/ 2157 w 79193"/>
                  <a:gd name="connsiteY9" fmla="*/ 180648 h 180571"/>
                  <a:gd name="connsiteX10" fmla="*/ 79392 w 79193"/>
                  <a:gd name="connsiteY10" fmla="*/ 180648 h 180571"/>
                  <a:gd name="connsiteX11" fmla="*/ 79392 w 79193"/>
                  <a:gd name="connsiteY11" fmla="*/ 176641 h 180571"/>
                  <a:gd name="connsiteX12" fmla="*/ 52807 w 79193"/>
                  <a:gd name="connsiteY12" fmla="*/ 160882 h 180571"/>
                  <a:gd name="connsiteX13" fmla="*/ 52807 w 79193"/>
                  <a:gd name="connsiteY13" fmla="*/ 611 h 180571"/>
                  <a:gd name="connsiteX14" fmla="*/ 50569 w 79193"/>
                  <a:gd name="connsiteY14" fmla="*/ 77 h 180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193" h="180571">
                    <a:moveTo>
                      <a:pt x="50569" y="77"/>
                    </a:moveTo>
                    <a:lnTo>
                      <a:pt x="198" y="24385"/>
                    </a:lnTo>
                    <a:lnTo>
                      <a:pt x="198" y="28124"/>
                    </a:lnTo>
                    <a:cubicBezTo>
                      <a:pt x="3556" y="26789"/>
                      <a:pt x="6634" y="25720"/>
                      <a:pt x="7754" y="25186"/>
                    </a:cubicBezTo>
                    <a:cubicBezTo>
                      <a:pt x="12791" y="23316"/>
                      <a:pt x="17548" y="22248"/>
                      <a:pt x="20346" y="22248"/>
                    </a:cubicBezTo>
                    <a:cubicBezTo>
                      <a:pt x="26223" y="22248"/>
                      <a:pt x="28741" y="26255"/>
                      <a:pt x="28741" y="34802"/>
                    </a:cubicBezTo>
                    <a:lnTo>
                      <a:pt x="28741" y="155806"/>
                    </a:lnTo>
                    <a:cubicBezTo>
                      <a:pt x="28741" y="164621"/>
                      <a:pt x="26503" y="170765"/>
                      <a:pt x="22025" y="173169"/>
                    </a:cubicBezTo>
                    <a:cubicBezTo>
                      <a:pt x="17828" y="175573"/>
                      <a:pt x="13910" y="176374"/>
                      <a:pt x="2157" y="176641"/>
                    </a:cubicBezTo>
                    <a:lnTo>
                      <a:pt x="2157" y="180648"/>
                    </a:lnTo>
                    <a:lnTo>
                      <a:pt x="79392" y="180648"/>
                    </a:lnTo>
                    <a:lnTo>
                      <a:pt x="79392" y="176641"/>
                    </a:lnTo>
                    <a:cubicBezTo>
                      <a:pt x="57285" y="176374"/>
                      <a:pt x="52807" y="173703"/>
                      <a:pt x="52807" y="160882"/>
                    </a:cubicBezTo>
                    <a:lnTo>
                      <a:pt x="52807" y="611"/>
                    </a:lnTo>
                    <a:lnTo>
                      <a:pt x="50569" y="77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01BD82CA-D356-6584-64C5-BD162D6EDC55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10533134" y="7705896"/>
                <a:ext cx="251475" cy="240405"/>
              </a:xfrm>
              <a:custGeom>
                <a:avLst/>
                <a:gdLst>
                  <a:gd name="connsiteX0" fmla="*/ 133695 w 251475"/>
                  <a:gd name="connsiteY0" fmla="*/ 127496 h 240405"/>
                  <a:gd name="connsiteX1" fmla="*/ 239201 w 251475"/>
                  <a:gd name="connsiteY1" fmla="*/ 127496 h 240405"/>
                  <a:gd name="connsiteX2" fmla="*/ 251680 w 251475"/>
                  <a:gd name="connsiteY2" fmla="*/ 120277 h 240405"/>
                  <a:gd name="connsiteX3" fmla="*/ 239201 w 251475"/>
                  <a:gd name="connsiteY3" fmla="*/ 113057 h 240405"/>
                  <a:gd name="connsiteX4" fmla="*/ 133695 w 251475"/>
                  <a:gd name="connsiteY4" fmla="*/ 113057 h 240405"/>
                  <a:gd name="connsiteX5" fmla="*/ 133695 w 251475"/>
                  <a:gd name="connsiteY5" fmla="*/ 11986 h 240405"/>
                  <a:gd name="connsiteX6" fmla="*/ 126132 w 251475"/>
                  <a:gd name="connsiteY6" fmla="*/ 74 h 240405"/>
                  <a:gd name="connsiteX7" fmla="*/ 118569 w 251475"/>
                  <a:gd name="connsiteY7" fmla="*/ 11986 h 240405"/>
                  <a:gd name="connsiteX8" fmla="*/ 118569 w 251475"/>
                  <a:gd name="connsiteY8" fmla="*/ 113057 h 240405"/>
                  <a:gd name="connsiteX9" fmla="*/ 12685 w 251475"/>
                  <a:gd name="connsiteY9" fmla="*/ 113057 h 240405"/>
                  <a:gd name="connsiteX10" fmla="*/ 205 w 251475"/>
                  <a:gd name="connsiteY10" fmla="*/ 120277 h 240405"/>
                  <a:gd name="connsiteX11" fmla="*/ 12685 w 251475"/>
                  <a:gd name="connsiteY11" fmla="*/ 127496 h 240405"/>
                  <a:gd name="connsiteX12" fmla="*/ 118569 w 251475"/>
                  <a:gd name="connsiteY12" fmla="*/ 127496 h 240405"/>
                  <a:gd name="connsiteX13" fmla="*/ 118569 w 251475"/>
                  <a:gd name="connsiteY13" fmla="*/ 228568 h 240405"/>
                  <a:gd name="connsiteX14" fmla="*/ 126132 w 251475"/>
                  <a:gd name="connsiteY14" fmla="*/ 240480 h 240405"/>
                  <a:gd name="connsiteX15" fmla="*/ 133695 w 251475"/>
                  <a:gd name="connsiteY15" fmla="*/ 228568 h 240405"/>
                  <a:gd name="connsiteX16" fmla="*/ 133695 w 251475"/>
                  <a:gd name="connsiteY16" fmla="*/ 127496 h 24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1475" h="240405">
                    <a:moveTo>
                      <a:pt x="133695" y="127496"/>
                    </a:moveTo>
                    <a:lnTo>
                      <a:pt x="239201" y="127496"/>
                    </a:lnTo>
                    <a:cubicBezTo>
                      <a:pt x="244495" y="127496"/>
                      <a:pt x="251680" y="127496"/>
                      <a:pt x="251680" y="120277"/>
                    </a:cubicBezTo>
                    <a:cubicBezTo>
                      <a:pt x="251680" y="113057"/>
                      <a:pt x="244495" y="113057"/>
                      <a:pt x="239201" y="113057"/>
                    </a:cubicBezTo>
                    <a:lnTo>
                      <a:pt x="133695" y="113057"/>
                    </a:lnTo>
                    <a:lnTo>
                      <a:pt x="133695" y="11986"/>
                    </a:lnTo>
                    <a:cubicBezTo>
                      <a:pt x="133695" y="6932"/>
                      <a:pt x="133695" y="74"/>
                      <a:pt x="126132" y="74"/>
                    </a:cubicBezTo>
                    <a:cubicBezTo>
                      <a:pt x="118569" y="74"/>
                      <a:pt x="118569" y="6932"/>
                      <a:pt x="118569" y="11986"/>
                    </a:cubicBezTo>
                    <a:lnTo>
                      <a:pt x="118569" y="113057"/>
                    </a:lnTo>
                    <a:lnTo>
                      <a:pt x="12685" y="113057"/>
                    </a:lnTo>
                    <a:cubicBezTo>
                      <a:pt x="7390" y="113057"/>
                      <a:pt x="205" y="113057"/>
                      <a:pt x="205" y="120277"/>
                    </a:cubicBezTo>
                    <a:cubicBezTo>
                      <a:pt x="205" y="127496"/>
                      <a:pt x="7390" y="127496"/>
                      <a:pt x="12685" y="127496"/>
                    </a:cubicBezTo>
                    <a:lnTo>
                      <a:pt x="118569" y="127496"/>
                    </a:lnTo>
                    <a:lnTo>
                      <a:pt x="118569" y="228568"/>
                    </a:lnTo>
                    <a:cubicBezTo>
                      <a:pt x="118569" y="233621"/>
                      <a:pt x="118569" y="240480"/>
                      <a:pt x="126132" y="240480"/>
                    </a:cubicBezTo>
                    <a:cubicBezTo>
                      <a:pt x="133695" y="240480"/>
                      <a:pt x="133695" y="233621"/>
                      <a:pt x="133695" y="228568"/>
                    </a:cubicBezTo>
                    <a:lnTo>
                      <a:pt x="133695" y="127496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4AE77F19-8362-E3CE-22AF-3C8D80E80E35}"/>
                  </a:ext>
                </a:extLst>
              </p:cNvPr>
              <p:cNvSpPr/>
              <p:nvPr>
                <p:custDataLst>
                  <p:tags r:id="rId74"/>
                </p:custDataLst>
              </p:nvPr>
            </p:nvSpPr>
            <p:spPr>
              <a:xfrm>
                <a:off x="10871703" y="7667994"/>
                <a:ext cx="153532" cy="253400"/>
              </a:xfrm>
              <a:custGeom>
                <a:avLst/>
                <a:gdLst>
                  <a:gd name="connsiteX0" fmla="*/ 56559 w 153532"/>
                  <a:gd name="connsiteY0" fmla="*/ 37977 h 253400"/>
                  <a:gd name="connsiteX1" fmla="*/ 130678 w 153532"/>
                  <a:gd name="connsiteY1" fmla="*/ 37977 h 253400"/>
                  <a:gd name="connsiteX2" fmla="*/ 139376 w 153532"/>
                  <a:gd name="connsiteY2" fmla="*/ 34728 h 253400"/>
                  <a:gd name="connsiteX3" fmla="*/ 153746 w 153532"/>
                  <a:gd name="connsiteY3" fmla="*/ 2602 h 253400"/>
                  <a:gd name="connsiteX4" fmla="*/ 150342 w 153532"/>
                  <a:gd name="connsiteY4" fmla="*/ 75 h 253400"/>
                  <a:gd name="connsiteX5" fmla="*/ 132947 w 153532"/>
                  <a:gd name="connsiteY5" fmla="*/ 9460 h 253400"/>
                  <a:gd name="connsiteX6" fmla="*/ 53912 w 153532"/>
                  <a:gd name="connsiteY6" fmla="*/ 9460 h 253400"/>
                  <a:gd name="connsiteX7" fmla="*/ 12693 w 153532"/>
                  <a:gd name="connsiteY7" fmla="*/ 95010 h 253400"/>
                  <a:gd name="connsiteX8" fmla="*/ 12314 w 153532"/>
                  <a:gd name="connsiteY8" fmla="*/ 96815 h 253400"/>
                  <a:gd name="connsiteX9" fmla="*/ 16852 w 153532"/>
                  <a:gd name="connsiteY9" fmla="*/ 99702 h 253400"/>
                  <a:gd name="connsiteX10" fmla="*/ 59584 w 153532"/>
                  <a:gd name="connsiteY10" fmla="*/ 106922 h 253400"/>
                  <a:gd name="connsiteX11" fmla="*/ 123115 w 153532"/>
                  <a:gd name="connsiteY11" fmla="*/ 178394 h 253400"/>
                  <a:gd name="connsiteX12" fmla="*/ 70551 w 153532"/>
                  <a:gd name="connsiteY12" fmla="*/ 240119 h 253400"/>
                  <a:gd name="connsiteX13" fmla="*/ 45214 w 153532"/>
                  <a:gd name="connsiteY13" fmla="*/ 229651 h 253400"/>
                  <a:gd name="connsiteX14" fmla="*/ 16474 w 153532"/>
                  <a:gd name="connsiteY14" fmla="*/ 217739 h 253400"/>
                  <a:gd name="connsiteX15" fmla="*/ 213 w 153532"/>
                  <a:gd name="connsiteY15" fmla="*/ 231095 h 253400"/>
                  <a:gd name="connsiteX16" fmla="*/ 46349 w 153532"/>
                  <a:gd name="connsiteY16" fmla="*/ 253475 h 253400"/>
                  <a:gd name="connsiteX17" fmla="*/ 124249 w 153532"/>
                  <a:gd name="connsiteY17" fmla="*/ 225320 h 253400"/>
                  <a:gd name="connsiteX18" fmla="*/ 149586 w 153532"/>
                  <a:gd name="connsiteY18" fmla="*/ 161067 h 253400"/>
                  <a:gd name="connsiteX19" fmla="*/ 123493 w 153532"/>
                  <a:gd name="connsiteY19" fmla="*/ 100424 h 253400"/>
                  <a:gd name="connsiteX20" fmla="*/ 40676 w 153532"/>
                  <a:gd name="connsiteY20" fmla="*/ 68659 h 253400"/>
                  <a:gd name="connsiteX21" fmla="*/ 56559 w 153532"/>
                  <a:gd name="connsiteY21" fmla="*/ 37977 h 25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3532" h="253400">
                    <a:moveTo>
                      <a:pt x="56559" y="37977"/>
                    </a:moveTo>
                    <a:lnTo>
                      <a:pt x="130678" y="37977"/>
                    </a:lnTo>
                    <a:cubicBezTo>
                      <a:pt x="136729" y="37977"/>
                      <a:pt x="138241" y="37255"/>
                      <a:pt x="139376" y="34728"/>
                    </a:cubicBezTo>
                    <a:lnTo>
                      <a:pt x="153746" y="2602"/>
                    </a:lnTo>
                    <a:lnTo>
                      <a:pt x="150342" y="75"/>
                    </a:lnTo>
                    <a:cubicBezTo>
                      <a:pt x="144670" y="7655"/>
                      <a:pt x="140888" y="9460"/>
                      <a:pt x="132947" y="9460"/>
                    </a:cubicBezTo>
                    <a:lnTo>
                      <a:pt x="53912" y="9460"/>
                    </a:lnTo>
                    <a:lnTo>
                      <a:pt x="12693" y="95010"/>
                    </a:lnTo>
                    <a:cubicBezTo>
                      <a:pt x="12314" y="95732"/>
                      <a:pt x="12314" y="96093"/>
                      <a:pt x="12314" y="96815"/>
                    </a:cubicBezTo>
                    <a:cubicBezTo>
                      <a:pt x="12314" y="98619"/>
                      <a:pt x="13827" y="99702"/>
                      <a:pt x="16852" y="99702"/>
                    </a:cubicBezTo>
                    <a:cubicBezTo>
                      <a:pt x="28953" y="99702"/>
                      <a:pt x="44080" y="102229"/>
                      <a:pt x="59584" y="106922"/>
                    </a:cubicBezTo>
                    <a:cubicBezTo>
                      <a:pt x="103072" y="120278"/>
                      <a:pt x="123115" y="142658"/>
                      <a:pt x="123115" y="178394"/>
                    </a:cubicBezTo>
                    <a:cubicBezTo>
                      <a:pt x="123115" y="213047"/>
                      <a:pt x="100047" y="240119"/>
                      <a:pt x="70551" y="240119"/>
                    </a:cubicBezTo>
                    <a:cubicBezTo>
                      <a:pt x="62988" y="240119"/>
                      <a:pt x="56559" y="237593"/>
                      <a:pt x="45214" y="229651"/>
                    </a:cubicBezTo>
                    <a:cubicBezTo>
                      <a:pt x="33113" y="221349"/>
                      <a:pt x="24416" y="217739"/>
                      <a:pt x="16474" y="217739"/>
                    </a:cubicBezTo>
                    <a:cubicBezTo>
                      <a:pt x="5508" y="217739"/>
                      <a:pt x="213" y="222071"/>
                      <a:pt x="213" y="231095"/>
                    </a:cubicBezTo>
                    <a:cubicBezTo>
                      <a:pt x="213" y="244812"/>
                      <a:pt x="17987" y="253475"/>
                      <a:pt x="46349" y="253475"/>
                    </a:cubicBezTo>
                    <a:cubicBezTo>
                      <a:pt x="78114" y="253475"/>
                      <a:pt x="105341" y="243729"/>
                      <a:pt x="124249" y="225320"/>
                    </a:cubicBezTo>
                    <a:cubicBezTo>
                      <a:pt x="141645" y="209076"/>
                      <a:pt x="149586" y="188501"/>
                      <a:pt x="149586" y="161067"/>
                    </a:cubicBezTo>
                    <a:cubicBezTo>
                      <a:pt x="149586" y="135077"/>
                      <a:pt x="142401" y="118473"/>
                      <a:pt x="123493" y="100424"/>
                    </a:cubicBezTo>
                    <a:cubicBezTo>
                      <a:pt x="106854" y="84542"/>
                      <a:pt x="85299" y="76239"/>
                      <a:pt x="40676" y="68659"/>
                    </a:cubicBezTo>
                    <a:lnTo>
                      <a:pt x="56559" y="37977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5E1A5130-3B1E-8DD3-76EA-8FA02B3BE5D9}"/>
                  </a:ext>
                </a:extLst>
              </p:cNvPr>
              <p:cNvSpPr/>
              <p:nvPr>
                <p:custDataLst>
                  <p:tags r:id="rId75"/>
                </p:custDataLst>
              </p:nvPr>
            </p:nvSpPr>
            <p:spPr>
              <a:xfrm>
                <a:off x="11057785" y="7586135"/>
                <a:ext cx="124527" cy="180571"/>
              </a:xfrm>
              <a:custGeom>
                <a:avLst/>
                <a:gdLst>
                  <a:gd name="connsiteX0" fmla="*/ 124745 w 124527"/>
                  <a:gd name="connsiteY0" fmla="*/ 144048 h 180571"/>
                  <a:gd name="connsiteX1" fmla="*/ 121107 w 124527"/>
                  <a:gd name="connsiteY1" fmla="*/ 142712 h 180571"/>
                  <a:gd name="connsiteX2" fmla="*/ 94523 w 124527"/>
                  <a:gd name="connsiteY2" fmla="*/ 160342 h 180571"/>
                  <a:gd name="connsiteX3" fmla="*/ 27642 w 124527"/>
                  <a:gd name="connsiteY3" fmla="*/ 160342 h 180571"/>
                  <a:gd name="connsiteX4" fmla="*/ 74654 w 124527"/>
                  <a:gd name="connsiteY4" fmla="*/ 113329 h 180571"/>
                  <a:gd name="connsiteX5" fmla="*/ 110473 w 124527"/>
                  <a:gd name="connsiteY5" fmla="*/ 47351 h 180571"/>
                  <a:gd name="connsiteX6" fmla="*/ 58704 w 124527"/>
                  <a:gd name="connsiteY6" fmla="*/ 71 h 180571"/>
                  <a:gd name="connsiteX7" fmla="*/ 18407 w 124527"/>
                  <a:gd name="connsiteY7" fmla="*/ 16633 h 180571"/>
                  <a:gd name="connsiteX8" fmla="*/ 498 w 124527"/>
                  <a:gd name="connsiteY8" fmla="*/ 53228 h 180571"/>
                  <a:gd name="connsiteX9" fmla="*/ 6374 w 124527"/>
                  <a:gd name="connsiteY9" fmla="*/ 54563 h 180571"/>
                  <a:gd name="connsiteX10" fmla="*/ 46950 w 124527"/>
                  <a:gd name="connsiteY10" fmla="*/ 19838 h 180571"/>
                  <a:gd name="connsiteX11" fmla="*/ 86407 w 124527"/>
                  <a:gd name="connsiteY11" fmla="*/ 57502 h 180571"/>
                  <a:gd name="connsiteX12" fmla="*/ 50029 w 124527"/>
                  <a:gd name="connsiteY12" fmla="*/ 126952 h 180571"/>
                  <a:gd name="connsiteX13" fmla="*/ 218 w 124527"/>
                  <a:gd name="connsiteY13" fmla="*/ 177437 h 180571"/>
                  <a:gd name="connsiteX14" fmla="*/ 218 w 124527"/>
                  <a:gd name="connsiteY14" fmla="*/ 180643 h 180571"/>
                  <a:gd name="connsiteX15" fmla="*/ 109354 w 124527"/>
                  <a:gd name="connsiteY15" fmla="*/ 180643 h 180571"/>
                  <a:gd name="connsiteX16" fmla="*/ 124745 w 124527"/>
                  <a:gd name="connsiteY16" fmla="*/ 144048 h 180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4527" h="180571">
                    <a:moveTo>
                      <a:pt x="124745" y="144048"/>
                    </a:moveTo>
                    <a:lnTo>
                      <a:pt x="121107" y="142712"/>
                    </a:lnTo>
                    <a:cubicBezTo>
                      <a:pt x="110753" y="157938"/>
                      <a:pt x="107115" y="160342"/>
                      <a:pt x="94523" y="160342"/>
                    </a:cubicBezTo>
                    <a:lnTo>
                      <a:pt x="27642" y="160342"/>
                    </a:lnTo>
                    <a:lnTo>
                      <a:pt x="74654" y="113329"/>
                    </a:lnTo>
                    <a:cubicBezTo>
                      <a:pt x="99560" y="88487"/>
                      <a:pt x="110473" y="68186"/>
                      <a:pt x="110473" y="47351"/>
                    </a:cubicBezTo>
                    <a:cubicBezTo>
                      <a:pt x="110473" y="20640"/>
                      <a:pt x="87807" y="71"/>
                      <a:pt x="58704" y="71"/>
                    </a:cubicBezTo>
                    <a:cubicBezTo>
                      <a:pt x="43313" y="71"/>
                      <a:pt x="28761" y="5948"/>
                      <a:pt x="18407" y="16633"/>
                    </a:cubicBezTo>
                    <a:cubicBezTo>
                      <a:pt x="9452" y="25715"/>
                      <a:pt x="5255" y="34262"/>
                      <a:pt x="498" y="53228"/>
                    </a:cubicBezTo>
                    <a:lnTo>
                      <a:pt x="6374" y="54563"/>
                    </a:lnTo>
                    <a:cubicBezTo>
                      <a:pt x="17568" y="28386"/>
                      <a:pt x="27642" y="19838"/>
                      <a:pt x="46950" y="19838"/>
                    </a:cubicBezTo>
                    <a:cubicBezTo>
                      <a:pt x="70457" y="19838"/>
                      <a:pt x="86407" y="35064"/>
                      <a:pt x="86407" y="57502"/>
                    </a:cubicBezTo>
                    <a:cubicBezTo>
                      <a:pt x="86407" y="78337"/>
                      <a:pt x="73535" y="103179"/>
                      <a:pt x="50029" y="126952"/>
                    </a:cubicBezTo>
                    <a:lnTo>
                      <a:pt x="218" y="177437"/>
                    </a:lnTo>
                    <a:lnTo>
                      <a:pt x="218" y="180643"/>
                    </a:lnTo>
                    <a:lnTo>
                      <a:pt x="109354" y="180643"/>
                    </a:lnTo>
                    <a:lnTo>
                      <a:pt x="124745" y="144048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9932E7C1-A641-382E-08CD-4BE7528AF122}"/>
                  </a:ext>
                </a:extLst>
              </p:cNvPr>
              <p:cNvSpPr/>
              <p:nvPr>
                <p:custDataLst>
                  <p:tags r:id="rId76"/>
                </p:custDataLst>
              </p:nvPr>
            </p:nvSpPr>
            <p:spPr>
              <a:xfrm>
                <a:off x="11317119" y="7739105"/>
                <a:ext cx="182650" cy="173987"/>
              </a:xfrm>
              <a:custGeom>
                <a:avLst/>
                <a:gdLst>
                  <a:gd name="connsiteX0" fmla="*/ 91738 w 182650"/>
                  <a:gd name="connsiteY0" fmla="*/ 76961 h 173987"/>
                  <a:gd name="connsiteX1" fmla="*/ 16107 w 182650"/>
                  <a:gd name="connsiteY1" fmla="*/ 5128 h 173987"/>
                  <a:gd name="connsiteX2" fmla="*/ 7787 w 182650"/>
                  <a:gd name="connsiteY2" fmla="*/ 75 h 173987"/>
                  <a:gd name="connsiteX3" fmla="*/ 224 w 182650"/>
                  <a:gd name="connsiteY3" fmla="*/ 7294 h 173987"/>
                  <a:gd name="connsiteX4" fmla="*/ 5140 w 182650"/>
                  <a:gd name="connsiteY4" fmla="*/ 14514 h 173987"/>
                  <a:gd name="connsiteX5" fmla="*/ 80772 w 182650"/>
                  <a:gd name="connsiteY5" fmla="*/ 87068 h 173987"/>
                  <a:gd name="connsiteX6" fmla="*/ 5140 w 182650"/>
                  <a:gd name="connsiteY6" fmla="*/ 159623 h 173987"/>
                  <a:gd name="connsiteX7" fmla="*/ 224 w 182650"/>
                  <a:gd name="connsiteY7" fmla="*/ 166843 h 173987"/>
                  <a:gd name="connsiteX8" fmla="*/ 7787 w 182650"/>
                  <a:gd name="connsiteY8" fmla="*/ 174062 h 173987"/>
                  <a:gd name="connsiteX9" fmla="*/ 16107 w 182650"/>
                  <a:gd name="connsiteY9" fmla="*/ 169008 h 173987"/>
                  <a:gd name="connsiteX10" fmla="*/ 91360 w 182650"/>
                  <a:gd name="connsiteY10" fmla="*/ 97176 h 173987"/>
                  <a:gd name="connsiteX11" fmla="*/ 169639 w 182650"/>
                  <a:gd name="connsiteY11" fmla="*/ 171896 h 173987"/>
                  <a:gd name="connsiteX12" fmla="*/ 175311 w 182650"/>
                  <a:gd name="connsiteY12" fmla="*/ 174062 h 173987"/>
                  <a:gd name="connsiteX13" fmla="*/ 182874 w 182650"/>
                  <a:gd name="connsiteY13" fmla="*/ 166843 h 173987"/>
                  <a:gd name="connsiteX14" fmla="*/ 181740 w 182650"/>
                  <a:gd name="connsiteY14" fmla="*/ 162872 h 173987"/>
                  <a:gd name="connsiteX15" fmla="*/ 102327 w 182650"/>
                  <a:gd name="connsiteY15" fmla="*/ 87068 h 173987"/>
                  <a:gd name="connsiteX16" fmla="*/ 171530 w 182650"/>
                  <a:gd name="connsiteY16" fmla="*/ 21011 h 173987"/>
                  <a:gd name="connsiteX17" fmla="*/ 180984 w 182650"/>
                  <a:gd name="connsiteY17" fmla="*/ 11987 h 173987"/>
                  <a:gd name="connsiteX18" fmla="*/ 182874 w 182650"/>
                  <a:gd name="connsiteY18" fmla="*/ 7294 h 173987"/>
                  <a:gd name="connsiteX19" fmla="*/ 175311 w 182650"/>
                  <a:gd name="connsiteY19" fmla="*/ 75 h 173987"/>
                  <a:gd name="connsiteX20" fmla="*/ 166614 w 182650"/>
                  <a:gd name="connsiteY20" fmla="*/ 5489 h 173987"/>
                  <a:gd name="connsiteX21" fmla="*/ 91738 w 182650"/>
                  <a:gd name="connsiteY21" fmla="*/ 76961 h 173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2650" h="173987">
                    <a:moveTo>
                      <a:pt x="91738" y="76961"/>
                    </a:moveTo>
                    <a:lnTo>
                      <a:pt x="16107" y="5128"/>
                    </a:lnTo>
                    <a:cubicBezTo>
                      <a:pt x="11569" y="797"/>
                      <a:pt x="10812" y="75"/>
                      <a:pt x="7787" y="75"/>
                    </a:cubicBezTo>
                    <a:cubicBezTo>
                      <a:pt x="4006" y="75"/>
                      <a:pt x="224" y="3323"/>
                      <a:pt x="224" y="7294"/>
                    </a:cubicBezTo>
                    <a:cubicBezTo>
                      <a:pt x="224" y="9821"/>
                      <a:pt x="980" y="10543"/>
                      <a:pt x="5140" y="14514"/>
                    </a:cubicBezTo>
                    <a:lnTo>
                      <a:pt x="80772" y="87068"/>
                    </a:lnTo>
                    <a:lnTo>
                      <a:pt x="5140" y="159623"/>
                    </a:lnTo>
                    <a:cubicBezTo>
                      <a:pt x="980" y="163594"/>
                      <a:pt x="224" y="164316"/>
                      <a:pt x="224" y="166843"/>
                    </a:cubicBezTo>
                    <a:cubicBezTo>
                      <a:pt x="224" y="170813"/>
                      <a:pt x="4006" y="174062"/>
                      <a:pt x="7787" y="174062"/>
                    </a:cubicBezTo>
                    <a:cubicBezTo>
                      <a:pt x="10812" y="174062"/>
                      <a:pt x="11569" y="173340"/>
                      <a:pt x="16107" y="169008"/>
                    </a:cubicBezTo>
                    <a:lnTo>
                      <a:pt x="91360" y="97176"/>
                    </a:lnTo>
                    <a:lnTo>
                      <a:pt x="169639" y="171896"/>
                    </a:lnTo>
                    <a:cubicBezTo>
                      <a:pt x="170395" y="172257"/>
                      <a:pt x="173042" y="174062"/>
                      <a:pt x="175311" y="174062"/>
                    </a:cubicBezTo>
                    <a:cubicBezTo>
                      <a:pt x="179849" y="174062"/>
                      <a:pt x="182874" y="170813"/>
                      <a:pt x="182874" y="166843"/>
                    </a:cubicBezTo>
                    <a:cubicBezTo>
                      <a:pt x="182874" y="166121"/>
                      <a:pt x="182874" y="164677"/>
                      <a:pt x="181740" y="162872"/>
                    </a:cubicBezTo>
                    <a:cubicBezTo>
                      <a:pt x="181362" y="162150"/>
                      <a:pt x="121235" y="105478"/>
                      <a:pt x="102327" y="87068"/>
                    </a:cubicBezTo>
                    <a:lnTo>
                      <a:pt x="171530" y="21011"/>
                    </a:lnTo>
                    <a:cubicBezTo>
                      <a:pt x="173420" y="18845"/>
                      <a:pt x="179093" y="14153"/>
                      <a:pt x="180984" y="11987"/>
                    </a:cubicBezTo>
                    <a:cubicBezTo>
                      <a:pt x="181362" y="11265"/>
                      <a:pt x="182874" y="9821"/>
                      <a:pt x="182874" y="7294"/>
                    </a:cubicBezTo>
                    <a:cubicBezTo>
                      <a:pt x="182874" y="3323"/>
                      <a:pt x="179849" y="75"/>
                      <a:pt x="175311" y="75"/>
                    </a:cubicBezTo>
                    <a:cubicBezTo>
                      <a:pt x="172286" y="75"/>
                      <a:pt x="170773" y="1519"/>
                      <a:pt x="166614" y="5489"/>
                    </a:cubicBezTo>
                    <a:lnTo>
                      <a:pt x="91738" y="7696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49CA3C18-250E-F06F-8D0C-D4F235A18FB9}"/>
                  </a:ext>
                </a:extLst>
              </p:cNvPr>
              <p:cNvSpPr/>
              <p:nvPr>
                <p:custDataLst>
                  <p:tags r:id="rId77"/>
                </p:custDataLst>
              </p:nvPr>
            </p:nvSpPr>
            <p:spPr>
              <a:xfrm>
                <a:off x="11615603" y="7757153"/>
                <a:ext cx="173574" cy="163158"/>
              </a:xfrm>
              <a:custGeom>
                <a:avLst/>
                <a:gdLst>
                  <a:gd name="connsiteX0" fmla="*/ 169270 w 173574"/>
                  <a:gd name="connsiteY0" fmla="*/ 119556 h 163158"/>
                  <a:gd name="connsiteX1" fmla="*/ 158681 w 173574"/>
                  <a:gd name="connsiteY1" fmla="*/ 129663 h 163158"/>
                  <a:gd name="connsiteX2" fmla="*/ 139017 w 173574"/>
                  <a:gd name="connsiteY2" fmla="*/ 144463 h 163158"/>
                  <a:gd name="connsiteX3" fmla="*/ 133723 w 173574"/>
                  <a:gd name="connsiteY3" fmla="*/ 139770 h 163158"/>
                  <a:gd name="connsiteX4" fmla="*/ 167379 w 173574"/>
                  <a:gd name="connsiteY4" fmla="*/ 8738 h 163158"/>
                  <a:gd name="connsiteX5" fmla="*/ 169648 w 173574"/>
                  <a:gd name="connsiteY5" fmla="*/ 1158 h 163158"/>
                  <a:gd name="connsiteX6" fmla="*/ 167001 w 173574"/>
                  <a:gd name="connsiteY6" fmla="*/ 75 h 163158"/>
                  <a:gd name="connsiteX7" fmla="*/ 143933 w 173574"/>
                  <a:gd name="connsiteY7" fmla="*/ 2602 h 163158"/>
                  <a:gd name="connsiteX8" fmla="*/ 142799 w 173574"/>
                  <a:gd name="connsiteY8" fmla="*/ 3684 h 163158"/>
                  <a:gd name="connsiteX9" fmla="*/ 138639 w 173574"/>
                  <a:gd name="connsiteY9" fmla="*/ 21011 h 163158"/>
                  <a:gd name="connsiteX10" fmla="*/ 108386 w 173574"/>
                  <a:gd name="connsiteY10" fmla="*/ 75 h 163158"/>
                  <a:gd name="connsiteX11" fmla="*/ 233 w 173574"/>
                  <a:gd name="connsiteY11" fmla="*/ 123165 h 163158"/>
                  <a:gd name="connsiteX12" fmla="*/ 38805 w 173574"/>
                  <a:gd name="connsiteY12" fmla="*/ 163233 h 163158"/>
                  <a:gd name="connsiteX13" fmla="*/ 114815 w 173574"/>
                  <a:gd name="connsiteY13" fmla="*/ 106561 h 163158"/>
                  <a:gd name="connsiteX14" fmla="*/ 106117 w 173574"/>
                  <a:gd name="connsiteY14" fmla="*/ 148072 h 163158"/>
                  <a:gd name="connsiteX15" fmla="*/ 121244 w 173574"/>
                  <a:gd name="connsiteY15" fmla="*/ 162872 h 163158"/>
                  <a:gd name="connsiteX16" fmla="*/ 173808 w 173574"/>
                  <a:gd name="connsiteY16" fmla="*/ 123165 h 163158"/>
                  <a:gd name="connsiteX17" fmla="*/ 169270 w 173574"/>
                  <a:gd name="connsiteY17" fmla="*/ 119556 h 163158"/>
                  <a:gd name="connsiteX18" fmla="*/ 110655 w 173574"/>
                  <a:gd name="connsiteY18" fmla="*/ 8016 h 163158"/>
                  <a:gd name="connsiteX19" fmla="*/ 131832 w 173574"/>
                  <a:gd name="connsiteY19" fmla="*/ 30035 h 163158"/>
                  <a:gd name="connsiteX20" fmla="*/ 86831 w 173574"/>
                  <a:gd name="connsiteY20" fmla="*/ 129663 h 163158"/>
                  <a:gd name="connsiteX21" fmla="*/ 53932 w 173574"/>
                  <a:gd name="connsiteY21" fmla="*/ 145545 h 163158"/>
                  <a:gd name="connsiteX22" fmla="*/ 31998 w 173574"/>
                  <a:gd name="connsiteY22" fmla="*/ 118473 h 163158"/>
                  <a:gd name="connsiteX23" fmla="*/ 62629 w 173574"/>
                  <a:gd name="connsiteY23" fmla="*/ 39420 h 163158"/>
                  <a:gd name="connsiteX24" fmla="*/ 110655 w 173574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3574" h="163158">
                    <a:moveTo>
                      <a:pt x="169270" y="119556"/>
                    </a:moveTo>
                    <a:cubicBezTo>
                      <a:pt x="163597" y="124970"/>
                      <a:pt x="161329" y="126775"/>
                      <a:pt x="158681" y="129663"/>
                    </a:cubicBezTo>
                    <a:cubicBezTo>
                      <a:pt x="147337" y="140853"/>
                      <a:pt x="142421" y="144463"/>
                      <a:pt x="139017" y="144463"/>
                    </a:cubicBezTo>
                    <a:cubicBezTo>
                      <a:pt x="135992" y="144463"/>
                      <a:pt x="133723" y="142297"/>
                      <a:pt x="133723" y="139770"/>
                    </a:cubicBezTo>
                    <a:cubicBezTo>
                      <a:pt x="133723" y="132551"/>
                      <a:pt x="149606" y="70825"/>
                      <a:pt x="167379" y="8738"/>
                    </a:cubicBezTo>
                    <a:cubicBezTo>
                      <a:pt x="168514" y="5128"/>
                      <a:pt x="168892" y="4406"/>
                      <a:pt x="169648" y="1158"/>
                    </a:cubicBezTo>
                    <a:lnTo>
                      <a:pt x="167001" y="75"/>
                    </a:lnTo>
                    <a:lnTo>
                      <a:pt x="143933" y="2602"/>
                    </a:lnTo>
                    <a:lnTo>
                      <a:pt x="142799" y="3684"/>
                    </a:lnTo>
                    <a:lnTo>
                      <a:pt x="138639" y="21011"/>
                    </a:lnTo>
                    <a:cubicBezTo>
                      <a:pt x="135614" y="7655"/>
                      <a:pt x="124647" y="75"/>
                      <a:pt x="108386" y="75"/>
                    </a:cubicBezTo>
                    <a:cubicBezTo>
                      <a:pt x="58469" y="75"/>
                      <a:pt x="233" y="66132"/>
                      <a:pt x="233" y="123165"/>
                    </a:cubicBezTo>
                    <a:cubicBezTo>
                      <a:pt x="233" y="148433"/>
                      <a:pt x="14603" y="163233"/>
                      <a:pt x="38805" y="163233"/>
                    </a:cubicBezTo>
                    <a:cubicBezTo>
                      <a:pt x="65276" y="163233"/>
                      <a:pt x="81537" y="151321"/>
                      <a:pt x="114815" y="106561"/>
                    </a:cubicBezTo>
                    <a:cubicBezTo>
                      <a:pt x="107252" y="134716"/>
                      <a:pt x="106117" y="139409"/>
                      <a:pt x="106117" y="148072"/>
                    </a:cubicBezTo>
                    <a:cubicBezTo>
                      <a:pt x="106117" y="158540"/>
                      <a:pt x="110655" y="162872"/>
                      <a:pt x="121244" y="162872"/>
                    </a:cubicBezTo>
                    <a:cubicBezTo>
                      <a:pt x="136370" y="162872"/>
                      <a:pt x="145824" y="156014"/>
                      <a:pt x="173808" y="123165"/>
                    </a:cubicBezTo>
                    <a:lnTo>
                      <a:pt x="169270" y="119556"/>
                    </a:lnTo>
                    <a:close/>
                    <a:moveTo>
                      <a:pt x="110655" y="8016"/>
                    </a:moveTo>
                    <a:cubicBezTo>
                      <a:pt x="123513" y="8738"/>
                      <a:pt x="131832" y="17401"/>
                      <a:pt x="131832" y="30035"/>
                    </a:cubicBezTo>
                    <a:cubicBezTo>
                      <a:pt x="131832" y="60357"/>
                      <a:pt x="112924" y="102951"/>
                      <a:pt x="86831" y="129663"/>
                    </a:cubicBezTo>
                    <a:cubicBezTo>
                      <a:pt x="77756" y="139409"/>
                      <a:pt x="64898" y="145545"/>
                      <a:pt x="53932" y="145545"/>
                    </a:cubicBezTo>
                    <a:cubicBezTo>
                      <a:pt x="40696" y="145545"/>
                      <a:pt x="31998" y="135077"/>
                      <a:pt x="31998" y="118473"/>
                    </a:cubicBezTo>
                    <a:cubicBezTo>
                      <a:pt x="31998" y="98980"/>
                      <a:pt x="46368" y="61801"/>
                      <a:pt x="62629" y="39420"/>
                    </a:cubicBezTo>
                    <a:cubicBezTo>
                      <a:pt x="77756" y="18484"/>
                      <a:pt x="95529" y="6933"/>
                      <a:pt x="110655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CC1ACB98-8628-6B99-F084-B61ED7BD686A}"/>
                  </a:ext>
                </a:extLst>
              </p:cNvPr>
              <p:cNvSpPr/>
              <p:nvPr>
                <p:custDataLst>
                  <p:tags r:id="rId78"/>
                </p:custDataLst>
              </p:nvPr>
            </p:nvSpPr>
            <p:spPr>
              <a:xfrm>
                <a:off x="11807358" y="7790502"/>
                <a:ext cx="124527" cy="180571"/>
              </a:xfrm>
              <a:custGeom>
                <a:avLst/>
                <a:gdLst>
                  <a:gd name="connsiteX0" fmla="*/ 124765 w 124527"/>
                  <a:gd name="connsiteY0" fmla="*/ 144053 h 180571"/>
                  <a:gd name="connsiteX1" fmla="*/ 121127 w 124527"/>
                  <a:gd name="connsiteY1" fmla="*/ 142718 h 180571"/>
                  <a:gd name="connsiteX2" fmla="*/ 94542 w 124527"/>
                  <a:gd name="connsiteY2" fmla="*/ 160347 h 180571"/>
                  <a:gd name="connsiteX3" fmla="*/ 27661 w 124527"/>
                  <a:gd name="connsiteY3" fmla="*/ 160347 h 180571"/>
                  <a:gd name="connsiteX4" fmla="*/ 74674 w 124527"/>
                  <a:gd name="connsiteY4" fmla="*/ 113335 h 180571"/>
                  <a:gd name="connsiteX5" fmla="*/ 110493 w 124527"/>
                  <a:gd name="connsiteY5" fmla="*/ 47357 h 180571"/>
                  <a:gd name="connsiteX6" fmla="*/ 58723 w 124527"/>
                  <a:gd name="connsiteY6" fmla="*/ 77 h 180571"/>
                  <a:gd name="connsiteX7" fmla="*/ 18427 w 124527"/>
                  <a:gd name="connsiteY7" fmla="*/ 16638 h 180571"/>
                  <a:gd name="connsiteX8" fmla="*/ 517 w 124527"/>
                  <a:gd name="connsiteY8" fmla="*/ 53233 h 180571"/>
                  <a:gd name="connsiteX9" fmla="*/ 6394 w 124527"/>
                  <a:gd name="connsiteY9" fmla="*/ 54569 h 180571"/>
                  <a:gd name="connsiteX10" fmla="*/ 46970 w 124527"/>
                  <a:gd name="connsiteY10" fmla="*/ 19844 h 180571"/>
                  <a:gd name="connsiteX11" fmla="*/ 86427 w 124527"/>
                  <a:gd name="connsiteY11" fmla="*/ 57507 h 180571"/>
                  <a:gd name="connsiteX12" fmla="*/ 50048 w 124527"/>
                  <a:gd name="connsiteY12" fmla="*/ 126958 h 180571"/>
                  <a:gd name="connsiteX13" fmla="*/ 237 w 124527"/>
                  <a:gd name="connsiteY13" fmla="*/ 177443 h 180571"/>
                  <a:gd name="connsiteX14" fmla="*/ 237 w 124527"/>
                  <a:gd name="connsiteY14" fmla="*/ 180648 h 180571"/>
                  <a:gd name="connsiteX15" fmla="*/ 109374 w 124527"/>
                  <a:gd name="connsiteY15" fmla="*/ 180648 h 180571"/>
                  <a:gd name="connsiteX16" fmla="*/ 124765 w 124527"/>
                  <a:gd name="connsiteY16" fmla="*/ 144053 h 180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4527" h="180571">
                    <a:moveTo>
                      <a:pt x="124765" y="144053"/>
                    </a:moveTo>
                    <a:lnTo>
                      <a:pt x="121127" y="142718"/>
                    </a:lnTo>
                    <a:cubicBezTo>
                      <a:pt x="110773" y="157943"/>
                      <a:pt x="107135" y="160347"/>
                      <a:pt x="94542" y="160347"/>
                    </a:cubicBezTo>
                    <a:lnTo>
                      <a:pt x="27661" y="160347"/>
                    </a:lnTo>
                    <a:lnTo>
                      <a:pt x="74674" y="113335"/>
                    </a:lnTo>
                    <a:cubicBezTo>
                      <a:pt x="99579" y="88493"/>
                      <a:pt x="110493" y="68192"/>
                      <a:pt x="110493" y="47357"/>
                    </a:cubicBezTo>
                    <a:cubicBezTo>
                      <a:pt x="110493" y="20645"/>
                      <a:pt x="87826" y="77"/>
                      <a:pt x="58723" y="77"/>
                    </a:cubicBezTo>
                    <a:cubicBezTo>
                      <a:pt x="43332" y="77"/>
                      <a:pt x="28781" y="5954"/>
                      <a:pt x="18427" y="16638"/>
                    </a:cubicBezTo>
                    <a:cubicBezTo>
                      <a:pt x="9472" y="25720"/>
                      <a:pt x="5274" y="34268"/>
                      <a:pt x="517" y="53233"/>
                    </a:cubicBezTo>
                    <a:lnTo>
                      <a:pt x="6394" y="54569"/>
                    </a:lnTo>
                    <a:cubicBezTo>
                      <a:pt x="17587" y="28392"/>
                      <a:pt x="27661" y="19844"/>
                      <a:pt x="46970" y="19844"/>
                    </a:cubicBezTo>
                    <a:cubicBezTo>
                      <a:pt x="70476" y="19844"/>
                      <a:pt x="86427" y="35069"/>
                      <a:pt x="86427" y="57507"/>
                    </a:cubicBezTo>
                    <a:cubicBezTo>
                      <a:pt x="86427" y="78342"/>
                      <a:pt x="73555" y="103184"/>
                      <a:pt x="50048" y="126958"/>
                    </a:cubicBezTo>
                    <a:lnTo>
                      <a:pt x="237" y="177443"/>
                    </a:lnTo>
                    <a:lnTo>
                      <a:pt x="237" y="180648"/>
                    </a:lnTo>
                    <a:lnTo>
                      <a:pt x="109374" y="180648"/>
                    </a:lnTo>
                    <a:lnTo>
                      <a:pt x="124765" y="144053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9DF657D5-E19A-84F8-5376-B26C9B1789BF}"/>
                  </a:ext>
                </a:extLst>
              </p:cNvPr>
              <p:cNvSpPr/>
              <p:nvPr>
                <p:custDataLst>
                  <p:tags r:id="rId79"/>
                </p:custDataLst>
              </p:nvPr>
            </p:nvSpPr>
            <p:spPr>
              <a:xfrm>
                <a:off x="12032279" y="7705896"/>
                <a:ext cx="251475" cy="240405"/>
              </a:xfrm>
              <a:custGeom>
                <a:avLst/>
                <a:gdLst>
                  <a:gd name="connsiteX0" fmla="*/ 133734 w 251475"/>
                  <a:gd name="connsiteY0" fmla="*/ 127496 h 240405"/>
                  <a:gd name="connsiteX1" fmla="*/ 239241 w 251475"/>
                  <a:gd name="connsiteY1" fmla="*/ 127496 h 240405"/>
                  <a:gd name="connsiteX2" fmla="*/ 251720 w 251475"/>
                  <a:gd name="connsiteY2" fmla="*/ 120277 h 240405"/>
                  <a:gd name="connsiteX3" fmla="*/ 239241 w 251475"/>
                  <a:gd name="connsiteY3" fmla="*/ 113057 h 240405"/>
                  <a:gd name="connsiteX4" fmla="*/ 133734 w 251475"/>
                  <a:gd name="connsiteY4" fmla="*/ 113057 h 240405"/>
                  <a:gd name="connsiteX5" fmla="*/ 133734 w 251475"/>
                  <a:gd name="connsiteY5" fmla="*/ 11986 h 240405"/>
                  <a:gd name="connsiteX6" fmla="*/ 126171 w 251475"/>
                  <a:gd name="connsiteY6" fmla="*/ 74 h 240405"/>
                  <a:gd name="connsiteX7" fmla="*/ 118608 w 251475"/>
                  <a:gd name="connsiteY7" fmla="*/ 11986 h 240405"/>
                  <a:gd name="connsiteX8" fmla="*/ 118608 w 251475"/>
                  <a:gd name="connsiteY8" fmla="*/ 113057 h 240405"/>
                  <a:gd name="connsiteX9" fmla="*/ 12724 w 251475"/>
                  <a:gd name="connsiteY9" fmla="*/ 113057 h 240405"/>
                  <a:gd name="connsiteX10" fmla="*/ 245 w 251475"/>
                  <a:gd name="connsiteY10" fmla="*/ 120277 h 240405"/>
                  <a:gd name="connsiteX11" fmla="*/ 12724 w 251475"/>
                  <a:gd name="connsiteY11" fmla="*/ 127496 h 240405"/>
                  <a:gd name="connsiteX12" fmla="*/ 118608 w 251475"/>
                  <a:gd name="connsiteY12" fmla="*/ 127496 h 240405"/>
                  <a:gd name="connsiteX13" fmla="*/ 118608 w 251475"/>
                  <a:gd name="connsiteY13" fmla="*/ 228568 h 240405"/>
                  <a:gd name="connsiteX14" fmla="*/ 126171 w 251475"/>
                  <a:gd name="connsiteY14" fmla="*/ 240480 h 240405"/>
                  <a:gd name="connsiteX15" fmla="*/ 133734 w 251475"/>
                  <a:gd name="connsiteY15" fmla="*/ 228568 h 240405"/>
                  <a:gd name="connsiteX16" fmla="*/ 133734 w 251475"/>
                  <a:gd name="connsiteY16" fmla="*/ 127496 h 24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1475" h="240405">
                    <a:moveTo>
                      <a:pt x="133734" y="127496"/>
                    </a:moveTo>
                    <a:lnTo>
                      <a:pt x="239241" y="127496"/>
                    </a:lnTo>
                    <a:cubicBezTo>
                      <a:pt x="244535" y="127496"/>
                      <a:pt x="251720" y="127496"/>
                      <a:pt x="251720" y="120277"/>
                    </a:cubicBezTo>
                    <a:cubicBezTo>
                      <a:pt x="251720" y="113057"/>
                      <a:pt x="244535" y="113057"/>
                      <a:pt x="239241" y="113057"/>
                    </a:cubicBezTo>
                    <a:lnTo>
                      <a:pt x="133734" y="113057"/>
                    </a:lnTo>
                    <a:lnTo>
                      <a:pt x="133734" y="11986"/>
                    </a:lnTo>
                    <a:cubicBezTo>
                      <a:pt x="133734" y="6932"/>
                      <a:pt x="133734" y="74"/>
                      <a:pt x="126171" y="74"/>
                    </a:cubicBezTo>
                    <a:cubicBezTo>
                      <a:pt x="118608" y="74"/>
                      <a:pt x="118608" y="6932"/>
                      <a:pt x="118608" y="11986"/>
                    </a:cubicBezTo>
                    <a:lnTo>
                      <a:pt x="118608" y="113057"/>
                    </a:lnTo>
                    <a:lnTo>
                      <a:pt x="12724" y="113057"/>
                    </a:lnTo>
                    <a:cubicBezTo>
                      <a:pt x="7430" y="113057"/>
                      <a:pt x="245" y="113057"/>
                      <a:pt x="245" y="120277"/>
                    </a:cubicBezTo>
                    <a:cubicBezTo>
                      <a:pt x="245" y="127496"/>
                      <a:pt x="7430" y="127496"/>
                      <a:pt x="12724" y="127496"/>
                    </a:cubicBezTo>
                    <a:lnTo>
                      <a:pt x="118608" y="127496"/>
                    </a:lnTo>
                    <a:lnTo>
                      <a:pt x="118608" y="228568"/>
                    </a:lnTo>
                    <a:cubicBezTo>
                      <a:pt x="118608" y="233621"/>
                      <a:pt x="118608" y="240480"/>
                      <a:pt x="126171" y="240480"/>
                    </a:cubicBezTo>
                    <a:cubicBezTo>
                      <a:pt x="133734" y="240480"/>
                      <a:pt x="133734" y="233621"/>
                      <a:pt x="133734" y="228568"/>
                    </a:cubicBezTo>
                    <a:lnTo>
                      <a:pt x="133734" y="127496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19398309-4410-9C7D-188B-C7FB2EA201EC}"/>
                  </a:ext>
                </a:extLst>
              </p:cNvPr>
              <p:cNvSpPr/>
              <p:nvPr>
                <p:custDataLst>
                  <p:tags r:id="rId80"/>
                </p:custDataLst>
              </p:nvPr>
            </p:nvSpPr>
            <p:spPr>
              <a:xfrm>
                <a:off x="12370848" y="7667994"/>
                <a:ext cx="153532" cy="253400"/>
              </a:xfrm>
              <a:custGeom>
                <a:avLst/>
                <a:gdLst>
                  <a:gd name="connsiteX0" fmla="*/ 56598 w 153532"/>
                  <a:gd name="connsiteY0" fmla="*/ 37977 h 253400"/>
                  <a:gd name="connsiteX1" fmla="*/ 130717 w 153532"/>
                  <a:gd name="connsiteY1" fmla="*/ 37977 h 253400"/>
                  <a:gd name="connsiteX2" fmla="*/ 139415 w 153532"/>
                  <a:gd name="connsiteY2" fmla="*/ 34728 h 253400"/>
                  <a:gd name="connsiteX3" fmla="*/ 153785 w 153532"/>
                  <a:gd name="connsiteY3" fmla="*/ 2602 h 253400"/>
                  <a:gd name="connsiteX4" fmla="*/ 150382 w 153532"/>
                  <a:gd name="connsiteY4" fmla="*/ 75 h 253400"/>
                  <a:gd name="connsiteX5" fmla="*/ 132986 w 153532"/>
                  <a:gd name="connsiteY5" fmla="*/ 9460 h 253400"/>
                  <a:gd name="connsiteX6" fmla="*/ 53951 w 153532"/>
                  <a:gd name="connsiteY6" fmla="*/ 9460 h 253400"/>
                  <a:gd name="connsiteX7" fmla="*/ 12732 w 153532"/>
                  <a:gd name="connsiteY7" fmla="*/ 95010 h 253400"/>
                  <a:gd name="connsiteX8" fmla="*/ 12354 w 153532"/>
                  <a:gd name="connsiteY8" fmla="*/ 96815 h 253400"/>
                  <a:gd name="connsiteX9" fmla="*/ 16892 w 153532"/>
                  <a:gd name="connsiteY9" fmla="*/ 99702 h 253400"/>
                  <a:gd name="connsiteX10" fmla="*/ 59624 w 153532"/>
                  <a:gd name="connsiteY10" fmla="*/ 106922 h 253400"/>
                  <a:gd name="connsiteX11" fmla="*/ 123154 w 153532"/>
                  <a:gd name="connsiteY11" fmla="*/ 178394 h 253400"/>
                  <a:gd name="connsiteX12" fmla="*/ 70590 w 153532"/>
                  <a:gd name="connsiteY12" fmla="*/ 240119 h 253400"/>
                  <a:gd name="connsiteX13" fmla="*/ 45254 w 153532"/>
                  <a:gd name="connsiteY13" fmla="*/ 229651 h 253400"/>
                  <a:gd name="connsiteX14" fmla="*/ 16514 w 153532"/>
                  <a:gd name="connsiteY14" fmla="*/ 217739 h 253400"/>
                  <a:gd name="connsiteX15" fmla="*/ 253 w 153532"/>
                  <a:gd name="connsiteY15" fmla="*/ 231095 h 253400"/>
                  <a:gd name="connsiteX16" fmla="*/ 46388 w 153532"/>
                  <a:gd name="connsiteY16" fmla="*/ 253475 h 253400"/>
                  <a:gd name="connsiteX17" fmla="*/ 124289 w 153532"/>
                  <a:gd name="connsiteY17" fmla="*/ 225320 h 253400"/>
                  <a:gd name="connsiteX18" fmla="*/ 149625 w 153532"/>
                  <a:gd name="connsiteY18" fmla="*/ 161067 h 253400"/>
                  <a:gd name="connsiteX19" fmla="*/ 123532 w 153532"/>
                  <a:gd name="connsiteY19" fmla="*/ 100424 h 253400"/>
                  <a:gd name="connsiteX20" fmla="*/ 40716 w 153532"/>
                  <a:gd name="connsiteY20" fmla="*/ 68659 h 253400"/>
                  <a:gd name="connsiteX21" fmla="*/ 56598 w 153532"/>
                  <a:gd name="connsiteY21" fmla="*/ 37977 h 25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3532" h="253400">
                    <a:moveTo>
                      <a:pt x="56598" y="37977"/>
                    </a:moveTo>
                    <a:lnTo>
                      <a:pt x="130717" y="37977"/>
                    </a:lnTo>
                    <a:cubicBezTo>
                      <a:pt x="136768" y="37977"/>
                      <a:pt x="138281" y="37255"/>
                      <a:pt x="139415" y="34728"/>
                    </a:cubicBezTo>
                    <a:lnTo>
                      <a:pt x="153785" y="2602"/>
                    </a:lnTo>
                    <a:lnTo>
                      <a:pt x="150382" y="75"/>
                    </a:lnTo>
                    <a:cubicBezTo>
                      <a:pt x="144709" y="7655"/>
                      <a:pt x="140928" y="9460"/>
                      <a:pt x="132986" y="9460"/>
                    </a:cubicBezTo>
                    <a:lnTo>
                      <a:pt x="53951" y="9460"/>
                    </a:lnTo>
                    <a:lnTo>
                      <a:pt x="12732" y="95010"/>
                    </a:lnTo>
                    <a:cubicBezTo>
                      <a:pt x="12354" y="95732"/>
                      <a:pt x="12354" y="96093"/>
                      <a:pt x="12354" y="96815"/>
                    </a:cubicBezTo>
                    <a:cubicBezTo>
                      <a:pt x="12354" y="98619"/>
                      <a:pt x="13866" y="99702"/>
                      <a:pt x="16892" y="99702"/>
                    </a:cubicBezTo>
                    <a:cubicBezTo>
                      <a:pt x="28993" y="99702"/>
                      <a:pt x="44119" y="102229"/>
                      <a:pt x="59624" y="106922"/>
                    </a:cubicBezTo>
                    <a:cubicBezTo>
                      <a:pt x="103112" y="120278"/>
                      <a:pt x="123154" y="142658"/>
                      <a:pt x="123154" y="178394"/>
                    </a:cubicBezTo>
                    <a:cubicBezTo>
                      <a:pt x="123154" y="213047"/>
                      <a:pt x="100087" y="240119"/>
                      <a:pt x="70590" y="240119"/>
                    </a:cubicBezTo>
                    <a:cubicBezTo>
                      <a:pt x="63027" y="240119"/>
                      <a:pt x="56598" y="237593"/>
                      <a:pt x="45254" y="229651"/>
                    </a:cubicBezTo>
                    <a:cubicBezTo>
                      <a:pt x="33153" y="221349"/>
                      <a:pt x="24455" y="217739"/>
                      <a:pt x="16514" y="217739"/>
                    </a:cubicBezTo>
                    <a:cubicBezTo>
                      <a:pt x="5547" y="217739"/>
                      <a:pt x="253" y="222071"/>
                      <a:pt x="253" y="231095"/>
                    </a:cubicBezTo>
                    <a:cubicBezTo>
                      <a:pt x="253" y="244812"/>
                      <a:pt x="18026" y="253475"/>
                      <a:pt x="46388" y="253475"/>
                    </a:cubicBezTo>
                    <a:cubicBezTo>
                      <a:pt x="78153" y="253475"/>
                      <a:pt x="105381" y="243729"/>
                      <a:pt x="124289" y="225320"/>
                    </a:cubicBezTo>
                    <a:cubicBezTo>
                      <a:pt x="141684" y="209076"/>
                      <a:pt x="149625" y="188501"/>
                      <a:pt x="149625" y="161067"/>
                    </a:cubicBezTo>
                    <a:cubicBezTo>
                      <a:pt x="149625" y="135077"/>
                      <a:pt x="142440" y="118473"/>
                      <a:pt x="123532" y="100424"/>
                    </a:cubicBezTo>
                    <a:cubicBezTo>
                      <a:pt x="106893" y="84542"/>
                      <a:pt x="85338" y="76239"/>
                      <a:pt x="40716" y="68659"/>
                    </a:cubicBezTo>
                    <a:lnTo>
                      <a:pt x="56598" y="37977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83CB27D2-BC7A-14AD-B16A-551A858F2B6C}"/>
                  </a:ext>
                </a:extLst>
              </p:cNvPr>
              <p:cNvSpPr/>
              <p:nvPr>
                <p:custDataLst>
                  <p:tags r:id="rId81"/>
                </p:custDataLst>
              </p:nvPr>
            </p:nvSpPr>
            <p:spPr>
              <a:xfrm>
                <a:off x="12560568" y="7586135"/>
                <a:ext cx="108856" cy="184310"/>
              </a:xfrm>
              <a:custGeom>
                <a:avLst/>
                <a:gdLst>
                  <a:gd name="connsiteX0" fmla="*/ 31039 w 108856"/>
                  <a:gd name="connsiteY0" fmla="*/ 92494 h 184310"/>
                  <a:gd name="connsiteX1" fmla="*/ 60702 w 108856"/>
                  <a:gd name="connsiteY1" fmla="*/ 95432 h 184310"/>
                  <a:gd name="connsiteX2" fmla="*/ 88965 w 108856"/>
                  <a:gd name="connsiteY2" fmla="*/ 134966 h 184310"/>
                  <a:gd name="connsiteX3" fmla="*/ 52307 w 108856"/>
                  <a:gd name="connsiteY3" fmla="*/ 174766 h 184310"/>
                  <a:gd name="connsiteX4" fmla="*/ 28800 w 108856"/>
                  <a:gd name="connsiteY4" fmla="*/ 166485 h 184310"/>
                  <a:gd name="connsiteX5" fmla="*/ 10891 w 108856"/>
                  <a:gd name="connsiteY5" fmla="*/ 159807 h 184310"/>
                  <a:gd name="connsiteX6" fmla="*/ 257 w 108856"/>
                  <a:gd name="connsiteY6" fmla="*/ 169157 h 184310"/>
                  <a:gd name="connsiteX7" fmla="*/ 31879 w 108856"/>
                  <a:gd name="connsiteY7" fmla="*/ 184382 h 184310"/>
                  <a:gd name="connsiteX8" fmla="*/ 88686 w 108856"/>
                  <a:gd name="connsiteY8" fmla="*/ 166485 h 184310"/>
                  <a:gd name="connsiteX9" fmla="*/ 109114 w 108856"/>
                  <a:gd name="connsiteY9" fmla="*/ 122144 h 184310"/>
                  <a:gd name="connsiteX10" fmla="*/ 96521 w 108856"/>
                  <a:gd name="connsiteY10" fmla="*/ 87686 h 184310"/>
                  <a:gd name="connsiteX11" fmla="*/ 73295 w 108856"/>
                  <a:gd name="connsiteY11" fmla="*/ 73529 h 184310"/>
                  <a:gd name="connsiteX12" fmla="*/ 99599 w 108856"/>
                  <a:gd name="connsiteY12" fmla="*/ 36667 h 184310"/>
                  <a:gd name="connsiteX13" fmla="*/ 55945 w 108856"/>
                  <a:gd name="connsiteY13" fmla="*/ 71 h 184310"/>
                  <a:gd name="connsiteX14" fmla="*/ 19566 w 108856"/>
                  <a:gd name="connsiteY14" fmla="*/ 13160 h 184310"/>
                  <a:gd name="connsiteX15" fmla="*/ 817 w 108856"/>
                  <a:gd name="connsiteY15" fmla="*/ 43344 h 184310"/>
                  <a:gd name="connsiteX16" fmla="*/ 5014 w 108856"/>
                  <a:gd name="connsiteY16" fmla="*/ 44413 h 184310"/>
                  <a:gd name="connsiteX17" fmla="*/ 46710 w 108856"/>
                  <a:gd name="connsiteY17" fmla="*/ 16098 h 184310"/>
                  <a:gd name="connsiteX18" fmla="*/ 77492 w 108856"/>
                  <a:gd name="connsiteY18" fmla="*/ 44680 h 184310"/>
                  <a:gd name="connsiteX19" fmla="*/ 66299 w 108856"/>
                  <a:gd name="connsiteY19" fmla="*/ 70590 h 184310"/>
                  <a:gd name="connsiteX20" fmla="*/ 31039 w 108856"/>
                  <a:gd name="connsiteY20" fmla="*/ 89021 h 184310"/>
                  <a:gd name="connsiteX21" fmla="*/ 31039 w 108856"/>
                  <a:gd name="connsiteY21" fmla="*/ 92494 h 18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8856" h="184310">
                    <a:moveTo>
                      <a:pt x="31039" y="92494"/>
                    </a:moveTo>
                    <a:cubicBezTo>
                      <a:pt x="47550" y="92494"/>
                      <a:pt x="53986" y="93028"/>
                      <a:pt x="60702" y="95432"/>
                    </a:cubicBezTo>
                    <a:cubicBezTo>
                      <a:pt x="78052" y="101309"/>
                      <a:pt x="88965" y="116535"/>
                      <a:pt x="88965" y="134966"/>
                    </a:cubicBezTo>
                    <a:cubicBezTo>
                      <a:pt x="88965" y="157403"/>
                      <a:pt x="73015" y="174766"/>
                      <a:pt x="52307" y="174766"/>
                    </a:cubicBezTo>
                    <a:cubicBezTo>
                      <a:pt x="44751" y="174766"/>
                      <a:pt x="39154" y="172896"/>
                      <a:pt x="28800" y="166485"/>
                    </a:cubicBezTo>
                    <a:cubicBezTo>
                      <a:pt x="20405" y="161677"/>
                      <a:pt x="15648" y="159807"/>
                      <a:pt x="10891" y="159807"/>
                    </a:cubicBezTo>
                    <a:cubicBezTo>
                      <a:pt x="4455" y="159807"/>
                      <a:pt x="257" y="163547"/>
                      <a:pt x="257" y="169157"/>
                    </a:cubicBezTo>
                    <a:cubicBezTo>
                      <a:pt x="257" y="178506"/>
                      <a:pt x="12290" y="184382"/>
                      <a:pt x="31879" y="184382"/>
                    </a:cubicBezTo>
                    <a:cubicBezTo>
                      <a:pt x="53426" y="184382"/>
                      <a:pt x="75533" y="177437"/>
                      <a:pt x="88686" y="166485"/>
                    </a:cubicBezTo>
                    <a:cubicBezTo>
                      <a:pt x="101838" y="155534"/>
                      <a:pt x="109114" y="140041"/>
                      <a:pt x="109114" y="122144"/>
                    </a:cubicBezTo>
                    <a:cubicBezTo>
                      <a:pt x="109114" y="108521"/>
                      <a:pt x="104636" y="95966"/>
                      <a:pt x="96521" y="87686"/>
                    </a:cubicBezTo>
                    <a:cubicBezTo>
                      <a:pt x="90924" y="81809"/>
                      <a:pt x="85607" y="78604"/>
                      <a:pt x="73295" y="73529"/>
                    </a:cubicBezTo>
                    <a:cubicBezTo>
                      <a:pt x="92603" y="60974"/>
                      <a:pt x="99599" y="51091"/>
                      <a:pt x="99599" y="36667"/>
                    </a:cubicBezTo>
                    <a:cubicBezTo>
                      <a:pt x="99599" y="15030"/>
                      <a:pt x="81690" y="71"/>
                      <a:pt x="55945" y="71"/>
                    </a:cubicBezTo>
                    <a:cubicBezTo>
                      <a:pt x="41953" y="71"/>
                      <a:pt x="29640" y="4612"/>
                      <a:pt x="19566" y="13160"/>
                    </a:cubicBezTo>
                    <a:cubicBezTo>
                      <a:pt x="11171" y="20372"/>
                      <a:pt x="6973" y="27317"/>
                      <a:pt x="817" y="43344"/>
                    </a:cubicBezTo>
                    <a:lnTo>
                      <a:pt x="5014" y="44413"/>
                    </a:lnTo>
                    <a:cubicBezTo>
                      <a:pt x="16488" y="24913"/>
                      <a:pt x="29080" y="16098"/>
                      <a:pt x="46710" y="16098"/>
                    </a:cubicBezTo>
                    <a:cubicBezTo>
                      <a:pt x="64899" y="16098"/>
                      <a:pt x="77492" y="27852"/>
                      <a:pt x="77492" y="44680"/>
                    </a:cubicBezTo>
                    <a:cubicBezTo>
                      <a:pt x="77492" y="54296"/>
                      <a:pt x="73295" y="63912"/>
                      <a:pt x="66299" y="70590"/>
                    </a:cubicBezTo>
                    <a:cubicBezTo>
                      <a:pt x="57903" y="78604"/>
                      <a:pt x="50068" y="82611"/>
                      <a:pt x="31039" y="89021"/>
                    </a:cubicBezTo>
                    <a:lnTo>
                      <a:pt x="31039" y="92494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CD7BC27B-E7E1-4A1D-CFDB-CC9155EE59DE}"/>
                  </a:ext>
                </a:extLst>
              </p:cNvPr>
              <p:cNvSpPr/>
              <p:nvPr>
                <p:custDataLst>
                  <p:tags r:id="rId82"/>
                </p:custDataLst>
              </p:nvPr>
            </p:nvSpPr>
            <p:spPr>
              <a:xfrm>
                <a:off x="12816264" y="7739105"/>
                <a:ext cx="182650" cy="173987"/>
              </a:xfrm>
              <a:custGeom>
                <a:avLst/>
                <a:gdLst>
                  <a:gd name="connsiteX0" fmla="*/ 91778 w 182650"/>
                  <a:gd name="connsiteY0" fmla="*/ 76961 h 173987"/>
                  <a:gd name="connsiteX1" fmla="*/ 16146 w 182650"/>
                  <a:gd name="connsiteY1" fmla="*/ 5128 h 173987"/>
                  <a:gd name="connsiteX2" fmla="*/ 7826 w 182650"/>
                  <a:gd name="connsiteY2" fmla="*/ 75 h 173987"/>
                  <a:gd name="connsiteX3" fmla="*/ 263 w 182650"/>
                  <a:gd name="connsiteY3" fmla="*/ 7294 h 173987"/>
                  <a:gd name="connsiteX4" fmla="*/ 5179 w 182650"/>
                  <a:gd name="connsiteY4" fmla="*/ 14514 h 173987"/>
                  <a:gd name="connsiteX5" fmla="*/ 80811 w 182650"/>
                  <a:gd name="connsiteY5" fmla="*/ 87068 h 173987"/>
                  <a:gd name="connsiteX6" fmla="*/ 5179 w 182650"/>
                  <a:gd name="connsiteY6" fmla="*/ 159623 h 173987"/>
                  <a:gd name="connsiteX7" fmla="*/ 263 w 182650"/>
                  <a:gd name="connsiteY7" fmla="*/ 166843 h 173987"/>
                  <a:gd name="connsiteX8" fmla="*/ 7826 w 182650"/>
                  <a:gd name="connsiteY8" fmla="*/ 174062 h 173987"/>
                  <a:gd name="connsiteX9" fmla="*/ 16146 w 182650"/>
                  <a:gd name="connsiteY9" fmla="*/ 169008 h 173987"/>
                  <a:gd name="connsiteX10" fmla="*/ 91399 w 182650"/>
                  <a:gd name="connsiteY10" fmla="*/ 97176 h 173987"/>
                  <a:gd name="connsiteX11" fmla="*/ 169678 w 182650"/>
                  <a:gd name="connsiteY11" fmla="*/ 171896 h 173987"/>
                  <a:gd name="connsiteX12" fmla="*/ 175351 w 182650"/>
                  <a:gd name="connsiteY12" fmla="*/ 174062 h 173987"/>
                  <a:gd name="connsiteX13" fmla="*/ 182914 w 182650"/>
                  <a:gd name="connsiteY13" fmla="*/ 166843 h 173987"/>
                  <a:gd name="connsiteX14" fmla="*/ 181779 w 182650"/>
                  <a:gd name="connsiteY14" fmla="*/ 162872 h 173987"/>
                  <a:gd name="connsiteX15" fmla="*/ 102366 w 182650"/>
                  <a:gd name="connsiteY15" fmla="*/ 87068 h 173987"/>
                  <a:gd name="connsiteX16" fmla="*/ 171569 w 182650"/>
                  <a:gd name="connsiteY16" fmla="*/ 21011 h 173987"/>
                  <a:gd name="connsiteX17" fmla="*/ 181023 w 182650"/>
                  <a:gd name="connsiteY17" fmla="*/ 11987 h 173987"/>
                  <a:gd name="connsiteX18" fmla="*/ 182914 w 182650"/>
                  <a:gd name="connsiteY18" fmla="*/ 7294 h 173987"/>
                  <a:gd name="connsiteX19" fmla="*/ 175351 w 182650"/>
                  <a:gd name="connsiteY19" fmla="*/ 75 h 173987"/>
                  <a:gd name="connsiteX20" fmla="*/ 166653 w 182650"/>
                  <a:gd name="connsiteY20" fmla="*/ 5489 h 173987"/>
                  <a:gd name="connsiteX21" fmla="*/ 91778 w 182650"/>
                  <a:gd name="connsiteY21" fmla="*/ 76961 h 173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2650" h="173987">
                    <a:moveTo>
                      <a:pt x="91778" y="76961"/>
                    </a:moveTo>
                    <a:lnTo>
                      <a:pt x="16146" y="5128"/>
                    </a:lnTo>
                    <a:cubicBezTo>
                      <a:pt x="11608" y="797"/>
                      <a:pt x="10852" y="75"/>
                      <a:pt x="7826" y="75"/>
                    </a:cubicBezTo>
                    <a:cubicBezTo>
                      <a:pt x="4045" y="75"/>
                      <a:pt x="263" y="3323"/>
                      <a:pt x="263" y="7294"/>
                    </a:cubicBezTo>
                    <a:cubicBezTo>
                      <a:pt x="263" y="9821"/>
                      <a:pt x="1020" y="10543"/>
                      <a:pt x="5179" y="14514"/>
                    </a:cubicBezTo>
                    <a:lnTo>
                      <a:pt x="80811" y="87068"/>
                    </a:lnTo>
                    <a:lnTo>
                      <a:pt x="5179" y="159623"/>
                    </a:lnTo>
                    <a:cubicBezTo>
                      <a:pt x="1020" y="163594"/>
                      <a:pt x="263" y="164316"/>
                      <a:pt x="263" y="166843"/>
                    </a:cubicBezTo>
                    <a:cubicBezTo>
                      <a:pt x="263" y="170813"/>
                      <a:pt x="4045" y="174062"/>
                      <a:pt x="7826" y="174062"/>
                    </a:cubicBezTo>
                    <a:cubicBezTo>
                      <a:pt x="10852" y="174062"/>
                      <a:pt x="11608" y="173340"/>
                      <a:pt x="16146" y="169008"/>
                    </a:cubicBezTo>
                    <a:lnTo>
                      <a:pt x="91399" y="97176"/>
                    </a:lnTo>
                    <a:lnTo>
                      <a:pt x="169678" y="171896"/>
                    </a:lnTo>
                    <a:cubicBezTo>
                      <a:pt x="170435" y="172257"/>
                      <a:pt x="173082" y="174062"/>
                      <a:pt x="175351" y="174062"/>
                    </a:cubicBezTo>
                    <a:cubicBezTo>
                      <a:pt x="179888" y="174062"/>
                      <a:pt x="182914" y="170813"/>
                      <a:pt x="182914" y="166843"/>
                    </a:cubicBezTo>
                    <a:cubicBezTo>
                      <a:pt x="182914" y="166121"/>
                      <a:pt x="182914" y="164677"/>
                      <a:pt x="181779" y="162872"/>
                    </a:cubicBezTo>
                    <a:cubicBezTo>
                      <a:pt x="181401" y="162150"/>
                      <a:pt x="121274" y="105478"/>
                      <a:pt x="102366" y="87068"/>
                    </a:cubicBezTo>
                    <a:lnTo>
                      <a:pt x="171569" y="21011"/>
                    </a:lnTo>
                    <a:cubicBezTo>
                      <a:pt x="173460" y="18845"/>
                      <a:pt x="179132" y="14153"/>
                      <a:pt x="181023" y="11987"/>
                    </a:cubicBezTo>
                    <a:cubicBezTo>
                      <a:pt x="181401" y="11265"/>
                      <a:pt x="182914" y="9821"/>
                      <a:pt x="182914" y="7294"/>
                    </a:cubicBezTo>
                    <a:cubicBezTo>
                      <a:pt x="182914" y="3323"/>
                      <a:pt x="179888" y="75"/>
                      <a:pt x="175351" y="75"/>
                    </a:cubicBezTo>
                    <a:cubicBezTo>
                      <a:pt x="172325" y="75"/>
                      <a:pt x="170813" y="1519"/>
                      <a:pt x="166653" y="5489"/>
                    </a:cubicBezTo>
                    <a:lnTo>
                      <a:pt x="91778" y="7696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BDD3FCE3-3F25-1934-7283-757A59F6E19F}"/>
                  </a:ext>
                </a:extLst>
              </p:cNvPr>
              <p:cNvSpPr/>
              <p:nvPr>
                <p:custDataLst>
                  <p:tags r:id="rId83"/>
                </p:custDataLst>
              </p:nvPr>
            </p:nvSpPr>
            <p:spPr>
              <a:xfrm>
                <a:off x="13114748" y="7757153"/>
                <a:ext cx="173574" cy="163158"/>
              </a:xfrm>
              <a:custGeom>
                <a:avLst/>
                <a:gdLst>
                  <a:gd name="connsiteX0" fmla="*/ 169309 w 173574"/>
                  <a:gd name="connsiteY0" fmla="*/ 119556 h 163158"/>
                  <a:gd name="connsiteX1" fmla="*/ 158721 w 173574"/>
                  <a:gd name="connsiteY1" fmla="*/ 129663 h 163158"/>
                  <a:gd name="connsiteX2" fmla="*/ 139057 w 173574"/>
                  <a:gd name="connsiteY2" fmla="*/ 144463 h 163158"/>
                  <a:gd name="connsiteX3" fmla="*/ 133762 w 173574"/>
                  <a:gd name="connsiteY3" fmla="*/ 139770 h 163158"/>
                  <a:gd name="connsiteX4" fmla="*/ 167418 w 173574"/>
                  <a:gd name="connsiteY4" fmla="*/ 8738 h 163158"/>
                  <a:gd name="connsiteX5" fmla="*/ 169687 w 173574"/>
                  <a:gd name="connsiteY5" fmla="*/ 1158 h 163158"/>
                  <a:gd name="connsiteX6" fmla="*/ 167040 w 173574"/>
                  <a:gd name="connsiteY6" fmla="*/ 75 h 163158"/>
                  <a:gd name="connsiteX7" fmla="*/ 143973 w 173574"/>
                  <a:gd name="connsiteY7" fmla="*/ 2602 h 163158"/>
                  <a:gd name="connsiteX8" fmla="*/ 142838 w 173574"/>
                  <a:gd name="connsiteY8" fmla="*/ 3684 h 163158"/>
                  <a:gd name="connsiteX9" fmla="*/ 138678 w 173574"/>
                  <a:gd name="connsiteY9" fmla="*/ 21011 h 163158"/>
                  <a:gd name="connsiteX10" fmla="*/ 108426 w 173574"/>
                  <a:gd name="connsiteY10" fmla="*/ 75 h 163158"/>
                  <a:gd name="connsiteX11" fmla="*/ 272 w 173574"/>
                  <a:gd name="connsiteY11" fmla="*/ 123165 h 163158"/>
                  <a:gd name="connsiteX12" fmla="*/ 38845 w 173574"/>
                  <a:gd name="connsiteY12" fmla="*/ 163233 h 163158"/>
                  <a:gd name="connsiteX13" fmla="*/ 114854 w 173574"/>
                  <a:gd name="connsiteY13" fmla="*/ 106561 h 163158"/>
                  <a:gd name="connsiteX14" fmla="*/ 106157 w 173574"/>
                  <a:gd name="connsiteY14" fmla="*/ 148072 h 163158"/>
                  <a:gd name="connsiteX15" fmla="*/ 121283 w 173574"/>
                  <a:gd name="connsiteY15" fmla="*/ 162872 h 163158"/>
                  <a:gd name="connsiteX16" fmla="*/ 173847 w 173574"/>
                  <a:gd name="connsiteY16" fmla="*/ 123165 h 163158"/>
                  <a:gd name="connsiteX17" fmla="*/ 169309 w 173574"/>
                  <a:gd name="connsiteY17" fmla="*/ 119556 h 163158"/>
                  <a:gd name="connsiteX18" fmla="*/ 110695 w 173574"/>
                  <a:gd name="connsiteY18" fmla="*/ 8016 h 163158"/>
                  <a:gd name="connsiteX19" fmla="*/ 131872 w 173574"/>
                  <a:gd name="connsiteY19" fmla="*/ 30035 h 163158"/>
                  <a:gd name="connsiteX20" fmla="*/ 86871 w 173574"/>
                  <a:gd name="connsiteY20" fmla="*/ 129663 h 163158"/>
                  <a:gd name="connsiteX21" fmla="*/ 53971 w 173574"/>
                  <a:gd name="connsiteY21" fmla="*/ 145545 h 163158"/>
                  <a:gd name="connsiteX22" fmla="*/ 32038 w 173574"/>
                  <a:gd name="connsiteY22" fmla="*/ 118473 h 163158"/>
                  <a:gd name="connsiteX23" fmla="*/ 62669 w 173574"/>
                  <a:gd name="connsiteY23" fmla="*/ 39420 h 163158"/>
                  <a:gd name="connsiteX24" fmla="*/ 110695 w 173574"/>
                  <a:gd name="connsiteY24" fmla="*/ 8016 h 16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3574" h="163158">
                    <a:moveTo>
                      <a:pt x="169309" y="119556"/>
                    </a:moveTo>
                    <a:cubicBezTo>
                      <a:pt x="163637" y="124970"/>
                      <a:pt x="161368" y="126775"/>
                      <a:pt x="158721" y="129663"/>
                    </a:cubicBezTo>
                    <a:cubicBezTo>
                      <a:pt x="147376" y="140853"/>
                      <a:pt x="142460" y="144463"/>
                      <a:pt x="139057" y="144463"/>
                    </a:cubicBezTo>
                    <a:cubicBezTo>
                      <a:pt x="136031" y="144463"/>
                      <a:pt x="133762" y="142297"/>
                      <a:pt x="133762" y="139770"/>
                    </a:cubicBezTo>
                    <a:cubicBezTo>
                      <a:pt x="133762" y="132551"/>
                      <a:pt x="149645" y="70825"/>
                      <a:pt x="167418" y="8738"/>
                    </a:cubicBezTo>
                    <a:cubicBezTo>
                      <a:pt x="168553" y="5128"/>
                      <a:pt x="168931" y="4406"/>
                      <a:pt x="169687" y="1158"/>
                    </a:cubicBezTo>
                    <a:lnTo>
                      <a:pt x="167040" y="75"/>
                    </a:lnTo>
                    <a:lnTo>
                      <a:pt x="143973" y="2602"/>
                    </a:lnTo>
                    <a:lnTo>
                      <a:pt x="142838" y="3684"/>
                    </a:lnTo>
                    <a:lnTo>
                      <a:pt x="138678" y="21011"/>
                    </a:lnTo>
                    <a:cubicBezTo>
                      <a:pt x="135653" y="7655"/>
                      <a:pt x="124686" y="75"/>
                      <a:pt x="108426" y="75"/>
                    </a:cubicBezTo>
                    <a:cubicBezTo>
                      <a:pt x="58509" y="75"/>
                      <a:pt x="272" y="66132"/>
                      <a:pt x="272" y="123165"/>
                    </a:cubicBezTo>
                    <a:cubicBezTo>
                      <a:pt x="272" y="148433"/>
                      <a:pt x="14642" y="163233"/>
                      <a:pt x="38845" y="163233"/>
                    </a:cubicBezTo>
                    <a:cubicBezTo>
                      <a:pt x="65316" y="163233"/>
                      <a:pt x="81576" y="151321"/>
                      <a:pt x="114854" y="106561"/>
                    </a:cubicBezTo>
                    <a:cubicBezTo>
                      <a:pt x="107291" y="134716"/>
                      <a:pt x="106157" y="139409"/>
                      <a:pt x="106157" y="148072"/>
                    </a:cubicBezTo>
                    <a:cubicBezTo>
                      <a:pt x="106157" y="158540"/>
                      <a:pt x="110695" y="162872"/>
                      <a:pt x="121283" y="162872"/>
                    </a:cubicBezTo>
                    <a:cubicBezTo>
                      <a:pt x="136409" y="162872"/>
                      <a:pt x="145863" y="156014"/>
                      <a:pt x="173847" y="123165"/>
                    </a:cubicBezTo>
                    <a:lnTo>
                      <a:pt x="169309" y="119556"/>
                    </a:lnTo>
                    <a:close/>
                    <a:moveTo>
                      <a:pt x="110695" y="8016"/>
                    </a:moveTo>
                    <a:cubicBezTo>
                      <a:pt x="123552" y="8738"/>
                      <a:pt x="131872" y="17401"/>
                      <a:pt x="131872" y="30035"/>
                    </a:cubicBezTo>
                    <a:cubicBezTo>
                      <a:pt x="131872" y="60357"/>
                      <a:pt x="112964" y="102951"/>
                      <a:pt x="86871" y="129663"/>
                    </a:cubicBezTo>
                    <a:cubicBezTo>
                      <a:pt x="77795" y="139409"/>
                      <a:pt x="64937" y="145545"/>
                      <a:pt x="53971" y="145545"/>
                    </a:cubicBezTo>
                    <a:cubicBezTo>
                      <a:pt x="40735" y="145545"/>
                      <a:pt x="32038" y="135077"/>
                      <a:pt x="32038" y="118473"/>
                    </a:cubicBezTo>
                    <a:cubicBezTo>
                      <a:pt x="32038" y="98980"/>
                      <a:pt x="46408" y="61801"/>
                      <a:pt x="62669" y="39420"/>
                    </a:cubicBezTo>
                    <a:cubicBezTo>
                      <a:pt x="77795" y="18484"/>
                      <a:pt x="95568" y="6933"/>
                      <a:pt x="110695" y="8016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702D4D60-A905-4A97-BFDF-96CE17DD3A32}"/>
                  </a:ext>
                </a:extLst>
              </p:cNvPr>
              <p:cNvSpPr/>
              <p:nvPr>
                <p:custDataLst>
                  <p:tags r:id="rId84"/>
                </p:custDataLst>
              </p:nvPr>
            </p:nvSpPr>
            <p:spPr>
              <a:xfrm>
                <a:off x="13310141" y="7790502"/>
                <a:ext cx="108856" cy="184310"/>
              </a:xfrm>
              <a:custGeom>
                <a:avLst/>
                <a:gdLst>
                  <a:gd name="connsiteX0" fmla="*/ 31059 w 108856"/>
                  <a:gd name="connsiteY0" fmla="*/ 92500 h 184310"/>
                  <a:gd name="connsiteX1" fmla="*/ 60722 w 108856"/>
                  <a:gd name="connsiteY1" fmla="*/ 95438 h 184310"/>
                  <a:gd name="connsiteX2" fmla="*/ 88985 w 108856"/>
                  <a:gd name="connsiteY2" fmla="*/ 134971 h 184310"/>
                  <a:gd name="connsiteX3" fmla="*/ 52326 w 108856"/>
                  <a:gd name="connsiteY3" fmla="*/ 174772 h 184310"/>
                  <a:gd name="connsiteX4" fmla="*/ 28820 w 108856"/>
                  <a:gd name="connsiteY4" fmla="*/ 166491 h 184310"/>
                  <a:gd name="connsiteX5" fmla="*/ 10911 w 108856"/>
                  <a:gd name="connsiteY5" fmla="*/ 159813 h 184310"/>
                  <a:gd name="connsiteX6" fmla="*/ 277 w 108856"/>
                  <a:gd name="connsiteY6" fmla="*/ 169162 h 184310"/>
                  <a:gd name="connsiteX7" fmla="*/ 31898 w 108856"/>
                  <a:gd name="connsiteY7" fmla="*/ 184388 h 184310"/>
                  <a:gd name="connsiteX8" fmla="*/ 88705 w 108856"/>
                  <a:gd name="connsiteY8" fmla="*/ 166491 h 184310"/>
                  <a:gd name="connsiteX9" fmla="*/ 109133 w 108856"/>
                  <a:gd name="connsiteY9" fmla="*/ 122150 h 184310"/>
                  <a:gd name="connsiteX10" fmla="*/ 96541 w 108856"/>
                  <a:gd name="connsiteY10" fmla="*/ 87691 h 184310"/>
                  <a:gd name="connsiteX11" fmla="*/ 73314 w 108856"/>
                  <a:gd name="connsiteY11" fmla="*/ 73534 h 184310"/>
                  <a:gd name="connsiteX12" fmla="*/ 99619 w 108856"/>
                  <a:gd name="connsiteY12" fmla="*/ 36672 h 184310"/>
                  <a:gd name="connsiteX13" fmla="*/ 55964 w 108856"/>
                  <a:gd name="connsiteY13" fmla="*/ 77 h 184310"/>
                  <a:gd name="connsiteX14" fmla="*/ 19586 w 108856"/>
                  <a:gd name="connsiteY14" fmla="*/ 13166 h 184310"/>
                  <a:gd name="connsiteX15" fmla="*/ 836 w 108856"/>
                  <a:gd name="connsiteY15" fmla="*/ 43350 h 184310"/>
                  <a:gd name="connsiteX16" fmla="*/ 5034 w 108856"/>
                  <a:gd name="connsiteY16" fmla="*/ 44419 h 184310"/>
                  <a:gd name="connsiteX17" fmla="*/ 46730 w 108856"/>
                  <a:gd name="connsiteY17" fmla="*/ 16104 h 184310"/>
                  <a:gd name="connsiteX18" fmla="*/ 77512 w 108856"/>
                  <a:gd name="connsiteY18" fmla="*/ 44686 h 184310"/>
                  <a:gd name="connsiteX19" fmla="*/ 66318 w 108856"/>
                  <a:gd name="connsiteY19" fmla="*/ 70596 h 184310"/>
                  <a:gd name="connsiteX20" fmla="*/ 31059 w 108856"/>
                  <a:gd name="connsiteY20" fmla="*/ 89027 h 184310"/>
                  <a:gd name="connsiteX21" fmla="*/ 31059 w 108856"/>
                  <a:gd name="connsiteY21" fmla="*/ 92500 h 18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8856" h="184310">
                    <a:moveTo>
                      <a:pt x="31059" y="92500"/>
                    </a:moveTo>
                    <a:cubicBezTo>
                      <a:pt x="47569" y="92500"/>
                      <a:pt x="54005" y="93034"/>
                      <a:pt x="60722" y="95438"/>
                    </a:cubicBezTo>
                    <a:cubicBezTo>
                      <a:pt x="78071" y="101314"/>
                      <a:pt x="88985" y="116540"/>
                      <a:pt x="88985" y="134971"/>
                    </a:cubicBezTo>
                    <a:cubicBezTo>
                      <a:pt x="88985" y="157409"/>
                      <a:pt x="73034" y="174772"/>
                      <a:pt x="52326" y="174772"/>
                    </a:cubicBezTo>
                    <a:cubicBezTo>
                      <a:pt x="44771" y="174772"/>
                      <a:pt x="39174" y="172902"/>
                      <a:pt x="28820" y="166491"/>
                    </a:cubicBezTo>
                    <a:cubicBezTo>
                      <a:pt x="20425" y="161683"/>
                      <a:pt x="15668" y="159813"/>
                      <a:pt x="10911" y="159813"/>
                    </a:cubicBezTo>
                    <a:cubicBezTo>
                      <a:pt x="4474" y="159813"/>
                      <a:pt x="277" y="163553"/>
                      <a:pt x="277" y="169162"/>
                    </a:cubicBezTo>
                    <a:cubicBezTo>
                      <a:pt x="277" y="178511"/>
                      <a:pt x="12310" y="184388"/>
                      <a:pt x="31898" y="184388"/>
                    </a:cubicBezTo>
                    <a:cubicBezTo>
                      <a:pt x="53446" y="184388"/>
                      <a:pt x="75553" y="177443"/>
                      <a:pt x="88705" y="166491"/>
                    </a:cubicBezTo>
                    <a:cubicBezTo>
                      <a:pt x="101858" y="155539"/>
                      <a:pt x="109133" y="140046"/>
                      <a:pt x="109133" y="122150"/>
                    </a:cubicBezTo>
                    <a:cubicBezTo>
                      <a:pt x="109133" y="108527"/>
                      <a:pt x="104656" y="95972"/>
                      <a:pt x="96541" y="87691"/>
                    </a:cubicBezTo>
                    <a:cubicBezTo>
                      <a:pt x="90944" y="81815"/>
                      <a:pt x="85627" y="78610"/>
                      <a:pt x="73314" y="73534"/>
                    </a:cubicBezTo>
                    <a:cubicBezTo>
                      <a:pt x="92623" y="60980"/>
                      <a:pt x="99619" y="51096"/>
                      <a:pt x="99619" y="36672"/>
                    </a:cubicBezTo>
                    <a:cubicBezTo>
                      <a:pt x="99619" y="15036"/>
                      <a:pt x="81709" y="77"/>
                      <a:pt x="55964" y="77"/>
                    </a:cubicBezTo>
                    <a:cubicBezTo>
                      <a:pt x="41972" y="77"/>
                      <a:pt x="29660" y="4618"/>
                      <a:pt x="19586" y="13166"/>
                    </a:cubicBezTo>
                    <a:cubicBezTo>
                      <a:pt x="11190" y="20378"/>
                      <a:pt x="6993" y="27323"/>
                      <a:pt x="836" y="43350"/>
                    </a:cubicBezTo>
                    <a:lnTo>
                      <a:pt x="5034" y="44419"/>
                    </a:lnTo>
                    <a:cubicBezTo>
                      <a:pt x="16507" y="24919"/>
                      <a:pt x="29100" y="16104"/>
                      <a:pt x="46730" y="16104"/>
                    </a:cubicBezTo>
                    <a:cubicBezTo>
                      <a:pt x="64919" y="16104"/>
                      <a:pt x="77512" y="27857"/>
                      <a:pt x="77512" y="44686"/>
                    </a:cubicBezTo>
                    <a:cubicBezTo>
                      <a:pt x="77512" y="54302"/>
                      <a:pt x="73314" y="63918"/>
                      <a:pt x="66318" y="70596"/>
                    </a:cubicBezTo>
                    <a:cubicBezTo>
                      <a:pt x="57923" y="78610"/>
                      <a:pt x="50088" y="82616"/>
                      <a:pt x="31059" y="89027"/>
                    </a:cubicBezTo>
                    <a:lnTo>
                      <a:pt x="31059" y="92500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E29B5B8E-51AA-B83E-5405-89607FE15ECB}"/>
                  </a:ext>
                </a:extLst>
              </p:cNvPr>
              <p:cNvSpPr/>
              <p:nvPr>
                <p:custDataLst>
                  <p:tags r:id="rId85"/>
                </p:custDataLst>
              </p:nvPr>
            </p:nvSpPr>
            <p:spPr>
              <a:xfrm>
                <a:off x="13563055" y="7783865"/>
                <a:ext cx="251475" cy="84466"/>
              </a:xfrm>
              <a:custGeom>
                <a:avLst/>
                <a:gdLst>
                  <a:gd name="connsiteX0" fmla="*/ 238903 w 251475"/>
                  <a:gd name="connsiteY0" fmla="*/ 14513 h 84466"/>
                  <a:gd name="connsiteX1" fmla="*/ 251760 w 251475"/>
                  <a:gd name="connsiteY1" fmla="*/ 7293 h 84466"/>
                  <a:gd name="connsiteX2" fmla="*/ 239281 w 251475"/>
                  <a:gd name="connsiteY2" fmla="*/ 74 h 84466"/>
                  <a:gd name="connsiteX3" fmla="*/ 12764 w 251475"/>
                  <a:gd name="connsiteY3" fmla="*/ 74 h 84466"/>
                  <a:gd name="connsiteX4" fmla="*/ 285 w 251475"/>
                  <a:gd name="connsiteY4" fmla="*/ 7293 h 84466"/>
                  <a:gd name="connsiteX5" fmla="*/ 13142 w 251475"/>
                  <a:gd name="connsiteY5" fmla="*/ 14513 h 84466"/>
                  <a:gd name="connsiteX6" fmla="*/ 238903 w 251475"/>
                  <a:gd name="connsiteY6" fmla="*/ 14513 h 84466"/>
                  <a:gd name="connsiteX7" fmla="*/ 239281 w 251475"/>
                  <a:gd name="connsiteY7" fmla="*/ 84541 h 84466"/>
                  <a:gd name="connsiteX8" fmla="*/ 251760 w 251475"/>
                  <a:gd name="connsiteY8" fmla="*/ 77322 h 84466"/>
                  <a:gd name="connsiteX9" fmla="*/ 238903 w 251475"/>
                  <a:gd name="connsiteY9" fmla="*/ 70102 h 84466"/>
                  <a:gd name="connsiteX10" fmla="*/ 13142 w 251475"/>
                  <a:gd name="connsiteY10" fmla="*/ 70102 h 84466"/>
                  <a:gd name="connsiteX11" fmla="*/ 285 w 251475"/>
                  <a:gd name="connsiteY11" fmla="*/ 77322 h 84466"/>
                  <a:gd name="connsiteX12" fmla="*/ 12764 w 251475"/>
                  <a:gd name="connsiteY12" fmla="*/ 84541 h 84466"/>
                  <a:gd name="connsiteX13" fmla="*/ 239281 w 251475"/>
                  <a:gd name="connsiteY13" fmla="*/ 84541 h 8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1475" h="84466">
                    <a:moveTo>
                      <a:pt x="238903" y="14513"/>
                    </a:moveTo>
                    <a:cubicBezTo>
                      <a:pt x="244575" y="14513"/>
                      <a:pt x="251760" y="14513"/>
                      <a:pt x="251760" y="7293"/>
                    </a:cubicBezTo>
                    <a:cubicBezTo>
                      <a:pt x="251760" y="74"/>
                      <a:pt x="244575" y="74"/>
                      <a:pt x="239281" y="74"/>
                    </a:cubicBezTo>
                    <a:lnTo>
                      <a:pt x="12764" y="74"/>
                    </a:lnTo>
                    <a:cubicBezTo>
                      <a:pt x="7470" y="74"/>
                      <a:pt x="285" y="74"/>
                      <a:pt x="285" y="7293"/>
                    </a:cubicBezTo>
                    <a:cubicBezTo>
                      <a:pt x="285" y="14513"/>
                      <a:pt x="7470" y="14513"/>
                      <a:pt x="13142" y="14513"/>
                    </a:cubicBezTo>
                    <a:lnTo>
                      <a:pt x="238903" y="14513"/>
                    </a:lnTo>
                    <a:close/>
                    <a:moveTo>
                      <a:pt x="239281" y="84541"/>
                    </a:moveTo>
                    <a:cubicBezTo>
                      <a:pt x="244575" y="84541"/>
                      <a:pt x="251760" y="84541"/>
                      <a:pt x="251760" y="77322"/>
                    </a:cubicBezTo>
                    <a:cubicBezTo>
                      <a:pt x="251760" y="70102"/>
                      <a:pt x="244575" y="70102"/>
                      <a:pt x="238903" y="70102"/>
                    </a:cubicBezTo>
                    <a:lnTo>
                      <a:pt x="13142" y="70102"/>
                    </a:lnTo>
                    <a:cubicBezTo>
                      <a:pt x="7470" y="70102"/>
                      <a:pt x="285" y="70102"/>
                      <a:pt x="285" y="77322"/>
                    </a:cubicBezTo>
                    <a:cubicBezTo>
                      <a:pt x="285" y="84541"/>
                      <a:pt x="7470" y="84541"/>
                      <a:pt x="12764" y="84541"/>
                    </a:cubicBezTo>
                    <a:lnTo>
                      <a:pt x="239281" y="84541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A8F614DD-8D03-0218-8C5F-3FCFA60C5D07}"/>
                  </a:ext>
                </a:extLst>
              </p:cNvPr>
              <p:cNvSpPr/>
              <p:nvPr>
                <p:custDataLst>
                  <p:tags r:id="rId86"/>
                </p:custDataLst>
              </p:nvPr>
            </p:nvSpPr>
            <p:spPr>
              <a:xfrm>
                <a:off x="13963129" y="7672325"/>
                <a:ext cx="107018" cy="244015"/>
              </a:xfrm>
              <a:custGeom>
                <a:avLst/>
                <a:gdLst>
                  <a:gd name="connsiteX0" fmla="*/ 68362 w 107018"/>
                  <a:gd name="connsiteY0" fmla="*/ 75 h 244015"/>
                  <a:gd name="connsiteX1" fmla="*/ 294 w 107018"/>
                  <a:gd name="connsiteY1" fmla="*/ 32923 h 244015"/>
                  <a:gd name="connsiteX2" fmla="*/ 294 w 107018"/>
                  <a:gd name="connsiteY2" fmla="*/ 37977 h 244015"/>
                  <a:gd name="connsiteX3" fmla="*/ 10504 w 107018"/>
                  <a:gd name="connsiteY3" fmla="*/ 34006 h 244015"/>
                  <a:gd name="connsiteX4" fmla="*/ 27521 w 107018"/>
                  <a:gd name="connsiteY4" fmla="*/ 30035 h 244015"/>
                  <a:gd name="connsiteX5" fmla="*/ 38866 w 107018"/>
                  <a:gd name="connsiteY5" fmla="*/ 47001 h 244015"/>
                  <a:gd name="connsiteX6" fmla="*/ 38866 w 107018"/>
                  <a:gd name="connsiteY6" fmla="*/ 210520 h 244015"/>
                  <a:gd name="connsiteX7" fmla="*/ 29790 w 107018"/>
                  <a:gd name="connsiteY7" fmla="*/ 233983 h 244015"/>
                  <a:gd name="connsiteX8" fmla="*/ 2941 w 107018"/>
                  <a:gd name="connsiteY8" fmla="*/ 238676 h 244015"/>
                  <a:gd name="connsiteX9" fmla="*/ 2941 w 107018"/>
                  <a:gd name="connsiteY9" fmla="*/ 244090 h 244015"/>
                  <a:gd name="connsiteX10" fmla="*/ 107313 w 107018"/>
                  <a:gd name="connsiteY10" fmla="*/ 244090 h 244015"/>
                  <a:gd name="connsiteX11" fmla="*/ 107313 w 107018"/>
                  <a:gd name="connsiteY11" fmla="*/ 238676 h 244015"/>
                  <a:gd name="connsiteX12" fmla="*/ 71388 w 107018"/>
                  <a:gd name="connsiteY12" fmla="*/ 217378 h 244015"/>
                  <a:gd name="connsiteX13" fmla="*/ 71388 w 107018"/>
                  <a:gd name="connsiteY13" fmla="*/ 797 h 244015"/>
                  <a:gd name="connsiteX14" fmla="*/ 68362 w 107018"/>
                  <a:gd name="connsiteY14" fmla="*/ 75 h 244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7018" h="244015">
                    <a:moveTo>
                      <a:pt x="68362" y="75"/>
                    </a:moveTo>
                    <a:lnTo>
                      <a:pt x="294" y="32923"/>
                    </a:lnTo>
                    <a:lnTo>
                      <a:pt x="294" y="37977"/>
                    </a:lnTo>
                    <a:cubicBezTo>
                      <a:pt x="4832" y="36172"/>
                      <a:pt x="8991" y="34728"/>
                      <a:pt x="10504" y="34006"/>
                    </a:cubicBezTo>
                    <a:cubicBezTo>
                      <a:pt x="17311" y="31479"/>
                      <a:pt x="23740" y="30035"/>
                      <a:pt x="27521" y="30035"/>
                    </a:cubicBezTo>
                    <a:cubicBezTo>
                      <a:pt x="35462" y="30035"/>
                      <a:pt x="38866" y="35450"/>
                      <a:pt x="38866" y="47001"/>
                    </a:cubicBezTo>
                    <a:lnTo>
                      <a:pt x="38866" y="210520"/>
                    </a:lnTo>
                    <a:cubicBezTo>
                      <a:pt x="38866" y="222432"/>
                      <a:pt x="35841" y="230734"/>
                      <a:pt x="29790" y="233983"/>
                    </a:cubicBezTo>
                    <a:cubicBezTo>
                      <a:pt x="24118" y="237232"/>
                      <a:pt x="18823" y="238315"/>
                      <a:pt x="2941" y="238676"/>
                    </a:cubicBezTo>
                    <a:lnTo>
                      <a:pt x="2941" y="244090"/>
                    </a:lnTo>
                    <a:lnTo>
                      <a:pt x="107313" y="244090"/>
                    </a:lnTo>
                    <a:lnTo>
                      <a:pt x="107313" y="238676"/>
                    </a:lnTo>
                    <a:cubicBezTo>
                      <a:pt x="77438" y="238315"/>
                      <a:pt x="71388" y="234705"/>
                      <a:pt x="71388" y="217378"/>
                    </a:cubicBezTo>
                    <a:lnTo>
                      <a:pt x="71388" y="797"/>
                    </a:lnTo>
                    <a:lnTo>
                      <a:pt x="68362" y="75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055A3C62-A7DA-8CF0-B8F4-BE469BD2FFD1}"/>
                  </a:ext>
                </a:extLst>
              </p:cNvPr>
              <p:cNvSpPr/>
              <p:nvPr>
                <p:custDataLst>
                  <p:tags r:id="rId87"/>
                </p:custDataLst>
              </p:nvPr>
            </p:nvSpPr>
            <p:spPr>
              <a:xfrm>
                <a:off x="14115479" y="7672325"/>
                <a:ext cx="173952" cy="244015"/>
              </a:xfrm>
              <a:custGeom>
                <a:avLst/>
                <a:gdLst>
                  <a:gd name="connsiteX0" fmla="*/ 174252 w 173952"/>
                  <a:gd name="connsiteY0" fmla="*/ 160706 h 244015"/>
                  <a:gd name="connsiteX1" fmla="*/ 135679 w 173952"/>
                  <a:gd name="connsiteY1" fmla="*/ 160706 h 244015"/>
                  <a:gd name="connsiteX2" fmla="*/ 135679 w 173952"/>
                  <a:gd name="connsiteY2" fmla="*/ 75 h 244015"/>
                  <a:gd name="connsiteX3" fmla="*/ 119040 w 173952"/>
                  <a:gd name="connsiteY3" fmla="*/ 75 h 244015"/>
                  <a:gd name="connsiteX4" fmla="*/ 299 w 173952"/>
                  <a:gd name="connsiteY4" fmla="*/ 160706 h 244015"/>
                  <a:gd name="connsiteX5" fmla="*/ 299 w 173952"/>
                  <a:gd name="connsiteY5" fmla="*/ 183808 h 244015"/>
                  <a:gd name="connsiteX6" fmla="*/ 106561 w 173952"/>
                  <a:gd name="connsiteY6" fmla="*/ 183808 h 244015"/>
                  <a:gd name="connsiteX7" fmla="*/ 106561 w 173952"/>
                  <a:gd name="connsiteY7" fmla="*/ 244090 h 244015"/>
                  <a:gd name="connsiteX8" fmla="*/ 135679 w 173952"/>
                  <a:gd name="connsiteY8" fmla="*/ 244090 h 244015"/>
                  <a:gd name="connsiteX9" fmla="*/ 135679 w 173952"/>
                  <a:gd name="connsiteY9" fmla="*/ 183808 h 244015"/>
                  <a:gd name="connsiteX10" fmla="*/ 174252 w 173952"/>
                  <a:gd name="connsiteY10" fmla="*/ 183808 h 244015"/>
                  <a:gd name="connsiteX11" fmla="*/ 174252 w 173952"/>
                  <a:gd name="connsiteY11" fmla="*/ 160706 h 244015"/>
                  <a:gd name="connsiteX12" fmla="*/ 106183 w 173952"/>
                  <a:gd name="connsiteY12" fmla="*/ 160706 h 244015"/>
                  <a:gd name="connsiteX13" fmla="*/ 15425 w 173952"/>
                  <a:gd name="connsiteY13" fmla="*/ 160706 h 244015"/>
                  <a:gd name="connsiteX14" fmla="*/ 106183 w 173952"/>
                  <a:gd name="connsiteY14" fmla="*/ 36894 h 244015"/>
                  <a:gd name="connsiteX15" fmla="*/ 106183 w 173952"/>
                  <a:gd name="connsiteY15" fmla="*/ 160706 h 244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3952" h="244015">
                    <a:moveTo>
                      <a:pt x="174252" y="160706"/>
                    </a:moveTo>
                    <a:lnTo>
                      <a:pt x="135679" y="160706"/>
                    </a:lnTo>
                    <a:lnTo>
                      <a:pt x="135679" y="75"/>
                    </a:lnTo>
                    <a:lnTo>
                      <a:pt x="119040" y="75"/>
                    </a:lnTo>
                    <a:lnTo>
                      <a:pt x="299" y="160706"/>
                    </a:lnTo>
                    <a:lnTo>
                      <a:pt x="299" y="183808"/>
                    </a:lnTo>
                    <a:lnTo>
                      <a:pt x="106561" y="183808"/>
                    </a:lnTo>
                    <a:lnTo>
                      <a:pt x="106561" y="244090"/>
                    </a:lnTo>
                    <a:lnTo>
                      <a:pt x="135679" y="244090"/>
                    </a:lnTo>
                    <a:lnTo>
                      <a:pt x="135679" y="183808"/>
                    </a:lnTo>
                    <a:lnTo>
                      <a:pt x="174252" y="183808"/>
                    </a:lnTo>
                    <a:lnTo>
                      <a:pt x="174252" y="160706"/>
                    </a:lnTo>
                    <a:close/>
                    <a:moveTo>
                      <a:pt x="106183" y="160706"/>
                    </a:moveTo>
                    <a:lnTo>
                      <a:pt x="15425" y="160706"/>
                    </a:lnTo>
                    <a:lnTo>
                      <a:pt x="106183" y="36894"/>
                    </a:lnTo>
                    <a:lnTo>
                      <a:pt x="106183" y="160706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43687D01-8E0D-B89D-7CBE-F50FDC55A26C}"/>
                  </a:ext>
                </a:extLst>
              </p:cNvPr>
              <p:cNvSpPr/>
              <p:nvPr>
                <p:custDataLst>
                  <p:tags r:id="rId88"/>
                </p:custDataLst>
              </p:nvPr>
            </p:nvSpPr>
            <p:spPr>
              <a:xfrm>
                <a:off x="14308293" y="7677379"/>
                <a:ext cx="162229" cy="241849"/>
              </a:xfrm>
              <a:custGeom>
                <a:avLst/>
                <a:gdLst>
                  <a:gd name="connsiteX0" fmla="*/ 162534 w 162229"/>
                  <a:gd name="connsiteY0" fmla="*/ 75 h 241849"/>
                  <a:gd name="connsiteX1" fmla="*/ 22615 w 162229"/>
                  <a:gd name="connsiteY1" fmla="*/ 75 h 241849"/>
                  <a:gd name="connsiteX2" fmla="*/ 304 w 162229"/>
                  <a:gd name="connsiteY2" fmla="*/ 53137 h 241849"/>
                  <a:gd name="connsiteX3" fmla="*/ 6732 w 162229"/>
                  <a:gd name="connsiteY3" fmla="*/ 56025 h 241849"/>
                  <a:gd name="connsiteX4" fmla="*/ 50599 w 162229"/>
                  <a:gd name="connsiteY4" fmla="*/ 26786 h 241849"/>
                  <a:gd name="connsiteX5" fmla="*/ 132659 w 162229"/>
                  <a:gd name="connsiteY5" fmla="*/ 26786 h 241849"/>
                  <a:gd name="connsiteX6" fmla="*/ 57784 w 162229"/>
                  <a:gd name="connsiteY6" fmla="*/ 241924 h 241849"/>
                  <a:gd name="connsiteX7" fmla="*/ 82364 w 162229"/>
                  <a:gd name="connsiteY7" fmla="*/ 241924 h 241849"/>
                  <a:gd name="connsiteX8" fmla="*/ 162534 w 162229"/>
                  <a:gd name="connsiteY8" fmla="*/ 5850 h 241849"/>
                  <a:gd name="connsiteX9" fmla="*/ 162534 w 162229"/>
                  <a:gd name="connsiteY9" fmla="*/ 75 h 241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229" h="241849">
                    <a:moveTo>
                      <a:pt x="162534" y="75"/>
                    </a:moveTo>
                    <a:lnTo>
                      <a:pt x="22615" y="75"/>
                    </a:lnTo>
                    <a:lnTo>
                      <a:pt x="304" y="53137"/>
                    </a:lnTo>
                    <a:lnTo>
                      <a:pt x="6732" y="56025"/>
                    </a:lnTo>
                    <a:cubicBezTo>
                      <a:pt x="22993" y="31479"/>
                      <a:pt x="29800" y="26786"/>
                      <a:pt x="50599" y="26786"/>
                    </a:cubicBezTo>
                    <a:lnTo>
                      <a:pt x="132659" y="26786"/>
                    </a:lnTo>
                    <a:lnTo>
                      <a:pt x="57784" y="241924"/>
                    </a:lnTo>
                    <a:lnTo>
                      <a:pt x="82364" y="241924"/>
                    </a:lnTo>
                    <a:lnTo>
                      <a:pt x="162534" y="5850"/>
                    </a:lnTo>
                    <a:lnTo>
                      <a:pt x="162534" y="75"/>
                    </a:lnTo>
                    <a:close/>
                  </a:path>
                </a:pathLst>
              </a:custGeom>
              <a:solidFill>
                <a:schemeClr val="tx1"/>
              </a:solidFill>
              <a:ln w="381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25" name="Group 524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black}{&#10;$$&#10;\text{for each point, we have:}&#10;$$&#10;}&#10;\end{document}" title="IguanaTex Shape Display">
            <a:extLst>
              <a:ext uri="{FF2B5EF4-FFF2-40B4-BE49-F238E27FC236}">
                <a16:creationId xmlns:a16="http://schemas.microsoft.com/office/drawing/2014/main" id="{198CA236-3FFA-ACE5-54AA-4A8BE8E7AEA8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1748762" y="3614844"/>
            <a:ext cx="3603817" cy="340342"/>
            <a:chOff x="9626489" y="5128542"/>
            <a:chExt cx="3603817" cy="340342"/>
          </a:xfrm>
          <a:solidFill>
            <a:srgbClr val="00B0F0"/>
          </a:solidFill>
        </p:grpSpPr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87C6CF5B-C21C-140F-C8B1-5652354CD27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9626489" y="5128542"/>
              <a:ext cx="137271" cy="258282"/>
            </a:xfrm>
            <a:custGeom>
              <a:avLst/>
              <a:gdLst>
                <a:gd name="connsiteX0" fmla="*/ 109474 w 137271"/>
                <a:gd name="connsiteY0" fmla="*/ 88186 h 258282"/>
                <a:gd name="connsiteX1" fmla="*/ 62960 w 137271"/>
                <a:gd name="connsiteY1" fmla="*/ 88186 h 258282"/>
                <a:gd name="connsiteX2" fmla="*/ 62960 w 137271"/>
                <a:gd name="connsiteY2" fmla="*/ 44319 h 258282"/>
                <a:gd name="connsiteX3" fmla="*/ 84515 w 137271"/>
                <a:gd name="connsiteY3" fmla="*/ 10663 h 258282"/>
                <a:gd name="connsiteX4" fmla="*/ 104558 w 137271"/>
                <a:gd name="connsiteY4" fmla="*/ 25411 h 258282"/>
                <a:gd name="connsiteX5" fmla="*/ 121575 w 137271"/>
                <a:gd name="connsiteY5" fmla="*/ 39025 h 258282"/>
                <a:gd name="connsiteX6" fmla="*/ 137457 w 137271"/>
                <a:gd name="connsiteY6" fmla="*/ 23521 h 258282"/>
                <a:gd name="connsiteX7" fmla="*/ 98129 w 137271"/>
                <a:gd name="connsiteY7" fmla="*/ 75 h 258282"/>
                <a:gd name="connsiteX8" fmla="*/ 44809 w 137271"/>
                <a:gd name="connsiteY8" fmla="*/ 27680 h 258282"/>
                <a:gd name="connsiteX9" fmla="*/ 31573 w 137271"/>
                <a:gd name="connsiteY9" fmla="*/ 88186 h 258282"/>
                <a:gd name="connsiteX10" fmla="*/ 564 w 137271"/>
                <a:gd name="connsiteY10" fmla="*/ 88186 h 258282"/>
                <a:gd name="connsiteX11" fmla="*/ 564 w 137271"/>
                <a:gd name="connsiteY11" fmla="*/ 100287 h 258282"/>
                <a:gd name="connsiteX12" fmla="*/ 31573 w 137271"/>
                <a:gd name="connsiteY12" fmla="*/ 100287 h 258282"/>
                <a:gd name="connsiteX13" fmla="*/ 31573 w 137271"/>
                <a:gd name="connsiteY13" fmla="*/ 219028 h 258282"/>
                <a:gd name="connsiteX14" fmla="*/ 186 w 137271"/>
                <a:gd name="connsiteY14" fmla="*/ 252685 h 258282"/>
                <a:gd name="connsiteX15" fmla="*/ 186 w 137271"/>
                <a:gd name="connsiteY15" fmla="*/ 258357 h 258282"/>
                <a:gd name="connsiteX16" fmla="*/ 98507 w 137271"/>
                <a:gd name="connsiteY16" fmla="*/ 258357 h 258282"/>
                <a:gd name="connsiteX17" fmla="*/ 98507 w 137271"/>
                <a:gd name="connsiteY17" fmla="*/ 252685 h 258282"/>
                <a:gd name="connsiteX18" fmla="*/ 63338 w 137271"/>
                <a:gd name="connsiteY18" fmla="*/ 219028 h 258282"/>
                <a:gd name="connsiteX19" fmla="*/ 63338 w 137271"/>
                <a:gd name="connsiteY19" fmla="*/ 100287 h 258282"/>
                <a:gd name="connsiteX20" fmla="*/ 109474 w 137271"/>
                <a:gd name="connsiteY20" fmla="*/ 100287 h 258282"/>
                <a:gd name="connsiteX21" fmla="*/ 109474 w 137271"/>
                <a:gd name="connsiteY21" fmla="*/ 88186 h 25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271" h="258282">
                  <a:moveTo>
                    <a:pt x="109474" y="88186"/>
                  </a:moveTo>
                  <a:lnTo>
                    <a:pt x="62960" y="88186"/>
                  </a:lnTo>
                  <a:lnTo>
                    <a:pt x="62960" y="44319"/>
                  </a:lnTo>
                  <a:cubicBezTo>
                    <a:pt x="62960" y="22386"/>
                    <a:pt x="70145" y="10663"/>
                    <a:pt x="84515" y="10663"/>
                  </a:cubicBezTo>
                  <a:cubicBezTo>
                    <a:pt x="92456" y="10663"/>
                    <a:pt x="97751" y="14445"/>
                    <a:pt x="104558" y="25411"/>
                  </a:cubicBezTo>
                  <a:cubicBezTo>
                    <a:pt x="110608" y="35243"/>
                    <a:pt x="115146" y="39025"/>
                    <a:pt x="121575" y="39025"/>
                  </a:cubicBezTo>
                  <a:cubicBezTo>
                    <a:pt x="130272" y="39025"/>
                    <a:pt x="137457" y="32218"/>
                    <a:pt x="137457" y="23521"/>
                  </a:cubicBezTo>
                  <a:cubicBezTo>
                    <a:pt x="137457" y="9907"/>
                    <a:pt x="120818" y="75"/>
                    <a:pt x="98129" y="75"/>
                  </a:cubicBezTo>
                  <a:cubicBezTo>
                    <a:pt x="74683" y="75"/>
                    <a:pt x="54641" y="10285"/>
                    <a:pt x="44809" y="27680"/>
                  </a:cubicBezTo>
                  <a:cubicBezTo>
                    <a:pt x="34976" y="44319"/>
                    <a:pt x="31951" y="57933"/>
                    <a:pt x="31573" y="88186"/>
                  </a:cubicBezTo>
                  <a:lnTo>
                    <a:pt x="564" y="88186"/>
                  </a:lnTo>
                  <a:lnTo>
                    <a:pt x="564" y="100287"/>
                  </a:lnTo>
                  <a:lnTo>
                    <a:pt x="31573" y="100287"/>
                  </a:lnTo>
                  <a:lnTo>
                    <a:pt x="31573" y="219028"/>
                  </a:lnTo>
                  <a:cubicBezTo>
                    <a:pt x="31573" y="246634"/>
                    <a:pt x="27413" y="251172"/>
                    <a:pt x="186" y="252685"/>
                  </a:cubicBezTo>
                  <a:lnTo>
                    <a:pt x="186" y="258357"/>
                  </a:lnTo>
                  <a:lnTo>
                    <a:pt x="98507" y="258357"/>
                  </a:lnTo>
                  <a:lnTo>
                    <a:pt x="98507" y="252685"/>
                  </a:lnTo>
                  <a:cubicBezTo>
                    <a:pt x="67498" y="251550"/>
                    <a:pt x="63338" y="247390"/>
                    <a:pt x="63338" y="219028"/>
                  </a:cubicBezTo>
                  <a:lnTo>
                    <a:pt x="63338" y="100287"/>
                  </a:lnTo>
                  <a:lnTo>
                    <a:pt x="109474" y="100287"/>
                  </a:lnTo>
                  <a:lnTo>
                    <a:pt x="109474" y="88186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5652BC80-2F70-BDD6-47E5-C3A78F657D42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9756290" y="5212871"/>
              <a:ext cx="166767" cy="177734"/>
            </a:xfrm>
            <a:custGeom>
              <a:avLst/>
              <a:gdLst>
                <a:gd name="connsiteX0" fmla="*/ 83762 w 166767"/>
                <a:gd name="connsiteY0" fmla="*/ 75 h 177734"/>
                <a:gd name="connsiteX1" fmla="*/ 189 w 166767"/>
                <a:gd name="connsiteY1" fmla="*/ 88564 h 177734"/>
                <a:gd name="connsiteX2" fmla="*/ 83006 w 166767"/>
                <a:gd name="connsiteY2" fmla="*/ 177809 h 177734"/>
                <a:gd name="connsiteX3" fmla="*/ 166957 w 166767"/>
                <a:gd name="connsiteY3" fmla="*/ 85539 h 177734"/>
                <a:gd name="connsiteX4" fmla="*/ 83762 w 166767"/>
                <a:gd name="connsiteY4" fmla="*/ 75 h 177734"/>
                <a:gd name="connsiteX5" fmla="*/ 78846 w 166767"/>
                <a:gd name="connsiteY5" fmla="*/ 10663 h 177734"/>
                <a:gd name="connsiteX6" fmla="*/ 132923 w 166767"/>
                <a:gd name="connsiteY6" fmla="*/ 98774 h 177734"/>
                <a:gd name="connsiteX7" fmla="*/ 87544 w 166767"/>
                <a:gd name="connsiteY7" fmla="*/ 167221 h 177734"/>
                <a:gd name="connsiteX8" fmla="*/ 50862 w 166767"/>
                <a:gd name="connsiteY8" fmla="*/ 143019 h 177734"/>
                <a:gd name="connsiteX9" fmla="*/ 34223 w 166767"/>
                <a:gd name="connsiteY9" fmla="*/ 70034 h 177734"/>
                <a:gd name="connsiteX10" fmla="*/ 78846 w 166767"/>
                <a:gd name="connsiteY10" fmla="*/ 10663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767" h="177734">
                  <a:moveTo>
                    <a:pt x="83762" y="75"/>
                  </a:moveTo>
                  <a:cubicBezTo>
                    <a:pt x="34602" y="75"/>
                    <a:pt x="189" y="36378"/>
                    <a:pt x="189" y="88564"/>
                  </a:cubicBezTo>
                  <a:cubicBezTo>
                    <a:pt x="189" y="139615"/>
                    <a:pt x="35358" y="177809"/>
                    <a:pt x="83006" y="177809"/>
                  </a:cubicBezTo>
                  <a:cubicBezTo>
                    <a:pt x="130654" y="177809"/>
                    <a:pt x="166957" y="137724"/>
                    <a:pt x="166957" y="85539"/>
                  </a:cubicBezTo>
                  <a:cubicBezTo>
                    <a:pt x="166957" y="36000"/>
                    <a:pt x="132166" y="75"/>
                    <a:pt x="83762" y="75"/>
                  </a:cubicBezTo>
                  <a:close/>
                  <a:moveTo>
                    <a:pt x="78846" y="10663"/>
                  </a:moveTo>
                  <a:cubicBezTo>
                    <a:pt x="110611" y="10663"/>
                    <a:pt x="132923" y="46966"/>
                    <a:pt x="132923" y="98774"/>
                  </a:cubicBezTo>
                  <a:cubicBezTo>
                    <a:pt x="132923" y="141506"/>
                    <a:pt x="115906" y="167221"/>
                    <a:pt x="87544" y="167221"/>
                  </a:cubicBezTo>
                  <a:cubicBezTo>
                    <a:pt x="72796" y="167221"/>
                    <a:pt x="58804" y="158145"/>
                    <a:pt x="50862" y="143019"/>
                  </a:cubicBezTo>
                  <a:cubicBezTo>
                    <a:pt x="40274" y="123354"/>
                    <a:pt x="34223" y="96883"/>
                    <a:pt x="34223" y="70034"/>
                  </a:cubicBezTo>
                  <a:cubicBezTo>
                    <a:pt x="34223" y="34109"/>
                    <a:pt x="51997" y="10663"/>
                    <a:pt x="78846" y="10663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77DC637C-72EB-B346-30C7-BB1992BDDD1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9937002" y="5212871"/>
              <a:ext cx="124792" cy="173952"/>
            </a:xfrm>
            <a:custGeom>
              <a:avLst/>
              <a:gdLst>
                <a:gd name="connsiteX0" fmla="*/ 950 w 124792"/>
                <a:gd name="connsiteY0" fmla="*/ 26546 h 173952"/>
                <a:gd name="connsiteX1" fmla="*/ 14186 w 124792"/>
                <a:gd name="connsiteY1" fmla="*/ 25033 h 173952"/>
                <a:gd name="connsiteX2" fmla="*/ 27043 w 124792"/>
                <a:gd name="connsiteY2" fmla="*/ 47723 h 173952"/>
                <a:gd name="connsiteX3" fmla="*/ 27043 w 124792"/>
                <a:gd name="connsiteY3" fmla="*/ 142262 h 173952"/>
                <a:gd name="connsiteX4" fmla="*/ 194 w 124792"/>
                <a:gd name="connsiteY4" fmla="*/ 168355 h 173952"/>
                <a:gd name="connsiteX5" fmla="*/ 194 w 124792"/>
                <a:gd name="connsiteY5" fmla="*/ 174028 h 173952"/>
                <a:gd name="connsiteX6" fmla="*/ 90952 w 124792"/>
                <a:gd name="connsiteY6" fmla="*/ 174028 h 173952"/>
                <a:gd name="connsiteX7" fmla="*/ 90952 w 124792"/>
                <a:gd name="connsiteY7" fmla="*/ 168355 h 173952"/>
                <a:gd name="connsiteX8" fmla="*/ 58809 w 124792"/>
                <a:gd name="connsiteY8" fmla="*/ 139993 h 173952"/>
                <a:gd name="connsiteX9" fmla="*/ 58809 w 124792"/>
                <a:gd name="connsiteY9" fmla="*/ 54908 h 173952"/>
                <a:gd name="connsiteX10" fmla="*/ 85280 w 124792"/>
                <a:gd name="connsiteY10" fmla="*/ 23899 h 173952"/>
                <a:gd name="connsiteX11" fmla="*/ 95112 w 124792"/>
                <a:gd name="connsiteY11" fmla="*/ 29571 h 173952"/>
                <a:gd name="connsiteX12" fmla="*/ 110238 w 124792"/>
                <a:gd name="connsiteY12" fmla="*/ 37134 h 173952"/>
                <a:gd name="connsiteX13" fmla="*/ 124986 w 124792"/>
                <a:gd name="connsiteY13" fmla="*/ 20117 h 173952"/>
                <a:gd name="connsiteX14" fmla="*/ 104188 w 124792"/>
                <a:gd name="connsiteY14" fmla="*/ 75 h 173952"/>
                <a:gd name="connsiteX15" fmla="*/ 58809 w 124792"/>
                <a:gd name="connsiteY15" fmla="*/ 35622 h 173952"/>
                <a:gd name="connsiteX16" fmla="*/ 58809 w 124792"/>
                <a:gd name="connsiteY16" fmla="*/ 831 h 173952"/>
                <a:gd name="connsiteX17" fmla="*/ 56918 w 124792"/>
                <a:gd name="connsiteY17" fmla="*/ 75 h 173952"/>
                <a:gd name="connsiteX18" fmla="*/ 950 w 124792"/>
                <a:gd name="connsiteY18" fmla="*/ 20495 h 173952"/>
                <a:gd name="connsiteX19" fmla="*/ 950 w 124792"/>
                <a:gd name="connsiteY19" fmla="*/ 26546 h 173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4792" h="173952">
                  <a:moveTo>
                    <a:pt x="950" y="26546"/>
                  </a:moveTo>
                  <a:cubicBezTo>
                    <a:pt x="6245" y="25411"/>
                    <a:pt x="9648" y="25033"/>
                    <a:pt x="14186" y="25033"/>
                  </a:cubicBezTo>
                  <a:cubicBezTo>
                    <a:pt x="23640" y="25033"/>
                    <a:pt x="27043" y="31084"/>
                    <a:pt x="27043" y="47723"/>
                  </a:cubicBezTo>
                  <a:lnTo>
                    <a:pt x="27043" y="142262"/>
                  </a:lnTo>
                  <a:cubicBezTo>
                    <a:pt x="27043" y="161170"/>
                    <a:pt x="24396" y="163817"/>
                    <a:pt x="194" y="168355"/>
                  </a:cubicBezTo>
                  <a:lnTo>
                    <a:pt x="194" y="174028"/>
                  </a:lnTo>
                  <a:lnTo>
                    <a:pt x="90952" y="174028"/>
                  </a:lnTo>
                  <a:lnTo>
                    <a:pt x="90952" y="168355"/>
                  </a:lnTo>
                  <a:cubicBezTo>
                    <a:pt x="65237" y="167221"/>
                    <a:pt x="58809" y="161548"/>
                    <a:pt x="58809" y="139993"/>
                  </a:cubicBezTo>
                  <a:lnTo>
                    <a:pt x="58809" y="54908"/>
                  </a:lnTo>
                  <a:cubicBezTo>
                    <a:pt x="58809" y="42807"/>
                    <a:pt x="75069" y="23899"/>
                    <a:pt x="85280" y="23899"/>
                  </a:cubicBezTo>
                  <a:cubicBezTo>
                    <a:pt x="87549" y="23899"/>
                    <a:pt x="90952" y="25789"/>
                    <a:pt x="95112" y="29571"/>
                  </a:cubicBezTo>
                  <a:cubicBezTo>
                    <a:pt x="101162" y="34865"/>
                    <a:pt x="105322" y="37134"/>
                    <a:pt x="110238" y="37134"/>
                  </a:cubicBezTo>
                  <a:cubicBezTo>
                    <a:pt x="119314" y="37134"/>
                    <a:pt x="124986" y="30706"/>
                    <a:pt x="124986" y="20117"/>
                  </a:cubicBezTo>
                  <a:cubicBezTo>
                    <a:pt x="124986" y="7638"/>
                    <a:pt x="117045" y="75"/>
                    <a:pt x="104188" y="75"/>
                  </a:cubicBezTo>
                  <a:cubicBezTo>
                    <a:pt x="88305" y="75"/>
                    <a:pt x="77338" y="8772"/>
                    <a:pt x="58809" y="35622"/>
                  </a:cubicBezTo>
                  <a:lnTo>
                    <a:pt x="58809" y="831"/>
                  </a:lnTo>
                  <a:lnTo>
                    <a:pt x="56918" y="75"/>
                  </a:lnTo>
                  <a:cubicBezTo>
                    <a:pt x="36875" y="8394"/>
                    <a:pt x="23262" y="13310"/>
                    <a:pt x="950" y="20495"/>
                  </a:cubicBezTo>
                  <a:lnTo>
                    <a:pt x="950" y="26546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70C9CE5B-90B6-D522-541D-DDBE13EB3DC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0165857" y="5212871"/>
              <a:ext cx="150885" cy="177734"/>
            </a:xfrm>
            <a:custGeom>
              <a:avLst/>
              <a:gdLst>
                <a:gd name="connsiteX0" fmla="*/ 145035 w 150885"/>
                <a:gd name="connsiteY0" fmla="*/ 112010 h 177734"/>
                <a:gd name="connsiteX1" fmla="*/ 86420 w 150885"/>
                <a:gd name="connsiteY1" fmla="*/ 151716 h 177734"/>
                <a:gd name="connsiteX2" fmla="*/ 37638 w 150885"/>
                <a:gd name="connsiteY2" fmla="*/ 119195 h 177734"/>
                <a:gd name="connsiteX3" fmla="*/ 27427 w 150885"/>
                <a:gd name="connsiteY3" fmla="*/ 69278 h 177734"/>
                <a:gd name="connsiteX4" fmla="*/ 143900 w 150885"/>
                <a:gd name="connsiteY4" fmla="*/ 69278 h 177734"/>
                <a:gd name="connsiteX5" fmla="*/ 127639 w 150885"/>
                <a:gd name="connsiteY5" fmla="*/ 21630 h 177734"/>
                <a:gd name="connsiteX6" fmla="*/ 79235 w 150885"/>
                <a:gd name="connsiteY6" fmla="*/ 75 h 177734"/>
                <a:gd name="connsiteX7" fmla="*/ 28184 w 150885"/>
                <a:gd name="connsiteY7" fmla="*/ 19739 h 177734"/>
                <a:gd name="connsiteX8" fmla="*/ 200 w 150885"/>
                <a:gd name="connsiteY8" fmla="*/ 93102 h 177734"/>
                <a:gd name="connsiteX9" fmla="*/ 70916 w 150885"/>
                <a:gd name="connsiteY9" fmla="*/ 177809 h 177734"/>
                <a:gd name="connsiteX10" fmla="*/ 151085 w 150885"/>
                <a:gd name="connsiteY10" fmla="*/ 114657 h 177734"/>
                <a:gd name="connsiteX11" fmla="*/ 145035 w 150885"/>
                <a:gd name="connsiteY11" fmla="*/ 112010 h 177734"/>
                <a:gd name="connsiteX12" fmla="*/ 28184 w 150885"/>
                <a:gd name="connsiteY12" fmla="*/ 57177 h 177734"/>
                <a:gd name="connsiteX13" fmla="*/ 68268 w 150885"/>
                <a:gd name="connsiteY13" fmla="*/ 13688 h 177734"/>
                <a:gd name="connsiteX14" fmla="*/ 105328 w 150885"/>
                <a:gd name="connsiteY14" fmla="*/ 57177 h 177734"/>
                <a:gd name="connsiteX15" fmla="*/ 28184 w 150885"/>
                <a:gd name="connsiteY15" fmla="*/ 57177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0885" h="177734">
                  <a:moveTo>
                    <a:pt x="145035" y="112010"/>
                  </a:moveTo>
                  <a:cubicBezTo>
                    <a:pt x="126883" y="140750"/>
                    <a:pt x="110622" y="151716"/>
                    <a:pt x="86420" y="151716"/>
                  </a:cubicBezTo>
                  <a:cubicBezTo>
                    <a:pt x="64865" y="151716"/>
                    <a:pt x="48604" y="140750"/>
                    <a:pt x="37638" y="119195"/>
                  </a:cubicBezTo>
                  <a:cubicBezTo>
                    <a:pt x="30831" y="104825"/>
                    <a:pt x="28184" y="92345"/>
                    <a:pt x="27427" y="69278"/>
                  </a:cubicBezTo>
                  <a:lnTo>
                    <a:pt x="143900" y="69278"/>
                  </a:lnTo>
                  <a:cubicBezTo>
                    <a:pt x="140875" y="44697"/>
                    <a:pt x="137093" y="33731"/>
                    <a:pt x="127639" y="21630"/>
                  </a:cubicBezTo>
                  <a:cubicBezTo>
                    <a:pt x="116295" y="8016"/>
                    <a:pt x="98899" y="75"/>
                    <a:pt x="79235" y="75"/>
                  </a:cubicBezTo>
                  <a:cubicBezTo>
                    <a:pt x="60327" y="75"/>
                    <a:pt x="42554" y="6882"/>
                    <a:pt x="28184" y="19739"/>
                  </a:cubicBezTo>
                  <a:cubicBezTo>
                    <a:pt x="10410" y="35243"/>
                    <a:pt x="200" y="62093"/>
                    <a:pt x="200" y="93102"/>
                  </a:cubicBezTo>
                  <a:cubicBezTo>
                    <a:pt x="200" y="145288"/>
                    <a:pt x="27427" y="177809"/>
                    <a:pt x="70916" y="177809"/>
                  </a:cubicBezTo>
                  <a:cubicBezTo>
                    <a:pt x="106841" y="177809"/>
                    <a:pt x="135203" y="155498"/>
                    <a:pt x="151085" y="114657"/>
                  </a:cubicBezTo>
                  <a:lnTo>
                    <a:pt x="145035" y="112010"/>
                  </a:lnTo>
                  <a:close/>
                  <a:moveTo>
                    <a:pt x="28184" y="57177"/>
                  </a:moveTo>
                  <a:cubicBezTo>
                    <a:pt x="32343" y="27680"/>
                    <a:pt x="45201" y="13688"/>
                    <a:pt x="68268" y="13688"/>
                  </a:cubicBezTo>
                  <a:cubicBezTo>
                    <a:pt x="91336" y="13688"/>
                    <a:pt x="100412" y="24277"/>
                    <a:pt x="105328" y="57177"/>
                  </a:cubicBezTo>
                  <a:lnTo>
                    <a:pt x="28184" y="57177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0E20DD4D-9DC1-A1FC-D4E3-52793A125953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0338925" y="5212871"/>
              <a:ext cx="153154" cy="177734"/>
            </a:xfrm>
            <a:custGeom>
              <a:avLst/>
              <a:gdLst>
                <a:gd name="connsiteX0" fmla="*/ 153359 w 153154"/>
                <a:gd name="connsiteY0" fmla="*/ 149069 h 177734"/>
                <a:gd name="connsiteX1" fmla="*/ 136720 w 153154"/>
                <a:gd name="connsiteY1" fmla="*/ 156254 h 177734"/>
                <a:gd name="connsiteX2" fmla="*/ 125375 w 153154"/>
                <a:gd name="connsiteY2" fmla="*/ 134321 h 177734"/>
                <a:gd name="connsiteX3" fmla="*/ 125375 w 153154"/>
                <a:gd name="connsiteY3" fmla="*/ 60580 h 177734"/>
                <a:gd name="connsiteX4" fmla="*/ 117812 w 153154"/>
                <a:gd name="connsiteY4" fmla="*/ 20873 h 177734"/>
                <a:gd name="connsiteX5" fmla="*/ 70920 w 153154"/>
                <a:gd name="connsiteY5" fmla="*/ 75 h 177734"/>
                <a:gd name="connsiteX6" fmla="*/ 7389 w 153154"/>
                <a:gd name="connsiteY6" fmla="*/ 42428 h 177734"/>
                <a:gd name="connsiteX7" fmla="*/ 23650 w 153154"/>
                <a:gd name="connsiteY7" fmla="*/ 58689 h 177734"/>
                <a:gd name="connsiteX8" fmla="*/ 40667 w 153154"/>
                <a:gd name="connsiteY8" fmla="*/ 42807 h 177734"/>
                <a:gd name="connsiteX9" fmla="*/ 39911 w 153154"/>
                <a:gd name="connsiteY9" fmla="*/ 36756 h 177734"/>
                <a:gd name="connsiteX10" fmla="*/ 38776 w 153154"/>
                <a:gd name="connsiteY10" fmla="*/ 27680 h 177734"/>
                <a:gd name="connsiteX11" fmla="*/ 66004 w 153154"/>
                <a:gd name="connsiteY11" fmla="*/ 9151 h 177734"/>
                <a:gd name="connsiteX12" fmla="*/ 94744 w 153154"/>
                <a:gd name="connsiteY12" fmla="*/ 40538 h 177734"/>
                <a:gd name="connsiteX13" fmla="*/ 94744 w 153154"/>
                <a:gd name="connsiteY13" fmla="*/ 63605 h 177734"/>
                <a:gd name="connsiteX14" fmla="*/ 13818 w 153154"/>
                <a:gd name="connsiteY14" fmla="*/ 104446 h 177734"/>
                <a:gd name="connsiteX15" fmla="*/ 204 w 153154"/>
                <a:gd name="connsiteY15" fmla="*/ 137346 h 177734"/>
                <a:gd name="connsiteX16" fmla="*/ 39911 w 153154"/>
                <a:gd name="connsiteY16" fmla="*/ 177809 h 177734"/>
                <a:gd name="connsiteX17" fmla="*/ 95122 w 153154"/>
                <a:gd name="connsiteY17" fmla="*/ 150204 h 177734"/>
                <a:gd name="connsiteX18" fmla="*/ 119324 w 153154"/>
                <a:gd name="connsiteY18" fmla="*/ 177809 h 177734"/>
                <a:gd name="connsiteX19" fmla="*/ 153359 w 153154"/>
                <a:gd name="connsiteY19" fmla="*/ 158901 h 177734"/>
                <a:gd name="connsiteX20" fmla="*/ 153359 w 153154"/>
                <a:gd name="connsiteY20" fmla="*/ 149069 h 177734"/>
                <a:gd name="connsiteX21" fmla="*/ 94744 w 153154"/>
                <a:gd name="connsiteY21" fmla="*/ 127514 h 177734"/>
                <a:gd name="connsiteX22" fmla="*/ 84912 w 153154"/>
                <a:gd name="connsiteY22" fmla="*/ 147178 h 177734"/>
                <a:gd name="connsiteX23" fmla="*/ 57306 w 153154"/>
                <a:gd name="connsiteY23" fmla="*/ 155876 h 177734"/>
                <a:gd name="connsiteX24" fmla="*/ 33482 w 153154"/>
                <a:gd name="connsiteY24" fmla="*/ 126758 h 177734"/>
                <a:gd name="connsiteX25" fmla="*/ 33482 w 153154"/>
                <a:gd name="connsiteY25" fmla="*/ 125245 h 177734"/>
                <a:gd name="connsiteX26" fmla="*/ 94744 w 153154"/>
                <a:gd name="connsiteY26" fmla="*/ 72681 h 177734"/>
                <a:gd name="connsiteX27" fmla="*/ 94744 w 153154"/>
                <a:gd name="connsiteY27" fmla="*/ 127514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3154" h="177734">
                  <a:moveTo>
                    <a:pt x="153359" y="149069"/>
                  </a:moveTo>
                  <a:cubicBezTo>
                    <a:pt x="146930" y="154363"/>
                    <a:pt x="142392" y="156254"/>
                    <a:pt x="136720" y="156254"/>
                  </a:cubicBezTo>
                  <a:cubicBezTo>
                    <a:pt x="128022" y="156254"/>
                    <a:pt x="125375" y="150960"/>
                    <a:pt x="125375" y="134321"/>
                  </a:cubicBezTo>
                  <a:lnTo>
                    <a:pt x="125375" y="60580"/>
                  </a:lnTo>
                  <a:cubicBezTo>
                    <a:pt x="125375" y="40916"/>
                    <a:pt x="123484" y="29949"/>
                    <a:pt x="117812" y="20873"/>
                  </a:cubicBezTo>
                  <a:cubicBezTo>
                    <a:pt x="109492" y="7260"/>
                    <a:pt x="93231" y="75"/>
                    <a:pt x="70920" y="75"/>
                  </a:cubicBezTo>
                  <a:cubicBezTo>
                    <a:pt x="35373" y="75"/>
                    <a:pt x="7389" y="18604"/>
                    <a:pt x="7389" y="42428"/>
                  </a:cubicBezTo>
                  <a:cubicBezTo>
                    <a:pt x="7389" y="51126"/>
                    <a:pt x="14952" y="58689"/>
                    <a:pt x="23650" y="58689"/>
                  </a:cubicBezTo>
                  <a:cubicBezTo>
                    <a:pt x="32726" y="58689"/>
                    <a:pt x="40667" y="51126"/>
                    <a:pt x="40667" y="42807"/>
                  </a:cubicBezTo>
                  <a:cubicBezTo>
                    <a:pt x="40667" y="41294"/>
                    <a:pt x="40289" y="39403"/>
                    <a:pt x="39911" y="36756"/>
                  </a:cubicBezTo>
                  <a:cubicBezTo>
                    <a:pt x="39155" y="33353"/>
                    <a:pt x="38776" y="30327"/>
                    <a:pt x="38776" y="27680"/>
                  </a:cubicBezTo>
                  <a:cubicBezTo>
                    <a:pt x="38776" y="17470"/>
                    <a:pt x="50878" y="9151"/>
                    <a:pt x="66004" y="9151"/>
                  </a:cubicBezTo>
                  <a:cubicBezTo>
                    <a:pt x="84534" y="9151"/>
                    <a:pt x="94744" y="20117"/>
                    <a:pt x="94744" y="40538"/>
                  </a:cubicBezTo>
                  <a:lnTo>
                    <a:pt x="94744" y="63605"/>
                  </a:lnTo>
                  <a:cubicBezTo>
                    <a:pt x="36508" y="87051"/>
                    <a:pt x="30079" y="90076"/>
                    <a:pt x="13818" y="104446"/>
                  </a:cubicBezTo>
                  <a:cubicBezTo>
                    <a:pt x="5499" y="112010"/>
                    <a:pt x="204" y="124867"/>
                    <a:pt x="204" y="137346"/>
                  </a:cubicBezTo>
                  <a:cubicBezTo>
                    <a:pt x="204" y="161170"/>
                    <a:pt x="16843" y="177809"/>
                    <a:pt x="39911" y="177809"/>
                  </a:cubicBezTo>
                  <a:cubicBezTo>
                    <a:pt x="56550" y="177809"/>
                    <a:pt x="72054" y="169868"/>
                    <a:pt x="95122" y="150204"/>
                  </a:cubicBezTo>
                  <a:cubicBezTo>
                    <a:pt x="97013" y="169868"/>
                    <a:pt x="103820" y="177809"/>
                    <a:pt x="119324" y="177809"/>
                  </a:cubicBezTo>
                  <a:cubicBezTo>
                    <a:pt x="132182" y="177809"/>
                    <a:pt x="140123" y="173271"/>
                    <a:pt x="153359" y="158901"/>
                  </a:cubicBezTo>
                  <a:lnTo>
                    <a:pt x="153359" y="149069"/>
                  </a:lnTo>
                  <a:close/>
                  <a:moveTo>
                    <a:pt x="94744" y="127514"/>
                  </a:moveTo>
                  <a:cubicBezTo>
                    <a:pt x="94744" y="139237"/>
                    <a:pt x="92853" y="142640"/>
                    <a:pt x="84912" y="147178"/>
                  </a:cubicBezTo>
                  <a:cubicBezTo>
                    <a:pt x="75836" y="152473"/>
                    <a:pt x="65248" y="155876"/>
                    <a:pt x="57306" y="155876"/>
                  </a:cubicBezTo>
                  <a:cubicBezTo>
                    <a:pt x="44071" y="155876"/>
                    <a:pt x="33482" y="143019"/>
                    <a:pt x="33482" y="126758"/>
                  </a:cubicBezTo>
                  <a:lnTo>
                    <a:pt x="33482" y="125245"/>
                  </a:lnTo>
                  <a:cubicBezTo>
                    <a:pt x="33482" y="102934"/>
                    <a:pt x="48987" y="89320"/>
                    <a:pt x="94744" y="72681"/>
                  </a:cubicBezTo>
                  <a:lnTo>
                    <a:pt x="94744" y="127514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1ACC3D93-0C19-20DB-C216-6E73213B17D1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0502917" y="5212871"/>
              <a:ext cx="146347" cy="177734"/>
            </a:xfrm>
            <a:custGeom>
              <a:avLst/>
              <a:gdLst>
                <a:gd name="connsiteX0" fmla="*/ 141262 w 146347"/>
                <a:gd name="connsiteY0" fmla="*/ 115035 h 177734"/>
                <a:gd name="connsiteX1" fmla="*/ 87942 w 146347"/>
                <a:gd name="connsiteY1" fmla="*/ 150582 h 177734"/>
                <a:gd name="connsiteX2" fmla="*/ 29327 w 146347"/>
                <a:gd name="connsiteY2" fmla="*/ 76841 h 177734"/>
                <a:gd name="connsiteX3" fmla="*/ 80757 w 146347"/>
                <a:gd name="connsiteY3" fmla="*/ 11041 h 177734"/>
                <a:gd name="connsiteX4" fmla="*/ 103068 w 146347"/>
                <a:gd name="connsiteY4" fmla="*/ 29193 h 177734"/>
                <a:gd name="connsiteX5" fmla="*/ 105337 w 146347"/>
                <a:gd name="connsiteY5" fmla="*/ 37512 h 177734"/>
                <a:gd name="connsiteX6" fmla="*/ 123110 w 146347"/>
                <a:gd name="connsiteY6" fmla="*/ 54908 h 177734"/>
                <a:gd name="connsiteX7" fmla="*/ 141262 w 146347"/>
                <a:gd name="connsiteY7" fmla="*/ 39025 h 177734"/>
                <a:gd name="connsiteX8" fmla="*/ 83025 w 146347"/>
                <a:gd name="connsiteY8" fmla="*/ 75 h 177734"/>
                <a:gd name="connsiteX9" fmla="*/ 29705 w 146347"/>
                <a:gd name="connsiteY9" fmla="*/ 21252 h 177734"/>
                <a:gd name="connsiteX10" fmla="*/ 209 w 146347"/>
                <a:gd name="connsiteY10" fmla="*/ 93480 h 177734"/>
                <a:gd name="connsiteX11" fmla="*/ 72059 w 146347"/>
                <a:gd name="connsiteY11" fmla="*/ 177809 h 177734"/>
                <a:gd name="connsiteX12" fmla="*/ 117816 w 146347"/>
                <a:gd name="connsiteY12" fmla="*/ 160036 h 177734"/>
                <a:gd name="connsiteX13" fmla="*/ 146556 w 146347"/>
                <a:gd name="connsiteY13" fmla="*/ 118438 h 177734"/>
                <a:gd name="connsiteX14" fmla="*/ 141262 w 146347"/>
                <a:gd name="connsiteY14" fmla="*/ 115035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6347" h="177734">
                  <a:moveTo>
                    <a:pt x="141262" y="115035"/>
                  </a:moveTo>
                  <a:cubicBezTo>
                    <a:pt x="123110" y="141506"/>
                    <a:pt x="109497" y="150582"/>
                    <a:pt x="87942" y="150582"/>
                  </a:cubicBezTo>
                  <a:cubicBezTo>
                    <a:pt x="53529" y="150582"/>
                    <a:pt x="29327" y="120329"/>
                    <a:pt x="29327" y="76841"/>
                  </a:cubicBezTo>
                  <a:cubicBezTo>
                    <a:pt x="29327" y="37891"/>
                    <a:pt x="50126" y="11041"/>
                    <a:pt x="80757" y="11041"/>
                  </a:cubicBezTo>
                  <a:cubicBezTo>
                    <a:pt x="94370" y="11041"/>
                    <a:pt x="99286" y="15201"/>
                    <a:pt x="103068" y="29193"/>
                  </a:cubicBezTo>
                  <a:lnTo>
                    <a:pt x="105337" y="37512"/>
                  </a:lnTo>
                  <a:cubicBezTo>
                    <a:pt x="108362" y="48101"/>
                    <a:pt x="115169" y="54908"/>
                    <a:pt x="123110" y="54908"/>
                  </a:cubicBezTo>
                  <a:cubicBezTo>
                    <a:pt x="132942" y="54908"/>
                    <a:pt x="141262" y="47723"/>
                    <a:pt x="141262" y="39025"/>
                  </a:cubicBezTo>
                  <a:cubicBezTo>
                    <a:pt x="141262" y="17848"/>
                    <a:pt x="114791" y="75"/>
                    <a:pt x="83025" y="75"/>
                  </a:cubicBezTo>
                  <a:cubicBezTo>
                    <a:pt x="64496" y="75"/>
                    <a:pt x="45210" y="7638"/>
                    <a:pt x="29705" y="21252"/>
                  </a:cubicBezTo>
                  <a:cubicBezTo>
                    <a:pt x="10797" y="37891"/>
                    <a:pt x="209" y="63605"/>
                    <a:pt x="209" y="93480"/>
                  </a:cubicBezTo>
                  <a:cubicBezTo>
                    <a:pt x="209" y="142640"/>
                    <a:pt x="30083" y="177809"/>
                    <a:pt x="72059" y="177809"/>
                  </a:cubicBezTo>
                  <a:cubicBezTo>
                    <a:pt x="89076" y="177809"/>
                    <a:pt x="104202" y="171759"/>
                    <a:pt x="117816" y="160036"/>
                  </a:cubicBezTo>
                  <a:cubicBezTo>
                    <a:pt x="128026" y="150960"/>
                    <a:pt x="135211" y="140750"/>
                    <a:pt x="146556" y="118438"/>
                  </a:cubicBezTo>
                  <a:lnTo>
                    <a:pt x="141262" y="115035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C9D3C24C-4FEF-2EC1-0E3E-4674B16E0195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0665397" y="5128542"/>
              <a:ext cx="180759" cy="258282"/>
            </a:xfrm>
            <a:custGeom>
              <a:avLst/>
              <a:gdLst>
                <a:gd name="connsiteX0" fmla="*/ 56181 w 180759"/>
                <a:gd name="connsiteY0" fmla="*/ 128649 h 258282"/>
                <a:gd name="connsiteX1" fmla="*/ 98156 w 180759"/>
                <a:gd name="connsiteY1" fmla="*/ 104825 h 258282"/>
                <a:gd name="connsiteX2" fmla="*/ 126518 w 180759"/>
                <a:gd name="connsiteY2" fmla="*/ 144909 h 258282"/>
                <a:gd name="connsiteX3" fmla="*/ 126518 w 180759"/>
                <a:gd name="connsiteY3" fmla="*/ 219785 h 258282"/>
                <a:gd name="connsiteX4" fmla="*/ 100803 w 180759"/>
                <a:gd name="connsiteY4" fmla="*/ 252685 h 258282"/>
                <a:gd name="connsiteX5" fmla="*/ 100803 w 180759"/>
                <a:gd name="connsiteY5" fmla="*/ 258357 h 258282"/>
                <a:gd name="connsiteX6" fmla="*/ 180973 w 180759"/>
                <a:gd name="connsiteY6" fmla="*/ 258357 h 258282"/>
                <a:gd name="connsiteX7" fmla="*/ 180973 w 180759"/>
                <a:gd name="connsiteY7" fmla="*/ 252685 h 258282"/>
                <a:gd name="connsiteX8" fmla="*/ 158283 w 180759"/>
                <a:gd name="connsiteY8" fmla="*/ 219785 h 258282"/>
                <a:gd name="connsiteX9" fmla="*/ 158283 w 180759"/>
                <a:gd name="connsiteY9" fmla="*/ 144531 h 258282"/>
                <a:gd name="connsiteX10" fmla="*/ 111770 w 180759"/>
                <a:gd name="connsiteY10" fmla="*/ 84404 h 258282"/>
                <a:gd name="connsiteX11" fmla="*/ 56181 w 180759"/>
                <a:gd name="connsiteY11" fmla="*/ 116169 h 258282"/>
                <a:gd name="connsiteX12" fmla="*/ 56181 w 180759"/>
                <a:gd name="connsiteY12" fmla="*/ 1209 h 258282"/>
                <a:gd name="connsiteX13" fmla="*/ 54290 w 180759"/>
                <a:gd name="connsiteY13" fmla="*/ 75 h 258282"/>
                <a:gd name="connsiteX14" fmla="*/ 10802 w 180759"/>
                <a:gd name="connsiteY14" fmla="*/ 13688 h 258282"/>
                <a:gd name="connsiteX15" fmla="*/ 591 w 180759"/>
                <a:gd name="connsiteY15" fmla="*/ 16714 h 258282"/>
                <a:gd name="connsiteX16" fmla="*/ 591 w 180759"/>
                <a:gd name="connsiteY16" fmla="*/ 22764 h 258282"/>
                <a:gd name="connsiteX17" fmla="*/ 5129 w 180759"/>
                <a:gd name="connsiteY17" fmla="*/ 22386 h 258282"/>
                <a:gd name="connsiteX18" fmla="*/ 24415 w 180759"/>
                <a:gd name="connsiteY18" fmla="*/ 41672 h 258282"/>
                <a:gd name="connsiteX19" fmla="*/ 24415 w 180759"/>
                <a:gd name="connsiteY19" fmla="*/ 219785 h 258282"/>
                <a:gd name="connsiteX20" fmla="*/ 213 w 180759"/>
                <a:gd name="connsiteY20" fmla="*/ 252685 h 258282"/>
                <a:gd name="connsiteX21" fmla="*/ 213 w 180759"/>
                <a:gd name="connsiteY21" fmla="*/ 258357 h 258282"/>
                <a:gd name="connsiteX22" fmla="*/ 81895 w 180759"/>
                <a:gd name="connsiteY22" fmla="*/ 258357 h 258282"/>
                <a:gd name="connsiteX23" fmla="*/ 81895 w 180759"/>
                <a:gd name="connsiteY23" fmla="*/ 252685 h 258282"/>
                <a:gd name="connsiteX24" fmla="*/ 56181 w 180759"/>
                <a:gd name="connsiteY24" fmla="*/ 219785 h 258282"/>
                <a:gd name="connsiteX25" fmla="*/ 56181 w 180759"/>
                <a:gd name="connsiteY25" fmla="*/ 128649 h 25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0759" h="258282">
                  <a:moveTo>
                    <a:pt x="56181" y="128649"/>
                  </a:moveTo>
                  <a:cubicBezTo>
                    <a:pt x="72063" y="111253"/>
                    <a:pt x="83408" y="104825"/>
                    <a:pt x="98156" y="104825"/>
                  </a:cubicBezTo>
                  <a:cubicBezTo>
                    <a:pt x="117064" y="104825"/>
                    <a:pt x="126518" y="118438"/>
                    <a:pt x="126518" y="144909"/>
                  </a:cubicBezTo>
                  <a:lnTo>
                    <a:pt x="126518" y="219785"/>
                  </a:lnTo>
                  <a:cubicBezTo>
                    <a:pt x="126518" y="245500"/>
                    <a:pt x="122737" y="250416"/>
                    <a:pt x="100803" y="252685"/>
                  </a:cubicBezTo>
                  <a:lnTo>
                    <a:pt x="100803" y="258357"/>
                  </a:lnTo>
                  <a:lnTo>
                    <a:pt x="180973" y="258357"/>
                  </a:lnTo>
                  <a:lnTo>
                    <a:pt x="180973" y="252685"/>
                  </a:lnTo>
                  <a:cubicBezTo>
                    <a:pt x="160552" y="248903"/>
                    <a:pt x="158283" y="245878"/>
                    <a:pt x="158283" y="219785"/>
                  </a:cubicBezTo>
                  <a:lnTo>
                    <a:pt x="158283" y="144531"/>
                  </a:lnTo>
                  <a:cubicBezTo>
                    <a:pt x="158283" y="104825"/>
                    <a:pt x="142401" y="84404"/>
                    <a:pt x="111770" y="84404"/>
                  </a:cubicBezTo>
                  <a:cubicBezTo>
                    <a:pt x="89459" y="84404"/>
                    <a:pt x="73576" y="93480"/>
                    <a:pt x="56181" y="116169"/>
                  </a:cubicBezTo>
                  <a:lnTo>
                    <a:pt x="56181" y="1209"/>
                  </a:lnTo>
                  <a:lnTo>
                    <a:pt x="54290" y="75"/>
                  </a:lnTo>
                  <a:cubicBezTo>
                    <a:pt x="41432" y="4613"/>
                    <a:pt x="31978" y="7638"/>
                    <a:pt x="10802" y="13688"/>
                  </a:cubicBezTo>
                  <a:lnTo>
                    <a:pt x="591" y="16714"/>
                  </a:lnTo>
                  <a:lnTo>
                    <a:pt x="591" y="22764"/>
                  </a:lnTo>
                  <a:cubicBezTo>
                    <a:pt x="2104" y="22386"/>
                    <a:pt x="3238" y="22386"/>
                    <a:pt x="5129" y="22386"/>
                  </a:cubicBezTo>
                  <a:cubicBezTo>
                    <a:pt x="21390" y="22386"/>
                    <a:pt x="24415" y="25411"/>
                    <a:pt x="24415" y="41672"/>
                  </a:cubicBezTo>
                  <a:lnTo>
                    <a:pt x="24415" y="219785"/>
                  </a:lnTo>
                  <a:cubicBezTo>
                    <a:pt x="24415" y="246256"/>
                    <a:pt x="22146" y="249659"/>
                    <a:pt x="213" y="252685"/>
                  </a:cubicBezTo>
                  <a:lnTo>
                    <a:pt x="213" y="258357"/>
                  </a:lnTo>
                  <a:lnTo>
                    <a:pt x="81895" y="258357"/>
                  </a:lnTo>
                  <a:lnTo>
                    <a:pt x="81895" y="252685"/>
                  </a:lnTo>
                  <a:cubicBezTo>
                    <a:pt x="59962" y="250416"/>
                    <a:pt x="56181" y="245878"/>
                    <a:pt x="56181" y="219785"/>
                  </a:cubicBezTo>
                  <a:lnTo>
                    <a:pt x="56181" y="128649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BB896C51-9EE6-2E18-58C3-0199886B630B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0948566" y="5212871"/>
              <a:ext cx="175843" cy="256013"/>
            </a:xfrm>
            <a:custGeom>
              <a:avLst/>
              <a:gdLst>
                <a:gd name="connsiteX0" fmla="*/ 1733 w 175843"/>
                <a:gd name="connsiteY0" fmla="*/ 25411 h 256013"/>
                <a:gd name="connsiteX1" fmla="*/ 11187 w 175843"/>
                <a:gd name="connsiteY1" fmla="*/ 25033 h 256013"/>
                <a:gd name="connsiteX2" fmla="*/ 26692 w 175843"/>
                <a:gd name="connsiteY2" fmla="*/ 46588 h 256013"/>
                <a:gd name="connsiteX3" fmla="*/ 26692 w 175843"/>
                <a:gd name="connsiteY3" fmla="*/ 223566 h 256013"/>
                <a:gd name="connsiteX4" fmla="*/ 221 w 175843"/>
                <a:gd name="connsiteY4" fmla="*/ 249659 h 256013"/>
                <a:gd name="connsiteX5" fmla="*/ 221 w 175843"/>
                <a:gd name="connsiteY5" fmla="*/ 256088 h 256013"/>
                <a:gd name="connsiteX6" fmla="*/ 91735 w 175843"/>
                <a:gd name="connsiteY6" fmla="*/ 256088 h 256013"/>
                <a:gd name="connsiteX7" fmla="*/ 91735 w 175843"/>
                <a:gd name="connsiteY7" fmla="*/ 249281 h 256013"/>
                <a:gd name="connsiteX8" fmla="*/ 58457 w 175843"/>
                <a:gd name="connsiteY8" fmla="*/ 220919 h 256013"/>
                <a:gd name="connsiteX9" fmla="*/ 58457 w 175843"/>
                <a:gd name="connsiteY9" fmla="*/ 161548 h 256013"/>
                <a:gd name="connsiteX10" fmla="*/ 96651 w 175843"/>
                <a:gd name="connsiteY10" fmla="*/ 177809 h 256013"/>
                <a:gd name="connsiteX11" fmla="*/ 176064 w 175843"/>
                <a:gd name="connsiteY11" fmla="*/ 80622 h 256013"/>
                <a:gd name="connsiteX12" fmla="*/ 112912 w 175843"/>
                <a:gd name="connsiteY12" fmla="*/ 75 h 256013"/>
                <a:gd name="connsiteX13" fmla="*/ 58457 w 175843"/>
                <a:gd name="connsiteY13" fmla="*/ 29949 h 256013"/>
                <a:gd name="connsiteX14" fmla="*/ 58457 w 175843"/>
                <a:gd name="connsiteY14" fmla="*/ 831 h 256013"/>
                <a:gd name="connsiteX15" fmla="*/ 56188 w 175843"/>
                <a:gd name="connsiteY15" fmla="*/ 75 h 256013"/>
                <a:gd name="connsiteX16" fmla="*/ 1733 w 175843"/>
                <a:gd name="connsiteY16" fmla="*/ 19361 h 256013"/>
                <a:gd name="connsiteX17" fmla="*/ 1733 w 175843"/>
                <a:gd name="connsiteY17" fmla="*/ 25411 h 256013"/>
                <a:gd name="connsiteX18" fmla="*/ 58457 w 175843"/>
                <a:gd name="connsiteY18" fmla="*/ 47723 h 256013"/>
                <a:gd name="connsiteX19" fmla="*/ 97029 w 175843"/>
                <a:gd name="connsiteY19" fmla="*/ 22764 h 256013"/>
                <a:gd name="connsiteX20" fmla="*/ 143543 w 175843"/>
                <a:gd name="connsiteY20" fmla="*/ 95371 h 256013"/>
                <a:gd name="connsiteX21" fmla="*/ 97786 w 175843"/>
                <a:gd name="connsiteY21" fmla="*/ 165708 h 256013"/>
                <a:gd name="connsiteX22" fmla="*/ 58457 w 175843"/>
                <a:gd name="connsiteY22" fmla="*/ 140750 h 256013"/>
                <a:gd name="connsiteX23" fmla="*/ 58457 w 175843"/>
                <a:gd name="connsiteY23" fmla="*/ 47723 h 256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5843" h="256013">
                  <a:moveTo>
                    <a:pt x="1733" y="25411"/>
                  </a:moveTo>
                  <a:cubicBezTo>
                    <a:pt x="5137" y="25033"/>
                    <a:pt x="7784" y="25033"/>
                    <a:pt x="11187" y="25033"/>
                  </a:cubicBezTo>
                  <a:cubicBezTo>
                    <a:pt x="24045" y="25033"/>
                    <a:pt x="26692" y="28815"/>
                    <a:pt x="26692" y="46588"/>
                  </a:cubicBezTo>
                  <a:lnTo>
                    <a:pt x="26692" y="223566"/>
                  </a:lnTo>
                  <a:cubicBezTo>
                    <a:pt x="26692" y="243231"/>
                    <a:pt x="22532" y="247390"/>
                    <a:pt x="221" y="249659"/>
                  </a:cubicBezTo>
                  <a:lnTo>
                    <a:pt x="221" y="256088"/>
                  </a:lnTo>
                  <a:lnTo>
                    <a:pt x="91735" y="256088"/>
                  </a:lnTo>
                  <a:lnTo>
                    <a:pt x="91735" y="249281"/>
                  </a:lnTo>
                  <a:cubicBezTo>
                    <a:pt x="63373" y="248903"/>
                    <a:pt x="58457" y="244743"/>
                    <a:pt x="58457" y="220919"/>
                  </a:cubicBezTo>
                  <a:lnTo>
                    <a:pt x="58457" y="161548"/>
                  </a:lnTo>
                  <a:cubicBezTo>
                    <a:pt x="71693" y="174028"/>
                    <a:pt x="80768" y="177809"/>
                    <a:pt x="96651" y="177809"/>
                  </a:cubicBezTo>
                  <a:cubicBezTo>
                    <a:pt x="141274" y="177809"/>
                    <a:pt x="176064" y="135455"/>
                    <a:pt x="176064" y="80622"/>
                  </a:cubicBezTo>
                  <a:cubicBezTo>
                    <a:pt x="176064" y="33731"/>
                    <a:pt x="149593" y="75"/>
                    <a:pt x="112912" y="75"/>
                  </a:cubicBezTo>
                  <a:cubicBezTo>
                    <a:pt x="91735" y="75"/>
                    <a:pt x="75096" y="9529"/>
                    <a:pt x="58457" y="29949"/>
                  </a:cubicBezTo>
                  <a:lnTo>
                    <a:pt x="58457" y="831"/>
                  </a:lnTo>
                  <a:lnTo>
                    <a:pt x="56188" y="75"/>
                  </a:lnTo>
                  <a:cubicBezTo>
                    <a:pt x="35768" y="8016"/>
                    <a:pt x="22532" y="12932"/>
                    <a:pt x="1733" y="19361"/>
                  </a:cubicBezTo>
                  <a:lnTo>
                    <a:pt x="1733" y="25411"/>
                  </a:lnTo>
                  <a:close/>
                  <a:moveTo>
                    <a:pt x="58457" y="47723"/>
                  </a:moveTo>
                  <a:cubicBezTo>
                    <a:pt x="58457" y="36378"/>
                    <a:pt x="79634" y="22764"/>
                    <a:pt x="97029" y="22764"/>
                  </a:cubicBezTo>
                  <a:cubicBezTo>
                    <a:pt x="125013" y="22764"/>
                    <a:pt x="143543" y="51504"/>
                    <a:pt x="143543" y="95371"/>
                  </a:cubicBezTo>
                  <a:cubicBezTo>
                    <a:pt x="143543" y="137346"/>
                    <a:pt x="125013" y="165708"/>
                    <a:pt x="97786" y="165708"/>
                  </a:cubicBezTo>
                  <a:cubicBezTo>
                    <a:pt x="80012" y="165708"/>
                    <a:pt x="58457" y="152094"/>
                    <a:pt x="58457" y="140750"/>
                  </a:cubicBezTo>
                  <a:lnTo>
                    <a:pt x="58457" y="47723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16D4664D-41AB-D86C-2B83-066C85EEDB4A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1147430" y="5212871"/>
              <a:ext cx="166767" cy="177734"/>
            </a:xfrm>
            <a:custGeom>
              <a:avLst/>
              <a:gdLst>
                <a:gd name="connsiteX0" fmla="*/ 83799 w 166767"/>
                <a:gd name="connsiteY0" fmla="*/ 75 h 177734"/>
                <a:gd name="connsiteX1" fmla="*/ 226 w 166767"/>
                <a:gd name="connsiteY1" fmla="*/ 88564 h 177734"/>
                <a:gd name="connsiteX2" fmla="*/ 83042 w 166767"/>
                <a:gd name="connsiteY2" fmla="*/ 177809 h 177734"/>
                <a:gd name="connsiteX3" fmla="*/ 166994 w 166767"/>
                <a:gd name="connsiteY3" fmla="*/ 85539 h 177734"/>
                <a:gd name="connsiteX4" fmla="*/ 83799 w 166767"/>
                <a:gd name="connsiteY4" fmla="*/ 75 h 177734"/>
                <a:gd name="connsiteX5" fmla="*/ 78883 w 166767"/>
                <a:gd name="connsiteY5" fmla="*/ 10663 h 177734"/>
                <a:gd name="connsiteX6" fmla="*/ 132959 w 166767"/>
                <a:gd name="connsiteY6" fmla="*/ 98774 h 177734"/>
                <a:gd name="connsiteX7" fmla="*/ 87580 w 166767"/>
                <a:gd name="connsiteY7" fmla="*/ 167221 h 177734"/>
                <a:gd name="connsiteX8" fmla="*/ 50899 w 166767"/>
                <a:gd name="connsiteY8" fmla="*/ 143019 h 177734"/>
                <a:gd name="connsiteX9" fmla="*/ 34260 w 166767"/>
                <a:gd name="connsiteY9" fmla="*/ 70034 h 177734"/>
                <a:gd name="connsiteX10" fmla="*/ 78883 w 166767"/>
                <a:gd name="connsiteY10" fmla="*/ 10663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767" h="177734">
                  <a:moveTo>
                    <a:pt x="83799" y="75"/>
                  </a:moveTo>
                  <a:cubicBezTo>
                    <a:pt x="34638" y="75"/>
                    <a:pt x="226" y="36378"/>
                    <a:pt x="226" y="88564"/>
                  </a:cubicBezTo>
                  <a:cubicBezTo>
                    <a:pt x="226" y="139615"/>
                    <a:pt x="35394" y="177809"/>
                    <a:pt x="83042" y="177809"/>
                  </a:cubicBezTo>
                  <a:cubicBezTo>
                    <a:pt x="130690" y="177809"/>
                    <a:pt x="166994" y="137724"/>
                    <a:pt x="166994" y="85539"/>
                  </a:cubicBezTo>
                  <a:cubicBezTo>
                    <a:pt x="166994" y="36000"/>
                    <a:pt x="132203" y="75"/>
                    <a:pt x="83799" y="75"/>
                  </a:cubicBezTo>
                  <a:close/>
                  <a:moveTo>
                    <a:pt x="78883" y="10663"/>
                  </a:moveTo>
                  <a:cubicBezTo>
                    <a:pt x="110648" y="10663"/>
                    <a:pt x="132959" y="46966"/>
                    <a:pt x="132959" y="98774"/>
                  </a:cubicBezTo>
                  <a:cubicBezTo>
                    <a:pt x="132959" y="141506"/>
                    <a:pt x="115942" y="167221"/>
                    <a:pt x="87580" y="167221"/>
                  </a:cubicBezTo>
                  <a:cubicBezTo>
                    <a:pt x="72832" y="167221"/>
                    <a:pt x="58840" y="158145"/>
                    <a:pt x="50899" y="143019"/>
                  </a:cubicBezTo>
                  <a:cubicBezTo>
                    <a:pt x="40310" y="123354"/>
                    <a:pt x="34260" y="96883"/>
                    <a:pt x="34260" y="70034"/>
                  </a:cubicBezTo>
                  <a:cubicBezTo>
                    <a:pt x="34260" y="34109"/>
                    <a:pt x="52033" y="10663"/>
                    <a:pt x="78883" y="10663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384E481C-C94A-746D-AF60-08A8BFEECF8F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1332303" y="5128542"/>
              <a:ext cx="89623" cy="258282"/>
            </a:xfrm>
            <a:custGeom>
              <a:avLst/>
              <a:gdLst>
                <a:gd name="connsiteX0" fmla="*/ 60358 w 89623"/>
                <a:gd name="connsiteY0" fmla="*/ 84404 h 258282"/>
                <a:gd name="connsiteX1" fmla="*/ 1743 w 89623"/>
                <a:gd name="connsiteY1" fmla="*/ 105203 h 258282"/>
                <a:gd name="connsiteX2" fmla="*/ 1743 w 89623"/>
                <a:gd name="connsiteY2" fmla="*/ 110875 h 258282"/>
                <a:gd name="connsiteX3" fmla="*/ 4769 w 89623"/>
                <a:gd name="connsiteY3" fmla="*/ 110497 h 258282"/>
                <a:gd name="connsiteX4" fmla="*/ 17626 w 89623"/>
                <a:gd name="connsiteY4" fmla="*/ 109363 h 258282"/>
                <a:gd name="connsiteX5" fmla="*/ 30105 w 89623"/>
                <a:gd name="connsiteY5" fmla="*/ 132052 h 258282"/>
                <a:gd name="connsiteX6" fmla="*/ 30105 w 89623"/>
                <a:gd name="connsiteY6" fmla="*/ 219785 h 258282"/>
                <a:gd name="connsiteX7" fmla="*/ 231 w 89623"/>
                <a:gd name="connsiteY7" fmla="*/ 252685 h 258282"/>
                <a:gd name="connsiteX8" fmla="*/ 231 w 89623"/>
                <a:gd name="connsiteY8" fmla="*/ 258357 h 258282"/>
                <a:gd name="connsiteX9" fmla="*/ 89854 w 89623"/>
                <a:gd name="connsiteY9" fmla="*/ 258357 h 258282"/>
                <a:gd name="connsiteX10" fmla="*/ 89854 w 89623"/>
                <a:gd name="connsiteY10" fmla="*/ 252685 h 258282"/>
                <a:gd name="connsiteX11" fmla="*/ 61870 w 89623"/>
                <a:gd name="connsiteY11" fmla="*/ 219785 h 258282"/>
                <a:gd name="connsiteX12" fmla="*/ 61870 w 89623"/>
                <a:gd name="connsiteY12" fmla="*/ 85539 h 258282"/>
                <a:gd name="connsiteX13" fmla="*/ 60358 w 89623"/>
                <a:gd name="connsiteY13" fmla="*/ 84404 h 258282"/>
                <a:gd name="connsiteX14" fmla="*/ 42584 w 89623"/>
                <a:gd name="connsiteY14" fmla="*/ 75 h 258282"/>
                <a:gd name="connsiteX15" fmla="*/ 23676 w 89623"/>
                <a:gd name="connsiteY15" fmla="*/ 19361 h 258282"/>
                <a:gd name="connsiteX16" fmla="*/ 42584 w 89623"/>
                <a:gd name="connsiteY16" fmla="*/ 38647 h 258282"/>
                <a:gd name="connsiteX17" fmla="*/ 62249 w 89623"/>
                <a:gd name="connsiteY17" fmla="*/ 19361 h 258282"/>
                <a:gd name="connsiteX18" fmla="*/ 42584 w 89623"/>
                <a:gd name="connsiteY18" fmla="*/ 75 h 25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9623" h="258282">
                  <a:moveTo>
                    <a:pt x="60358" y="84404"/>
                  </a:moveTo>
                  <a:lnTo>
                    <a:pt x="1743" y="105203"/>
                  </a:lnTo>
                  <a:lnTo>
                    <a:pt x="1743" y="110875"/>
                  </a:lnTo>
                  <a:lnTo>
                    <a:pt x="4769" y="110497"/>
                  </a:lnTo>
                  <a:cubicBezTo>
                    <a:pt x="9306" y="109741"/>
                    <a:pt x="14222" y="109363"/>
                    <a:pt x="17626" y="109363"/>
                  </a:cubicBezTo>
                  <a:cubicBezTo>
                    <a:pt x="26702" y="109363"/>
                    <a:pt x="30105" y="115413"/>
                    <a:pt x="30105" y="132052"/>
                  </a:cubicBezTo>
                  <a:lnTo>
                    <a:pt x="30105" y="219785"/>
                  </a:lnTo>
                  <a:cubicBezTo>
                    <a:pt x="30105" y="247012"/>
                    <a:pt x="26324" y="251172"/>
                    <a:pt x="231" y="252685"/>
                  </a:cubicBezTo>
                  <a:lnTo>
                    <a:pt x="231" y="258357"/>
                  </a:lnTo>
                  <a:lnTo>
                    <a:pt x="89854" y="258357"/>
                  </a:lnTo>
                  <a:lnTo>
                    <a:pt x="89854" y="252685"/>
                  </a:lnTo>
                  <a:cubicBezTo>
                    <a:pt x="64896" y="250794"/>
                    <a:pt x="61870" y="247012"/>
                    <a:pt x="61870" y="219785"/>
                  </a:cubicBezTo>
                  <a:lnTo>
                    <a:pt x="61870" y="85539"/>
                  </a:lnTo>
                  <a:lnTo>
                    <a:pt x="60358" y="84404"/>
                  </a:lnTo>
                  <a:close/>
                  <a:moveTo>
                    <a:pt x="42584" y="75"/>
                  </a:moveTo>
                  <a:cubicBezTo>
                    <a:pt x="32374" y="75"/>
                    <a:pt x="23676" y="8772"/>
                    <a:pt x="23676" y="19361"/>
                  </a:cubicBezTo>
                  <a:cubicBezTo>
                    <a:pt x="23676" y="29949"/>
                    <a:pt x="31996" y="38647"/>
                    <a:pt x="42584" y="38647"/>
                  </a:cubicBezTo>
                  <a:cubicBezTo>
                    <a:pt x="53551" y="38647"/>
                    <a:pt x="62249" y="30327"/>
                    <a:pt x="62249" y="19361"/>
                  </a:cubicBezTo>
                  <a:cubicBezTo>
                    <a:pt x="62249" y="8772"/>
                    <a:pt x="53551" y="75"/>
                    <a:pt x="42584" y="75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80D92615-982E-F194-9343-968EAEC71633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1437821" y="5212871"/>
              <a:ext cx="177356" cy="173952"/>
            </a:xfrm>
            <a:custGeom>
              <a:avLst/>
              <a:gdLst>
                <a:gd name="connsiteX0" fmla="*/ 233 w 177356"/>
                <a:gd name="connsiteY0" fmla="*/ 23521 h 173952"/>
                <a:gd name="connsiteX1" fmla="*/ 10444 w 177356"/>
                <a:gd name="connsiteY1" fmla="*/ 22008 h 173952"/>
                <a:gd name="connsiteX2" fmla="*/ 24436 w 177356"/>
                <a:gd name="connsiteY2" fmla="*/ 46210 h 173952"/>
                <a:gd name="connsiteX3" fmla="*/ 24436 w 177356"/>
                <a:gd name="connsiteY3" fmla="*/ 139993 h 173952"/>
                <a:gd name="connsiteX4" fmla="*/ 990 w 177356"/>
                <a:gd name="connsiteY4" fmla="*/ 168355 h 173952"/>
                <a:gd name="connsiteX5" fmla="*/ 990 w 177356"/>
                <a:gd name="connsiteY5" fmla="*/ 174028 h 173952"/>
                <a:gd name="connsiteX6" fmla="*/ 81159 w 177356"/>
                <a:gd name="connsiteY6" fmla="*/ 174028 h 173952"/>
                <a:gd name="connsiteX7" fmla="*/ 81159 w 177356"/>
                <a:gd name="connsiteY7" fmla="*/ 168355 h 173952"/>
                <a:gd name="connsiteX8" fmla="*/ 56201 w 177356"/>
                <a:gd name="connsiteY8" fmla="*/ 148691 h 173952"/>
                <a:gd name="connsiteX9" fmla="*/ 56201 w 177356"/>
                <a:gd name="connsiteY9" fmla="*/ 42428 h 173952"/>
                <a:gd name="connsiteX10" fmla="*/ 95151 w 177356"/>
                <a:gd name="connsiteY10" fmla="*/ 20873 h 173952"/>
                <a:gd name="connsiteX11" fmla="*/ 122757 w 177356"/>
                <a:gd name="connsiteY11" fmla="*/ 57555 h 173952"/>
                <a:gd name="connsiteX12" fmla="*/ 122757 w 177356"/>
                <a:gd name="connsiteY12" fmla="*/ 136590 h 173952"/>
                <a:gd name="connsiteX13" fmla="*/ 98933 w 177356"/>
                <a:gd name="connsiteY13" fmla="*/ 168355 h 173952"/>
                <a:gd name="connsiteX14" fmla="*/ 98933 w 177356"/>
                <a:gd name="connsiteY14" fmla="*/ 174028 h 173952"/>
                <a:gd name="connsiteX15" fmla="*/ 177590 w 177356"/>
                <a:gd name="connsiteY15" fmla="*/ 174028 h 173952"/>
                <a:gd name="connsiteX16" fmla="*/ 177590 w 177356"/>
                <a:gd name="connsiteY16" fmla="*/ 168355 h 173952"/>
                <a:gd name="connsiteX17" fmla="*/ 154522 w 177356"/>
                <a:gd name="connsiteY17" fmla="*/ 143397 h 173952"/>
                <a:gd name="connsiteX18" fmla="*/ 154522 w 177356"/>
                <a:gd name="connsiteY18" fmla="*/ 56798 h 173952"/>
                <a:gd name="connsiteX19" fmla="*/ 109899 w 177356"/>
                <a:gd name="connsiteY19" fmla="*/ 75 h 173952"/>
                <a:gd name="connsiteX20" fmla="*/ 55066 w 177356"/>
                <a:gd name="connsiteY20" fmla="*/ 30706 h 173952"/>
                <a:gd name="connsiteX21" fmla="*/ 55066 w 177356"/>
                <a:gd name="connsiteY21" fmla="*/ 831 h 173952"/>
                <a:gd name="connsiteX22" fmla="*/ 52419 w 177356"/>
                <a:gd name="connsiteY22" fmla="*/ 75 h 173952"/>
                <a:gd name="connsiteX23" fmla="*/ 233 w 177356"/>
                <a:gd name="connsiteY23" fmla="*/ 17092 h 173952"/>
                <a:gd name="connsiteX24" fmla="*/ 233 w 177356"/>
                <a:gd name="connsiteY24" fmla="*/ 23521 h 173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7356" h="173952">
                  <a:moveTo>
                    <a:pt x="233" y="23521"/>
                  </a:moveTo>
                  <a:cubicBezTo>
                    <a:pt x="2502" y="22386"/>
                    <a:pt x="6284" y="22008"/>
                    <a:pt x="10444" y="22008"/>
                  </a:cubicBezTo>
                  <a:cubicBezTo>
                    <a:pt x="21032" y="22008"/>
                    <a:pt x="24436" y="27680"/>
                    <a:pt x="24436" y="46210"/>
                  </a:cubicBezTo>
                  <a:lnTo>
                    <a:pt x="24436" y="139993"/>
                  </a:lnTo>
                  <a:cubicBezTo>
                    <a:pt x="24436" y="161548"/>
                    <a:pt x="20276" y="166843"/>
                    <a:pt x="990" y="168355"/>
                  </a:cubicBezTo>
                  <a:lnTo>
                    <a:pt x="990" y="174028"/>
                  </a:lnTo>
                  <a:lnTo>
                    <a:pt x="81159" y="174028"/>
                  </a:lnTo>
                  <a:lnTo>
                    <a:pt x="81159" y="168355"/>
                  </a:lnTo>
                  <a:cubicBezTo>
                    <a:pt x="61873" y="166843"/>
                    <a:pt x="56201" y="162305"/>
                    <a:pt x="56201" y="148691"/>
                  </a:cubicBezTo>
                  <a:lnTo>
                    <a:pt x="56201" y="42428"/>
                  </a:lnTo>
                  <a:cubicBezTo>
                    <a:pt x="74352" y="25411"/>
                    <a:pt x="82672" y="20873"/>
                    <a:pt x="95151" y="20873"/>
                  </a:cubicBezTo>
                  <a:cubicBezTo>
                    <a:pt x="113681" y="20873"/>
                    <a:pt x="122757" y="32596"/>
                    <a:pt x="122757" y="57555"/>
                  </a:cubicBezTo>
                  <a:lnTo>
                    <a:pt x="122757" y="136590"/>
                  </a:lnTo>
                  <a:cubicBezTo>
                    <a:pt x="122757" y="160414"/>
                    <a:pt x="117841" y="166843"/>
                    <a:pt x="98933" y="168355"/>
                  </a:cubicBezTo>
                  <a:lnTo>
                    <a:pt x="98933" y="174028"/>
                  </a:lnTo>
                  <a:lnTo>
                    <a:pt x="177590" y="174028"/>
                  </a:lnTo>
                  <a:lnTo>
                    <a:pt x="177590" y="168355"/>
                  </a:lnTo>
                  <a:cubicBezTo>
                    <a:pt x="159060" y="166464"/>
                    <a:pt x="154522" y="161927"/>
                    <a:pt x="154522" y="143397"/>
                  </a:cubicBezTo>
                  <a:lnTo>
                    <a:pt x="154522" y="56798"/>
                  </a:lnTo>
                  <a:cubicBezTo>
                    <a:pt x="154522" y="21252"/>
                    <a:pt x="137883" y="75"/>
                    <a:pt x="109899" y="75"/>
                  </a:cubicBezTo>
                  <a:cubicBezTo>
                    <a:pt x="92504" y="75"/>
                    <a:pt x="80781" y="6503"/>
                    <a:pt x="55066" y="30706"/>
                  </a:cubicBezTo>
                  <a:lnTo>
                    <a:pt x="55066" y="831"/>
                  </a:lnTo>
                  <a:lnTo>
                    <a:pt x="52419" y="75"/>
                  </a:lnTo>
                  <a:cubicBezTo>
                    <a:pt x="33889" y="6882"/>
                    <a:pt x="21032" y="11041"/>
                    <a:pt x="233" y="17092"/>
                  </a:cubicBezTo>
                  <a:lnTo>
                    <a:pt x="233" y="23521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2F0A4383-527C-46E5-38AB-C960E56D220B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1626475" y="5167870"/>
              <a:ext cx="100590" cy="222735"/>
            </a:xfrm>
            <a:custGeom>
              <a:avLst/>
              <a:gdLst>
                <a:gd name="connsiteX0" fmla="*/ 91753 w 100590"/>
                <a:gd name="connsiteY0" fmla="*/ 48857 h 222735"/>
                <a:gd name="connsiteX1" fmla="*/ 53559 w 100590"/>
                <a:gd name="connsiteY1" fmla="*/ 48857 h 222735"/>
                <a:gd name="connsiteX2" fmla="*/ 53559 w 100590"/>
                <a:gd name="connsiteY2" fmla="*/ 4991 h 222735"/>
                <a:gd name="connsiteX3" fmla="*/ 50912 w 100590"/>
                <a:gd name="connsiteY3" fmla="*/ 75 h 222735"/>
                <a:gd name="connsiteX4" fmla="*/ 43348 w 100590"/>
                <a:gd name="connsiteY4" fmla="*/ 10663 h 222735"/>
                <a:gd name="connsiteX5" fmla="*/ 6667 w 100590"/>
                <a:gd name="connsiteY5" fmla="*/ 51126 h 222735"/>
                <a:gd name="connsiteX6" fmla="*/ 238 w 100590"/>
                <a:gd name="connsiteY6" fmla="*/ 58311 h 222735"/>
                <a:gd name="connsiteX7" fmla="*/ 1751 w 100590"/>
                <a:gd name="connsiteY7" fmla="*/ 60958 h 222735"/>
                <a:gd name="connsiteX8" fmla="*/ 21793 w 100590"/>
                <a:gd name="connsiteY8" fmla="*/ 60958 h 222735"/>
                <a:gd name="connsiteX9" fmla="*/ 21793 w 100590"/>
                <a:gd name="connsiteY9" fmla="*/ 174784 h 222735"/>
                <a:gd name="connsiteX10" fmla="*/ 55450 w 100590"/>
                <a:gd name="connsiteY10" fmla="*/ 222810 h 222735"/>
                <a:gd name="connsiteX11" fmla="*/ 100829 w 100590"/>
                <a:gd name="connsiteY11" fmla="*/ 194070 h 222735"/>
                <a:gd name="connsiteX12" fmla="*/ 95912 w 100590"/>
                <a:gd name="connsiteY12" fmla="*/ 189910 h 222735"/>
                <a:gd name="connsiteX13" fmla="*/ 73223 w 100590"/>
                <a:gd name="connsiteY13" fmla="*/ 203146 h 222735"/>
                <a:gd name="connsiteX14" fmla="*/ 53559 w 100590"/>
                <a:gd name="connsiteY14" fmla="*/ 169112 h 222735"/>
                <a:gd name="connsiteX15" fmla="*/ 53559 w 100590"/>
                <a:gd name="connsiteY15" fmla="*/ 60958 h 222735"/>
                <a:gd name="connsiteX16" fmla="*/ 91753 w 100590"/>
                <a:gd name="connsiteY16" fmla="*/ 60958 h 222735"/>
                <a:gd name="connsiteX17" fmla="*/ 91753 w 100590"/>
                <a:gd name="connsiteY17" fmla="*/ 48857 h 22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0590" h="222735">
                  <a:moveTo>
                    <a:pt x="91753" y="48857"/>
                  </a:moveTo>
                  <a:lnTo>
                    <a:pt x="53559" y="48857"/>
                  </a:lnTo>
                  <a:lnTo>
                    <a:pt x="53559" y="4991"/>
                  </a:lnTo>
                  <a:cubicBezTo>
                    <a:pt x="53559" y="1209"/>
                    <a:pt x="53181" y="75"/>
                    <a:pt x="50912" y="75"/>
                  </a:cubicBezTo>
                  <a:cubicBezTo>
                    <a:pt x="48265" y="3478"/>
                    <a:pt x="45996" y="6882"/>
                    <a:pt x="43348" y="10663"/>
                  </a:cubicBezTo>
                  <a:cubicBezTo>
                    <a:pt x="28978" y="31462"/>
                    <a:pt x="12718" y="49613"/>
                    <a:pt x="6667" y="51126"/>
                  </a:cubicBezTo>
                  <a:cubicBezTo>
                    <a:pt x="2507" y="53773"/>
                    <a:pt x="238" y="56420"/>
                    <a:pt x="238" y="58311"/>
                  </a:cubicBezTo>
                  <a:cubicBezTo>
                    <a:pt x="238" y="59446"/>
                    <a:pt x="617" y="60202"/>
                    <a:pt x="1751" y="60958"/>
                  </a:cubicBezTo>
                  <a:lnTo>
                    <a:pt x="21793" y="60958"/>
                  </a:lnTo>
                  <a:lnTo>
                    <a:pt x="21793" y="174784"/>
                  </a:lnTo>
                  <a:cubicBezTo>
                    <a:pt x="21793" y="206549"/>
                    <a:pt x="33138" y="222810"/>
                    <a:pt x="55450" y="222810"/>
                  </a:cubicBezTo>
                  <a:cubicBezTo>
                    <a:pt x="73979" y="222810"/>
                    <a:pt x="88349" y="213734"/>
                    <a:pt x="100829" y="194070"/>
                  </a:cubicBezTo>
                  <a:lnTo>
                    <a:pt x="95912" y="189910"/>
                  </a:lnTo>
                  <a:cubicBezTo>
                    <a:pt x="87971" y="199364"/>
                    <a:pt x="81542" y="203146"/>
                    <a:pt x="73223" y="203146"/>
                  </a:cubicBezTo>
                  <a:cubicBezTo>
                    <a:pt x="59231" y="203146"/>
                    <a:pt x="53559" y="192936"/>
                    <a:pt x="53559" y="169112"/>
                  </a:cubicBezTo>
                  <a:lnTo>
                    <a:pt x="53559" y="60958"/>
                  </a:lnTo>
                  <a:lnTo>
                    <a:pt x="91753" y="60958"/>
                  </a:lnTo>
                  <a:lnTo>
                    <a:pt x="91753" y="48857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12B65066-18C3-3E5F-16AB-1650A3EE9C99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1748255" y="5348252"/>
              <a:ext cx="52564" cy="91892"/>
            </a:xfrm>
            <a:custGeom>
              <a:avLst/>
              <a:gdLst>
                <a:gd name="connsiteX0" fmla="*/ 10451 w 52564"/>
                <a:gd name="connsiteY0" fmla="*/ 91967 h 91892"/>
                <a:gd name="connsiteX1" fmla="*/ 52805 w 52564"/>
                <a:gd name="connsiteY1" fmla="*/ 33731 h 91892"/>
                <a:gd name="connsiteX2" fmla="*/ 22552 w 52564"/>
                <a:gd name="connsiteY2" fmla="*/ 75 h 91892"/>
                <a:gd name="connsiteX3" fmla="*/ 241 w 52564"/>
                <a:gd name="connsiteY3" fmla="*/ 21630 h 91892"/>
                <a:gd name="connsiteX4" fmla="*/ 22552 w 52564"/>
                <a:gd name="connsiteY4" fmla="*/ 40916 h 91892"/>
                <a:gd name="connsiteX5" fmla="*/ 29737 w 52564"/>
                <a:gd name="connsiteY5" fmla="*/ 40160 h 91892"/>
                <a:gd name="connsiteX6" fmla="*/ 32763 w 52564"/>
                <a:gd name="connsiteY6" fmla="*/ 39403 h 91892"/>
                <a:gd name="connsiteX7" fmla="*/ 38057 w 52564"/>
                <a:gd name="connsiteY7" fmla="*/ 44697 h 91892"/>
                <a:gd name="connsiteX8" fmla="*/ 7048 w 52564"/>
                <a:gd name="connsiteY8" fmla="*/ 84782 h 91892"/>
                <a:gd name="connsiteX9" fmla="*/ 10451 w 52564"/>
                <a:gd name="connsiteY9" fmla="*/ 91967 h 91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564" h="91892">
                  <a:moveTo>
                    <a:pt x="10451" y="91967"/>
                  </a:moveTo>
                  <a:cubicBezTo>
                    <a:pt x="35788" y="79488"/>
                    <a:pt x="52805" y="56420"/>
                    <a:pt x="52805" y="33731"/>
                  </a:cubicBezTo>
                  <a:cubicBezTo>
                    <a:pt x="52805" y="14823"/>
                    <a:pt x="39570" y="75"/>
                    <a:pt x="22552" y="75"/>
                  </a:cubicBezTo>
                  <a:cubicBezTo>
                    <a:pt x="9317" y="75"/>
                    <a:pt x="241" y="8772"/>
                    <a:pt x="241" y="21630"/>
                  </a:cubicBezTo>
                  <a:cubicBezTo>
                    <a:pt x="241" y="33731"/>
                    <a:pt x="8939" y="40916"/>
                    <a:pt x="22552" y="40916"/>
                  </a:cubicBezTo>
                  <a:cubicBezTo>
                    <a:pt x="24821" y="40916"/>
                    <a:pt x="27469" y="40538"/>
                    <a:pt x="29737" y="40160"/>
                  </a:cubicBezTo>
                  <a:cubicBezTo>
                    <a:pt x="32385" y="39403"/>
                    <a:pt x="32385" y="39403"/>
                    <a:pt x="32763" y="39403"/>
                  </a:cubicBezTo>
                  <a:cubicBezTo>
                    <a:pt x="35788" y="39403"/>
                    <a:pt x="38057" y="41672"/>
                    <a:pt x="38057" y="44697"/>
                  </a:cubicBezTo>
                  <a:cubicBezTo>
                    <a:pt x="38057" y="56798"/>
                    <a:pt x="27469" y="70790"/>
                    <a:pt x="7048" y="84782"/>
                  </a:cubicBezTo>
                  <a:lnTo>
                    <a:pt x="10451" y="91967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24AA702-2BA2-612A-6324-6062FBF2AB6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1924807" y="5216653"/>
              <a:ext cx="254500" cy="175465"/>
            </a:xfrm>
            <a:custGeom>
              <a:avLst/>
              <a:gdLst>
                <a:gd name="connsiteX0" fmla="*/ 208233 w 254500"/>
                <a:gd name="connsiteY0" fmla="*/ 75 h 175465"/>
                <a:gd name="connsiteX1" fmla="*/ 208233 w 254500"/>
                <a:gd name="connsiteY1" fmla="*/ 5747 h 175465"/>
                <a:gd name="connsiteX2" fmla="*/ 224872 w 254500"/>
                <a:gd name="connsiteY2" fmla="*/ 17470 h 175465"/>
                <a:gd name="connsiteX3" fmla="*/ 218444 w 254500"/>
                <a:gd name="connsiteY3" fmla="*/ 42428 h 175465"/>
                <a:gd name="connsiteX4" fmla="*/ 184409 w 254500"/>
                <a:gd name="connsiteY4" fmla="*/ 126380 h 175465"/>
                <a:gd name="connsiteX5" fmla="*/ 152644 w 254500"/>
                <a:gd name="connsiteY5" fmla="*/ 41672 h 175465"/>
                <a:gd name="connsiteX6" fmla="*/ 146215 w 254500"/>
                <a:gd name="connsiteY6" fmla="*/ 19361 h 175465"/>
                <a:gd name="connsiteX7" fmla="*/ 168148 w 254500"/>
                <a:gd name="connsiteY7" fmla="*/ 5747 h 175465"/>
                <a:gd name="connsiteX8" fmla="*/ 168148 w 254500"/>
                <a:gd name="connsiteY8" fmla="*/ 75 h 175465"/>
                <a:gd name="connsiteX9" fmla="*/ 91382 w 254500"/>
                <a:gd name="connsiteY9" fmla="*/ 75 h 175465"/>
                <a:gd name="connsiteX10" fmla="*/ 91382 w 254500"/>
                <a:gd name="connsiteY10" fmla="*/ 5747 h 175465"/>
                <a:gd name="connsiteX11" fmla="*/ 117475 w 254500"/>
                <a:gd name="connsiteY11" fmla="*/ 31840 h 175465"/>
                <a:gd name="connsiteX12" fmla="*/ 125038 w 254500"/>
                <a:gd name="connsiteY12" fmla="*/ 53017 h 175465"/>
                <a:gd name="connsiteX13" fmla="*/ 90626 w 254500"/>
                <a:gd name="connsiteY13" fmla="*/ 128270 h 175465"/>
                <a:gd name="connsiteX14" fmla="*/ 53188 w 254500"/>
                <a:gd name="connsiteY14" fmla="*/ 29571 h 175465"/>
                <a:gd name="connsiteX15" fmla="*/ 50919 w 254500"/>
                <a:gd name="connsiteY15" fmla="*/ 18226 h 175465"/>
                <a:gd name="connsiteX16" fmla="*/ 68315 w 254500"/>
                <a:gd name="connsiteY16" fmla="*/ 5747 h 175465"/>
                <a:gd name="connsiteX17" fmla="*/ 68315 w 254500"/>
                <a:gd name="connsiteY17" fmla="*/ 75 h 175465"/>
                <a:gd name="connsiteX18" fmla="*/ 246 w 254500"/>
                <a:gd name="connsiteY18" fmla="*/ 75 h 175465"/>
                <a:gd name="connsiteX19" fmla="*/ 246 w 254500"/>
                <a:gd name="connsiteY19" fmla="*/ 5747 h 175465"/>
                <a:gd name="connsiteX20" fmla="*/ 20289 w 254500"/>
                <a:gd name="connsiteY20" fmla="*/ 29571 h 175465"/>
                <a:gd name="connsiteX21" fmla="*/ 71340 w 254500"/>
                <a:gd name="connsiteY21" fmla="*/ 158901 h 175465"/>
                <a:gd name="connsiteX22" fmla="*/ 81172 w 254500"/>
                <a:gd name="connsiteY22" fmla="*/ 175540 h 175465"/>
                <a:gd name="connsiteX23" fmla="*/ 90626 w 254500"/>
                <a:gd name="connsiteY23" fmla="*/ 160792 h 175465"/>
                <a:gd name="connsiteX24" fmla="*/ 132980 w 254500"/>
                <a:gd name="connsiteY24" fmla="*/ 70034 h 175465"/>
                <a:gd name="connsiteX25" fmla="*/ 167392 w 254500"/>
                <a:gd name="connsiteY25" fmla="*/ 159279 h 175465"/>
                <a:gd name="connsiteX26" fmla="*/ 176468 w 254500"/>
                <a:gd name="connsiteY26" fmla="*/ 175540 h 175465"/>
                <a:gd name="connsiteX27" fmla="*/ 187056 w 254500"/>
                <a:gd name="connsiteY27" fmla="*/ 157010 h 175465"/>
                <a:gd name="connsiteX28" fmla="*/ 239242 w 254500"/>
                <a:gd name="connsiteY28" fmla="*/ 26168 h 175465"/>
                <a:gd name="connsiteX29" fmla="*/ 254747 w 254500"/>
                <a:gd name="connsiteY29" fmla="*/ 5747 h 175465"/>
                <a:gd name="connsiteX30" fmla="*/ 254747 w 254500"/>
                <a:gd name="connsiteY30" fmla="*/ 75 h 175465"/>
                <a:gd name="connsiteX31" fmla="*/ 208233 w 254500"/>
                <a:gd name="connsiteY31" fmla="*/ 75 h 175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4500" h="175465">
                  <a:moveTo>
                    <a:pt x="208233" y="75"/>
                  </a:moveTo>
                  <a:lnTo>
                    <a:pt x="208233" y="5747"/>
                  </a:lnTo>
                  <a:cubicBezTo>
                    <a:pt x="221091" y="8394"/>
                    <a:pt x="224872" y="11041"/>
                    <a:pt x="224872" y="17470"/>
                  </a:cubicBezTo>
                  <a:cubicBezTo>
                    <a:pt x="224872" y="23142"/>
                    <a:pt x="222603" y="32218"/>
                    <a:pt x="218444" y="42428"/>
                  </a:cubicBezTo>
                  <a:lnTo>
                    <a:pt x="184409" y="126380"/>
                  </a:lnTo>
                  <a:lnTo>
                    <a:pt x="152644" y="41672"/>
                  </a:lnTo>
                  <a:cubicBezTo>
                    <a:pt x="146215" y="24277"/>
                    <a:pt x="146215" y="24277"/>
                    <a:pt x="146215" y="19361"/>
                  </a:cubicBezTo>
                  <a:cubicBezTo>
                    <a:pt x="146215" y="11041"/>
                    <a:pt x="150375" y="8394"/>
                    <a:pt x="168148" y="5747"/>
                  </a:cubicBezTo>
                  <a:lnTo>
                    <a:pt x="168148" y="75"/>
                  </a:lnTo>
                  <a:lnTo>
                    <a:pt x="91382" y="75"/>
                  </a:lnTo>
                  <a:lnTo>
                    <a:pt x="91382" y="5747"/>
                  </a:lnTo>
                  <a:cubicBezTo>
                    <a:pt x="105374" y="7260"/>
                    <a:pt x="109912" y="11419"/>
                    <a:pt x="117475" y="31840"/>
                  </a:cubicBezTo>
                  <a:cubicBezTo>
                    <a:pt x="120122" y="39025"/>
                    <a:pt x="122769" y="46210"/>
                    <a:pt x="125038" y="53017"/>
                  </a:cubicBezTo>
                  <a:lnTo>
                    <a:pt x="90626" y="128270"/>
                  </a:lnTo>
                  <a:lnTo>
                    <a:pt x="53188" y="29571"/>
                  </a:lnTo>
                  <a:cubicBezTo>
                    <a:pt x="51676" y="25790"/>
                    <a:pt x="50919" y="22008"/>
                    <a:pt x="50919" y="18226"/>
                  </a:cubicBezTo>
                  <a:cubicBezTo>
                    <a:pt x="50919" y="10285"/>
                    <a:pt x="55457" y="7260"/>
                    <a:pt x="68315" y="5747"/>
                  </a:cubicBezTo>
                  <a:lnTo>
                    <a:pt x="68315" y="75"/>
                  </a:lnTo>
                  <a:lnTo>
                    <a:pt x="246" y="75"/>
                  </a:lnTo>
                  <a:lnTo>
                    <a:pt x="246" y="5747"/>
                  </a:lnTo>
                  <a:cubicBezTo>
                    <a:pt x="8944" y="6503"/>
                    <a:pt x="11969" y="10285"/>
                    <a:pt x="20289" y="29571"/>
                  </a:cubicBezTo>
                  <a:lnTo>
                    <a:pt x="71340" y="158901"/>
                  </a:lnTo>
                  <a:cubicBezTo>
                    <a:pt x="75878" y="170246"/>
                    <a:pt x="78903" y="175540"/>
                    <a:pt x="81172" y="175540"/>
                  </a:cubicBezTo>
                  <a:cubicBezTo>
                    <a:pt x="83063" y="175540"/>
                    <a:pt x="86088" y="170624"/>
                    <a:pt x="90626" y="160792"/>
                  </a:cubicBezTo>
                  <a:lnTo>
                    <a:pt x="132980" y="70034"/>
                  </a:lnTo>
                  <a:lnTo>
                    <a:pt x="167392" y="159279"/>
                  </a:lnTo>
                  <a:cubicBezTo>
                    <a:pt x="172686" y="173271"/>
                    <a:pt x="174199" y="175540"/>
                    <a:pt x="176468" y="175540"/>
                  </a:cubicBezTo>
                  <a:cubicBezTo>
                    <a:pt x="179115" y="175540"/>
                    <a:pt x="181006" y="172137"/>
                    <a:pt x="187056" y="157010"/>
                  </a:cubicBezTo>
                  <a:lnTo>
                    <a:pt x="239242" y="26168"/>
                  </a:lnTo>
                  <a:cubicBezTo>
                    <a:pt x="246049" y="10285"/>
                    <a:pt x="247184" y="8394"/>
                    <a:pt x="254747" y="5747"/>
                  </a:cubicBezTo>
                  <a:lnTo>
                    <a:pt x="254747" y="75"/>
                  </a:lnTo>
                  <a:lnTo>
                    <a:pt x="208233" y="75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BE703C59-5B42-9B0C-DA41-EC851B43899E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2200373" y="5212871"/>
              <a:ext cx="150885" cy="177734"/>
            </a:xfrm>
            <a:custGeom>
              <a:avLst/>
              <a:gdLst>
                <a:gd name="connsiteX0" fmla="*/ 145088 w 150885"/>
                <a:gd name="connsiteY0" fmla="*/ 112010 h 177734"/>
                <a:gd name="connsiteX1" fmla="*/ 86473 w 150885"/>
                <a:gd name="connsiteY1" fmla="*/ 151716 h 177734"/>
                <a:gd name="connsiteX2" fmla="*/ 37691 w 150885"/>
                <a:gd name="connsiteY2" fmla="*/ 119195 h 177734"/>
                <a:gd name="connsiteX3" fmla="*/ 27481 w 150885"/>
                <a:gd name="connsiteY3" fmla="*/ 69278 h 177734"/>
                <a:gd name="connsiteX4" fmla="*/ 143954 w 150885"/>
                <a:gd name="connsiteY4" fmla="*/ 69278 h 177734"/>
                <a:gd name="connsiteX5" fmla="*/ 127693 w 150885"/>
                <a:gd name="connsiteY5" fmla="*/ 21630 h 177734"/>
                <a:gd name="connsiteX6" fmla="*/ 79288 w 150885"/>
                <a:gd name="connsiteY6" fmla="*/ 75 h 177734"/>
                <a:gd name="connsiteX7" fmla="*/ 28237 w 150885"/>
                <a:gd name="connsiteY7" fmla="*/ 19739 h 177734"/>
                <a:gd name="connsiteX8" fmla="*/ 253 w 150885"/>
                <a:gd name="connsiteY8" fmla="*/ 93102 h 177734"/>
                <a:gd name="connsiteX9" fmla="*/ 70969 w 150885"/>
                <a:gd name="connsiteY9" fmla="*/ 177809 h 177734"/>
                <a:gd name="connsiteX10" fmla="*/ 151139 w 150885"/>
                <a:gd name="connsiteY10" fmla="*/ 114657 h 177734"/>
                <a:gd name="connsiteX11" fmla="*/ 145088 w 150885"/>
                <a:gd name="connsiteY11" fmla="*/ 112010 h 177734"/>
                <a:gd name="connsiteX12" fmla="*/ 28237 w 150885"/>
                <a:gd name="connsiteY12" fmla="*/ 57177 h 177734"/>
                <a:gd name="connsiteX13" fmla="*/ 68322 w 150885"/>
                <a:gd name="connsiteY13" fmla="*/ 13688 h 177734"/>
                <a:gd name="connsiteX14" fmla="*/ 105381 w 150885"/>
                <a:gd name="connsiteY14" fmla="*/ 57177 h 177734"/>
                <a:gd name="connsiteX15" fmla="*/ 28237 w 150885"/>
                <a:gd name="connsiteY15" fmla="*/ 57177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0885" h="177734">
                  <a:moveTo>
                    <a:pt x="145088" y="112010"/>
                  </a:moveTo>
                  <a:cubicBezTo>
                    <a:pt x="126936" y="140750"/>
                    <a:pt x="110676" y="151716"/>
                    <a:pt x="86473" y="151716"/>
                  </a:cubicBezTo>
                  <a:cubicBezTo>
                    <a:pt x="64918" y="151716"/>
                    <a:pt x="48658" y="140750"/>
                    <a:pt x="37691" y="119195"/>
                  </a:cubicBezTo>
                  <a:cubicBezTo>
                    <a:pt x="30884" y="104825"/>
                    <a:pt x="28237" y="92345"/>
                    <a:pt x="27481" y="69278"/>
                  </a:cubicBezTo>
                  <a:lnTo>
                    <a:pt x="143954" y="69278"/>
                  </a:lnTo>
                  <a:cubicBezTo>
                    <a:pt x="140928" y="44697"/>
                    <a:pt x="137147" y="33731"/>
                    <a:pt x="127693" y="21630"/>
                  </a:cubicBezTo>
                  <a:cubicBezTo>
                    <a:pt x="116348" y="8016"/>
                    <a:pt x="98953" y="75"/>
                    <a:pt x="79288" y="75"/>
                  </a:cubicBezTo>
                  <a:cubicBezTo>
                    <a:pt x="60381" y="75"/>
                    <a:pt x="42607" y="6882"/>
                    <a:pt x="28237" y="19739"/>
                  </a:cubicBezTo>
                  <a:cubicBezTo>
                    <a:pt x="10464" y="35243"/>
                    <a:pt x="253" y="62093"/>
                    <a:pt x="253" y="93102"/>
                  </a:cubicBezTo>
                  <a:cubicBezTo>
                    <a:pt x="253" y="145288"/>
                    <a:pt x="27481" y="177809"/>
                    <a:pt x="70969" y="177809"/>
                  </a:cubicBezTo>
                  <a:cubicBezTo>
                    <a:pt x="106894" y="177809"/>
                    <a:pt x="135256" y="155498"/>
                    <a:pt x="151139" y="114657"/>
                  </a:cubicBezTo>
                  <a:lnTo>
                    <a:pt x="145088" y="112010"/>
                  </a:lnTo>
                  <a:close/>
                  <a:moveTo>
                    <a:pt x="28237" y="57177"/>
                  </a:moveTo>
                  <a:cubicBezTo>
                    <a:pt x="32397" y="27680"/>
                    <a:pt x="45254" y="13688"/>
                    <a:pt x="68322" y="13688"/>
                  </a:cubicBezTo>
                  <a:cubicBezTo>
                    <a:pt x="91390" y="13688"/>
                    <a:pt x="100465" y="24277"/>
                    <a:pt x="105381" y="57177"/>
                  </a:cubicBezTo>
                  <a:lnTo>
                    <a:pt x="28237" y="57177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22978AB1-3CE0-67B8-7BBA-DB49ED0A0D86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2457747" y="5128542"/>
              <a:ext cx="180759" cy="258282"/>
            </a:xfrm>
            <a:custGeom>
              <a:avLst/>
              <a:gdLst>
                <a:gd name="connsiteX0" fmla="*/ 56228 w 180759"/>
                <a:gd name="connsiteY0" fmla="*/ 128649 h 258282"/>
                <a:gd name="connsiteX1" fmla="*/ 98203 w 180759"/>
                <a:gd name="connsiteY1" fmla="*/ 104825 h 258282"/>
                <a:gd name="connsiteX2" fmla="*/ 126565 w 180759"/>
                <a:gd name="connsiteY2" fmla="*/ 144909 h 258282"/>
                <a:gd name="connsiteX3" fmla="*/ 126565 w 180759"/>
                <a:gd name="connsiteY3" fmla="*/ 219785 h 258282"/>
                <a:gd name="connsiteX4" fmla="*/ 100850 w 180759"/>
                <a:gd name="connsiteY4" fmla="*/ 252685 h 258282"/>
                <a:gd name="connsiteX5" fmla="*/ 100850 w 180759"/>
                <a:gd name="connsiteY5" fmla="*/ 258357 h 258282"/>
                <a:gd name="connsiteX6" fmla="*/ 181020 w 180759"/>
                <a:gd name="connsiteY6" fmla="*/ 258357 h 258282"/>
                <a:gd name="connsiteX7" fmla="*/ 181020 w 180759"/>
                <a:gd name="connsiteY7" fmla="*/ 252685 h 258282"/>
                <a:gd name="connsiteX8" fmla="*/ 158330 w 180759"/>
                <a:gd name="connsiteY8" fmla="*/ 219785 h 258282"/>
                <a:gd name="connsiteX9" fmla="*/ 158330 w 180759"/>
                <a:gd name="connsiteY9" fmla="*/ 144531 h 258282"/>
                <a:gd name="connsiteX10" fmla="*/ 111817 w 180759"/>
                <a:gd name="connsiteY10" fmla="*/ 84404 h 258282"/>
                <a:gd name="connsiteX11" fmla="*/ 56228 w 180759"/>
                <a:gd name="connsiteY11" fmla="*/ 116169 h 258282"/>
                <a:gd name="connsiteX12" fmla="*/ 56228 w 180759"/>
                <a:gd name="connsiteY12" fmla="*/ 1209 h 258282"/>
                <a:gd name="connsiteX13" fmla="*/ 54337 w 180759"/>
                <a:gd name="connsiteY13" fmla="*/ 75 h 258282"/>
                <a:gd name="connsiteX14" fmla="*/ 10849 w 180759"/>
                <a:gd name="connsiteY14" fmla="*/ 13688 h 258282"/>
                <a:gd name="connsiteX15" fmla="*/ 638 w 180759"/>
                <a:gd name="connsiteY15" fmla="*/ 16714 h 258282"/>
                <a:gd name="connsiteX16" fmla="*/ 638 w 180759"/>
                <a:gd name="connsiteY16" fmla="*/ 22764 h 258282"/>
                <a:gd name="connsiteX17" fmla="*/ 5176 w 180759"/>
                <a:gd name="connsiteY17" fmla="*/ 22386 h 258282"/>
                <a:gd name="connsiteX18" fmla="*/ 24462 w 180759"/>
                <a:gd name="connsiteY18" fmla="*/ 41672 h 258282"/>
                <a:gd name="connsiteX19" fmla="*/ 24462 w 180759"/>
                <a:gd name="connsiteY19" fmla="*/ 219785 h 258282"/>
                <a:gd name="connsiteX20" fmla="*/ 260 w 180759"/>
                <a:gd name="connsiteY20" fmla="*/ 252685 h 258282"/>
                <a:gd name="connsiteX21" fmla="*/ 260 w 180759"/>
                <a:gd name="connsiteY21" fmla="*/ 258357 h 258282"/>
                <a:gd name="connsiteX22" fmla="*/ 81942 w 180759"/>
                <a:gd name="connsiteY22" fmla="*/ 258357 h 258282"/>
                <a:gd name="connsiteX23" fmla="*/ 81942 w 180759"/>
                <a:gd name="connsiteY23" fmla="*/ 252685 h 258282"/>
                <a:gd name="connsiteX24" fmla="*/ 56228 w 180759"/>
                <a:gd name="connsiteY24" fmla="*/ 219785 h 258282"/>
                <a:gd name="connsiteX25" fmla="*/ 56228 w 180759"/>
                <a:gd name="connsiteY25" fmla="*/ 128649 h 25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0759" h="258282">
                  <a:moveTo>
                    <a:pt x="56228" y="128649"/>
                  </a:moveTo>
                  <a:cubicBezTo>
                    <a:pt x="72110" y="111253"/>
                    <a:pt x="83455" y="104825"/>
                    <a:pt x="98203" y="104825"/>
                  </a:cubicBezTo>
                  <a:cubicBezTo>
                    <a:pt x="117111" y="104825"/>
                    <a:pt x="126565" y="118438"/>
                    <a:pt x="126565" y="144909"/>
                  </a:cubicBezTo>
                  <a:lnTo>
                    <a:pt x="126565" y="219785"/>
                  </a:lnTo>
                  <a:cubicBezTo>
                    <a:pt x="126565" y="245500"/>
                    <a:pt x="122784" y="250416"/>
                    <a:pt x="100850" y="252685"/>
                  </a:cubicBezTo>
                  <a:lnTo>
                    <a:pt x="100850" y="258357"/>
                  </a:lnTo>
                  <a:lnTo>
                    <a:pt x="181020" y="258357"/>
                  </a:lnTo>
                  <a:lnTo>
                    <a:pt x="181020" y="252685"/>
                  </a:lnTo>
                  <a:cubicBezTo>
                    <a:pt x="160599" y="248903"/>
                    <a:pt x="158330" y="245878"/>
                    <a:pt x="158330" y="219785"/>
                  </a:cubicBezTo>
                  <a:lnTo>
                    <a:pt x="158330" y="144531"/>
                  </a:lnTo>
                  <a:cubicBezTo>
                    <a:pt x="158330" y="104825"/>
                    <a:pt x="142448" y="84404"/>
                    <a:pt x="111817" y="84404"/>
                  </a:cubicBezTo>
                  <a:cubicBezTo>
                    <a:pt x="89506" y="84404"/>
                    <a:pt x="73623" y="93480"/>
                    <a:pt x="56228" y="116169"/>
                  </a:cubicBezTo>
                  <a:lnTo>
                    <a:pt x="56228" y="1209"/>
                  </a:lnTo>
                  <a:lnTo>
                    <a:pt x="54337" y="75"/>
                  </a:lnTo>
                  <a:cubicBezTo>
                    <a:pt x="41480" y="4613"/>
                    <a:pt x="32026" y="7638"/>
                    <a:pt x="10849" y="13688"/>
                  </a:cubicBezTo>
                  <a:lnTo>
                    <a:pt x="638" y="16714"/>
                  </a:lnTo>
                  <a:lnTo>
                    <a:pt x="638" y="22764"/>
                  </a:lnTo>
                  <a:cubicBezTo>
                    <a:pt x="2151" y="22386"/>
                    <a:pt x="3285" y="22386"/>
                    <a:pt x="5176" y="22386"/>
                  </a:cubicBezTo>
                  <a:cubicBezTo>
                    <a:pt x="21437" y="22386"/>
                    <a:pt x="24462" y="25411"/>
                    <a:pt x="24462" y="41672"/>
                  </a:cubicBezTo>
                  <a:lnTo>
                    <a:pt x="24462" y="219785"/>
                  </a:lnTo>
                  <a:cubicBezTo>
                    <a:pt x="24462" y="246256"/>
                    <a:pt x="22193" y="249659"/>
                    <a:pt x="260" y="252685"/>
                  </a:cubicBezTo>
                  <a:lnTo>
                    <a:pt x="260" y="258357"/>
                  </a:lnTo>
                  <a:lnTo>
                    <a:pt x="81942" y="258357"/>
                  </a:lnTo>
                  <a:lnTo>
                    <a:pt x="81942" y="252685"/>
                  </a:lnTo>
                  <a:cubicBezTo>
                    <a:pt x="60009" y="250416"/>
                    <a:pt x="56228" y="245878"/>
                    <a:pt x="56228" y="219785"/>
                  </a:cubicBezTo>
                  <a:lnTo>
                    <a:pt x="56228" y="128649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BD00CE87-312D-983D-716C-C8962A8B5700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2658123" y="5212871"/>
              <a:ext cx="153154" cy="177734"/>
            </a:xfrm>
            <a:custGeom>
              <a:avLst/>
              <a:gdLst>
                <a:gd name="connsiteX0" fmla="*/ 153419 w 153154"/>
                <a:gd name="connsiteY0" fmla="*/ 149069 h 177734"/>
                <a:gd name="connsiteX1" fmla="*/ 136780 w 153154"/>
                <a:gd name="connsiteY1" fmla="*/ 156254 h 177734"/>
                <a:gd name="connsiteX2" fmla="*/ 125436 w 153154"/>
                <a:gd name="connsiteY2" fmla="*/ 134321 h 177734"/>
                <a:gd name="connsiteX3" fmla="*/ 125436 w 153154"/>
                <a:gd name="connsiteY3" fmla="*/ 60580 h 177734"/>
                <a:gd name="connsiteX4" fmla="*/ 117872 w 153154"/>
                <a:gd name="connsiteY4" fmla="*/ 20873 h 177734"/>
                <a:gd name="connsiteX5" fmla="*/ 70981 w 153154"/>
                <a:gd name="connsiteY5" fmla="*/ 75 h 177734"/>
                <a:gd name="connsiteX6" fmla="*/ 7450 w 153154"/>
                <a:gd name="connsiteY6" fmla="*/ 42428 h 177734"/>
                <a:gd name="connsiteX7" fmla="*/ 23711 w 153154"/>
                <a:gd name="connsiteY7" fmla="*/ 58689 h 177734"/>
                <a:gd name="connsiteX8" fmla="*/ 40728 w 153154"/>
                <a:gd name="connsiteY8" fmla="*/ 42807 h 177734"/>
                <a:gd name="connsiteX9" fmla="*/ 39972 w 153154"/>
                <a:gd name="connsiteY9" fmla="*/ 36756 h 177734"/>
                <a:gd name="connsiteX10" fmla="*/ 38837 w 153154"/>
                <a:gd name="connsiteY10" fmla="*/ 27680 h 177734"/>
                <a:gd name="connsiteX11" fmla="*/ 66065 w 153154"/>
                <a:gd name="connsiteY11" fmla="*/ 9151 h 177734"/>
                <a:gd name="connsiteX12" fmla="*/ 94805 w 153154"/>
                <a:gd name="connsiteY12" fmla="*/ 40538 h 177734"/>
                <a:gd name="connsiteX13" fmla="*/ 94805 w 153154"/>
                <a:gd name="connsiteY13" fmla="*/ 63605 h 177734"/>
                <a:gd name="connsiteX14" fmla="*/ 13879 w 153154"/>
                <a:gd name="connsiteY14" fmla="*/ 104446 h 177734"/>
                <a:gd name="connsiteX15" fmla="*/ 265 w 153154"/>
                <a:gd name="connsiteY15" fmla="*/ 137346 h 177734"/>
                <a:gd name="connsiteX16" fmla="*/ 39972 w 153154"/>
                <a:gd name="connsiteY16" fmla="*/ 177809 h 177734"/>
                <a:gd name="connsiteX17" fmla="*/ 95183 w 153154"/>
                <a:gd name="connsiteY17" fmla="*/ 150204 h 177734"/>
                <a:gd name="connsiteX18" fmla="*/ 119385 w 153154"/>
                <a:gd name="connsiteY18" fmla="*/ 177809 h 177734"/>
                <a:gd name="connsiteX19" fmla="*/ 153419 w 153154"/>
                <a:gd name="connsiteY19" fmla="*/ 158901 h 177734"/>
                <a:gd name="connsiteX20" fmla="*/ 153419 w 153154"/>
                <a:gd name="connsiteY20" fmla="*/ 149069 h 177734"/>
                <a:gd name="connsiteX21" fmla="*/ 94805 w 153154"/>
                <a:gd name="connsiteY21" fmla="*/ 127514 h 177734"/>
                <a:gd name="connsiteX22" fmla="*/ 84973 w 153154"/>
                <a:gd name="connsiteY22" fmla="*/ 147178 h 177734"/>
                <a:gd name="connsiteX23" fmla="*/ 57367 w 153154"/>
                <a:gd name="connsiteY23" fmla="*/ 155876 h 177734"/>
                <a:gd name="connsiteX24" fmla="*/ 33543 w 153154"/>
                <a:gd name="connsiteY24" fmla="*/ 126758 h 177734"/>
                <a:gd name="connsiteX25" fmla="*/ 33543 w 153154"/>
                <a:gd name="connsiteY25" fmla="*/ 125245 h 177734"/>
                <a:gd name="connsiteX26" fmla="*/ 94805 w 153154"/>
                <a:gd name="connsiteY26" fmla="*/ 72681 h 177734"/>
                <a:gd name="connsiteX27" fmla="*/ 94805 w 153154"/>
                <a:gd name="connsiteY27" fmla="*/ 127514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3154" h="177734">
                  <a:moveTo>
                    <a:pt x="153419" y="149069"/>
                  </a:moveTo>
                  <a:cubicBezTo>
                    <a:pt x="146991" y="154363"/>
                    <a:pt x="142453" y="156254"/>
                    <a:pt x="136780" y="156254"/>
                  </a:cubicBezTo>
                  <a:cubicBezTo>
                    <a:pt x="128083" y="156254"/>
                    <a:pt x="125436" y="150960"/>
                    <a:pt x="125436" y="134321"/>
                  </a:cubicBezTo>
                  <a:lnTo>
                    <a:pt x="125436" y="60580"/>
                  </a:lnTo>
                  <a:cubicBezTo>
                    <a:pt x="125436" y="40916"/>
                    <a:pt x="123545" y="29949"/>
                    <a:pt x="117872" y="20873"/>
                  </a:cubicBezTo>
                  <a:cubicBezTo>
                    <a:pt x="109553" y="7260"/>
                    <a:pt x="93292" y="75"/>
                    <a:pt x="70981" y="75"/>
                  </a:cubicBezTo>
                  <a:cubicBezTo>
                    <a:pt x="35434" y="75"/>
                    <a:pt x="7450" y="18604"/>
                    <a:pt x="7450" y="42428"/>
                  </a:cubicBezTo>
                  <a:cubicBezTo>
                    <a:pt x="7450" y="51126"/>
                    <a:pt x="15013" y="58689"/>
                    <a:pt x="23711" y="58689"/>
                  </a:cubicBezTo>
                  <a:cubicBezTo>
                    <a:pt x="32787" y="58689"/>
                    <a:pt x="40728" y="51126"/>
                    <a:pt x="40728" y="42807"/>
                  </a:cubicBezTo>
                  <a:cubicBezTo>
                    <a:pt x="40728" y="41294"/>
                    <a:pt x="40350" y="39403"/>
                    <a:pt x="39972" y="36756"/>
                  </a:cubicBezTo>
                  <a:cubicBezTo>
                    <a:pt x="39216" y="33353"/>
                    <a:pt x="38837" y="30327"/>
                    <a:pt x="38837" y="27680"/>
                  </a:cubicBezTo>
                  <a:cubicBezTo>
                    <a:pt x="38837" y="17470"/>
                    <a:pt x="50938" y="9151"/>
                    <a:pt x="66065" y="9151"/>
                  </a:cubicBezTo>
                  <a:cubicBezTo>
                    <a:pt x="84595" y="9151"/>
                    <a:pt x="94805" y="20117"/>
                    <a:pt x="94805" y="40538"/>
                  </a:cubicBezTo>
                  <a:lnTo>
                    <a:pt x="94805" y="63605"/>
                  </a:lnTo>
                  <a:cubicBezTo>
                    <a:pt x="36568" y="87051"/>
                    <a:pt x="30140" y="90076"/>
                    <a:pt x="13879" y="104446"/>
                  </a:cubicBezTo>
                  <a:cubicBezTo>
                    <a:pt x="5559" y="112010"/>
                    <a:pt x="265" y="124867"/>
                    <a:pt x="265" y="137346"/>
                  </a:cubicBezTo>
                  <a:cubicBezTo>
                    <a:pt x="265" y="161170"/>
                    <a:pt x="16904" y="177809"/>
                    <a:pt x="39972" y="177809"/>
                  </a:cubicBezTo>
                  <a:cubicBezTo>
                    <a:pt x="56611" y="177809"/>
                    <a:pt x="72115" y="169868"/>
                    <a:pt x="95183" y="150204"/>
                  </a:cubicBezTo>
                  <a:cubicBezTo>
                    <a:pt x="97074" y="169868"/>
                    <a:pt x="103881" y="177809"/>
                    <a:pt x="119385" y="177809"/>
                  </a:cubicBezTo>
                  <a:cubicBezTo>
                    <a:pt x="132243" y="177809"/>
                    <a:pt x="140184" y="173271"/>
                    <a:pt x="153419" y="158901"/>
                  </a:cubicBezTo>
                  <a:lnTo>
                    <a:pt x="153419" y="149069"/>
                  </a:lnTo>
                  <a:close/>
                  <a:moveTo>
                    <a:pt x="94805" y="127514"/>
                  </a:moveTo>
                  <a:cubicBezTo>
                    <a:pt x="94805" y="139237"/>
                    <a:pt x="92914" y="142640"/>
                    <a:pt x="84973" y="147178"/>
                  </a:cubicBezTo>
                  <a:cubicBezTo>
                    <a:pt x="75897" y="152473"/>
                    <a:pt x="65308" y="155876"/>
                    <a:pt x="57367" y="155876"/>
                  </a:cubicBezTo>
                  <a:cubicBezTo>
                    <a:pt x="44132" y="155876"/>
                    <a:pt x="33543" y="143019"/>
                    <a:pt x="33543" y="126758"/>
                  </a:cubicBezTo>
                  <a:lnTo>
                    <a:pt x="33543" y="125245"/>
                  </a:lnTo>
                  <a:cubicBezTo>
                    <a:pt x="33543" y="102934"/>
                    <a:pt x="49048" y="89320"/>
                    <a:pt x="94805" y="72681"/>
                  </a:cubicBezTo>
                  <a:lnTo>
                    <a:pt x="94805" y="127514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8BAC75E0-6905-CDE2-AF33-4676606CADAF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2812257" y="5216653"/>
              <a:ext cx="173196" cy="175465"/>
            </a:xfrm>
            <a:custGeom>
              <a:avLst/>
              <a:gdLst>
                <a:gd name="connsiteX0" fmla="*/ 173466 w 173196"/>
                <a:gd name="connsiteY0" fmla="*/ 75 h 175465"/>
                <a:gd name="connsiteX1" fmla="*/ 120902 w 173196"/>
                <a:gd name="connsiteY1" fmla="*/ 75 h 175465"/>
                <a:gd name="connsiteX2" fmla="*/ 120902 w 173196"/>
                <a:gd name="connsiteY2" fmla="*/ 5747 h 175465"/>
                <a:gd name="connsiteX3" fmla="*/ 138675 w 173196"/>
                <a:gd name="connsiteY3" fmla="*/ 17848 h 175465"/>
                <a:gd name="connsiteX4" fmla="*/ 136406 w 173196"/>
                <a:gd name="connsiteY4" fmla="*/ 29193 h 175465"/>
                <a:gd name="connsiteX5" fmla="*/ 98969 w 173196"/>
                <a:gd name="connsiteY5" fmla="*/ 127136 h 175465"/>
                <a:gd name="connsiteX6" fmla="*/ 60397 w 173196"/>
                <a:gd name="connsiteY6" fmla="*/ 30327 h 175465"/>
                <a:gd name="connsiteX7" fmla="*/ 56993 w 173196"/>
                <a:gd name="connsiteY7" fmla="*/ 16336 h 175465"/>
                <a:gd name="connsiteX8" fmla="*/ 74388 w 173196"/>
                <a:gd name="connsiteY8" fmla="*/ 5747 h 175465"/>
                <a:gd name="connsiteX9" fmla="*/ 74388 w 173196"/>
                <a:gd name="connsiteY9" fmla="*/ 75 h 175465"/>
                <a:gd name="connsiteX10" fmla="*/ 269 w 173196"/>
                <a:gd name="connsiteY10" fmla="*/ 75 h 175465"/>
                <a:gd name="connsiteX11" fmla="*/ 269 w 173196"/>
                <a:gd name="connsiteY11" fmla="*/ 5747 h 175465"/>
                <a:gd name="connsiteX12" fmla="*/ 34682 w 173196"/>
                <a:gd name="connsiteY12" fmla="*/ 49235 h 175465"/>
                <a:gd name="connsiteX13" fmla="*/ 80061 w 173196"/>
                <a:gd name="connsiteY13" fmla="*/ 157767 h 175465"/>
                <a:gd name="connsiteX14" fmla="*/ 83086 w 173196"/>
                <a:gd name="connsiteY14" fmla="*/ 165708 h 175465"/>
                <a:gd name="connsiteX15" fmla="*/ 89893 w 173196"/>
                <a:gd name="connsiteY15" fmla="*/ 175540 h 175465"/>
                <a:gd name="connsiteX16" fmla="*/ 100481 w 173196"/>
                <a:gd name="connsiteY16" fmla="*/ 156632 h 175465"/>
                <a:gd name="connsiteX17" fmla="*/ 148886 w 173196"/>
                <a:gd name="connsiteY17" fmla="*/ 35243 h 175465"/>
                <a:gd name="connsiteX18" fmla="*/ 173466 w 173196"/>
                <a:gd name="connsiteY18" fmla="*/ 5747 h 175465"/>
                <a:gd name="connsiteX19" fmla="*/ 173466 w 173196"/>
                <a:gd name="connsiteY19" fmla="*/ 75 h 175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3196" h="175465">
                  <a:moveTo>
                    <a:pt x="173466" y="75"/>
                  </a:moveTo>
                  <a:lnTo>
                    <a:pt x="120902" y="75"/>
                  </a:lnTo>
                  <a:lnTo>
                    <a:pt x="120902" y="5747"/>
                  </a:lnTo>
                  <a:cubicBezTo>
                    <a:pt x="133003" y="6882"/>
                    <a:pt x="138675" y="10663"/>
                    <a:pt x="138675" y="17848"/>
                  </a:cubicBezTo>
                  <a:cubicBezTo>
                    <a:pt x="138675" y="21630"/>
                    <a:pt x="137919" y="25411"/>
                    <a:pt x="136406" y="29193"/>
                  </a:cubicBezTo>
                  <a:lnTo>
                    <a:pt x="98969" y="127136"/>
                  </a:lnTo>
                  <a:lnTo>
                    <a:pt x="60397" y="30327"/>
                  </a:lnTo>
                  <a:cubicBezTo>
                    <a:pt x="58128" y="25033"/>
                    <a:pt x="56993" y="19739"/>
                    <a:pt x="56993" y="16336"/>
                  </a:cubicBezTo>
                  <a:cubicBezTo>
                    <a:pt x="56993" y="9529"/>
                    <a:pt x="61153" y="6882"/>
                    <a:pt x="74388" y="5747"/>
                  </a:cubicBezTo>
                  <a:lnTo>
                    <a:pt x="74388" y="75"/>
                  </a:lnTo>
                  <a:lnTo>
                    <a:pt x="269" y="75"/>
                  </a:lnTo>
                  <a:lnTo>
                    <a:pt x="269" y="5747"/>
                  </a:lnTo>
                  <a:cubicBezTo>
                    <a:pt x="14639" y="6503"/>
                    <a:pt x="17287" y="10285"/>
                    <a:pt x="34682" y="49235"/>
                  </a:cubicBezTo>
                  <a:lnTo>
                    <a:pt x="80061" y="157767"/>
                  </a:lnTo>
                  <a:cubicBezTo>
                    <a:pt x="80817" y="160036"/>
                    <a:pt x="81952" y="162683"/>
                    <a:pt x="83086" y="165708"/>
                  </a:cubicBezTo>
                  <a:cubicBezTo>
                    <a:pt x="85355" y="172515"/>
                    <a:pt x="87624" y="175540"/>
                    <a:pt x="89893" y="175540"/>
                  </a:cubicBezTo>
                  <a:cubicBezTo>
                    <a:pt x="92162" y="175540"/>
                    <a:pt x="94809" y="170624"/>
                    <a:pt x="100481" y="156632"/>
                  </a:cubicBezTo>
                  <a:lnTo>
                    <a:pt x="148886" y="35243"/>
                  </a:lnTo>
                  <a:cubicBezTo>
                    <a:pt x="159852" y="9529"/>
                    <a:pt x="162121" y="6882"/>
                    <a:pt x="173466" y="5747"/>
                  </a:cubicBezTo>
                  <a:lnTo>
                    <a:pt x="173466" y="75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5211EF2F-0230-5B13-9D04-F914816D2236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2998624" y="5212871"/>
              <a:ext cx="150885" cy="177734"/>
            </a:xfrm>
            <a:custGeom>
              <a:avLst/>
              <a:gdLst>
                <a:gd name="connsiteX0" fmla="*/ 145109 w 150885"/>
                <a:gd name="connsiteY0" fmla="*/ 112010 h 177734"/>
                <a:gd name="connsiteX1" fmla="*/ 86494 w 150885"/>
                <a:gd name="connsiteY1" fmla="*/ 151716 h 177734"/>
                <a:gd name="connsiteX2" fmla="*/ 37712 w 150885"/>
                <a:gd name="connsiteY2" fmla="*/ 119195 h 177734"/>
                <a:gd name="connsiteX3" fmla="*/ 27502 w 150885"/>
                <a:gd name="connsiteY3" fmla="*/ 69278 h 177734"/>
                <a:gd name="connsiteX4" fmla="*/ 143975 w 150885"/>
                <a:gd name="connsiteY4" fmla="*/ 69278 h 177734"/>
                <a:gd name="connsiteX5" fmla="*/ 127714 w 150885"/>
                <a:gd name="connsiteY5" fmla="*/ 21630 h 177734"/>
                <a:gd name="connsiteX6" fmla="*/ 79309 w 150885"/>
                <a:gd name="connsiteY6" fmla="*/ 75 h 177734"/>
                <a:gd name="connsiteX7" fmla="*/ 28258 w 150885"/>
                <a:gd name="connsiteY7" fmla="*/ 19739 h 177734"/>
                <a:gd name="connsiteX8" fmla="*/ 274 w 150885"/>
                <a:gd name="connsiteY8" fmla="*/ 93102 h 177734"/>
                <a:gd name="connsiteX9" fmla="*/ 70990 w 150885"/>
                <a:gd name="connsiteY9" fmla="*/ 177809 h 177734"/>
                <a:gd name="connsiteX10" fmla="*/ 151160 w 150885"/>
                <a:gd name="connsiteY10" fmla="*/ 114657 h 177734"/>
                <a:gd name="connsiteX11" fmla="*/ 145109 w 150885"/>
                <a:gd name="connsiteY11" fmla="*/ 112010 h 177734"/>
                <a:gd name="connsiteX12" fmla="*/ 28258 w 150885"/>
                <a:gd name="connsiteY12" fmla="*/ 57177 h 177734"/>
                <a:gd name="connsiteX13" fmla="*/ 68343 w 150885"/>
                <a:gd name="connsiteY13" fmla="*/ 13688 h 177734"/>
                <a:gd name="connsiteX14" fmla="*/ 105402 w 150885"/>
                <a:gd name="connsiteY14" fmla="*/ 57177 h 177734"/>
                <a:gd name="connsiteX15" fmla="*/ 28258 w 150885"/>
                <a:gd name="connsiteY15" fmla="*/ 57177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0885" h="177734">
                  <a:moveTo>
                    <a:pt x="145109" y="112010"/>
                  </a:moveTo>
                  <a:cubicBezTo>
                    <a:pt x="126957" y="140750"/>
                    <a:pt x="110697" y="151716"/>
                    <a:pt x="86494" y="151716"/>
                  </a:cubicBezTo>
                  <a:cubicBezTo>
                    <a:pt x="64939" y="151716"/>
                    <a:pt x="48679" y="140750"/>
                    <a:pt x="37712" y="119195"/>
                  </a:cubicBezTo>
                  <a:cubicBezTo>
                    <a:pt x="30905" y="104825"/>
                    <a:pt x="28258" y="92345"/>
                    <a:pt x="27502" y="69278"/>
                  </a:cubicBezTo>
                  <a:lnTo>
                    <a:pt x="143975" y="69278"/>
                  </a:lnTo>
                  <a:cubicBezTo>
                    <a:pt x="140949" y="44697"/>
                    <a:pt x="137168" y="33731"/>
                    <a:pt x="127714" y="21630"/>
                  </a:cubicBezTo>
                  <a:cubicBezTo>
                    <a:pt x="116369" y="8016"/>
                    <a:pt x="98974" y="75"/>
                    <a:pt x="79309" y="75"/>
                  </a:cubicBezTo>
                  <a:cubicBezTo>
                    <a:pt x="60401" y="75"/>
                    <a:pt x="42628" y="6882"/>
                    <a:pt x="28258" y="19739"/>
                  </a:cubicBezTo>
                  <a:cubicBezTo>
                    <a:pt x="10485" y="35243"/>
                    <a:pt x="274" y="62093"/>
                    <a:pt x="274" y="93102"/>
                  </a:cubicBezTo>
                  <a:cubicBezTo>
                    <a:pt x="274" y="145288"/>
                    <a:pt x="27502" y="177809"/>
                    <a:pt x="70990" y="177809"/>
                  </a:cubicBezTo>
                  <a:cubicBezTo>
                    <a:pt x="106915" y="177809"/>
                    <a:pt x="135277" y="155498"/>
                    <a:pt x="151160" y="114657"/>
                  </a:cubicBezTo>
                  <a:lnTo>
                    <a:pt x="145109" y="112010"/>
                  </a:lnTo>
                  <a:close/>
                  <a:moveTo>
                    <a:pt x="28258" y="57177"/>
                  </a:moveTo>
                  <a:cubicBezTo>
                    <a:pt x="32418" y="27680"/>
                    <a:pt x="45275" y="13688"/>
                    <a:pt x="68343" y="13688"/>
                  </a:cubicBezTo>
                  <a:cubicBezTo>
                    <a:pt x="91410" y="13688"/>
                    <a:pt x="100486" y="24277"/>
                    <a:pt x="105402" y="57177"/>
                  </a:cubicBezTo>
                  <a:lnTo>
                    <a:pt x="28258" y="57177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12ACD0C9-F493-8E29-33B2-B1FBD8C87DC1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3188331" y="5213249"/>
              <a:ext cx="41975" cy="177734"/>
            </a:xfrm>
            <a:custGeom>
              <a:avLst/>
              <a:gdLst>
                <a:gd name="connsiteX0" fmla="*/ 21077 w 41975"/>
                <a:gd name="connsiteY0" fmla="*/ 75 h 177734"/>
                <a:gd name="connsiteX1" fmla="*/ 279 w 41975"/>
                <a:gd name="connsiteY1" fmla="*/ 21630 h 177734"/>
                <a:gd name="connsiteX2" fmla="*/ 20699 w 41975"/>
                <a:gd name="connsiteY2" fmla="*/ 42050 h 177734"/>
                <a:gd name="connsiteX3" fmla="*/ 42254 w 41975"/>
                <a:gd name="connsiteY3" fmla="*/ 21630 h 177734"/>
                <a:gd name="connsiteX4" fmla="*/ 21077 w 41975"/>
                <a:gd name="connsiteY4" fmla="*/ 75 h 177734"/>
                <a:gd name="connsiteX5" fmla="*/ 21077 w 41975"/>
                <a:gd name="connsiteY5" fmla="*/ 135834 h 177734"/>
                <a:gd name="connsiteX6" fmla="*/ 279 w 41975"/>
                <a:gd name="connsiteY6" fmla="*/ 157389 h 177734"/>
                <a:gd name="connsiteX7" fmla="*/ 20699 w 41975"/>
                <a:gd name="connsiteY7" fmla="*/ 177809 h 177734"/>
                <a:gd name="connsiteX8" fmla="*/ 42254 w 41975"/>
                <a:gd name="connsiteY8" fmla="*/ 157389 h 177734"/>
                <a:gd name="connsiteX9" fmla="*/ 21077 w 41975"/>
                <a:gd name="connsiteY9" fmla="*/ 135834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975" h="177734">
                  <a:moveTo>
                    <a:pt x="21077" y="75"/>
                  </a:moveTo>
                  <a:cubicBezTo>
                    <a:pt x="9733" y="75"/>
                    <a:pt x="279" y="9907"/>
                    <a:pt x="279" y="21630"/>
                  </a:cubicBezTo>
                  <a:cubicBezTo>
                    <a:pt x="279" y="32596"/>
                    <a:pt x="9733" y="42050"/>
                    <a:pt x="20699" y="42050"/>
                  </a:cubicBezTo>
                  <a:cubicBezTo>
                    <a:pt x="32422" y="42050"/>
                    <a:pt x="42254" y="32596"/>
                    <a:pt x="42254" y="21630"/>
                  </a:cubicBezTo>
                  <a:cubicBezTo>
                    <a:pt x="42254" y="9907"/>
                    <a:pt x="32422" y="75"/>
                    <a:pt x="21077" y="75"/>
                  </a:cubicBezTo>
                  <a:close/>
                  <a:moveTo>
                    <a:pt x="21077" y="135834"/>
                  </a:moveTo>
                  <a:cubicBezTo>
                    <a:pt x="9733" y="135834"/>
                    <a:pt x="279" y="145666"/>
                    <a:pt x="279" y="157389"/>
                  </a:cubicBezTo>
                  <a:cubicBezTo>
                    <a:pt x="279" y="168355"/>
                    <a:pt x="9733" y="177809"/>
                    <a:pt x="20699" y="177809"/>
                  </a:cubicBezTo>
                  <a:cubicBezTo>
                    <a:pt x="32422" y="177809"/>
                    <a:pt x="42254" y="168355"/>
                    <a:pt x="42254" y="157389"/>
                  </a:cubicBezTo>
                  <a:cubicBezTo>
                    <a:pt x="42254" y="145666"/>
                    <a:pt x="32422" y="135834"/>
                    <a:pt x="21077" y="135834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50" name="Group 549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for }\,\, (0,2)&#10;$$&#10;}&#10;\end{document}" title="IguanaTex Shape Display">
            <a:extLst>
              <a:ext uri="{FF2B5EF4-FFF2-40B4-BE49-F238E27FC236}">
                <a16:creationId xmlns:a16="http://schemas.microsoft.com/office/drawing/2014/main" id="{1FAB5CAE-F68F-1EE0-39D3-4B1CB0A4098E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1891012" y="4141194"/>
            <a:ext cx="1125524" cy="294963"/>
            <a:chOff x="8409009" y="6125117"/>
            <a:chExt cx="1125524" cy="294963"/>
          </a:xfrm>
          <a:solidFill>
            <a:srgbClr val="FFC000"/>
          </a:solidFill>
        </p:grpSpPr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E71E2157-B725-2219-2B8C-336064D4A667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8409009" y="6144879"/>
              <a:ext cx="110539" cy="201460"/>
            </a:xfrm>
            <a:custGeom>
              <a:avLst/>
              <a:gdLst>
                <a:gd name="connsiteX0" fmla="*/ 88220 w 110539"/>
                <a:gd name="connsiteY0" fmla="*/ 68801 h 201460"/>
                <a:gd name="connsiteX1" fmla="*/ 50765 w 110539"/>
                <a:gd name="connsiteY1" fmla="*/ 68801 h 201460"/>
                <a:gd name="connsiteX2" fmla="*/ 50765 w 110539"/>
                <a:gd name="connsiteY2" fmla="*/ 34585 h 201460"/>
                <a:gd name="connsiteX3" fmla="*/ 68122 w 110539"/>
                <a:gd name="connsiteY3" fmla="*/ 8334 h 201460"/>
                <a:gd name="connsiteX4" fmla="*/ 84261 w 110539"/>
                <a:gd name="connsiteY4" fmla="*/ 19837 h 201460"/>
                <a:gd name="connsiteX5" fmla="*/ 97965 w 110539"/>
                <a:gd name="connsiteY5" fmla="*/ 30456 h 201460"/>
                <a:gd name="connsiteX6" fmla="*/ 110754 w 110539"/>
                <a:gd name="connsiteY6" fmla="*/ 18362 h 201460"/>
                <a:gd name="connsiteX7" fmla="*/ 79085 w 110539"/>
                <a:gd name="connsiteY7" fmla="*/ 75 h 201460"/>
                <a:gd name="connsiteX8" fmla="*/ 36148 w 110539"/>
                <a:gd name="connsiteY8" fmla="*/ 21607 h 201460"/>
                <a:gd name="connsiteX9" fmla="*/ 25490 w 110539"/>
                <a:gd name="connsiteY9" fmla="*/ 68801 h 201460"/>
                <a:gd name="connsiteX10" fmla="*/ 519 w 110539"/>
                <a:gd name="connsiteY10" fmla="*/ 68801 h 201460"/>
                <a:gd name="connsiteX11" fmla="*/ 519 w 110539"/>
                <a:gd name="connsiteY11" fmla="*/ 78240 h 201460"/>
                <a:gd name="connsiteX12" fmla="*/ 25490 w 110539"/>
                <a:gd name="connsiteY12" fmla="*/ 78240 h 201460"/>
                <a:gd name="connsiteX13" fmla="*/ 25490 w 110539"/>
                <a:gd name="connsiteY13" fmla="*/ 170859 h 201460"/>
                <a:gd name="connsiteX14" fmla="*/ 215 w 110539"/>
                <a:gd name="connsiteY14" fmla="*/ 197110 h 201460"/>
                <a:gd name="connsiteX15" fmla="*/ 215 w 110539"/>
                <a:gd name="connsiteY15" fmla="*/ 201535 h 201460"/>
                <a:gd name="connsiteX16" fmla="*/ 79389 w 110539"/>
                <a:gd name="connsiteY16" fmla="*/ 201535 h 201460"/>
                <a:gd name="connsiteX17" fmla="*/ 79389 w 110539"/>
                <a:gd name="connsiteY17" fmla="*/ 197110 h 201460"/>
                <a:gd name="connsiteX18" fmla="*/ 51069 w 110539"/>
                <a:gd name="connsiteY18" fmla="*/ 170859 h 201460"/>
                <a:gd name="connsiteX19" fmla="*/ 51069 w 110539"/>
                <a:gd name="connsiteY19" fmla="*/ 78240 h 201460"/>
                <a:gd name="connsiteX20" fmla="*/ 88220 w 110539"/>
                <a:gd name="connsiteY20" fmla="*/ 78240 h 201460"/>
                <a:gd name="connsiteX21" fmla="*/ 88220 w 110539"/>
                <a:gd name="connsiteY21" fmla="*/ 68801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0539" h="201460">
                  <a:moveTo>
                    <a:pt x="88220" y="68801"/>
                  </a:moveTo>
                  <a:lnTo>
                    <a:pt x="50765" y="68801"/>
                  </a:lnTo>
                  <a:lnTo>
                    <a:pt x="50765" y="34585"/>
                  </a:lnTo>
                  <a:cubicBezTo>
                    <a:pt x="50765" y="17478"/>
                    <a:pt x="56550" y="8334"/>
                    <a:pt x="68122" y="8334"/>
                  </a:cubicBezTo>
                  <a:cubicBezTo>
                    <a:pt x="74517" y="8334"/>
                    <a:pt x="78780" y="11283"/>
                    <a:pt x="84261" y="19837"/>
                  </a:cubicBezTo>
                  <a:cubicBezTo>
                    <a:pt x="89134" y="27506"/>
                    <a:pt x="92788" y="30456"/>
                    <a:pt x="97965" y="30456"/>
                  </a:cubicBezTo>
                  <a:cubicBezTo>
                    <a:pt x="104969" y="30456"/>
                    <a:pt x="110754" y="25147"/>
                    <a:pt x="110754" y="18362"/>
                  </a:cubicBezTo>
                  <a:cubicBezTo>
                    <a:pt x="110754" y="7744"/>
                    <a:pt x="97356" y="75"/>
                    <a:pt x="79085" y="75"/>
                  </a:cubicBezTo>
                  <a:cubicBezTo>
                    <a:pt x="60205" y="75"/>
                    <a:pt x="44065" y="8039"/>
                    <a:pt x="36148" y="21607"/>
                  </a:cubicBezTo>
                  <a:cubicBezTo>
                    <a:pt x="28230" y="34585"/>
                    <a:pt x="25794" y="45204"/>
                    <a:pt x="25490" y="68801"/>
                  </a:cubicBezTo>
                  <a:lnTo>
                    <a:pt x="519" y="68801"/>
                  </a:lnTo>
                  <a:lnTo>
                    <a:pt x="519" y="78240"/>
                  </a:lnTo>
                  <a:lnTo>
                    <a:pt x="25490" y="78240"/>
                  </a:lnTo>
                  <a:lnTo>
                    <a:pt x="25490" y="170859"/>
                  </a:lnTo>
                  <a:cubicBezTo>
                    <a:pt x="25490" y="192391"/>
                    <a:pt x="22140" y="195931"/>
                    <a:pt x="215" y="197110"/>
                  </a:cubicBezTo>
                  <a:lnTo>
                    <a:pt x="215" y="201535"/>
                  </a:lnTo>
                  <a:lnTo>
                    <a:pt x="79389" y="201535"/>
                  </a:lnTo>
                  <a:lnTo>
                    <a:pt x="79389" y="197110"/>
                  </a:lnTo>
                  <a:cubicBezTo>
                    <a:pt x="54419" y="196226"/>
                    <a:pt x="51069" y="192981"/>
                    <a:pt x="51069" y="170859"/>
                  </a:cubicBezTo>
                  <a:lnTo>
                    <a:pt x="51069" y="78240"/>
                  </a:lnTo>
                  <a:lnTo>
                    <a:pt x="88220" y="78240"/>
                  </a:lnTo>
                  <a:lnTo>
                    <a:pt x="88220" y="68801"/>
                  </a:lnTo>
                  <a:close/>
                </a:path>
              </a:pathLst>
            </a:custGeom>
            <a:grpFill/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C58B3E1F-AE69-8008-C9C9-E7F23BBD8EFB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8513533" y="6210656"/>
              <a:ext cx="134292" cy="138632"/>
            </a:xfrm>
            <a:custGeom>
              <a:avLst/>
              <a:gdLst>
                <a:gd name="connsiteX0" fmla="*/ 67516 w 134292"/>
                <a:gd name="connsiteY0" fmla="*/ 75 h 138632"/>
                <a:gd name="connsiteX1" fmla="*/ 218 w 134292"/>
                <a:gd name="connsiteY1" fmla="*/ 69096 h 138632"/>
                <a:gd name="connsiteX2" fmla="*/ 66907 w 134292"/>
                <a:gd name="connsiteY2" fmla="*/ 138708 h 138632"/>
                <a:gd name="connsiteX3" fmla="*/ 134510 w 134292"/>
                <a:gd name="connsiteY3" fmla="*/ 66737 h 138632"/>
                <a:gd name="connsiteX4" fmla="*/ 67516 w 134292"/>
                <a:gd name="connsiteY4" fmla="*/ 75 h 138632"/>
                <a:gd name="connsiteX5" fmla="*/ 63558 w 134292"/>
                <a:gd name="connsiteY5" fmla="*/ 8334 h 138632"/>
                <a:gd name="connsiteX6" fmla="*/ 107104 w 134292"/>
                <a:gd name="connsiteY6" fmla="*/ 77060 h 138632"/>
                <a:gd name="connsiteX7" fmla="*/ 70561 w 134292"/>
                <a:gd name="connsiteY7" fmla="*/ 130449 h 138632"/>
                <a:gd name="connsiteX8" fmla="*/ 41023 w 134292"/>
                <a:gd name="connsiteY8" fmla="*/ 111571 h 138632"/>
                <a:gd name="connsiteX9" fmla="*/ 27625 w 134292"/>
                <a:gd name="connsiteY9" fmla="*/ 54643 h 138632"/>
                <a:gd name="connsiteX10" fmla="*/ 63558 w 134292"/>
                <a:gd name="connsiteY10" fmla="*/ 833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292" h="138632">
                  <a:moveTo>
                    <a:pt x="67516" y="75"/>
                  </a:moveTo>
                  <a:cubicBezTo>
                    <a:pt x="27929" y="75"/>
                    <a:pt x="218" y="28391"/>
                    <a:pt x="218" y="69096"/>
                  </a:cubicBezTo>
                  <a:cubicBezTo>
                    <a:pt x="218" y="108916"/>
                    <a:pt x="28538" y="138708"/>
                    <a:pt x="66907" y="138708"/>
                  </a:cubicBezTo>
                  <a:cubicBezTo>
                    <a:pt x="105276" y="138708"/>
                    <a:pt x="134510" y="107441"/>
                    <a:pt x="134510" y="66737"/>
                  </a:cubicBezTo>
                  <a:cubicBezTo>
                    <a:pt x="134510" y="28096"/>
                    <a:pt x="106494" y="75"/>
                    <a:pt x="67516" y="75"/>
                  </a:cubicBezTo>
                  <a:close/>
                  <a:moveTo>
                    <a:pt x="63558" y="8334"/>
                  </a:moveTo>
                  <a:cubicBezTo>
                    <a:pt x="89137" y="8334"/>
                    <a:pt x="107104" y="36650"/>
                    <a:pt x="107104" y="77060"/>
                  </a:cubicBezTo>
                  <a:cubicBezTo>
                    <a:pt x="107104" y="110391"/>
                    <a:pt x="93400" y="130449"/>
                    <a:pt x="70561" y="130449"/>
                  </a:cubicBezTo>
                  <a:cubicBezTo>
                    <a:pt x="58685" y="130449"/>
                    <a:pt x="47418" y="123370"/>
                    <a:pt x="41023" y="111571"/>
                  </a:cubicBezTo>
                  <a:cubicBezTo>
                    <a:pt x="32497" y="96233"/>
                    <a:pt x="27625" y="75585"/>
                    <a:pt x="27625" y="54643"/>
                  </a:cubicBezTo>
                  <a:cubicBezTo>
                    <a:pt x="27625" y="26621"/>
                    <a:pt x="41937" y="8334"/>
                    <a:pt x="63558" y="8334"/>
                  </a:cubicBezTo>
                  <a:close/>
                </a:path>
              </a:pathLst>
            </a:custGeom>
            <a:grpFill/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4E556966-E22D-85F9-9CFF-0C2A2DA1DFDF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8659054" y="6210656"/>
              <a:ext cx="100490" cy="135683"/>
            </a:xfrm>
            <a:custGeom>
              <a:avLst/>
              <a:gdLst>
                <a:gd name="connsiteX0" fmla="*/ 832 w 100490"/>
                <a:gd name="connsiteY0" fmla="*/ 20722 h 135683"/>
                <a:gd name="connsiteX1" fmla="*/ 11490 w 100490"/>
                <a:gd name="connsiteY1" fmla="*/ 19542 h 135683"/>
                <a:gd name="connsiteX2" fmla="*/ 21844 w 100490"/>
                <a:gd name="connsiteY2" fmla="*/ 37240 h 135683"/>
                <a:gd name="connsiteX3" fmla="*/ 21844 w 100490"/>
                <a:gd name="connsiteY3" fmla="*/ 110981 h 135683"/>
                <a:gd name="connsiteX4" fmla="*/ 223 w 100490"/>
                <a:gd name="connsiteY4" fmla="*/ 131334 h 135683"/>
                <a:gd name="connsiteX5" fmla="*/ 223 w 100490"/>
                <a:gd name="connsiteY5" fmla="*/ 135758 h 135683"/>
                <a:gd name="connsiteX6" fmla="*/ 73307 w 100490"/>
                <a:gd name="connsiteY6" fmla="*/ 135758 h 135683"/>
                <a:gd name="connsiteX7" fmla="*/ 73307 w 100490"/>
                <a:gd name="connsiteY7" fmla="*/ 131334 h 135683"/>
                <a:gd name="connsiteX8" fmla="*/ 47423 w 100490"/>
                <a:gd name="connsiteY8" fmla="*/ 109211 h 135683"/>
                <a:gd name="connsiteX9" fmla="*/ 47423 w 100490"/>
                <a:gd name="connsiteY9" fmla="*/ 42844 h 135683"/>
                <a:gd name="connsiteX10" fmla="*/ 68739 w 100490"/>
                <a:gd name="connsiteY10" fmla="*/ 18657 h 135683"/>
                <a:gd name="connsiteX11" fmla="*/ 76657 w 100490"/>
                <a:gd name="connsiteY11" fmla="*/ 23082 h 135683"/>
                <a:gd name="connsiteX12" fmla="*/ 88837 w 100490"/>
                <a:gd name="connsiteY12" fmla="*/ 28981 h 135683"/>
                <a:gd name="connsiteX13" fmla="*/ 100714 w 100490"/>
                <a:gd name="connsiteY13" fmla="*/ 15708 h 135683"/>
                <a:gd name="connsiteX14" fmla="*/ 83965 w 100490"/>
                <a:gd name="connsiteY14" fmla="*/ 75 h 135683"/>
                <a:gd name="connsiteX15" fmla="*/ 47423 w 100490"/>
                <a:gd name="connsiteY15" fmla="*/ 27801 h 135683"/>
                <a:gd name="connsiteX16" fmla="*/ 47423 w 100490"/>
                <a:gd name="connsiteY16" fmla="*/ 665 h 135683"/>
                <a:gd name="connsiteX17" fmla="*/ 45901 w 100490"/>
                <a:gd name="connsiteY17" fmla="*/ 75 h 135683"/>
                <a:gd name="connsiteX18" fmla="*/ 832 w 100490"/>
                <a:gd name="connsiteY18" fmla="*/ 16003 h 135683"/>
                <a:gd name="connsiteX19" fmla="*/ 832 w 100490"/>
                <a:gd name="connsiteY19" fmla="*/ 2072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490" h="135683">
                  <a:moveTo>
                    <a:pt x="832" y="20722"/>
                  </a:moveTo>
                  <a:cubicBezTo>
                    <a:pt x="5095" y="19837"/>
                    <a:pt x="7836" y="19542"/>
                    <a:pt x="11490" y="19542"/>
                  </a:cubicBezTo>
                  <a:cubicBezTo>
                    <a:pt x="19103" y="19542"/>
                    <a:pt x="21844" y="24262"/>
                    <a:pt x="21844" y="37240"/>
                  </a:cubicBezTo>
                  <a:lnTo>
                    <a:pt x="21844" y="110981"/>
                  </a:lnTo>
                  <a:cubicBezTo>
                    <a:pt x="21844" y="125729"/>
                    <a:pt x="19712" y="127794"/>
                    <a:pt x="223" y="131334"/>
                  </a:cubicBezTo>
                  <a:lnTo>
                    <a:pt x="223" y="135758"/>
                  </a:lnTo>
                  <a:lnTo>
                    <a:pt x="73307" y="135758"/>
                  </a:lnTo>
                  <a:lnTo>
                    <a:pt x="73307" y="131334"/>
                  </a:lnTo>
                  <a:cubicBezTo>
                    <a:pt x="52600" y="130449"/>
                    <a:pt x="47423" y="126024"/>
                    <a:pt x="47423" y="109211"/>
                  </a:cubicBezTo>
                  <a:lnTo>
                    <a:pt x="47423" y="42844"/>
                  </a:lnTo>
                  <a:cubicBezTo>
                    <a:pt x="47423" y="33406"/>
                    <a:pt x="60517" y="18657"/>
                    <a:pt x="68739" y="18657"/>
                  </a:cubicBezTo>
                  <a:cubicBezTo>
                    <a:pt x="70566" y="18657"/>
                    <a:pt x="73307" y="20132"/>
                    <a:pt x="76657" y="23082"/>
                  </a:cubicBezTo>
                  <a:cubicBezTo>
                    <a:pt x="81529" y="27211"/>
                    <a:pt x="84879" y="28981"/>
                    <a:pt x="88837" y="28981"/>
                  </a:cubicBezTo>
                  <a:cubicBezTo>
                    <a:pt x="96146" y="28981"/>
                    <a:pt x="100714" y="23967"/>
                    <a:pt x="100714" y="15708"/>
                  </a:cubicBezTo>
                  <a:cubicBezTo>
                    <a:pt x="100714" y="5974"/>
                    <a:pt x="94319" y="75"/>
                    <a:pt x="83965" y="75"/>
                  </a:cubicBezTo>
                  <a:cubicBezTo>
                    <a:pt x="71175" y="75"/>
                    <a:pt x="62344" y="6859"/>
                    <a:pt x="47423" y="27801"/>
                  </a:cubicBezTo>
                  <a:lnTo>
                    <a:pt x="47423" y="665"/>
                  </a:lnTo>
                  <a:lnTo>
                    <a:pt x="45901" y="75"/>
                  </a:lnTo>
                  <a:cubicBezTo>
                    <a:pt x="29761" y="6564"/>
                    <a:pt x="18799" y="10398"/>
                    <a:pt x="832" y="16003"/>
                  </a:cubicBezTo>
                  <a:lnTo>
                    <a:pt x="832" y="20722"/>
                  </a:lnTo>
                  <a:close/>
                </a:path>
              </a:pathLst>
            </a:custGeom>
            <a:grpFill/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7136FF6F-2C98-82AF-DAEC-3E81AC6724F3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8933799" y="6125117"/>
              <a:ext cx="70647" cy="294963"/>
            </a:xfrm>
            <a:custGeom>
              <a:avLst/>
              <a:gdLst>
                <a:gd name="connsiteX0" fmla="*/ 70879 w 70647"/>
                <a:gd name="connsiteY0" fmla="*/ 292089 h 294963"/>
                <a:gd name="connsiteX1" fmla="*/ 65702 w 70647"/>
                <a:gd name="connsiteY1" fmla="*/ 285600 h 294963"/>
                <a:gd name="connsiteX2" fmla="*/ 17893 w 70647"/>
                <a:gd name="connsiteY2" fmla="*/ 147557 h 294963"/>
                <a:gd name="connsiteX3" fmla="*/ 66920 w 70647"/>
                <a:gd name="connsiteY3" fmla="*/ 8039 h 294963"/>
                <a:gd name="connsiteX4" fmla="*/ 70879 w 70647"/>
                <a:gd name="connsiteY4" fmla="*/ 3024 h 294963"/>
                <a:gd name="connsiteX5" fmla="*/ 67834 w 70647"/>
                <a:gd name="connsiteY5" fmla="*/ 75 h 294963"/>
                <a:gd name="connsiteX6" fmla="*/ 19416 w 70647"/>
                <a:gd name="connsiteY6" fmla="*/ 57593 h 294963"/>
                <a:gd name="connsiteX7" fmla="*/ 231 w 70647"/>
                <a:gd name="connsiteY7" fmla="*/ 147557 h 294963"/>
                <a:gd name="connsiteX8" fmla="*/ 20329 w 70647"/>
                <a:gd name="connsiteY8" fmla="*/ 239585 h 294963"/>
                <a:gd name="connsiteX9" fmla="*/ 67834 w 70647"/>
                <a:gd name="connsiteY9" fmla="*/ 295038 h 294963"/>
                <a:gd name="connsiteX10" fmla="*/ 70879 w 70647"/>
                <a:gd name="connsiteY10" fmla="*/ 292089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647" h="294963">
                  <a:moveTo>
                    <a:pt x="70879" y="292089"/>
                  </a:moveTo>
                  <a:cubicBezTo>
                    <a:pt x="70879" y="291204"/>
                    <a:pt x="70879" y="290614"/>
                    <a:pt x="65702" y="285600"/>
                  </a:cubicBezTo>
                  <a:cubicBezTo>
                    <a:pt x="27638" y="248434"/>
                    <a:pt x="17893" y="192686"/>
                    <a:pt x="17893" y="147557"/>
                  </a:cubicBezTo>
                  <a:cubicBezTo>
                    <a:pt x="17893" y="96233"/>
                    <a:pt x="29465" y="44909"/>
                    <a:pt x="66920" y="8039"/>
                  </a:cubicBezTo>
                  <a:cubicBezTo>
                    <a:pt x="70879" y="4499"/>
                    <a:pt x="70879" y="3909"/>
                    <a:pt x="70879" y="3024"/>
                  </a:cubicBezTo>
                  <a:cubicBezTo>
                    <a:pt x="70879" y="960"/>
                    <a:pt x="69661" y="75"/>
                    <a:pt x="67834" y="75"/>
                  </a:cubicBezTo>
                  <a:cubicBezTo>
                    <a:pt x="64789" y="75"/>
                    <a:pt x="37382" y="20132"/>
                    <a:pt x="19416" y="57593"/>
                  </a:cubicBezTo>
                  <a:cubicBezTo>
                    <a:pt x="3885" y="90039"/>
                    <a:pt x="231" y="122780"/>
                    <a:pt x="231" y="147557"/>
                  </a:cubicBezTo>
                  <a:cubicBezTo>
                    <a:pt x="231" y="170564"/>
                    <a:pt x="3581" y="206254"/>
                    <a:pt x="20329" y="239585"/>
                  </a:cubicBezTo>
                  <a:cubicBezTo>
                    <a:pt x="38600" y="275866"/>
                    <a:pt x="64789" y="295038"/>
                    <a:pt x="67834" y="295038"/>
                  </a:cubicBezTo>
                  <a:cubicBezTo>
                    <a:pt x="69661" y="295038"/>
                    <a:pt x="70879" y="294153"/>
                    <a:pt x="70879" y="292089"/>
                  </a:cubicBezTo>
                  <a:close/>
                </a:path>
              </a:pathLst>
            </a:custGeom>
            <a:grpFill/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D33F614-E3A1-33FD-0258-17CA476C521F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9029552" y="6146944"/>
              <a:ext cx="137641" cy="203524"/>
            </a:xfrm>
            <a:custGeom>
              <a:avLst/>
              <a:gdLst>
                <a:gd name="connsiteX0" fmla="*/ 70274 w 137641"/>
                <a:gd name="connsiteY0" fmla="*/ 75 h 203524"/>
                <a:gd name="connsiteX1" fmla="*/ 29469 w 137641"/>
                <a:gd name="connsiteY1" fmla="*/ 15413 h 203524"/>
                <a:gd name="connsiteX2" fmla="*/ 235 w 137641"/>
                <a:gd name="connsiteY2" fmla="*/ 100362 h 203524"/>
                <a:gd name="connsiteX3" fmla="*/ 24596 w 137641"/>
                <a:gd name="connsiteY3" fmla="*/ 183542 h 203524"/>
                <a:gd name="connsiteX4" fmla="*/ 69056 w 137641"/>
                <a:gd name="connsiteY4" fmla="*/ 203600 h 203524"/>
                <a:gd name="connsiteX5" fmla="*/ 108643 w 137641"/>
                <a:gd name="connsiteY5" fmla="*/ 188262 h 203524"/>
                <a:gd name="connsiteX6" fmla="*/ 137877 w 137641"/>
                <a:gd name="connsiteY6" fmla="*/ 102132 h 203524"/>
                <a:gd name="connsiteX7" fmla="*/ 70274 w 137641"/>
                <a:gd name="connsiteY7" fmla="*/ 75 h 203524"/>
                <a:gd name="connsiteX8" fmla="*/ 69360 w 137641"/>
                <a:gd name="connsiteY8" fmla="*/ 7744 h 203524"/>
                <a:gd name="connsiteX9" fmla="*/ 108643 w 137641"/>
                <a:gd name="connsiteY9" fmla="*/ 102722 h 203524"/>
                <a:gd name="connsiteX10" fmla="*/ 69056 w 137641"/>
                <a:gd name="connsiteY10" fmla="*/ 195931 h 203524"/>
                <a:gd name="connsiteX11" fmla="*/ 29469 w 137641"/>
                <a:gd name="connsiteY11" fmla="*/ 103017 h 203524"/>
                <a:gd name="connsiteX12" fmla="*/ 69360 w 137641"/>
                <a:gd name="connsiteY12" fmla="*/ 774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641" h="203524">
                  <a:moveTo>
                    <a:pt x="70274" y="75"/>
                  </a:moveTo>
                  <a:cubicBezTo>
                    <a:pt x="53525" y="75"/>
                    <a:pt x="40736" y="5089"/>
                    <a:pt x="29469" y="15413"/>
                  </a:cubicBezTo>
                  <a:cubicBezTo>
                    <a:pt x="11807" y="31931"/>
                    <a:pt x="235" y="65852"/>
                    <a:pt x="235" y="100362"/>
                  </a:cubicBezTo>
                  <a:cubicBezTo>
                    <a:pt x="235" y="132513"/>
                    <a:pt x="10284" y="167024"/>
                    <a:pt x="24596" y="183542"/>
                  </a:cubicBezTo>
                  <a:cubicBezTo>
                    <a:pt x="35863" y="196521"/>
                    <a:pt x="51394" y="203600"/>
                    <a:pt x="69056" y="203600"/>
                  </a:cubicBezTo>
                  <a:cubicBezTo>
                    <a:pt x="84586" y="203600"/>
                    <a:pt x="97680" y="198585"/>
                    <a:pt x="108643" y="188262"/>
                  </a:cubicBezTo>
                  <a:cubicBezTo>
                    <a:pt x="126305" y="172039"/>
                    <a:pt x="137877" y="137823"/>
                    <a:pt x="137877" y="102132"/>
                  </a:cubicBezTo>
                  <a:cubicBezTo>
                    <a:pt x="137877" y="41665"/>
                    <a:pt x="110166" y="75"/>
                    <a:pt x="70274" y="75"/>
                  </a:cubicBezTo>
                  <a:close/>
                  <a:moveTo>
                    <a:pt x="69360" y="7744"/>
                  </a:moveTo>
                  <a:cubicBezTo>
                    <a:pt x="94940" y="7744"/>
                    <a:pt x="108643" y="41075"/>
                    <a:pt x="108643" y="102722"/>
                  </a:cubicBezTo>
                  <a:cubicBezTo>
                    <a:pt x="108643" y="164369"/>
                    <a:pt x="95244" y="195931"/>
                    <a:pt x="69056" y="195931"/>
                  </a:cubicBezTo>
                  <a:cubicBezTo>
                    <a:pt x="42867" y="195931"/>
                    <a:pt x="29469" y="164369"/>
                    <a:pt x="29469" y="103017"/>
                  </a:cubicBezTo>
                  <a:cubicBezTo>
                    <a:pt x="29469" y="40485"/>
                    <a:pt x="43172" y="7744"/>
                    <a:pt x="69360" y="7744"/>
                  </a:cubicBezTo>
                  <a:close/>
                </a:path>
              </a:pathLst>
            </a:custGeom>
            <a:grpFill/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061DFFD6-0699-EF8C-447F-5C8B654C2F02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9201262" y="6315073"/>
              <a:ext cx="35628" cy="88194"/>
            </a:xfrm>
            <a:custGeom>
              <a:avLst/>
              <a:gdLst>
                <a:gd name="connsiteX0" fmla="*/ 35868 w 35628"/>
                <a:gd name="connsiteY0" fmla="*/ 31046 h 88194"/>
                <a:gd name="connsiteX1" fmla="*/ 16379 w 35628"/>
                <a:gd name="connsiteY1" fmla="*/ 75 h 88194"/>
                <a:gd name="connsiteX2" fmla="*/ 240 w 35628"/>
                <a:gd name="connsiteY2" fmla="*/ 15708 h 88194"/>
                <a:gd name="connsiteX3" fmla="*/ 16379 w 35628"/>
                <a:gd name="connsiteY3" fmla="*/ 31341 h 88194"/>
                <a:gd name="connsiteX4" fmla="*/ 27037 w 35628"/>
                <a:gd name="connsiteY4" fmla="*/ 27506 h 88194"/>
                <a:gd name="connsiteX5" fmla="*/ 28560 w 35628"/>
                <a:gd name="connsiteY5" fmla="*/ 26621 h 88194"/>
                <a:gd name="connsiteX6" fmla="*/ 29169 w 35628"/>
                <a:gd name="connsiteY6" fmla="*/ 31046 h 88194"/>
                <a:gd name="connsiteX7" fmla="*/ 8462 w 35628"/>
                <a:gd name="connsiteY7" fmla="*/ 80305 h 88194"/>
                <a:gd name="connsiteX8" fmla="*/ 5112 w 35628"/>
                <a:gd name="connsiteY8" fmla="*/ 85024 h 88194"/>
                <a:gd name="connsiteX9" fmla="*/ 8157 w 35628"/>
                <a:gd name="connsiteY9" fmla="*/ 88269 h 88194"/>
                <a:gd name="connsiteX10" fmla="*/ 35868 w 35628"/>
                <a:gd name="connsiteY10" fmla="*/ 3104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628" h="88194">
                  <a:moveTo>
                    <a:pt x="35868" y="31046"/>
                  </a:moveTo>
                  <a:cubicBezTo>
                    <a:pt x="35868" y="11578"/>
                    <a:pt x="28255" y="75"/>
                    <a:pt x="16379" y="75"/>
                  </a:cubicBezTo>
                  <a:cubicBezTo>
                    <a:pt x="6330" y="75"/>
                    <a:pt x="240" y="7449"/>
                    <a:pt x="240" y="15708"/>
                  </a:cubicBezTo>
                  <a:cubicBezTo>
                    <a:pt x="240" y="23672"/>
                    <a:pt x="6330" y="31341"/>
                    <a:pt x="16379" y="31341"/>
                  </a:cubicBezTo>
                  <a:cubicBezTo>
                    <a:pt x="20033" y="31341"/>
                    <a:pt x="23992" y="30161"/>
                    <a:pt x="27037" y="27506"/>
                  </a:cubicBezTo>
                  <a:cubicBezTo>
                    <a:pt x="27951" y="26916"/>
                    <a:pt x="28255" y="26621"/>
                    <a:pt x="28560" y="26621"/>
                  </a:cubicBezTo>
                  <a:cubicBezTo>
                    <a:pt x="28864" y="26621"/>
                    <a:pt x="29169" y="26916"/>
                    <a:pt x="29169" y="31046"/>
                  </a:cubicBezTo>
                  <a:cubicBezTo>
                    <a:pt x="29169" y="52873"/>
                    <a:pt x="18511" y="70571"/>
                    <a:pt x="8462" y="80305"/>
                  </a:cubicBezTo>
                  <a:cubicBezTo>
                    <a:pt x="5112" y="83549"/>
                    <a:pt x="5112" y="84139"/>
                    <a:pt x="5112" y="85024"/>
                  </a:cubicBezTo>
                  <a:cubicBezTo>
                    <a:pt x="5112" y="87089"/>
                    <a:pt x="6635" y="88269"/>
                    <a:pt x="8157" y="88269"/>
                  </a:cubicBezTo>
                  <a:cubicBezTo>
                    <a:pt x="11507" y="88269"/>
                    <a:pt x="35868" y="65557"/>
                    <a:pt x="35868" y="31046"/>
                  </a:cubicBezTo>
                  <a:close/>
                </a:path>
              </a:pathLst>
            </a:custGeom>
            <a:grpFill/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8B595041-756F-E230-9A01-E7C225236D94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9302834" y="6146944"/>
              <a:ext cx="135510" cy="199395"/>
            </a:xfrm>
            <a:custGeom>
              <a:avLst/>
              <a:gdLst>
                <a:gd name="connsiteX0" fmla="*/ 135754 w 135510"/>
                <a:gd name="connsiteY0" fmla="*/ 159060 h 199395"/>
                <a:gd name="connsiteX1" fmla="*/ 131795 w 135510"/>
                <a:gd name="connsiteY1" fmla="*/ 157585 h 199395"/>
                <a:gd name="connsiteX2" fmla="*/ 102866 w 135510"/>
                <a:gd name="connsiteY2" fmla="*/ 177053 h 199395"/>
                <a:gd name="connsiteX3" fmla="*/ 30086 w 135510"/>
                <a:gd name="connsiteY3" fmla="*/ 177053 h 199395"/>
                <a:gd name="connsiteX4" fmla="*/ 81245 w 135510"/>
                <a:gd name="connsiteY4" fmla="*/ 125139 h 199395"/>
                <a:gd name="connsiteX5" fmla="*/ 120223 w 135510"/>
                <a:gd name="connsiteY5" fmla="*/ 52283 h 199395"/>
                <a:gd name="connsiteX6" fmla="*/ 63888 w 135510"/>
                <a:gd name="connsiteY6" fmla="*/ 75 h 199395"/>
                <a:gd name="connsiteX7" fmla="*/ 20037 w 135510"/>
                <a:gd name="connsiteY7" fmla="*/ 18362 h 199395"/>
                <a:gd name="connsiteX8" fmla="*/ 548 w 135510"/>
                <a:gd name="connsiteY8" fmla="*/ 58773 h 199395"/>
                <a:gd name="connsiteX9" fmla="*/ 6943 w 135510"/>
                <a:gd name="connsiteY9" fmla="*/ 60247 h 199395"/>
                <a:gd name="connsiteX10" fmla="*/ 51098 w 135510"/>
                <a:gd name="connsiteY10" fmla="*/ 21902 h 199395"/>
                <a:gd name="connsiteX11" fmla="*/ 94035 w 135510"/>
                <a:gd name="connsiteY11" fmla="*/ 63492 h 199395"/>
                <a:gd name="connsiteX12" fmla="*/ 54448 w 135510"/>
                <a:gd name="connsiteY12" fmla="*/ 140182 h 199395"/>
                <a:gd name="connsiteX13" fmla="*/ 244 w 135510"/>
                <a:gd name="connsiteY13" fmla="*/ 195931 h 199395"/>
                <a:gd name="connsiteX14" fmla="*/ 244 w 135510"/>
                <a:gd name="connsiteY14" fmla="*/ 199470 h 199395"/>
                <a:gd name="connsiteX15" fmla="*/ 119005 w 135510"/>
                <a:gd name="connsiteY15" fmla="*/ 199470 h 199395"/>
                <a:gd name="connsiteX16" fmla="*/ 135754 w 135510"/>
                <a:gd name="connsiteY16" fmla="*/ 159060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5510" h="199395">
                  <a:moveTo>
                    <a:pt x="135754" y="159060"/>
                  </a:moveTo>
                  <a:lnTo>
                    <a:pt x="131795" y="157585"/>
                  </a:lnTo>
                  <a:cubicBezTo>
                    <a:pt x="120528" y="174398"/>
                    <a:pt x="116569" y="177053"/>
                    <a:pt x="102866" y="177053"/>
                  </a:cubicBezTo>
                  <a:lnTo>
                    <a:pt x="30086" y="177053"/>
                  </a:lnTo>
                  <a:lnTo>
                    <a:pt x="81245" y="125139"/>
                  </a:lnTo>
                  <a:cubicBezTo>
                    <a:pt x="108347" y="97708"/>
                    <a:pt x="120223" y="75290"/>
                    <a:pt x="120223" y="52283"/>
                  </a:cubicBezTo>
                  <a:cubicBezTo>
                    <a:pt x="120223" y="22787"/>
                    <a:pt x="95558" y="75"/>
                    <a:pt x="63888" y="75"/>
                  </a:cubicBezTo>
                  <a:cubicBezTo>
                    <a:pt x="47139" y="75"/>
                    <a:pt x="31304" y="6564"/>
                    <a:pt x="20037" y="18362"/>
                  </a:cubicBezTo>
                  <a:cubicBezTo>
                    <a:pt x="10293" y="28391"/>
                    <a:pt x="5725" y="37830"/>
                    <a:pt x="548" y="58773"/>
                  </a:cubicBezTo>
                  <a:lnTo>
                    <a:pt x="6943" y="60247"/>
                  </a:lnTo>
                  <a:cubicBezTo>
                    <a:pt x="19124" y="31341"/>
                    <a:pt x="30086" y="21902"/>
                    <a:pt x="51098" y="21902"/>
                  </a:cubicBezTo>
                  <a:cubicBezTo>
                    <a:pt x="76678" y="21902"/>
                    <a:pt x="94035" y="38715"/>
                    <a:pt x="94035" y="63492"/>
                  </a:cubicBezTo>
                  <a:cubicBezTo>
                    <a:pt x="94035" y="86499"/>
                    <a:pt x="80027" y="113931"/>
                    <a:pt x="54448" y="140182"/>
                  </a:cubicBezTo>
                  <a:lnTo>
                    <a:pt x="244" y="195931"/>
                  </a:lnTo>
                  <a:lnTo>
                    <a:pt x="244" y="199470"/>
                  </a:lnTo>
                  <a:lnTo>
                    <a:pt x="119005" y="199470"/>
                  </a:lnTo>
                  <a:lnTo>
                    <a:pt x="135754" y="159060"/>
                  </a:lnTo>
                  <a:close/>
                </a:path>
              </a:pathLst>
            </a:custGeom>
            <a:grpFill/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DE3738FC-5C01-67C0-3C92-00F61F71A02E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9463886" y="6125117"/>
              <a:ext cx="70647" cy="294963"/>
            </a:xfrm>
            <a:custGeom>
              <a:avLst/>
              <a:gdLst>
                <a:gd name="connsiteX0" fmla="*/ 70897 w 70647"/>
                <a:gd name="connsiteY0" fmla="*/ 147557 h 294963"/>
                <a:gd name="connsiteX1" fmla="*/ 50799 w 70647"/>
                <a:gd name="connsiteY1" fmla="*/ 55528 h 294963"/>
                <a:gd name="connsiteX2" fmla="*/ 3294 w 70647"/>
                <a:gd name="connsiteY2" fmla="*/ 75 h 294963"/>
                <a:gd name="connsiteX3" fmla="*/ 249 w 70647"/>
                <a:gd name="connsiteY3" fmla="*/ 3024 h 294963"/>
                <a:gd name="connsiteX4" fmla="*/ 6035 w 70647"/>
                <a:gd name="connsiteY4" fmla="*/ 9809 h 294963"/>
                <a:gd name="connsiteX5" fmla="*/ 53235 w 70647"/>
                <a:gd name="connsiteY5" fmla="*/ 147557 h 294963"/>
                <a:gd name="connsiteX6" fmla="*/ 4207 w 70647"/>
                <a:gd name="connsiteY6" fmla="*/ 287074 h 294963"/>
                <a:gd name="connsiteX7" fmla="*/ 249 w 70647"/>
                <a:gd name="connsiteY7" fmla="*/ 292089 h 294963"/>
                <a:gd name="connsiteX8" fmla="*/ 3294 w 70647"/>
                <a:gd name="connsiteY8" fmla="*/ 295038 h 294963"/>
                <a:gd name="connsiteX9" fmla="*/ 51712 w 70647"/>
                <a:gd name="connsiteY9" fmla="*/ 237520 h 294963"/>
                <a:gd name="connsiteX10" fmla="*/ 70897 w 70647"/>
                <a:gd name="connsiteY10" fmla="*/ 147557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647" h="294963">
                  <a:moveTo>
                    <a:pt x="70897" y="147557"/>
                  </a:moveTo>
                  <a:cubicBezTo>
                    <a:pt x="70897" y="124549"/>
                    <a:pt x="67547" y="88859"/>
                    <a:pt x="50799" y="55528"/>
                  </a:cubicBezTo>
                  <a:cubicBezTo>
                    <a:pt x="32527" y="19247"/>
                    <a:pt x="6339" y="75"/>
                    <a:pt x="3294" y="75"/>
                  </a:cubicBezTo>
                  <a:cubicBezTo>
                    <a:pt x="1467" y="75"/>
                    <a:pt x="249" y="1255"/>
                    <a:pt x="249" y="3024"/>
                  </a:cubicBezTo>
                  <a:cubicBezTo>
                    <a:pt x="249" y="3909"/>
                    <a:pt x="249" y="4499"/>
                    <a:pt x="6035" y="9809"/>
                  </a:cubicBezTo>
                  <a:cubicBezTo>
                    <a:pt x="35877" y="39010"/>
                    <a:pt x="53235" y="85909"/>
                    <a:pt x="53235" y="147557"/>
                  </a:cubicBezTo>
                  <a:cubicBezTo>
                    <a:pt x="53235" y="197995"/>
                    <a:pt x="41968" y="249909"/>
                    <a:pt x="4207" y="287074"/>
                  </a:cubicBezTo>
                  <a:cubicBezTo>
                    <a:pt x="249" y="290614"/>
                    <a:pt x="249" y="291204"/>
                    <a:pt x="249" y="292089"/>
                  </a:cubicBezTo>
                  <a:cubicBezTo>
                    <a:pt x="249" y="293859"/>
                    <a:pt x="1467" y="295038"/>
                    <a:pt x="3294" y="295038"/>
                  </a:cubicBezTo>
                  <a:cubicBezTo>
                    <a:pt x="6339" y="295038"/>
                    <a:pt x="33746" y="274981"/>
                    <a:pt x="51712" y="237520"/>
                  </a:cubicBezTo>
                  <a:cubicBezTo>
                    <a:pt x="67242" y="205074"/>
                    <a:pt x="70897" y="172333"/>
                    <a:pt x="70897" y="147557"/>
                  </a:cubicBezTo>
                  <a:close/>
                </a:path>
              </a:pathLst>
            </a:custGeom>
            <a:grpFill/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598" name="Group 597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for }\,\, (1,3)&#10;$$&#10;}&#10;\end{document}" title="IguanaTex Shape Display">
            <a:extLst>
              <a:ext uri="{FF2B5EF4-FFF2-40B4-BE49-F238E27FC236}">
                <a16:creationId xmlns:a16="http://schemas.microsoft.com/office/drawing/2014/main" id="{1146BA25-56BA-A780-A4D9-3F707A82F927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1892300" y="4775200"/>
            <a:ext cx="1125524" cy="294963"/>
            <a:chOff x="8483705" y="6771811"/>
            <a:chExt cx="1125524" cy="294963"/>
          </a:xfrm>
        </p:grpSpPr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D10E4335-7259-4970-1B75-231BF97BB457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483705" y="6791573"/>
              <a:ext cx="110539" cy="201460"/>
            </a:xfrm>
            <a:custGeom>
              <a:avLst/>
              <a:gdLst>
                <a:gd name="connsiteX0" fmla="*/ 88220 w 110539"/>
                <a:gd name="connsiteY0" fmla="*/ 68801 h 201460"/>
                <a:gd name="connsiteX1" fmla="*/ 50765 w 110539"/>
                <a:gd name="connsiteY1" fmla="*/ 68801 h 201460"/>
                <a:gd name="connsiteX2" fmla="*/ 50765 w 110539"/>
                <a:gd name="connsiteY2" fmla="*/ 34585 h 201460"/>
                <a:gd name="connsiteX3" fmla="*/ 68122 w 110539"/>
                <a:gd name="connsiteY3" fmla="*/ 8334 h 201460"/>
                <a:gd name="connsiteX4" fmla="*/ 84261 w 110539"/>
                <a:gd name="connsiteY4" fmla="*/ 19837 h 201460"/>
                <a:gd name="connsiteX5" fmla="*/ 97965 w 110539"/>
                <a:gd name="connsiteY5" fmla="*/ 30456 h 201460"/>
                <a:gd name="connsiteX6" fmla="*/ 110754 w 110539"/>
                <a:gd name="connsiteY6" fmla="*/ 18362 h 201460"/>
                <a:gd name="connsiteX7" fmla="*/ 79085 w 110539"/>
                <a:gd name="connsiteY7" fmla="*/ 75 h 201460"/>
                <a:gd name="connsiteX8" fmla="*/ 36148 w 110539"/>
                <a:gd name="connsiteY8" fmla="*/ 21607 h 201460"/>
                <a:gd name="connsiteX9" fmla="*/ 25490 w 110539"/>
                <a:gd name="connsiteY9" fmla="*/ 68801 h 201460"/>
                <a:gd name="connsiteX10" fmla="*/ 519 w 110539"/>
                <a:gd name="connsiteY10" fmla="*/ 68801 h 201460"/>
                <a:gd name="connsiteX11" fmla="*/ 519 w 110539"/>
                <a:gd name="connsiteY11" fmla="*/ 78240 h 201460"/>
                <a:gd name="connsiteX12" fmla="*/ 25490 w 110539"/>
                <a:gd name="connsiteY12" fmla="*/ 78240 h 201460"/>
                <a:gd name="connsiteX13" fmla="*/ 25490 w 110539"/>
                <a:gd name="connsiteY13" fmla="*/ 170859 h 201460"/>
                <a:gd name="connsiteX14" fmla="*/ 215 w 110539"/>
                <a:gd name="connsiteY14" fmla="*/ 197110 h 201460"/>
                <a:gd name="connsiteX15" fmla="*/ 215 w 110539"/>
                <a:gd name="connsiteY15" fmla="*/ 201535 h 201460"/>
                <a:gd name="connsiteX16" fmla="*/ 79389 w 110539"/>
                <a:gd name="connsiteY16" fmla="*/ 201535 h 201460"/>
                <a:gd name="connsiteX17" fmla="*/ 79389 w 110539"/>
                <a:gd name="connsiteY17" fmla="*/ 197110 h 201460"/>
                <a:gd name="connsiteX18" fmla="*/ 51069 w 110539"/>
                <a:gd name="connsiteY18" fmla="*/ 170859 h 201460"/>
                <a:gd name="connsiteX19" fmla="*/ 51069 w 110539"/>
                <a:gd name="connsiteY19" fmla="*/ 78240 h 201460"/>
                <a:gd name="connsiteX20" fmla="*/ 88220 w 110539"/>
                <a:gd name="connsiteY20" fmla="*/ 78240 h 201460"/>
                <a:gd name="connsiteX21" fmla="*/ 88220 w 110539"/>
                <a:gd name="connsiteY21" fmla="*/ 68801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0539" h="201460">
                  <a:moveTo>
                    <a:pt x="88220" y="68801"/>
                  </a:moveTo>
                  <a:lnTo>
                    <a:pt x="50765" y="68801"/>
                  </a:lnTo>
                  <a:lnTo>
                    <a:pt x="50765" y="34585"/>
                  </a:lnTo>
                  <a:cubicBezTo>
                    <a:pt x="50765" y="17478"/>
                    <a:pt x="56550" y="8334"/>
                    <a:pt x="68122" y="8334"/>
                  </a:cubicBezTo>
                  <a:cubicBezTo>
                    <a:pt x="74517" y="8334"/>
                    <a:pt x="78780" y="11283"/>
                    <a:pt x="84261" y="19837"/>
                  </a:cubicBezTo>
                  <a:cubicBezTo>
                    <a:pt x="89134" y="27506"/>
                    <a:pt x="92788" y="30456"/>
                    <a:pt x="97965" y="30456"/>
                  </a:cubicBezTo>
                  <a:cubicBezTo>
                    <a:pt x="104969" y="30456"/>
                    <a:pt x="110754" y="25147"/>
                    <a:pt x="110754" y="18362"/>
                  </a:cubicBezTo>
                  <a:cubicBezTo>
                    <a:pt x="110754" y="7744"/>
                    <a:pt x="97356" y="75"/>
                    <a:pt x="79085" y="75"/>
                  </a:cubicBezTo>
                  <a:cubicBezTo>
                    <a:pt x="60205" y="75"/>
                    <a:pt x="44065" y="8039"/>
                    <a:pt x="36148" y="21607"/>
                  </a:cubicBezTo>
                  <a:cubicBezTo>
                    <a:pt x="28230" y="34585"/>
                    <a:pt x="25794" y="45204"/>
                    <a:pt x="25490" y="68801"/>
                  </a:cubicBezTo>
                  <a:lnTo>
                    <a:pt x="519" y="68801"/>
                  </a:lnTo>
                  <a:lnTo>
                    <a:pt x="519" y="78240"/>
                  </a:lnTo>
                  <a:lnTo>
                    <a:pt x="25490" y="78240"/>
                  </a:lnTo>
                  <a:lnTo>
                    <a:pt x="25490" y="170859"/>
                  </a:lnTo>
                  <a:cubicBezTo>
                    <a:pt x="25490" y="192391"/>
                    <a:pt x="22140" y="195931"/>
                    <a:pt x="215" y="197110"/>
                  </a:cubicBezTo>
                  <a:lnTo>
                    <a:pt x="215" y="201535"/>
                  </a:lnTo>
                  <a:lnTo>
                    <a:pt x="79389" y="201535"/>
                  </a:lnTo>
                  <a:lnTo>
                    <a:pt x="79389" y="197110"/>
                  </a:lnTo>
                  <a:cubicBezTo>
                    <a:pt x="54419" y="196226"/>
                    <a:pt x="51069" y="192981"/>
                    <a:pt x="51069" y="170859"/>
                  </a:cubicBezTo>
                  <a:lnTo>
                    <a:pt x="51069" y="78240"/>
                  </a:lnTo>
                  <a:lnTo>
                    <a:pt x="88220" y="78240"/>
                  </a:lnTo>
                  <a:lnTo>
                    <a:pt x="88220" y="68801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F13EA25D-7F39-9524-D921-AC0DC0E694F0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8588229" y="6857350"/>
              <a:ext cx="134292" cy="138632"/>
            </a:xfrm>
            <a:custGeom>
              <a:avLst/>
              <a:gdLst>
                <a:gd name="connsiteX0" fmla="*/ 67516 w 134292"/>
                <a:gd name="connsiteY0" fmla="*/ 75 h 138632"/>
                <a:gd name="connsiteX1" fmla="*/ 218 w 134292"/>
                <a:gd name="connsiteY1" fmla="*/ 69096 h 138632"/>
                <a:gd name="connsiteX2" fmla="*/ 66907 w 134292"/>
                <a:gd name="connsiteY2" fmla="*/ 138708 h 138632"/>
                <a:gd name="connsiteX3" fmla="*/ 134510 w 134292"/>
                <a:gd name="connsiteY3" fmla="*/ 66737 h 138632"/>
                <a:gd name="connsiteX4" fmla="*/ 67516 w 134292"/>
                <a:gd name="connsiteY4" fmla="*/ 75 h 138632"/>
                <a:gd name="connsiteX5" fmla="*/ 63558 w 134292"/>
                <a:gd name="connsiteY5" fmla="*/ 8334 h 138632"/>
                <a:gd name="connsiteX6" fmla="*/ 107104 w 134292"/>
                <a:gd name="connsiteY6" fmla="*/ 77060 h 138632"/>
                <a:gd name="connsiteX7" fmla="*/ 70561 w 134292"/>
                <a:gd name="connsiteY7" fmla="*/ 130449 h 138632"/>
                <a:gd name="connsiteX8" fmla="*/ 41023 w 134292"/>
                <a:gd name="connsiteY8" fmla="*/ 111571 h 138632"/>
                <a:gd name="connsiteX9" fmla="*/ 27625 w 134292"/>
                <a:gd name="connsiteY9" fmla="*/ 54643 h 138632"/>
                <a:gd name="connsiteX10" fmla="*/ 63558 w 134292"/>
                <a:gd name="connsiteY10" fmla="*/ 833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292" h="138632">
                  <a:moveTo>
                    <a:pt x="67516" y="75"/>
                  </a:moveTo>
                  <a:cubicBezTo>
                    <a:pt x="27929" y="75"/>
                    <a:pt x="218" y="28391"/>
                    <a:pt x="218" y="69096"/>
                  </a:cubicBezTo>
                  <a:cubicBezTo>
                    <a:pt x="218" y="108916"/>
                    <a:pt x="28538" y="138708"/>
                    <a:pt x="66907" y="138708"/>
                  </a:cubicBezTo>
                  <a:cubicBezTo>
                    <a:pt x="105276" y="138708"/>
                    <a:pt x="134510" y="107441"/>
                    <a:pt x="134510" y="66737"/>
                  </a:cubicBezTo>
                  <a:cubicBezTo>
                    <a:pt x="134510" y="28096"/>
                    <a:pt x="106494" y="75"/>
                    <a:pt x="67516" y="75"/>
                  </a:cubicBezTo>
                  <a:close/>
                  <a:moveTo>
                    <a:pt x="63558" y="8334"/>
                  </a:moveTo>
                  <a:cubicBezTo>
                    <a:pt x="89137" y="8334"/>
                    <a:pt x="107104" y="36650"/>
                    <a:pt x="107104" y="77060"/>
                  </a:cubicBezTo>
                  <a:cubicBezTo>
                    <a:pt x="107104" y="110391"/>
                    <a:pt x="93400" y="130449"/>
                    <a:pt x="70561" y="130449"/>
                  </a:cubicBezTo>
                  <a:cubicBezTo>
                    <a:pt x="58685" y="130449"/>
                    <a:pt x="47418" y="123370"/>
                    <a:pt x="41023" y="111571"/>
                  </a:cubicBezTo>
                  <a:cubicBezTo>
                    <a:pt x="32497" y="96233"/>
                    <a:pt x="27625" y="75585"/>
                    <a:pt x="27625" y="54643"/>
                  </a:cubicBezTo>
                  <a:cubicBezTo>
                    <a:pt x="27625" y="26621"/>
                    <a:pt x="41937" y="8334"/>
                    <a:pt x="63558" y="8334"/>
                  </a:cubicBez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C28DF7D0-E80B-9972-FAB5-564B1E1D1239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733750" y="6857350"/>
              <a:ext cx="100490" cy="135683"/>
            </a:xfrm>
            <a:custGeom>
              <a:avLst/>
              <a:gdLst>
                <a:gd name="connsiteX0" fmla="*/ 832 w 100490"/>
                <a:gd name="connsiteY0" fmla="*/ 20722 h 135683"/>
                <a:gd name="connsiteX1" fmla="*/ 11490 w 100490"/>
                <a:gd name="connsiteY1" fmla="*/ 19542 h 135683"/>
                <a:gd name="connsiteX2" fmla="*/ 21844 w 100490"/>
                <a:gd name="connsiteY2" fmla="*/ 37240 h 135683"/>
                <a:gd name="connsiteX3" fmla="*/ 21844 w 100490"/>
                <a:gd name="connsiteY3" fmla="*/ 110981 h 135683"/>
                <a:gd name="connsiteX4" fmla="*/ 223 w 100490"/>
                <a:gd name="connsiteY4" fmla="*/ 131334 h 135683"/>
                <a:gd name="connsiteX5" fmla="*/ 223 w 100490"/>
                <a:gd name="connsiteY5" fmla="*/ 135758 h 135683"/>
                <a:gd name="connsiteX6" fmla="*/ 73307 w 100490"/>
                <a:gd name="connsiteY6" fmla="*/ 135758 h 135683"/>
                <a:gd name="connsiteX7" fmla="*/ 73307 w 100490"/>
                <a:gd name="connsiteY7" fmla="*/ 131334 h 135683"/>
                <a:gd name="connsiteX8" fmla="*/ 47423 w 100490"/>
                <a:gd name="connsiteY8" fmla="*/ 109211 h 135683"/>
                <a:gd name="connsiteX9" fmla="*/ 47423 w 100490"/>
                <a:gd name="connsiteY9" fmla="*/ 42844 h 135683"/>
                <a:gd name="connsiteX10" fmla="*/ 68739 w 100490"/>
                <a:gd name="connsiteY10" fmla="*/ 18657 h 135683"/>
                <a:gd name="connsiteX11" fmla="*/ 76657 w 100490"/>
                <a:gd name="connsiteY11" fmla="*/ 23082 h 135683"/>
                <a:gd name="connsiteX12" fmla="*/ 88837 w 100490"/>
                <a:gd name="connsiteY12" fmla="*/ 28981 h 135683"/>
                <a:gd name="connsiteX13" fmla="*/ 100714 w 100490"/>
                <a:gd name="connsiteY13" fmla="*/ 15708 h 135683"/>
                <a:gd name="connsiteX14" fmla="*/ 83965 w 100490"/>
                <a:gd name="connsiteY14" fmla="*/ 75 h 135683"/>
                <a:gd name="connsiteX15" fmla="*/ 47423 w 100490"/>
                <a:gd name="connsiteY15" fmla="*/ 27801 h 135683"/>
                <a:gd name="connsiteX16" fmla="*/ 47423 w 100490"/>
                <a:gd name="connsiteY16" fmla="*/ 665 h 135683"/>
                <a:gd name="connsiteX17" fmla="*/ 45901 w 100490"/>
                <a:gd name="connsiteY17" fmla="*/ 75 h 135683"/>
                <a:gd name="connsiteX18" fmla="*/ 832 w 100490"/>
                <a:gd name="connsiteY18" fmla="*/ 16003 h 135683"/>
                <a:gd name="connsiteX19" fmla="*/ 832 w 100490"/>
                <a:gd name="connsiteY19" fmla="*/ 2072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490" h="135683">
                  <a:moveTo>
                    <a:pt x="832" y="20722"/>
                  </a:moveTo>
                  <a:cubicBezTo>
                    <a:pt x="5095" y="19837"/>
                    <a:pt x="7836" y="19542"/>
                    <a:pt x="11490" y="19542"/>
                  </a:cubicBezTo>
                  <a:cubicBezTo>
                    <a:pt x="19103" y="19542"/>
                    <a:pt x="21844" y="24262"/>
                    <a:pt x="21844" y="37240"/>
                  </a:cubicBezTo>
                  <a:lnTo>
                    <a:pt x="21844" y="110981"/>
                  </a:lnTo>
                  <a:cubicBezTo>
                    <a:pt x="21844" y="125729"/>
                    <a:pt x="19712" y="127794"/>
                    <a:pt x="223" y="131334"/>
                  </a:cubicBezTo>
                  <a:lnTo>
                    <a:pt x="223" y="135758"/>
                  </a:lnTo>
                  <a:lnTo>
                    <a:pt x="73307" y="135758"/>
                  </a:lnTo>
                  <a:lnTo>
                    <a:pt x="73307" y="131334"/>
                  </a:lnTo>
                  <a:cubicBezTo>
                    <a:pt x="52600" y="130449"/>
                    <a:pt x="47423" y="126024"/>
                    <a:pt x="47423" y="109211"/>
                  </a:cubicBezTo>
                  <a:lnTo>
                    <a:pt x="47423" y="42844"/>
                  </a:lnTo>
                  <a:cubicBezTo>
                    <a:pt x="47423" y="33406"/>
                    <a:pt x="60517" y="18657"/>
                    <a:pt x="68739" y="18657"/>
                  </a:cubicBezTo>
                  <a:cubicBezTo>
                    <a:pt x="70566" y="18657"/>
                    <a:pt x="73307" y="20132"/>
                    <a:pt x="76657" y="23082"/>
                  </a:cubicBezTo>
                  <a:cubicBezTo>
                    <a:pt x="81529" y="27211"/>
                    <a:pt x="84879" y="28981"/>
                    <a:pt x="88837" y="28981"/>
                  </a:cubicBezTo>
                  <a:cubicBezTo>
                    <a:pt x="96146" y="28981"/>
                    <a:pt x="100714" y="23967"/>
                    <a:pt x="100714" y="15708"/>
                  </a:cubicBezTo>
                  <a:cubicBezTo>
                    <a:pt x="100714" y="5974"/>
                    <a:pt x="94319" y="75"/>
                    <a:pt x="83965" y="75"/>
                  </a:cubicBezTo>
                  <a:cubicBezTo>
                    <a:pt x="71175" y="75"/>
                    <a:pt x="62344" y="6859"/>
                    <a:pt x="47423" y="27801"/>
                  </a:cubicBezTo>
                  <a:lnTo>
                    <a:pt x="47423" y="665"/>
                  </a:lnTo>
                  <a:lnTo>
                    <a:pt x="45901" y="75"/>
                  </a:lnTo>
                  <a:cubicBezTo>
                    <a:pt x="29761" y="6564"/>
                    <a:pt x="18799" y="10398"/>
                    <a:pt x="832" y="16003"/>
                  </a:cubicBezTo>
                  <a:lnTo>
                    <a:pt x="832" y="20722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91485243-F99B-8CDA-550A-8AEA66FA0F58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008495" y="6771811"/>
              <a:ext cx="70647" cy="294963"/>
            </a:xfrm>
            <a:custGeom>
              <a:avLst/>
              <a:gdLst>
                <a:gd name="connsiteX0" fmla="*/ 70879 w 70647"/>
                <a:gd name="connsiteY0" fmla="*/ 292089 h 294963"/>
                <a:gd name="connsiteX1" fmla="*/ 65702 w 70647"/>
                <a:gd name="connsiteY1" fmla="*/ 285600 h 294963"/>
                <a:gd name="connsiteX2" fmla="*/ 17893 w 70647"/>
                <a:gd name="connsiteY2" fmla="*/ 147557 h 294963"/>
                <a:gd name="connsiteX3" fmla="*/ 66920 w 70647"/>
                <a:gd name="connsiteY3" fmla="*/ 8039 h 294963"/>
                <a:gd name="connsiteX4" fmla="*/ 70879 w 70647"/>
                <a:gd name="connsiteY4" fmla="*/ 3024 h 294963"/>
                <a:gd name="connsiteX5" fmla="*/ 67834 w 70647"/>
                <a:gd name="connsiteY5" fmla="*/ 75 h 294963"/>
                <a:gd name="connsiteX6" fmla="*/ 19416 w 70647"/>
                <a:gd name="connsiteY6" fmla="*/ 57593 h 294963"/>
                <a:gd name="connsiteX7" fmla="*/ 231 w 70647"/>
                <a:gd name="connsiteY7" fmla="*/ 147557 h 294963"/>
                <a:gd name="connsiteX8" fmla="*/ 20329 w 70647"/>
                <a:gd name="connsiteY8" fmla="*/ 239585 h 294963"/>
                <a:gd name="connsiteX9" fmla="*/ 67834 w 70647"/>
                <a:gd name="connsiteY9" fmla="*/ 295038 h 294963"/>
                <a:gd name="connsiteX10" fmla="*/ 70879 w 70647"/>
                <a:gd name="connsiteY10" fmla="*/ 292089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647" h="294963">
                  <a:moveTo>
                    <a:pt x="70879" y="292089"/>
                  </a:moveTo>
                  <a:cubicBezTo>
                    <a:pt x="70879" y="291204"/>
                    <a:pt x="70879" y="290614"/>
                    <a:pt x="65702" y="285600"/>
                  </a:cubicBezTo>
                  <a:cubicBezTo>
                    <a:pt x="27638" y="248434"/>
                    <a:pt x="17893" y="192686"/>
                    <a:pt x="17893" y="147557"/>
                  </a:cubicBezTo>
                  <a:cubicBezTo>
                    <a:pt x="17893" y="96233"/>
                    <a:pt x="29465" y="44909"/>
                    <a:pt x="66920" y="8039"/>
                  </a:cubicBezTo>
                  <a:cubicBezTo>
                    <a:pt x="70879" y="4499"/>
                    <a:pt x="70879" y="3909"/>
                    <a:pt x="70879" y="3024"/>
                  </a:cubicBezTo>
                  <a:cubicBezTo>
                    <a:pt x="70879" y="960"/>
                    <a:pt x="69661" y="75"/>
                    <a:pt x="67834" y="75"/>
                  </a:cubicBezTo>
                  <a:cubicBezTo>
                    <a:pt x="64789" y="75"/>
                    <a:pt x="37382" y="20132"/>
                    <a:pt x="19416" y="57593"/>
                  </a:cubicBezTo>
                  <a:cubicBezTo>
                    <a:pt x="3885" y="90039"/>
                    <a:pt x="231" y="122780"/>
                    <a:pt x="231" y="147557"/>
                  </a:cubicBezTo>
                  <a:cubicBezTo>
                    <a:pt x="231" y="170564"/>
                    <a:pt x="3581" y="206254"/>
                    <a:pt x="20329" y="239585"/>
                  </a:cubicBezTo>
                  <a:cubicBezTo>
                    <a:pt x="38600" y="275866"/>
                    <a:pt x="64789" y="295038"/>
                    <a:pt x="67834" y="295038"/>
                  </a:cubicBezTo>
                  <a:cubicBezTo>
                    <a:pt x="69661" y="295038"/>
                    <a:pt x="70879" y="294153"/>
                    <a:pt x="70879" y="292089"/>
                  </a:cubicBez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35258AE8-2D87-6F22-5B5A-3A8B7D66AD65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130741" y="6793638"/>
              <a:ext cx="86178" cy="199395"/>
            </a:xfrm>
            <a:custGeom>
              <a:avLst/>
              <a:gdLst>
                <a:gd name="connsiteX0" fmla="*/ 55048 w 86178"/>
                <a:gd name="connsiteY0" fmla="*/ 75 h 199395"/>
                <a:gd name="connsiteX1" fmla="*/ 235 w 86178"/>
                <a:gd name="connsiteY1" fmla="*/ 26916 h 199395"/>
                <a:gd name="connsiteX2" fmla="*/ 235 w 86178"/>
                <a:gd name="connsiteY2" fmla="*/ 31046 h 199395"/>
                <a:gd name="connsiteX3" fmla="*/ 8457 w 86178"/>
                <a:gd name="connsiteY3" fmla="*/ 27801 h 199395"/>
                <a:gd name="connsiteX4" fmla="*/ 22160 w 86178"/>
                <a:gd name="connsiteY4" fmla="*/ 24557 h 199395"/>
                <a:gd name="connsiteX5" fmla="*/ 31296 w 86178"/>
                <a:gd name="connsiteY5" fmla="*/ 38420 h 199395"/>
                <a:gd name="connsiteX6" fmla="*/ 31296 w 86178"/>
                <a:gd name="connsiteY6" fmla="*/ 172039 h 199395"/>
                <a:gd name="connsiteX7" fmla="*/ 23987 w 86178"/>
                <a:gd name="connsiteY7" fmla="*/ 191211 h 199395"/>
                <a:gd name="connsiteX8" fmla="*/ 2366 w 86178"/>
                <a:gd name="connsiteY8" fmla="*/ 195046 h 199395"/>
                <a:gd name="connsiteX9" fmla="*/ 2366 w 86178"/>
                <a:gd name="connsiteY9" fmla="*/ 199470 h 199395"/>
                <a:gd name="connsiteX10" fmla="*/ 86413 w 86178"/>
                <a:gd name="connsiteY10" fmla="*/ 199470 h 199395"/>
                <a:gd name="connsiteX11" fmla="*/ 86413 w 86178"/>
                <a:gd name="connsiteY11" fmla="*/ 195046 h 199395"/>
                <a:gd name="connsiteX12" fmla="*/ 57484 w 86178"/>
                <a:gd name="connsiteY12" fmla="*/ 177643 h 199395"/>
                <a:gd name="connsiteX13" fmla="*/ 57484 w 86178"/>
                <a:gd name="connsiteY13" fmla="*/ 665 h 199395"/>
                <a:gd name="connsiteX14" fmla="*/ 55048 w 86178"/>
                <a:gd name="connsiteY14" fmla="*/ 7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178" h="199395">
                  <a:moveTo>
                    <a:pt x="55048" y="75"/>
                  </a:moveTo>
                  <a:lnTo>
                    <a:pt x="235" y="26916"/>
                  </a:lnTo>
                  <a:lnTo>
                    <a:pt x="235" y="31046"/>
                  </a:lnTo>
                  <a:cubicBezTo>
                    <a:pt x="3889" y="29571"/>
                    <a:pt x="7239" y="28391"/>
                    <a:pt x="8457" y="27801"/>
                  </a:cubicBezTo>
                  <a:cubicBezTo>
                    <a:pt x="13938" y="25737"/>
                    <a:pt x="19115" y="24557"/>
                    <a:pt x="22160" y="24557"/>
                  </a:cubicBezTo>
                  <a:cubicBezTo>
                    <a:pt x="28555" y="24557"/>
                    <a:pt x="31296" y="28981"/>
                    <a:pt x="31296" y="38420"/>
                  </a:cubicBezTo>
                  <a:lnTo>
                    <a:pt x="31296" y="172039"/>
                  </a:lnTo>
                  <a:cubicBezTo>
                    <a:pt x="31296" y="181772"/>
                    <a:pt x="28859" y="188556"/>
                    <a:pt x="23987" y="191211"/>
                  </a:cubicBezTo>
                  <a:cubicBezTo>
                    <a:pt x="19419" y="193866"/>
                    <a:pt x="15156" y="194751"/>
                    <a:pt x="2366" y="195046"/>
                  </a:cubicBezTo>
                  <a:lnTo>
                    <a:pt x="2366" y="199470"/>
                  </a:lnTo>
                  <a:lnTo>
                    <a:pt x="86413" y="199470"/>
                  </a:lnTo>
                  <a:lnTo>
                    <a:pt x="86413" y="195046"/>
                  </a:lnTo>
                  <a:cubicBezTo>
                    <a:pt x="62356" y="194751"/>
                    <a:pt x="57484" y="191801"/>
                    <a:pt x="57484" y="177643"/>
                  </a:cubicBezTo>
                  <a:lnTo>
                    <a:pt x="57484" y="665"/>
                  </a:lnTo>
                  <a:lnTo>
                    <a:pt x="55048" y="75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E0A0D213-47E9-A59D-C0F1-42DF707E50B8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275958" y="6961767"/>
              <a:ext cx="35628" cy="88194"/>
            </a:xfrm>
            <a:custGeom>
              <a:avLst/>
              <a:gdLst>
                <a:gd name="connsiteX0" fmla="*/ 35868 w 35628"/>
                <a:gd name="connsiteY0" fmla="*/ 31046 h 88194"/>
                <a:gd name="connsiteX1" fmla="*/ 16379 w 35628"/>
                <a:gd name="connsiteY1" fmla="*/ 75 h 88194"/>
                <a:gd name="connsiteX2" fmla="*/ 240 w 35628"/>
                <a:gd name="connsiteY2" fmla="*/ 15708 h 88194"/>
                <a:gd name="connsiteX3" fmla="*/ 16379 w 35628"/>
                <a:gd name="connsiteY3" fmla="*/ 31341 h 88194"/>
                <a:gd name="connsiteX4" fmla="*/ 27037 w 35628"/>
                <a:gd name="connsiteY4" fmla="*/ 27506 h 88194"/>
                <a:gd name="connsiteX5" fmla="*/ 28560 w 35628"/>
                <a:gd name="connsiteY5" fmla="*/ 26621 h 88194"/>
                <a:gd name="connsiteX6" fmla="*/ 29169 w 35628"/>
                <a:gd name="connsiteY6" fmla="*/ 31046 h 88194"/>
                <a:gd name="connsiteX7" fmla="*/ 8462 w 35628"/>
                <a:gd name="connsiteY7" fmla="*/ 80305 h 88194"/>
                <a:gd name="connsiteX8" fmla="*/ 5112 w 35628"/>
                <a:gd name="connsiteY8" fmla="*/ 85024 h 88194"/>
                <a:gd name="connsiteX9" fmla="*/ 8157 w 35628"/>
                <a:gd name="connsiteY9" fmla="*/ 88269 h 88194"/>
                <a:gd name="connsiteX10" fmla="*/ 35868 w 35628"/>
                <a:gd name="connsiteY10" fmla="*/ 3104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628" h="88194">
                  <a:moveTo>
                    <a:pt x="35868" y="31046"/>
                  </a:moveTo>
                  <a:cubicBezTo>
                    <a:pt x="35868" y="11578"/>
                    <a:pt x="28255" y="75"/>
                    <a:pt x="16379" y="75"/>
                  </a:cubicBezTo>
                  <a:cubicBezTo>
                    <a:pt x="6330" y="75"/>
                    <a:pt x="240" y="7449"/>
                    <a:pt x="240" y="15708"/>
                  </a:cubicBezTo>
                  <a:cubicBezTo>
                    <a:pt x="240" y="23672"/>
                    <a:pt x="6330" y="31341"/>
                    <a:pt x="16379" y="31341"/>
                  </a:cubicBezTo>
                  <a:cubicBezTo>
                    <a:pt x="20033" y="31341"/>
                    <a:pt x="23992" y="30161"/>
                    <a:pt x="27037" y="27506"/>
                  </a:cubicBezTo>
                  <a:cubicBezTo>
                    <a:pt x="27951" y="26916"/>
                    <a:pt x="28255" y="26621"/>
                    <a:pt x="28560" y="26621"/>
                  </a:cubicBezTo>
                  <a:cubicBezTo>
                    <a:pt x="28864" y="26621"/>
                    <a:pt x="29169" y="26916"/>
                    <a:pt x="29169" y="31046"/>
                  </a:cubicBezTo>
                  <a:cubicBezTo>
                    <a:pt x="29169" y="52873"/>
                    <a:pt x="18511" y="70571"/>
                    <a:pt x="8462" y="80305"/>
                  </a:cubicBezTo>
                  <a:cubicBezTo>
                    <a:pt x="5112" y="83549"/>
                    <a:pt x="5112" y="84139"/>
                    <a:pt x="5112" y="85024"/>
                  </a:cubicBezTo>
                  <a:cubicBezTo>
                    <a:pt x="5112" y="87089"/>
                    <a:pt x="6635" y="88269"/>
                    <a:pt x="8157" y="88269"/>
                  </a:cubicBezTo>
                  <a:cubicBezTo>
                    <a:pt x="11507" y="88269"/>
                    <a:pt x="35868" y="65557"/>
                    <a:pt x="35868" y="31046"/>
                  </a:cubicBez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3F1C4F5A-51D3-BAA5-9B3D-DD9D492CA706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9381489" y="6793638"/>
              <a:ext cx="118457" cy="203524"/>
            </a:xfrm>
            <a:custGeom>
              <a:avLst/>
              <a:gdLst>
                <a:gd name="connsiteX0" fmla="*/ 33741 w 118457"/>
                <a:gd name="connsiteY0" fmla="*/ 102132 h 203524"/>
                <a:gd name="connsiteX1" fmla="*/ 66019 w 118457"/>
                <a:gd name="connsiteY1" fmla="*/ 105377 h 203524"/>
                <a:gd name="connsiteX2" fmla="*/ 96776 w 118457"/>
                <a:gd name="connsiteY2" fmla="*/ 149031 h 203524"/>
                <a:gd name="connsiteX3" fmla="*/ 56884 w 118457"/>
                <a:gd name="connsiteY3" fmla="*/ 192981 h 203524"/>
                <a:gd name="connsiteX4" fmla="*/ 31304 w 118457"/>
                <a:gd name="connsiteY4" fmla="*/ 183837 h 203524"/>
                <a:gd name="connsiteX5" fmla="*/ 11815 w 118457"/>
                <a:gd name="connsiteY5" fmla="*/ 176463 h 203524"/>
                <a:gd name="connsiteX6" fmla="*/ 244 w 118457"/>
                <a:gd name="connsiteY6" fmla="*/ 186787 h 203524"/>
                <a:gd name="connsiteX7" fmla="*/ 34654 w 118457"/>
                <a:gd name="connsiteY7" fmla="*/ 203600 h 203524"/>
                <a:gd name="connsiteX8" fmla="*/ 96471 w 118457"/>
                <a:gd name="connsiteY8" fmla="*/ 183837 h 203524"/>
                <a:gd name="connsiteX9" fmla="*/ 118701 w 118457"/>
                <a:gd name="connsiteY9" fmla="*/ 134873 h 203524"/>
                <a:gd name="connsiteX10" fmla="*/ 104998 w 118457"/>
                <a:gd name="connsiteY10" fmla="*/ 96823 h 203524"/>
                <a:gd name="connsiteX11" fmla="*/ 79723 w 118457"/>
                <a:gd name="connsiteY11" fmla="*/ 81190 h 203524"/>
                <a:gd name="connsiteX12" fmla="*/ 108347 w 118457"/>
                <a:gd name="connsiteY12" fmla="*/ 40485 h 203524"/>
                <a:gd name="connsiteX13" fmla="*/ 60843 w 118457"/>
                <a:gd name="connsiteY13" fmla="*/ 75 h 203524"/>
                <a:gd name="connsiteX14" fmla="*/ 21255 w 118457"/>
                <a:gd name="connsiteY14" fmla="*/ 14528 h 203524"/>
                <a:gd name="connsiteX15" fmla="*/ 853 w 118457"/>
                <a:gd name="connsiteY15" fmla="*/ 47859 h 203524"/>
                <a:gd name="connsiteX16" fmla="*/ 5421 w 118457"/>
                <a:gd name="connsiteY16" fmla="*/ 49039 h 203524"/>
                <a:gd name="connsiteX17" fmla="*/ 50794 w 118457"/>
                <a:gd name="connsiteY17" fmla="*/ 17773 h 203524"/>
                <a:gd name="connsiteX18" fmla="*/ 84290 w 118457"/>
                <a:gd name="connsiteY18" fmla="*/ 49334 h 203524"/>
                <a:gd name="connsiteX19" fmla="*/ 72110 w 118457"/>
                <a:gd name="connsiteY19" fmla="*/ 77945 h 203524"/>
                <a:gd name="connsiteX20" fmla="*/ 33741 w 118457"/>
                <a:gd name="connsiteY20" fmla="*/ 98298 h 203524"/>
                <a:gd name="connsiteX21" fmla="*/ 33741 w 118457"/>
                <a:gd name="connsiteY21" fmla="*/ 10213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8457" h="203524">
                  <a:moveTo>
                    <a:pt x="33741" y="102132"/>
                  </a:moveTo>
                  <a:cubicBezTo>
                    <a:pt x="51707" y="102132"/>
                    <a:pt x="58711" y="102722"/>
                    <a:pt x="66019" y="105377"/>
                  </a:cubicBezTo>
                  <a:cubicBezTo>
                    <a:pt x="84899" y="111866"/>
                    <a:pt x="96776" y="128679"/>
                    <a:pt x="96776" y="149031"/>
                  </a:cubicBezTo>
                  <a:cubicBezTo>
                    <a:pt x="96776" y="173808"/>
                    <a:pt x="79418" y="192981"/>
                    <a:pt x="56884" y="192981"/>
                  </a:cubicBezTo>
                  <a:cubicBezTo>
                    <a:pt x="48662" y="192981"/>
                    <a:pt x="42572" y="190916"/>
                    <a:pt x="31304" y="183837"/>
                  </a:cubicBezTo>
                  <a:cubicBezTo>
                    <a:pt x="22169" y="178528"/>
                    <a:pt x="16992" y="176463"/>
                    <a:pt x="11815" y="176463"/>
                  </a:cubicBezTo>
                  <a:cubicBezTo>
                    <a:pt x="4811" y="176463"/>
                    <a:pt x="244" y="180592"/>
                    <a:pt x="244" y="186787"/>
                  </a:cubicBezTo>
                  <a:cubicBezTo>
                    <a:pt x="244" y="197110"/>
                    <a:pt x="13338" y="203600"/>
                    <a:pt x="34654" y="203600"/>
                  </a:cubicBezTo>
                  <a:cubicBezTo>
                    <a:pt x="58102" y="203600"/>
                    <a:pt x="82159" y="195931"/>
                    <a:pt x="96471" y="183837"/>
                  </a:cubicBezTo>
                  <a:cubicBezTo>
                    <a:pt x="110783" y="171744"/>
                    <a:pt x="118701" y="154636"/>
                    <a:pt x="118701" y="134873"/>
                  </a:cubicBezTo>
                  <a:cubicBezTo>
                    <a:pt x="118701" y="119830"/>
                    <a:pt x="113829" y="105967"/>
                    <a:pt x="104998" y="96823"/>
                  </a:cubicBezTo>
                  <a:cubicBezTo>
                    <a:pt x="98907" y="90334"/>
                    <a:pt x="93121" y="86794"/>
                    <a:pt x="79723" y="81190"/>
                  </a:cubicBezTo>
                  <a:cubicBezTo>
                    <a:pt x="100734" y="67326"/>
                    <a:pt x="108347" y="56413"/>
                    <a:pt x="108347" y="40485"/>
                  </a:cubicBezTo>
                  <a:cubicBezTo>
                    <a:pt x="108347" y="16593"/>
                    <a:pt x="88858" y="75"/>
                    <a:pt x="60843" y="75"/>
                  </a:cubicBezTo>
                  <a:cubicBezTo>
                    <a:pt x="45617" y="75"/>
                    <a:pt x="32218" y="5089"/>
                    <a:pt x="21255" y="14528"/>
                  </a:cubicBezTo>
                  <a:cubicBezTo>
                    <a:pt x="12120" y="22492"/>
                    <a:pt x="7552" y="30161"/>
                    <a:pt x="853" y="47859"/>
                  </a:cubicBezTo>
                  <a:lnTo>
                    <a:pt x="5421" y="49039"/>
                  </a:lnTo>
                  <a:cubicBezTo>
                    <a:pt x="17906" y="27506"/>
                    <a:pt x="31609" y="17773"/>
                    <a:pt x="50794" y="17773"/>
                  </a:cubicBezTo>
                  <a:cubicBezTo>
                    <a:pt x="70587" y="17773"/>
                    <a:pt x="84290" y="30751"/>
                    <a:pt x="84290" y="49334"/>
                  </a:cubicBezTo>
                  <a:cubicBezTo>
                    <a:pt x="84290" y="59952"/>
                    <a:pt x="79723" y="70571"/>
                    <a:pt x="72110" y="77945"/>
                  </a:cubicBezTo>
                  <a:cubicBezTo>
                    <a:pt x="62974" y="86794"/>
                    <a:pt x="54448" y="91219"/>
                    <a:pt x="33741" y="98298"/>
                  </a:cubicBezTo>
                  <a:lnTo>
                    <a:pt x="33741" y="102132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6D7662F8-791E-9BBB-B58C-03449781360E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538582" y="6771811"/>
              <a:ext cx="70647" cy="294963"/>
            </a:xfrm>
            <a:custGeom>
              <a:avLst/>
              <a:gdLst>
                <a:gd name="connsiteX0" fmla="*/ 70897 w 70647"/>
                <a:gd name="connsiteY0" fmla="*/ 147557 h 294963"/>
                <a:gd name="connsiteX1" fmla="*/ 50799 w 70647"/>
                <a:gd name="connsiteY1" fmla="*/ 55528 h 294963"/>
                <a:gd name="connsiteX2" fmla="*/ 3294 w 70647"/>
                <a:gd name="connsiteY2" fmla="*/ 75 h 294963"/>
                <a:gd name="connsiteX3" fmla="*/ 249 w 70647"/>
                <a:gd name="connsiteY3" fmla="*/ 3024 h 294963"/>
                <a:gd name="connsiteX4" fmla="*/ 6035 w 70647"/>
                <a:gd name="connsiteY4" fmla="*/ 9809 h 294963"/>
                <a:gd name="connsiteX5" fmla="*/ 53235 w 70647"/>
                <a:gd name="connsiteY5" fmla="*/ 147557 h 294963"/>
                <a:gd name="connsiteX6" fmla="*/ 4207 w 70647"/>
                <a:gd name="connsiteY6" fmla="*/ 287074 h 294963"/>
                <a:gd name="connsiteX7" fmla="*/ 249 w 70647"/>
                <a:gd name="connsiteY7" fmla="*/ 292089 h 294963"/>
                <a:gd name="connsiteX8" fmla="*/ 3294 w 70647"/>
                <a:gd name="connsiteY8" fmla="*/ 295038 h 294963"/>
                <a:gd name="connsiteX9" fmla="*/ 51712 w 70647"/>
                <a:gd name="connsiteY9" fmla="*/ 237520 h 294963"/>
                <a:gd name="connsiteX10" fmla="*/ 70897 w 70647"/>
                <a:gd name="connsiteY10" fmla="*/ 147557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647" h="294963">
                  <a:moveTo>
                    <a:pt x="70897" y="147557"/>
                  </a:moveTo>
                  <a:cubicBezTo>
                    <a:pt x="70897" y="124549"/>
                    <a:pt x="67547" y="88859"/>
                    <a:pt x="50799" y="55528"/>
                  </a:cubicBezTo>
                  <a:cubicBezTo>
                    <a:pt x="32527" y="19247"/>
                    <a:pt x="6339" y="75"/>
                    <a:pt x="3294" y="75"/>
                  </a:cubicBezTo>
                  <a:cubicBezTo>
                    <a:pt x="1467" y="75"/>
                    <a:pt x="249" y="1255"/>
                    <a:pt x="249" y="3024"/>
                  </a:cubicBezTo>
                  <a:cubicBezTo>
                    <a:pt x="249" y="3909"/>
                    <a:pt x="249" y="4499"/>
                    <a:pt x="6035" y="9809"/>
                  </a:cubicBezTo>
                  <a:cubicBezTo>
                    <a:pt x="35877" y="39010"/>
                    <a:pt x="53235" y="85909"/>
                    <a:pt x="53235" y="147557"/>
                  </a:cubicBezTo>
                  <a:cubicBezTo>
                    <a:pt x="53235" y="197995"/>
                    <a:pt x="41968" y="249909"/>
                    <a:pt x="4207" y="287074"/>
                  </a:cubicBezTo>
                  <a:cubicBezTo>
                    <a:pt x="249" y="290614"/>
                    <a:pt x="249" y="291204"/>
                    <a:pt x="249" y="292089"/>
                  </a:cubicBezTo>
                  <a:cubicBezTo>
                    <a:pt x="249" y="293859"/>
                    <a:pt x="1467" y="295038"/>
                    <a:pt x="3294" y="295038"/>
                  </a:cubicBezTo>
                  <a:cubicBezTo>
                    <a:pt x="6339" y="295038"/>
                    <a:pt x="33746" y="274981"/>
                    <a:pt x="51712" y="237520"/>
                  </a:cubicBezTo>
                  <a:cubicBezTo>
                    <a:pt x="67242" y="205074"/>
                    <a:pt x="70897" y="172333"/>
                    <a:pt x="70897" y="147557"/>
                  </a:cubicBez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620" name="Group 619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for }\,\, (2,12)&#10;$$&#10;}&#10;\end{document}" title="IguanaTex Shape Display">
            <a:extLst>
              <a:ext uri="{FF2B5EF4-FFF2-40B4-BE49-F238E27FC236}">
                <a16:creationId xmlns:a16="http://schemas.microsoft.com/office/drawing/2014/main" id="{6DE508C1-6062-8D7D-C07C-A072CCF9E284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1892300" y="5397500"/>
            <a:ext cx="1262616" cy="294963"/>
            <a:chOff x="8327062" y="7403129"/>
            <a:chExt cx="1262616" cy="294963"/>
          </a:xfrm>
        </p:grpSpPr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B4D35D6A-EE04-90E6-13D7-58DCAD9E955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327062" y="7422891"/>
              <a:ext cx="109178" cy="201460"/>
            </a:xfrm>
            <a:custGeom>
              <a:avLst/>
              <a:gdLst>
                <a:gd name="connsiteX0" fmla="*/ 87134 w 109178"/>
                <a:gd name="connsiteY0" fmla="*/ 68801 h 201460"/>
                <a:gd name="connsiteX1" fmla="*/ 50140 w 109178"/>
                <a:gd name="connsiteY1" fmla="*/ 68801 h 201460"/>
                <a:gd name="connsiteX2" fmla="*/ 50140 w 109178"/>
                <a:gd name="connsiteY2" fmla="*/ 34585 h 201460"/>
                <a:gd name="connsiteX3" fmla="*/ 67283 w 109178"/>
                <a:gd name="connsiteY3" fmla="*/ 8334 h 201460"/>
                <a:gd name="connsiteX4" fmla="*/ 83224 w 109178"/>
                <a:gd name="connsiteY4" fmla="*/ 19837 h 201460"/>
                <a:gd name="connsiteX5" fmla="*/ 96759 w 109178"/>
                <a:gd name="connsiteY5" fmla="*/ 30456 h 201460"/>
                <a:gd name="connsiteX6" fmla="*/ 109391 w 109178"/>
                <a:gd name="connsiteY6" fmla="*/ 18362 h 201460"/>
                <a:gd name="connsiteX7" fmla="*/ 78111 w 109178"/>
                <a:gd name="connsiteY7" fmla="*/ 75 h 201460"/>
                <a:gd name="connsiteX8" fmla="*/ 35703 w 109178"/>
                <a:gd name="connsiteY8" fmla="*/ 21607 h 201460"/>
                <a:gd name="connsiteX9" fmla="*/ 25176 w 109178"/>
                <a:gd name="connsiteY9" fmla="*/ 68801 h 201460"/>
                <a:gd name="connsiteX10" fmla="*/ 513 w 109178"/>
                <a:gd name="connsiteY10" fmla="*/ 68801 h 201460"/>
                <a:gd name="connsiteX11" fmla="*/ 513 w 109178"/>
                <a:gd name="connsiteY11" fmla="*/ 78240 h 201460"/>
                <a:gd name="connsiteX12" fmla="*/ 25176 w 109178"/>
                <a:gd name="connsiteY12" fmla="*/ 78240 h 201460"/>
                <a:gd name="connsiteX13" fmla="*/ 25176 w 109178"/>
                <a:gd name="connsiteY13" fmla="*/ 170859 h 201460"/>
                <a:gd name="connsiteX14" fmla="*/ 212 w 109178"/>
                <a:gd name="connsiteY14" fmla="*/ 197110 h 201460"/>
                <a:gd name="connsiteX15" fmla="*/ 212 w 109178"/>
                <a:gd name="connsiteY15" fmla="*/ 201535 h 201460"/>
                <a:gd name="connsiteX16" fmla="*/ 78412 w 109178"/>
                <a:gd name="connsiteY16" fmla="*/ 201535 h 201460"/>
                <a:gd name="connsiteX17" fmla="*/ 78412 w 109178"/>
                <a:gd name="connsiteY17" fmla="*/ 197110 h 201460"/>
                <a:gd name="connsiteX18" fmla="*/ 50440 w 109178"/>
                <a:gd name="connsiteY18" fmla="*/ 170859 h 201460"/>
                <a:gd name="connsiteX19" fmla="*/ 50440 w 109178"/>
                <a:gd name="connsiteY19" fmla="*/ 78240 h 201460"/>
                <a:gd name="connsiteX20" fmla="*/ 87134 w 109178"/>
                <a:gd name="connsiteY20" fmla="*/ 78240 h 201460"/>
                <a:gd name="connsiteX21" fmla="*/ 87134 w 109178"/>
                <a:gd name="connsiteY21" fmla="*/ 68801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178" h="201460">
                  <a:moveTo>
                    <a:pt x="87134" y="68801"/>
                  </a:moveTo>
                  <a:lnTo>
                    <a:pt x="50140" y="68801"/>
                  </a:lnTo>
                  <a:lnTo>
                    <a:pt x="50140" y="34585"/>
                  </a:lnTo>
                  <a:cubicBezTo>
                    <a:pt x="50140" y="17478"/>
                    <a:pt x="55854" y="8334"/>
                    <a:pt x="67283" y="8334"/>
                  </a:cubicBezTo>
                  <a:cubicBezTo>
                    <a:pt x="73600" y="8334"/>
                    <a:pt x="77810" y="11283"/>
                    <a:pt x="83224" y="19837"/>
                  </a:cubicBezTo>
                  <a:cubicBezTo>
                    <a:pt x="88036" y="27506"/>
                    <a:pt x="91646" y="30456"/>
                    <a:pt x="96759" y="30456"/>
                  </a:cubicBezTo>
                  <a:cubicBezTo>
                    <a:pt x="103676" y="30456"/>
                    <a:pt x="109391" y="25147"/>
                    <a:pt x="109391" y="18362"/>
                  </a:cubicBezTo>
                  <a:cubicBezTo>
                    <a:pt x="109391" y="7744"/>
                    <a:pt x="96157" y="75"/>
                    <a:pt x="78111" y="75"/>
                  </a:cubicBezTo>
                  <a:cubicBezTo>
                    <a:pt x="59463" y="75"/>
                    <a:pt x="43523" y="8039"/>
                    <a:pt x="35703" y="21607"/>
                  </a:cubicBezTo>
                  <a:cubicBezTo>
                    <a:pt x="27883" y="34585"/>
                    <a:pt x="25477" y="45204"/>
                    <a:pt x="25176" y="68801"/>
                  </a:cubicBezTo>
                  <a:lnTo>
                    <a:pt x="513" y="68801"/>
                  </a:lnTo>
                  <a:lnTo>
                    <a:pt x="513" y="78240"/>
                  </a:lnTo>
                  <a:lnTo>
                    <a:pt x="25176" y="78240"/>
                  </a:lnTo>
                  <a:lnTo>
                    <a:pt x="25176" y="170859"/>
                  </a:lnTo>
                  <a:cubicBezTo>
                    <a:pt x="25176" y="192391"/>
                    <a:pt x="21868" y="195931"/>
                    <a:pt x="212" y="197110"/>
                  </a:cubicBezTo>
                  <a:lnTo>
                    <a:pt x="212" y="201535"/>
                  </a:lnTo>
                  <a:lnTo>
                    <a:pt x="78412" y="201535"/>
                  </a:lnTo>
                  <a:lnTo>
                    <a:pt x="78412" y="197110"/>
                  </a:lnTo>
                  <a:cubicBezTo>
                    <a:pt x="53749" y="196226"/>
                    <a:pt x="50440" y="192981"/>
                    <a:pt x="50440" y="170859"/>
                  </a:cubicBezTo>
                  <a:lnTo>
                    <a:pt x="50440" y="78240"/>
                  </a:lnTo>
                  <a:lnTo>
                    <a:pt x="87134" y="78240"/>
                  </a:lnTo>
                  <a:lnTo>
                    <a:pt x="87134" y="68801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03158F12-01CC-D0B3-931D-AA8EF9FD7D31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8430299" y="7488668"/>
              <a:ext cx="132638" cy="138632"/>
            </a:xfrm>
            <a:custGeom>
              <a:avLst/>
              <a:gdLst>
                <a:gd name="connsiteX0" fmla="*/ 66685 w 132638"/>
                <a:gd name="connsiteY0" fmla="*/ 75 h 138632"/>
                <a:gd name="connsiteX1" fmla="*/ 216 w 132638"/>
                <a:gd name="connsiteY1" fmla="*/ 69096 h 138632"/>
                <a:gd name="connsiteX2" fmla="*/ 66084 w 132638"/>
                <a:gd name="connsiteY2" fmla="*/ 138708 h 138632"/>
                <a:gd name="connsiteX3" fmla="*/ 132854 w 132638"/>
                <a:gd name="connsiteY3" fmla="*/ 66737 h 138632"/>
                <a:gd name="connsiteX4" fmla="*/ 66685 w 132638"/>
                <a:gd name="connsiteY4" fmla="*/ 75 h 138632"/>
                <a:gd name="connsiteX5" fmla="*/ 62775 w 132638"/>
                <a:gd name="connsiteY5" fmla="*/ 8334 h 138632"/>
                <a:gd name="connsiteX6" fmla="*/ 105785 w 132638"/>
                <a:gd name="connsiteY6" fmla="*/ 77060 h 138632"/>
                <a:gd name="connsiteX7" fmla="*/ 69693 w 132638"/>
                <a:gd name="connsiteY7" fmla="*/ 130449 h 138632"/>
                <a:gd name="connsiteX8" fmla="*/ 40518 w 132638"/>
                <a:gd name="connsiteY8" fmla="*/ 111571 h 138632"/>
                <a:gd name="connsiteX9" fmla="*/ 27285 w 132638"/>
                <a:gd name="connsiteY9" fmla="*/ 54643 h 138632"/>
                <a:gd name="connsiteX10" fmla="*/ 62775 w 132638"/>
                <a:gd name="connsiteY10" fmla="*/ 833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2638" h="138632">
                  <a:moveTo>
                    <a:pt x="66685" y="75"/>
                  </a:moveTo>
                  <a:cubicBezTo>
                    <a:pt x="27585" y="75"/>
                    <a:pt x="216" y="28391"/>
                    <a:pt x="216" y="69096"/>
                  </a:cubicBezTo>
                  <a:cubicBezTo>
                    <a:pt x="216" y="108916"/>
                    <a:pt x="28187" y="138708"/>
                    <a:pt x="66084" y="138708"/>
                  </a:cubicBezTo>
                  <a:cubicBezTo>
                    <a:pt x="103980" y="138708"/>
                    <a:pt x="132854" y="107441"/>
                    <a:pt x="132854" y="66737"/>
                  </a:cubicBezTo>
                  <a:cubicBezTo>
                    <a:pt x="132854" y="28096"/>
                    <a:pt x="105184" y="75"/>
                    <a:pt x="66685" y="75"/>
                  </a:cubicBezTo>
                  <a:close/>
                  <a:moveTo>
                    <a:pt x="62775" y="8334"/>
                  </a:moveTo>
                  <a:cubicBezTo>
                    <a:pt x="88040" y="8334"/>
                    <a:pt x="105785" y="36650"/>
                    <a:pt x="105785" y="77060"/>
                  </a:cubicBezTo>
                  <a:cubicBezTo>
                    <a:pt x="105785" y="110391"/>
                    <a:pt x="92251" y="130449"/>
                    <a:pt x="69693" y="130449"/>
                  </a:cubicBezTo>
                  <a:cubicBezTo>
                    <a:pt x="57963" y="130449"/>
                    <a:pt x="46835" y="123370"/>
                    <a:pt x="40518" y="111571"/>
                  </a:cubicBezTo>
                  <a:cubicBezTo>
                    <a:pt x="32097" y="96233"/>
                    <a:pt x="27285" y="75585"/>
                    <a:pt x="27285" y="54643"/>
                  </a:cubicBezTo>
                  <a:cubicBezTo>
                    <a:pt x="27285" y="26621"/>
                    <a:pt x="41421" y="8334"/>
                    <a:pt x="62775" y="8334"/>
                  </a:cubicBez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40C2B5E-0EEE-9D9F-33B7-E398B384D70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574029" y="7488668"/>
              <a:ext cx="99253" cy="135683"/>
            </a:xfrm>
            <a:custGeom>
              <a:avLst/>
              <a:gdLst>
                <a:gd name="connsiteX0" fmla="*/ 822 w 99253"/>
                <a:gd name="connsiteY0" fmla="*/ 20722 h 135683"/>
                <a:gd name="connsiteX1" fmla="*/ 11349 w 99253"/>
                <a:gd name="connsiteY1" fmla="*/ 19542 h 135683"/>
                <a:gd name="connsiteX2" fmla="*/ 21575 w 99253"/>
                <a:gd name="connsiteY2" fmla="*/ 37240 h 135683"/>
                <a:gd name="connsiteX3" fmla="*/ 21575 w 99253"/>
                <a:gd name="connsiteY3" fmla="*/ 110981 h 135683"/>
                <a:gd name="connsiteX4" fmla="*/ 220 w 99253"/>
                <a:gd name="connsiteY4" fmla="*/ 131334 h 135683"/>
                <a:gd name="connsiteX5" fmla="*/ 220 w 99253"/>
                <a:gd name="connsiteY5" fmla="*/ 135758 h 135683"/>
                <a:gd name="connsiteX6" fmla="*/ 72405 w 99253"/>
                <a:gd name="connsiteY6" fmla="*/ 135758 h 135683"/>
                <a:gd name="connsiteX7" fmla="*/ 72405 w 99253"/>
                <a:gd name="connsiteY7" fmla="*/ 131334 h 135683"/>
                <a:gd name="connsiteX8" fmla="*/ 46840 w 99253"/>
                <a:gd name="connsiteY8" fmla="*/ 109211 h 135683"/>
                <a:gd name="connsiteX9" fmla="*/ 46840 w 99253"/>
                <a:gd name="connsiteY9" fmla="*/ 42844 h 135683"/>
                <a:gd name="connsiteX10" fmla="*/ 67893 w 99253"/>
                <a:gd name="connsiteY10" fmla="*/ 18657 h 135683"/>
                <a:gd name="connsiteX11" fmla="*/ 75713 w 99253"/>
                <a:gd name="connsiteY11" fmla="*/ 23082 h 135683"/>
                <a:gd name="connsiteX12" fmla="*/ 87744 w 99253"/>
                <a:gd name="connsiteY12" fmla="*/ 28981 h 135683"/>
                <a:gd name="connsiteX13" fmla="*/ 99474 w 99253"/>
                <a:gd name="connsiteY13" fmla="*/ 15708 h 135683"/>
                <a:gd name="connsiteX14" fmla="*/ 82932 w 99253"/>
                <a:gd name="connsiteY14" fmla="*/ 75 h 135683"/>
                <a:gd name="connsiteX15" fmla="*/ 46840 w 99253"/>
                <a:gd name="connsiteY15" fmla="*/ 27801 h 135683"/>
                <a:gd name="connsiteX16" fmla="*/ 46840 w 99253"/>
                <a:gd name="connsiteY16" fmla="*/ 665 h 135683"/>
                <a:gd name="connsiteX17" fmla="*/ 45336 w 99253"/>
                <a:gd name="connsiteY17" fmla="*/ 75 h 135683"/>
                <a:gd name="connsiteX18" fmla="*/ 822 w 99253"/>
                <a:gd name="connsiteY18" fmla="*/ 16003 h 135683"/>
                <a:gd name="connsiteX19" fmla="*/ 822 w 99253"/>
                <a:gd name="connsiteY19" fmla="*/ 2072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253" h="135683">
                  <a:moveTo>
                    <a:pt x="822" y="20722"/>
                  </a:moveTo>
                  <a:cubicBezTo>
                    <a:pt x="5033" y="19837"/>
                    <a:pt x="7740" y="19542"/>
                    <a:pt x="11349" y="19542"/>
                  </a:cubicBezTo>
                  <a:cubicBezTo>
                    <a:pt x="18868" y="19542"/>
                    <a:pt x="21575" y="24262"/>
                    <a:pt x="21575" y="37240"/>
                  </a:cubicBezTo>
                  <a:lnTo>
                    <a:pt x="21575" y="110981"/>
                  </a:lnTo>
                  <a:cubicBezTo>
                    <a:pt x="21575" y="125729"/>
                    <a:pt x="19470" y="127794"/>
                    <a:pt x="220" y="131334"/>
                  </a:cubicBezTo>
                  <a:lnTo>
                    <a:pt x="220" y="135758"/>
                  </a:lnTo>
                  <a:lnTo>
                    <a:pt x="72405" y="135758"/>
                  </a:lnTo>
                  <a:lnTo>
                    <a:pt x="72405" y="131334"/>
                  </a:lnTo>
                  <a:cubicBezTo>
                    <a:pt x="51953" y="130449"/>
                    <a:pt x="46840" y="126024"/>
                    <a:pt x="46840" y="109211"/>
                  </a:cubicBezTo>
                  <a:lnTo>
                    <a:pt x="46840" y="42844"/>
                  </a:lnTo>
                  <a:cubicBezTo>
                    <a:pt x="46840" y="33406"/>
                    <a:pt x="59773" y="18657"/>
                    <a:pt x="67893" y="18657"/>
                  </a:cubicBezTo>
                  <a:cubicBezTo>
                    <a:pt x="69698" y="18657"/>
                    <a:pt x="72405" y="20132"/>
                    <a:pt x="75713" y="23082"/>
                  </a:cubicBezTo>
                  <a:cubicBezTo>
                    <a:pt x="80526" y="27211"/>
                    <a:pt x="83834" y="28981"/>
                    <a:pt x="87744" y="28981"/>
                  </a:cubicBezTo>
                  <a:cubicBezTo>
                    <a:pt x="94962" y="28981"/>
                    <a:pt x="99474" y="23967"/>
                    <a:pt x="99474" y="15708"/>
                  </a:cubicBezTo>
                  <a:cubicBezTo>
                    <a:pt x="99474" y="5974"/>
                    <a:pt x="93158" y="75"/>
                    <a:pt x="82932" y="75"/>
                  </a:cubicBezTo>
                  <a:cubicBezTo>
                    <a:pt x="70299" y="75"/>
                    <a:pt x="61577" y="6859"/>
                    <a:pt x="46840" y="27801"/>
                  </a:cubicBezTo>
                  <a:lnTo>
                    <a:pt x="46840" y="665"/>
                  </a:lnTo>
                  <a:lnTo>
                    <a:pt x="45336" y="75"/>
                  </a:lnTo>
                  <a:cubicBezTo>
                    <a:pt x="29395" y="6564"/>
                    <a:pt x="18567" y="10398"/>
                    <a:pt x="822" y="16003"/>
                  </a:cubicBezTo>
                  <a:lnTo>
                    <a:pt x="822" y="20722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24F22FE9-1494-3183-564C-83F5EB45422F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8845391" y="7403129"/>
              <a:ext cx="69778" cy="294963"/>
            </a:xfrm>
            <a:custGeom>
              <a:avLst/>
              <a:gdLst>
                <a:gd name="connsiteX0" fmla="*/ 70007 w 69778"/>
                <a:gd name="connsiteY0" fmla="*/ 292089 h 294963"/>
                <a:gd name="connsiteX1" fmla="*/ 64894 w 69778"/>
                <a:gd name="connsiteY1" fmla="*/ 285600 h 294963"/>
                <a:gd name="connsiteX2" fmla="*/ 17673 w 69778"/>
                <a:gd name="connsiteY2" fmla="*/ 147557 h 294963"/>
                <a:gd name="connsiteX3" fmla="*/ 66097 w 69778"/>
                <a:gd name="connsiteY3" fmla="*/ 8039 h 294963"/>
                <a:gd name="connsiteX4" fmla="*/ 70007 w 69778"/>
                <a:gd name="connsiteY4" fmla="*/ 3024 h 294963"/>
                <a:gd name="connsiteX5" fmla="*/ 66999 w 69778"/>
                <a:gd name="connsiteY5" fmla="*/ 75 h 294963"/>
                <a:gd name="connsiteX6" fmla="*/ 19177 w 69778"/>
                <a:gd name="connsiteY6" fmla="*/ 57593 h 294963"/>
                <a:gd name="connsiteX7" fmla="*/ 229 w 69778"/>
                <a:gd name="connsiteY7" fmla="*/ 147557 h 294963"/>
                <a:gd name="connsiteX8" fmla="*/ 20079 w 69778"/>
                <a:gd name="connsiteY8" fmla="*/ 239585 h 294963"/>
                <a:gd name="connsiteX9" fmla="*/ 66999 w 69778"/>
                <a:gd name="connsiteY9" fmla="*/ 295038 h 294963"/>
                <a:gd name="connsiteX10" fmla="*/ 70007 w 69778"/>
                <a:gd name="connsiteY10" fmla="*/ 292089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78" h="294963">
                  <a:moveTo>
                    <a:pt x="70007" y="292089"/>
                  </a:moveTo>
                  <a:cubicBezTo>
                    <a:pt x="70007" y="291204"/>
                    <a:pt x="70007" y="290614"/>
                    <a:pt x="64894" y="285600"/>
                  </a:cubicBezTo>
                  <a:cubicBezTo>
                    <a:pt x="27298" y="248434"/>
                    <a:pt x="17673" y="192686"/>
                    <a:pt x="17673" y="147557"/>
                  </a:cubicBezTo>
                  <a:cubicBezTo>
                    <a:pt x="17673" y="96233"/>
                    <a:pt x="29102" y="44909"/>
                    <a:pt x="66097" y="8039"/>
                  </a:cubicBezTo>
                  <a:cubicBezTo>
                    <a:pt x="70007" y="4499"/>
                    <a:pt x="70007" y="3909"/>
                    <a:pt x="70007" y="3024"/>
                  </a:cubicBezTo>
                  <a:cubicBezTo>
                    <a:pt x="70007" y="960"/>
                    <a:pt x="68804" y="75"/>
                    <a:pt x="66999" y="75"/>
                  </a:cubicBezTo>
                  <a:cubicBezTo>
                    <a:pt x="63991" y="75"/>
                    <a:pt x="36922" y="20132"/>
                    <a:pt x="19177" y="57593"/>
                  </a:cubicBezTo>
                  <a:cubicBezTo>
                    <a:pt x="3838" y="90039"/>
                    <a:pt x="229" y="122780"/>
                    <a:pt x="229" y="147557"/>
                  </a:cubicBezTo>
                  <a:cubicBezTo>
                    <a:pt x="229" y="170564"/>
                    <a:pt x="3537" y="206254"/>
                    <a:pt x="20079" y="239585"/>
                  </a:cubicBezTo>
                  <a:cubicBezTo>
                    <a:pt x="38125" y="275866"/>
                    <a:pt x="63991" y="295038"/>
                    <a:pt x="66999" y="295038"/>
                  </a:cubicBezTo>
                  <a:cubicBezTo>
                    <a:pt x="68804" y="295038"/>
                    <a:pt x="70007" y="294153"/>
                    <a:pt x="70007" y="292089"/>
                  </a:cubicBez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90BCDDC9-3508-3249-84EA-C5A073B376EF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941770" y="7424956"/>
              <a:ext cx="133841" cy="199395"/>
            </a:xfrm>
            <a:custGeom>
              <a:avLst/>
              <a:gdLst>
                <a:gd name="connsiteX0" fmla="*/ 134074 w 133841"/>
                <a:gd name="connsiteY0" fmla="*/ 159060 h 199395"/>
                <a:gd name="connsiteX1" fmla="*/ 130164 w 133841"/>
                <a:gd name="connsiteY1" fmla="*/ 157585 h 199395"/>
                <a:gd name="connsiteX2" fmla="*/ 101591 w 133841"/>
                <a:gd name="connsiteY2" fmla="*/ 177053 h 199395"/>
                <a:gd name="connsiteX3" fmla="*/ 29708 w 133841"/>
                <a:gd name="connsiteY3" fmla="*/ 177053 h 199395"/>
                <a:gd name="connsiteX4" fmla="*/ 80237 w 133841"/>
                <a:gd name="connsiteY4" fmla="*/ 125139 h 199395"/>
                <a:gd name="connsiteX5" fmla="*/ 118735 w 133841"/>
                <a:gd name="connsiteY5" fmla="*/ 52283 h 199395"/>
                <a:gd name="connsiteX6" fmla="*/ 63093 w 133841"/>
                <a:gd name="connsiteY6" fmla="*/ 75 h 199395"/>
                <a:gd name="connsiteX7" fmla="*/ 19782 w 133841"/>
                <a:gd name="connsiteY7" fmla="*/ 18362 h 199395"/>
                <a:gd name="connsiteX8" fmla="*/ 533 w 133841"/>
                <a:gd name="connsiteY8" fmla="*/ 58773 h 199395"/>
                <a:gd name="connsiteX9" fmla="*/ 6849 w 133841"/>
                <a:gd name="connsiteY9" fmla="*/ 60247 h 199395"/>
                <a:gd name="connsiteX10" fmla="*/ 50461 w 133841"/>
                <a:gd name="connsiteY10" fmla="*/ 21902 h 199395"/>
                <a:gd name="connsiteX11" fmla="*/ 92869 w 133841"/>
                <a:gd name="connsiteY11" fmla="*/ 63492 h 199395"/>
                <a:gd name="connsiteX12" fmla="*/ 53769 w 133841"/>
                <a:gd name="connsiteY12" fmla="*/ 140182 h 199395"/>
                <a:gd name="connsiteX13" fmla="*/ 232 w 133841"/>
                <a:gd name="connsiteY13" fmla="*/ 195931 h 199395"/>
                <a:gd name="connsiteX14" fmla="*/ 232 w 133841"/>
                <a:gd name="connsiteY14" fmla="*/ 199470 h 199395"/>
                <a:gd name="connsiteX15" fmla="*/ 117532 w 133841"/>
                <a:gd name="connsiteY15" fmla="*/ 199470 h 199395"/>
                <a:gd name="connsiteX16" fmla="*/ 134074 w 133841"/>
                <a:gd name="connsiteY16" fmla="*/ 159060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841" h="199395">
                  <a:moveTo>
                    <a:pt x="134074" y="159060"/>
                  </a:moveTo>
                  <a:lnTo>
                    <a:pt x="130164" y="157585"/>
                  </a:lnTo>
                  <a:cubicBezTo>
                    <a:pt x="119036" y="174398"/>
                    <a:pt x="115126" y="177053"/>
                    <a:pt x="101591" y="177053"/>
                  </a:cubicBezTo>
                  <a:lnTo>
                    <a:pt x="29708" y="177053"/>
                  </a:lnTo>
                  <a:lnTo>
                    <a:pt x="80237" y="125139"/>
                  </a:lnTo>
                  <a:cubicBezTo>
                    <a:pt x="107005" y="97708"/>
                    <a:pt x="118735" y="75290"/>
                    <a:pt x="118735" y="52283"/>
                  </a:cubicBezTo>
                  <a:cubicBezTo>
                    <a:pt x="118735" y="22787"/>
                    <a:pt x="94373" y="75"/>
                    <a:pt x="63093" y="75"/>
                  </a:cubicBezTo>
                  <a:cubicBezTo>
                    <a:pt x="46551" y="75"/>
                    <a:pt x="30911" y="6564"/>
                    <a:pt x="19782" y="18362"/>
                  </a:cubicBezTo>
                  <a:cubicBezTo>
                    <a:pt x="10158" y="28391"/>
                    <a:pt x="5646" y="37830"/>
                    <a:pt x="533" y="58773"/>
                  </a:cubicBezTo>
                  <a:lnTo>
                    <a:pt x="6849" y="60247"/>
                  </a:lnTo>
                  <a:cubicBezTo>
                    <a:pt x="18880" y="31341"/>
                    <a:pt x="29708" y="21902"/>
                    <a:pt x="50461" y="21902"/>
                  </a:cubicBezTo>
                  <a:cubicBezTo>
                    <a:pt x="75725" y="21902"/>
                    <a:pt x="92869" y="38715"/>
                    <a:pt x="92869" y="63492"/>
                  </a:cubicBezTo>
                  <a:cubicBezTo>
                    <a:pt x="92869" y="86499"/>
                    <a:pt x="79034" y="113931"/>
                    <a:pt x="53769" y="140182"/>
                  </a:cubicBezTo>
                  <a:lnTo>
                    <a:pt x="232" y="195931"/>
                  </a:lnTo>
                  <a:lnTo>
                    <a:pt x="232" y="199470"/>
                  </a:lnTo>
                  <a:lnTo>
                    <a:pt x="117532" y="199470"/>
                  </a:lnTo>
                  <a:lnTo>
                    <a:pt x="134074" y="159060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A6FB153A-5821-737C-E1CB-197696AD172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109561" y="7593085"/>
              <a:ext cx="35189" cy="88194"/>
            </a:xfrm>
            <a:custGeom>
              <a:avLst/>
              <a:gdLst>
                <a:gd name="connsiteX0" fmla="*/ 35427 w 35189"/>
                <a:gd name="connsiteY0" fmla="*/ 31046 h 88194"/>
                <a:gd name="connsiteX1" fmla="*/ 16178 w 35189"/>
                <a:gd name="connsiteY1" fmla="*/ 75 h 88194"/>
                <a:gd name="connsiteX2" fmla="*/ 237 w 35189"/>
                <a:gd name="connsiteY2" fmla="*/ 15708 h 88194"/>
                <a:gd name="connsiteX3" fmla="*/ 16178 w 35189"/>
                <a:gd name="connsiteY3" fmla="*/ 31341 h 88194"/>
                <a:gd name="connsiteX4" fmla="*/ 26705 w 35189"/>
                <a:gd name="connsiteY4" fmla="*/ 27506 h 88194"/>
                <a:gd name="connsiteX5" fmla="*/ 28209 w 35189"/>
                <a:gd name="connsiteY5" fmla="*/ 26621 h 88194"/>
                <a:gd name="connsiteX6" fmla="*/ 28810 w 35189"/>
                <a:gd name="connsiteY6" fmla="*/ 31046 h 88194"/>
                <a:gd name="connsiteX7" fmla="*/ 8358 w 35189"/>
                <a:gd name="connsiteY7" fmla="*/ 80305 h 88194"/>
                <a:gd name="connsiteX8" fmla="*/ 5050 w 35189"/>
                <a:gd name="connsiteY8" fmla="*/ 85024 h 88194"/>
                <a:gd name="connsiteX9" fmla="*/ 8057 w 35189"/>
                <a:gd name="connsiteY9" fmla="*/ 88269 h 88194"/>
                <a:gd name="connsiteX10" fmla="*/ 35427 w 35189"/>
                <a:gd name="connsiteY10" fmla="*/ 3104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189" h="88194">
                  <a:moveTo>
                    <a:pt x="35427" y="31046"/>
                  </a:moveTo>
                  <a:cubicBezTo>
                    <a:pt x="35427" y="11578"/>
                    <a:pt x="27908" y="75"/>
                    <a:pt x="16178" y="75"/>
                  </a:cubicBezTo>
                  <a:cubicBezTo>
                    <a:pt x="6253" y="75"/>
                    <a:pt x="237" y="7449"/>
                    <a:pt x="237" y="15708"/>
                  </a:cubicBezTo>
                  <a:cubicBezTo>
                    <a:pt x="237" y="23672"/>
                    <a:pt x="6253" y="31341"/>
                    <a:pt x="16178" y="31341"/>
                  </a:cubicBezTo>
                  <a:cubicBezTo>
                    <a:pt x="19787" y="31341"/>
                    <a:pt x="23697" y="30161"/>
                    <a:pt x="26705" y="27506"/>
                  </a:cubicBezTo>
                  <a:cubicBezTo>
                    <a:pt x="27607" y="26916"/>
                    <a:pt x="27908" y="26621"/>
                    <a:pt x="28209" y="26621"/>
                  </a:cubicBezTo>
                  <a:cubicBezTo>
                    <a:pt x="28510" y="26621"/>
                    <a:pt x="28810" y="26916"/>
                    <a:pt x="28810" y="31046"/>
                  </a:cubicBezTo>
                  <a:cubicBezTo>
                    <a:pt x="28810" y="52873"/>
                    <a:pt x="18283" y="70571"/>
                    <a:pt x="8358" y="80305"/>
                  </a:cubicBezTo>
                  <a:cubicBezTo>
                    <a:pt x="5050" y="83549"/>
                    <a:pt x="5050" y="84139"/>
                    <a:pt x="5050" y="85024"/>
                  </a:cubicBezTo>
                  <a:cubicBezTo>
                    <a:pt x="5050" y="87089"/>
                    <a:pt x="6553" y="88269"/>
                    <a:pt x="8057" y="88269"/>
                  </a:cubicBezTo>
                  <a:cubicBezTo>
                    <a:pt x="11366" y="88269"/>
                    <a:pt x="35427" y="65557"/>
                    <a:pt x="35427" y="31046"/>
                  </a:cubicBez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97AB5DBC-096A-FB9E-6996-663CEF41EB45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234245" y="7424956"/>
              <a:ext cx="85117" cy="199395"/>
            </a:xfrm>
            <a:custGeom>
              <a:avLst/>
              <a:gdLst>
                <a:gd name="connsiteX0" fmla="*/ 54379 w 85117"/>
                <a:gd name="connsiteY0" fmla="*/ 75 h 199395"/>
                <a:gd name="connsiteX1" fmla="*/ 241 w 85117"/>
                <a:gd name="connsiteY1" fmla="*/ 26916 h 199395"/>
                <a:gd name="connsiteX2" fmla="*/ 241 w 85117"/>
                <a:gd name="connsiteY2" fmla="*/ 31046 h 199395"/>
                <a:gd name="connsiteX3" fmla="*/ 8362 w 85117"/>
                <a:gd name="connsiteY3" fmla="*/ 27801 h 199395"/>
                <a:gd name="connsiteX4" fmla="*/ 21897 w 85117"/>
                <a:gd name="connsiteY4" fmla="*/ 24557 h 199395"/>
                <a:gd name="connsiteX5" fmla="*/ 30920 w 85117"/>
                <a:gd name="connsiteY5" fmla="*/ 38420 h 199395"/>
                <a:gd name="connsiteX6" fmla="*/ 30920 w 85117"/>
                <a:gd name="connsiteY6" fmla="*/ 172039 h 199395"/>
                <a:gd name="connsiteX7" fmla="*/ 23701 w 85117"/>
                <a:gd name="connsiteY7" fmla="*/ 191211 h 199395"/>
                <a:gd name="connsiteX8" fmla="*/ 2347 w 85117"/>
                <a:gd name="connsiteY8" fmla="*/ 195046 h 199395"/>
                <a:gd name="connsiteX9" fmla="*/ 2347 w 85117"/>
                <a:gd name="connsiteY9" fmla="*/ 199470 h 199395"/>
                <a:gd name="connsiteX10" fmla="*/ 85359 w 85117"/>
                <a:gd name="connsiteY10" fmla="*/ 199470 h 199395"/>
                <a:gd name="connsiteX11" fmla="*/ 85359 w 85117"/>
                <a:gd name="connsiteY11" fmla="*/ 195046 h 199395"/>
                <a:gd name="connsiteX12" fmla="*/ 56786 w 85117"/>
                <a:gd name="connsiteY12" fmla="*/ 177643 h 199395"/>
                <a:gd name="connsiteX13" fmla="*/ 56786 w 85117"/>
                <a:gd name="connsiteY13" fmla="*/ 665 h 199395"/>
                <a:gd name="connsiteX14" fmla="*/ 54379 w 85117"/>
                <a:gd name="connsiteY14" fmla="*/ 7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117" h="199395">
                  <a:moveTo>
                    <a:pt x="54379" y="75"/>
                  </a:moveTo>
                  <a:lnTo>
                    <a:pt x="241" y="26916"/>
                  </a:lnTo>
                  <a:lnTo>
                    <a:pt x="241" y="31046"/>
                  </a:lnTo>
                  <a:cubicBezTo>
                    <a:pt x="3850" y="29571"/>
                    <a:pt x="7159" y="28391"/>
                    <a:pt x="8362" y="27801"/>
                  </a:cubicBezTo>
                  <a:cubicBezTo>
                    <a:pt x="13776" y="25737"/>
                    <a:pt x="18889" y="24557"/>
                    <a:pt x="21897" y="24557"/>
                  </a:cubicBezTo>
                  <a:cubicBezTo>
                    <a:pt x="28213" y="24557"/>
                    <a:pt x="30920" y="28981"/>
                    <a:pt x="30920" y="38420"/>
                  </a:cubicBezTo>
                  <a:lnTo>
                    <a:pt x="30920" y="172039"/>
                  </a:lnTo>
                  <a:cubicBezTo>
                    <a:pt x="30920" y="181772"/>
                    <a:pt x="28513" y="188556"/>
                    <a:pt x="23701" y="191211"/>
                  </a:cubicBezTo>
                  <a:cubicBezTo>
                    <a:pt x="19190" y="193866"/>
                    <a:pt x="14979" y="194751"/>
                    <a:pt x="2347" y="195046"/>
                  </a:cubicBezTo>
                  <a:lnTo>
                    <a:pt x="2347" y="199470"/>
                  </a:lnTo>
                  <a:lnTo>
                    <a:pt x="85359" y="199470"/>
                  </a:lnTo>
                  <a:lnTo>
                    <a:pt x="85359" y="195046"/>
                  </a:lnTo>
                  <a:cubicBezTo>
                    <a:pt x="61598" y="194751"/>
                    <a:pt x="56786" y="191801"/>
                    <a:pt x="56786" y="177643"/>
                  </a:cubicBezTo>
                  <a:lnTo>
                    <a:pt x="56786" y="665"/>
                  </a:lnTo>
                  <a:lnTo>
                    <a:pt x="54379" y="75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F0BF1C2D-4C71-1F5E-371B-DCF52F63AEB2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360831" y="7424956"/>
              <a:ext cx="133841" cy="199395"/>
            </a:xfrm>
            <a:custGeom>
              <a:avLst/>
              <a:gdLst>
                <a:gd name="connsiteX0" fmla="*/ 134088 w 133841"/>
                <a:gd name="connsiteY0" fmla="*/ 159060 h 199395"/>
                <a:gd name="connsiteX1" fmla="*/ 130178 w 133841"/>
                <a:gd name="connsiteY1" fmla="*/ 157585 h 199395"/>
                <a:gd name="connsiteX2" fmla="*/ 101605 w 133841"/>
                <a:gd name="connsiteY2" fmla="*/ 177053 h 199395"/>
                <a:gd name="connsiteX3" fmla="*/ 29721 w 133841"/>
                <a:gd name="connsiteY3" fmla="*/ 177053 h 199395"/>
                <a:gd name="connsiteX4" fmla="*/ 80250 w 133841"/>
                <a:gd name="connsiteY4" fmla="*/ 125139 h 199395"/>
                <a:gd name="connsiteX5" fmla="*/ 118749 w 133841"/>
                <a:gd name="connsiteY5" fmla="*/ 52283 h 199395"/>
                <a:gd name="connsiteX6" fmla="*/ 63107 w 133841"/>
                <a:gd name="connsiteY6" fmla="*/ 75 h 199395"/>
                <a:gd name="connsiteX7" fmla="*/ 19796 w 133841"/>
                <a:gd name="connsiteY7" fmla="*/ 18362 h 199395"/>
                <a:gd name="connsiteX8" fmla="*/ 547 w 133841"/>
                <a:gd name="connsiteY8" fmla="*/ 58773 h 199395"/>
                <a:gd name="connsiteX9" fmla="*/ 6863 w 133841"/>
                <a:gd name="connsiteY9" fmla="*/ 60247 h 199395"/>
                <a:gd name="connsiteX10" fmla="*/ 50474 w 133841"/>
                <a:gd name="connsiteY10" fmla="*/ 21902 h 199395"/>
                <a:gd name="connsiteX11" fmla="*/ 92883 w 133841"/>
                <a:gd name="connsiteY11" fmla="*/ 63492 h 199395"/>
                <a:gd name="connsiteX12" fmla="*/ 53783 w 133841"/>
                <a:gd name="connsiteY12" fmla="*/ 140182 h 199395"/>
                <a:gd name="connsiteX13" fmla="*/ 246 w 133841"/>
                <a:gd name="connsiteY13" fmla="*/ 195931 h 199395"/>
                <a:gd name="connsiteX14" fmla="*/ 246 w 133841"/>
                <a:gd name="connsiteY14" fmla="*/ 199470 h 199395"/>
                <a:gd name="connsiteX15" fmla="*/ 117546 w 133841"/>
                <a:gd name="connsiteY15" fmla="*/ 199470 h 199395"/>
                <a:gd name="connsiteX16" fmla="*/ 134088 w 133841"/>
                <a:gd name="connsiteY16" fmla="*/ 159060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841" h="199395">
                  <a:moveTo>
                    <a:pt x="134088" y="159060"/>
                  </a:moveTo>
                  <a:lnTo>
                    <a:pt x="130178" y="157585"/>
                  </a:lnTo>
                  <a:cubicBezTo>
                    <a:pt x="119050" y="174398"/>
                    <a:pt x="115140" y="177053"/>
                    <a:pt x="101605" y="177053"/>
                  </a:cubicBezTo>
                  <a:lnTo>
                    <a:pt x="29721" y="177053"/>
                  </a:lnTo>
                  <a:lnTo>
                    <a:pt x="80250" y="125139"/>
                  </a:lnTo>
                  <a:cubicBezTo>
                    <a:pt x="107019" y="97708"/>
                    <a:pt x="118749" y="75290"/>
                    <a:pt x="118749" y="52283"/>
                  </a:cubicBezTo>
                  <a:cubicBezTo>
                    <a:pt x="118749" y="22787"/>
                    <a:pt x="94387" y="75"/>
                    <a:pt x="63107" y="75"/>
                  </a:cubicBezTo>
                  <a:cubicBezTo>
                    <a:pt x="46564" y="75"/>
                    <a:pt x="30925" y="6564"/>
                    <a:pt x="19796" y="18362"/>
                  </a:cubicBezTo>
                  <a:cubicBezTo>
                    <a:pt x="10172" y="28391"/>
                    <a:pt x="5660" y="37830"/>
                    <a:pt x="547" y="58773"/>
                  </a:cubicBezTo>
                  <a:lnTo>
                    <a:pt x="6863" y="60247"/>
                  </a:lnTo>
                  <a:cubicBezTo>
                    <a:pt x="18894" y="31341"/>
                    <a:pt x="29721" y="21902"/>
                    <a:pt x="50474" y="21902"/>
                  </a:cubicBezTo>
                  <a:cubicBezTo>
                    <a:pt x="75739" y="21902"/>
                    <a:pt x="92883" y="38715"/>
                    <a:pt x="92883" y="63492"/>
                  </a:cubicBezTo>
                  <a:cubicBezTo>
                    <a:pt x="92883" y="86499"/>
                    <a:pt x="79047" y="113931"/>
                    <a:pt x="53783" y="140182"/>
                  </a:cubicBezTo>
                  <a:lnTo>
                    <a:pt x="246" y="195931"/>
                  </a:lnTo>
                  <a:lnTo>
                    <a:pt x="246" y="199470"/>
                  </a:lnTo>
                  <a:lnTo>
                    <a:pt x="117546" y="199470"/>
                  </a:lnTo>
                  <a:lnTo>
                    <a:pt x="134088" y="159060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063AA321-3E7F-8B0B-4695-7372586E101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519900" y="7403129"/>
              <a:ext cx="69778" cy="294963"/>
            </a:xfrm>
            <a:custGeom>
              <a:avLst/>
              <a:gdLst>
                <a:gd name="connsiteX0" fmla="*/ 70029 w 69778"/>
                <a:gd name="connsiteY0" fmla="*/ 147557 h 294963"/>
                <a:gd name="connsiteX1" fmla="*/ 50179 w 69778"/>
                <a:gd name="connsiteY1" fmla="*/ 55528 h 294963"/>
                <a:gd name="connsiteX2" fmla="*/ 3259 w 69778"/>
                <a:gd name="connsiteY2" fmla="*/ 75 h 294963"/>
                <a:gd name="connsiteX3" fmla="*/ 251 w 69778"/>
                <a:gd name="connsiteY3" fmla="*/ 3024 h 294963"/>
                <a:gd name="connsiteX4" fmla="*/ 5966 w 69778"/>
                <a:gd name="connsiteY4" fmla="*/ 9809 h 294963"/>
                <a:gd name="connsiteX5" fmla="*/ 52585 w 69778"/>
                <a:gd name="connsiteY5" fmla="*/ 147557 h 294963"/>
                <a:gd name="connsiteX6" fmla="*/ 4161 w 69778"/>
                <a:gd name="connsiteY6" fmla="*/ 287074 h 294963"/>
                <a:gd name="connsiteX7" fmla="*/ 251 w 69778"/>
                <a:gd name="connsiteY7" fmla="*/ 292089 h 294963"/>
                <a:gd name="connsiteX8" fmla="*/ 3259 w 69778"/>
                <a:gd name="connsiteY8" fmla="*/ 295038 h 294963"/>
                <a:gd name="connsiteX9" fmla="*/ 51081 w 69778"/>
                <a:gd name="connsiteY9" fmla="*/ 237520 h 294963"/>
                <a:gd name="connsiteX10" fmla="*/ 70029 w 69778"/>
                <a:gd name="connsiteY10" fmla="*/ 147557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78" h="294963">
                  <a:moveTo>
                    <a:pt x="70029" y="147557"/>
                  </a:moveTo>
                  <a:cubicBezTo>
                    <a:pt x="70029" y="124549"/>
                    <a:pt x="66721" y="88859"/>
                    <a:pt x="50179" y="55528"/>
                  </a:cubicBezTo>
                  <a:cubicBezTo>
                    <a:pt x="32133" y="19247"/>
                    <a:pt x="6267" y="75"/>
                    <a:pt x="3259" y="75"/>
                  </a:cubicBezTo>
                  <a:cubicBezTo>
                    <a:pt x="1454" y="75"/>
                    <a:pt x="251" y="1255"/>
                    <a:pt x="251" y="3024"/>
                  </a:cubicBezTo>
                  <a:cubicBezTo>
                    <a:pt x="251" y="3909"/>
                    <a:pt x="251" y="4499"/>
                    <a:pt x="5966" y="9809"/>
                  </a:cubicBezTo>
                  <a:cubicBezTo>
                    <a:pt x="35441" y="39010"/>
                    <a:pt x="52585" y="85909"/>
                    <a:pt x="52585" y="147557"/>
                  </a:cubicBezTo>
                  <a:cubicBezTo>
                    <a:pt x="52585" y="197995"/>
                    <a:pt x="41456" y="249909"/>
                    <a:pt x="4161" y="287074"/>
                  </a:cubicBezTo>
                  <a:cubicBezTo>
                    <a:pt x="251" y="290614"/>
                    <a:pt x="251" y="291204"/>
                    <a:pt x="251" y="292089"/>
                  </a:cubicBezTo>
                  <a:cubicBezTo>
                    <a:pt x="251" y="293859"/>
                    <a:pt x="1454" y="295038"/>
                    <a:pt x="3259" y="295038"/>
                  </a:cubicBezTo>
                  <a:cubicBezTo>
                    <a:pt x="6267" y="295038"/>
                    <a:pt x="33336" y="274981"/>
                    <a:pt x="51081" y="237520"/>
                  </a:cubicBezTo>
                  <a:cubicBezTo>
                    <a:pt x="66420" y="205074"/>
                    <a:pt x="70029" y="172333"/>
                    <a:pt x="70029" y="147557"/>
                  </a:cubicBez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643" name="Group 642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for }\,\, (5,147)&#10;$$&#10;}&#10;\end{document}" title="IguanaTex Shape Display">
            <a:extLst>
              <a:ext uri="{FF2B5EF4-FFF2-40B4-BE49-F238E27FC236}">
                <a16:creationId xmlns:a16="http://schemas.microsoft.com/office/drawing/2014/main" id="{A1835F35-E468-4C1F-416C-9DDE818D4BCB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1892300" y="6032500"/>
            <a:ext cx="1421829" cy="294963"/>
            <a:chOff x="8288786" y="8034448"/>
            <a:chExt cx="1421829" cy="294963"/>
          </a:xfrm>
        </p:grpSpPr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02767747-8930-A0AD-B80C-25E70F27D59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288786" y="8054210"/>
              <a:ext cx="109817" cy="201460"/>
            </a:xfrm>
            <a:custGeom>
              <a:avLst/>
              <a:gdLst>
                <a:gd name="connsiteX0" fmla="*/ 87640 w 109817"/>
                <a:gd name="connsiteY0" fmla="*/ 68801 h 201460"/>
                <a:gd name="connsiteX1" fmla="*/ 50429 w 109817"/>
                <a:gd name="connsiteY1" fmla="*/ 68801 h 201460"/>
                <a:gd name="connsiteX2" fmla="*/ 50429 w 109817"/>
                <a:gd name="connsiteY2" fmla="*/ 34585 h 201460"/>
                <a:gd name="connsiteX3" fmla="*/ 67673 w 109817"/>
                <a:gd name="connsiteY3" fmla="*/ 8334 h 201460"/>
                <a:gd name="connsiteX4" fmla="*/ 83707 w 109817"/>
                <a:gd name="connsiteY4" fmla="*/ 19837 h 201460"/>
                <a:gd name="connsiteX5" fmla="*/ 97321 w 109817"/>
                <a:gd name="connsiteY5" fmla="*/ 30456 h 201460"/>
                <a:gd name="connsiteX6" fmla="*/ 110027 w 109817"/>
                <a:gd name="connsiteY6" fmla="*/ 18362 h 201460"/>
                <a:gd name="connsiteX7" fmla="*/ 78564 w 109817"/>
                <a:gd name="connsiteY7" fmla="*/ 75 h 201460"/>
                <a:gd name="connsiteX8" fmla="*/ 35908 w 109817"/>
                <a:gd name="connsiteY8" fmla="*/ 21607 h 201460"/>
                <a:gd name="connsiteX9" fmla="*/ 25319 w 109817"/>
                <a:gd name="connsiteY9" fmla="*/ 68801 h 201460"/>
                <a:gd name="connsiteX10" fmla="*/ 512 w 109817"/>
                <a:gd name="connsiteY10" fmla="*/ 68801 h 201460"/>
                <a:gd name="connsiteX11" fmla="*/ 512 w 109817"/>
                <a:gd name="connsiteY11" fmla="*/ 78240 h 201460"/>
                <a:gd name="connsiteX12" fmla="*/ 25319 w 109817"/>
                <a:gd name="connsiteY12" fmla="*/ 78240 h 201460"/>
                <a:gd name="connsiteX13" fmla="*/ 25319 w 109817"/>
                <a:gd name="connsiteY13" fmla="*/ 170859 h 201460"/>
                <a:gd name="connsiteX14" fmla="*/ 210 w 109817"/>
                <a:gd name="connsiteY14" fmla="*/ 197110 h 201460"/>
                <a:gd name="connsiteX15" fmla="*/ 210 w 109817"/>
                <a:gd name="connsiteY15" fmla="*/ 201535 h 201460"/>
                <a:gd name="connsiteX16" fmla="*/ 78867 w 109817"/>
                <a:gd name="connsiteY16" fmla="*/ 201535 h 201460"/>
                <a:gd name="connsiteX17" fmla="*/ 78867 w 109817"/>
                <a:gd name="connsiteY17" fmla="*/ 197110 h 201460"/>
                <a:gd name="connsiteX18" fmla="*/ 50732 w 109817"/>
                <a:gd name="connsiteY18" fmla="*/ 170859 h 201460"/>
                <a:gd name="connsiteX19" fmla="*/ 50732 w 109817"/>
                <a:gd name="connsiteY19" fmla="*/ 78240 h 201460"/>
                <a:gd name="connsiteX20" fmla="*/ 87640 w 109817"/>
                <a:gd name="connsiteY20" fmla="*/ 78240 h 201460"/>
                <a:gd name="connsiteX21" fmla="*/ 87640 w 109817"/>
                <a:gd name="connsiteY21" fmla="*/ 68801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817" h="201460">
                  <a:moveTo>
                    <a:pt x="87640" y="68801"/>
                  </a:moveTo>
                  <a:lnTo>
                    <a:pt x="50429" y="68801"/>
                  </a:lnTo>
                  <a:lnTo>
                    <a:pt x="50429" y="34585"/>
                  </a:lnTo>
                  <a:cubicBezTo>
                    <a:pt x="50429" y="17478"/>
                    <a:pt x="56177" y="8334"/>
                    <a:pt x="67673" y="8334"/>
                  </a:cubicBezTo>
                  <a:cubicBezTo>
                    <a:pt x="74026" y="8334"/>
                    <a:pt x="78262" y="11283"/>
                    <a:pt x="83707" y="19837"/>
                  </a:cubicBezTo>
                  <a:cubicBezTo>
                    <a:pt x="88548" y="27506"/>
                    <a:pt x="92178" y="30456"/>
                    <a:pt x="97321" y="30456"/>
                  </a:cubicBezTo>
                  <a:cubicBezTo>
                    <a:pt x="104279" y="30456"/>
                    <a:pt x="110027" y="25147"/>
                    <a:pt x="110027" y="18362"/>
                  </a:cubicBezTo>
                  <a:cubicBezTo>
                    <a:pt x="110027" y="7744"/>
                    <a:pt x="96716" y="75"/>
                    <a:pt x="78564" y="75"/>
                  </a:cubicBezTo>
                  <a:cubicBezTo>
                    <a:pt x="59807" y="75"/>
                    <a:pt x="43774" y="8039"/>
                    <a:pt x="35908" y="21607"/>
                  </a:cubicBezTo>
                  <a:cubicBezTo>
                    <a:pt x="28042" y="34585"/>
                    <a:pt x="25622" y="45204"/>
                    <a:pt x="25319" y="68801"/>
                  </a:cubicBezTo>
                  <a:lnTo>
                    <a:pt x="512" y="68801"/>
                  </a:lnTo>
                  <a:lnTo>
                    <a:pt x="512" y="78240"/>
                  </a:lnTo>
                  <a:lnTo>
                    <a:pt x="25319" y="78240"/>
                  </a:lnTo>
                  <a:lnTo>
                    <a:pt x="25319" y="170859"/>
                  </a:lnTo>
                  <a:cubicBezTo>
                    <a:pt x="25319" y="192391"/>
                    <a:pt x="21992" y="195931"/>
                    <a:pt x="210" y="197110"/>
                  </a:cubicBezTo>
                  <a:lnTo>
                    <a:pt x="210" y="201535"/>
                  </a:lnTo>
                  <a:lnTo>
                    <a:pt x="78867" y="201535"/>
                  </a:lnTo>
                  <a:lnTo>
                    <a:pt x="78867" y="197110"/>
                  </a:lnTo>
                  <a:cubicBezTo>
                    <a:pt x="54059" y="196226"/>
                    <a:pt x="50732" y="192981"/>
                    <a:pt x="50732" y="170859"/>
                  </a:cubicBezTo>
                  <a:lnTo>
                    <a:pt x="50732" y="78240"/>
                  </a:lnTo>
                  <a:lnTo>
                    <a:pt x="87640" y="78240"/>
                  </a:lnTo>
                  <a:lnTo>
                    <a:pt x="87640" y="68801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33DE9571-FD18-C5CB-03BD-FB71C3BEF11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392626" y="8119987"/>
              <a:ext cx="133414" cy="138632"/>
            </a:xfrm>
            <a:custGeom>
              <a:avLst/>
              <a:gdLst>
                <a:gd name="connsiteX0" fmla="*/ 67071 w 133414"/>
                <a:gd name="connsiteY0" fmla="*/ 75 h 138632"/>
                <a:gd name="connsiteX1" fmla="*/ 213 w 133414"/>
                <a:gd name="connsiteY1" fmla="*/ 69096 h 138632"/>
                <a:gd name="connsiteX2" fmla="*/ 66466 w 133414"/>
                <a:gd name="connsiteY2" fmla="*/ 138708 h 138632"/>
                <a:gd name="connsiteX3" fmla="*/ 133627 w 133414"/>
                <a:gd name="connsiteY3" fmla="*/ 66737 h 138632"/>
                <a:gd name="connsiteX4" fmla="*/ 67071 w 133414"/>
                <a:gd name="connsiteY4" fmla="*/ 75 h 138632"/>
                <a:gd name="connsiteX5" fmla="*/ 63139 w 133414"/>
                <a:gd name="connsiteY5" fmla="*/ 8334 h 138632"/>
                <a:gd name="connsiteX6" fmla="*/ 106400 w 133414"/>
                <a:gd name="connsiteY6" fmla="*/ 77060 h 138632"/>
                <a:gd name="connsiteX7" fmla="*/ 70097 w 133414"/>
                <a:gd name="connsiteY7" fmla="*/ 130449 h 138632"/>
                <a:gd name="connsiteX8" fmla="*/ 40752 w 133414"/>
                <a:gd name="connsiteY8" fmla="*/ 111571 h 138632"/>
                <a:gd name="connsiteX9" fmla="*/ 27440 w 133414"/>
                <a:gd name="connsiteY9" fmla="*/ 54643 h 138632"/>
                <a:gd name="connsiteX10" fmla="*/ 63139 w 133414"/>
                <a:gd name="connsiteY10" fmla="*/ 833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14" h="138632">
                  <a:moveTo>
                    <a:pt x="67071" y="75"/>
                  </a:moveTo>
                  <a:cubicBezTo>
                    <a:pt x="27743" y="75"/>
                    <a:pt x="213" y="28391"/>
                    <a:pt x="213" y="69096"/>
                  </a:cubicBezTo>
                  <a:cubicBezTo>
                    <a:pt x="213" y="108916"/>
                    <a:pt x="28348" y="138708"/>
                    <a:pt x="66466" y="138708"/>
                  </a:cubicBezTo>
                  <a:cubicBezTo>
                    <a:pt x="104585" y="138708"/>
                    <a:pt x="133627" y="107441"/>
                    <a:pt x="133627" y="66737"/>
                  </a:cubicBezTo>
                  <a:cubicBezTo>
                    <a:pt x="133627" y="28096"/>
                    <a:pt x="105795" y="75"/>
                    <a:pt x="67071" y="75"/>
                  </a:cubicBezTo>
                  <a:close/>
                  <a:moveTo>
                    <a:pt x="63139" y="8334"/>
                  </a:moveTo>
                  <a:cubicBezTo>
                    <a:pt x="88551" y="8334"/>
                    <a:pt x="106400" y="36650"/>
                    <a:pt x="106400" y="77060"/>
                  </a:cubicBezTo>
                  <a:cubicBezTo>
                    <a:pt x="106400" y="110391"/>
                    <a:pt x="92786" y="130449"/>
                    <a:pt x="70097" y="130449"/>
                  </a:cubicBezTo>
                  <a:cubicBezTo>
                    <a:pt x="58298" y="130449"/>
                    <a:pt x="47105" y="123370"/>
                    <a:pt x="40752" y="111571"/>
                  </a:cubicBezTo>
                  <a:cubicBezTo>
                    <a:pt x="32281" y="96233"/>
                    <a:pt x="27440" y="75585"/>
                    <a:pt x="27440" y="54643"/>
                  </a:cubicBezTo>
                  <a:cubicBezTo>
                    <a:pt x="27440" y="26621"/>
                    <a:pt x="41659" y="8334"/>
                    <a:pt x="63139" y="8334"/>
                  </a:cubicBez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99C3D47A-4EC5-CBEB-FE03-D0FC2BFE46AE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537196" y="8119987"/>
              <a:ext cx="99833" cy="135683"/>
            </a:xfrm>
            <a:custGeom>
              <a:avLst/>
              <a:gdLst>
                <a:gd name="connsiteX0" fmla="*/ 823 w 99833"/>
                <a:gd name="connsiteY0" fmla="*/ 20722 h 135683"/>
                <a:gd name="connsiteX1" fmla="*/ 11412 w 99833"/>
                <a:gd name="connsiteY1" fmla="*/ 19542 h 135683"/>
                <a:gd name="connsiteX2" fmla="*/ 21697 w 99833"/>
                <a:gd name="connsiteY2" fmla="*/ 37240 h 135683"/>
                <a:gd name="connsiteX3" fmla="*/ 21697 w 99833"/>
                <a:gd name="connsiteY3" fmla="*/ 110981 h 135683"/>
                <a:gd name="connsiteX4" fmla="*/ 218 w 99833"/>
                <a:gd name="connsiteY4" fmla="*/ 131334 h 135683"/>
                <a:gd name="connsiteX5" fmla="*/ 218 w 99833"/>
                <a:gd name="connsiteY5" fmla="*/ 135758 h 135683"/>
                <a:gd name="connsiteX6" fmla="*/ 72824 w 99833"/>
                <a:gd name="connsiteY6" fmla="*/ 135758 h 135683"/>
                <a:gd name="connsiteX7" fmla="*/ 72824 w 99833"/>
                <a:gd name="connsiteY7" fmla="*/ 131334 h 135683"/>
                <a:gd name="connsiteX8" fmla="*/ 47110 w 99833"/>
                <a:gd name="connsiteY8" fmla="*/ 109211 h 135683"/>
                <a:gd name="connsiteX9" fmla="*/ 47110 w 99833"/>
                <a:gd name="connsiteY9" fmla="*/ 42844 h 135683"/>
                <a:gd name="connsiteX10" fmla="*/ 68287 w 99833"/>
                <a:gd name="connsiteY10" fmla="*/ 18657 h 135683"/>
                <a:gd name="connsiteX11" fmla="*/ 76152 w 99833"/>
                <a:gd name="connsiteY11" fmla="*/ 23082 h 135683"/>
                <a:gd name="connsiteX12" fmla="*/ 88253 w 99833"/>
                <a:gd name="connsiteY12" fmla="*/ 28981 h 135683"/>
                <a:gd name="connsiteX13" fmla="*/ 100052 w 99833"/>
                <a:gd name="connsiteY13" fmla="*/ 15708 h 135683"/>
                <a:gd name="connsiteX14" fmla="*/ 83413 w 99833"/>
                <a:gd name="connsiteY14" fmla="*/ 75 h 135683"/>
                <a:gd name="connsiteX15" fmla="*/ 47110 w 99833"/>
                <a:gd name="connsiteY15" fmla="*/ 27801 h 135683"/>
                <a:gd name="connsiteX16" fmla="*/ 47110 w 99833"/>
                <a:gd name="connsiteY16" fmla="*/ 665 h 135683"/>
                <a:gd name="connsiteX17" fmla="*/ 45597 w 99833"/>
                <a:gd name="connsiteY17" fmla="*/ 75 h 135683"/>
                <a:gd name="connsiteX18" fmla="*/ 823 w 99833"/>
                <a:gd name="connsiteY18" fmla="*/ 16003 h 135683"/>
                <a:gd name="connsiteX19" fmla="*/ 823 w 99833"/>
                <a:gd name="connsiteY19" fmla="*/ 2072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833" h="135683">
                  <a:moveTo>
                    <a:pt x="823" y="20722"/>
                  </a:moveTo>
                  <a:cubicBezTo>
                    <a:pt x="5058" y="19837"/>
                    <a:pt x="7781" y="19542"/>
                    <a:pt x="11412" y="19542"/>
                  </a:cubicBezTo>
                  <a:cubicBezTo>
                    <a:pt x="18975" y="19542"/>
                    <a:pt x="21697" y="24262"/>
                    <a:pt x="21697" y="37240"/>
                  </a:cubicBezTo>
                  <a:lnTo>
                    <a:pt x="21697" y="110981"/>
                  </a:lnTo>
                  <a:cubicBezTo>
                    <a:pt x="21697" y="125729"/>
                    <a:pt x="19580" y="127794"/>
                    <a:pt x="218" y="131334"/>
                  </a:cubicBezTo>
                  <a:lnTo>
                    <a:pt x="218" y="135758"/>
                  </a:lnTo>
                  <a:lnTo>
                    <a:pt x="72824" y="135758"/>
                  </a:lnTo>
                  <a:lnTo>
                    <a:pt x="72824" y="131334"/>
                  </a:lnTo>
                  <a:cubicBezTo>
                    <a:pt x="52253" y="130449"/>
                    <a:pt x="47110" y="126024"/>
                    <a:pt x="47110" y="109211"/>
                  </a:cubicBezTo>
                  <a:lnTo>
                    <a:pt x="47110" y="42844"/>
                  </a:lnTo>
                  <a:cubicBezTo>
                    <a:pt x="47110" y="33406"/>
                    <a:pt x="60118" y="18657"/>
                    <a:pt x="68287" y="18657"/>
                  </a:cubicBezTo>
                  <a:cubicBezTo>
                    <a:pt x="70102" y="18657"/>
                    <a:pt x="72824" y="20132"/>
                    <a:pt x="76152" y="23082"/>
                  </a:cubicBezTo>
                  <a:cubicBezTo>
                    <a:pt x="80993" y="27211"/>
                    <a:pt x="84320" y="28981"/>
                    <a:pt x="88253" y="28981"/>
                  </a:cubicBezTo>
                  <a:cubicBezTo>
                    <a:pt x="95514" y="28981"/>
                    <a:pt x="100052" y="23967"/>
                    <a:pt x="100052" y="15708"/>
                  </a:cubicBezTo>
                  <a:cubicBezTo>
                    <a:pt x="100052" y="5974"/>
                    <a:pt x="93699" y="75"/>
                    <a:pt x="83413" y="75"/>
                  </a:cubicBezTo>
                  <a:cubicBezTo>
                    <a:pt x="70707" y="75"/>
                    <a:pt x="61933" y="6859"/>
                    <a:pt x="47110" y="27801"/>
                  </a:cubicBezTo>
                  <a:lnTo>
                    <a:pt x="47110" y="665"/>
                  </a:lnTo>
                  <a:lnTo>
                    <a:pt x="45597" y="75"/>
                  </a:lnTo>
                  <a:cubicBezTo>
                    <a:pt x="29563" y="6564"/>
                    <a:pt x="18672" y="10398"/>
                    <a:pt x="823" y="16003"/>
                  </a:cubicBezTo>
                  <a:lnTo>
                    <a:pt x="823" y="20722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E97D8488-95B3-74AB-69A9-C646AE086D4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810146" y="8034448"/>
              <a:ext cx="70186" cy="294963"/>
            </a:xfrm>
            <a:custGeom>
              <a:avLst/>
              <a:gdLst>
                <a:gd name="connsiteX0" fmla="*/ 70412 w 70186"/>
                <a:gd name="connsiteY0" fmla="*/ 292089 h 294963"/>
                <a:gd name="connsiteX1" fmla="*/ 65269 w 70186"/>
                <a:gd name="connsiteY1" fmla="*/ 285600 h 294963"/>
                <a:gd name="connsiteX2" fmla="*/ 17773 w 70186"/>
                <a:gd name="connsiteY2" fmla="*/ 147557 h 294963"/>
                <a:gd name="connsiteX3" fmla="*/ 66479 w 70186"/>
                <a:gd name="connsiteY3" fmla="*/ 8039 h 294963"/>
                <a:gd name="connsiteX4" fmla="*/ 70412 w 70186"/>
                <a:gd name="connsiteY4" fmla="*/ 3024 h 294963"/>
                <a:gd name="connsiteX5" fmla="*/ 67387 w 70186"/>
                <a:gd name="connsiteY5" fmla="*/ 75 h 294963"/>
                <a:gd name="connsiteX6" fmla="*/ 19285 w 70186"/>
                <a:gd name="connsiteY6" fmla="*/ 57593 h 294963"/>
                <a:gd name="connsiteX7" fmla="*/ 226 w 70186"/>
                <a:gd name="connsiteY7" fmla="*/ 147557 h 294963"/>
                <a:gd name="connsiteX8" fmla="*/ 20193 w 70186"/>
                <a:gd name="connsiteY8" fmla="*/ 239585 h 294963"/>
                <a:gd name="connsiteX9" fmla="*/ 67387 w 70186"/>
                <a:gd name="connsiteY9" fmla="*/ 295038 h 294963"/>
                <a:gd name="connsiteX10" fmla="*/ 70412 w 70186"/>
                <a:gd name="connsiteY10" fmla="*/ 292089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86" h="294963">
                  <a:moveTo>
                    <a:pt x="70412" y="292089"/>
                  </a:moveTo>
                  <a:cubicBezTo>
                    <a:pt x="70412" y="291204"/>
                    <a:pt x="70412" y="290614"/>
                    <a:pt x="65269" y="285600"/>
                  </a:cubicBezTo>
                  <a:cubicBezTo>
                    <a:pt x="27453" y="248434"/>
                    <a:pt x="17773" y="192686"/>
                    <a:pt x="17773" y="147557"/>
                  </a:cubicBezTo>
                  <a:cubicBezTo>
                    <a:pt x="17773" y="96233"/>
                    <a:pt x="29269" y="44909"/>
                    <a:pt x="66479" y="8039"/>
                  </a:cubicBezTo>
                  <a:cubicBezTo>
                    <a:pt x="70412" y="4499"/>
                    <a:pt x="70412" y="3909"/>
                    <a:pt x="70412" y="3024"/>
                  </a:cubicBezTo>
                  <a:cubicBezTo>
                    <a:pt x="70412" y="960"/>
                    <a:pt x="69202" y="75"/>
                    <a:pt x="67387" y="75"/>
                  </a:cubicBezTo>
                  <a:cubicBezTo>
                    <a:pt x="64362" y="75"/>
                    <a:pt x="37134" y="20132"/>
                    <a:pt x="19285" y="57593"/>
                  </a:cubicBezTo>
                  <a:cubicBezTo>
                    <a:pt x="3856" y="90039"/>
                    <a:pt x="226" y="122780"/>
                    <a:pt x="226" y="147557"/>
                  </a:cubicBezTo>
                  <a:cubicBezTo>
                    <a:pt x="226" y="170564"/>
                    <a:pt x="3554" y="206254"/>
                    <a:pt x="20193" y="239585"/>
                  </a:cubicBezTo>
                  <a:cubicBezTo>
                    <a:pt x="38344" y="275866"/>
                    <a:pt x="64362" y="295038"/>
                    <a:pt x="67387" y="295038"/>
                  </a:cubicBezTo>
                  <a:cubicBezTo>
                    <a:pt x="69202" y="295038"/>
                    <a:pt x="70412" y="294153"/>
                    <a:pt x="70412" y="292089"/>
                  </a:cubicBez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995831CD-EF48-68D4-3D5A-26D06FA0197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907693" y="8052736"/>
              <a:ext cx="122825" cy="207064"/>
            </a:xfrm>
            <a:custGeom>
              <a:avLst/>
              <a:gdLst>
                <a:gd name="connsiteX0" fmla="*/ 45306 w 122825"/>
                <a:gd name="connsiteY0" fmla="*/ 31046 h 207064"/>
                <a:gd name="connsiteX1" fmla="*/ 104602 w 122825"/>
                <a:gd name="connsiteY1" fmla="*/ 31046 h 207064"/>
                <a:gd name="connsiteX2" fmla="*/ 111560 w 122825"/>
                <a:gd name="connsiteY2" fmla="*/ 28391 h 207064"/>
                <a:gd name="connsiteX3" fmla="*/ 123056 w 122825"/>
                <a:gd name="connsiteY3" fmla="*/ 2139 h 207064"/>
                <a:gd name="connsiteX4" fmla="*/ 120333 w 122825"/>
                <a:gd name="connsiteY4" fmla="*/ 75 h 207064"/>
                <a:gd name="connsiteX5" fmla="*/ 106417 w 122825"/>
                <a:gd name="connsiteY5" fmla="*/ 7744 h 207064"/>
                <a:gd name="connsiteX6" fmla="*/ 43189 w 122825"/>
                <a:gd name="connsiteY6" fmla="*/ 7744 h 207064"/>
                <a:gd name="connsiteX7" fmla="*/ 10213 w 122825"/>
                <a:gd name="connsiteY7" fmla="*/ 77650 h 207064"/>
                <a:gd name="connsiteX8" fmla="*/ 9911 w 122825"/>
                <a:gd name="connsiteY8" fmla="*/ 79125 h 207064"/>
                <a:gd name="connsiteX9" fmla="*/ 13541 w 122825"/>
                <a:gd name="connsiteY9" fmla="*/ 81485 h 207064"/>
                <a:gd name="connsiteX10" fmla="*/ 47727 w 122825"/>
                <a:gd name="connsiteY10" fmla="*/ 87384 h 207064"/>
                <a:gd name="connsiteX11" fmla="*/ 98551 w 122825"/>
                <a:gd name="connsiteY11" fmla="*/ 145787 h 207064"/>
                <a:gd name="connsiteX12" fmla="*/ 56500 w 122825"/>
                <a:gd name="connsiteY12" fmla="*/ 196226 h 207064"/>
                <a:gd name="connsiteX13" fmla="*/ 36231 w 122825"/>
                <a:gd name="connsiteY13" fmla="*/ 187672 h 207064"/>
                <a:gd name="connsiteX14" fmla="*/ 13239 w 122825"/>
                <a:gd name="connsiteY14" fmla="*/ 177938 h 207064"/>
                <a:gd name="connsiteX15" fmla="*/ 230 w 122825"/>
                <a:gd name="connsiteY15" fmla="*/ 188851 h 207064"/>
                <a:gd name="connsiteX16" fmla="*/ 37138 w 122825"/>
                <a:gd name="connsiteY16" fmla="*/ 207139 h 207064"/>
                <a:gd name="connsiteX17" fmla="*/ 99459 w 122825"/>
                <a:gd name="connsiteY17" fmla="*/ 184132 h 207064"/>
                <a:gd name="connsiteX18" fmla="*/ 119728 w 122825"/>
                <a:gd name="connsiteY18" fmla="*/ 131628 h 207064"/>
                <a:gd name="connsiteX19" fmla="*/ 98854 w 122825"/>
                <a:gd name="connsiteY19" fmla="*/ 82075 h 207064"/>
                <a:gd name="connsiteX20" fmla="*/ 32600 w 122825"/>
                <a:gd name="connsiteY20" fmla="*/ 56118 h 207064"/>
                <a:gd name="connsiteX21" fmla="*/ 45306 w 122825"/>
                <a:gd name="connsiteY21" fmla="*/ 31046 h 207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07064">
                  <a:moveTo>
                    <a:pt x="45306" y="31046"/>
                  </a:moveTo>
                  <a:lnTo>
                    <a:pt x="104602" y="31046"/>
                  </a:lnTo>
                  <a:cubicBezTo>
                    <a:pt x="109442" y="31046"/>
                    <a:pt x="110652" y="30456"/>
                    <a:pt x="111560" y="28391"/>
                  </a:cubicBezTo>
                  <a:lnTo>
                    <a:pt x="123056" y="2139"/>
                  </a:lnTo>
                  <a:lnTo>
                    <a:pt x="120333" y="75"/>
                  </a:lnTo>
                  <a:cubicBezTo>
                    <a:pt x="115795" y="6269"/>
                    <a:pt x="112770" y="7744"/>
                    <a:pt x="106417" y="7744"/>
                  </a:cubicBezTo>
                  <a:lnTo>
                    <a:pt x="43189" y="7744"/>
                  </a:lnTo>
                  <a:lnTo>
                    <a:pt x="10213" y="77650"/>
                  </a:lnTo>
                  <a:cubicBezTo>
                    <a:pt x="9911" y="78240"/>
                    <a:pt x="9911" y="78535"/>
                    <a:pt x="9911" y="79125"/>
                  </a:cubicBezTo>
                  <a:cubicBezTo>
                    <a:pt x="9911" y="80600"/>
                    <a:pt x="11121" y="81485"/>
                    <a:pt x="13541" y="81485"/>
                  </a:cubicBezTo>
                  <a:cubicBezTo>
                    <a:pt x="23222" y="81485"/>
                    <a:pt x="35323" y="83549"/>
                    <a:pt x="47727" y="87384"/>
                  </a:cubicBezTo>
                  <a:cubicBezTo>
                    <a:pt x="82517" y="98298"/>
                    <a:pt x="98551" y="116585"/>
                    <a:pt x="98551" y="145787"/>
                  </a:cubicBezTo>
                  <a:cubicBezTo>
                    <a:pt x="98551" y="174103"/>
                    <a:pt x="80097" y="196226"/>
                    <a:pt x="56500" y="196226"/>
                  </a:cubicBezTo>
                  <a:cubicBezTo>
                    <a:pt x="50449" y="196226"/>
                    <a:pt x="45306" y="194161"/>
                    <a:pt x="36231" y="187672"/>
                  </a:cubicBezTo>
                  <a:cubicBezTo>
                    <a:pt x="26550" y="180887"/>
                    <a:pt x="19592" y="177938"/>
                    <a:pt x="13239" y="177938"/>
                  </a:cubicBezTo>
                  <a:cubicBezTo>
                    <a:pt x="4465" y="177938"/>
                    <a:pt x="230" y="181477"/>
                    <a:pt x="230" y="188851"/>
                  </a:cubicBezTo>
                  <a:cubicBezTo>
                    <a:pt x="230" y="200060"/>
                    <a:pt x="14449" y="207139"/>
                    <a:pt x="37138" y="207139"/>
                  </a:cubicBezTo>
                  <a:cubicBezTo>
                    <a:pt x="62550" y="207139"/>
                    <a:pt x="84332" y="199175"/>
                    <a:pt x="99459" y="184132"/>
                  </a:cubicBezTo>
                  <a:cubicBezTo>
                    <a:pt x="113375" y="170859"/>
                    <a:pt x="119728" y="154046"/>
                    <a:pt x="119728" y="131628"/>
                  </a:cubicBezTo>
                  <a:cubicBezTo>
                    <a:pt x="119728" y="110391"/>
                    <a:pt x="113980" y="96823"/>
                    <a:pt x="98854" y="82075"/>
                  </a:cubicBezTo>
                  <a:cubicBezTo>
                    <a:pt x="85542" y="69096"/>
                    <a:pt x="68298" y="62312"/>
                    <a:pt x="32600" y="56118"/>
                  </a:cubicBezTo>
                  <a:lnTo>
                    <a:pt x="45306" y="31046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14261B47-DBE7-BBBB-8524-01130699E49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9075860" y="8224404"/>
              <a:ext cx="35395" cy="88194"/>
            </a:xfrm>
            <a:custGeom>
              <a:avLst/>
              <a:gdLst>
                <a:gd name="connsiteX0" fmla="*/ 35631 w 35395"/>
                <a:gd name="connsiteY0" fmla="*/ 31046 h 88194"/>
                <a:gd name="connsiteX1" fmla="*/ 16269 w 35395"/>
                <a:gd name="connsiteY1" fmla="*/ 75 h 88194"/>
                <a:gd name="connsiteX2" fmla="*/ 235 w 35395"/>
                <a:gd name="connsiteY2" fmla="*/ 15708 h 88194"/>
                <a:gd name="connsiteX3" fmla="*/ 16269 w 35395"/>
                <a:gd name="connsiteY3" fmla="*/ 31341 h 88194"/>
                <a:gd name="connsiteX4" fmla="*/ 26857 w 35395"/>
                <a:gd name="connsiteY4" fmla="*/ 27506 h 88194"/>
                <a:gd name="connsiteX5" fmla="*/ 28370 w 35395"/>
                <a:gd name="connsiteY5" fmla="*/ 26621 h 88194"/>
                <a:gd name="connsiteX6" fmla="*/ 28975 w 35395"/>
                <a:gd name="connsiteY6" fmla="*/ 31046 h 88194"/>
                <a:gd name="connsiteX7" fmla="*/ 8403 w 35395"/>
                <a:gd name="connsiteY7" fmla="*/ 80305 h 88194"/>
                <a:gd name="connsiteX8" fmla="*/ 5075 w 35395"/>
                <a:gd name="connsiteY8" fmla="*/ 85024 h 88194"/>
                <a:gd name="connsiteX9" fmla="*/ 8101 w 35395"/>
                <a:gd name="connsiteY9" fmla="*/ 88269 h 88194"/>
                <a:gd name="connsiteX10" fmla="*/ 35631 w 35395"/>
                <a:gd name="connsiteY10" fmla="*/ 3104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95" h="88194">
                  <a:moveTo>
                    <a:pt x="35631" y="31046"/>
                  </a:moveTo>
                  <a:cubicBezTo>
                    <a:pt x="35631" y="11578"/>
                    <a:pt x="28067" y="75"/>
                    <a:pt x="16269" y="75"/>
                  </a:cubicBezTo>
                  <a:cubicBezTo>
                    <a:pt x="6285" y="75"/>
                    <a:pt x="235" y="7449"/>
                    <a:pt x="235" y="15708"/>
                  </a:cubicBezTo>
                  <a:cubicBezTo>
                    <a:pt x="235" y="23672"/>
                    <a:pt x="6285" y="31341"/>
                    <a:pt x="16269" y="31341"/>
                  </a:cubicBezTo>
                  <a:cubicBezTo>
                    <a:pt x="19899" y="31341"/>
                    <a:pt x="23832" y="30161"/>
                    <a:pt x="26857" y="27506"/>
                  </a:cubicBezTo>
                  <a:cubicBezTo>
                    <a:pt x="27765" y="26916"/>
                    <a:pt x="28067" y="26621"/>
                    <a:pt x="28370" y="26621"/>
                  </a:cubicBezTo>
                  <a:cubicBezTo>
                    <a:pt x="28672" y="26621"/>
                    <a:pt x="28975" y="26916"/>
                    <a:pt x="28975" y="31046"/>
                  </a:cubicBezTo>
                  <a:cubicBezTo>
                    <a:pt x="28975" y="52873"/>
                    <a:pt x="18386" y="70571"/>
                    <a:pt x="8403" y="80305"/>
                  </a:cubicBezTo>
                  <a:cubicBezTo>
                    <a:pt x="5075" y="83549"/>
                    <a:pt x="5075" y="84139"/>
                    <a:pt x="5075" y="85024"/>
                  </a:cubicBezTo>
                  <a:cubicBezTo>
                    <a:pt x="5075" y="87089"/>
                    <a:pt x="6588" y="88269"/>
                    <a:pt x="8101" y="88269"/>
                  </a:cubicBezTo>
                  <a:cubicBezTo>
                    <a:pt x="11428" y="88269"/>
                    <a:pt x="35631" y="65557"/>
                    <a:pt x="35631" y="31046"/>
                  </a:cubicBez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3E0D1AC2-CE47-EF2A-6B6E-2B14C91CDF4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201274" y="8056275"/>
              <a:ext cx="85615" cy="199395"/>
            </a:xfrm>
            <a:custGeom>
              <a:avLst/>
              <a:gdLst>
                <a:gd name="connsiteX0" fmla="*/ 54694 w 85615"/>
                <a:gd name="connsiteY0" fmla="*/ 75 h 199395"/>
                <a:gd name="connsiteX1" fmla="*/ 239 w 85615"/>
                <a:gd name="connsiteY1" fmla="*/ 26916 h 199395"/>
                <a:gd name="connsiteX2" fmla="*/ 239 w 85615"/>
                <a:gd name="connsiteY2" fmla="*/ 31046 h 199395"/>
                <a:gd name="connsiteX3" fmla="*/ 8407 w 85615"/>
                <a:gd name="connsiteY3" fmla="*/ 27801 h 199395"/>
                <a:gd name="connsiteX4" fmla="*/ 22021 w 85615"/>
                <a:gd name="connsiteY4" fmla="*/ 24557 h 199395"/>
                <a:gd name="connsiteX5" fmla="*/ 31096 w 85615"/>
                <a:gd name="connsiteY5" fmla="*/ 38420 h 199395"/>
                <a:gd name="connsiteX6" fmla="*/ 31096 w 85615"/>
                <a:gd name="connsiteY6" fmla="*/ 172039 h 199395"/>
                <a:gd name="connsiteX7" fmla="*/ 23836 w 85615"/>
                <a:gd name="connsiteY7" fmla="*/ 191211 h 199395"/>
                <a:gd name="connsiteX8" fmla="*/ 2356 w 85615"/>
                <a:gd name="connsiteY8" fmla="*/ 195046 h 199395"/>
                <a:gd name="connsiteX9" fmla="*/ 2356 w 85615"/>
                <a:gd name="connsiteY9" fmla="*/ 199470 h 199395"/>
                <a:gd name="connsiteX10" fmla="*/ 85854 w 85615"/>
                <a:gd name="connsiteY10" fmla="*/ 199470 h 199395"/>
                <a:gd name="connsiteX11" fmla="*/ 85854 w 85615"/>
                <a:gd name="connsiteY11" fmla="*/ 195046 h 199395"/>
                <a:gd name="connsiteX12" fmla="*/ 57114 w 85615"/>
                <a:gd name="connsiteY12" fmla="*/ 177643 h 199395"/>
                <a:gd name="connsiteX13" fmla="*/ 57114 w 85615"/>
                <a:gd name="connsiteY13" fmla="*/ 665 h 199395"/>
                <a:gd name="connsiteX14" fmla="*/ 54694 w 85615"/>
                <a:gd name="connsiteY14" fmla="*/ 7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199395">
                  <a:moveTo>
                    <a:pt x="54694" y="75"/>
                  </a:moveTo>
                  <a:lnTo>
                    <a:pt x="239" y="26916"/>
                  </a:lnTo>
                  <a:lnTo>
                    <a:pt x="239" y="31046"/>
                  </a:lnTo>
                  <a:cubicBezTo>
                    <a:pt x="3869" y="29571"/>
                    <a:pt x="7197" y="28391"/>
                    <a:pt x="8407" y="27801"/>
                  </a:cubicBezTo>
                  <a:cubicBezTo>
                    <a:pt x="13852" y="25737"/>
                    <a:pt x="18995" y="24557"/>
                    <a:pt x="22021" y="24557"/>
                  </a:cubicBezTo>
                  <a:cubicBezTo>
                    <a:pt x="28374" y="24557"/>
                    <a:pt x="31096" y="28981"/>
                    <a:pt x="31096" y="38420"/>
                  </a:cubicBezTo>
                  <a:lnTo>
                    <a:pt x="31096" y="172039"/>
                  </a:lnTo>
                  <a:cubicBezTo>
                    <a:pt x="31096" y="181772"/>
                    <a:pt x="28676" y="188556"/>
                    <a:pt x="23836" y="191211"/>
                  </a:cubicBezTo>
                  <a:cubicBezTo>
                    <a:pt x="19298" y="193866"/>
                    <a:pt x="15063" y="194751"/>
                    <a:pt x="2356" y="195046"/>
                  </a:cubicBezTo>
                  <a:lnTo>
                    <a:pt x="2356" y="199470"/>
                  </a:lnTo>
                  <a:lnTo>
                    <a:pt x="85854" y="199470"/>
                  </a:lnTo>
                  <a:lnTo>
                    <a:pt x="85854" y="195046"/>
                  </a:lnTo>
                  <a:cubicBezTo>
                    <a:pt x="61954" y="194751"/>
                    <a:pt x="57114" y="191801"/>
                    <a:pt x="57114" y="177643"/>
                  </a:cubicBezTo>
                  <a:lnTo>
                    <a:pt x="57114" y="665"/>
                  </a:lnTo>
                  <a:lnTo>
                    <a:pt x="54694" y="75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5B3F4A9F-09FD-7CAF-649E-DBC2A6A01F3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323154" y="8056275"/>
              <a:ext cx="139162" cy="199395"/>
            </a:xfrm>
            <a:custGeom>
              <a:avLst/>
              <a:gdLst>
                <a:gd name="connsiteX0" fmla="*/ 139406 w 139162"/>
                <a:gd name="connsiteY0" fmla="*/ 131334 h 199395"/>
                <a:gd name="connsiteX1" fmla="*/ 108548 w 139162"/>
                <a:gd name="connsiteY1" fmla="*/ 131334 h 199395"/>
                <a:gd name="connsiteX2" fmla="*/ 108548 w 139162"/>
                <a:gd name="connsiteY2" fmla="*/ 75 h 199395"/>
                <a:gd name="connsiteX3" fmla="*/ 95237 w 139162"/>
                <a:gd name="connsiteY3" fmla="*/ 75 h 199395"/>
                <a:gd name="connsiteX4" fmla="*/ 244 w 139162"/>
                <a:gd name="connsiteY4" fmla="*/ 131334 h 199395"/>
                <a:gd name="connsiteX5" fmla="*/ 244 w 139162"/>
                <a:gd name="connsiteY5" fmla="*/ 150211 h 199395"/>
                <a:gd name="connsiteX6" fmla="*/ 85254 w 139162"/>
                <a:gd name="connsiteY6" fmla="*/ 150211 h 199395"/>
                <a:gd name="connsiteX7" fmla="*/ 85254 w 139162"/>
                <a:gd name="connsiteY7" fmla="*/ 199470 h 199395"/>
                <a:gd name="connsiteX8" fmla="*/ 108548 w 139162"/>
                <a:gd name="connsiteY8" fmla="*/ 199470 h 199395"/>
                <a:gd name="connsiteX9" fmla="*/ 108548 w 139162"/>
                <a:gd name="connsiteY9" fmla="*/ 150211 h 199395"/>
                <a:gd name="connsiteX10" fmla="*/ 139406 w 139162"/>
                <a:gd name="connsiteY10" fmla="*/ 150211 h 199395"/>
                <a:gd name="connsiteX11" fmla="*/ 139406 w 139162"/>
                <a:gd name="connsiteY11" fmla="*/ 131334 h 199395"/>
                <a:gd name="connsiteX12" fmla="*/ 84951 w 139162"/>
                <a:gd name="connsiteY12" fmla="*/ 131334 h 199395"/>
                <a:gd name="connsiteX13" fmla="*/ 12345 w 139162"/>
                <a:gd name="connsiteY13" fmla="*/ 131334 h 199395"/>
                <a:gd name="connsiteX14" fmla="*/ 84951 w 139162"/>
                <a:gd name="connsiteY14" fmla="*/ 30161 h 199395"/>
                <a:gd name="connsiteX15" fmla="*/ 84951 w 139162"/>
                <a:gd name="connsiteY15" fmla="*/ 131334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199395">
                  <a:moveTo>
                    <a:pt x="139406" y="131334"/>
                  </a:moveTo>
                  <a:lnTo>
                    <a:pt x="108548" y="131334"/>
                  </a:lnTo>
                  <a:lnTo>
                    <a:pt x="108548" y="75"/>
                  </a:lnTo>
                  <a:lnTo>
                    <a:pt x="95237" y="75"/>
                  </a:lnTo>
                  <a:lnTo>
                    <a:pt x="244" y="131334"/>
                  </a:lnTo>
                  <a:lnTo>
                    <a:pt x="244" y="150211"/>
                  </a:lnTo>
                  <a:lnTo>
                    <a:pt x="85254" y="150211"/>
                  </a:lnTo>
                  <a:lnTo>
                    <a:pt x="85254" y="199470"/>
                  </a:lnTo>
                  <a:lnTo>
                    <a:pt x="108548" y="199470"/>
                  </a:lnTo>
                  <a:lnTo>
                    <a:pt x="108548" y="150211"/>
                  </a:lnTo>
                  <a:lnTo>
                    <a:pt x="139406" y="150211"/>
                  </a:lnTo>
                  <a:lnTo>
                    <a:pt x="139406" y="131334"/>
                  </a:lnTo>
                  <a:close/>
                  <a:moveTo>
                    <a:pt x="84951" y="131334"/>
                  </a:moveTo>
                  <a:lnTo>
                    <a:pt x="12345" y="131334"/>
                  </a:lnTo>
                  <a:lnTo>
                    <a:pt x="84951" y="30161"/>
                  </a:lnTo>
                  <a:lnTo>
                    <a:pt x="84951" y="131334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80BC8565-3FE4-A0E6-9B94-917AA383100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477405" y="8060405"/>
              <a:ext cx="129783" cy="197625"/>
            </a:xfrm>
            <a:custGeom>
              <a:avLst/>
              <a:gdLst>
                <a:gd name="connsiteX0" fmla="*/ 130033 w 129783"/>
                <a:gd name="connsiteY0" fmla="*/ 75 h 197625"/>
                <a:gd name="connsiteX1" fmla="*/ 18098 w 129783"/>
                <a:gd name="connsiteY1" fmla="*/ 75 h 197625"/>
                <a:gd name="connsiteX2" fmla="*/ 249 w 129783"/>
                <a:gd name="connsiteY2" fmla="*/ 43434 h 197625"/>
                <a:gd name="connsiteX3" fmla="*/ 5392 w 129783"/>
                <a:gd name="connsiteY3" fmla="*/ 45794 h 197625"/>
                <a:gd name="connsiteX4" fmla="*/ 40485 w 129783"/>
                <a:gd name="connsiteY4" fmla="*/ 21902 h 197625"/>
                <a:gd name="connsiteX5" fmla="*/ 106133 w 129783"/>
                <a:gd name="connsiteY5" fmla="*/ 21902 h 197625"/>
                <a:gd name="connsiteX6" fmla="*/ 46233 w 129783"/>
                <a:gd name="connsiteY6" fmla="*/ 197700 h 197625"/>
                <a:gd name="connsiteX7" fmla="*/ 65897 w 129783"/>
                <a:gd name="connsiteY7" fmla="*/ 197700 h 197625"/>
                <a:gd name="connsiteX8" fmla="*/ 130033 w 129783"/>
                <a:gd name="connsiteY8" fmla="*/ 4794 h 197625"/>
                <a:gd name="connsiteX9" fmla="*/ 130033 w 129783"/>
                <a:gd name="connsiteY9" fmla="*/ 75 h 19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783" h="197625">
                  <a:moveTo>
                    <a:pt x="130033" y="75"/>
                  </a:moveTo>
                  <a:lnTo>
                    <a:pt x="18098" y="75"/>
                  </a:lnTo>
                  <a:lnTo>
                    <a:pt x="249" y="43434"/>
                  </a:lnTo>
                  <a:lnTo>
                    <a:pt x="5392" y="45794"/>
                  </a:lnTo>
                  <a:cubicBezTo>
                    <a:pt x="18400" y="25737"/>
                    <a:pt x="23846" y="21902"/>
                    <a:pt x="40485" y="21902"/>
                  </a:cubicBezTo>
                  <a:lnTo>
                    <a:pt x="106133" y="21902"/>
                  </a:lnTo>
                  <a:lnTo>
                    <a:pt x="46233" y="197700"/>
                  </a:lnTo>
                  <a:lnTo>
                    <a:pt x="65897" y="197700"/>
                  </a:lnTo>
                  <a:lnTo>
                    <a:pt x="130033" y="4794"/>
                  </a:lnTo>
                  <a:lnTo>
                    <a:pt x="130033" y="75"/>
                  </a:ln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DDB47270-F9D4-E9C3-C426-DBC481B8F1D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40429" y="8034448"/>
              <a:ext cx="70186" cy="294963"/>
            </a:xfrm>
            <a:custGeom>
              <a:avLst/>
              <a:gdLst>
                <a:gd name="connsiteX0" fmla="*/ 70440 w 70186"/>
                <a:gd name="connsiteY0" fmla="*/ 147557 h 294963"/>
                <a:gd name="connsiteX1" fmla="*/ 50473 w 70186"/>
                <a:gd name="connsiteY1" fmla="*/ 55528 h 294963"/>
                <a:gd name="connsiteX2" fmla="*/ 3279 w 70186"/>
                <a:gd name="connsiteY2" fmla="*/ 75 h 294963"/>
                <a:gd name="connsiteX3" fmla="*/ 254 w 70186"/>
                <a:gd name="connsiteY3" fmla="*/ 3024 h 294963"/>
                <a:gd name="connsiteX4" fmla="*/ 6002 w 70186"/>
                <a:gd name="connsiteY4" fmla="*/ 9809 h 294963"/>
                <a:gd name="connsiteX5" fmla="*/ 52893 w 70186"/>
                <a:gd name="connsiteY5" fmla="*/ 147557 h 294963"/>
                <a:gd name="connsiteX6" fmla="*/ 4187 w 70186"/>
                <a:gd name="connsiteY6" fmla="*/ 287074 h 294963"/>
                <a:gd name="connsiteX7" fmla="*/ 254 w 70186"/>
                <a:gd name="connsiteY7" fmla="*/ 292089 h 294963"/>
                <a:gd name="connsiteX8" fmla="*/ 3279 w 70186"/>
                <a:gd name="connsiteY8" fmla="*/ 295038 h 294963"/>
                <a:gd name="connsiteX9" fmla="*/ 51381 w 70186"/>
                <a:gd name="connsiteY9" fmla="*/ 237520 h 294963"/>
                <a:gd name="connsiteX10" fmla="*/ 70440 w 70186"/>
                <a:gd name="connsiteY10" fmla="*/ 147557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86" h="294963">
                  <a:moveTo>
                    <a:pt x="70440" y="147557"/>
                  </a:moveTo>
                  <a:cubicBezTo>
                    <a:pt x="70440" y="124549"/>
                    <a:pt x="67112" y="88859"/>
                    <a:pt x="50473" y="55528"/>
                  </a:cubicBezTo>
                  <a:cubicBezTo>
                    <a:pt x="32322" y="19247"/>
                    <a:pt x="6304" y="75"/>
                    <a:pt x="3279" y="75"/>
                  </a:cubicBezTo>
                  <a:cubicBezTo>
                    <a:pt x="1464" y="75"/>
                    <a:pt x="254" y="1255"/>
                    <a:pt x="254" y="3024"/>
                  </a:cubicBezTo>
                  <a:cubicBezTo>
                    <a:pt x="254" y="3909"/>
                    <a:pt x="254" y="4499"/>
                    <a:pt x="6002" y="9809"/>
                  </a:cubicBezTo>
                  <a:cubicBezTo>
                    <a:pt x="35649" y="39010"/>
                    <a:pt x="52893" y="85909"/>
                    <a:pt x="52893" y="147557"/>
                  </a:cubicBezTo>
                  <a:cubicBezTo>
                    <a:pt x="52893" y="197995"/>
                    <a:pt x="41700" y="249909"/>
                    <a:pt x="4187" y="287074"/>
                  </a:cubicBezTo>
                  <a:cubicBezTo>
                    <a:pt x="254" y="290614"/>
                    <a:pt x="254" y="291204"/>
                    <a:pt x="254" y="292089"/>
                  </a:cubicBezTo>
                  <a:cubicBezTo>
                    <a:pt x="254" y="293859"/>
                    <a:pt x="1464" y="295038"/>
                    <a:pt x="3279" y="295038"/>
                  </a:cubicBezTo>
                  <a:cubicBezTo>
                    <a:pt x="6304" y="295038"/>
                    <a:pt x="33532" y="274981"/>
                    <a:pt x="51381" y="237520"/>
                  </a:cubicBezTo>
                  <a:cubicBezTo>
                    <a:pt x="66810" y="205074"/>
                    <a:pt x="70440" y="172333"/>
                    <a:pt x="70440" y="147557"/>
                  </a:cubicBezTo>
                  <a:close/>
                </a:path>
              </a:pathLst>
            </a:custGeom>
            <a:solidFill>
              <a:srgbClr val="FFC000"/>
            </a:solidFill>
            <a:ln w="383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7834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9464F4-3C68-9F2F-7EF3-EC5D44C0E111}"/>
                  </a:ext>
                </a:extLst>
              </p:cNvPr>
              <p:cNvSpPr txBox="1"/>
              <p:nvPr/>
            </p:nvSpPr>
            <p:spPr>
              <a:xfrm>
                <a:off x="1798820" y="224852"/>
                <a:ext cx="794478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Linear System of Equations: 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9464F4-3C68-9F2F-7EF3-EC5D44C0E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820" y="224852"/>
                <a:ext cx="7944787" cy="584775"/>
              </a:xfrm>
              <a:prstGeom prst="rect">
                <a:avLst/>
              </a:prstGeom>
              <a:blipFill>
                <a:blip r:embed="rId184"/>
                <a:stretch>
                  <a:fillRect l="-1919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53" name="Group 2352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Solution:}&#10;$$&#10;}&#10;\end{document}" title="IguanaTex Shape Display">
            <a:extLst>
              <a:ext uri="{FF2B5EF4-FFF2-40B4-BE49-F238E27FC236}">
                <a16:creationId xmlns:a16="http://schemas.microsoft.com/office/drawing/2014/main" id="{7B3E37A1-E4E6-87DF-7079-A8B9FB845FD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899681" y="1277458"/>
            <a:ext cx="1334397" cy="254162"/>
            <a:chOff x="10705273" y="5036094"/>
            <a:chExt cx="1334397" cy="254162"/>
          </a:xfrm>
          <a:solidFill>
            <a:schemeClr val="accent6">
              <a:lumMod val="75000"/>
            </a:schemeClr>
          </a:solidFill>
        </p:grpSpPr>
        <p:sp>
          <p:nvSpPr>
            <p:cNvPr id="2340" name="Freeform: Shape 2339">
              <a:extLst>
                <a:ext uri="{FF2B5EF4-FFF2-40B4-BE49-F238E27FC236}">
                  <a16:creationId xmlns:a16="http://schemas.microsoft.com/office/drawing/2014/main" id="{E55CAFE8-51A5-875F-3312-8067A1161142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10705273" y="5038646"/>
              <a:ext cx="168645" cy="251610"/>
            </a:xfrm>
            <a:custGeom>
              <a:avLst/>
              <a:gdLst>
                <a:gd name="connsiteX0" fmla="*/ 152335 w 168645"/>
                <a:gd name="connsiteY0" fmla="*/ 75 h 251610"/>
                <a:gd name="connsiteX1" fmla="*/ 144447 w 168645"/>
                <a:gd name="connsiteY1" fmla="*/ 75 h 251610"/>
                <a:gd name="connsiteX2" fmla="*/ 132428 w 168645"/>
                <a:gd name="connsiteY2" fmla="*/ 12473 h 251610"/>
                <a:gd name="connsiteX3" fmla="*/ 115901 w 168645"/>
                <a:gd name="connsiteY3" fmla="*/ 8097 h 251610"/>
                <a:gd name="connsiteX4" fmla="*/ 76087 w 168645"/>
                <a:gd name="connsiteY4" fmla="*/ 75 h 251610"/>
                <a:gd name="connsiteX5" fmla="*/ 31015 w 168645"/>
                <a:gd name="connsiteY5" fmla="*/ 16849 h 251610"/>
                <a:gd name="connsiteX6" fmla="*/ 11108 w 168645"/>
                <a:gd name="connsiteY6" fmla="*/ 62430 h 251610"/>
                <a:gd name="connsiteX7" fmla="*/ 69702 w 168645"/>
                <a:gd name="connsiteY7" fmla="*/ 133538 h 251610"/>
                <a:gd name="connsiteX8" fmla="*/ 125667 w 168645"/>
                <a:gd name="connsiteY8" fmla="*/ 176202 h 251610"/>
                <a:gd name="connsiteX9" fmla="*/ 130925 w 168645"/>
                <a:gd name="connsiteY9" fmla="*/ 197352 h 251610"/>
                <a:gd name="connsiteX10" fmla="*/ 84726 w 168645"/>
                <a:gd name="connsiteY10" fmla="*/ 238558 h 251610"/>
                <a:gd name="connsiteX11" fmla="*/ 8854 w 168645"/>
                <a:gd name="connsiteY11" fmla="*/ 174014 h 251610"/>
                <a:gd name="connsiteX12" fmla="*/ 215 w 168645"/>
                <a:gd name="connsiteY12" fmla="*/ 174014 h 251610"/>
                <a:gd name="connsiteX13" fmla="*/ 11483 w 168645"/>
                <a:gd name="connsiteY13" fmla="*/ 251321 h 251610"/>
                <a:gd name="connsiteX14" fmla="*/ 19747 w 168645"/>
                <a:gd name="connsiteY14" fmla="*/ 251321 h 251610"/>
                <a:gd name="connsiteX15" fmla="*/ 30264 w 168645"/>
                <a:gd name="connsiteY15" fmla="*/ 239287 h 251610"/>
                <a:gd name="connsiteX16" fmla="*/ 47917 w 168645"/>
                <a:gd name="connsiteY16" fmla="*/ 243298 h 251610"/>
                <a:gd name="connsiteX17" fmla="*/ 92238 w 168645"/>
                <a:gd name="connsiteY17" fmla="*/ 251685 h 251610"/>
                <a:gd name="connsiteX18" fmla="*/ 168861 w 168645"/>
                <a:gd name="connsiteY18" fmla="*/ 185318 h 251610"/>
                <a:gd name="connsiteX19" fmla="*/ 98623 w 168645"/>
                <a:gd name="connsiteY19" fmla="*/ 105824 h 251610"/>
                <a:gd name="connsiteX20" fmla="*/ 43410 w 168645"/>
                <a:gd name="connsiteY20" fmla="*/ 48938 h 251610"/>
                <a:gd name="connsiteX21" fmla="*/ 82472 w 168645"/>
                <a:gd name="connsiteY21" fmla="*/ 15025 h 251610"/>
                <a:gd name="connsiteX22" fmla="*/ 128296 w 168645"/>
                <a:gd name="connsiteY22" fmla="*/ 35081 h 251610"/>
                <a:gd name="connsiteX23" fmla="*/ 151208 w 168645"/>
                <a:gd name="connsiteY23" fmla="*/ 77746 h 251610"/>
                <a:gd name="connsiteX24" fmla="*/ 160598 w 168645"/>
                <a:gd name="connsiteY24" fmla="*/ 77746 h 251610"/>
                <a:gd name="connsiteX25" fmla="*/ 152335 w 168645"/>
                <a:gd name="connsiteY25" fmla="*/ 75 h 25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8645" h="251610">
                  <a:moveTo>
                    <a:pt x="152335" y="75"/>
                  </a:moveTo>
                  <a:lnTo>
                    <a:pt x="144447" y="75"/>
                  </a:lnTo>
                  <a:cubicBezTo>
                    <a:pt x="142945" y="8462"/>
                    <a:pt x="138813" y="12473"/>
                    <a:pt x="132428" y="12473"/>
                  </a:cubicBezTo>
                  <a:cubicBezTo>
                    <a:pt x="128672" y="12473"/>
                    <a:pt x="122286" y="11014"/>
                    <a:pt x="115901" y="8097"/>
                  </a:cubicBezTo>
                  <a:cubicBezTo>
                    <a:pt x="102004" y="2992"/>
                    <a:pt x="88107" y="75"/>
                    <a:pt x="76087" y="75"/>
                  </a:cubicBezTo>
                  <a:cubicBezTo>
                    <a:pt x="59936" y="75"/>
                    <a:pt x="43410" y="6274"/>
                    <a:pt x="31015" y="16849"/>
                  </a:cubicBezTo>
                  <a:cubicBezTo>
                    <a:pt x="17869" y="28153"/>
                    <a:pt x="11108" y="43468"/>
                    <a:pt x="11108" y="62430"/>
                  </a:cubicBezTo>
                  <a:cubicBezTo>
                    <a:pt x="11108" y="91603"/>
                    <a:pt x="27634" y="112023"/>
                    <a:pt x="69702" y="133538"/>
                  </a:cubicBezTo>
                  <a:cubicBezTo>
                    <a:pt x="96745" y="147394"/>
                    <a:pt x="116277" y="162345"/>
                    <a:pt x="125667" y="176202"/>
                  </a:cubicBezTo>
                  <a:cubicBezTo>
                    <a:pt x="129047" y="180943"/>
                    <a:pt x="130925" y="188600"/>
                    <a:pt x="130925" y="197352"/>
                  </a:cubicBezTo>
                  <a:cubicBezTo>
                    <a:pt x="130925" y="221784"/>
                    <a:pt x="112145" y="238558"/>
                    <a:pt x="84726" y="238558"/>
                  </a:cubicBezTo>
                  <a:cubicBezTo>
                    <a:pt x="51297" y="238558"/>
                    <a:pt x="27634" y="218502"/>
                    <a:pt x="8854" y="174014"/>
                  </a:cubicBezTo>
                  <a:lnTo>
                    <a:pt x="215" y="174014"/>
                  </a:lnTo>
                  <a:lnTo>
                    <a:pt x="11483" y="251321"/>
                  </a:lnTo>
                  <a:lnTo>
                    <a:pt x="19747" y="251321"/>
                  </a:lnTo>
                  <a:cubicBezTo>
                    <a:pt x="20122" y="244392"/>
                    <a:pt x="24630" y="239287"/>
                    <a:pt x="30264" y="239287"/>
                  </a:cubicBezTo>
                  <a:cubicBezTo>
                    <a:pt x="34395" y="239287"/>
                    <a:pt x="40781" y="240746"/>
                    <a:pt x="47917" y="243298"/>
                  </a:cubicBezTo>
                  <a:cubicBezTo>
                    <a:pt x="62190" y="248768"/>
                    <a:pt x="77214" y="251685"/>
                    <a:pt x="92238" y="251685"/>
                  </a:cubicBezTo>
                  <a:cubicBezTo>
                    <a:pt x="135433" y="251685"/>
                    <a:pt x="168861" y="222878"/>
                    <a:pt x="168861" y="185318"/>
                  </a:cubicBezTo>
                  <a:cubicBezTo>
                    <a:pt x="168861" y="155417"/>
                    <a:pt x="148203" y="131714"/>
                    <a:pt x="98623" y="105824"/>
                  </a:cubicBezTo>
                  <a:cubicBezTo>
                    <a:pt x="59185" y="84674"/>
                    <a:pt x="43410" y="68629"/>
                    <a:pt x="43410" y="48938"/>
                  </a:cubicBezTo>
                  <a:cubicBezTo>
                    <a:pt x="43410" y="28882"/>
                    <a:pt x="59185" y="15025"/>
                    <a:pt x="82472" y="15025"/>
                  </a:cubicBezTo>
                  <a:cubicBezTo>
                    <a:pt x="99375" y="15025"/>
                    <a:pt x="115150" y="21954"/>
                    <a:pt x="128296" y="35081"/>
                  </a:cubicBezTo>
                  <a:cubicBezTo>
                    <a:pt x="139940" y="46750"/>
                    <a:pt x="145198" y="56231"/>
                    <a:pt x="151208" y="77746"/>
                  </a:cubicBezTo>
                  <a:lnTo>
                    <a:pt x="160598" y="77746"/>
                  </a:lnTo>
                  <a:lnTo>
                    <a:pt x="152335" y="75"/>
                  </a:lnTo>
                  <a:close/>
                </a:path>
              </a:pathLst>
            </a:custGeom>
            <a:grpFill/>
            <a:ln w="378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1" name="Freeform: Shape 2340">
              <a:extLst>
                <a:ext uri="{FF2B5EF4-FFF2-40B4-BE49-F238E27FC236}">
                  <a16:creationId xmlns:a16="http://schemas.microsoft.com/office/drawing/2014/main" id="{286D879A-2DD5-4FEE-7E7C-0C437DB32B72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10910007" y="5117411"/>
              <a:ext cx="165641" cy="171386"/>
            </a:xfrm>
            <a:custGeom>
              <a:avLst/>
              <a:gdLst>
                <a:gd name="connsiteX0" fmla="*/ 83229 w 165641"/>
                <a:gd name="connsiteY0" fmla="*/ 75 h 171386"/>
                <a:gd name="connsiteX1" fmla="*/ 221 w 165641"/>
                <a:gd name="connsiteY1" fmla="*/ 85403 h 171386"/>
                <a:gd name="connsiteX2" fmla="*/ 82478 w 165641"/>
                <a:gd name="connsiteY2" fmla="*/ 171462 h 171386"/>
                <a:gd name="connsiteX3" fmla="*/ 165862 w 165641"/>
                <a:gd name="connsiteY3" fmla="*/ 82486 h 171386"/>
                <a:gd name="connsiteX4" fmla="*/ 83229 w 165641"/>
                <a:gd name="connsiteY4" fmla="*/ 75 h 171386"/>
                <a:gd name="connsiteX5" fmla="*/ 78346 w 165641"/>
                <a:gd name="connsiteY5" fmla="*/ 10285 h 171386"/>
                <a:gd name="connsiteX6" fmla="*/ 132058 w 165641"/>
                <a:gd name="connsiteY6" fmla="*/ 95249 h 171386"/>
                <a:gd name="connsiteX7" fmla="*/ 86985 w 165641"/>
                <a:gd name="connsiteY7" fmla="*/ 161251 h 171386"/>
                <a:gd name="connsiteX8" fmla="*/ 50552 w 165641"/>
                <a:gd name="connsiteY8" fmla="*/ 137914 h 171386"/>
                <a:gd name="connsiteX9" fmla="*/ 34025 w 165641"/>
                <a:gd name="connsiteY9" fmla="*/ 67536 h 171386"/>
                <a:gd name="connsiteX10" fmla="*/ 78346 w 165641"/>
                <a:gd name="connsiteY10" fmla="*/ 10285 h 17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5641" h="171386">
                  <a:moveTo>
                    <a:pt x="83229" y="75"/>
                  </a:moveTo>
                  <a:cubicBezTo>
                    <a:pt x="34401" y="75"/>
                    <a:pt x="221" y="35081"/>
                    <a:pt x="221" y="85403"/>
                  </a:cubicBezTo>
                  <a:cubicBezTo>
                    <a:pt x="221" y="134632"/>
                    <a:pt x="35152" y="171462"/>
                    <a:pt x="82478" y="171462"/>
                  </a:cubicBezTo>
                  <a:cubicBezTo>
                    <a:pt x="129804" y="171462"/>
                    <a:pt x="165862" y="132808"/>
                    <a:pt x="165862" y="82486"/>
                  </a:cubicBezTo>
                  <a:cubicBezTo>
                    <a:pt x="165862" y="34717"/>
                    <a:pt x="131306" y="75"/>
                    <a:pt x="83229" y="75"/>
                  </a:cubicBezTo>
                  <a:close/>
                  <a:moveTo>
                    <a:pt x="78346" y="10285"/>
                  </a:moveTo>
                  <a:cubicBezTo>
                    <a:pt x="109897" y="10285"/>
                    <a:pt x="132058" y="45292"/>
                    <a:pt x="132058" y="95249"/>
                  </a:cubicBezTo>
                  <a:cubicBezTo>
                    <a:pt x="132058" y="136455"/>
                    <a:pt x="115156" y="161251"/>
                    <a:pt x="86985" y="161251"/>
                  </a:cubicBezTo>
                  <a:cubicBezTo>
                    <a:pt x="72337" y="161251"/>
                    <a:pt x="58439" y="152500"/>
                    <a:pt x="50552" y="137914"/>
                  </a:cubicBezTo>
                  <a:cubicBezTo>
                    <a:pt x="40035" y="118952"/>
                    <a:pt x="34025" y="93426"/>
                    <a:pt x="34025" y="67536"/>
                  </a:cubicBezTo>
                  <a:cubicBezTo>
                    <a:pt x="34025" y="32893"/>
                    <a:pt x="51679" y="10285"/>
                    <a:pt x="78346" y="10285"/>
                  </a:cubicBezTo>
                  <a:close/>
                </a:path>
              </a:pathLst>
            </a:custGeom>
            <a:grpFill/>
            <a:ln w="378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2" name="Freeform: Shape 2341">
              <a:extLst>
                <a:ext uri="{FF2B5EF4-FFF2-40B4-BE49-F238E27FC236}">
                  <a16:creationId xmlns:a16="http://schemas.microsoft.com/office/drawing/2014/main" id="{90DE5C26-4DD0-E7BD-CD69-D419AF8ED78D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11094756" y="5036094"/>
              <a:ext cx="89393" cy="249057"/>
            </a:xfrm>
            <a:custGeom>
              <a:avLst/>
              <a:gdLst>
                <a:gd name="connsiteX0" fmla="*/ 226 w 89393"/>
                <a:gd name="connsiteY0" fmla="*/ 21954 h 249057"/>
                <a:gd name="connsiteX1" fmla="*/ 2479 w 89393"/>
                <a:gd name="connsiteY1" fmla="*/ 21954 h 249057"/>
                <a:gd name="connsiteX2" fmla="*/ 14123 w 89393"/>
                <a:gd name="connsiteY2" fmla="*/ 21225 h 249057"/>
                <a:gd name="connsiteX3" fmla="*/ 29899 w 89393"/>
                <a:gd name="connsiteY3" fmla="*/ 43468 h 249057"/>
                <a:gd name="connsiteX4" fmla="*/ 29899 w 89393"/>
                <a:gd name="connsiteY4" fmla="*/ 217408 h 249057"/>
                <a:gd name="connsiteX5" fmla="*/ 977 w 89393"/>
                <a:gd name="connsiteY5" fmla="*/ 243663 h 249057"/>
                <a:gd name="connsiteX6" fmla="*/ 977 w 89393"/>
                <a:gd name="connsiteY6" fmla="*/ 249133 h 249057"/>
                <a:gd name="connsiteX7" fmla="*/ 89619 w 89393"/>
                <a:gd name="connsiteY7" fmla="*/ 249133 h 249057"/>
                <a:gd name="connsiteX8" fmla="*/ 89619 w 89393"/>
                <a:gd name="connsiteY8" fmla="*/ 243663 h 249057"/>
                <a:gd name="connsiteX9" fmla="*/ 61449 w 89393"/>
                <a:gd name="connsiteY9" fmla="*/ 218502 h 249057"/>
                <a:gd name="connsiteX10" fmla="*/ 61449 w 89393"/>
                <a:gd name="connsiteY10" fmla="*/ 804 h 249057"/>
                <a:gd name="connsiteX11" fmla="*/ 59947 w 89393"/>
                <a:gd name="connsiteY11" fmla="*/ 75 h 249057"/>
                <a:gd name="connsiteX12" fmla="*/ 226 w 89393"/>
                <a:gd name="connsiteY12" fmla="*/ 16119 h 249057"/>
                <a:gd name="connsiteX13" fmla="*/ 226 w 89393"/>
                <a:gd name="connsiteY13" fmla="*/ 21954 h 24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9393" h="249057">
                  <a:moveTo>
                    <a:pt x="226" y="21954"/>
                  </a:moveTo>
                  <a:lnTo>
                    <a:pt x="2479" y="21954"/>
                  </a:lnTo>
                  <a:cubicBezTo>
                    <a:pt x="6611" y="21589"/>
                    <a:pt x="11118" y="21225"/>
                    <a:pt x="14123" y="21225"/>
                  </a:cubicBezTo>
                  <a:cubicBezTo>
                    <a:pt x="26143" y="21225"/>
                    <a:pt x="29899" y="26330"/>
                    <a:pt x="29899" y="43468"/>
                  </a:cubicBezTo>
                  <a:lnTo>
                    <a:pt x="29899" y="217408"/>
                  </a:lnTo>
                  <a:cubicBezTo>
                    <a:pt x="29899" y="237099"/>
                    <a:pt x="24640" y="241840"/>
                    <a:pt x="977" y="243663"/>
                  </a:cubicBezTo>
                  <a:lnTo>
                    <a:pt x="977" y="249133"/>
                  </a:lnTo>
                  <a:lnTo>
                    <a:pt x="89619" y="249133"/>
                  </a:lnTo>
                  <a:lnTo>
                    <a:pt x="89619" y="243663"/>
                  </a:lnTo>
                  <a:cubicBezTo>
                    <a:pt x="65956" y="242204"/>
                    <a:pt x="61449" y="238558"/>
                    <a:pt x="61449" y="218502"/>
                  </a:cubicBezTo>
                  <a:lnTo>
                    <a:pt x="61449" y="804"/>
                  </a:lnTo>
                  <a:lnTo>
                    <a:pt x="59947" y="75"/>
                  </a:lnTo>
                  <a:cubicBezTo>
                    <a:pt x="40415" y="6274"/>
                    <a:pt x="26143" y="9920"/>
                    <a:pt x="226" y="16119"/>
                  </a:cubicBezTo>
                  <a:lnTo>
                    <a:pt x="226" y="21954"/>
                  </a:lnTo>
                  <a:close/>
                </a:path>
              </a:pathLst>
            </a:custGeom>
            <a:grpFill/>
            <a:ln w="378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3" name="Freeform: Shape 2342">
              <a:extLst>
                <a:ext uri="{FF2B5EF4-FFF2-40B4-BE49-F238E27FC236}">
                  <a16:creationId xmlns:a16="http://schemas.microsoft.com/office/drawing/2014/main" id="{618D9539-87AF-6C23-360A-FF2538FB2923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11195806" y="5121058"/>
              <a:ext cx="176533" cy="167740"/>
            </a:xfrm>
            <a:custGeom>
              <a:avLst/>
              <a:gdLst>
                <a:gd name="connsiteX0" fmla="*/ 176762 w 176533"/>
                <a:gd name="connsiteY0" fmla="*/ 145936 h 167740"/>
                <a:gd name="connsiteX1" fmla="*/ 174884 w 176533"/>
                <a:gd name="connsiteY1" fmla="*/ 145936 h 167740"/>
                <a:gd name="connsiteX2" fmla="*/ 153475 w 176533"/>
                <a:gd name="connsiteY2" fmla="*/ 125151 h 167740"/>
                <a:gd name="connsiteX3" fmla="*/ 153475 w 176533"/>
                <a:gd name="connsiteY3" fmla="*/ 75 h 167740"/>
                <a:gd name="connsiteX4" fmla="*/ 94129 w 176533"/>
                <a:gd name="connsiteY4" fmla="*/ 75 h 167740"/>
                <a:gd name="connsiteX5" fmla="*/ 94129 w 176533"/>
                <a:gd name="connsiteY5" fmla="*/ 6274 h 167740"/>
                <a:gd name="connsiteX6" fmla="*/ 121924 w 176533"/>
                <a:gd name="connsiteY6" fmla="*/ 29247 h 167740"/>
                <a:gd name="connsiteX7" fmla="*/ 121924 w 176533"/>
                <a:gd name="connsiteY7" fmla="*/ 114940 h 167740"/>
                <a:gd name="connsiteX8" fmla="*/ 114788 w 176533"/>
                <a:gd name="connsiteY8" fmla="*/ 134267 h 167740"/>
                <a:gd name="connsiteX9" fmla="*/ 81735 w 176533"/>
                <a:gd name="connsiteY9" fmla="*/ 146665 h 167740"/>
                <a:gd name="connsiteX10" fmla="*/ 55067 w 176533"/>
                <a:gd name="connsiteY10" fmla="*/ 118952 h 167740"/>
                <a:gd name="connsiteX11" fmla="*/ 55067 w 176533"/>
                <a:gd name="connsiteY11" fmla="*/ 75 h 167740"/>
                <a:gd name="connsiteX12" fmla="*/ 229 w 176533"/>
                <a:gd name="connsiteY12" fmla="*/ 75 h 167740"/>
                <a:gd name="connsiteX13" fmla="*/ 229 w 176533"/>
                <a:gd name="connsiteY13" fmla="*/ 5180 h 167740"/>
                <a:gd name="connsiteX14" fmla="*/ 23516 w 176533"/>
                <a:gd name="connsiteY14" fmla="*/ 28518 h 167740"/>
                <a:gd name="connsiteX15" fmla="*/ 23516 w 176533"/>
                <a:gd name="connsiteY15" fmla="*/ 120410 h 167740"/>
                <a:gd name="connsiteX16" fmla="*/ 68964 w 176533"/>
                <a:gd name="connsiteY16" fmla="*/ 167815 h 167740"/>
                <a:gd name="connsiteX17" fmla="*/ 107651 w 176533"/>
                <a:gd name="connsiteY17" fmla="*/ 152135 h 167740"/>
                <a:gd name="connsiteX18" fmla="*/ 123802 w 176533"/>
                <a:gd name="connsiteY18" fmla="*/ 136455 h 167740"/>
                <a:gd name="connsiteX19" fmla="*/ 123802 w 176533"/>
                <a:gd name="connsiteY19" fmla="*/ 166721 h 167740"/>
                <a:gd name="connsiteX20" fmla="*/ 125305 w 176533"/>
                <a:gd name="connsiteY20" fmla="*/ 167450 h 167740"/>
                <a:gd name="connsiteX21" fmla="*/ 176762 w 176533"/>
                <a:gd name="connsiteY21" fmla="*/ 151041 h 167740"/>
                <a:gd name="connsiteX22" fmla="*/ 176762 w 176533"/>
                <a:gd name="connsiteY22" fmla="*/ 145936 h 16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6533" h="167740">
                  <a:moveTo>
                    <a:pt x="176762" y="145936"/>
                  </a:moveTo>
                  <a:lnTo>
                    <a:pt x="174884" y="145936"/>
                  </a:lnTo>
                  <a:cubicBezTo>
                    <a:pt x="157606" y="145936"/>
                    <a:pt x="153475" y="141925"/>
                    <a:pt x="153475" y="125151"/>
                  </a:cubicBezTo>
                  <a:lnTo>
                    <a:pt x="153475" y="75"/>
                  </a:lnTo>
                  <a:lnTo>
                    <a:pt x="94129" y="75"/>
                  </a:lnTo>
                  <a:lnTo>
                    <a:pt x="94129" y="6274"/>
                  </a:lnTo>
                  <a:cubicBezTo>
                    <a:pt x="117417" y="7368"/>
                    <a:pt x="121924" y="11014"/>
                    <a:pt x="121924" y="29247"/>
                  </a:cubicBezTo>
                  <a:lnTo>
                    <a:pt x="121924" y="114940"/>
                  </a:lnTo>
                  <a:cubicBezTo>
                    <a:pt x="121924" y="125151"/>
                    <a:pt x="120046" y="130256"/>
                    <a:pt x="114788" y="134267"/>
                  </a:cubicBezTo>
                  <a:cubicBezTo>
                    <a:pt x="104646" y="142289"/>
                    <a:pt x="93003" y="146665"/>
                    <a:pt x="81735" y="146665"/>
                  </a:cubicBezTo>
                  <a:cubicBezTo>
                    <a:pt x="67086" y="146665"/>
                    <a:pt x="55067" y="134267"/>
                    <a:pt x="55067" y="118952"/>
                  </a:cubicBezTo>
                  <a:lnTo>
                    <a:pt x="55067" y="75"/>
                  </a:lnTo>
                  <a:lnTo>
                    <a:pt x="229" y="75"/>
                  </a:lnTo>
                  <a:lnTo>
                    <a:pt x="229" y="5180"/>
                  </a:lnTo>
                  <a:cubicBezTo>
                    <a:pt x="18258" y="6274"/>
                    <a:pt x="23516" y="11744"/>
                    <a:pt x="23516" y="28518"/>
                  </a:cubicBezTo>
                  <a:lnTo>
                    <a:pt x="23516" y="120410"/>
                  </a:lnTo>
                  <a:cubicBezTo>
                    <a:pt x="23516" y="149218"/>
                    <a:pt x="41545" y="167815"/>
                    <a:pt x="68964" y="167815"/>
                  </a:cubicBezTo>
                  <a:cubicBezTo>
                    <a:pt x="82861" y="167815"/>
                    <a:pt x="97510" y="161981"/>
                    <a:pt x="107651" y="152135"/>
                  </a:cubicBezTo>
                  <a:lnTo>
                    <a:pt x="123802" y="136455"/>
                  </a:lnTo>
                  <a:lnTo>
                    <a:pt x="123802" y="166721"/>
                  </a:lnTo>
                  <a:lnTo>
                    <a:pt x="125305" y="167450"/>
                  </a:lnTo>
                  <a:cubicBezTo>
                    <a:pt x="144085" y="160157"/>
                    <a:pt x="157606" y="156146"/>
                    <a:pt x="176762" y="151041"/>
                  </a:cubicBezTo>
                  <a:lnTo>
                    <a:pt x="176762" y="145936"/>
                  </a:lnTo>
                  <a:close/>
                </a:path>
              </a:pathLst>
            </a:custGeom>
            <a:grpFill/>
            <a:ln w="378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4" name="Freeform: Shape 2343">
              <a:extLst>
                <a:ext uri="{FF2B5EF4-FFF2-40B4-BE49-F238E27FC236}">
                  <a16:creationId xmlns:a16="http://schemas.microsoft.com/office/drawing/2014/main" id="{8DFA6784-F716-F338-2078-D0341241A8C9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11385814" y="5074018"/>
              <a:ext cx="99910" cy="214780"/>
            </a:xfrm>
            <a:custGeom>
              <a:avLst/>
              <a:gdLst>
                <a:gd name="connsiteX0" fmla="*/ 91130 w 99910"/>
                <a:gd name="connsiteY0" fmla="*/ 47115 h 214780"/>
                <a:gd name="connsiteX1" fmla="*/ 53194 w 99910"/>
                <a:gd name="connsiteY1" fmla="*/ 47115 h 214780"/>
                <a:gd name="connsiteX2" fmla="*/ 53194 w 99910"/>
                <a:gd name="connsiteY2" fmla="*/ 4815 h 214780"/>
                <a:gd name="connsiteX3" fmla="*/ 50565 w 99910"/>
                <a:gd name="connsiteY3" fmla="*/ 75 h 214780"/>
                <a:gd name="connsiteX4" fmla="*/ 43052 w 99910"/>
                <a:gd name="connsiteY4" fmla="*/ 10285 h 214780"/>
                <a:gd name="connsiteX5" fmla="*/ 6619 w 99910"/>
                <a:gd name="connsiteY5" fmla="*/ 49303 h 214780"/>
                <a:gd name="connsiteX6" fmla="*/ 234 w 99910"/>
                <a:gd name="connsiteY6" fmla="*/ 56231 h 214780"/>
                <a:gd name="connsiteX7" fmla="*/ 1736 w 99910"/>
                <a:gd name="connsiteY7" fmla="*/ 58784 h 214780"/>
                <a:gd name="connsiteX8" fmla="*/ 21643 w 99910"/>
                <a:gd name="connsiteY8" fmla="*/ 58784 h 214780"/>
                <a:gd name="connsiteX9" fmla="*/ 21643 w 99910"/>
                <a:gd name="connsiteY9" fmla="*/ 168544 h 214780"/>
                <a:gd name="connsiteX10" fmla="*/ 55072 w 99910"/>
                <a:gd name="connsiteY10" fmla="*/ 214855 h 214780"/>
                <a:gd name="connsiteX11" fmla="*/ 100144 w 99910"/>
                <a:gd name="connsiteY11" fmla="*/ 187142 h 214780"/>
                <a:gd name="connsiteX12" fmla="*/ 95261 w 99910"/>
                <a:gd name="connsiteY12" fmla="*/ 183130 h 214780"/>
                <a:gd name="connsiteX13" fmla="*/ 72725 w 99910"/>
                <a:gd name="connsiteY13" fmla="*/ 195893 h 214780"/>
                <a:gd name="connsiteX14" fmla="*/ 53194 w 99910"/>
                <a:gd name="connsiteY14" fmla="*/ 163075 h 214780"/>
                <a:gd name="connsiteX15" fmla="*/ 53194 w 99910"/>
                <a:gd name="connsiteY15" fmla="*/ 58784 h 214780"/>
                <a:gd name="connsiteX16" fmla="*/ 91130 w 99910"/>
                <a:gd name="connsiteY16" fmla="*/ 58784 h 214780"/>
                <a:gd name="connsiteX17" fmla="*/ 91130 w 99910"/>
                <a:gd name="connsiteY17" fmla="*/ 47115 h 214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910" h="214780">
                  <a:moveTo>
                    <a:pt x="91130" y="47115"/>
                  </a:moveTo>
                  <a:lnTo>
                    <a:pt x="53194" y="47115"/>
                  </a:lnTo>
                  <a:lnTo>
                    <a:pt x="53194" y="4815"/>
                  </a:lnTo>
                  <a:cubicBezTo>
                    <a:pt x="53194" y="1169"/>
                    <a:pt x="52818" y="75"/>
                    <a:pt x="50565" y="75"/>
                  </a:cubicBezTo>
                  <a:cubicBezTo>
                    <a:pt x="47935" y="3357"/>
                    <a:pt x="45682" y="6638"/>
                    <a:pt x="43052" y="10285"/>
                  </a:cubicBezTo>
                  <a:cubicBezTo>
                    <a:pt x="28779" y="30341"/>
                    <a:pt x="12629" y="47844"/>
                    <a:pt x="6619" y="49303"/>
                  </a:cubicBezTo>
                  <a:cubicBezTo>
                    <a:pt x="2487" y="51855"/>
                    <a:pt x="234" y="54408"/>
                    <a:pt x="234" y="56231"/>
                  </a:cubicBezTo>
                  <a:cubicBezTo>
                    <a:pt x="234" y="57325"/>
                    <a:pt x="609" y="58055"/>
                    <a:pt x="1736" y="58784"/>
                  </a:cubicBezTo>
                  <a:lnTo>
                    <a:pt x="21643" y="58784"/>
                  </a:lnTo>
                  <a:lnTo>
                    <a:pt x="21643" y="168544"/>
                  </a:lnTo>
                  <a:cubicBezTo>
                    <a:pt x="21643" y="199175"/>
                    <a:pt x="32911" y="214855"/>
                    <a:pt x="55072" y="214855"/>
                  </a:cubicBezTo>
                  <a:cubicBezTo>
                    <a:pt x="73476" y="214855"/>
                    <a:pt x="87749" y="206104"/>
                    <a:pt x="100144" y="187142"/>
                  </a:cubicBezTo>
                  <a:lnTo>
                    <a:pt x="95261" y="183130"/>
                  </a:lnTo>
                  <a:cubicBezTo>
                    <a:pt x="87374" y="192247"/>
                    <a:pt x="80988" y="195893"/>
                    <a:pt x="72725" y="195893"/>
                  </a:cubicBezTo>
                  <a:cubicBezTo>
                    <a:pt x="58828" y="195893"/>
                    <a:pt x="53194" y="186048"/>
                    <a:pt x="53194" y="163075"/>
                  </a:cubicBezTo>
                  <a:lnTo>
                    <a:pt x="53194" y="58784"/>
                  </a:lnTo>
                  <a:lnTo>
                    <a:pt x="91130" y="58784"/>
                  </a:lnTo>
                  <a:lnTo>
                    <a:pt x="91130" y="47115"/>
                  </a:lnTo>
                  <a:close/>
                </a:path>
              </a:pathLst>
            </a:custGeom>
            <a:grpFill/>
            <a:ln w="378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5" name="Freeform: Shape 2344">
              <a:extLst>
                <a:ext uri="{FF2B5EF4-FFF2-40B4-BE49-F238E27FC236}">
                  <a16:creationId xmlns:a16="http://schemas.microsoft.com/office/drawing/2014/main" id="{3465DFB4-DCBA-F824-6D1B-17EEED00EAFB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11491747" y="5036094"/>
              <a:ext cx="89017" cy="249057"/>
            </a:xfrm>
            <a:custGeom>
              <a:avLst/>
              <a:gdLst>
                <a:gd name="connsiteX0" fmla="*/ 59957 w 89017"/>
                <a:gd name="connsiteY0" fmla="*/ 81392 h 249057"/>
                <a:gd name="connsiteX1" fmla="*/ 1739 w 89017"/>
                <a:gd name="connsiteY1" fmla="*/ 101448 h 249057"/>
                <a:gd name="connsiteX2" fmla="*/ 1739 w 89017"/>
                <a:gd name="connsiteY2" fmla="*/ 106918 h 249057"/>
                <a:gd name="connsiteX3" fmla="*/ 4744 w 89017"/>
                <a:gd name="connsiteY3" fmla="*/ 106553 h 249057"/>
                <a:gd name="connsiteX4" fmla="*/ 17514 w 89017"/>
                <a:gd name="connsiteY4" fmla="*/ 105459 h 249057"/>
                <a:gd name="connsiteX5" fmla="*/ 29909 w 89017"/>
                <a:gd name="connsiteY5" fmla="*/ 127339 h 249057"/>
                <a:gd name="connsiteX6" fmla="*/ 29909 w 89017"/>
                <a:gd name="connsiteY6" fmla="*/ 211938 h 249057"/>
                <a:gd name="connsiteX7" fmla="*/ 236 w 89017"/>
                <a:gd name="connsiteY7" fmla="*/ 243663 h 249057"/>
                <a:gd name="connsiteX8" fmla="*/ 236 w 89017"/>
                <a:gd name="connsiteY8" fmla="*/ 249133 h 249057"/>
                <a:gd name="connsiteX9" fmla="*/ 89254 w 89017"/>
                <a:gd name="connsiteY9" fmla="*/ 249133 h 249057"/>
                <a:gd name="connsiteX10" fmla="*/ 89254 w 89017"/>
                <a:gd name="connsiteY10" fmla="*/ 243663 h 249057"/>
                <a:gd name="connsiteX11" fmla="*/ 61460 w 89017"/>
                <a:gd name="connsiteY11" fmla="*/ 211938 h 249057"/>
                <a:gd name="connsiteX12" fmla="*/ 61460 w 89017"/>
                <a:gd name="connsiteY12" fmla="*/ 82486 h 249057"/>
                <a:gd name="connsiteX13" fmla="*/ 59957 w 89017"/>
                <a:gd name="connsiteY13" fmla="*/ 81392 h 249057"/>
                <a:gd name="connsiteX14" fmla="*/ 42304 w 89017"/>
                <a:gd name="connsiteY14" fmla="*/ 75 h 249057"/>
                <a:gd name="connsiteX15" fmla="*/ 23524 w 89017"/>
                <a:gd name="connsiteY15" fmla="*/ 18672 h 249057"/>
                <a:gd name="connsiteX16" fmla="*/ 42304 w 89017"/>
                <a:gd name="connsiteY16" fmla="*/ 37269 h 249057"/>
                <a:gd name="connsiteX17" fmla="*/ 61835 w 89017"/>
                <a:gd name="connsiteY17" fmla="*/ 18672 h 249057"/>
                <a:gd name="connsiteX18" fmla="*/ 42304 w 89017"/>
                <a:gd name="connsiteY18" fmla="*/ 75 h 24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9017" h="249057">
                  <a:moveTo>
                    <a:pt x="59957" y="81392"/>
                  </a:moveTo>
                  <a:lnTo>
                    <a:pt x="1739" y="101448"/>
                  </a:lnTo>
                  <a:lnTo>
                    <a:pt x="1739" y="106918"/>
                  </a:lnTo>
                  <a:lnTo>
                    <a:pt x="4744" y="106553"/>
                  </a:lnTo>
                  <a:cubicBezTo>
                    <a:pt x="9251" y="105824"/>
                    <a:pt x="14134" y="105459"/>
                    <a:pt x="17514" y="105459"/>
                  </a:cubicBezTo>
                  <a:cubicBezTo>
                    <a:pt x="26529" y="105459"/>
                    <a:pt x="29909" y="111294"/>
                    <a:pt x="29909" y="127339"/>
                  </a:cubicBezTo>
                  <a:lnTo>
                    <a:pt x="29909" y="211938"/>
                  </a:lnTo>
                  <a:cubicBezTo>
                    <a:pt x="29909" y="238193"/>
                    <a:pt x="26153" y="242204"/>
                    <a:pt x="236" y="243663"/>
                  </a:cubicBezTo>
                  <a:lnTo>
                    <a:pt x="236" y="249133"/>
                  </a:lnTo>
                  <a:lnTo>
                    <a:pt x="89254" y="249133"/>
                  </a:lnTo>
                  <a:lnTo>
                    <a:pt x="89254" y="243663"/>
                  </a:lnTo>
                  <a:cubicBezTo>
                    <a:pt x="64465" y="241840"/>
                    <a:pt x="61460" y="238193"/>
                    <a:pt x="61460" y="211938"/>
                  </a:cubicBezTo>
                  <a:lnTo>
                    <a:pt x="61460" y="82486"/>
                  </a:lnTo>
                  <a:lnTo>
                    <a:pt x="59957" y="81392"/>
                  </a:lnTo>
                  <a:close/>
                  <a:moveTo>
                    <a:pt x="42304" y="75"/>
                  </a:moveTo>
                  <a:cubicBezTo>
                    <a:pt x="32163" y="75"/>
                    <a:pt x="23524" y="8462"/>
                    <a:pt x="23524" y="18672"/>
                  </a:cubicBezTo>
                  <a:cubicBezTo>
                    <a:pt x="23524" y="28882"/>
                    <a:pt x="31787" y="37269"/>
                    <a:pt x="42304" y="37269"/>
                  </a:cubicBezTo>
                  <a:cubicBezTo>
                    <a:pt x="53196" y="37269"/>
                    <a:pt x="61835" y="29247"/>
                    <a:pt x="61835" y="18672"/>
                  </a:cubicBezTo>
                  <a:cubicBezTo>
                    <a:pt x="61835" y="8462"/>
                    <a:pt x="53196" y="75"/>
                    <a:pt x="42304" y="75"/>
                  </a:cubicBezTo>
                  <a:close/>
                </a:path>
              </a:pathLst>
            </a:custGeom>
            <a:grpFill/>
            <a:ln w="378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6" name="Freeform: Shape 2345">
              <a:extLst>
                <a:ext uri="{FF2B5EF4-FFF2-40B4-BE49-F238E27FC236}">
                  <a16:creationId xmlns:a16="http://schemas.microsoft.com/office/drawing/2014/main" id="{CE94D4CC-5F31-79B0-EB44-10CC57AAACEC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11601435" y="5117411"/>
              <a:ext cx="165641" cy="171386"/>
            </a:xfrm>
            <a:custGeom>
              <a:avLst/>
              <a:gdLst>
                <a:gd name="connsiteX0" fmla="*/ 83248 w 165641"/>
                <a:gd name="connsiteY0" fmla="*/ 75 h 171386"/>
                <a:gd name="connsiteX1" fmla="*/ 239 w 165641"/>
                <a:gd name="connsiteY1" fmla="*/ 85403 h 171386"/>
                <a:gd name="connsiteX2" fmla="*/ 82496 w 165641"/>
                <a:gd name="connsiteY2" fmla="*/ 171462 h 171386"/>
                <a:gd name="connsiteX3" fmla="*/ 165880 w 165641"/>
                <a:gd name="connsiteY3" fmla="*/ 82486 h 171386"/>
                <a:gd name="connsiteX4" fmla="*/ 83248 w 165641"/>
                <a:gd name="connsiteY4" fmla="*/ 75 h 171386"/>
                <a:gd name="connsiteX5" fmla="*/ 78365 w 165641"/>
                <a:gd name="connsiteY5" fmla="*/ 10285 h 171386"/>
                <a:gd name="connsiteX6" fmla="*/ 132076 w 165641"/>
                <a:gd name="connsiteY6" fmla="*/ 95249 h 171386"/>
                <a:gd name="connsiteX7" fmla="*/ 87004 w 165641"/>
                <a:gd name="connsiteY7" fmla="*/ 161251 h 171386"/>
                <a:gd name="connsiteX8" fmla="*/ 50570 w 165641"/>
                <a:gd name="connsiteY8" fmla="*/ 137914 h 171386"/>
                <a:gd name="connsiteX9" fmla="*/ 34043 w 165641"/>
                <a:gd name="connsiteY9" fmla="*/ 67536 h 171386"/>
                <a:gd name="connsiteX10" fmla="*/ 78365 w 165641"/>
                <a:gd name="connsiteY10" fmla="*/ 10285 h 17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5641" h="171386">
                  <a:moveTo>
                    <a:pt x="83248" y="75"/>
                  </a:moveTo>
                  <a:cubicBezTo>
                    <a:pt x="34419" y="75"/>
                    <a:pt x="239" y="35081"/>
                    <a:pt x="239" y="85403"/>
                  </a:cubicBezTo>
                  <a:cubicBezTo>
                    <a:pt x="239" y="134632"/>
                    <a:pt x="35170" y="171462"/>
                    <a:pt x="82496" y="171462"/>
                  </a:cubicBezTo>
                  <a:cubicBezTo>
                    <a:pt x="129822" y="171462"/>
                    <a:pt x="165880" y="132808"/>
                    <a:pt x="165880" y="82486"/>
                  </a:cubicBezTo>
                  <a:cubicBezTo>
                    <a:pt x="165880" y="34717"/>
                    <a:pt x="131325" y="75"/>
                    <a:pt x="83248" y="75"/>
                  </a:cubicBezTo>
                  <a:close/>
                  <a:moveTo>
                    <a:pt x="78365" y="10285"/>
                  </a:moveTo>
                  <a:cubicBezTo>
                    <a:pt x="109915" y="10285"/>
                    <a:pt x="132076" y="45292"/>
                    <a:pt x="132076" y="95249"/>
                  </a:cubicBezTo>
                  <a:cubicBezTo>
                    <a:pt x="132076" y="136455"/>
                    <a:pt x="115174" y="161251"/>
                    <a:pt x="87004" y="161251"/>
                  </a:cubicBezTo>
                  <a:cubicBezTo>
                    <a:pt x="72355" y="161251"/>
                    <a:pt x="58458" y="152500"/>
                    <a:pt x="50570" y="137914"/>
                  </a:cubicBezTo>
                  <a:cubicBezTo>
                    <a:pt x="40053" y="118952"/>
                    <a:pt x="34043" y="93426"/>
                    <a:pt x="34043" y="67536"/>
                  </a:cubicBezTo>
                  <a:cubicBezTo>
                    <a:pt x="34043" y="32893"/>
                    <a:pt x="51697" y="10285"/>
                    <a:pt x="78365" y="10285"/>
                  </a:cubicBezTo>
                  <a:close/>
                </a:path>
              </a:pathLst>
            </a:custGeom>
            <a:grpFill/>
            <a:ln w="378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7" name="Freeform: Shape 2346">
              <a:extLst>
                <a:ext uri="{FF2B5EF4-FFF2-40B4-BE49-F238E27FC236}">
                  <a16:creationId xmlns:a16="http://schemas.microsoft.com/office/drawing/2014/main" id="{4845914E-5046-AE8D-7C63-B9A17D7B8FA6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11785058" y="5117411"/>
              <a:ext cx="176157" cy="167740"/>
            </a:xfrm>
            <a:custGeom>
              <a:avLst/>
              <a:gdLst>
                <a:gd name="connsiteX0" fmla="*/ 244 w 176157"/>
                <a:gd name="connsiteY0" fmla="*/ 22683 h 167740"/>
                <a:gd name="connsiteX1" fmla="*/ 10385 w 176157"/>
                <a:gd name="connsiteY1" fmla="*/ 21225 h 167740"/>
                <a:gd name="connsiteX2" fmla="*/ 24283 w 176157"/>
                <a:gd name="connsiteY2" fmla="*/ 44562 h 167740"/>
                <a:gd name="connsiteX3" fmla="*/ 24283 w 176157"/>
                <a:gd name="connsiteY3" fmla="*/ 134996 h 167740"/>
                <a:gd name="connsiteX4" fmla="*/ 995 w 176157"/>
                <a:gd name="connsiteY4" fmla="*/ 162345 h 167740"/>
                <a:gd name="connsiteX5" fmla="*/ 995 w 176157"/>
                <a:gd name="connsiteY5" fmla="*/ 167815 h 167740"/>
                <a:gd name="connsiteX6" fmla="*/ 80623 w 176157"/>
                <a:gd name="connsiteY6" fmla="*/ 167815 h 167740"/>
                <a:gd name="connsiteX7" fmla="*/ 80623 w 176157"/>
                <a:gd name="connsiteY7" fmla="*/ 162345 h 167740"/>
                <a:gd name="connsiteX8" fmla="*/ 55833 w 176157"/>
                <a:gd name="connsiteY8" fmla="*/ 143383 h 167740"/>
                <a:gd name="connsiteX9" fmla="*/ 55833 w 176157"/>
                <a:gd name="connsiteY9" fmla="*/ 40916 h 167740"/>
                <a:gd name="connsiteX10" fmla="*/ 94521 w 176157"/>
                <a:gd name="connsiteY10" fmla="*/ 20131 h 167740"/>
                <a:gd name="connsiteX11" fmla="*/ 121940 w 176157"/>
                <a:gd name="connsiteY11" fmla="*/ 55502 h 167740"/>
                <a:gd name="connsiteX12" fmla="*/ 121940 w 176157"/>
                <a:gd name="connsiteY12" fmla="*/ 131714 h 167740"/>
                <a:gd name="connsiteX13" fmla="*/ 98277 w 176157"/>
                <a:gd name="connsiteY13" fmla="*/ 162345 h 167740"/>
                <a:gd name="connsiteX14" fmla="*/ 98277 w 176157"/>
                <a:gd name="connsiteY14" fmla="*/ 167815 h 167740"/>
                <a:gd name="connsiteX15" fmla="*/ 176402 w 176157"/>
                <a:gd name="connsiteY15" fmla="*/ 167815 h 167740"/>
                <a:gd name="connsiteX16" fmla="*/ 176402 w 176157"/>
                <a:gd name="connsiteY16" fmla="*/ 162345 h 167740"/>
                <a:gd name="connsiteX17" fmla="*/ 153490 w 176157"/>
                <a:gd name="connsiteY17" fmla="*/ 138278 h 167740"/>
                <a:gd name="connsiteX18" fmla="*/ 153490 w 176157"/>
                <a:gd name="connsiteY18" fmla="*/ 54773 h 167740"/>
                <a:gd name="connsiteX19" fmla="*/ 109169 w 176157"/>
                <a:gd name="connsiteY19" fmla="*/ 75 h 167740"/>
                <a:gd name="connsiteX20" fmla="*/ 54707 w 176157"/>
                <a:gd name="connsiteY20" fmla="*/ 29612 h 167740"/>
                <a:gd name="connsiteX21" fmla="*/ 54707 w 176157"/>
                <a:gd name="connsiteY21" fmla="*/ 804 h 167740"/>
                <a:gd name="connsiteX22" fmla="*/ 52077 w 176157"/>
                <a:gd name="connsiteY22" fmla="*/ 75 h 167740"/>
                <a:gd name="connsiteX23" fmla="*/ 244 w 176157"/>
                <a:gd name="connsiteY23" fmla="*/ 16484 h 167740"/>
                <a:gd name="connsiteX24" fmla="*/ 244 w 176157"/>
                <a:gd name="connsiteY24" fmla="*/ 22683 h 16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6157" h="167740">
                  <a:moveTo>
                    <a:pt x="244" y="22683"/>
                  </a:moveTo>
                  <a:cubicBezTo>
                    <a:pt x="2498" y="21589"/>
                    <a:pt x="6254" y="21225"/>
                    <a:pt x="10385" y="21225"/>
                  </a:cubicBezTo>
                  <a:cubicBezTo>
                    <a:pt x="20902" y="21225"/>
                    <a:pt x="24283" y="26694"/>
                    <a:pt x="24283" y="44562"/>
                  </a:cubicBezTo>
                  <a:lnTo>
                    <a:pt x="24283" y="134996"/>
                  </a:lnTo>
                  <a:cubicBezTo>
                    <a:pt x="24283" y="155781"/>
                    <a:pt x="20151" y="160887"/>
                    <a:pt x="995" y="162345"/>
                  </a:cubicBezTo>
                  <a:lnTo>
                    <a:pt x="995" y="167815"/>
                  </a:lnTo>
                  <a:lnTo>
                    <a:pt x="80623" y="167815"/>
                  </a:lnTo>
                  <a:lnTo>
                    <a:pt x="80623" y="162345"/>
                  </a:lnTo>
                  <a:cubicBezTo>
                    <a:pt x="61467" y="160887"/>
                    <a:pt x="55833" y="156511"/>
                    <a:pt x="55833" y="143383"/>
                  </a:cubicBezTo>
                  <a:lnTo>
                    <a:pt x="55833" y="40916"/>
                  </a:lnTo>
                  <a:cubicBezTo>
                    <a:pt x="73862" y="24506"/>
                    <a:pt x="82126" y="20131"/>
                    <a:pt x="94521" y="20131"/>
                  </a:cubicBezTo>
                  <a:cubicBezTo>
                    <a:pt x="112925" y="20131"/>
                    <a:pt x="121940" y="31435"/>
                    <a:pt x="121940" y="55502"/>
                  </a:cubicBezTo>
                  <a:lnTo>
                    <a:pt x="121940" y="131714"/>
                  </a:lnTo>
                  <a:cubicBezTo>
                    <a:pt x="121940" y="154688"/>
                    <a:pt x="117057" y="160887"/>
                    <a:pt x="98277" y="162345"/>
                  </a:cubicBezTo>
                  <a:lnTo>
                    <a:pt x="98277" y="167815"/>
                  </a:lnTo>
                  <a:lnTo>
                    <a:pt x="176402" y="167815"/>
                  </a:lnTo>
                  <a:lnTo>
                    <a:pt x="176402" y="162345"/>
                  </a:lnTo>
                  <a:cubicBezTo>
                    <a:pt x="157998" y="160522"/>
                    <a:pt x="153490" y="156146"/>
                    <a:pt x="153490" y="138278"/>
                  </a:cubicBezTo>
                  <a:lnTo>
                    <a:pt x="153490" y="54773"/>
                  </a:lnTo>
                  <a:cubicBezTo>
                    <a:pt x="153490" y="20495"/>
                    <a:pt x="136964" y="75"/>
                    <a:pt x="109169" y="75"/>
                  </a:cubicBezTo>
                  <a:cubicBezTo>
                    <a:pt x="91891" y="75"/>
                    <a:pt x="80248" y="6274"/>
                    <a:pt x="54707" y="29612"/>
                  </a:cubicBezTo>
                  <a:lnTo>
                    <a:pt x="54707" y="804"/>
                  </a:lnTo>
                  <a:lnTo>
                    <a:pt x="52077" y="75"/>
                  </a:lnTo>
                  <a:cubicBezTo>
                    <a:pt x="33673" y="6638"/>
                    <a:pt x="20902" y="10650"/>
                    <a:pt x="244" y="16484"/>
                  </a:cubicBezTo>
                  <a:lnTo>
                    <a:pt x="244" y="22683"/>
                  </a:lnTo>
                  <a:close/>
                </a:path>
              </a:pathLst>
            </a:custGeom>
            <a:grpFill/>
            <a:ln w="378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2" name="Freeform: Shape 2351">
              <a:extLst>
                <a:ext uri="{FF2B5EF4-FFF2-40B4-BE49-F238E27FC236}">
                  <a16:creationId xmlns:a16="http://schemas.microsoft.com/office/drawing/2014/main" id="{568B08EB-63F2-4BB1-B61F-640DABB4FAE9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11997979" y="5117776"/>
              <a:ext cx="41691" cy="171386"/>
            </a:xfrm>
            <a:custGeom>
              <a:avLst/>
              <a:gdLst>
                <a:gd name="connsiteX0" fmla="*/ 20907 w 41691"/>
                <a:gd name="connsiteY0" fmla="*/ 75 h 171386"/>
                <a:gd name="connsiteX1" fmla="*/ 249 w 41691"/>
                <a:gd name="connsiteY1" fmla="*/ 20860 h 171386"/>
                <a:gd name="connsiteX2" fmla="*/ 20532 w 41691"/>
                <a:gd name="connsiteY2" fmla="*/ 40551 h 171386"/>
                <a:gd name="connsiteX3" fmla="*/ 41941 w 41691"/>
                <a:gd name="connsiteY3" fmla="*/ 20860 h 171386"/>
                <a:gd name="connsiteX4" fmla="*/ 20907 w 41691"/>
                <a:gd name="connsiteY4" fmla="*/ 75 h 171386"/>
                <a:gd name="connsiteX5" fmla="*/ 20907 w 41691"/>
                <a:gd name="connsiteY5" fmla="*/ 130985 h 171386"/>
                <a:gd name="connsiteX6" fmla="*/ 249 w 41691"/>
                <a:gd name="connsiteY6" fmla="*/ 151770 h 171386"/>
                <a:gd name="connsiteX7" fmla="*/ 20532 w 41691"/>
                <a:gd name="connsiteY7" fmla="*/ 171462 h 171386"/>
                <a:gd name="connsiteX8" fmla="*/ 41941 w 41691"/>
                <a:gd name="connsiteY8" fmla="*/ 151770 h 171386"/>
                <a:gd name="connsiteX9" fmla="*/ 20907 w 41691"/>
                <a:gd name="connsiteY9" fmla="*/ 130985 h 17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691" h="171386">
                  <a:moveTo>
                    <a:pt x="20907" y="75"/>
                  </a:moveTo>
                  <a:cubicBezTo>
                    <a:pt x="9639" y="75"/>
                    <a:pt x="249" y="9556"/>
                    <a:pt x="249" y="20860"/>
                  </a:cubicBezTo>
                  <a:cubicBezTo>
                    <a:pt x="249" y="31435"/>
                    <a:pt x="9639" y="40551"/>
                    <a:pt x="20532" y="40551"/>
                  </a:cubicBezTo>
                  <a:cubicBezTo>
                    <a:pt x="32175" y="40551"/>
                    <a:pt x="41941" y="31435"/>
                    <a:pt x="41941" y="20860"/>
                  </a:cubicBezTo>
                  <a:cubicBezTo>
                    <a:pt x="41941" y="9556"/>
                    <a:pt x="32175" y="75"/>
                    <a:pt x="20907" y="75"/>
                  </a:cubicBezTo>
                  <a:close/>
                  <a:moveTo>
                    <a:pt x="20907" y="130985"/>
                  </a:moveTo>
                  <a:cubicBezTo>
                    <a:pt x="9639" y="130985"/>
                    <a:pt x="249" y="140466"/>
                    <a:pt x="249" y="151770"/>
                  </a:cubicBezTo>
                  <a:cubicBezTo>
                    <a:pt x="249" y="162345"/>
                    <a:pt x="9639" y="171462"/>
                    <a:pt x="20532" y="171462"/>
                  </a:cubicBezTo>
                  <a:cubicBezTo>
                    <a:pt x="32175" y="171462"/>
                    <a:pt x="41941" y="162345"/>
                    <a:pt x="41941" y="151770"/>
                  </a:cubicBezTo>
                  <a:cubicBezTo>
                    <a:pt x="41941" y="140466"/>
                    <a:pt x="32175" y="130985"/>
                    <a:pt x="20907" y="130985"/>
                  </a:cubicBezTo>
                  <a:close/>
                </a:path>
              </a:pathLst>
            </a:custGeom>
            <a:grpFill/>
            <a:ln w="378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74" name="Group 2373">
            <a:extLst>
              <a:ext uri="{FF2B5EF4-FFF2-40B4-BE49-F238E27FC236}">
                <a16:creationId xmlns:a16="http://schemas.microsoft.com/office/drawing/2014/main" id="{3075F78B-0C32-4E8A-7311-7796D0BBF363}"/>
              </a:ext>
            </a:extLst>
          </p:cNvPr>
          <p:cNvGrpSpPr/>
          <p:nvPr/>
        </p:nvGrpSpPr>
        <p:grpSpPr>
          <a:xfrm>
            <a:off x="1678889" y="1240242"/>
            <a:ext cx="9783856" cy="1818273"/>
            <a:chOff x="1877499" y="1209957"/>
            <a:chExt cx="9783856" cy="1818273"/>
          </a:xfrm>
        </p:grpSpPr>
        <p:grpSp>
          <p:nvGrpSpPr>
            <p:cNvPr id="2735" name="Group 2734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black}{&#10;$$&#10;A = \begin{bmatrix}&#10;1 &amp; 0 &amp; 0 &amp; 0 \\&#10;1 &amp; 1 &amp; 1 &amp; 1 \\&#10;1 &amp; 2 &amp; 4 &amp; 8 \\&#10;1 &amp; 5 &amp; 25 &amp; 125&#10;\end{bmatrix};&#10;\quad \quad &#10;b = \begin{bmatrix}&#10;2 \\ 3 \\ 12 \\ 147&#10;\end{bmatrix}&#10;$$&#10;}&#10;\end{document}" title="IguanaTex Shape Display">
              <a:extLst>
                <a:ext uri="{FF2B5EF4-FFF2-40B4-BE49-F238E27FC236}">
                  <a16:creationId xmlns:a16="http://schemas.microsoft.com/office/drawing/2014/main" id="{4FCACA13-C502-2152-8581-34301C1AF2F1}"/>
                </a:ext>
              </a:extLst>
            </p:cNvPr>
            <p:cNvGrpSpPr>
              <a:grpSpLocks noChangeAspect="1"/>
            </p:cNvGrpSpPr>
            <p:nvPr>
              <p:custDataLst>
                <p:tags r:id="rId110"/>
              </p:custDataLst>
            </p:nvPr>
          </p:nvGrpSpPr>
          <p:grpSpPr>
            <a:xfrm>
              <a:off x="1877499" y="1209957"/>
              <a:ext cx="6222146" cy="1818273"/>
              <a:chOff x="8189769" y="3740016"/>
              <a:chExt cx="6222146" cy="1818273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CA69F789-3FEB-8C26-A6CF-A10F399C5594}"/>
                  </a:ext>
                </a:extLst>
              </p:cNvPr>
              <p:cNvSpPr/>
              <p:nvPr>
                <p:custDataLst>
                  <p:tags r:id="rId127"/>
                </p:custDataLst>
              </p:nvPr>
            </p:nvSpPr>
            <p:spPr>
              <a:xfrm>
                <a:off x="8189769" y="4492848"/>
                <a:ext cx="231871" cy="252609"/>
              </a:xfrm>
              <a:custGeom>
                <a:avLst/>
                <a:gdLst>
                  <a:gd name="connsiteX0" fmla="*/ 232022 w 231871"/>
                  <a:gd name="connsiteY0" fmla="*/ 246649 h 252609"/>
                  <a:gd name="connsiteX1" fmla="*/ 203368 w 231871"/>
                  <a:gd name="connsiteY1" fmla="*/ 214128 h 252609"/>
                  <a:gd name="connsiteX2" fmla="*/ 167927 w 231871"/>
                  <a:gd name="connsiteY2" fmla="*/ 90 h 252609"/>
                  <a:gd name="connsiteX3" fmla="*/ 158124 w 231871"/>
                  <a:gd name="connsiteY3" fmla="*/ 90 h 252609"/>
                  <a:gd name="connsiteX4" fmla="*/ 48787 w 231871"/>
                  <a:gd name="connsiteY4" fmla="*/ 189169 h 252609"/>
                  <a:gd name="connsiteX5" fmla="*/ 150 w 231871"/>
                  <a:gd name="connsiteY5" fmla="*/ 246649 h 252609"/>
                  <a:gd name="connsiteX6" fmla="*/ 150 w 231871"/>
                  <a:gd name="connsiteY6" fmla="*/ 252700 h 252609"/>
                  <a:gd name="connsiteX7" fmla="*/ 70654 w 231871"/>
                  <a:gd name="connsiteY7" fmla="*/ 252700 h 252609"/>
                  <a:gd name="connsiteX8" fmla="*/ 70654 w 231871"/>
                  <a:gd name="connsiteY8" fmla="*/ 246649 h 252609"/>
                  <a:gd name="connsiteX9" fmla="*/ 48410 w 231871"/>
                  <a:gd name="connsiteY9" fmla="*/ 233414 h 252609"/>
                  <a:gd name="connsiteX10" fmla="*/ 55950 w 231871"/>
                  <a:gd name="connsiteY10" fmla="*/ 209968 h 252609"/>
                  <a:gd name="connsiteX11" fmla="*/ 77441 w 231871"/>
                  <a:gd name="connsiteY11" fmla="*/ 167236 h 252609"/>
                  <a:gd name="connsiteX12" fmla="*/ 160387 w 231871"/>
                  <a:gd name="connsiteY12" fmla="*/ 167236 h 252609"/>
                  <a:gd name="connsiteX13" fmla="*/ 167927 w 231871"/>
                  <a:gd name="connsiteY13" fmla="*/ 216775 h 252609"/>
                  <a:gd name="connsiteX14" fmla="*/ 168681 w 231871"/>
                  <a:gd name="connsiteY14" fmla="*/ 226607 h 252609"/>
                  <a:gd name="connsiteX15" fmla="*/ 139273 w 231871"/>
                  <a:gd name="connsiteY15" fmla="*/ 246649 h 252609"/>
                  <a:gd name="connsiteX16" fmla="*/ 139273 w 231871"/>
                  <a:gd name="connsiteY16" fmla="*/ 252700 h 252609"/>
                  <a:gd name="connsiteX17" fmla="*/ 232022 w 231871"/>
                  <a:gd name="connsiteY17" fmla="*/ 252700 h 252609"/>
                  <a:gd name="connsiteX18" fmla="*/ 232022 w 231871"/>
                  <a:gd name="connsiteY18" fmla="*/ 246649 h 252609"/>
                  <a:gd name="connsiteX19" fmla="*/ 85358 w 231871"/>
                  <a:gd name="connsiteY19" fmla="*/ 153622 h 252609"/>
                  <a:gd name="connsiteX20" fmla="*/ 141912 w 231871"/>
                  <a:gd name="connsiteY20" fmla="*/ 55301 h 252609"/>
                  <a:gd name="connsiteX21" fmla="*/ 158501 w 231871"/>
                  <a:gd name="connsiteY21" fmla="*/ 153622 h 252609"/>
                  <a:gd name="connsiteX22" fmla="*/ 85358 w 231871"/>
                  <a:gd name="connsiteY22" fmla="*/ 153622 h 252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31871" h="252609">
                    <a:moveTo>
                      <a:pt x="232022" y="246649"/>
                    </a:moveTo>
                    <a:cubicBezTo>
                      <a:pt x="210531" y="244759"/>
                      <a:pt x="208269" y="241733"/>
                      <a:pt x="203368" y="214128"/>
                    </a:cubicBezTo>
                    <a:lnTo>
                      <a:pt x="167927" y="90"/>
                    </a:lnTo>
                    <a:lnTo>
                      <a:pt x="158124" y="90"/>
                    </a:lnTo>
                    <a:lnTo>
                      <a:pt x="48787" y="189169"/>
                    </a:lnTo>
                    <a:cubicBezTo>
                      <a:pt x="19002" y="239464"/>
                      <a:pt x="15231" y="243624"/>
                      <a:pt x="150" y="246649"/>
                    </a:cubicBezTo>
                    <a:lnTo>
                      <a:pt x="150" y="252700"/>
                    </a:lnTo>
                    <a:lnTo>
                      <a:pt x="70654" y="252700"/>
                    </a:lnTo>
                    <a:lnTo>
                      <a:pt x="70654" y="246649"/>
                    </a:lnTo>
                    <a:cubicBezTo>
                      <a:pt x="51426" y="244759"/>
                      <a:pt x="48410" y="242868"/>
                      <a:pt x="48410" y="233414"/>
                    </a:cubicBezTo>
                    <a:cubicBezTo>
                      <a:pt x="48410" y="226229"/>
                      <a:pt x="49541" y="222826"/>
                      <a:pt x="55950" y="209968"/>
                    </a:cubicBezTo>
                    <a:lnTo>
                      <a:pt x="77441" y="167236"/>
                    </a:lnTo>
                    <a:lnTo>
                      <a:pt x="160387" y="167236"/>
                    </a:lnTo>
                    <a:lnTo>
                      <a:pt x="167927" y="216775"/>
                    </a:lnTo>
                    <a:cubicBezTo>
                      <a:pt x="168304" y="220178"/>
                      <a:pt x="168681" y="223582"/>
                      <a:pt x="168681" y="226607"/>
                    </a:cubicBezTo>
                    <a:cubicBezTo>
                      <a:pt x="168681" y="240977"/>
                      <a:pt x="163403" y="244381"/>
                      <a:pt x="139273" y="246649"/>
                    </a:cubicBezTo>
                    <a:lnTo>
                      <a:pt x="139273" y="252700"/>
                    </a:lnTo>
                    <a:lnTo>
                      <a:pt x="232022" y="252700"/>
                    </a:lnTo>
                    <a:lnTo>
                      <a:pt x="232022" y="246649"/>
                    </a:lnTo>
                    <a:close/>
                    <a:moveTo>
                      <a:pt x="85358" y="153622"/>
                    </a:moveTo>
                    <a:lnTo>
                      <a:pt x="141912" y="55301"/>
                    </a:lnTo>
                    <a:lnTo>
                      <a:pt x="158501" y="153622"/>
                    </a:lnTo>
                    <a:lnTo>
                      <a:pt x="85358" y="153622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EF4D3A90-D6D2-DCF8-CF44-631CE7E138DC}"/>
                  </a:ext>
                </a:extLst>
              </p:cNvPr>
              <p:cNvSpPr/>
              <p:nvPr>
                <p:custDataLst>
                  <p:tags r:id="rId128"/>
                </p:custDataLst>
              </p:nvPr>
            </p:nvSpPr>
            <p:spPr>
              <a:xfrm>
                <a:off x="8545433" y="4606673"/>
                <a:ext cx="250722" cy="88489"/>
              </a:xfrm>
              <a:custGeom>
                <a:avLst/>
                <a:gdLst>
                  <a:gd name="connsiteX0" fmla="*/ 238062 w 250722"/>
                  <a:gd name="connsiteY0" fmla="*/ 15217 h 88489"/>
                  <a:gd name="connsiteX1" fmla="*/ 250881 w 250722"/>
                  <a:gd name="connsiteY1" fmla="*/ 7653 h 88489"/>
                  <a:gd name="connsiteX2" fmla="*/ 238439 w 250722"/>
                  <a:gd name="connsiteY2" fmla="*/ 90 h 88489"/>
                  <a:gd name="connsiteX3" fmla="*/ 12600 w 250722"/>
                  <a:gd name="connsiteY3" fmla="*/ 90 h 88489"/>
                  <a:gd name="connsiteX4" fmla="*/ 159 w 250722"/>
                  <a:gd name="connsiteY4" fmla="*/ 7653 h 88489"/>
                  <a:gd name="connsiteX5" fmla="*/ 12978 w 250722"/>
                  <a:gd name="connsiteY5" fmla="*/ 15217 h 88489"/>
                  <a:gd name="connsiteX6" fmla="*/ 238062 w 250722"/>
                  <a:gd name="connsiteY6" fmla="*/ 15217 h 88489"/>
                  <a:gd name="connsiteX7" fmla="*/ 238439 w 250722"/>
                  <a:gd name="connsiteY7" fmla="*/ 88579 h 88489"/>
                  <a:gd name="connsiteX8" fmla="*/ 250881 w 250722"/>
                  <a:gd name="connsiteY8" fmla="*/ 81016 h 88489"/>
                  <a:gd name="connsiteX9" fmla="*/ 238062 w 250722"/>
                  <a:gd name="connsiteY9" fmla="*/ 73453 h 88489"/>
                  <a:gd name="connsiteX10" fmla="*/ 12978 w 250722"/>
                  <a:gd name="connsiteY10" fmla="*/ 73453 h 88489"/>
                  <a:gd name="connsiteX11" fmla="*/ 159 w 250722"/>
                  <a:gd name="connsiteY11" fmla="*/ 81016 h 88489"/>
                  <a:gd name="connsiteX12" fmla="*/ 12600 w 250722"/>
                  <a:gd name="connsiteY12" fmla="*/ 88579 h 88489"/>
                  <a:gd name="connsiteX13" fmla="*/ 238439 w 250722"/>
                  <a:gd name="connsiteY13" fmla="*/ 88579 h 88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0722" h="88489">
                    <a:moveTo>
                      <a:pt x="238062" y="15217"/>
                    </a:moveTo>
                    <a:cubicBezTo>
                      <a:pt x="243718" y="15217"/>
                      <a:pt x="250881" y="15217"/>
                      <a:pt x="250881" y="7653"/>
                    </a:cubicBezTo>
                    <a:cubicBezTo>
                      <a:pt x="250881" y="90"/>
                      <a:pt x="243718" y="90"/>
                      <a:pt x="238439" y="90"/>
                    </a:cubicBezTo>
                    <a:lnTo>
                      <a:pt x="12600" y="90"/>
                    </a:lnTo>
                    <a:cubicBezTo>
                      <a:pt x="7322" y="90"/>
                      <a:pt x="159" y="90"/>
                      <a:pt x="159" y="7653"/>
                    </a:cubicBezTo>
                    <a:cubicBezTo>
                      <a:pt x="159" y="15216"/>
                      <a:pt x="7322" y="15217"/>
                      <a:pt x="12978" y="15217"/>
                    </a:cubicBezTo>
                    <a:lnTo>
                      <a:pt x="238062" y="15217"/>
                    </a:lnTo>
                    <a:close/>
                    <a:moveTo>
                      <a:pt x="238439" y="88579"/>
                    </a:moveTo>
                    <a:cubicBezTo>
                      <a:pt x="243718" y="88579"/>
                      <a:pt x="250881" y="88579"/>
                      <a:pt x="250881" y="81016"/>
                    </a:cubicBezTo>
                    <a:cubicBezTo>
                      <a:pt x="250881" y="73453"/>
                      <a:pt x="243718" y="73453"/>
                      <a:pt x="238062" y="73453"/>
                    </a:cubicBezTo>
                    <a:lnTo>
                      <a:pt x="12978" y="73453"/>
                    </a:lnTo>
                    <a:cubicBezTo>
                      <a:pt x="7322" y="73453"/>
                      <a:pt x="159" y="73453"/>
                      <a:pt x="159" y="81016"/>
                    </a:cubicBezTo>
                    <a:cubicBezTo>
                      <a:pt x="159" y="88579"/>
                      <a:pt x="7322" y="88579"/>
                      <a:pt x="12600" y="88579"/>
                    </a:cubicBezTo>
                    <a:lnTo>
                      <a:pt x="238439" y="88579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C9A9BE64-F535-2291-AC58-380009C185EE}"/>
                  </a:ext>
                </a:extLst>
              </p:cNvPr>
              <p:cNvSpPr/>
              <p:nvPr>
                <p:custDataLst>
                  <p:tags r:id="rId129"/>
                </p:custDataLst>
              </p:nvPr>
            </p:nvSpPr>
            <p:spPr>
              <a:xfrm>
                <a:off x="9025370" y="3740016"/>
                <a:ext cx="125549" cy="680307"/>
              </a:xfrm>
              <a:custGeom>
                <a:avLst/>
                <a:gdLst>
                  <a:gd name="connsiteX0" fmla="*/ 169 w 125549"/>
                  <a:gd name="connsiteY0" fmla="*/ 680371 h 680307"/>
                  <a:gd name="connsiteX1" fmla="*/ 26183 w 125549"/>
                  <a:gd name="connsiteY1" fmla="*/ 680371 h 680307"/>
                  <a:gd name="connsiteX2" fmla="*/ 26183 w 125549"/>
                  <a:gd name="connsiteY2" fmla="*/ 26157 h 680307"/>
                  <a:gd name="connsiteX3" fmla="*/ 125718 w 125549"/>
                  <a:gd name="connsiteY3" fmla="*/ 26157 h 680307"/>
                  <a:gd name="connsiteX4" fmla="*/ 125718 w 125549"/>
                  <a:gd name="connsiteY4" fmla="*/ 64 h 680307"/>
                  <a:gd name="connsiteX5" fmla="*/ 169 w 125549"/>
                  <a:gd name="connsiteY5" fmla="*/ 64 h 680307"/>
                  <a:gd name="connsiteX6" fmla="*/ 169 w 125549"/>
                  <a:gd name="connsiteY6" fmla="*/ 680371 h 68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49" h="680307">
                    <a:moveTo>
                      <a:pt x="169" y="680371"/>
                    </a:moveTo>
                    <a:lnTo>
                      <a:pt x="26183" y="680371"/>
                    </a:lnTo>
                    <a:lnTo>
                      <a:pt x="26183" y="26157"/>
                    </a:lnTo>
                    <a:lnTo>
                      <a:pt x="125718" y="26157"/>
                    </a:lnTo>
                    <a:lnTo>
                      <a:pt x="125718" y="64"/>
                    </a:lnTo>
                    <a:lnTo>
                      <a:pt x="169" y="64"/>
                    </a:lnTo>
                    <a:lnTo>
                      <a:pt x="169" y="680371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86FD598D-67AE-5AF1-0143-EF63880821EB}"/>
                  </a:ext>
                </a:extLst>
              </p:cNvPr>
              <p:cNvSpPr/>
              <p:nvPr>
                <p:custDataLst>
                  <p:tags r:id="rId130"/>
                </p:custDataLst>
              </p:nvPr>
            </p:nvSpPr>
            <p:spPr>
              <a:xfrm>
                <a:off x="9025370" y="4422439"/>
                <a:ext cx="26014" cy="227651"/>
              </a:xfrm>
              <a:custGeom>
                <a:avLst/>
                <a:gdLst>
                  <a:gd name="connsiteX0" fmla="*/ 169 w 26014"/>
                  <a:gd name="connsiteY0" fmla="*/ 227733 h 227651"/>
                  <a:gd name="connsiteX1" fmla="*/ 26183 w 26014"/>
                  <a:gd name="connsiteY1" fmla="*/ 227733 h 227651"/>
                  <a:gd name="connsiteX2" fmla="*/ 26183 w 26014"/>
                  <a:gd name="connsiteY2" fmla="*/ 82 h 227651"/>
                  <a:gd name="connsiteX3" fmla="*/ 169 w 26014"/>
                  <a:gd name="connsiteY3" fmla="*/ 82 h 227651"/>
                  <a:gd name="connsiteX4" fmla="*/ 169 w 26014"/>
                  <a:gd name="connsiteY4" fmla="*/ 227733 h 22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14" h="227651">
                    <a:moveTo>
                      <a:pt x="169" y="227733"/>
                    </a:moveTo>
                    <a:lnTo>
                      <a:pt x="26183" y="227733"/>
                    </a:lnTo>
                    <a:lnTo>
                      <a:pt x="26183" y="82"/>
                    </a:lnTo>
                    <a:lnTo>
                      <a:pt x="169" y="82"/>
                    </a:lnTo>
                    <a:lnTo>
                      <a:pt x="169" y="227733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3889133-431E-4067-CAD6-6EB9DCCC1EAD}"/>
                  </a:ext>
                </a:extLst>
              </p:cNvPr>
              <p:cNvSpPr/>
              <p:nvPr>
                <p:custDataLst>
                  <p:tags r:id="rId131"/>
                </p:custDataLst>
              </p:nvPr>
            </p:nvSpPr>
            <p:spPr>
              <a:xfrm>
                <a:off x="9025370" y="4650185"/>
                <a:ext cx="26014" cy="227651"/>
              </a:xfrm>
              <a:custGeom>
                <a:avLst/>
                <a:gdLst>
                  <a:gd name="connsiteX0" fmla="*/ 169 w 26014"/>
                  <a:gd name="connsiteY0" fmla="*/ 227739 h 227651"/>
                  <a:gd name="connsiteX1" fmla="*/ 26183 w 26014"/>
                  <a:gd name="connsiteY1" fmla="*/ 227739 h 227651"/>
                  <a:gd name="connsiteX2" fmla="*/ 26183 w 26014"/>
                  <a:gd name="connsiteY2" fmla="*/ 88 h 227651"/>
                  <a:gd name="connsiteX3" fmla="*/ 169 w 26014"/>
                  <a:gd name="connsiteY3" fmla="*/ 88 h 227651"/>
                  <a:gd name="connsiteX4" fmla="*/ 169 w 26014"/>
                  <a:gd name="connsiteY4" fmla="*/ 227739 h 22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14" h="227651">
                    <a:moveTo>
                      <a:pt x="169" y="227739"/>
                    </a:moveTo>
                    <a:lnTo>
                      <a:pt x="26183" y="227739"/>
                    </a:lnTo>
                    <a:lnTo>
                      <a:pt x="26183" y="88"/>
                    </a:lnTo>
                    <a:lnTo>
                      <a:pt x="169" y="88"/>
                    </a:lnTo>
                    <a:lnTo>
                      <a:pt x="169" y="227739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75BD4748-8D01-ACC3-02C4-F74032220CA8}"/>
                  </a:ext>
                </a:extLst>
              </p:cNvPr>
              <p:cNvSpPr/>
              <p:nvPr>
                <p:custDataLst>
                  <p:tags r:id="rId132"/>
                </p:custDataLst>
              </p:nvPr>
            </p:nvSpPr>
            <p:spPr>
              <a:xfrm>
                <a:off x="9025370" y="4877982"/>
                <a:ext cx="125549" cy="680307"/>
              </a:xfrm>
              <a:custGeom>
                <a:avLst/>
                <a:gdLst>
                  <a:gd name="connsiteX0" fmla="*/ 169 w 125549"/>
                  <a:gd name="connsiteY0" fmla="*/ 680401 h 680307"/>
                  <a:gd name="connsiteX1" fmla="*/ 125718 w 125549"/>
                  <a:gd name="connsiteY1" fmla="*/ 680401 h 680307"/>
                  <a:gd name="connsiteX2" fmla="*/ 125718 w 125549"/>
                  <a:gd name="connsiteY2" fmla="*/ 654308 h 680307"/>
                  <a:gd name="connsiteX3" fmla="*/ 26183 w 125549"/>
                  <a:gd name="connsiteY3" fmla="*/ 654308 h 680307"/>
                  <a:gd name="connsiteX4" fmla="*/ 26183 w 125549"/>
                  <a:gd name="connsiteY4" fmla="*/ 94 h 680307"/>
                  <a:gd name="connsiteX5" fmla="*/ 169 w 125549"/>
                  <a:gd name="connsiteY5" fmla="*/ 94 h 680307"/>
                  <a:gd name="connsiteX6" fmla="*/ 169 w 125549"/>
                  <a:gd name="connsiteY6" fmla="*/ 680401 h 68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49" h="680307">
                    <a:moveTo>
                      <a:pt x="169" y="680401"/>
                    </a:moveTo>
                    <a:lnTo>
                      <a:pt x="125718" y="680401"/>
                    </a:lnTo>
                    <a:lnTo>
                      <a:pt x="125718" y="654308"/>
                    </a:lnTo>
                    <a:lnTo>
                      <a:pt x="26183" y="654308"/>
                    </a:lnTo>
                    <a:lnTo>
                      <a:pt x="26183" y="94"/>
                    </a:lnTo>
                    <a:lnTo>
                      <a:pt x="169" y="94"/>
                    </a:lnTo>
                    <a:lnTo>
                      <a:pt x="169" y="680401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B9ECC2B-2BF9-3BDE-374C-3E798E23C6D5}"/>
                  </a:ext>
                </a:extLst>
              </p:cNvPr>
              <p:cNvSpPr/>
              <p:nvPr>
                <p:custDataLst>
                  <p:tags r:id="rId133"/>
                </p:custDataLst>
              </p:nvPr>
            </p:nvSpPr>
            <p:spPr>
              <a:xfrm>
                <a:off x="9196346" y="3802787"/>
                <a:ext cx="106698" cy="255635"/>
              </a:xfrm>
              <a:custGeom>
                <a:avLst/>
                <a:gdLst>
                  <a:gd name="connsiteX0" fmla="*/ 68040 w 106698"/>
                  <a:gd name="connsiteY0" fmla="*/ 72 h 255635"/>
                  <a:gd name="connsiteX1" fmla="*/ 175 w 106698"/>
                  <a:gd name="connsiteY1" fmla="*/ 34485 h 255635"/>
                  <a:gd name="connsiteX2" fmla="*/ 175 w 106698"/>
                  <a:gd name="connsiteY2" fmla="*/ 39779 h 255635"/>
                  <a:gd name="connsiteX3" fmla="*/ 10355 w 106698"/>
                  <a:gd name="connsiteY3" fmla="*/ 35619 h 255635"/>
                  <a:gd name="connsiteX4" fmla="*/ 27321 w 106698"/>
                  <a:gd name="connsiteY4" fmla="*/ 31459 h 255635"/>
                  <a:gd name="connsiteX5" fmla="*/ 38632 w 106698"/>
                  <a:gd name="connsiteY5" fmla="*/ 49233 h 255635"/>
                  <a:gd name="connsiteX6" fmla="*/ 38632 w 106698"/>
                  <a:gd name="connsiteY6" fmla="*/ 220539 h 255635"/>
                  <a:gd name="connsiteX7" fmla="*/ 29583 w 106698"/>
                  <a:gd name="connsiteY7" fmla="*/ 245119 h 255635"/>
                  <a:gd name="connsiteX8" fmla="*/ 2814 w 106698"/>
                  <a:gd name="connsiteY8" fmla="*/ 250035 h 255635"/>
                  <a:gd name="connsiteX9" fmla="*/ 2814 w 106698"/>
                  <a:gd name="connsiteY9" fmla="*/ 255707 h 255635"/>
                  <a:gd name="connsiteX10" fmla="*/ 106874 w 106698"/>
                  <a:gd name="connsiteY10" fmla="*/ 255707 h 255635"/>
                  <a:gd name="connsiteX11" fmla="*/ 106874 w 106698"/>
                  <a:gd name="connsiteY11" fmla="*/ 250035 h 255635"/>
                  <a:gd name="connsiteX12" fmla="*/ 71056 w 106698"/>
                  <a:gd name="connsiteY12" fmla="*/ 227724 h 255635"/>
                  <a:gd name="connsiteX13" fmla="*/ 71056 w 106698"/>
                  <a:gd name="connsiteY13" fmla="*/ 828 h 255635"/>
                  <a:gd name="connsiteX14" fmla="*/ 68040 w 106698"/>
                  <a:gd name="connsiteY14" fmla="*/ 72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98" h="255635">
                    <a:moveTo>
                      <a:pt x="68040" y="72"/>
                    </a:moveTo>
                    <a:lnTo>
                      <a:pt x="175" y="34485"/>
                    </a:lnTo>
                    <a:lnTo>
                      <a:pt x="175" y="39779"/>
                    </a:lnTo>
                    <a:cubicBezTo>
                      <a:pt x="4700" y="37888"/>
                      <a:pt x="8847" y="36375"/>
                      <a:pt x="10355" y="35619"/>
                    </a:cubicBezTo>
                    <a:cubicBezTo>
                      <a:pt x="17141" y="32972"/>
                      <a:pt x="23551" y="31459"/>
                      <a:pt x="27321" y="31459"/>
                    </a:cubicBezTo>
                    <a:cubicBezTo>
                      <a:pt x="35239" y="31459"/>
                      <a:pt x="38632" y="37132"/>
                      <a:pt x="38632" y="49233"/>
                    </a:cubicBezTo>
                    <a:lnTo>
                      <a:pt x="38632" y="220539"/>
                    </a:lnTo>
                    <a:cubicBezTo>
                      <a:pt x="38632" y="233018"/>
                      <a:pt x="35616" y="241715"/>
                      <a:pt x="29583" y="245119"/>
                    </a:cubicBezTo>
                    <a:cubicBezTo>
                      <a:pt x="23928" y="248522"/>
                      <a:pt x="18650" y="249657"/>
                      <a:pt x="2814" y="250035"/>
                    </a:cubicBezTo>
                    <a:lnTo>
                      <a:pt x="2814" y="255707"/>
                    </a:lnTo>
                    <a:lnTo>
                      <a:pt x="106874" y="255707"/>
                    </a:lnTo>
                    <a:lnTo>
                      <a:pt x="106874" y="250035"/>
                    </a:lnTo>
                    <a:cubicBezTo>
                      <a:pt x="77089" y="249657"/>
                      <a:pt x="71056" y="245875"/>
                      <a:pt x="71056" y="227724"/>
                    </a:cubicBezTo>
                    <a:lnTo>
                      <a:pt x="71056" y="828"/>
                    </a:lnTo>
                    <a:lnTo>
                      <a:pt x="68040" y="72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0CB0FBB-E3A8-E834-D5F9-D005936F77D9}"/>
                  </a:ext>
                </a:extLst>
              </p:cNvPr>
              <p:cNvSpPr/>
              <p:nvPr>
                <p:custDataLst>
                  <p:tags r:id="rId134"/>
                </p:custDataLst>
              </p:nvPr>
            </p:nvSpPr>
            <p:spPr>
              <a:xfrm>
                <a:off x="9731205" y="3802787"/>
                <a:ext cx="170415" cy="260929"/>
              </a:xfrm>
              <a:custGeom>
                <a:avLst/>
                <a:gdLst>
                  <a:gd name="connsiteX0" fmla="*/ 86906 w 170415"/>
                  <a:gd name="connsiteY0" fmla="*/ 72 h 260929"/>
                  <a:gd name="connsiteX1" fmla="*/ 36385 w 170415"/>
                  <a:gd name="connsiteY1" fmla="*/ 19736 h 260929"/>
                  <a:gd name="connsiteX2" fmla="*/ 190 w 170415"/>
                  <a:gd name="connsiteY2" fmla="*/ 128646 h 260929"/>
                  <a:gd name="connsiteX3" fmla="*/ 30352 w 170415"/>
                  <a:gd name="connsiteY3" fmla="*/ 235287 h 260929"/>
                  <a:gd name="connsiteX4" fmla="*/ 85398 w 170415"/>
                  <a:gd name="connsiteY4" fmla="*/ 261002 h 260929"/>
                  <a:gd name="connsiteX5" fmla="*/ 134412 w 170415"/>
                  <a:gd name="connsiteY5" fmla="*/ 241337 h 260929"/>
                  <a:gd name="connsiteX6" fmla="*/ 170606 w 170415"/>
                  <a:gd name="connsiteY6" fmla="*/ 130915 h 260929"/>
                  <a:gd name="connsiteX7" fmla="*/ 86906 w 170415"/>
                  <a:gd name="connsiteY7" fmla="*/ 72 h 260929"/>
                  <a:gd name="connsiteX8" fmla="*/ 85775 w 170415"/>
                  <a:gd name="connsiteY8" fmla="*/ 9904 h 260929"/>
                  <a:gd name="connsiteX9" fmla="*/ 134412 w 170415"/>
                  <a:gd name="connsiteY9" fmla="*/ 131671 h 260929"/>
                  <a:gd name="connsiteX10" fmla="*/ 85398 w 170415"/>
                  <a:gd name="connsiteY10" fmla="*/ 251169 h 260929"/>
                  <a:gd name="connsiteX11" fmla="*/ 36385 w 170415"/>
                  <a:gd name="connsiteY11" fmla="*/ 132049 h 260929"/>
                  <a:gd name="connsiteX12" fmla="*/ 85775 w 170415"/>
                  <a:gd name="connsiteY12" fmla="*/ 9904 h 26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415" h="260929">
                    <a:moveTo>
                      <a:pt x="86906" y="72"/>
                    </a:moveTo>
                    <a:cubicBezTo>
                      <a:pt x="66170" y="72"/>
                      <a:pt x="50335" y="6501"/>
                      <a:pt x="36385" y="19736"/>
                    </a:cubicBezTo>
                    <a:cubicBezTo>
                      <a:pt x="14517" y="40913"/>
                      <a:pt x="190" y="84402"/>
                      <a:pt x="190" y="128646"/>
                    </a:cubicBezTo>
                    <a:cubicBezTo>
                      <a:pt x="190" y="169865"/>
                      <a:pt x="12632" y="214110"/>
                      <a:pt x="30352" y="235287"/>
                    </a:cubicBezTo>
                    <a:cubicBezTo>
                      <a:pt x="44302" y="251926"/>
                      <a:pt x="63531" y="261002"/>
                      <a:pt x="85398" y="261002"/>
                    </a:cubicBezTo>
                    <a:cubicBezTo>
                      <a:pt x="104626" y="261002"/>
                      <a:pt x="120839" y="254573"/>
                      <a:pt x="134412" y="241337"/>
                    </a:cubicBezTo>
                    <a:cubicBezTo>
                      <a:pt x="156279" y="220539"/>
                      <a:pt x="170606" y="176672"/>
                      <a:pt x="170606" y="130915"/>
                    </a:cubicBezTo>
                    <a:cubicBezTo>
                      <a:pt x="170606" y="53392"/>
                      <a:pt x="136297" y="72"/>
                      <a:pt x="86906" y="72"/>
                    </a:cubicBezTo>
                    <a:close/>
                    <a:moveTo>
                      <a:pt x="85775" y="9904"/>
                    </a:moveTo>
                    <a:cubicBezTo>
                      <a:pt x="117445" y="9904"/>
                      <a:pt x="134412" y="52636"/>
                      <a:pt x="134412" y="131671"/>
                    </a:cubicBezTo>
                    <a:cubicBezTo>
                      <a:pt x="134412" y="210706"/>
                      <a:pt x="117822" y="251169"/>
                      <a:pt x="85398" y="251169"/>
                    </a:cubicBezTo>
                    <a:cubicBezTo>
                      <a:pt x="52974" y="251169"/>
                      <a:pt x="36385" y="210706"/>
                      <a:pt x="36385" y="132049"/>
                    </a:cubicBezTo>
                    <a:cubicBezTo>
                      <a:pt x="36385" y="51880"/>
                      <a:pt x="53351" y="9904"/>
                      <a:pt x="85775" y="9904"/>
                    </a:cubicBez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FCEA1D3-5741-9094-F5B9-F4F0AB7A8703}"/>
                  </a:ext>
                </a:extLst>
              </p:cNvPr>
              <p:cNvSpPr/>
              <p:nvPr>
                <p:custDataLst>
                  <p:tags r:id="rId135"/>
                </p:custDataLst>
              </p:nvPr>
            </p:nvSpPr>
            <p:spPr>
              <a:xfrm>
                <a:off x="10393476" y="3802787"/>
                <a:ext cx="170415" cy="260929"/>
              </a:xfrm>
              <a:custGeom>
                <a:avLst/>
                <a:gdLst>
                  <a:gd name="connsiteX0" fmla="*/ 86924 w 170415"/>
                  <a:gd name="connsiteY0" fmla="*/ 72 h 260929"/>
                  <a:gd name="connsiteX1" fmla="*/ 36402 w 170415"/>
                  <a:gd name="connsiteY1" fmla="*/ 19736 h 260929"/>
                  <a:gd name="connsiteX2" fmla="*/ 208 w 170415"/>
                  <a:gd name="connsiteY2" fmla="*/ 128646 h 260929"/>
                  <a:gd name="connsiteX3" fmla="*/ 30370 w 170415"/>
                  <a:gd name="connsiteY3" fmla="*/ 235287 h 260929"/>
                  <a:gd name="connsiteX4" fmla="*/ 85416 w 170415"/>
                  <a:gd name="connsiteY4" fmla="*/ 261002 h 260929"/>
                  <a:gd name="connsiteX5" fmla="*/ 134429 w 170415"/>
                  <a:gd name="connsiteY5" fmla="*/ 241337 h 260929"/>
                  <a:gd name="connsiteX6" fmla="*/ 170624 w 170415"/>
                  <a:gd name="connsiteY6" fmla="*/ 130915 h 260929"/>
                  <a:gd name="connsiteX7" fmla="*/ 86924 w 170415"/>
                  <a:gd name="connsiteY7" fmla="*/ 72 h 260929"/>
                  <a:gd name="connsiteX8" fmla="*/ 85793 w 170415"/>
                  <a:gd name="connsiteY8" fmla="*/ 9904 h 260929"/>
                  <a:gd name="connsiteX9" fmla="*/ 134429 w 170415"/>
                  <a:gd name="connsiteY9" fmla="*/ 131671 h 260929"/>
                  <a:gd name="connsiteX10" fmla="*/ 85416 w 170415"/>
                  <a:gd name="connsiteY10" fmla="*/ 251169 h 260929"/>
                  <a:gd name="connsiteX11" fmla="*/ 36402 w 170415"/>
                  <a:gd name="connsiteY11" fmla="*/ 132049 h 260929"/>
                  <a:gd name="connsiteX12" fmla="*/ 85793 w 170415"/>
                  <a:gd name="connsiteY12" fmla="*/ 9904 h 26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415" h="260929">
                    <a:moveTo>
                      <a:pt x="86924" y="72"/>
                    </a:moveTo>
                    <a:cubicBezTo>
                      <a:pt x="66187" y="72"/>
                      <a:pt x="50352" y="6501"/>
                      <a:pt x="36402" y="19736"/>
                    </a:cubicBezTo>
                    <a:cubicBezTo>
                      <a:pt x="14535" y="40913"/>
                      <a:pt x="208" y="84402"/>
                      <a:pt x="208" y="128646"/>
                    </a:cubicBezTo>
                    <a:cubicBezTo>
                      <a:pt x="208" y="169865"/>
                      <a:pt x="12649" y="214110"/>
                      <a:pt x="30370" y="235287"/>
                    </a:cubicBezTo>
                    <a:cubicBezTo>
                      <a:pt x="44320" y="251926"/>
                      <a:pt x="63548" y="261002"/>
                      <a:pt x="85416" y="261002"/>
                    </a:cubicBezTo>
                    <a:cubicBezTo>
                      <a:pt x="104644" y="261002"/>
                      <a:pt x="120856" y="254573"/>
                      <a:pt x="134429" y="241337"/>
                    </a:cubicBezTo>
                    <a:cubicBezTo>
                      <a:pt x="156297" y="220539"/>
                      <a:pt x="170624" y="176672"/>
                      <a:pt x="170624" y="130915"/>
                    </a:cubicBezTo>
                    <a:cubicBezTo>
                      <a:pt x="170624" y="53392"/>
                      <a:pt x="136314" y="72"/>
                      <a:pt x="86924" y="72"/>
                    </a:cubicBezTo>
                    <a:close/>
                    <a:moveTo>
                      <a:pt x="85793" y="9904"/>
                    </a:moveTo>
                    <a:cubicBezTo>
                      <a:pt x="117463" y="9904"/>
                      <a:pt x="134429" y="52636"/>
                      <a:pt x="134429" y="131671"/>
                    </a:cubicBezTo>
                    <a:cubicBezTo>
                      <a:pt x="134429" y="210706"/>
                      <a:pt x="117840" y="251169"/>
                      <a:pt x="85416" y="251169"/>
                    </a:cubicBezTo>
                    <a:cubicBezTo>
                      <a:pt x="52991" y="251169"/>
                      <a:pt x="36402" y="210706"/>
                      <a:pt x="36402" y="132049"/>
                    </a:cubicBezTo>
                    <a:cubicBezTo>
                      <a:pt x="36402" y="51880"/>
                      <a:pt x="53368" y="9904"/>
                      <a:pt x="85793" y="9904"/>
                    </a:cubicBez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B1B78F33-C809-CE76-6AB9-8FC0C6A039C5}"/>
                  </a:ext>
                </a:extLst>
              </p:cNvPr>
              <p:cNvSpPr/>
              <p:nvPr>
                <p:custDataLst>
                  <p:tags r:id="rId136"/>
                </p:custDataLst>
              </p:nvPr>
            </p:nvSpPr>
            <p:spPr>
              <a:xfrm>
                <a:off x="11244966" y="3802787"/>
                <a:ext cx="170415" cy="260929"/>
              </a:xfrm>
              <a:custGeom>
                <a:avLst/>
                <a:gdLst>
                  <a:gd name="connsiteX0" fmla="*/ 86946 w 170415"/>
                  <a:gd name="connsiteY0" fmla="*/ 72 h 260929"/>
                  <a:gd name="connsiteX1" fmla="*/ 36425 w 170415"/>
                  <a:gd name="connsiteY1" fmla="*/ 19736 h 260929"/>
                  <a:gd name="connsiteX2" fmla="*/ 230 w 170415"/>
                  <a:gd name="connsiteY2" fmla="*/ 128646 h 260929"/>
                  <a:gd name="connsiteX3" fmla="*/ 30392 w 170415"/>
                  <a:gd name="connsiteY3" fmla="*/ 235287 h 260929"/>
                  <a:gd name="connsiteX4" fmla="*/ 85438 w 170415"/>
                  <a:gd name="connsiteY4" fmla="*/ 261002 h 260929"/>
                  <a:gd name="connsiteX5" fmla="*/ 134451 w 170415"/>
                  <a:gd name="connsiteY5" fmla="*/ 241337 h 260929"/>
                  <a:gd name="connsiteX6" fmla="*/ 170646 w 170415"/>
                  <a:gd name="connsiteY6" fmla="*/ 130915 h 260929"/>
                  <a:gd name="connsiteX7" fmla="*/ 86946 w 170415"/>
                  <a:gd name="connsiteY7" fmla="*/ 72 h 260929"/>
                  <a:gd name="connsiteX8" fmla="*/ 85815 w 170415"/>
                  <a:gd name="connsiteY8" fmla="*/ 9904 h 260929"/>
                  <a:gd name="connsiteX9" fmla="*/ 134451 w 170415"/>
                  <a:gd name="connsiteY9" fmla="*/ 131671 h 260929"/>
                  <a:gd name="connsiteX10" fmla="*/ 85438 w 170415"/>
                  <a:gd name="connsiteY10" fmla="*/ 251169 h 260929"/>
                  <a:gd name="connsiteX11" fmla="*/ 36425 w 170415"/>
                  <a:gd name="connsiteY11" fmla="*/ 132049 h 260929"/>
                  <a:gd name="connsiteX12" fmla="*/ 85815 w 170415"/>
                  <a:gd name="connsiteY12" fmla="*/ 9904 h 26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415" h="260929">
                    <a:moveTo>
                      <a:pt x="86946" y="72"/>
                    </a:moveTo>
                    <a:cubicBezTo>
                      <a:pt x="66210" y="72"/>
                      <a:pt x="50375" y="6501"/>
                      <a:pt x="36425" y="19736"/>
                    </a:cubicBezTo>
                    <a:cubicBezTo>
                      <a:pt x="14557" y="40913"/>
                      <a:pt x="230" y="84402"/>
                      <a:pt x="230" y="128646"/>
                    </a:cubicBezTo>
                    <a:cubicBezTo>
                      <a:pt x="230" y="169865"/>
                      <a:pt x="12672" y="214110"/>
                      <a:pt x="30392" y="235287"/>
                    </a:cubicBezTo>
                    <a:cubicBezTo>
                      <a:pt x="44342" y="251926"/>
                      <a:pt x="63570" y="261002"/>
                      <a:pt x="85438" y="261002"/>
                    </a:cubicBezTo>
                    <a:cubicBezTo>
                      <a:pt x="104666" y="261002"/>
                      <a:pt x="120878" y="254573"/>
                      <a:pt x="134451" y="241337"/>
                    </a:cubicBezTo>
                    <a:cubicBezTo>
                      <a:pt x="156319" y="220539"/>
                      <a:pt x="170646" y="176672"/>
                      <a:pt x="170646" y="130915"/>
                    </a:cubicBezTo>
                    <a:cubicBezTo>
                      <a:pt x="170646" y="53392"/>
                      <a:pt x="136337" y="72"/>
                      <a:pt x="86946" y="72"/>
                    </a:cubicBezTo>
                    <a:close/>
                    <a:moveTo>
                      <a:pt x="85815" y="9904"/>
                    </a:moveTo>
                    <a:cubicBezTo>
                      <a:pt x="117485" y="9904"/>
                      <a:pt x="134451" y="52636"/>
                      <a:pt x="134451" y="131671"/>
                    </a:cubicBezTo>
                    <a:cubicBezTo>
                      <a:pt x="134451" y="210706"/>
                      <a:pt x="117862" y="251169"/>
                      <a:pt x="85438" y="251169"/>
                    </a:cubicBezTo>
                    <a:cubicBezTo>
                      <a:pt x="53014" y="251169"/>
                      <a:pt x="36425" y="210706"/>
                      <a:pt x="36425" y="132049"/>
                    </a:cubicBezTo>
                    <a:cubicBezTo>
                      <a:pt x="36425" y="51880"/>
                      <a:pt x="53391" y="9904"/>
                      <a:pt x="85815" y="9904"/>
                    </a:cubicBez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DF1D8312-2195-6E6C-A039-3688F5E2FD1A}"/>
                  </a:ext>
                </a:extLst>
              </p:cNvPr>
              <p:cNvSpPr/>
              <p:nvPr>
                <p:custDataLst>
                  <p:tags r:id="rId137"/>
                </p:custDataLst>
              </p:nvPr>
            </p:nvSpPr>
            <p:spPr>
              <a:xfrm>
                <a:off x="9196346" y="4258279"/>
                <a:ext cx="106698" cy="255635"/>
              </a:xfrm>
              <a:custGeom>
                <a:avLst/>
                <a:gdLst>
                  <a:gd name="connsiteX0" fmla="*/ 68040 w 106698"/>
                  <a:gd name="connsiteY0" fmla="*/ 84 h 255635"/>
                  <a:gd name="connsiteX1" fmla="*/ 175 w 106698"/>
                  <a:gd name="connsiteY1" fmla="*/ 34497 h 255635"/>
                  <a:gd name="connsiteX2" fmla="*/ 175 w 106698"/>
                  <a:gd name="connsiteY2" fmla="*/ 39791 h 255635"/>
                  <a:gd name="connsiteX3" fmla="*/ 10355 w 106698"/>
                  <a:gd name="connsiteY3" fmla="*/ 35631 h 255635"/>
                  <a:gd name="connsiteX4" fmla="*/ 27321 w 106698"/>
                  <a:gd name="connsiteY4" fmla="*/ 31471 h 255635"/>
                  <a:gd name="connsiteX5" fmla="*/ 38632 w 106698"/>
                  <a:gd name="connsiteY5" fmla="*/ 49245 h 255635"/>
                  <a:gd name="connsiteX6" fmla="*/ 38632 w 106698"/>
                  <a:gd name="connsiteY6" fmla="*/ 220551 h 255635"/>
                  <a:gd name="connsiteX7" fmla="*/ 29583 w 106698"/>
                  <a:gd name="connsiteY7" fmla="*/ 245131 h 255635"/>
                  <a:gd name="connsiteX8" fmla="*/ 2814 w 106698"/>
                  <a:gd name="connsiteY8" fmla="*/ 250047 h 255635"/>
                  <a:gd name="connsiteX9" fmla="*/ 2814 w 106698"/>
                  <a:gd name="connsiteY9" fmla="*/ 255719 h 255635"/>
                  <a:gd name="connsiteX10" fmla="*/ 106874 w 106698"/>
                  <a:gd name="connsiteY10" fmla="*/ 255719 h 255635"/>
                  <a:gd name="connsiteX11" fmla="*/ 106874 w 106698"/>
                  <a:gd name="connsiteY11" fmla="*/ 250047 h 255635"/>
                  <a:gd name="connsiteX12" fmla="*/ 71056 w 106698"/>
                  <a:gd name="connsiteY12" fmla="*/ 227736 h 255635"/>
                  <a:gd name="connsiteX13" fmla="*/ 71056 w 106698"/>
                  <a:gd name="connsiteY13" fmla="*/ 840 h 255635"/>
                  <a:gd name="connsiteX14" fmla="*/ 68040 w 106698"/>
                  <a:gd name="connsiteY14" fmla="*/ 84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98" h="255635">
                    <a:moveTo>
                      <a:pt x="68040" y="84"/>
                    </a:moveTo>
                    <a:lnTo>
                      <a:pt x="175" y="34497"/>
                    </a:lnTo>
                    <a:lnTo>
                      <a:pt x="175" y="39791"/>
                    </a:lnTo>
                    <a:cubicBezTo>
                      <a:pt x="4700" y="37900"/>
                      <a:pt x="8847" y="36387"/>
                      <a:pt x="10355" y="35631"/>
                    </a:cubicBezTo>
                    <a:cubicBezTo>
                      <a:pt x="17141" y="32984"/>
                      <a:pt x="23551" y="31471"/>
                      <a:pt x="27321" y="31471"/>
                    </a:cubicBezTo>
                    <a:cubicBezTo>
                      <a:pt x="35239" y="31471"/>
                      <a:pt x="38632" y="37144"/>
                      <a:pt x="38632" y="49245"/>
                    </a:cubicBezTo>
                    <a:lnTo>
                      <a:pt x="38632" y="220551"/>
                    </a:lnTo>
                    <a:cubicBezTo>
                      <a:pt x="38632" y="233030"/>
                      <a:pt x="35616" y="241727"/>
                      <a:pt x="29583" y="245131"/>
                    </a:cubicBezTo>
                    <a:cubicBezTo>
                      <a:pt x="23928" y="248534"/>
                      <a:pt x="18650" y="249669"/>
                      <a:pt x="2814" y="250047"/>
                    </a:cubicBezTo>
                    <a:lnTo>
                      <a:pt x="2814" y="255719"/>
                    </a:lnTo>
                    <a:lnTo>
                      <a:pt x="106874" y="255719"/>
                    </a:lnTo>
                    <a:lnTo>
                      <a:pt x="106874" y="250047"/>
                    </a:lnTo>
                    <a:cubicBezTo>
                      <a:pt x="77089" y="249669"/>
                      <a:pt x="71056" y="245887"/>
                      <a:pt x="71056" y="227736"/>
                    </a:cubicBezTo>
                    <a:lnTo>
                      <a:pt x="71056" y="840"/>
                    </a:lnTo>
                    <a:lnTo>
                      <a:pt x="68040" y="84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8E05A522-CCA9-6EAD-363F-914194B46FAA}"/>
                  </a:ext>
                </a:extLst>
              </p:cNvPr>
              <p:cNvSpPr/>
              <p:nvPr>
                <p:custDataLst>
                  <p:tags r:id="rId138"/>
                </p:custDataLst>
              </p:nvPr>
            </p:nvSpPr>
            <p:spPr>
              <a:xfrm>
                <a:off x="9764007" y="4258279"/>
                <a:ext cx="106698" cy="255635"/>
              </a:xfrm>
              <a:custGeom>
                <a:avLst/>
                <a:gdLst>
                  <a:gd name="connsiteX0" fmla="*/ 68055 w 106698"/>
                  <a:gd name="connsiteY0" fmla="*/ 84 h 255635"/>
                  <a:gd name="connsiteX1" fmla="*/ 190 w 106698"/>
                  <a:gd name="connsiteY1" fmla="*/ 34497 h 255635"/>
                  <a:gd name="connsiteX2" fmla="*/ 190 w 106698"/>
                  <a:gd name="connsiteY2" fmla="*/ 39791 h 255635"/>
                  <a:gd name="connsiteX3" fmla="*/ 10370 w 106698"/>
                  <a:gd name="connsiteY3" fmla="*/ 35631 h 255635"/>
                  <a:gd name="connsiteX4" fmla="*/ 27336 w 106698"/>
                  <a:gd name="connsiteY4" fmla="*/ 31471 h 255635"/>
                  <a:gd name="connsiteX5" fmla="*/ 38647 w 106698"/>
                  <a:gd name="connsiteY5" fmla="*/ 49245 h 255635"/>
                  <a:gd name="connsiteX6" fmla="*/ 38647 w 106698"/>
                  <a:gd name="connsiteY6" fmla="*/ 220551 h 255635"/>
                  <a:gd name="connsiteX7" fmla="*/ 29598 w 106698"/>
                  <a:gd name="connsiteY7" fmla="*/ 245131 h 255635"/>
                  <a:gd name="connsiteX8" fmla="*/ 2829 w 106698"/>
                  <a:gd name="connsiteY8" fmla="*/ 250047 h 255635"/>
                  <a:gd name="connsiteX9" fmla="*/ 2829 w 106698"/>
                  <a:gd name="connsiteY9" fmla="*/ 255719 h 255635"/>
                  <a:gd name="connsiteX10" fmla="*/ 106889 w 106698"/>
                  <a:gd name="connsiteY10" fmla="*/ 255719 h 255635"/>
                  <a:gd name="connsiteX11" fmla="*/ 106889 w 106698"/>
                  <a:gd name="connsiteY11" fmla="*/ 250047 h 255635"/>
                  <a:gd name="connsiteX12" fmla="*/ 71071 w 106698"/>
                  <a:gd name="connsiteY12" fmla="*/ 227736 h 255635"/>
                  <a:gd name="connsiteX13" fmla="*/ 71071 w 106698"/>
                  <a:gd name="connsiteY13" fmla="*/ 840 h 255635"/>
                  <a:gd name="connsiteX14" fmla="*/ 68055 w 106698"/>
                  <a:gd name="connsiteY14" fmla="*/ 84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98" h="255635">
                    <a:moveTo>
                      <a:pt x="68055" y="84"/>
                    </a:moveTo>
                    <a:lnTo>
                      <a:pt x="190" y="34497"/>
                    </a:lnTo>
                    <a:lnTo>
                      <a:pt x="190" y="39791"/>
                    </a:lnTo>
                    <a:cubicBezTo>
                      <a:pt x="4714" y="37900"/>
                      <a:pt x="8862" y="36387"/>
                      <a:pt x="10370" y="35631"/>
                    </a:cubicBezTo>
                    <a:cubicBezTo>
                      <a:pt x="17156" y="32984"/>
                      <a:pt x="23566" y="31471"/>
                      <a:pt x="27336" y="31471"/>
                    </a:cubicBezTo>
                    <a:cubicBezTo>
                      <a:pt x="35254" y="31471"/>
                      <a:pt x="38647" y="37144"/>
                      <a:pt x="38647" y="49245"/>
                    </a:cubicBezTo>
                    <a:lnTo>
                      <a:pt x="38647" y="220551"/>
                    </a:lnTo>
                    <a:cubicBezTo>
                      <a:pt x="38647" y="233030"/>
                      <a:pt x="35631" y="241727"/>
                      <a:pt x="29598" y="245131"/>
                    </a:cubicBezTo>
                    <a:cubicBezTo>
                      <a:pt x="23943" y="248534"/>
                      <a:pt x="18664" y="249669"/>
                      <a:pt x="2829" y="250047"/>
                    </a:cubicBezTo>
                    <a:lnTo>
                      <a:pt x="2829" y="255719"/>
                    </a:lnTo>
                    <a:lnTo>
                      <a:pt x="106889" y="255719"/>
                    </a:lnTo>
                    <a:lnTo>
                      <a:pt x="106889" y="250047"/>
                    </a:lnTo>
                    <a:cubicBezTo>
                      <a:pt x="77104" y="249669"/>
                      <a:pt x="71071" y="245887"/>
                      <a:pt x="71071" y="227736"/>
                    </a:cubicBezTo>
                    <a:lnTo>
                      <a:pt x="71071" y="840"/>
                    </a:lnTo>
                    <a:lnTo>
                      <a:pt x="68055" y="84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36D6DCD8-44BF-275E-9DD2-D7B095298F2E}"/>
                  </a:ext>
                </a:extLst>
              </p:cNvPr>
              <p:cNvSpPr/>
              <p:nvPr>
                <p:custDataLst>
                  <p:tags r:id="rId139"/>
                </p:custDataLst>
              </p:nvPr>
            </p:nvSpPr>
            <p:spPr>
              <a:xfrm>
                <a:off x="10426277" y="4258279"/>
                <a:ext cx="106698" cy="255635"/>
              </a:xfrm>
              <a:custGeom>
                <a:avLst/>
                <a:gdLst>
                  <a:gd name="connsiteX0" fmla="*/ 68072 w 106698"/>
                  <a:gd name="connsiteY0" fmla="*/ 84 h 255635"/>
                  <a:gd name="connsiteX1" fmla="*/ 208 w 106698"/>
                  <a:gd name="connsiteY1" fmla="*/ 34497 h 255635"/>
                  <a:gd name="connsiteX2" fmla="*/ 208 w 106698"/>
                  <a:gd name="connsiteY2" fmla="*/ 39791 h 255635"/>
                  <a:gd name="connsiteX3" fmla="*/ 10387 w 106698"/>
                  <a:gd name="connsiteY3" fmla="*/ 35631 h 255635"/>
                  <a:gd name="connsiteX4" fmla="*/ 27354 w 106698"/>
                  <a:gd name="connsiteY4" fmla="*/ 31471 h 255635"/>
                  <a:gd name="connsiteX5" fmla="*/ 38664 w 106698"/>
                  <a:gd name="connsiteY5" fmla="*/ 49245 h 255635"/>
                  <a:gd name="connsiteX6" fmla="*/ 38664 w 106698"/>
                  <a:gd name="connsiteY6" fmla="*/ 220551 h 255635"/>
                  <a:gd name="connsiteX7" fmla="*/ 29616 w 106698"/>
                  <a:gd name="connsiteY7" fmla="*/ 245131 h 255635"/>
                  <a:gd name="connsiteX8" fmla="*/ 2847 w 106698"/>
                  <a:gd name="connsiteY8" fmla="*/ 250047 h 255635"/>
                  <a:gd name="connsiteX9" fmla="*/ 2847 w 106698"/>
                  <a:gd name="connsiteY9" fmla="*/ 255719 h 255635"/>
                  <a:gd name="connsiteX10" fmla="*/ 106906 w 106698"/>
                  <a:gd name="connsiteY10" fmla="*/ 255719 h 255635"/>
                  <a:gd name="connsiteX11" fmla="*/ 106906 w 106698"/>
                  <a:gd name="connsiteY11" fmla="*/ 250047 h 255635"/>
                  <a:gd name="connsiteX12" fmla="*/ 71089 w 106698"/>
                  <a:gd name="connsiteY12" fmla="*/ 227736 h 255635"/>
                  <a:gd name="connsiteX13" fmla="*/ 71089 w 106698"/>
                  <a:gd name="connsiteY13" fmla="*/ 840 h 255635"/>
                  <a:gd name="connsiteX14" fmla="*/ 68072 w 106698"/>
                  <a:gd name="connsiteY14" fmla="*/ 84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98" h="255635">
                    <a:moveTo>
                      <a:pt x="68072" y="84"/>
                    </a:moveTo>
                    <a:lnTo>
                      <a:pt x="208" y="34497"/>
                    </a:lnTo>
                    <a:lnTo>
                      <a:pt x="208" y="39791"/>
                    </a:lnTo>
                    <a:cubicBezTo>
                      <a:pt x="4732" y="37900"/>
                      <a:pt x="8879" y="36387"/>
                      <a:pt x="10387" y="35631"/>
                    </a:cubicBezTo>
                    <a:cubicBezTo>
                      <a:pt x="17174" y="32984"/>
                      <a:pt x="23583" y="31471"/>
                      <a:pt x="27354" y="31471"/>
                    </a:cubicBezTo>
                    <a:cubicBezTo>
                      <a:pt x="35271" y="31471"/>
                      <a:pt x="38664" y="37144"/>
                      <a:pt x="38664" y="49245"/>
                    </a:cubicBezTo>
                    <a:lnTo>
                      <a:pt x="38664" y="220551"/>
                    </a:lnTo>
                    <a:cubicBezTo>
                      <a:pt x="38664" y="233030"/>
                      <a:pt x="35648" y="241727"/>
                      <a:pt x="29616" y="245131"/>
                    </a:cubicBezTo>
                    <a:cubicBezTo>
                      <a:pt x="23960" y="248534"/>
                      <a:pt x="18682" y="249669"/>
                      <a:pt x="2847" y="250047"/>
                    </a:cubicBezTo>
                    <a:lnTo>
                      <a:pt x="2847" y="255719"/>
                    </a:lnTo>
                    <a:lnTo>
                      <a:pt x="106906" y="255719"/>
                    </a:lnTo>
                    <a:lnTo>
                      <a:pt x="106906" y="250047"/>
                    </a:lnTo>
                    <a:cubicBezTo>
                      <a:pt x="77121" y="249669"/>
                      <a:pt x="71089" y="245887"/>
                      <a:pt x="71089" y="227736"/>
                    </a:cubicBezTo>
                    <a:lnTo>
                      <a:pt x="71089" y="840"/>
                    </a:lnTo>
                    <a:lnTo>
                      <a:pt x="68072" y="84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539547F9-C92D-C64B-B7BB-D056EF447488}"/>
                  </a:ext>
                </a:extLst>
              </p:cNvPr>
              <p:cNvSpPr/>
              <p:nvPr>
                <p:custDataLst>
                  <p:tags r:id="rId140"/>
                </p:custDataLst>
              </p:nvPr>
            </p:nvSpPr>
            <p:spPr>
              <a:xfrm>
                <a:off x="11277767" y="4258279"/>
                <a:ext cx="106698" cy="255635"/>
              </a:xfrm>
              <a:custGeom>
                <a:avLst/>
                <a:gdLst>
                  <a:gd name="connsiteX0" fmla="*/ 68095 w 106698"/>
                  <a:gd name="connsiteY0" fmla="*/ 84 h 255635"/>
                  <a:gd name="connsiteX1" fmla="*/ 230 w 106698"/>
                  <a:gd name="connsiteY1" fmla="*/ 34497 h 255635"/>
                  <a:gd name="connsiteX2" fmla="*/ 230 w 106698"/>
                  <a:gd name="connsiteY2" fmla="*/ 39791 h 255635"/>
                  <a:gd name="connsiteX3" fmla="*/ 10410 w 106698"/>
                  <a:gd name="connsiteY3" fmla="*/ 35631 h 255635"/>
                  <a:gd name="connsiteX4" fmla="*/ 27376 w 106698"/>
                  <a:gd name="connsiteY4" fmla="*/ 31471 h 255635"/>
                  <a:gd name="connsiteX5" fmla="*/ 38687 w 106698"/>
                  <a:gd name="connsiteY5" fmla="*/ 49245 h 255635"/>
                  <a:gd name="connsiteX6" fmla="*/ 38687 w 106698"/>
                  <a:gd name="connsiteY6" fmla="*/ 220551 h 255635"/>
                  <a:gd name="connsiteX7" fmla="*/ 29638 w 106698"/>
                  <a:gd name="connsiteY7" fmla="*/ 245131 h 255635"/>
                  <a:gd name="connsiteX8" fmla="*/ 2869 w 106698"/>
                  <a:gd name="connsiteY8" fmla="*/ 250047 h 255635"/>
                  <a:gd name="connsiteX9" fmla="*/ 2869 w 106698"/>
                  <a:gd name="connsiteY9" fmla="*/ 255719 h 255635"/>
                  <a:gd name="connsiteX10" fmla="*/ 106928 w 106698"/>
                  <a:gd name="connsiteY10" fmla="*/ 255719 h 255635"/>
                  <a:gd name="connsiteX11" fmla="*/ 106928 w 106698"/>
                  <a:gd name="connsiteY11" fmla="*/ 250047 h 255635"/>
                  <a:gd name="connsiteX12" fmla="*/ 71111 w 106698"/>
                  <a:gd name="connsiteY12" fmla="*/ 227736 h 255635"/>
                  <a:gd name="connsiteX13" fmla="*/ 71111 w 106698"/>
                  <a:gd name="connsiteY13" fmla="*/ 840 h 255635"/>
                  <a:gd name="connsiteX14" fmla="*/ 68095 w 106698"/>
                  <a:gd name="connsiteY14" fmla="*/ 84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98" h="255635">
                    <a:moveTo>
                      <a:pt x="68095" y="84"/>
                    </a:moveTo>
                    <a:lnTo>
                      <a:pt x="230" y="34497"/>
                    </a:lnTo>
                    <a:lnTo>
                      <a:pt x="230" y="39791"/>
                    </a:lnTo>
                    <a:cubicBezTo>
                      <a:pt x="4754" y="37900"/>
                      <a:pt x="8902" y="36387"/>
                      <a:pt x="10410" y="35631"/>
                    </a:cubicBezTo>
                    <a:cubicBezTo>
                      <a:pt x="17196" y="32984"/>
                      <a:pt x="23606" y="31471"/>
                      <a:pt x="27376" y="31471"/>
                    </a:cubicBezTo>
                    <a:cubicBezTo>
                      <a:pt x="35293" y="31471"/>
                      <a:pt x="38687" y="37144"/>
                      <a:pt x="38687" y="49245"/>
                    </a:cubicBezTo>
                    <a:lnTo>
                      <a:pt x="38687" y="220551"/>
                    </a:lnTo>
                    <a:cubicBezTo>
                      <a:pt x="38687" y="233030"/>
                      <a:pt x="35670" y="241727"/>
                      <a:pt x="29638" y="245131"/>
                    </a:cubicBezTo>
                    <a:cubicBezTo>
                      <a:pt x="23983" y="248534"/>
                      <a:pt x="18704" y="249669"/>
                      <a:pt x="2869" y="250047"/>
                    </a:cubicBezTo>
                    <a:lnTo>
                      <a:pt x="2869" y="255719"/>
                    </a:lnTo>
                    <a:lnTo>
                      <a:pt x="106928" y="255719"/>
                    </a:lnTo>
                    <a:lnTo>
                      <a:pt x="106928" y="250047"/>
                    </a:lnTo>
                    <a:cubicBezTo>
                      <a:pt x="77143" y="249669"/>
                      <a:pt x="71111" y="245887"/>
                      <a:pt x="71111" y="227736"/>
                    </a:cubicBezTo>
                    <a:lnTo>
                      <a:pt x="71111" y="840"/>
                    </a:lnTo>
                    <a:lnTo>
                      <a:pt x="68095" y="84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24B3955D-D2E2-9C74-DD22-45A094800520}"/>
                  </a:ext>
                </a:extLst>
              </p:cNvPr>
              <p:cNvSpPr/>
              <p:nvPr>
                <p:custDataLst>
                  <p:tags r:id="rId141"/>
                </p:custDataLst>
              </p:nvPr>
            </p:nvSpPr>
            <p:spPr>
              <a:xfrm>
                <a:off x="9196346" y="4713771"/>
                <a:ext cx="106698" cy="255635"/>
              </a:xfrm>
              <a:custGeom>
                <a:avLst/>
                <a:gdLst>
                  <a:gd name="connsiteX0" fmla="*/ 68040 w 106698"/>
                  <a:gd name="connsiteY0" fmla="*/ 96 h 255635"/>
                  <a:gd name="connsiteX1" fmla="*/ 175 w 106698"/>
                  <a:gd name="connsiteY1" fmla="*/ 34508 h 255635"/>
                  <a:gd name="connsiteX2" fmla="*/ 175 w 106698"/>
                  <a:gd name="connsiteY2" fmla="*/ 39803 h 255635"/>
                  <a:gd name="connsiteX3" fmla="*/ 10355 w 106698"/>
                  <a:gd name="connsiteY3" fmla="*/ 35643 h 255635"/>
                  <a:gd name="connsiteX4" fmla="*/ 27321 w 106698"/>
                  <a:gd name="connsiteY4" fmla="*/ 31483 h 255635"/>
                  <a:gd name="connsiteX5" fmla="*/ 38632 w 106698"/>
                  <a:gd name="connsiteY5" fmla="*/ 49257 h 255635"/>
                  <a:gd name="connsiteX6" fmla="*/ 38632 w 106698"/>
                  <a:gd name="connsiteY6" fmla="*/ 220562 h 255635"/>
                  <a:gd name="connsiteX7" fmla="*/ 29583 w 106698"/>
                  <a:gd name="connsiteY7" fmla="*/ 245143 h 255635"/>
                  <a:gd name="connsiteX8" fmla="*/ 2814 w 106698"/>
                  <a:gd name="connsiteY8" fmla="*/ 250059 h 255635"/>
                  <a:gd name="connsiteX9" fmla="*/ 2814 w 106698"/>
                  <a:gd name="connsiteY9" fmla="*/ 255731 h 255635"/>
                  <a:gd name="connsiteX10" fmla="*/ 106874 w 106698"/>
                  <a:gd name="connsiteY10" fmla="*/ 255731 h 255635"/>
                  <a:gd name="connsiteX11" fmla="*/ 106874 w 106698"/>
                  <a:gd name="connsiteY11" fmla="*/ 250059 h 255635"/>
                  <a:gd name="connsiteX12" fmla="*/ 71056 w 106698"/>
                  <a:gd name="connsiteY12" fmla="*/ 227747 h 255635"/>
                  <a:gd name="connsiteX13" fmla="*/ 71056 w 106698"/>
                  <a:gd name="connsiteY13" fmla="*/ 852 h 255635"/>
                  <a:gd name="connsiteX14" fmla="*/ 68040 w 106698"/>
                  <a:gd name="connsiteY14" fmla="*/ 96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98" h="255635">
                    <a:moveTo>
                      <a:pt x="68040" y="96"/>
                    </a:moveTo>
                    <a:lnTo>
                      <a:pt x="175" y="34508"/>
                    </a:lnTo>
                    <a:lnTo>
                      <a:pt x="175" y="39803"/>
                    </a:lnTo>
                    <a:cubicBezTo>
                      <a:pt x="4700" y="37912"/>
                      <a:pt x="8847" y="36399"/>
                      <a:pt x="10355" y="35643"/>
                    </a:cubicBezTo>
                    <a:cubicBezTo>
                      <a:pt x="17141" y="32996"/>
                      <a:pt x="23551" y="31483"/>
                      <a:pt x="27321" y="31483"/>
                    </a:cubicBezTo>
                    <a:cubicBezTo>
                      <a:pt x="35239" y="31483"/>
                      <a:pt x="38632" y="37156"/>
                      <a:pt x="38632" y="49257"/>
                    </a:cubicBezTo>
                    <a:lnTo>
                      <a:pt x="38632" y="220562"/>
                    </a:lnTo>
                    <a:cubicBezTo>
                      <a:pt x="38632" y="233042"/>
                      <a:pt x="35616" y="241739"/>
                      <a:pt x="29583" y="245143"/>
                    </a:cubicBezTo>
                    <a:cubicBezTo>
                      <a:pt x="23928" y="248546"/>
                      <a:pt x="18650" y="249681"/>
                      <a:pt x="2814" y="250059"/>
                    </a:cubicBezTo>
                    <a:lnTo>
                      <a:pt x="2814" y="255731"/>
                    </a:lnTo>
                    <a:lnTo>
                      <a:pt x="106874" y="255731"/>
                    </a:lnTo>
                    <a:lnTo>
                      <a:pt x="106874" y="250059"/>
                    </a:lnTo>
                    <a:cubicBezTo>
                      <a:pt x="77089" y="249681"/>
                      <a:pt x="71056" y="245899"/>
                      <a:pt x="71056" y="227747"/>
                    </a:cubicBezTo>
                    <a:lnTo>
                      <a:pt x="71056" y="852"/>
                    </a:lnTo>
                    <a:lnTo>
                      <a:pt x="68040" y="96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4162368E-7A60-1061-7D93-C22A73656A91}"/>
                  </a:ext>
                </a:extLst>
              </p:cNvPr>
              <p:cNvSpPr/>
              <p:nvPr>
                <p:custDataLst>
                  <p:tags r:id="rId142"/>
                </p:custDataLst>
              </p:nvPr>
            </p:nvSpPr>
            <p:spPr>
              <a:xfrm>
                <a:off x="9733468" y="4713771"/>
                <a:ext cx="167776" cy="255635"/>
              </a:xfrm>
              <a:custGeom>
                <a:avLst/>
                <a:gdLst>
                  <a:gd name="connsiteX0" fmla="*/ 167967 w 167776"/>
                  <a:gd name="connsiteY0" fmla="*/ 203923 h 255635"/>
                  <a:gd name="connsiteX1" fmla="*/ 163066 w 167776"/>
                  <a:gd name="connsiteY1" fmla="*/ 202033 h 255635"/>
                  <a:gd name="connsiteX2" fmla="*/ 127248 w 167776"/>
                  <a:gd name="connsiteY2" fmla="*/ 226991 h 255635"/>
                  <a:gd name="connsiteX3" fmla="*/ 37139 w 167776"/>
                  <a:gd name="connsiteY3" fmla="*/ 226991 h 255635"/>
                  <a:gd name="connsiteX4" fmla="*/ 100479 w 167776"/>
                  <a:gd name="connsiteY4" fmla="*/ 160435 h 255635"/>
                  <a:gd name="connsiteX5" fmla="*/ 148739 w 167776"/>
                  <a:gd name="connsiteY5" fmla="*/ 67030 h 255635"/>
                  <a:gd name="connsiteX6" fmla="*/ 78989 w 167776"/>
                  <a:gd name="connsiteY6" fmla="*/ 96 h 255635"/>
                  <a:gd name="connsiteX7" fmla="*/ 24697 w 167776"/>
                  <a:gd name="connsiteY7" fmla="*/ 23542 h 255635"/>
                  <a:gd name="connsiteX8" fmla="*/ 567 w 167776"/>
                  <a:gd name="connsiteY8" fmla="*/ 75350 h 255635"/>
                  <a:gd name="connsiteX9" fmla="*/ 8485 w 167776"/>
                  <a:gd name="connsiteY9" fmla="*/ 77240 h 255635"/>
                  <a:gd name="connsiteX10" fmla="*/ 63154 w 167776"/>
                  <a:gd name="connsiteY10" fmla="*/ 28080 h 255635"/>
                  <a:gd name="connsiteX11" fmla="*/ 116314 w 167776"/>
                  <a:gd name="connsiteY11" fmla="*/ 81400 h 255635"/>
                  <a:gd name="connsiteX12" fmla="*/ 67301 w 167776"/>
                  <a:gd name="connsiteY12" fmla="*/ 179721 h 255635"/>
                  <a:gd name="connsiteX13" fmla="*/ 190 w 167776"/>
                  <a:gd name="connsiteY13" fmla="*/ 251193 h 255635"/>
                  <a:gd name="connsiteX14" fmla="*/ 190 w 167776"/>
                  <a:gd name="connsiteY14" fmla="*/ 255731 h 255635"/>
                  <a:gd name="connsiteX15" fmla="*/ 147230 w 167776"/>
                  <a:gd name="connsiteY15" fmla="*/ 255731 h 255635"/>
                  <a:gd name="connsiteX16" fmla="*/ 167967 w 167776"/>
                  <a:gd name="connsiteY16" fmla="*/ 203923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7776" h="255635">
                    <a:moveTo>
                      <a:pt x="167967" y="203923"/>
                    </a:moveTo>
                    <a:lnTo>
                      <a:pt x="163066" y="202033"/>
                    </a:lnTo>
                    <a:cubicBezTo>
                      <a:pt x="149116" y="223588"/>
                      <a:pt x="144214" y="226991"/>
                      <a:pt x="127248" y="226991"/>
                    </a:cubicBezTo>
                    <a:lnTo>
                      <a:pt x="37139" y="226991"/>
                    </a:lnTo>
                    <a:lnTo>
                      <a:pt x="100479" y="160435"/>
                    </a:lnTo>
                    <a:cubicBezTo>
                      <a:pt x="134035" y="125267"/>
                      <a:pt x="148739" y="96526"/>
                      <a:pt x="148739" y="67030"/>
                    </a:cubicBezTo>
                    <a:cubicBezTo>
                      <a:pt x="148739" y="29214"/>
                      <a:pt x="118199" y="96"/>
                      <a:pt x="78989" y="96"/>
                    </a:cubicBezTo>
                    <a:cubicBezTo>
                      <a:pt x="58252" y="96"/>
                      <a:pt x="38647" y="8416"/>
                      <a:pt x="24697" y="23542"/>
                    </a:cubicBezTo>
                    <a:cubicBezTo>
                      <a:pt x="12632" y="36399"/>
                      <a:pt x="6977" y="48500"/>
                      <a:pt x="567" y="75350"/>
                    </a:cubicBezTo>
                    <a:lnTo>
                      <a:pt x="8485" y="77240"/>
                    </a:lnTo>
                    <a:cubicBezTo>
                      <a:pt x="23566" y="40181"/>
                      <a:pt x="37139" y="28080"/>
                      <a:pt x="63154" y="28080"/>
                    </a:cubicBezTo>
                    <a:cubicBezTo>
                      <a:pt x="94824" y="28080"/>
                      <a:pt x="116314" y="49635"/>
                      <a:pt x="116314" y="81400"/>
                    </a:cubicBezTo>
                    <a:cubicBezTo>
                      <a:pt x="116314" y="110896"/>
                      <a:pt x="98971" y="146065"/>
                      <a:pt x="67301" y="179721"/>
                    </a:cubicBezTo>
                    <a:lnTo>
                      <a:pt x="190" y="251193"/>
                    </a:lnTo>
                    <a:lnTo>
                      <a:pt x="190" y="255731"/>
                    </a:lnTo>
                    <a:lnTo>
                      <a:pt x="147230" y="255731"/>
                    </a:lnTo>
                    <a:lnTo>
                      <a:pt x="167967" y="203923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A4FA7D39-D4FB-C522-E33F-2FA60E758A36}"/>
                  </a:ext>
                </a:extLst>
              </p:cNvPr>
              <p:cNvSpPr/>
              <p:nvPr>
                <p:custDataLst>
                  <p:tags r:id="rId143"/>
                </p:custDataLst>
              </p:nvPr>
            </p:nvSpPr>
            <p:spPr>
              <a:xfrm>
                <a:off x="10388951" y="4713771"/>
                <a:ext cx="173432" cy="255635"/>
              </a:xfrm>
              <a:custGeom>
                <a:avLst/>
                <a:gdLst>
                  <a:gd name="connsiteX0" fmla="*/ 173640 w 173432"/>
                  <a:gd name="connsiteY0" fmla="*/ 168377 h 255635"/>
                  <a:gd name="connsiteX1" fmla="*/ 135183 w 173432"/>
                  <a:gd name="connsiteY1" fmla="*/ 168377 h 255635"/>
                  <a:gd name="connsiteX2" fmla="*/ 135183 w 173432"/>
                  <a:gd name="connsiteY2" fmla="*/ 96 h 255635"/>
                  <a:gd name="connsiteX3" fmla="*/ 118594 w 173432"/>
                  <a:gd name="connsiteY3" fmla="*/ 96 h 255635"/>
                  <a:gd name="connsiteX4" fmla="*/ 208 w 173432"/>
                  <a:gd name="connsiteY4" fmla="*/ 168377 h 255635"/>
                  <a:gd name="connsiteX5" fmla="*/ 208 w 173432"/>
                  <a:gd name="connsiteY5" fmla="*/ 192579 h 255635"/>
                  <a:gd name="connsiteX6" fmla="*/ 106152 w 173432"/>
                  <a:gd name="connsiteY6" fmla="*/ 192579 h 255635"/>
                  <a:gd name="connsiteX7" fmla="*/ 106152 w 173432"/>
                  <a:gd name="connsiteY7" fmla="*/ 255731 h 255635"/>
                  <a:gd name="connsiteX8" fmla="*/ 135183 w 173432"/>
                  <a:gd name="connsiteY8" fmla="*/ 255731 h 255635"/>
                  <a:gd name="connsiteX9" fmla="*/ 135183 w 173432"/>
                  <a:gd name="connsiteY9" fmla="*/ 192579 h 255635"/>
                  <a:gd name="connsiteX10" fmla="*/ 173640 w 173432"/>
                  <a:gd name="connsiteY10" fmla="*/ 192579 h 255635"/>
                  <a:gd name="connsiteX11" fmla="*/ 173640 w 173432"/>
                  <a:gd name="connsiteY11" fmla="*/ 168377 h 255635"/>
                  <a:gd name="connsiteX12" fmla="*/ 105775 w 173432"/>
                  <a:gd name="connsiteY12" fmla="*/ 168377 h 255635"/>
                  <a:gd name="connsiteX13" fmla="*/ 15289 w 173432"/>
                  <a:gd name="connsiteY13" fmla="*/ 168377 h 255635"/>
                  <a:gd name="connsiteX14" fmla="*/ 105775 w 173432"/>
                  <a:gd name="connsiteY14" fmla="*/ 38668 h 255635"/>
                  <a:gd name="connsiteX15" fmla="*/ 105775 w 173432"/>
                  <a:gd name="connsiteY15" fmla="*/ 168377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3432" h="255635">
                    <a:moveTo>
                      <a:pt x="173640" y="168377"/>
                    </a:moveTo>
                    <a:lnTo>
                      <a:pt x="135183" y="168377"/>
                    </a:lnTo>
                    <a:lnTo>
                      <a:pt x="135183" y="96"/>
                    </a:lnTo>
                    <a:lnTo>
                      <a:pt x="118594" y="96"/>
                    </a:lnTo>
                    <a:lnTo>
                      <a:pt x="208" y="168377"/>
                    </a:lnTo>
                    <a:lnTo>
                      <a:pt x="208" y="192579"/>
                    </a:lnTo>
                    <a:lnTo>
                      <a:pt x="106152" y="192579"/>
                    </a:lnTo>
                    <a:lnTo>
                      <a:pt x="106152" y="255731"/>
                    </a:lnTo>
                    <a:lnTo>
                      <a:pt x="135183" y="255731"/>
                    </a:lnTo>
                    <a:lnTo>
                      <a:pt x="135183" y="192579"/>
                    </a:lnTo>
                    <a:lnTo>
                      <a:pt x="173640" y="192579"/>
                    </a:lnTo>
                    <a:lnTo>
                      <a:pt x="173640" y="168377"/>
                    </a:lnTo>
                    <a:close/>
                    <a:moveTo>
                      <a:pt x="105775" y="168377"/>
                    </a:moveTo>
                    <a:lnTo>
                      <a:pt x="15289" y="168377"/>
                    </a:lnTo>
                    <a:lnTo>
                      <a:pt x="105775" y="38668"/>
                    </a:lnTo>
                    <a:lnTo>
                      <a:pt x="105775" y="168377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5816AB21-0239-38FE-A0A2-DDE0B0D87D9E}"/>
                  </a:ext>
                </a:extLst>
              </p:cNvPr>
              <p:cNvSpPr/>
              <p:nvPr>
                <p:custDataLst>
                  <p:tags r:id="rId144"/>
                </p:custDataLst>
              </p:nvPr>
            </p:nvSpPr>
            <p:spPr>
              <a:xfrm>
                <a:off x="11257031" y="4713771"/>
                <a:ext cx="146663" cy="260929"/>
              </a:xfrm>
              <a:custGeom>
                <a:avLst/>
                <a:gdLst>
                  <a:gd name="connsiteX0" fmla="*/ 88454 w 146663"/>
                  <a:gd name="connsiteY0" fmla="*/ 115434 h 260929"/>
                  <a:gd name="connsiteX1" fmla="*/ 138976 w 146663"/>
                  <a:gd name="connsiteY1" fmla="*/ 53795 h 260929"/>
                  <a:gd name="connsiteX2" fmla="*/ 74127 w 146663"/>
                  <a:gd name="connsiteY2" fmla="*/ 96 h 260929"/>
                  <a:gd name="connsiteX3" fmla="*/ 2492 w 146663"/>
                  <a:gd name="connsiteY3" fmla="*/ 59845 h 260929"/>
                  <a:gd name="connsiteX4" fmla="*/ 49243 w 146663"/>
                  <a:gd name="connsiteY4" fmla="*/ 130183 h 260929"/>
                  <a:gd name="connsiteX5" fmla="*/ 230 w 146663"/>
                  <a:gd name="connsiteY5" fmla="*/ 198629 h 260929"/>
                  <a:gd name="connsiteX6" fmla="*/ 72619 w 146663"/>
                  <a:gd name="connsiteY6" fmla="*/ 261025 h 260929"/>
                  <a:gd name="connsiteX7" fmla="*/ 146893 w 146663"/>
                  <a:gd name="connsiteY7" fmla="*/ 197117 h 260929"/>
                  <a:gd name="connsiteX8" fmla="*/ 88454 w 146663"/>
                  <a:gd name="connsiteY8" fmla="*/ 115434 h 260929"/>
                  <a:gd name="connsiteX9" fmla="*/ 81668 w 146663"/>
                  <a:gd name="connsiteY9" fmla="*/ 154385 h 260929"/>
                  <a:gd name="connsiteX10" fmla="*/ 118239 w 146663"/>
                  <a:gd name="connsiteY10" fmla="*/ 208840 h 260929"/>
                  <a:gd name="connsiteX11" fmla="*/ 76766 w 146663"/>
                  <a:gd name="connsiteY11" fmla="*/ 250437 h 260929"/>
                  <a:gd name="connsiteX12" fmla="*/ 28884 w 146663"/>
                  <a:gd name="connsiteY12" fmla="*/ 195604 h 260929"/>
                  <a:gd name="connsiteX13" fmla="*/ 59046 w 146663"/>
                  <a:gd name="connsiteY13" fmla="*/ 137746 h 260929"/>
                  <a:gd name="connsiteX14" fmla="*/ 81668 w 146663"/>
                  <a:gd name="connsiteY14" fmla="*/ 154385 h 260929"/>
                  <a:gd name="connsiteX15" fmla="*/ 77520 w 146663"/>
                  <a:gd name="connsiteY15" fmla="*/ 108628 h 260929"/>
                  <a:gd name="connsiteX16" fmla="*/ 30392 w 146663"/>
                  <a:gd name="connsiteY16" fmla="*/ 48122 h 260929"/>
                  <a:gd name="connsiteX17" fmla="*/ 71111 w 146663"/>
                  <a:gd name="connsiteY17" fmla="*/ 10684 h 260929"/>
                  <a:gd name="connsiteX18" fmla="*/ 112961 w 146663"/>
                  <a:gd name="connsiteY18" fmla="*/ 53416 h 260929"/>
                  <a:gd name="connsiteX19" fmla="*/ 80914 w 146663"/>
                  <a:gd name="connsiteY19" fmla="*/ 106359 h 260929"/>
                  <a:gd name="connsiteX20" fmla="*/ 77520 w 146663"/>
                  <a:gd name="connsiteY20" fmla="*/ 108628 h 26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6663" h="260929">
                    <a:moveTo>
                      <a:pt x="88454" y="115434"/>
                    </a:moveTo>
                    <a:cubicBezTo>
                      <a:pt x="125780" y="95392"/>
                      <a:pt x="138976" y="79509"/>
                      <a:pt x="138976" y="53795"/>
                    </a:cubicBezTo>
                    <a:cubicBezTo>
                      <a:pt x="138976" y="22786"/>
                      <a:pt x="111830" y="96"/>
                      <a:pt x="74127" y="96"/>
                    </a:cubicBezTo>
                    <a:cubicBezTo>
                      <a:pt x="33031" y="96"/>
                      <a:pt x="2492" y="25433"/>
                      <a:pt x="2492" y="59845"/>
                    </a:cubicBezTo>
                    <a:cubicBezTo>
                      <a:pt x="2492" y="84425"/>
                      <a:pt x="9656" y="95392"/>
                      <a:pt x="49243" y="130183"/>
                    </a:cubicBezTo>
                    <a:cubicBezTo>
                      <a:pt x="8525" y="161192"/>
                      <a:pt x="230" y="172914"/>
                      <a:pt x="230" y="198629"/>
                    </a:cubicBezTo>
                    <a:cubicBezTo>
                      <a:pt x="230" y="235311"/>
                      <a:pt x="30015" y="261025"/>
                      <a:pt x="72619" y="261025"/>
                    </a:cubicBezTo>
                    <a:cubicBezTo>
                      <a:pt x="117862" y="261025"/>
                      <a:pt x="146893" y="236067"/>
                      <a:pt x="146893" y="197117"/>
                    </a:cubicBezTo>
                    <a:cubicBezTo>
                      <a:pt x="146893" y="167998"/>
                      <a:pt x="134074" y="149469"/>
                      <a:pt x="88454" y="115434"/>
                    </a:cubicBezTo>
                    <a:close/>
                    <a:moveTo>
                      <a:pt x="81668" y="154385"/>
                    </a:moveTo>
                    <a:cubicBezTo>
                      <a:pt x="109191" y="174049"/>
                      <a:pt x="118239" y="187663"/>
                      <a:pt x="118239" y="208840"/>
                    </a:cubicBezTo>
                    <a:cubicBezTo>
                      <a:pt x="118239" y="233420"/>
                      <a:pt x="101273" y="250437"/>
                      <a:pt x="76766" y="250437"/>
                    </a:cubicBezTo>
                    <a:cubicBezTo>
                      <a:pt x="48112" y="250437"/>
                      <a:pt x="28884" y="228504"/>
                      <a:pt x="28884" y="195604"/>
                    </a:cubicBezTo>
                    <a:cubicBezTo>
                      <a:pt x="28884" y="171402"/>
                      <a:pt x="37179" y="155519"/>
                      <a:pt x="59046" y="137746"/>
                    </a:cubicBezTo>
                    <a:lnTo>
                      <a:pt x="81668" y="154385"/>
                    </a:lnTo>
                    <a:close/>
                    <a:moveTo>
                      <a:pt x="77520" y="108628"/>
                    </a:moveTo>
                    <a:cubicBezTo>
                      <a:pt x="43965" y="86694"/>
                      <a:pt x="30392" y="69299"/>
                      <a:pt x="30392" y="48122"/>
                    </a:cubicBezTo>
                    <a:cubicBezTo>
                      <a:pt x="30392" y="26189"/>
                      <a:pt x="47358" y="10684"/>
                      <a:pt x="71111" y="10684"/>
                    </a:cubicBezTo>
                    <a:cubicBezTo>
                      <a:pt x="96749" y="10684"/>
                      <a:pt x="112961" y="27323"/>
                      <a:pt x="112961" y="53416"/>
                    </a:cubicBezTo>
                    <a:cubicBezTo>
                      <a:pt x="112961" y="74971"/>
                      <a:pt x="102404" y="91989"/>
                      <a:pt x="80914" y="106359"/>
                    </a:cubicBezTo>
                    <a:cubicBezTo>
                      <a:pt x="79029" y="107493"/>
                      <a:pt x="79029" y="107493"/>
                      <a:pt x="77520" y="108628"/>
                    </a:cubicBez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DDF61F66-6E6D-77E1-D015-24D50DD65D2E}"/>
                  </a:ext>
                </a:extLst>
              </p:cNvPr>
              <p:cNvSpPr/>
              <p:nvPr>
                <p:custDataLst>
                  <p:tags r:id="rId145"/>
                </p:custDataLst>
              </p:nvPr>
            </p:nvSpPr>
            <p:spPr>
              <a:xfrm>
                <a:off x="9196346" y="5169263"/>
                <a:ext cx="106698" cy="255635"/>
              </a:xfrm>
              <a:custGeom>
                <a:avLst/>
                <a:gdLst>
                  <a:gd name="connsiteX0" fmla="*/ 68040 w 106698"/>
                  <a:gd name="connsiteY0" fmla="*/ 108 h 255635"/>
                  <a:gd name="connsiteX1" fmla="*/ 175 w 106698"/>
                  <a:gd name="connsiteY1" fmla="*/ 34520 h 255635"/>
                  <a:gd name="connsiteX2" fmla="*/ 175 w 106698"/>
                  <a:gd name="connsiteY2" fmla="*/ 39815 h 255635"/>
                  <a:gd name="connsiteX3" fmla="*/ 10355 w 106698"/>
                  <a:gd name="connsiteY3" fmla="*/ 35655 h 255635"/>
                  <a:gd name="connsiteX4" fmla="*/ 27321 w 106698"/>
                  <a:gd name="connsiteY4" fmla="*/ 31495 h 255635"/>
                  <a:gd name="connsiteX5" fmla="*/ 38632 w 106698"/>
                  <a:gd name="connsiteY5" fmla="*/ 49269 h 255635"/>
                  <a:gd name="connsiteX6" fmla="*/ 38632 w 106698"/>
                  <a:gd name="connsiteY6" fmla="*/ 220574 h 255635"/>
                  <a:gd name="connsiteX7" fmla="*/ 29583 w 106698"/>
                  <a:gd name="connsiteY7" fmla="*/ 245155 h 255635"/>
                  <a:gd name="connsiteX8" fmla="*/ 2814 w 106698"/>
                  <a:gd name="connsiteY8" fmla="*/ 250071 h 255635"/>
                  <a:gd name="connsiteX9" fmla="*/ 2814 w 106698"/>
                  <a:gd name="connsiteY9" fmla="*/ 255743 h 255635"/>
                  <a:gd name="connsiteX10" fmla="*/ 106874 w 106698"/>
                  <a:gd name="connsiteY10" fmla="*/ 255743 h 255635"/>
                  <a:gd name="connsiteX11" fmla="*/ 106874 w 106698"/>
                  <a:gd name="connsiteY11" fmla="*/ 250071 h 255635"/>
                  <a:gd name="connsiteX12" fmla="*/ 71056 w 106698"/>
                  <a:gd name="connsiteY12" fmla="*/ 227759 h 255635"/>
                  <a:gd name="connsiteX13" fmla="*/ 71056 w 106698"/>
                  <a:gd name="connsiteY13" fmla="*/ 864 h 255635"/>
                  <a:gd name="connsiteX14" fmla="*/ 68040 w 106698"/>
                  <a:gd name="connsiteY14" fmla="*/ 108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98" h="255635">
                    <a:moveTo>
                      <a:pt x="68040" y="108"/>
                    </a:moveTo>
                    <a:lnTo>
                      <a:pt x="175" y="34520"/>
                    </a:lnTo>
                    <a:lnTo>
                      <a:pt x="175" y="39815"/>
                    </a:lnTo>
                    <a:cubicBezTo>
                      <a:pt x="4700" y="37924"/>
                      <a:pt x="8847" y="36411"/>
                      <a:pt x="10355" y="35655"/>
                    </a:cubicBezTo>
                    <a:cubicBezTo>
                      <a:pt x="17141" y="33008"/>
                      <a:pt x="23551" y="31495"/>
                      <a:pt x="27321" y="31495"/>
                    </a:cubicBezTo>
                    <a:cubicBezTo>
                      <a:pt x="35239" y="31495"/>
                      <a:pt x="38632" y="37168"/>
                      <a:pt x="38632" y="49269"/>
                    </a:cubicBezTo>
                    <a:lnTo>
                      <a:pt x="38632" y="220574"/>
                    </a:lnTo>
                    <a:cubicBezTo>
                      <a:pt x="38632" y="233054"/>
                      <a:pt x="35616" y="241751"/>
                      <a:pt x="29583" y="245155"/>
                    </a:cubicBezTo>
                    <a:cubicBezTo>
                      <a:pt x="23928" y="248558"/>
                      <a:pt x="18650" y="249693"/>
                      <a:pt x="2814" y="250071"/>
                    </a:cubicBezTo>
                    <a:lnTo>
                      <a:pt x="2814" y="255743"/>
                    </a:lnTo>
                    <a:lnTo>
                      <a:pt x="106874" y="255743"/>
                    </a:lnTo>
                    <a:lnTo>
                      <a:pt x="106874" y="250071"/>
                    </a:lnTo>
                    <a:cubicBezTo>
                      <a:pt x="77089" y="249693"/>
                      <a:pt x="71056" y="245911"/>
                      <a:pt x="71056" y="227759"/>
                    </a:cubicBezTo>
                    <a:lnTo>
                      <a:pt x="71056" y="864"/>
                    </a:lnTo>
                    <a:lnTo>
                      <a:pt x="68040" y="108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0CA2296A-71CA-45FA-32E8-1579DAA06D0D}"/>
                  </a:ext>
                </a:extLst>
              </p:cNvPr>
              <p:cNvSpPr/>
              <p:nvPr>
                <p:custDataLst>
                  <p:tags r:id="rId146"/>
                </p:custDataLst>
              </p:nvPr>
            </p:nvSpPr>
            <p:spPr>
              <a:xfrm>
                <a:off x="9734222" y="5164725"/>
                <a:ext cx="153072" cy="265467"/>
              </a:xfrm>
              <a:custGeom>
                <a:avLst/>
                <a:gdLst>
                  <a:gd name="connsiteX0" fmla="*/ 56367 w 153072"/>
                  <a:gd name="connsiteY0" fmla="*/ 39815 h 265467"/>
                  <a:gd name="connsiteX1" fmla="*/ 130264 w 153072"/>
                  <a:gd name="connsiteY1" fmla="*/ 39815 h 265467"/>
                  <a:gd name="connsiteX2" fmla="*/ 138936 w 153072"/>
                  <a:gd name="connsiteY2" fmla="*/ 36411 h 265467"/>
                  <a:gd name="connsiteX3" fmla="*/ 153263 w 153072"/>
                  <a:gd name="connsiteY3" fmla="*/ 2755 h 265467"/>
                  <a:gd name="connsiteX4" fmla="*/ 149870 w 153072"/>
                  <a:gd name="connsiteY4" fmla="*/ 108 h 265467"/>
                  <a:gd name="connsiteX5" fmla="*/ 132526 w 153072"/>
                  <a:gd name="connsiteY5" fmla="*/ 9940 h 265467"/>
                  <a:gd name="connsiteX6" fmla="*/ 53728 w 153072"/>
                  <a:gd name="connsiteY6" fmla="*/ 9940 h 265467"/>
                  <a:gd name="connsiteX7" fmla="*/ 12632 w 153072"/>
                  <a:gd name="connsiteY7" fmla="*/ 99564 h 265467"/>
                  <a:gd name="connsiteX8" fmla="*/ 12255 w 153072"/>
                  <a:gd name="connsiteY8" fmla="*/ 101455 h 265467"/>
                  <a:gd name="connsiteX9" fmla="*/ 16779 w 153072"/>
                  <a:gd name="connsiteY9" fmla="*/ 104480 h 265467"/>
                  <a:gd name="connsiteX10" fmla="*/ 59383 w 153072"/>
                  <a:gd name="connsiteY10" fmla="*/ 112043 h 265467"/>
                  <a:gd name="connsiteX11" fmla="*/ 122724 w 153072"/>
                  <a:gd name="connsiteY11" fmla="*/ 186918 h 265467"/>
                  <a:gd name="connsiteX12" fmla="*/ 70317 w 153072"/>
                  <a:gd name="connsiteY12" fmla="*/ 251583 h 265467"/>
                  <a:gd name="connsiteX13" fmla="*/ 45056 w 153072"/>
                  <a:gd name="connsiteY13" fmla="*/ 240617 h 265467"/>
                  <a:gd name="connsiteX14" fmla="*/ 16402 w 153072"/>
                  <a:gd name="connsiteY14" fmla="*/ 228138 h 265467"/>
                  <a:gd name="connsiteX15" fmla="*/ 190 w 153072"/>
                  <a:gd name="connsiteY15" fmla="*/ 242129 h 265467"/>
                  <a:gd name="connsiteX16" fmla="*/ 46187 w 153072"/>
                  <a:gd name="connsiteY16" fmla="*/ 265575 h 265467"/>
                  <a:gd name="connsiteX17" fmla="*/ 123855 w 153072"/>
                  <a:gd name="connsiteY17" fmla="*/ 236079 h 265467"/>
                  <a:gd name="connsiteX18" fmla="*/ 149116 w 153072"/>
                  <a:gd name="connsiteY18" fmla="*/ 168767 h 265467"/>
                  <a:gd name="connsiteX19" fmla="*/ 123101 w 153072"/>
                  <a:gd name="connsiteY19" fmla="*/ 105236 h 265467"/>
                  <a:gd name="connsiteX20" fmla="*/ 40532 w 153072"/>
                  <a:gd name="connsiteY20" fmla="*/ 71958 h 265467"/>
                  <a:gd name="connsiteX21" fmla="*/ 56367 w 153072"/>
                  <a:gd name="connsiteY21" fmla="*/ 39815 h 26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3072" h="265467">
                    <a:moveTo>
                      <a:pt x="56367" y="39815"/>
                    </a:moveTo>
                    <a:lnTo>
                      <a:pt x="130264" y="39815"/>
                    </a:lnTo>
                    <a:cubicBezTo>
                      <a:pt x="136297" y="39815"/>
                      <a:pt x="137805" y="39058"/>
                      <a:pt x="138936" y="36411"/>
                    </a:cubicBezTo>
                    <a:lnTo>
                      <a:pt x="153263" y="2755"/>
                    </a:lnTo>
                    <a:lnTo>
                      <a:pt x="149870" y="108"/>
                    </a:lnTo>
                    <a:cubicBezTo>
                      <a:pt x="144214" y="8049"/>
                      <a:pt x="140444" y="9940"/>
                      <a:pt x="132526" y="9940"/>
                    </a:cubicBezTo>
                    <a:lnTo>
                      <a:pt x="53728" y="9940"/>
                    </a:lnTo>
                    <a:lnTo>
                      <a:pt x="12632" y="99564"/>
                    </a:lnTo>
                    <a:cubicBezTo>
                      <a:pt x="12255" y="100320"/>
                      <a:pt x="12255" y="100698"/>
                      <a:pt x="12255" y="101455"/>
                    </a:cubicBezTo>
                    <a:cubicBezTo>
                      <a:pt x="12255" y="103345"/>
                      <a:pt x="13763" y="104480"/>
                      <a:pt x="16779" y="104480"/>
                    </a:cubicBezTo>
                    <a:cubicBezTo>
                      <a:pt x="28844" y="104480"/>
                      <a:pt x="43925" y="107127"/>
                      <a:pt x="59383" y="112043"/>
                    </a:cubicBezTo>
                    <a:cubicBezTo>
                      <a:pt x="102741" y="126035"/>
                      <a:pt x="122724" y="149481"/>
                      <a:pt x="122724" y="186918"/>
                    </a:cubicBezTo>
                    <a:cubicBezTo>
                      <a:pt x="122724" y="223222"/>
                      <a:pt x="99725" y="251583"/>
                      <a:pt x="70317" y="251583"/>
                    </a:cubicBezTo>
                    <a:cubicBezTo>
                      <a:pt x="62777" y="251583"/>
                      <a:pt x="56367" y="248936"/>
                      <a:pt x="45056" y="240617"/>
                    </a:cubicBezTo>
                    <a:cubicBezTo>
                      <a:pt x="32991" y="231919"/>
                      <a:pt x="24320" y="228138"/>
                      <a:pt x="16402" y="228138"/>
                    </a:cubicBezTo>
                    <a:cubicBezTo>
                      <a:pt x="5469" y="228138"/>
                      <a:pt x="190" y="232675"/>
                      <a:pt x="190" y="242129"/>
                    </a:cubicBezTo>
                    <a:cubicBezTo>
                      <a:pt x="190" y="256499"/>
                      <a:pt x="17910" y="265575"/>
                      <a:pt x="46187" y="265575"/>
                    </a:cubicBezTo>
                    <a:cubicBezTo>
                      <a:pt x="77858" y="265575"/>
                      <a:pt x="105004" y="255365"/>
                      <a:pt x="123855" y="236079"/>
                    </a:cubicBezTo>
                    <a:cubicBezTo>
                      <a:pt x="141198" y="219062"/>
                      <a:pt x="149116" y="197507"/>
                      <a:pt x="149116" y="168767"/>
                    </a:cubicBezTo>
                    <a:cubicBezTo>
                      <a:pt x="149116" y="141539"/>
                      <a:pt x="141952" y="124144"/>
                      <a:pt x="123101" y="105236"/>
                    </a:cubicBezTo>
                    <a:cubicBezTo>
                      <a:pt x="106512" y="88597"/>
                      <a:pt x="85021" y="79899"/>
                      <a:pt x="40532" y="71958"/>
                    </a:cubicBezTo>
                    <a:lnTo>
                      <a:pt x="56367" y="39815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C2F54587-53B8-D244-373C-6A5D1FBB0237}"/>
                  </a:ext>
                </a:extLst>
              </p:cNvPr>
              <p:cNvSpPr/>
              <p:nvPr>
                <p:custDataLst>
                  <p:tags r:id="rId147"/>
                </p:custDataLst>
              </p:nvPr>
            </p:nvSpPr>
            <p:spPr>
              <a:xfrm>
                <a:off x="10301128" y="5169263"/>
                <a:ext cx="167776" cy="255635"/>
              </a:xfrm>
              <a:custGeom>
                <a:avLst/>
                <a:gdLst>
                  <a:gd name="connsiteX0" fmla="*/ 167982 w 167776"/>
                  <a:gd name="connsiteY0" fmla="*/ 203935 h 255635"/>
                  <a:gd name="connsiteX1" fmla="*/ 163081 w 167776"/>
                  <a:gd name="connsiteY1" fmla="*/ 202045 h 255635"/>
                  <a:gd name="connsiteX2" fmla="*/ 127263 w 167776"/>
                  <a:gd name="connsiteY2" fmla="*/ 227003 h 255635"/>
                  <a:gd name="connsiteX3" fmla="*/ 37154 w 167776"/>
                  <a:gd name="connsiteY3" fmla="*/ 227003 h 255635"/>
                  <a:gd name="connsiteX4" fmla="*/ 100494 w 167776"/>
                  <a:gd name="connsiteY4" fmla="*/ 160447 h 255635"/>
                  <a:gd name="connsiteX5" fmla="*/ 148753 w 167776"/>
                  <a:gd name="connsiteY5" fmla="*/ 67042 h 255635"/>
                  <a:gd name="connsiteX6" fmla="*/ 79004 w 167776"/>
                  <a:gd name="connsiteY6" fmla="*/ 108 h 255635"/>
                  <a:gd name="connsiteX7" fmla="*/ 24712 w 167776"/>
                  <a:gd name="connsiteY7" fmla="*/ 23554 h 255635"/>
                  <a:gd name="connsiteX8" fmla="*/ 582 w 167776"/>
                  <a:gd name="connsiteY8" fmla="*/ 75362 h 255635"/>
                  <a:gd name="connsiteX9" fmla="*/ 8500 w 167776"/>
                  <a:gd name="connsiteY9" fmla="*/ 77252 h 255635"/>
                  <a:gd name="connsiteX10" fmla="*/ 63169 w 167776"/>
                  <a:gd name="connsiteY10" fmla="*/ 28092 h 255635"/>
                  <a:gd name="connsiteX11" fmla="*/ 116329 w 167776"/>
                  <a:gd name="connsiteY11" fmla="*/ 81412 h 255635"/>
                  <a:gd name="connsiteX12" fmla="*/ 67316 w 167776"/>
                  <a:gd name="connsiteY12" fmla="*/ 179733 h 255635"/>
                  <a:gd name="connsiteX13" fmla="*/ 205 w 167776"/>
                  <a:gd name="connsiteY13" fmla="*/ 251205 h 255635"/>
                  <a:gd name="connsiteX14" fmla="*/ 205 w 167776"/>
                  <a:gd name="connsiteY14" fmla="*/ 255743 h 255635"/>
                  <a:gd name="connsiteX15" fmla="*/ 147245 w 167776"/>
                  <a:gd name="connsiteY15" fmla="*/ 255743 h 255635"/>
                  <a:gd name="connsiteX16" fmla="*/ 167982 w 167776"/>
                  <a:gd name="connsiteY16" fmla="*/ 203935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7776" h="255635">
                    <a:moveTo>
                      <a:pt x="167982" y="203935"/>
                    </a:moveTo>
                    <a:lnTo>
                      <a:pt x="163081" y="202045"/>
                    </a:lnTo>
                    <a:cubicBezTo>
                      <a:pt x="149131" y="223600"/>
                      <a:pt x="144229" y="227003"/>
                      <a:pt x="127263" y="227003"/>
                    </a:cubicBezTo>
                    <a:lnTo>
                      <a:pt x="37154" y="227003"/>
                    </a:lnTo>
                    <a:lnTo>
                      <a:pt x="100494" y="160447"/>
                    </a:lnTo>
                    <a:cubicBezTo>
                      <a:pt x="134049" y="125278"/>
                      <a:pt x="148753" y="96538"/>
                      <a:pt x="148753" y="67042"/>
                    </a:cubicBezTo>
                    <a:cubicBezTo>
                      <a:pt x="148753" y="29226"/>
                      <a:pt x="118214" y="108"/>
                      <a:pt x="79004" y="108"/>
                    </a:cubicBezTo>
                    <a:cubicBezTo>
                      <a:pt x="58267" y="108"/>
                      <a:pt x="38662" y="8427"/>
                      <a:pt x="24712" y="23554"/>
                    </a:cubicBezTo>
                    <a:cubicBezTo>
                      <a:pt x="12647" y="36411"/>
                      <a:pt x="6992" y="48512"/>
                      <a:pt x="582" y="75362"/>
                    </a:cubicBezTo>
                    <a:lnTo>
                      <a:pt x="8500" y="77252"/>
                    </a:lnTo>
                    <a:cubicBezTo>
                      <a:pt x="23581" y="40193"/>
                      <a:pt x="37154" y="28092"/>
                      <a:pt x="63169" y="28092"/>
                    </a:cubicBezTo>
                    <a:cubicBezTo>
                      <a:pt x="94839" y="28092"/>
                      <a:pt x="116329" y="49647"/>
                      <a:pt x="116329" y="81412"/>
                    </a:cubicBezTo>
                    <a:cubicBezTo>
                      <a:pt x="116329" y="110908"/>
                      <a:pt x="98986" y="146077"/>
                      <a:pt x="67316" y="179733"/>
                    </a:cubicBezTo>
                    <a:lnTo>
                      <a:pt x="205" y="251205"/>
                    </a:lnTo>
                    <a:lnTo>
                      <a:pt x="205" y="255743"/>
                    </a:lnTo>
                    <a:lnTo>
                      <a:pt x="147245" y="255743"/>
                    </a:lnTo>
                    <a:lnTo>
                      <a:pt x="167982" y="203935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53D44831-97A5-7746-7403-C1DADE443C5A}"/>
                  </a:ext>
                </a:extLst>
              </p:cNvPr>
              <p:cNvSpPr/>
              <p:nvPr>
                <p:custDataLst>
                  <p:tags r:id="rId148"/>
                </p:custDataLst>
              </p:nvPr>
            </p:nvSpPr>
            <p:spPr>
              <a:xfrm>
                <a:off x="10491102" y="5164725"/>
                <a:ext cx="153072" cy="265467"/>
              </a:xfrm>
              <a:custGeom>
                <a:avLst/>
                <a:gdLst>
                  <a:gd name="connsiteX0" fmla="*/ 56387 w 153072"/>
                  <a:gd name="connsiteY0" fmla="*/ 39815 h 265467"/>
                  <a:gd name="connsiteX1" fmla="*/ 130284 w 153072"/>
                  <a:gd name="connsiteY1" fmla="*/ 39815 h 265467"/>
                  <a:gd name="connsiteX2" fmla="*/ 138956 w 153072"/>
                  <a:gd name="connsiteY2" fmla="*/ 36411 h 265467"/>
                  <a:gd name="connsiteX3" fmla="*/ 153283 w 153072"/>
                  <a:gd name="connsiteY3" fmla="*/ 2755 h 265467"/>
                  <a:gd name="connsiteX4" fmla="*/ 149890 w 153072"/>
                  <a:gd name="connsiteY4" fmla="*/ 108 h 265467"/>
                  <a:gd name="connsiteX5" fmla="*/ 132546 w 153072"/>
                  <a:gd name="connsiteY5" fmla="*/ 9940 h 265467"/>
                  <a:gd name="connsiteX6" fmla="*/ 53748 w 153072"/>
                  <a:gd name="connsiteY6" fmla="*/ 9940 h 265467"/>
                  <a:gd name="connsiteX7" fmla="*/ 12652 w 153072"/>
                  <a:gd name="connsiteY7" fmla="*/ 99564 h 265467"/>
                  <a:gd name="connsiteX8" fmla="*/ 12275 w 153072"/>
                  <a:gd name="connsiteY8" fmla="*/ 101455 h 265467"/>
                  <a:gd name="connsiteX9" fmla="*/ 16799 w 153072"/>
                  <a:gd name="connsiteY9" fmla="*/ 104480 h 265467"/>
                  <a:gd name="connsiteX10" fmla="*/ 59403 w 153072"/>
                  <a:gd name="connsiteY10" fmla="*/ 112043 h 265467"/>
                  <a:gd name="connsiteX11" fmla="*/ 122744 w 153072"/>
                  <a:gd name="connsiteY11" fmla="*/ 186918 h 265467"/>
                  <a:gd name="connsiteX12" fmla="*/ 70337 w 153072"/>
                  <a:gd name="connsiteY12" fmla="*/ 251583 h 265467"/>
                  <a:gd name="connsiteX13" fmla="*/ 45076 w 153072"/>
                  <a:gd name="connsiteY13" fmla="*/ 240617 h 265467"/>
                  <a:gd name="connsiteX14" fmla="*/ 16422 w 153072"/>
                  <a:gd name="connsiteY14" fmla="*/ 228138 h 265467"/>
                  <a:gd name="connsiteX15" fmla="*/ 210 w 153072"/>
                  <a:gd name="connsiteY15" fmla="*/ 242129 h 265467"/>
                  <a:gd name="connsiteX16" fmla="*/ 46207 w 153072"/>
                  <a:gd name="connsiteY16" fmla="*/ 265575 h 265467"/>
                  <a:gd name="connsiteX17" fmla="*/ 123875 w 153072"/>
                  <a:gd name="connsiteY17" fmla="*/ 236079 h 265467"/>
                  <a:gd name="connsiteX18" fmla="*/ 149136 w 153072"/>
                  <a:gd name="connsiteY18" fmla="*/ 168767 h 265467"/>
                  <a:gd name="connsiteX19" fmla="*/ 123121 w 153072"/>
                  <a:gd name="connsiteY19" fmla="*/ 105236 h 265467"/>
                  <a:gd name="connsiteX20" fmla="*/ 40552 w 153072"/>
                  <a:gd name="connsiteY20" fmla="*/ 71958 h 265467"/>
                  <a:gd name="connsiteX21" fmla="*/ 56387 w 153072"/>
                  <a:gd name="connsiteY21" fmla="*/ 39815 h 26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3072" h="265467">
                    <a:moveTo>
                      <a:pt x="56387" y="39815"/>
                    </a:moveTo>
                    <a:lnTo>
                      <a:pt x="130284" y="39815"/>
                    </a:lnTo>
                    <a:cubicBezTo>
                      <a:pt x="136317" y="39815"/>
                      <a:pt x="137825" y="39058"/>
                      <a:pt x="138956" y="36411"/>
                    </a:cubicBezTo>
                    <a:lnTo>
                      <a:pt x="153283" y="2755"/>
                    </a:lnTo>
                    <a:lnTo>
                      <a:pt x="149890" y="108"/>
                    </a:lnTo>
                    <a:cubicBezTo>
                      <a:pt x="144234" y="8049"/>
                      <a:pt x="140464" y="9940"/>
                      <a:pt x="132546" y="9940"/>
                    </a:cubicBezTo>
                    <a:lnTo>
                      <a:pt x="53748" y="9940"/>
                    </a:lnTo>
                    <a:lnTo>
                      <a:pt x="12652" y="99564"/>
                    </a:lnTo>
                    <a:cubicBezTo>
                      <a:pt x="12275" y="100320"/>
                      <a:pt x="12275" y="100698"/>
                      <a:pt x="12275" y="101455"/>
                    </a:cubicBezTo>
                    <a:cubicBezTo>
                      <a:pt x="12275" y="103345"/>
                      <a:pt x="13783" y="104480"/>
                      <a:pt x="16799" y="104480"/>
                    </a:cubicBezTo>
                    <a:cubicBezTo>
                      <a:pt x="28864" y="104480"/>
                      <a:pt x="43945" y="107127"/>
                      <a:pt x="59403" y="112043"/>
                    </a:cubicBezTo>
                    <a:cubicBezTo>
                      <a:pt x="102761" y="126035"/>
                      <a:pt x="122744" y="149481"/>
                      <a:pt x="122744" y="186918"/>
                    </a:cubicBezTo>
                    <a:cubicBezTo>
                      <a:pt x="122744" y="223222"/>
                      <a:pt x="99745" y="251583"/>
                      <a:pt x="70337" y="251583"/>
                    </a:cubicBezTo>
                    <a:cubicBezTo>
                      <a:pt x="62796" y="251583"/>
                      <a:pt x="56387" y="248936"/>
                      <a:pt x="45076" y="240617"/>
                    </a:cubicBezTo>
                    <a:cubicBezTo>
                      <a:pt x="33011" y="231919"/>
                      <a:pt x="24340" y="228138"/>
                      <a:pt x="16422" y="228138"/>
                    </a:cubicBezTo>
                    <a:cubicBezTo>
                      <a:pt x="5488" y="228138"/>
                      <a:pt x="210" y="232675"/>
                      <a:pt x="210" y="242129"/>
                    </a:cubicBezTo>
                    <a:cubicBezTo>
                      <a:pt x="210" y="256499"/>
                      <a:pt x="17930" y="265575"/>
                      <a:pt x="46207" y="265575"/>
                    </a:cubicBezTo>
                    <a:cubicBezTo>
                      <a:pt x="77878" y="265575"/>
                      <a:pt x="105023" y="255365"/>
                      <a:pt x="123875" y="236079"/>
                    </a:cubicBezTo>
                    <a:cubicBezTo>
                      <a:pt x="141218" y="219062"/>
                      <a:pt x="149136" y="197507"/>
                      <a:pt x="149136" y="168767"/>
                    </a:cubicBezTo>
                    <a:cubicBezTo>
                      <a:pt x="149136" y="141539"/>
                      <a:pt x="141972" y="124144"/>
                      <a:pt x="123121" y="105236"/>
                    </a:cubicBezTo>
                    <a:cubicBezTo>
                      <a:pt x="106532" y="88597"/>
                      <a:pt x="85041" y="79899"/>
                      <a:pt x="40552" y="71958"/>
                    </a:cubicBezTo>
                    <a:lnTo>
                      <a:pt x="56387" y="39815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BA55DE46-E145-2948-F714-F4FCE8FB3ED7}"/>
                  </a:ext>
                </a:extLst>
              </p:cNvPr>
              <p:cNvSpPr/>
              <p:nvPr>
                <p:custDataLst>
                  <p:tags r:id="rId149"/>
                </p:custDataLst>
              </p:nvPr>
            </p:nvSpPr>
            <p:spPr>
              <a:xfrm>
                <a:off x="11088547" y="5169263"/>
                <a:ext cx="106698" cy="255635"/>
              </a:xfrm>
              <a:custGeom>
                <a:avLst/>
                <a:gdLst>
                  <a:gd name="connsiteX0" fmla="*/ 68090 w 106698"/>
                  <a:gd name="connsiteY0" fmla="*/ 108 h 255635"/>
                  <a:gd name="connsiteX1" fmla="*/ 225 w 106698"/>
                  <a:gd name="connsiteY1" fmla="*/ 34520 h 255635"/>
                  <a:gd name="connsiteX2" fmla="*/ 225 w 106698"/>
                  <a:gd name="connsiteY2" fmla="*/ 39815 h 255635"/>
                  <a:gd name="connsiteX3" fmla="*/ 10405 w 106698"/>
                  <a:gd name="connsiteY3" fmla="*/ 35655 h 255635"/>
                  <a:gd name="connsiteX4" fmla="*/ 27371 w 106698"/>
                  <a:gd name="connsiteY4" fmla="*/ 31495 h 255635"/>
                  <a:gd name="connsiteX5" fmla="*/ 38682 w 106698"/>
                  <a:gd name="connsiteY5" fmla="*/ 49269 h 255635"/>
                  <a:gd name="connsiteX6" fmla="*/ 38682 w 106698"/>
                  <a:gd name="connsiteY6" fmla="*/ 220574 h 255635"/>
                  <a:gd name="connsiteX7" fmla="*/ 29633 w 106698"/>
                  <a:gd name="connsiteY7" fmla="*/ 245155 h 255635"/>
                  <a:gd name="connsiteX8" fmla="*/ 2864 w 106698"/>
                  <a:gd name="connsiteY8" fmla="*/ 250071 h 255635"/>
                  <a:gd name="connsiteX9" fmla="*/ 2864 w 106698"/>
                  <a:gd name="connsiteY9" fmla="*/ 255743 h 255635"/>
                  <a:gd name="connsiteX10" fmla="*/ 106923 w 106698"/>
                  <a:gd name="connsiteY10" fmla="*/ 255743 h 255635"/>
                  <a:gd name="connsiteX11" fmla="*/ 106923 w 106698"/>
                  <a:gd name="connsiteY11" fmla="*/ 250071 h 255635"/>
                  <a:gd name="connsiteX12" fmla="*/ 71106 w 106698"/>
                  <a:gd name="connsiteY12" fmla="*/ 227759 h 255635"/>
                  <a:gd name="connsiteX13" fmla="*/ 71106 w 106698"/>
                  <a:gd name="connsiteY13" fmla="*/ 864 h 255635"/>
                  <a:gd name="connsiteX14" fmla="*/ 68090 w 106698"/>
                  <a:gd name="connsiteY14" fmla="*/ 108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98" h="255635">
                    <a:moveTo>
                      <a:pt x="68090" y="108"/>
                    </a:moveTo>
                    <a:lnTo>
                      <a:pt x="225" y="34520"/>
                    </a:lnTo>
                    <a:lnTo>
                      <a:pt x="225" y="39815"/>
                    </a:lnTo>
                    <a:cubicBezTo>
                      <a:pt x="4749" y="37924"/>
                      <a:pt x="8897" y="36411"/>
                      <a:pt x="10405" y="35655"/>
                    </a:cubicBezTo>
                    <a:cubicBezTo>
                      <a:pt x="17191" y="33008"/>
                      <a:pt x="23601" y="31495"/>
                      <a:pt x="27371" y="31495"/>
                    </a:cubicBezTo>
                    <a:cubicBezTo>
                      <a:pt x="35289" y="31495"/>
                      <a:pt x="38682" y="37168"/>
                      <a:pt x="38682" y="49269"/>
                    </a:cubicBezTo>
                    <a:lnTo>
                      <a:pt x="38682" y="220574"/>
                    </a:lnTo>
                    <a:cubicBezTo>
                      <a:pt x="38682" y="233054"/>
                      <a:pt x="35666" y="241751"/>
                      <a:pt x="29633" y="245155"/>
                    </a:cubicBezTo>
                    <a:cubicBezTo>
                      <a:pt x="23978" y="248558"/>
                      <a:pt x="18699" y="249693"/>
                      <a:pt x="2864" y="250071"/>
                    </a:cubicBezTo>
                    <a:lnTo>
                      <a:pt x="2864" y="255743"/>
                    </a:lnTo>
                    <a:lnTo>
                      <a:pt x="106923" y="255743"/>
                    </a:lnTo>
                    <a:lnTo>
                      <a:pt x="106923" y="250071"/>
                    </a:lnTo>
                    <a:cubicBezTo>
                      <a:pt x="77138" y="249693"/>
                      <a:pt x="71106" y="245911"/>
                      <a:pt x="71106" y="227759"/>
                    </a:cubicBezTo>
                    <a:lnTo>
                      <a:pt x="71106" y="864"/>
                    </a:lnTo>
                    <a:lnTo>
                      <a:pt x="68090" y="108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91AF694A-3DD0-80A1-B99F-CCDAB12E6226}"/>
                  </a:ext>
                </a:extLst>
              </p:cNvPr>
              <p:cNvSpPr/>
              <p:nvPr>
                <p:custDataLst>
                  <p:tags r:id="rId150"/>
                </p:custDataLst>
              </p:nvPr>
            </p:nvSpPr>
            <p:spPr>
              <a:xfrm>
                <a:off x="11247228" y="5169263"/>
                <a:ext cx="167776" cy="255635"/>
              </a:xfrm>
              <a:custGeom>
                <a:avLst/>
                <a:gdLst>
                  <a:gd name="connsiteX0" fmla="*/ 168007 w 167776"/>
                  <a:gd name="connsiteY0" fmla="*/ 203935 h 255635"/>
                  <a:gd name="connsiteX1" fmla="*/ 163105 w 167776"/>
                  <a:gd name="connsiteY1" fmla="*/ 202045 h 255635"/>
                  <a:gd name="connsiteX2" fmla="*/ 127288 w 167776"/>
                  <a:gd name="connsiteY2" fmla="*/ 227003 h 255635"/>
                  <a:gd name="connsiteX3" fmla="*/ 37179 w 167776"/>
                  <a:gd name="connsiteY3" fmla="*/ 227003 h 255635"/>
                  <a:gd name="connsiteX4" fmla="*/ 100519 w 167776"/>
                  <a:gd name="connsiteY4" fmla="*/ 160447 h 255635"/>
                  <a:gd name="connsiteX5" fmla="*/ 148778 w 167776"/>
                  <a:gd name="connsiteY5" fmla="*/ 67042 h 255635"/>
                  <a:gd name="connsiteX6" fmla="*/ 79029 w 167776"/>
                  <a:gd name="connsiteY6" fmla="*/ 108 h 255635"/>
                  <a:gd name="connsiteX7" fmla="*/ 24737 w 167776"/>
                  <a:gd name="connsiteY7" fmla="*/ 23554 h 255635"/>
                  <a:gd name="connsiteX8" fmla="*/ 607 w 167776"/>
                  <a:gd name="connsiteY8" fmla="*/ 75362 h 255635"/>
                  <a:gd name="connsiteX9" fmla="*/ 8525 w 167776"/>
                  <a:gd name="connsiteY9" fmla="*/ 77252 h 255635"/>
                  <a:gd name="connsiteX10" fmla="*/ 63193 w 167776"/>
                  <a:gd name="connsiteY10" fmla="*/ 28092 h 255635"/>
                  <a:gd name="connsiteX11" fmla="*/ 116354 w 167776"/>
                  <a:gd name="connsiteY11" fmla="*/ 81412 h 255635"/>
                  <a:gd name="connsiteX12" fmla="*/ 67341 w 167776"/>
                  <a:gd name="connsiteY12" fmla="*/ 179733 h 255635"/>
                  <a:gd name="connsiteX13" fmla="*/ 230 w 167776"/>
                  <a:gd name="connsiteY13" fmla="*/ 251205 h 255635"/>
                  <a:gd name="connsiteX14" fmla="*/ 230 w 167776"/>
                  <a:gd name="connsiteY14" fmla="*/ 255743 h 255635"/>
                  <a:gd name="connsiteX15" fmla="*/ 147270 w 167776"/>
                  <a:gd name="connsiteY15" fmla="*/ 255743 h 255635"/>
                  <a:gd name="connsiteX16" fmla="*/ 168007 w 167776"/>
                  <a:gd name="connsiteY16" fmla="*/ 203935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7776" h="255635">
                    <a:moveTo>
                      <a:pt x="168007" y="203935"/>
                    </a:moveTo>
                    <a:lnTo>
                      <a:pt x="163105" y="202045"/>
                    </a:lnTo>
                    <a:cubicBezTo>
                      <a:pt x="149155" y="223600"/>
                      <a:pt x="144254" y="227003"/>
                      <a:pt x="127288" y="227003"/>
                    </a:cubicBezTo>
                    <a:lnTo>
                      <a:pt x="37179" y="227003"/>
                    </a:lnTo>
                    <a:lnTo>
                      <a:pt x="100519" y="160447"/>
                    </a:lnTo>
                    <a:cubicBezTo>
                      <a:pt x="134074" y="125278"/>
                      <a:pt x="148778" y="96538"/>
                      <a:pt x="148778" y="67042"/>
                    </a:cubicBezTo>
                    <a:cubicBezTo>
                      <a:pt x="148778" y="29226"/>
                      <a:pt x="118239" y="108"/>
                      <a:pt x="79029" y="108"/>
                    </a:cubicBezTo>
                    <a:cubicBezTo>
                      <a:pt x="58292" y="108"/>
                      <a:pt x="38687" y="8427"/>
                      <a:pt x="24737" y="23554"/>
                    </a:cubicBezTo>
                    <a:cubicBezTo>
                      <a:pt x="12672" y="36411"/>
                      <a:pt x="7016" y="48512"/>
                      <a:pt x="607" y="75362"/>
                    </a:cubicBezTo>
                    <a:lnTo>
                      <a:pt x="8525" y="77252"/>
                    </a:lnTo>
                    <a:cubicBezTo>
                      <a:pt x="23606" y="40193"/>
                      <a:pt x="37179" y="28092"/>
                      <a:pt x="63193" y="28092"/>
                    </a:cubicBezTo>
                    <a:cubicBezTo>
                      <a:pt x="94864" y="28092"/>
                      <a:pt x="116354" y="49647"/>
                      <a:pt x="116354" y="81412"/>
                    </a:cubicBezTo>
                    <a:cubicBezTo>
                      <a:pt x="116354" y="110908"/>
                      <a:pt x="99011" y="146077"/>
                      <a:pt x="67341" y="179733"/>
                    </a:cubicBezTo>
                    <a:lnTo>
                      <a:pt x="230" y="251205"/>
                    </a:lnTo>
                    <a:lnTo>
                      <a:pt x="230" y="255743"/>
                    </a:lnTo>
                    <a:lnTo>
                      <a:pt x="147270" y="255743"/>
                    </a:lnTo>
                    <a:lnTo>
                      <a:pt x="168007" y="203935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7B691F37-1B2A-6BBE-8F08-BC60818EE51F}"/>
                  </a:ext>
                </a:extLst>
              </p:cNvPr>
              <p:cNvSpPr/>
              <p:nvPr>
                <p:custDataLst>
                  <p:tags r:id="rId151"/>
                </p:custDataLst>
              </p:nvPr>
            </p:nvSpPr>
            <p:spPr>
              <a:xfrm>
                <a:off x="11437202" y="5164725"/>
                <a:ext cx="153072" cy="265467"/>
              </a:xfrm>
              <a:custGeom>
                <a:avLst/>
                <a:gdLst>
                  <a:gd name="connsiteX0" fmla="*/ 56412 w 153072"/>
                  <a:gd name="connsiteY0" fmla="*/ 39815 h 265467"/>
                  <a:gd name="connsiteX1" fmla="*/ 130309 w 153072"/>
                  <a:gd name="connsiteY1" fmla="*/ 39815 h 265467"/>
                  <a:gd name="connsiteX2" fmla="*/ 138981 w 153072"/>
                  <a:gd name="connsiteY2" fmla="*/ 36411 h 265467"/>
                  <a:gd name="connsiteX3" fmla="*/ 153308 w 153072"/>
                  <a:gd name="connsiteY3" fmla="*/ 2755 h 265467"/>
                  <a:gd name="connsiteX4" fmla="*/ 149914 w 153072"/>
                  <a:gd name="connsiteY4" fmla="*/ 108 h 265467"/>
                  <a:gd name="connsiteX5" fmla="*/ 132571 w 153072"/>
                  <a:gd name="connsiteY5" fmla="*/ 9940 h 265467"/>
                  <a:gd name="connsiteX6" fmla="*/ 53773 w 153072"/>
                  <a:gd name="connsiteY6" fmla="*/ 9940 h 265467"/>
                  <a:gd name="connsiteX7" fmla="*/ 12677 w 153072"/>
                  <a:gd name="connsiteY7" fmla="*/ 99564 h 265467"/>
                  <a:gd name="connsiteX8" fmla="*/ 12300 w 153072"/>
                  <a:gd name="connsiteY8" fmla="*/ 101455 h 265467"/>
                  <a:gd name="connsiteX9" fmla="*/ 16824 w 153072"/>
                  <a:gd name="connsiteY9" fmla="*/ 104480 h 265467"/>
                  <a:gd name="connsiteX10" fmla="*/ 59428 w 153072"/>
                  <a:gd name="connsiteY10" fmla="*/ 112043 h 265467"/>
                  <a:gd name="connsiteX11" fmla="*/ 122769 w 153072"/>
                  <a:gd name="connsiteY11" fmla="*/ 186918 h 265467"/>
                  <a:gd name="connsiteX12" fmla="*/ 70362 w 153072"/>
                  <a:gd name="connsiteY12" fmla="*/ 251583 h 265467"/>
                  <a:gd name="connsiteX13" fmla="*/ 45101 w 153072"/>
                  <a:gd name="connsiteY13" fmla="*/ 240617 h 265467"/>
                  <a:gd name="connsiteX14" fmla="*/ 16447 w 153072"/>
                  <a:gd name="connsiteY14" fmla="*/ 228138 h 265467"/>
                  <a:gd name="connsiteX15" fmla="*/ 235 w 153072"/>
                  <a:gd name="connsiteY15" fmla="*/ 242129 h 265467"/>
                  <a:gd name="connsiteX16" fmla="*/ 46232 w 153072"/>
                  <a:gd name="connsiteY16" fmla="*/ 265575 h 265467"/>
                  <a:gd name="connsiteX17" fmla="*/ 123900 w 153072"/>
                  <a:gd name="connsiteY17" fmla="*/ 236079 h 265467"/>
                  <a:gd name="connsiteX18" fmla="*/ 149160 w 153072"/>
                  <a:gd name="connsiteY18" fmla="*/ 168767 h 265467"/>
                  <a:gd name="connsiteX19" fmla="*/ 123146 w 153072"/>
                  <a:gd name="connsiteY19" fmla="*/ 105236 h 265467"/>
                  <a:gd name="connsiteX20" fmla="*/ 40577 w 153072"/>
                  <a:gd name="connsiteY20" fmla="*/ 71958 h 265467"/>
                  <a:gd name="connsiteX21" fmla="*/ 56412 w 153072"/>
                  <a:gd name="connsiteY21" fmla="*/ 39815 h 26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3072" h="265467">
                    <a:moveTo>
                      <a:pt x="56412" y="39815"/>
                    </a:moveTo>
                    <a:lnTo>
                      <a:pt x="130309" y="39815"/>
                    </a:lnTo>
                    <a:cubicBezTo>
                      <a:pt x="136342" y="39815"/>
                      <a:pt x="137850" y="39058"/>
                      <a:pt x="138981" y="36411"/>
                    </a:cubicBezTo>
                    <a:lnTo>
                      <a:pt x="153308" y="2755"/>
                    </a:lnTo>
                    <a:lnTo>
                      <a:pt x="149914" y="108"/>
                    </a:lnTo>
                    <a:cubicBezTo>
                      <a:pt x="144259" y="8049"/>
                      <a:pt x="140489" y="9940"/>
                      <a:pt x="132571" y="9940"/>
                    </a:cubicBezTo>
                    <a:lnTo>
                      <a:pt x="53773" y="9940"/>
                    </a:lnTo>
                    <a:lnTo>
                      <a:pt x="12677" y="99564"/>
                    </a:lnTo>
                    <a:cubicBezTo>
                      <a:pt x="12300" y="100320"/>
                      <a:pt x="12300" y="100698"/>
                      <a:pt x="12300" y="101455"/>
                    </a:cubicBezTo>
                    <a:cubicBezTo>
                      <a:pt x="12300" y="103345"/>
                      <a:pt x="13808" y="104480"/>
                      <a:pt x="16824" y="104480"/>
                    </a:cubicBezTo>
                    <a:cubicBezTo>
                      <a:pt x="28889" y="104480"/>
                      <a:pt x="43970" y="107127"/>
                      <a:pt x="59428" y="112043"/>
                    </a:cubicBezTo>
                    <a:cubicBezTo>
                      <a:pt x="102786" y="126035"/>
                      <a:pt x="122769" y="149481"/>
                      <a:pt x="122769" y="186918"/>
                    </a:cubicBezTo>
                    <a:cubicBezTo>
                      <a:pt x="122769" y="223222"/>
                      <a:pt x="99770" y="251583"/>
                      <a:pt x="70362" y="251583"/>
                    </a:cubicBezTo>
                    <a:cubicBezTo>
                      <a:pt x="62821" y="251583"/>
                      <a:pt x="56412" y="248936"/>
                      <a:pt x="45101" y="240617"/>
                    </a:cubicBezTo>
                    <a:cubicBezTo>
                      <a:pt x="33036" y="231919"/>
                      <a:pt x="24365" y="228138"/>
                      <a:pt x="16447" y="228138"/>
                    </a:cubicBezTo>
                    <a:cubicBezTo>
                      <a:pt x="5513" y="228138"/>
                      <a:pt x="235" y="232675"/>
                      <a:pt x="235" y="242129"/>
                    </a:cubicBezTo>
                    <a:cubicBezTo>
                      <a:pt x="235" y="256499"/>
                      <a:pt x="17955" y="265575"/>
                      <a:pt x="46232" y="265575"/>
                    </a:cubicBezTo>
                    <a:cubicBezTo>
                      <a:pt x="77902" y="265575"/>
                      <a:pt x="105048" y="255365"/>
                      <a:pt x="123900" y="236079"/>
                    </a:cubicBezTo>
                    <a:cubicBezTo>
                      <a:pt x="141243" y="219062"/>
                      <a:pt x="149160" y="197507"/>
                      <a:pt x="149160" y="168767"/>
                    </a:cubicBezTo>
                    <a:cubicBezTo>
                      <a:pt x="149160" y="141539"/>
                      <a:pt x="141997" y="124144"/>
                      <a:pt x="123146" y="105236"/>
                    </a:cubicBezTo>
                    <a:cubicBezTo>
                      <a:pt x="106556" y="88597"/>
                      <a:pt x="85066" y="79899"/>
                      <a:pt x="40577" y="71958"/>
                    </a:cubicBezTo>
                    <a:lnTo>
                      <a:pt x="56412" y="39815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0B48C2A-50E3-EF7E-994E-DE739FE670D1}"/>
                  </a:ext>
                </a:extLst>
              </p:cNvPr>
              <p:cNvSpPr/>
              <p:nvPr>
                <p:custDataLst>
                  <p:tags r:id="rId152"/>
                </p:custDataLst>
              </p:nvPr>
            </p:nvSpPr>
            <p:spPr>
              <a:xfrm>
                <a:off x="11616997" y="3740016"/>
                <a:ext cx="125549" cy="680307"/>
              </a:xfrm>
              <a:custGeom>
                <a:avLst/>
                <a:gdLst>
                  <a:gd name="connsiteX0" fmla="*/ 99775 w 125549"/>
                  <a:gd name="connsiteY0" fmla="*/ 680371 h 680307"/>
                  <a:gd name="connsiteX1" fmla="*/ 125790 w 125549"/>
                  <a:gd name="connsiteY1" fmla="*/ 680371 h 680307"/>
                  <a:gd name="connsiteX2" fmla="*/ 125790 w 125549"/>
                  <a:gd name="connsiteY2" fmla="*/ 64 h 680307"/>
                  <a:gd name="connsiteX3" fmla="*/ 240 w 125549"/>
                  <a:gd name="connsiteY3" fmla="*/ 64 h 680307"/>
                  <a:gd name="connsiteX4" fmla="*/ 240 w 125549"/>
                  <a:gd name="connsiteY4" fmla="*/ 26157 h 680307"/>
                  <a:gd name="connsiteX5" fmla="*/ 99775 w 125549"/>
                  <a:gd name="connsiteY5" fmla="*/ 26157 h 680307"/>
                  <a:gd name="connsiteX6" fmla="*/ 99775 w 125549"/>
                  <a:gd name="connsiteY6" fmla="*/ 680371 h 68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49" h="680307">
                    <a:moveTo>
                      <a:pt x="99775" y="680371"/>
                    </a:moveTo>
                    <a:lnTo>
                      <a:pt x="125790" y="680371"/>
                    </a:lnTo>
                    <a:lnTo>
                      <a:pt x="125790" y="64"/>
                    </a:lnTo>
                    <a:lnTo>
                      <a:pt x="240" y="64"/>
                    </a:lnTo>
                    <a:lnTo>
                      <a:pt x="240" y="26157"/>
                    </a:lnTo>
                    <a:lnTo>
                      <a:pt x="99775" y="26157"/>
                    </a:lnTo>
                    <a:lnTo>
                      <a:pt x="99775" y="680371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0E052E32-7530-2746-5497-118CE0DD59D8}"/>
                  </a:ext>
                </a:extLst>
              </p:cNvPr>
              <p:cNvSpPr/>
              <p:nvPr>
                <p:custDataLst>
                  <p:tags r:id="rId153"/>
                </p:custDataLst>
              </p:nvPr>
            </p:nvSpPr>
            <p:spPr>
              <a:xfrm>
                <a:off x="11716532" y="4422439"/>
                <a:ext cx="26014" cy="227651"/>
              </a:xfrm>
              <a:custGeom>
                <a:avLst/>
                <a:gdLst>
                  <a:gd name="connsiteX0" fmla="*/ 240 w 26014"/>
                  <a:gd name="connsiteY0" fmla="*/ 227733 h 227651"/>
                  <a:gd name="connsiteX1" fmla="*/ 26255 w 26014"/>
                  <a:gd name="connsiteY1" fmla="*/ 227733 h 227651"/>
                  <a:gd name="connsiteX2" fmla="*/ 26255 w 26014"/>
                  <a:gd name="connsiteY2" fmla="*/ 82 h 227651"/>
                  <a:gd name="connsiteX3" fmla="*/ 240 w 26014"/>
                  <a:gd name="connsiteY3" fmla="*/ 82 h 227651"/>
                  <a:gd name="connsiteX4" fmla="*/ 240 w 26014"/>
                  <a:gd name="connsiteY4" fmla="*/ 227733 h 22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14" h="227651">
                    <a:moveTo>
                      <a:pt x="240" y="227733"/>
                    </a:moveTo>
                    <a:lnTo>
                      <a:pt x="26255" y="227733"/>
                    </a:lnTo>
                    <a:lnTo>
                      <a:pt x="26255" y="82"/>
                    </a:lnTo>
                    <a:lnTo>
                      <a:pt x="240" y="82"/>
                    </a:lnTo>
                    <a:lnTo>
                      <a:pt x="240" y="227733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C9F66990-40D1-C4F6-F451-707E7F910485}"/>
                  </a:ext>
                </a:extLst>
              </p:cNvPr>
              <p:cNvSpPr/>
              <p:nvPr>
                <p:custDataLst>
                  <p:tags r:id="rId154"/>
                </p:custDataLst>
              </p:nvPr>
            </p:nvSpPr>
            <p:spPr>
              <a:xfrm>
                <a:off x="11716532" y="4650185"/>
                <a:ext cx="26014" cy="227651"/>
              </a:xfrm>
              <a:custGeom>
                <a:avLst/>
                <a:gdLst>
                  <a:gd name="connsiteX0" fmla="*/ 240 w 26014"/>
                  <a:gd name="connsiteY0" fmla="*/ 227739 h 227651"/>
                  <a:gd name="connsiteX1" fmla="*/ 26255 w 26014"/>
                  <a:gd name="connsiteY1" fmla="*/ 227739 h 227651"/>
                  <a:gd name="connsiteX2" fmla="*/ 26255 w 26014"/>
                  <a:gd name="connsiteY2" fmla="*/ 88 h 227651"/>
                  <a:gd name="connsiteX3" fmla="*/ 240 w 26014"/>
                  <a:gd name="connsiteY3" fmla="*/ 88 h 227651"/>
                  <a:gd name="connsiteX4" fmla="*/ 240 w 26014"/>
                  <a:gd name="connsiteY4" fmla="*/ 227739 h 22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14" h="227651">
                    <a:moveTo>
                      <a:pt x="240" y="227739"/>
                    </a:moveTo>
                    <a:lnTo>
                      <a:pt x="26255" y="227739"/>
                    </a:lnTo>
                    <a:lnTo>
                      <a:pt x="26255" y="88"/>
                    </a:lnTo>
                    <a:lnTo>
                      <a:pt x="240" y="88"/>
                    </a:lnTo>
                    <a:lnTo>
                      <a:pt x="240" y="227739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7EA31EB1-D83D-823C-86EC-C4DA3A3BD67F}"/>
                  </a:ext>
                </a:extLst>
              </p:cNvPr>
              <p:cNvSpPr/>
              <p:nvPr>
                <p:custDataLst>
                  <p:tags r:id="rId155"/>
                </p:custDataLst>
              </p:nvPr>
            </p:nvSpPr>
            <p:spPr>
              <a:xfrm>
                <a:off x="11616997" y="4877982"/>
                <a:ext cx="125549" cy="680307"/>
              </a:xfrm>
              <a:custGeom>
                <a:avLst/>
                <a:gdLst>
                  <a:gd name="connsiteX0" fmla="*/ 99775 w 125549"/>
                  <a:gd name="connsiteY0" fmla="*/ 654308 h 680307"/>
                  <a:gd name="connsiteX1" fmla="*/ 240 w 125549"/>
                  <a:gd name="connsiteY1" fmla="*/ 654308 h 680307"/>
                  <a:gd name="connsiteX2" fmla="*/ 240 w 125549"/>
                  <a:gd name="connsiteY2" fmla="*/ 680401 h 680307"/>
                  <a:gd name="connsiteX3" fmla="*/ 125790 w 125549"/>
                  <a:gd name="connsiteY3" fmla="*/ 680401 h 680307"/>
                  <a:gd name="connsiteX4" fmla="*/ 125790 w 125549"/>
                  <a:gd name="connsiteY4" fmla="*/ 94 h 680307"/>
                  <a:gd name="connsiteX5" fmla="*/ 99775 w 125549"/>
                  <a:gd name="connsiteY5" fmla="*/ 94 h 680307"/>
                  <a:gd name="connsiteX6" fmla="*/ 99775 w 125549"/>
                  <a:gd name="connsiteY6" fmla="*/ 654308 h 68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49" h="680307">
                    <a:moveTo>
                      <a:pt x="99775" y="654308"/>
                    </a:moveTo>
                    <a:lnTo>
                      <a:pt x="240" y="654308"/>
                    </a:lnTo>
                    <a:lnTo>
                      <a:pt x="240" y="680401"/>
                    </a:lnTo>
                    <a:lnTo>
                      <a:pt x="125790" y="680401"/>
                    </a:lnTo>
                    <a:lnTo>
                      <a:pt x="125790" y="94"/>
                    </a:lnTo>
                    <a:lnTo>
                      <a:pt x="99775" y="94"/>
                    </a:lnTo>
                    <a:lnTo>
                      <a:pt x="99775" y="654308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0394452-164D-2082-27EB-AFE10EA426FC}"/>
                  </a:ext>
                </a:extLst>
              </p:cNvPr>
              <p:cNvSpPr/>
              <p:nvPr>
                <p:custDataLst>
                  <p:tags r:id="rId156"/>
                </p:custDataLst>
              </p:nvPr>
            </p:nvSpPr>
            <p:spPr>
              <a:xfrm>
                <a:off x="11938605" y="4571883"/>
                <a:ext cx="52406" cy="226895"/>
              </a:xfrm>
              <a:custGeom>
                <a:avLst/>
                <a:gdLst>
                  <a:gd name="connsiteX0" fmla="*/ 10427 w 52406"/>
                  <a:gd name="connsiteY0" fmla="*/ 226985 h 226895"/>
                  <a:gd name="connsiteX1" fmla="*/ 52654 w 52406"/>
                  <a:gd name="connsiteY1" fmla="*/ 168749 h 226895"/>
                  <a:gd name="connsiteX2" fmla="*/ 22492 w 52406"/>
                  <a:gd name="connsiteY2" fmla="*/ 135093 h 226895"/>
                  <a:gd name="connsiteX3" fmla="*/ 248 w 52406"/>
                  <a:gd name="connsiteY3" fmla="*/ 156270 h 226895"/>
                  <a:gd name="connsiteX4" fmla="*/ 22492 w 52406"/>
                  <a:gd name="connsiteY4" fmla="*/ 175934 h 226895"/>
                  <a:gd name="connsiteX5" fmla="*/ 29656 w 52406"/>
                  <a:gd name="connsiteY5" fmla="*/ 175178 h 226895"/>
                  <a:gd name="connsiteX6" fmla="*/ 32672 w 52406"/>
                  <a:gd name="connsiteY6" fmla="*/ 174421 h 226895"/>
                  <a:gd name="connsiteX7" fmla="*/ 37950 w 52406"/>
                  <a:gd name="connsiteY7" fmla="*/ 179715 h 226895"/>
                  <a:gd name="connsiteX8" fmla="*/ 7034 w 52406"/>
                  <a:gd name="connsiteY8" fmla="*/ 219800 h 226895"/>
                  <a:gd name="connsiteX9" fmla="*/ 10427 w 52406"/>
                  <a:gd name="connsiteY9" fmla="*/ 226985 h 226895"/>
                  <a:gd name="connsiteX10" fmla="*/ 21361 w 52406"/>
                  <a:gd name="connsiteY10" fmla="*/ 90 h 226895"/>
                  <a:gd name="connsiteX11" fmla="*/ 625 w 52406"/>
                  <a:gd name="connsiteY11" fmla="*/ 21645 h 226895"/>
                  <a:gd name="connsiteX12" fmla="*/ 20984 w 52406"/>
                  <a:gd name="connsiteY12" fmla="*/ 42066 h 226895"/>
                  <a:gd name="connsiteX13" fmla="*/ 42475 w 52406"/>
                  <a:gd name="connsiteY13" fmla="*/ 21645 h 226895"/>
                  <a:gd name="connsiteX14" fmla="*/ 21361 w 52406"/>
                  <a:gd name="connsiteY14" fmla="*/ 90 h 226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2406" h="226895">
                    <a:moveTo>
                      <a:pt x="10427" y="226985"/>
                    </a:moveTo>
                    <a:cubicBezTo>
                      <a:pt x="36442" y="214128"/>
                      <a:pt x="52654" y="191438"/>
                      <a:pt x="52654" y="168749"/>
                    </a:cubicBezTo>
                    <a:cubicBezTo>
                      <a:pt x="52654" y="149841"/>
                      <a:pt x="39458" y="135093"/>
                      <a:pt x="22492" y="135093"/>
                    </a:cubicBezTo>
                    <a:cubicBezTo>
                      <a:pt x="9296" y="135093"/>
                      <a:pt x="248" y="143412"/>
                      <a:pt x="248" y="156270"/>
                    </a:cubicBezTo>
                    <a:cubicBezTo>
                      <a:pt x="248" y="168749"/>
                      <a:pt x="8542" y="175934"/>
                      <a:pt x="22492" y="175934"/>
                    </a:cubicBezTo>
                    <a:cubicBezTo>
                      <a:pt x="24754" y="175934"/>
                      <a:pt x="27394" y="175556"/>
                      <a:pt x="29656" y="175178"/>
                    </a:cubicBezTo>
                    <a:cubicBezTo>
                      <a:pt x="32295" y="174421"/>
                      <a:pt x="32295" y="174421"/>
                      <a:pt x="32672" y="174421"/>
                    </a:cubicBezTo>
                    <a:cubicBezTo>
                      <a:pt x="35688" y="174421"/>
                      <a:pt x="37950" y="176690"/>
                      <a:pt x="37950" y="179715"/>
                    </a:cubicBezTo>
                    <a:cubicBezTo>
                      <a:pt x="37950" y="191817"/>
                      <a:pt x="27394" y="205808"/>
                      <a:pt x="7034" y="219800"/>
                    </a:cubicBezTo>
                    <a:lnTo>
                      <a:pt x="10427" y="226985"/>
                    </a:lnTo>
                    <a:close/>
                    <a:moveTo>
                      <a:pt x="21361" y="90"/>
                    </a:moveTo>
                    <a:cubicBezTo>
                      <a:pt x="10050" y="90"/>
                      <a:pt x="625" y="9922"/>
                      <a:pt x="625" y="21645"/>
                    </a:cubicBezTo>
                    <a:cubicBezTo>
                      <a:pt x="625" y="32612"/>
                      <a:pt x="10050" y="42066"/>
                      <a:pt x="20984" y="42066"/>
                    </a:cubicBezTo>
                    <a:cubicBezTo>
                      <a:pt x="32672" y="42066"/>
                      <a:pt x="42475" y="32612"/>
                      <a:pt x="42475" y="21645"/>
                    </a:cubicBezTo>
                    <a:cubicBezTo>
                      <a:pt x="42475" y="9922"/>
                      <a:pt x="32672" y="90"/>
                      <a:pt x="21361" y="90"/>
                    </a:cubicBez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9CBD59DC-5A0A-528C-5075-588B64C0FDCF}"/>
                  </a:ext>
                </a:extLst>
              </p:cNvPr>
              <p:cNvSpPr/>
              <p:nvPr>
                <p:custDataLst>
                  <p:tags r:id="rId157"/>
                </p:custDataLst>
              </p:nvPr>
            </p:nvSpPr>
            <p:spPr>
              <a:xfrm>
                <a:off x="12821245" y="4487175"/>
                <a:ext cx="169661" cy="262442"/>
              </a:xfrm>
              <a:custGeom>
                <a:avLst/>
                <a:gdLst>
                  <a:gd name="connsiteX0" fmla="*/ 33073 w 169661"/>
                  <a:gd name="connsiteY0" fmla="*/ 15217 h 262442"/>
                  <a:gd name="connsiteX1" fmla="*/ 57580 w 169661"/>
                  <a:gd name="connsiteY1" fmla="*/ 25427 h 262442"/>
                  <a:gd name="connsiteX2" fmla="*/ 54186 w 169661"/>
                  <a:gd name="connsiteY2" fmla="*/ 41688 h 262442"/>
                  <a:gd name="connsiteX3" fmla="*/ 52301 w 169661"/>
                  <a:gd name="connsiteY3" fmla="*/ 48873 h 262442"/>
                  <a:gd name="connsiteX4" fmla="*/ 51547 w 169661"/>
                  <a:gd name="connsiteY4" fmla="*/ 51520 h 262442"/>
                  <a:gd name="connsiteX5" fmla="*/ 272 w 169661"/>
                  <a:gd name="connsiteY5" fmla="*/ 240977 h 262442"/>
                  <a:gd name="connsiteX6" fmla="*/ 272 w 169661"/>
                  <a:gd name="connsiteY6" fmla="*/ 242490 h 262442"/>
                  <a:gd name="connsiteX7" fmla="*/ 50416 w 169661"/>
                  <a:gd name="connsiteY7" fmla="*/ 262532 h 262442"/>
                  <a:gd name="connsiteX8" fmla="*/ 169933 w 169661"/>
                  <a:gd name="connsiteY8" fmla="*/ 136984 h 262442"/>
                  <a:gd name="connsiteX9" fmla="*/ 126198 w 169661"/>
                  <a:gd name="connsiteY9" fmla="*/ 91605 h 262442"/>
                  <a:gd name="connsiteX10" fmla="*/ 53432 w 169661"/>
                  <a:gd name="connsiteY10" fmla="*/ 148706 h 262442"/>
                  <a:gd name="connsiteX11" fmla="*/ 92643 w 169661"/>
                  <a:gd name="connsiteY11" fmla="*/ 1981 h 262442"/>
                  <a:gd name="connsiteX12" fmla="*/ 90758 w 169661"/>
                  <a:gd name="connsiteY12" fmla="*/ 90 h 262442"/>
                  <a:gd name="connsiteX13" fmla="*/ 33073 w 169661"/>
                  <a:gd name="connsiteY13" fmla="*/ 8788 h 262442"/>
                  <a:gd name="connsiteX14" fmla="*/ 33073 w 169661"/>
                  <a:gd name="connsiteY14" fmla="*/ 15217 h 262442"/>
                  <a:gd name="connsiteX15" fmla="*/ 111494 w 169661"/>
                  <a:gd name="connsiteY15" fmla="*/ 110134 h 262442"/>
                  <a:gd name="connsiteX16" fmla="*/ 137886 w 169661"/>
                  <a:gd name="connsiteY16" fmla="*/ 142656 h 262442"/>
                  <a:gd name="connsiteX17" fmla="*/ 96413 w 169661"/>
                  <a:gd name="connsiteY17" fmla="*/ 231523 h 262442"/>
                  <a:gd name="connsiteX18" fmla="*/ 50039 w 169661"/>
                  <a:gd name="connsiteY18" fmla="*/ 253835 h 262442"/>
                  <a:gd name="connsiteX19" fmla="*/ 32696 w 169661"/>
                  <a:gd name="connsiteY19" fmla="*/ 240977 h 262442"/>
                  <a:gd name="connsiteX20" fmla="*/ 59842 w 169661"/>
                  <a:gd name="connsiteY20" fmla="*/ 153623 h 262442"/>
                  <a:gd name="connsiteX21" fmla="*/ 111494 w 169661"/>
                  <a:gd name="connsiteY21" fmla="*/ 110134 h 262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69661" h="262442">
                    <a:moveTo>
                      <a:pt x="33073" y="15217"/>
                    </a:moveTo>
                    <a:cubicBezTo>
                      <a:pt x="55317" y="15973"/>
                      <a:pt x="57580" y="17107"/>
                      <a:pt x="57580" y="25427"/>
                    </a:cubicBezTo>
                    <a:cubicBezTo>
                      <a:pt x="57580" y="28830"/>
                      <a:pt x="56448" y="33368"/>
                      <a:pt x="54186" y="41688"/>
                    </a:cubicBezTo>
                    <a:cubicBezTo>
                      <a:pt x="53432" y="44335"/>
                      <a:pt x="52678" y="46982"/>
                      <a:pt x="52301" y="48873"/>
                    </a:cubicBezTo>
                    <a:lnTo>
                      <a:pt x="51547" y="51520"/>
                    </a:lnTo>
                    <a:lnTo>
                      <a:pt x="272" y="240977"/>
                    </a:lnTo>
                    <a:lnTo>
                      <a:pt x="272" y="242490"/>
                    </a:lnTo>
                    <a:cubicBezTo>
                      <a:pt x="272" y="251187"/>
                      <a:pt x="29303" y="262532"/>
                      <a:pt x="50416" y="262532"/>
                    </a:cubicBezTo>
                    <a:cubicBezTo>
                      <a:pt x="107347" y="262532"/>
                      <a:pt x="169933" y="196354"/>
                      <a:pt x="169933" y="136984"/>
                    </a:cubicBezTo>
                    <a:cubicBezTo>
                      <a:pt x="169933" y="110512"/>
                      <a:pt x="151459" y="91605"/>
                      <a:pt x="126198" y="91605"/>
                    </a:cubicBezTo>
                    <a:cubicBezTo>
                      <a:pt x="99806" y="91605"/>
                      <a:pt x="80201" y="107109"/>
                      <a:pt x="53432" y="148706"/>
                    </a:cubicBezTo>
                    <a:cubicBezTo>
                      <a:pt x="73038" y="76856"/>
                      <a:pt x="75677" y="66646"/>
                      <a:pt x="92643" y="1981"/>
                    </a:cubicBezTo>
                    <a:lnTo>
                      <a:pt x="90758" y="90"/>
                    </a:lnTo>
                    <a:cubicBezTo>
                      <a:pt x="71907" y="3494"/>
                      <a:pt x="58334" y="5763"/>
                      <a:pt x="33073" y="8788"/>
                    </a:cubicBezTo>
                    <a:lnTo>
                      <a:pt x="33073" y="15217"/>
                    </a:lnTo>
                    <a:close/>
                    <a:moveTo>
                      <a:pt x="111494" y="110134"/>
                    </a:moveTo>
                    <a:cubicBezTo>
                      <a:pt x="127706" y="110134"/>
                      <a:pt x="137886" y="122614"/>
                      <a:pt x="137886" y="142656"/>
                    </a:cubicBezTo>
                    <a:cubicBezTo>
                      <a:pt x="137886" y="167614"/>
                      <a:pt x="118658" y="208077"/>
                      <a:pt x="96413" y="231523"/>
                    </a:cubicBezTo>
                    <a:cubicBezTo>
                      <a:pt x="82463" y="245893"/>
                      <a:pt x="66251" y="253835"/>
                      <a:pt x="50039" y="253835"/>
                    </a:cubicBezTo>
                    <a:cubicBezTo>
                      <a:pt x="38351" y="253835"/>
                      <a:pt x="32696" y="249675"/>
                      <a:pt x="32696" y="240977"/>
                    </a:cubicBezTo>
                    <a:cubicBezTo>
                      <a:pt x="32696" y="218288"/>
                      <a:pt x="44007" y="181606"/>
                      <a:pt x="59842" y="153623"/>
                    </a:cubicBezTo>
                    <a:cubicBezTo>
                      <a:pt x="76431" y="124504"/>
                      <a:pt x="93397" y="110134"/>
                      <a:pt x="111494" y="110134"/>
                    </a:cubicBez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0CAA6314-7CB4-CB1F-CA73-2C3CA5D6BB67}"/>
                  </a:ext>
                </a:extLst>
              </p:cNvPr>
              <p:cNvSpPr/>
              <p:nvPr>
                <p:custDataLst>
                  <p:tags r:id="rId158"/>
                </p:custDataLst>
              </p:nvPr>
            </p:nvSpPr>
            <p:spPr>
              <a:xfrm>
                <a:off x="13107003" y="4606673"/>
                <a:ext cx="250722" cy="88489"/>
              </a:xfrm>
              <a:custGeom>
                <a:avLst/>
                <a:gdLst>
                  <a:gd name="connsiteX0" fmla="*/ 238182 w 250722"/>
                  <a:gd name="connsiteY0" fmla="*/ 15217 h 88489"/>
                  <a:gd name="connsiteX1" fmla="*/ 251001 w 250722"/>
                  <a:gd name="connsiteY1" fmla="*/ 7653 h 88489"/>
                  <a:gd name="connsiteX2" fmla="*/ 238559 w 250722"/>
                  <a:gd name="connsiteY2" fmla="*/ 90 h 88489"/>
                  <a:gd name="connsiteX3" fmla="*/ 12721 w 250722"/>
                  <a:gd name="connsiteY3" fmla="*/ 90 h 88489"/>
                  <a:gd name="connsiteX4" fmla="*/ 279 w 250722"/>
                  <a:gd name="connsiteY4" fmla="*/ 7653 h 88489"/>
                  <a:gd name="connsiteX5" fmla="*/ 13098 w 250722"/>
                  <a:gd name="connsiteY5" fmla="*/ 15217 h 88489"/>
                  <a:gd name="connsiteX6" fmla="*/ 238182 w 250722"/>
                  <a:gd name="connsiteY6" fmla="*/ 15217 h 88489"/>
                  <a:gd name="connsiteX7" fmla="*/ 238559 w 250722"/>
                  <a:gd name="connsiteY7" fmla="*/ 88579 h 88489"/>
                  <a:gd name="connsiteX8" fmla="*/ 251001 w 250722"/>
                  <a:gd name="connsiteY8" fmla="*/ 81016 h 88489"/>
                  <a:gd name="connsiteX9" fmla="*/ 238182 w 250722"/>
                  <a:gd name="connsiteY9" fmla="*/ 73453 h 88489"/>
                  <a:gd name="connsiteX10" fmla="*/ 13098 w 250722"/>
                  <a:gd name="connsiteY10" fmla="*/ 73453 h 88489"/>
                  <a:gd name="connsiteX11" fmla="*/ 279 w 250722"/>
                  <a:gd name="connsiteY11" fmla="*/ 81016 h 88489"/>
                  <a:gd name="connsiteX12" fmla="*/ 12721 w 250722"/>
                  <a:gd name="connsiteY12" fmla="*/ 88579 h 88489"/>
                  <a:gd name="connsiteX13" fmla="*/ 238559 w 250722"/>
                  <a:gd name="connsiteY13" fmla="*/ 88579 h 88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0722" h="88489">
                    <a:moveTo>
                      <a:pt x="238182" y="15217"/>
                    </a:moveTo>
                    <a:cubicBezTo>
                      <a:pt x="243838" y="15217"/>
                      <a:pt x="251001" y="15217"/>
                      <a:pt x="251001" y="7653"/>
                    </a:cubicBezTo>
                    <a:cubicBezTo>
                      <a:pt x="251001" y="90"/>
                      <a:pt x="243838" y="90"/>
                      <a:pt x="238559" y="90"/>
                    </a:cubicBezTo>
                    <a:lnTo>
                      <a:pt x="12721" y="90"/>
                    </a:lnTo>
                    <a:cubicBezTo>
                      <a:pt x="7442" y="90"/>
                      <a:pt x="279" y="90"/>
                      <a:pt x="279" y="7653"/>
                    </a:cubicBezTo>
                    <a:cubicBezTo>
                      <a:pt x="279" y="15216"/>
                      <a:pt x="7442" y="15217"/>
                      <a:pt x="13098" y="15217"/>
                    </a:cubicBezTo>
                    <a:lnTo>
                      <a:pt x="238182" y="15217"/>
                    </a:lnTo>
                    <a:close/>
                    <a:moveTo>
                      <a:pt x="238559" y="88579"/>
                    </a:moveTo>
                    <a:cubicBezTo>
                      <a:pt x="243838" y="88579"/>
                      <a:pt x="251001" y="88579"/>
                      <a:pt x="251001" y="81016"/>
                    </a:cubicBezTo>
                    <a:cubicBezTo>
                      <a:pt x="251001" y="73453"/>
                      <a:pt x="243838" y="73453"/>
                      <a:pt x="238182" y="73453"/>
                    </a:cubicBezTo>
                    <a:lnTo>
                      <a:pt x="13098" y="73453"/>
                    </a:lnTo>
                    <a:cubicBezTo>
                      <a:pt x="7442" y="73453"/>
                      <a:pt x="279" y="73453"/>
                      <a:pt x="279" y="81016"/>
                    </a:cubicBezTo>
                    <a:cubicBezTo>
                      <a:pt x="279" y="88579"/>
                      <a:pt x="7442" y="88579"/>
                      <a:pt x="12721" y="88579"/>
                    </a:cubicBezTo>
                    <a:lnTo>
                      <a:pt x="238559" y="88579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0DB84C42-1F49-1766-2E8B-A7C72C21B409}"/>
                  </a:ext>
                </a:extLst>
              </p:cNvPr>
              <p:cNvSpPr/>
              <p:nvPr>
                <p:custDataLst>
                  <p:tags r:id="rId159"/>
                </p:custDataLst>
              </p:nvPr>
            </p:nvSpPr>
            <p:spPr>
              <a:xfrm>
                <a:off x="13586940" y="3740016"/>
                <a:ext cx="125549" cy="680307"/>
              </a:xfrm>
              <a:custGeom>
                <a:avLst/>
                <a:gdLst>
                  <a:gd name="connsiteX0" fmla="*/ 289 w 125549"/>
                  <a:gd name="connsiteY0" fmla="*/ 680371 h 680307"/>
                  <a:gd name="connsiteX1" fmla="*/ 26304 w 125549"/>
                  <a:gd name="connsiteY1" fmla="*/ 680371 h 680307"/>
                  <a:gd name="connsiteX2" fmla="*/ 26304 w 125549"/>
                  <a:gd name="connsiteY2" fmla="*/ 26157 h 680307"/>
                  <a:gd name="connsiteX3" fmla="*/ 125838 w 125549"/>
                  <a:gd name="connsiteY3" fmla="*/ 26157 h 680307"/>
                  <a:gd name="connsiteX4" fmla="*/ 125838 w 125549"/>
                  <a:gd name="connsiteY4" fmla="*/ 64 h 680307"/>
                  <a:gd name="connsiteX5" fmla="*/ 289 w 125549"/>
                  <a:gd name="connsiteY5" fmla="*/ 64 h 680307"/>
                  <a:gd name="connsiteX6" fmla="*/ 289 w 125549"/>
                  <a:gd name="connsiteY6" fmla="*/ 680371 h 68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49" h="680307">
                    <a:moveTo>
                      <a:pt x="289" y="680371"/>
                    </a:moveTo>
                    <a:lnTo>
                      <a:pt x="26304" y="680371"/>
                    </a:lnTo>
                    <a:lnTo>
                      <a:pt x="26304" y="26157"/>
                    </a:lnTo>
                    <a:lnTo>
                      <a:pt x="125838" y="26157"/>
                    </a:lnTo>
                    <a:lnTo>
                      <a:pt x="125838" y="64"/>
                    </a:lnTo>
                    <a:lnTo>
                      <a:pt x="289" y="64"/>
                    </a:lnTo>
                    <a:lnTo>
                      <a:pt x="289" y="680371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D7994C21-5DB7-2ABF-ACF6-764A82C7C44D}"/>
                  </a:ext>
                </a:extLst>
              </p:cNvPr>
              <p:cNvSpPr/>
              <p:nvPr>
                <p:custDataLst>
                  <p:tags r:id="rId160"/>
                </p:custDataLst>
              </p:nvPr>
            </p:nvSpPr>
            <p:spPr>
              <a:xfrm>
                <a:off x="13586940" y="4422439"/>
                <a:ext cx="26014" cy="227651"/>
              </a:xfrm>
              <a:custGeom>
                <a:avLst/>
                <a:gdLst>
                  <a:gd name="connsiteX0" fmla="*/ 289 w 26014"/>
                  <a:gd name="connsiteY0" fmla="*/ 227733 h 227651"/>
                  <a:gd name="connsiteX1" fmla="*/ 26304 w 26014"/>
                  <a:gd name="connsiteY1" fmla="*/ 227733 h 227651"/>
                  <a:gd name="connsiteX2" fmla="*/ 26304 w 26014"/>
                  <a:gd name="connsiteY2" fmla="*/ 82 h 227651"/>
                  <a:gd name="connsiteX3" fmla="*/ 289 w 26014"/>
                  <a:gd name="connsiteY3" fmla="*/ 82 h 227651"/>
                  <a:gd name="connsiteX4" fmla="*/ 289 w 26014"/>
                  <a:gd name="connsiteY4" fmla="*/ 227733 h 22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14" h="227651">
                    <a:moveTo>
                      <a:pt x="289" y="227733"/>
                    </a:moveTo>
                    <a:lnTo>
                      <a:pt x="26304" y="227733"/>
                    </a:lnTo>
                    <a:lnTo>
                      <a:pt x="26304" y="82"/>
                    </a:lnTo>
                    <a:lnTo>
                      <a:pt x="289" y="82"/>
                    </a:lnTo>
                    <a:lnTo>
                      <a:pt x="289" y="227733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2C1F413E-5215-7A61-78F8-01713B0DA7A7}"/>
                  </a:ext>
                </a:extLst>
              </p:cNvPr>
              <p:cNvSpPr/>
              <p:nvPr>
                <p:custDataLst>
                  <p:tags r:id="rId161"/>
                </p:custDataLst>
              </p:nvPr>
            </p:nvSpPr>
            <p:spPr>
              <a:xfrm>
                <a:off x="13586940" y="4650185"/>
                <a:ext cx="26014" cy="227651"/>
              </a:xfrm>
              <a:custGeom>
                <a:avLst/>
                <a:gdLst>
                  <a:gd name="connsiteX0" fmla="*/ 289 w 26014"/>
                  <a:gd name="connsiteY0" fmla="*/ 227739 h 227651"/>
                  <a:gd name="connsiteX1" fmla="*/ 26304 w 26014"/>
                  <a:gd name="connsiteY1" fmla="*/ 227739 h 227651"/>
                  <a:gd name="connsiteX2" fmla="*/ 26304 w 26014"/>
                  <a:gd name="connsiteY2" fmla="*/ 88 h 227651"/>
                  <a:gd name="connsiteX3" fmla="*/ 289 w 26014"/>
                  <a:gd name="connsiteY3" fmla="*/ 88 h 227651"/>
                  <a:gd name="connsiteX4" fmla="*/ 289 w 26014"/>
                  <a:gd name="connsiteY4" fmla="*/ 227739 h 22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14" h="227651">
                    <a:moveTo>
                      <a:pt x="289" y="227739"/>
                    </a:moveTo>
                    <a:lnTo>
                      <a:pt x="26304" y="227739"/>
                    </a:lnTo>
                    <a:lnTo>
                      <a:pt x="26304" y="88"/>
                    </a:lnTo>
                    <a:lnTo>
                      <a:pt x="289" y="88"/>
                    </a:lnTo>
                    <a:lnTo>
                      <a:pt x="289" y="227739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14445848-ACC7-78F0-E680-BA147B40CE40}"/>
                  </a:ext>
                </a:extLst>
              </p:cNvPr>
              <p:cNvSpPr/>
              <p:nvPr>
                <p:custDataLst>
                  <p:tags r:id="rId162"/>
                </p:custDataLst>
              </p:nvPr>
            </p:nvSpPr>
            <p:spPr>
              <a:xfrm>
                <a:off x="13586940" y="4877982"/>
                <a:ext cx="125549" cy="680307"/>
              </a:xfrm>
              <a:custGeom>
                <a:avLst/>
                <a:gdLst>
                  <a:gd name="connsiteX0" fmla="*/ 289 w 125549"/>
                  <a:gd name="connsiteY0" fmla="*/ 680401 h 680307"/>
                  <a:gd name="connsiteX1" fmla="*/ 125838 w 125549"/>
                  <a:gd name="connsiteY1" fmla="*/ 680401 h 680307"/>
                  <a:gd name="connsiteX2" fmla="*/ 125838 w 125549"/>
                  <a:gd name="connsiteY2" fmla="*/ 654308 h 680307"/>
                  <a:gd name="connsiteX3" fmla="*/ 26304 w 125549"/>
                  <a:gd name="connsiteY3" fmla="*/ 654308 h 680307"/>
                  <a:gd name="connsiteX4" fmla="*/ 26304 w 125549"/>
                  <a:gd name="connsiteY4" fmla="*/ 94 h 680307"/>
                  <a:gd name="connsiteX5" fmla="*/ 289 w 125549"/>
                  <a:gd name="connsiteY5" fmla="*/ 94 h 680307"/>
                  <a:gd name="connsiteX6" fmla="*/ 289 w 125549"/>
                  <a:gd name="connsiteY6" fmla="*/ 680401 h 68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49" h="680307">
                    <a:moveTo>
                      <a:pt x="289" y="680401"/>
                    </a:moveTo>
                    <a:lnTo>
                      <a:pt x="125838" y="680401"/>
                    </a:lnTo>
                    <a:lnTo>
                      <a:pt x="125838" y="654308"/>
                    </a:lnTo>
                    <a:lnTo>
                      <a:pt x="26304" y="654308"/>
                    </a:lnTo>
                    <a:lnTo>
                      <a:pt x="26304" y="94"/>
                    </a:lnTo>
                    <a:lnTo>
                      <a:pt x="289" y="94"/>
                    </a:lnTo>
                    <a:lnTo>
                      <a:pt x="289" y="680401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AD94AF75-E743-C120-615A-4F49FDDD4807}"/>
                  </a:ext>
                </a:extLst>
              </p:cNvPr>
              <p:cNvSpPr/>
              <p:nvPr>
                <p:custDataLst>
                  <p:tags r:id="rId163"/>
                </p:custDataLst>
              </p:nvPr>
            </p:nvSpPr>
            <p:spPr>
              <a:xfrm>
                <a:off x="13916598" y="3802787"/>
                <a:ext cx="167776" cy="255635"/>
              </a:xfrm>
              <a:custGeom>
                <a:avLst/>
                <a:gdLst>
                  <a:gd name="connsiteX0" fmla="*/ 168077 w 167776"/>
                  <a:gd name="connsiteY0" fmla="*/ 203900 h 255635"/>
                  <a:gd name="connsiteX1" fmla="*/ 163176 w 167776"/>
                  <a:gd name="connsiteY1" fmla="*/ 202009 h 255635"/>
                  <a:gd name="connsiteX2" fmla="*/ 127358 w 167776"/>
                  <a:gd name="connsiteY2" fmla="*/ 226967 h 255635"/>
                  <a:gd name="connsiteX3" fmla="*/ 37249 w 167776"/>
                  <a:gd name="connsiteY3" fmla="*/ 226967 h 255635"/>
                  <a:gd name="connsiteX4" fmla="*/ 100589 w 167776"/>
                  <a:gd name="connsiteY4" fmla="*/ 160411 h 255635"/>
                  <a:gd name="connsiteX5" fmla="*/ 148849 w 167776"/>
                  <a:gd name="connsiteY5" fmla="*/ 67006 h 255635"/>
                  <a:gd name="connsiteX6" fmla="*/ 79099 w 167776"/>
                  <a:gd name="connsiteY6" fmla="*/ 72 h 255635"/>
                  <a:gd name="connsiteX7" fmla="*/ 24807 w 167776"/>
                  <a:gd name="connsiteY7" fmla="*/ 23518 h 255635"/>
                  <a:gd name="connsiteX8" fmla="*/ 677 w 167776"/>
                  <a:gd name="connsiteY8" fmla="*/ 75326 h 255635"/>
                  <a:gd name="connsiteX9" fmla="*/ 8595 w 167776"/>
                  <a:gd name="connsiteY9" fmla="*/ 77216 h 255635"/>
                  <a:gd name="connsiteX10" fmla="*/ 63264 w 167776"/>
                  <a:gd name="connsiteY10" fmla="*/ 28056 h 255635"/>
                  <a:gd name="connsiteX11" fmla="*/ 116424 w 167776"/>
                  <a:gd name="connsiteY11" fmla="*/ 81376 h 255635"/>
                  <a:gd name="connsiteX12" fmla="*/ 67411 w 167776"/>
                  <a:gd name="connsiteY12" fmla="*/ 179697 h 255635"/>
                  <a:gd name="connsiteX13" fmla="*/ 300 w 167776"/>
                  <a:gd name="connsiteY13" fmla="*/ 251169 h 255635"/>
                  <a:gd name="connsiteX14" fmla="*/ 300 w 167776"/>
                  <a:gd name="connsiteY14" fmla="*/ 255707 h 255635"/>
                  <a:gd name="connsiteX15" fmla="*/ 147341 w 167776"/>
                  <a:gd name="connsiteY15" fmla="*/ 255707 h 255635"/>
                  <a:gd name="connsiteX16" fmla="*/ 168077 w 167776"/>
                  <a:gd name="connsiteY16" fmla="*/ 203900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7776" h="255635">
                    <a:moveTo>
                      <a:pt x="168077" y="203900"/>
                    </a:moveTo>
                    <a:lnTo>
                      <a:pt x="163176" y="202009"/>
                    </a:lnTo>
                    <a:cubicBezTo>
                      <a:pt x="149226" y="223564"/>
                      <a:pt x="144324" y="226967"/>
                      <a:pt x="127358" y="226967"/>
                    </a:cubicBezTo>
                    <a:lnTo>
                      <a:pt x="37249" y="226967"/>
                    </a:lnTo>
                    <a:lnTo>
                      <a:pt x="100589" y="160411"/>
                    </a:lnTo>
                    <a:cubicBezTo>
                      <a:pt x="134145" y="125243"/>
                      <a:pt x="148849" y="96503"/>
                      <a:pt x="148849" y="67006"/>
                    </a:cubicBezTo>
                    <a:cubicBezTo>
                      <a:pt x="148849" y="29190"/>
                      <a:pt x="118310" y="72"/>
                      <a:pt x="79099" y="72"/>
                    </a:cubicBezTo>
                    <a:cubicBezTo>
                      <a:pt x="58362" y="72"/>
                      <a:pt x="38757" y="8392"/>
                      <a:pt x="24807" y="23518"/>
                    </a:cubicBezTo>
                    <a:cubicBezTo>
                      <a:pt x="12742" y="36375"/>
                      <a:pt x="7087" y="48476"/>
                      <a:pt x="677" y="75326"/>
                    </a:cubicBezTo>
                    <a:lnTo>
                      <a:pt x="8595" y="77216"/>
                    </a:lnTo>
                    <a:cubicBezTo>
                      <a:pt x="23676" y="40157"/>
                      <a:pt x="37249" y="28056"/>
                      <a:pt x="63264" y="28056"/>
                    </a:cubicBezTo>
                    <a:cubicBezTo>
                      <a:pt x="94934" y="28056"/>
                      <a:pt x="116424" y="49611"/>
                      <a:pt x="116424" y="81376"/>
                    </a:cubicBezTo>
                    <a:cubicBezTo>
                      <a:pt x="116424" y="110873"/>
                      <a:pt x="99081" y="146041"/>
                      <a:pt x="67411" y="179697"/>
                    </a:cubicBezTo>
                    <a:lnTo>
                      <a:pt x="300" y="251169"/>
                    </a:lnTo>
                    <a:lnTo>
                      <a:pt x="300" y="255707"/>
                    </a:lnTo>
                    <a:lnTo>
                      <a:pt x="147341" y="255707"/>
                    </a:lnTo>
                    <a:lnTo>
                      <a:pt x="168077" y="203900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5216ADFB-3F49-46F7-42BB-873F44B5ACC3}"/>
                  </a:ext>
                </a:extLst>
              </p:cNvPr>
              <p:cNvSpPr/>
              <p:nvPr>
                <p:custDataLst>
                  <p:tags r:id="rId164"/>
                </p:custDataLst>
              </p:nvPr>
            </p:nvSpPr>
            <p:spPr>
              <a:xfrm>
                <a:off x="13921499" y="4258279"/>
                <a:ext cx="146663" cy="260929"/>
              </a:xfrm>
              <a:custGeom>
                <a:avLst/>
                <a:gdLst>
                  <a:gd name="connsiteX0" fmla="*/ 41773 w 146663"/>
                  <a:gd name="connsiteY0" fmla="*/ 130927 h 260929"/>
                  <a:gd name="connsiteX1" fmla="*/ 81738 w 146663"/>
                  <a:gd name="connsiteY1" fmla="*/ 135087 h 260929"/>
                  <a:gd name="connsiteX2" fmla="*/ 119818 w 146663"/>
                  <a:gd name="connsiteY2" fmla="*/ 191054 h 260929"/>
                  <a:gd name="connsiteX3" fmla="*/ 70427 w 146663"/>
                  <a:gd name="connsiteY3" fmla="*/ 247400 h 260929"/>
                  <a:gd name="connsiteX4" fmla="*/ 38757 w 146663"/>
                  <a:gd name="connsiteY4" fmla="*/ 235677 h 260929"/>
                  <a:gd name="connsiteX5" fmla="*/ 14627 w 146663"/>
                  <a:gd name="connsiteY5" fmla="*/ 226223 h 260929"/>
                  <a:gd name="connsiteX6" fmla="*/ 300 w 146663"/>
                  <a:gd name="connsiteY6" fmla="*/ 239458 h 260929"/>
                  <a:gd name="connsiteX7" fmla="*/ 42904 w 146663"/>
                  <a:gd name="connsiteY7" fmla="*/ 261013 h 260929"/>
                  <a:gd name="connsiteX8" fmla="*/ 119441 w 146663"/>
                  <a:gd name="connsiteY8" fmla="*/ 235677 h 260929"/>
                  <a:gd name="connsiteX9" fmla="*/ 146964 w 146663"/>
                  <a:gd name="connsiteY9" fmla="*/ 172903 h 260929"/>
                  <a:gd name="connsiteX10" fmla="*/ 129997 w 146663"/>
                  <a:gd name="connsiteY10" fmla="*/ 124120 h 260929"/>
                  <a:gd name="connsiteX11" fmla="*/ 98704 w 146663"/>
                  <a:gd name="connsiteY11" fmla="*/ 104078 h 260929"/>
                  <a:gd name="connsiteX12" fmla="*/ 134145 w 146663"/>
                  <a:gd name="connsiteY12" fmla="*/ 51892 h 260929"/>
                  <a:gd name="connsiteX13" fmla="*/ 75329 w 146663"/>
                  <a:gd name="connsiteY13" fmla="*/ 84 h 260929"/>
                  <a:gd name="connsiteX14" fmla="*/ 26315 w 146663"/>
                  <a:gd name="connsiteY14" fmla="*/ 18614 h 260929"/>
                  <a:gd name="connsiteX15" fmla="*/ 1054 w 146663"/>
                  <a:gd name="connsiteY15" fmla="*/ 61346 h 260929"/>
                  <a:gd name="connsiteX16" fmla="*/ 6710 w 146663"/>
                  <a:gd name="connsiteY16" fmla="*/ 62858 h 260929"/>
                  <a:gd name="connsiteX17" fmla="*/ 62887 w 146663"/>
                  <a:gd name="connsiteY17" fmla="*/ 22774 h 260929"/>
                  <a:gd name="connsiteX18" fmla="*/ 104360 w 146663"/>
                  <a:gd name="connsiteY18" fmla="*/ 63237 h 260929"/>
                  <a:gd name="connsiteX19" fmla="*/ 89279 w 146663"/>
                  <a:gd name="connsiteY19" fmla="*/ 99918 h 260929"/>
                  <a:gd name="connsiteX20" fmla="*/ 41773 w 146663"/>
                  <a:gd name="connsiteY20" fmla="*/ 126011 h 260929"/>
                  <a:gd name="connsiteX21" fmla="*/ 41773 w 146663"/>
                  <a:gd name="connsiteY21" fmla="*/ 130927 h 26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6663" h="260929">
                    <a:moveTo>
                      <a:pt x="41773" y="130927"/>
                    </a:moveTo>
                    <a:cubicBezTo>
                      <a:pt x="64018" y="130927"/>
                      <a:pt x="72689" y="131683"/>
                      <a:pt x="81738" y="135087"/>
                    </a:cubicBezTo>
                    <a:cubicBezTo>
                      <a:pt x="105114" y="143406"/>
                      <a:pt x="119818" y="164961"/>
                      <a:pt x="119818" y="191054"/>
                    </a:cubicBezTo>
                    <a:cubicBezTo>
                      <a:pt x="119818" y="222819"/>
                      <a:pt x="98327" y="247400"/>
                      <a:pt x="70427" y="247400"/>
                    </a:cubicBezTo>
                    <a:cubicBezTo>
                      <a:pt x="60248" y="247400"/>
                      <a:pt x="52707" y="244753"/>
                      <a:pt x="38757" y="235677"/>
                    </a:cubicBezTo>
                    <a:cubicBezTo>
                      <a:pt x="27446" y="228870"/>
                      <a:pt x="21037" y="226223"/>
                      <a:pt x="14627" y="226223"/>
                    </a:cubicBezTo>
                    <a:cubicBezTo>
                      <a:pt x="5956" y="226223"/>
                      <a:pt x="300" y="231517"/>
                      <a:pt x="300" y="239458"/>
                    </a:cubicBezTo>
                    <a:cubicBezTo>
                      <a:pt x="300" y="252694"/>
                      <a:pt x="16512" y="261013"/>
                      <a:pt x="42904" y="261013"/>
                    </a:cubicBezTo>
                    <a:cubicBezTo>
                      <a:pt x="71935" y="261013"/>
                      <a:pt x="101720" y="251181"/>
                      <a:pt x="119441" y="235677"/>
                    </a:cubicBezTo>
                    <a:cubicBezTo>
                      <a:pt x="137161" y="220172"/>
                      <a:pt x="146964" y="198239"/>
                      <a:pt x="146964" y="172903"/>
                    </a:cubicBezTo>
                    <a:cubicBezTo>
                      <a:pt x="146964" y="153616"/>
                      <a:pt x="140931" y="135843"/>
                      <a:pt x="129997" y="124120"/>
                    </a:cubicBezTo>
                    <a:cubicBezTo>
                      <a:pt x="122457" y="115801"/>
                      <a:pt x="115293" y="111263"/>
                      <a:pt x="98704" y="104078"/>
                    </a:cubicBezTo>
                    <a:cubicBezTo>
                      <a:pt x="124719" y="86304"/>
                      <a:pt x="134145" y="72312"/>
                      <a:pt x="134145" y="51892"/>
                    </a:cubicBezTo>
                    <a:cubicBezTo>
                      <a:pt x="134145" y="21261"/>
                      <a:pt x="110015" y="84"/>
                      <a:pt x="75329" y="84"/>
                    </a:cubicBezTo>
                    <a:cubicBezTo>
                      <a:pt x="56477" y="84"/>
                      <a:pt x="39888" y="6513"/>
                      <a:pt x="26315" y="18614"/>
                    </a:cubicBezTo>
                    <a:cubicBezTo>
                      <a:pt x="15004" y="28824"/>
                      <a:pt x="9349" y="38656"/>
                      <a:pt x="1054" y="61346"/>
                    </a:cubicBezTo>
                    <a:lnTo>
                      <a:pt x="6710" y="62858"/>
                    </a:lnTo>
                    <a:cubicBezTo>
                      <a:pt x="22168" y="35253"/>
                      <a:pt x="39134" y="22774"/>
                      <a:pt x="62887" y="22774"/>
                    </a:cubicBezTo>
                    <a:cubicBezTo>
                      <a:pt x="87393" y="22774"/>
                      <a:pt x="104360" y="39413"/>
                      <a:pt x="104360" y="63237"/>
                    </a:cubicBezTo>
                    <a:cubicBezTo>
                      <a:pt x="104360" y="76850"/>
                      <a:pt x="98704" y="90464"/>
                      <a:pt x="89279" y="99918"/>
                    </a:cubicBezTo>
                    <a:cubicBezTo>
                      <a:pt x="77968" y="111263"/>
                      <a:pt x="67411" y="116935"/>
                      <a:pt x="41773" y="126011"/>
                    </a:cubicBezTo>
                    <a:lnTo>
                      <a:pt x="41773" y="130927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447205ED-BF55-6ACB-A145-E3E3CC11388C}"/>
                  </a:ext>
                </a:extLst>
              </p:cNvPr>
              <p:cNvSpPr/>
              <p:nvPr>
                <p:custDataLst>
                  <p:tags r:id="rId165"/>
                </p:custDataLst>
              </p:nvPr>
            </p:nvSpPr>
            <p:spPr>
              <a:xfrm>
                <a:off x="13852527" y="4713771"/>
                <a:ext cx="106698" cy="255635"/>
              </a:xfrm>
              <a:custGeom>
                <a:avLst/>
                <a:gdLst>
                  <a:gd name="connsiteX0" fmla="*/ 68163 w 106698"/>
                  <a:gd name="connsiteY0" fmla="*/ 96 h 255635"/>
                  <a:gd name="connsiteX1" fmla="*/ 298 w 106698"/>
                  <a:gd name="connsiteY1" fmla="*/ 34508 h 255635"/>
                  <a:gd name="connsiteX2" fmla="*/ 298 w 106698"/>
                  <a:gd name="connsiteY2" fmla="*/ 39803 h 255635"/>
                  <a:gd name="connsiteX3" fmla="*/ 10478 w 106698"/>
                  <a:gd name="connsiteY3" fmla="*/ 35643 h 255635"/>
                  <a:gd name="connsiteX4" fmla="*/ 27444 w 106698"/>
                  <a:gd name="connsiteY4" fmla="*/ 31483 h 255635"/>
                  <a:gd name="connsiteX5" fmla="*/ 38754 w 106698"/>
                  <a:gd name="connsiteY5" fmla="*/ 49257 h 255635"/>
                  <a:gd name="connsiteX6" fmla="*/ 38754 w 106698"/>
                  <a:gd name="connsiteY6" fmla="*/ 220562 h 255635"/>
                  <a:gd name="connsiteX7" fmla="*/ 29706 w 106698"/>
                  <a:gd name="connsiteY7" fmla="*/ 245143 h 255635"/>
                  <a:gd name="connsiteX8" fmla="*/ 2937 w 106698"/>
                  <a:gd name="connsiteY8" fmla="*/ 250059 h 255635"/>
                  <a:gd name="connsiteX9" fmla="*/ 2937 w 106698"/>
                  <a:gd name="connsiteY9" fmla="*/ 255731 h 255635"/>
                  <a:gd name="connsiteX10" fmla="*/ 106996 w 106698"/>
                  <a:gd name="connsiteY10" fmla="*/ 255731 h 255635"/>
                  <a:gd name="connsiteX11" fmla="*/ 106996 w 106698"/>
                  <a:gd name="connsiteY11" fmla="*/ 250059 h 255635"/>
                  <a:gd name="connsiteX12" fmla="*/ 71179 w 106698"/>
                  <a:gd name="connsiteY12" fmla="*/ 227747 h 255635"/>
                  <a:gd name="connsiteX13" fmla="*/ 71179 w 106698"/>
                  <a:gd name="connsiteY13" fmla="*/ 852 h 255635"/>
                  <a:gd name="connsiteX14" fmla="*/ 68163 w 106698"/>
                  <a:gd name="connsiteY14" fmla="*/ 96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98" h="255635">
                    <a:moveTo>
                      <a:pt x="68163" y="96"/>
                    </a:moveTo>
                    <a:lnTo>
                      <a:pt x="298" y="34508"/>
                    </a:lnTo>
                    <a:lnTo>
                      <a:pt x="298" y="39803"/>
                    </a:lnTo>
                    <a:cubicBezTo>
                      <a:pt x="4822" y="37912"/>
                      <a:pt x="8969" y="36399"/>
                      <a:pt x="10478" y="35643"/>
                    </a:cubicBezTo>
                    <a:cubicBezTo>
                      <a:pt x="17264" y="32996"/>
                      <a:pt x="23673" y="31483"/>
                      <a:pt x="27444" y="31483"/>
                    </a:cubicBezTo>
                    <a:cubicBezTo>
                      <a:pt x="35361" y="31483"/>
                      <a:pt x="38754" y="37156"/>
                      <a:pt x="38754" y="49257"/>
                    </a:cubicBezTo>
                    <a:lnTo>
                      <a:pt x="38754" y="220562"/>
                    </a:lnTo>
                    <a:cubicBezTo>
                      <a:pt x="38754" y="233042"/>
                      <a:pt x="35738" y="241739"/>
                      <a:pt x="29706" y="245143"/>
                    </a:cubicBezTo>
                    <a:cubicBezTo>
                      <a:pt x="24050" y="248546"/>
                      <a:pt x="18772" y="249681"/>
                      <a:pt x="2937" y="250059"/>
                    </a:cubicBezTo>
                    <a:lnTo>
                      <a:pt x="2937" y="255731"/>
                    </a:lnTo>
                    <a:lnTo>
                      <a:pt x="106996" y="255731"/>
                    </a:lnTo>
                    <a:lnTo>
                      <a:pt x="106996" y="250059"/>
                    </a:lnTo>
                    <a:cubicBezTo>
                      <a:pt x="77211" y="249681"/>
                      <a:pt x="71179" y="245899"/>
                      <a:pt x="71179" y="227747"/>
                    </a:cubicBezTo>
                    <a:lnTo>
                      <a:pt x="71179" y="852"/>
                    </a:lnTo>
                    <a:lnTo>
                      <a:pt x="68163" y="96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A4FD47F0-C8CA-7359-A2AC-F303B413EE20}"/>
                  </a:ext>
                </a:extLst>
              </p:cNvPr>
              <p:cNvSpPr/>
              <p:nvPr>
                <p:custDataLst>
                  <p:tags r:id="rId166"/>
                </p:custDataLst>
              </p:nvPr>
            </p:nvSpPr>
            <p:spPr>
              <a:xfrm>
                <a:off x="14011208" y="4713771"/>
                <a:ext cx="167776" cy="255635"/>
              </a:xfrm>
              <a:custGeom>
                <a:avLst/>
                <a:gdLst>
                  <a:gd name="connsiteX0" fmla="*/ 168079 w 167776"/>
                  <a:gd name="connsiteY0" fmla="*/ 203923 h 255635"/>
                  <a:gd name="connsiteX1" fmla="*/ 163178 w 167776"/>
                  <a:gd name="connsiteY1" fmla="*/ 202033 h 255635"/>
                  <a:gd name="connsiteX2" fmla="*/ 127361 w 167776"/>
                  <a:gd name="connsiteY2" fmla="*/ 226991 h 255635"/>
                  <a:gd name="connsiteX3" fmla="*/ 37251 w 167776"/>
                  <a:gd name="connsiteY3" fmla="*/ 226991 h 255635"/>
                  <a:gd name="connsiteX4" fmla="*/ 100592 w 167776"/>
                  <a:gd name="connsiteY4" fmla="*/ 160435 h 255635"/>
                  <a:gd name="connsiteX5" fmla="*/ 148851 w 167776"/>
                  <a:gd name="connsiteY5" fmla="*/ 67030 h 255635"/>
                  <a:gd name="connsiteX6" fmla="*/ 79101 w 167776"/>
                  <a:gd name="connsiteY6" fmla="*/ 96 h 255635"/>
                  <a:gd name="connsiteX7" fmla="*/ 24809 w 167776"/>
                  <a:gd name="connsiteY7" fmla="*/ 23542 h 255635"/>
                  <a:gd name="connsiteX8" fmla="*/ 680 w 167776"/>
                  <a:gd name="connsiteY8" fmla="*/ 75350 h 255635"/>
                  <a:gd name="connsiteX9" fmla="*/ 8597 w 167776"/>
                  <a:gd name="connsiteY9" fmla="*/ 77240 h 255635"/>
                  <a:gd name="connsiteX10" fmla="*/ 63266 w 167776"/>
                  <a:gd name="connsiteY10" fmla="*/ 28080 h 255635"/>
                  <a:gd name="connsiteX11" fmla="*/ 116427 w 167776"/>
                  <a:gd name="connsiteY11" fmla="*/ 81400 h 255635"/>
                  <a:gd name="connsiteX12" fmla="*/ 67413 w 167776"/>
                  <a:gd name="connsiteY12" fmla="*/ 179721 h 255635"/>
                  <a:gd name="connsiteX13" fmla="*/ 303 w 167776"/>
                  <a:gd name="connsiteY13" fmla="*/ 251193 h 255635"/>
                  <a:gd name="connsiteX14" fmla="*/ 303 w 167776"/>
                  <a:gd name="connsiteY14" fmla="*/ 255731 h 255635"/>
                  <a:gd name="connsiteX15" fmla="*/ 147343 w 167776"/>
                  <a:gd name="connsiteY15" fmla="*/ 255731 h 255635"/>
                  <a:gd name="connsiteX16" fmla="*/ 168079 w 167776"/>
                  <a:gd name="connsiteY16" fmla="*/ 203923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7776" h="255635">
                    <a:moveTo>
                      <a:pt x="168079" y="203923"/>
                    </a:moveTo>
                    <a:lnTo>
                      <a:pt x="163178" y="202033"/>
                    </a:lnTo>
                    <a:cubicBezTo>
                      <a:pt x="149228" y="223588"/>
                      <a:pt x="144327" y="226991"/>
                      <a:pt x="127361" y="226991"/>
                    </a:cubicBezTo>
                    <a:lnTo>
                      <a:pt x="37251" y="226991"/>
                    </a:lnTo>
                    <a:lnTo>
                      <a:pt x="100592" y="160435"/>
                    </a:lnTo>
                    <a:cubicBezTo>
                      <a:pt x="134147" y="125267"/>
                      <a:pt x="148851" y="96526"/>
                      <a:pt x="148851" y="67030"/>
                    </a:cubicBezTo>
                    <a:cubicBezTo>
                      <a:pt x="148851" y="29214"/>
                      <a:pt x="118312" y="96"/>
                      <a:pt x="79101" y="96"/>
                    </a:cubicBezTo>
                    <a:cubicBezTo>
                      <a:pt x="58365" y="96"/>
                      <a:pt x="38759" y="8416"/>
                      <a:pt x="24809" y="23542"/>
                    </a:cubicBezTo>
                    <a:cubicBezTo>
                      <a:pt x="12745" y="36399"/>
                      <a:pt x="7089" y="48500"/>
                      <a:pt x="680" y="75350"/>
                    </a:cubicBezTo>
                    <a:lnTo>
                      <a:pt x="8597" y="77240"/>
                    </a:lnTo>
                    <a:cubicBezTo>
                      <a:pt x="23678" y="40181"/>
                      <a:pt x="37251" y="28080"/>
                      <a:pt x="63266" y="28080"/>
                    </a:cubicBezTo>
                    <a:cubicBezTo>
                      <a:pt x="94936" y="28080"/>
                      <a:pt x="116427" y="49635"/>
                      <a:pt x="116427" y="81400"/>
                    </a:cubicBezTo>
                    <a:cubicBezTo>
                      <a:pt x="116427" y="110896"/>
                      <a:pt x="99084" y="146065"/>
                      <a:pt x="67413" y="179721"/>
                    </a:cubicBezTo>
                    <a:lnTo>
                      <a:pt x="303" y="251193"/>
                    </a:lnTo>
                    <a:lnTo>
                      <a:pt x="303" y="255731"/>
                    </a:lnTo>
                    <a:lnTo>
                      <a:pt x="147343" y="255731"/>
                    </a:lnTo>
                    <a:lnTo>
                      <a:pt x="168079" y="203923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3B5075FA-937A-81B0-3356-BEFD0A3C1A09}"/>
                  </a:ext>
                </a:extLst>
              </p:cNvPr>
              <p:cNvSpPr/>
              <p:nvPr>
                <p:custDataLst>
                  <p:tags r:id="rId167"/>
                </p:custDataLst>
              </p:nvPr>
            </p:nvSpPr>
            <p:spPr>
              <a:xfrm>
                <a:off x="13757917" y="5169263"/>
                <a:ext cx="106698" cy="255635"/>
              </a:xfrm>
              <a:custGeom>
                <a:avLst/>
                <a:gdLst>
                  <a:gd name="connsiteX0" fmla="*/ 68160 w 106698"/>
                  <a:gd name="connsiteY0" fmla="*/ 108 h 255635"/>
                  <a:gd name="connsiteX1" fmla="*/ 295 w 106698"/>
                  <a:gd name="connsiteY1" fmla="*/ 34520 h 255635"/>
                  <a:gd name="connsiteX2" fmla="*/ 295 w 106698"/>
                  <a:gd name="connsiteY2" fmla="*/ 39815 h 255635"/>
                  <a:gd name="connsiteX3" fmla="*/ 10475 w 106698"/>
                  <a:gd name="connsiteY3" fmla="*/ 35655 h 255635"/>
                  <a:gd name="connsiteX4" fmla="*/ 27441 w 106698"/>
                  <a:gd name="connsiteY4" fmla="*/ 31495 h 255635"/>
                  <a:gd name="connsiteX5" fmla="*/ 38752 w 106698"/>
                  <a:gd name="connsiteY5" fmla="*/ 49269 h 255635"/>
                  <a:gd name="connsiteX6" fmla="*/ 38752 w 106698"/>
                  <a:gd name="connsiteY6" fmla="*/ 220574 h 255635"/>
                  <a:gd name="connsiteX7" fmla="*/ 29703 w 106698"/>
                  <a:gd name="connsiteY7" fmla="*/ 245155 h 255635"/>
                  <a:gd name="connsiteX8" fmla="*/ 2935 w 106698"/>
                  <a:gd name="connsiteY8" fmla="*/ 250071 h 255635"/>
                  <a:gd name="connsiteX9" fmla="*/ 2935 w 106698"/>
                  <a:gd name="connsiteY9" fmla="*/ 255743 h 255635"/>
                  <a:gd name="connsiteX10" fmla="*/ 106994 w 106698"/>
                  <a:gd name="connsiteY10" fmla="*/ 255743 h 255635"/>
                  <a:gd name="connsiteX11" fmla="*/ 106994 w 106698"/>
                  <a:gd name="connsiteY11" fmla="*/ 250071 h 255635"/>
                  <a:gd name="connsiteX12" fmla="*/ 71176 w 106698"/>
                  <a:gd name="connsiteY12" fmla="*/ 227759 h 255635"/>
                  <a:gd name="connsiteX13" fmla="*/ 71176 w 106698"/>
                  <a:gd name="connsiteY13" fmla="*/ 864 h 255635"/>
                  <a:gd name="connsiteX14" fmla="*/ 68160 w 106698"/>
                  <a:gd name="connsiteY14" fmla="*/ 108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98" h="255635">
                    <a:moveTo>
                      <a:pt x="68160" y="108"/>
                    </a:moveTo>
                    <a:lnTo>
                      <a:pt x="295" y="34520"/>
                    </a:lnTo>
                    <a:lnTo>
                      <a:pt x="295" y="39815"/>
                    </a:lnTo>
                    <a:cubicBezTo>
                      <a:pt x="4820" y="37924"/>
                      <a:pt x="8967" y="36411"/>
                      <a:pt x="10475" y="35655"/>
                    </a:cubicBezTo>
                    <a:cubicBezTo>
                      <a:pt x="17261" y="33008"/>
                      <a:pt x="23671" y="31495"/>
                      <a:pt x="27441" y="31495"/>
                    </a:cubicBezTo>
                    <a:cubicBezTo>
                      <a:pt x="35359" y="31495"/>
                      <a:pt x="38752" y="37168"/>
                      <a:pt x="38752" y="49269"/>
                    </a:cubicBezTo>
                    <a:lnTo>
                      <a:pt x="38752" y="220574"/>
                    </a:lnTo>
                    <a:cubicBezTo>
                      <a:pt x="38752" y="233054"/>
                      <a:pt x="35736" y="241751"/>
                      <a:pt x="29703" y="245155"/>
                    </a:cubicBezTo>
                    <a:cubicBezTo>
                      <a:pt x="24048" y="248558"/>
                      <a:pt x="18770" y="249693"/>
                      <a:pt x="2935" y="250071"/>
                    </a:cubicBezTo>
                    <a:lnTo>
                      <a:pt x="2935" y="255743"/>
                    </a:lnTo>
                    <a:lnTo>
                      <a:pt x="106994" y="255743"/>
                    </a:lnTo>
                    <a:lnTo>
                      <a:pt x="106994" y="250071"/>
                    </a:lnTo>
                    <a:cubicBezTo>
                      <a:pt x="77209" y="249693"/>
                      <a:pt x="71176" y="245911"/>
                      <a:pt x="71176" y="227759"/>
                    </a:cubicBezTo>
                    <a:lnTo>
                      <a:pt x="71176" y="864"/>
                    </a:lnTo>
                    <a:lnTo>
                      <a:pt x="68160" y="108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FB04854B-3B70-4D38-FAFA-8F71C3586BBC}"/>
                  </a:ext>
                </a:extLst>
              </p:cNvPr>
              <p:cNvSpPr/>
              <p:nvPr>
                <p:custDataLst>
                  <p:tags r:id="rId168"/>
                </p:custDataLst>
              </p:nvPr>
            </p:nvSpPr>
            <p:spPr>
              <a:xfrm>
                <a:off x="13909811" y="5169263"/>
                <a:ext cx="173432" cy="255635"/>
              </a:xfrm>
              <a:custGeom>
                <a:avLst/>
                <a:gdLst>
                  <a:gd name="connsiteX0" fmla="*/ 173732 w 173432"/>
                  <a:gd name="connsiteY0" fmla="*/ 168389 h 255635"/>
                  <a:gd name="connsiteX1" fmla="*/ 135276 w 173432"/>
                  <a:gd name="connsiteY1" fmla="*/ 168389 h 255635"/>
                  <a:gd name="connsiteX2" fmla="*/ 135276 w 173432"/>
                  <a:gd name="connsiteY2" fmla="*/ 108 h 255635"/>
                  <a:gd name="connsiteX3" fmla="*/ 118687 w 173432"/>
                  <a:gd name="connsiteY3" fmla="*/ 108 h 255635"/>
                  <a:gd name="connsiteX4" fmla="*/ 300 w 173432"/>
                  <a:gd name="connsiteY4" fmla="*/ 168389 h 255635"/>
                  <a:gd name="connsiteX5" fmla="*/ 300 w 173432"/>
                  <a:gd name="connsiteY5" fmla="*/ 192591 h 255635"/>
                  <a:gd name="connsiteX6" fmla="*/ 106245 w 173432"/>
                  <a:gd name="connsiteY6" fmla="*/ 192591 h 255635"/>
                  <a:gd name="connsiteX7" fmla="*/ 106245 w 173432"/>
                  <a:gd name="connsiteY7" fmla="*/ 255743 h 255635"/>
                  <a:gd name="connsiteX8" fmla="*/ 135276 w 173432"/>
                  <a:gd name="connsiteY8" fmla="*/ 255743 h 255635"/>
                  <a:gd name="connsiteX9" fmla="*/ 135276 w 173432"/>
                  <a:gd name="connsiteY9" fmla="*/ 192591 h 255635"/>
                  <a:gd name="connsiteX10" fmla="*/ 173732 w 173432"/>
                  <a:gd name="connsiteY10" fmla="*/ 192591 h 255635"/>
                  <a:gd name="connsiteX11" fmla="*/ 173732 w 173432"/>
                  <a:gd name="connsiteY11" fmla="*/ 168389 h 255635"/>
                  <a:gd name="connsiteX12" fmla="*/ 105868 w 173432"/>
                  <a:gd name="connsiteY12" fmla="*/ 168389 h 255635"/>
                  <a:gd name="connsiteX13" fmla="*/ 15381 w 173432"/>
                  <a:gd name="connsiteY13" fmla="*/ 168389 h 255635"/>
                  <a:gd name="connsiteX14" fmla="*/ 105868 w 173432"/>
                  <a:gd name="connsiteY14" fmla="*/ 38680 h 255635"/>
                  <a:gd name="connsiteX15" fmla="*/ 105868 w 173432"/>
                  <a:gd name="connsiteY15" fmla="*/ 168389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3432" h="255635">
                    <a:moveTo>
                      <a:pt x="173732" y="168389"/>
                    </a:moveTo>
                    <a:lnTo>
                      <a:pt x="135276" y="168389"/>
                    </a:lnTo>
                    <a:lnTo>
                      <a:pt x="135276" y="108"/>
                    </a:lnTo>
                    <a:lnTo>
                      <a:pt x="118687" y="108"/>
                    </a:lnTo>
                    <a:lnTo>
                      <a:pt x="300" y="168389"/>
                    </a:lnTo>
                    <a:lnTo>
                      <a:pt x="300" y="192591"/>
                    </a:lnTo>
                    <a:lnTo>
                      <a:pt x="106245" y="192591"/>
                    </a:lnTo>
                    <a:lnTo>
                      <a:pt x="106245" y="255743"/>
                    </a:lnTo>
                    <a:lnTo>
                      <a:pt x="135276" y="255743"/>
                    </a:lnTo>
                    <a:lnTo>
                      <a:pt x="135276" y="192591"/>
                    </a:lnTo>
                    <a:lnTo>
                      <a:pt x="173732" y="192591"/>
                    </a:lnTo>
                    <a:lnTo>
                      <a:pt x="173732" y="168389"/>
                    </a:lnTo>
                    <a:close/>
                    <a:moveTo>
                      <a:pt x="105868" y="168389"/>
                    </a:moveTo>
                    <a:lnTo>
                      <a:pt x="15381" y="168389"/>
                    </a:lnTo>
                    <a:lnTo>
                      <a:pt x="105868" y="38680"/>
                    </a:lnTo>
                    <a:lnTo>
                      <a:pt x="105868" y="168389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8A08F822-6327-D3E3-10FD-C3EF6DC040C5}"/>
                  </a:ext>
                </a:extLst>
              </p:cNvPr>
              <p:cNvSpPr/>
              <p:nvPr>
                <p:custDataLst>
                  <p:tags r:id="rId169"/>
                </p:custDataLst>
              </p:nvPr>
            </p:nvSpPr>
            <p:spPr>
              <a:xfrm>
                <a:off x="14102048" y="5174557"/>
                <a:ext cx="161744" cy="253366"/>
              </a:xfrm>
              <a:custGeom>
                <a:avLst/>
                <a:gdLst>
                  <a:gd name="connsiteX0" fmla="*/ 162050 w 161744"/>
                  <a:gd name="connsiteY0" fmla="*/ 108 h 253366"/>
                  <a:gd name="connsiteX1" fmla="*/ 22550 w 161744"/>
                  <a:gd name="connsiteY1" fmla="*/ 108 h 253366"/>
                  <a:gd name="connsiteX2" fmla="*/ 305 w 161744"/>
                  <a:gd name="connsiteY2" fmla="*/ 55697 h 253366"/>
                  <a:gd name="connsiteX3" fmla="*/ 6715 w 161744"/>
                  <a:gd name="connsiteY3" fmla="*/ 58723 h 253366"/>
                  <a:gd name="connsiteX4" fmla="*/ 50450 w 161744"/>
                  <a:gd name="connsiteY4" fmla="*/ 28092 h 253366"/>
                  <a:gd name="connsiteX5" fmla="*/ 132265 w 161744"/>
                  <a:gd name="connsiteY5" fmla="*/ 28092 h 253366"/>
                  <a:gd name="connsiteX6" fmla="*/ 57613 w 161744"/>
                  <a:gd name="connsiteY6" fmla="*/ 253474 h 253366"/>
                  <a:gd name="connsiteX7" fmla="*/ 82120 w 161744"/>
                  <a:gd name="connsiteY7" fmla="*/ 253474 h 253366"/>
                  <a:gd name="connsiteX8" fmla="*/ 162050 w 161744"/>
                  <a:gd name="connsiteY8" fmla="*/ 6159 h 253366"/>
                  <a:gd name="connsiteX9" fmla="*/ 162050 w 161744"/>
                  <a:gd name="connsiteY9" fmla="*/ 108 h 253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1744" h="253366">
                    <a:moveTo>
                      <a:pt x="162050" y="108"/>
                    </a:moveTo>
                    <a:lnTo>
                      <a:pt x="22550" y="108"/>
                    </a:lnTo>
                    <a:lnTo>
                      <a:pt x="305" y="55697"/>
                    </a:lnTo>
                    <a:lnTo>
                      <a:pt x="6715" y="58723"/>
                    </a:lnTo>
                    <a:cubicBezTo>
                      <a:pt x="22927" y="33008"/>
                      <a:pt x="29713" y="28092"/>
                      <a:pt x="50450" y="28092"/>
                    </a:cubicBezTo>
                    <a:lnTo>
                      <a:pt x="132265" y="28092"/>
                    </a:lnTo>
                    <a:lnTo>
                      <a:pt x="57613" y="253474"/>
                    </a:lnTo>
                    <a:lnTo>
                      <a:pt x="82120" y="253474"/>
                    </a:lnTo>
                    <a:lnTo>
                      <a:pt x="162050" y="6159"/>
                    </a:lnTo>
                    <a:lnTo>
                      <a:pt x="162050" y="108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7B5F7AE-040B-C89F-14B2-7F54DC04EAA2}"/>
                  </a:ext>
                </a:extLst>
              </p:cNvPr>
              <p:cNvSpPr/>
              <p:nvPr>
                <p:custDataLst>
                  <p:tags r:id="rId170"/>
                </p:custDataLst>
              </p:nvPr>
            </p:nvSpPr>
            <p:spPr>
              <a:xfrm>
                <a:off x="14286366" y="3740016"/>
                <a:ext cx="125549" cy="680307"/>
              </a:xfrm>
              <a:custGeom>
                <a:avLst/>
                <a:gdLst>
                  <a:gd name="connsiteX0" fmla="*/ 99845 w 125549"/>
                  <a:gd name="connsiteY0" fmla="*/ 680371 h 680307"/>
                  <a:gd name="connsiteX1" fmla="*/ 125860 w 125549"/>
                  <a:gd name="connsiteY1" fmla="*/ 680371 h 680307"/>
                  <a:gd name="connsiteX2" fmla="*/ 125860 w 125549"/>
                  <a:gd name="connsiteY2" fmla="*/ 64 h 680307"/>
                  <a:gd name="connsiteX3" fmla="*/ 310 w 125549"/>
                  <a:gd name="connsiteY3" fmla="*/ 64 h 680307"/>
                  <a:gd name="connsiteX4" fmla="*/ 310 w 125549"/>
                  <a:gd name="connsiteY4" fmla="*/ 26157 h 680307"/>
                  <a:gd name="connsiteX5" fmla="*/ 99845 w 125549"/>
                  <a:gd name="connsiteY5" fmla="*/ 26157 h 680307"/>
                  <a:gd name="connsiteX6" fmla="*/ 99845 w 125549"/>
                  <a:gd name="connsiteY6" fmla="*/ 680371 h 68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49" h="680307">
                    <a:moveTo>
                      <a:pt x="99845" y="680371"/>
                    </a:moveTo>
                    <a:lnTo>
                      <a:pt x="125860" y="680371"/>
                    </a:lnTo>
                    <a:lnTo>
                      <a:pt x="125860" y="64"/>
                    </a:lnTo>
                    <a:lnTo>
                      <a:pt x="310" y="64"/>
                    </a:lnTo>
                    <a:lnTo>
                      <a:pt x="310" y="26157"/>
                    </a:lnTo>
                    <a:lnTo>
                      <a:pt x="99845" y="26157"/>
                    </a:lnTo>
                    <a:lnTo>
                      <a:pt x="99845" y="680371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4A566890-BFA5-A486-E507-75FF7BAE2183}"/>
                  </a:ext>
                </a:extLst>
              </p:cNvPr>
              <p:cNvSpPr/>
              <p:nvPr>
                <p:custDataLst>
                  <p:tags r:id="rId171"/>
                </p:custDataLst>
              </p:nvPr>
            </p:nvSpPr>
            <p:spPr>
              <a:xfrm>
                <a:off x="14385901" y="4422439"/>
                <a:ext cx="26014" cy="227651"/>
              </a:xfrm>
              <a:custGeom>
                <a:avLst/>
                <a:gdLst>
                  <a:gd name="connsiteX0" fmla="*/ 310 w 26014"/>
                  <a:gd name="connsiteY0" fmla="*/ 227733 h 227651"/>
                  <a:gd name="connsiteX1" fmla="*/ 26325 w 26014"/>
                  <a:gd name="connsiteY1" fmla="*/ 227733 h 227651"/>
                  <a:gd name="connsiteX2" fmla="*/ 26325 w 26014"/>
                  <a:gd name="connsiteY2" fmla="*/ 82 h 227651"/>
                  <a:gd name="connsiteX3" fmla="*/ 310 w 26014"/>
                  <a:gd name="connsiteY3" fmla="*/ 82 h 227651"/>
                  <a:gd name="connsiteX4" fmla="*/ 310 w 26014"/>
                  <a:gd name="connsiteY4" fmla="*/ 227733 h 22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14" h="227651">
                    <a:moveTo>
                      <a:pt x="310" y="227733"/>
                    </a:moveTo>
                    <a:lnTo>
                      <a:pt x="26325" y="227733"/>
                    </a:lnTo>
                    <a:lnTo>
                      <a:pt x="26325" y="82"/>
                    </a:lnTo>
                    <a:lnTo>
                      <a:pt x="310" y="82"/>
                    </a:lnTo>
                    <a:lnTo>
                      <a:pt x="310" y="227733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7700AFF8-9385-DA36-FA4D-B247D3DD44F9}"/>
                  </a:ext>
                </a:extLst>
              </p:cNvPr>
              <p:cNvSpPr/>
              <p:nvPr>
                <p:custDataLst>
                  <p:tags r:id="rId172"/>
                </p:custDataLst>
              </p:nvPr>
            </p:nvSpPr>
            <p:spPr>
              <a:xfrm>
                <a:off x="14385901" y="4650185"/>
                <a:ext cx="26014" cy="227651"/>
              </a:xfrm>
              <a:custGeom>
                <a:avLst/>
                <a:gdLst>
                  <a:gd name="connsiteX0" fmla="*/ 310 w 26014"/>
                  <a:gd name="connsiteY0" fmla="*/ 227739 h 227651"/>
                  <a:gd name="connsiteX1" fmla="*/ 26325 w 26014"/>
                  <a:gd name="connsiteY1" fmla="*/ 227739 h 227651"/>
                  <a:gd name="connsiteX2" fmla="*/ 26325 w 26014"/>
                  <a:gd name="connsiteY2" fmla="*/ 88 h 227651"/>
                  <a:gd name="connsiteX3" fmla="*/ 310 w 26014"/>
                  <a:gd name="connsiteY3" fmla="*/ 88 h 227651"/>
                  <a:gd name="connsiteX4" fmla="*/ 310 w 26014"/>
                  <a:gd name="connsiteY4" fmla="*/ 227739 h 22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14" h="227651">
                    <a:moveTo>
                      <a:pt x="310" y="227739"/>
                    </a:moveTo>
                    <a:lnTo>
                      <a:pt x="26325" y="227739"/>
                    </a:lnTo>
                    <a:lnTo>
                      <a:pt x="26325" y="88"/>
                    </a:lnTo>
                    <a:lnTo>
                      <a:pt x="310" y="88"/>
                    </a:lnTo>
                    <a:lnTo>
                      <a:pt x="310" y="227739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5455D43A-966E-9C67-5C80-5349FBE3505A}"/>
                  </a:ext>
                </a:extLst>
              </p:cNvPr>
              <p:cNvSpPr/>
              <p:nvPr>
                <p:custDataLst>
                  <p:tags r:id="rId173"/>
                </p:custDataLst>
              </p:nvPr>
            </p:nvSpPr>
            <p:spPr>
              <a:xfrm>
                <a:off x="14286366" y="4877982"/>
                <a:ext cx="125549" cy="680307"/>
              </a:xfrm>
              <a:custGeom>
                <a:avLst/>
                <a:gdLst>
                  <a:gd name="connsiteX0" fmla="*/ 99845 w 125549"/>
                  <a:gd name="connsiteY0" fmla="*/ 654308 h 680307"/>
                  <a:gd name="connsiteX1" fmla="*/ 310 w 125549"/>
                  <a:gd name="connsiteY1" fmla="*/ 654308 h 680307"/>
                  <a:gd name="connsiteX2" fmla="*/ 310 w 125549"/>
                  <a:gd name="connsiteY2" fmla="*/ 680401 h 680307"/>
                  <a:gd name="connsiteX3" fmla="*/ 125860 w 125549"/>
                  <a:gd name="connsiteY3" fmla="*/ 680401 h 680307"/>
                  <a:gd name="connsiteX4" fmla="*/ 125860 w 125549"/>
                  <a:gd name="connsiteY4" fmla="*/ 94 h 680307"/>
                  <a:gd name="connsiteX5" fmla="*/ 99845 w 125549"/>
                  <a:gd name="connsiteY5" fmla="*/ 94 h 680307"/>
                  <a:gd name="connsiteX6" fmla="*/ 99845 w 125549"/>
                  <a:gd name="connsiteY6" fmla="*/ 654308 h 68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49" h="680307">
                    <a:moveTo>
                      <a:pt x="99845" y="654308"/>
                    </a:moveTo>
                    <a:lnTo>
                      <a:pt x="310" y="654308"/>
                    </a:lnTo>
                    <a:lnTo>
                      <a:pt x="310" y="680401"/>
                    </a:lnTo>
                    <a:lnTo>
                      <a:pt x="125860" y="680401"/>
                    </a:lnTo>
                    <a:lnTo>
                      <a:pt x="125860" y="94"/>
                    </a:lnTo>
                    <a:lnTo>
                      <a:pt x="99845" y="94"/>
                    </a:lnTo>
                    <a:lnTo>
                      <a:pt x="99845" y="654308"/>
                    </a:lnTo>
                    <a:close/>
                  </a:path>
                </a:pathLst>
              </a:custGeom>
              <a:solidFill>
                <a:srgbClr val="FFC000"/>
              </a:solidFill>
              <a:ln w="3819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2372" name="Group 2371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u = \begin{bmatrix}&#10;2 \\ -1\\ 1 \\ 1&#10;\end{bmatrix}&#10;$$&#10;}&#10;\end{document}" title="IguanaTex Shape Display">
              <a:extLst>
                <a:ext uri="{FF2B5EF4-FFF2-40B4-BE49-F238E27FC236}">
                  <a16:creationId xmlns:a16="http://schemas.microsoft.com/office/drawing/2014/main" id="{347DD7FE-C1A5-83CE-A2D8-068CB81FD621}"/>
                </a:ext>
              </a:extLst>
            </p:cNvPr>
            <p:cNvGrpSpPr>
              <a:grpSpLocks noChangeAspect="1"/>
            </p:cNvGrpSpPr>
            <p:nvPr>
              <p:custDataLst>
                <p:tags r:id="rId111"/>
              </p:custDataLst>
            </p:nvPr>
          </p:nvGrpSpPr>
          <p:grpSpPr>
            <a:xfrm>
              <a:off x="10166485" y="1209957"/>
              <a:ext cx="1494870" cy="1818273"/>
              <a:chOff x="10588031" y="4969726"/>
              <a:chExt cx="1494870" cy="1818273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A41B1246-7B13-984D-3AF5-5524C72EDADA}"/>
                  </a:ext>
                </a:extLst>
              </p:cNvPr>
              <p:cNvSpPr/>
              <p:nvPr>
                <p:custDataLst>
                  <p:tags r:id="rId112"/>
                </p:custDataLst>
              </p:nvPr>
            </p:nvSpPr>
            <p:spPr>
              <a:xfrm>
                <a:off x="10588031" y="5808400"/>
                <a:ext cx="162790" cy="170927"/>
              </a:xfrm>
              <a:custGeom>
                <a:avLst/>
                <a:gdLst>
                  <a:gd name="connsiteX0" fmla="*/ 157739 w 162790"/>
                  <a:gd name="connsiteY0" fmla="*/ 122614 h 170927"/>
                  <a:gd name="connsiteX1" fmla="*/ 126535 w 162790"/>
                  <a:gd name="connsiteY1" fmla="*/ 152488 h 170927"/>
                  <a:gd name="connsiteX2" fmla="*/ 122399 w 162790"/>
                  <a:gd name="connsiteY2" fmla="*/ 146059 h 170927"/>
                  <a:gd name="connsiteX3" fmla="*/ 129542 w 162790"/>
                  <a:gd name="connsiteY3" fmla="*/ 116563 h 170927"/>
                  <a:gd name="connsiteX4" fmla="*/ 159243 w 162790"/>
                  <a:gd name="connsiteY4" fmla="*/ 3494 h 170927"/>
                  <a:gd name="connsiteX5" fmla="*/ 131422 w 162790"/>
                  <a:gd name="connsiteY5" fmla="*/ 3494 h 170927"/>
                  <a:gd name="connsiteX6" fmla="*/ 90066 w 162790"/>
                  <a:gd name="connsiteY6" fmla="*/ 95764 h 170927"/>
                  <a:gd name="connsiteX7" fmla="*/ 37056 w 162790"/>
                  <a:gd name="connsiteY7" fmla="*/ 150975 h 170927"/>
                  <a:gd name="connsiteX8" fmla="*/ 29161 w 162790"/>
                  <a:gd name="connsiteY8" fmla="*/ 141521 h 170927"/>
                  <a:gd name="connsiteX9" fmla="*/ 29537 w 162790"/>
                  <a:gd name="connsiteY9" fmla="*/ 138118 h 170927"/>
                  <a:gd name="connsiteX10" fmla="*/ 63749 w 162790"/>
                  <a:gd name="connsiteY10" fmla="*/ 846 h 170927"/>
                  <a:gd name="connsiteX11" fmla="*/ 62621 w 162790"/>
                  <a:gd name="connsiteY11" fmla="*/ 90 h 170927"/>
                  <a:gd name="connsiteX12" fmla="*/ 6227 w 162790"/>
                  <a:gd name="connsiteY12" fmla="*/ 10300 h 170927"/>
                  <a:gd name="connsiteX13" fmla="*/ 6227 w 162790"/>
                  <a:gd name="connsiteY13" fmla="*/ 15595 h 170927"/>
                  <a:gd name="connsiteX14" fmla="*/ 24649 w 162790"/>
                  <a:gd name="connsiteY14" fmla="*/ 17864 h 170927"/>
                  <a:gd name="connsiteX15" fmla="*/ 28785 w 162790"/>
                  <a:gd name="connsiteY15" fmla="*/ 24670 h 170927"/>
                  <a:gd name="connsiteX16" fmla="*/ 23522 w 162790"/>
                  <a:gd name="connsiteY16" fmla="*/ 50007 h 170927"/>
                  <a:gd name="connsiteX17" fmla="*/ 9611 w 162790"/>
                  <a:gd name="connsiteY17" fmla="*/ 103706 h 170927"/>
                  <a:gd name="connsiteX18" fmla="*/ 212 w 162790"/>
                  <a:gd name="connsiteY18" fmla="*/ 150219 h 170927"/>
                  <a:gd name="connsiteX19" fmla="*/ 20138 w 162790"/>
                  <a:gd name="connsiteY19" fmla="*/ 171018 h 170927"/>
                  <a:gd name="connsiteX20" fmla="*/ 109992 w 162790"/>
                  <a:gd name="connsiteY20" fmla="*/ 77613 h 170927"/>
                  <a:gd name="connsiteX21" fmla="*/ 93074 w 162790"/>
                  <a:gd name="connsiteY21" fmla="*/ 152110 h 170927"/>
                  <a:gd name="connsiteX22" fmla="*/ 111120 w 162790"/>
                  <a:gd name="connsiteY22" fmla="*/ 170261 h 170927"/>
                  <a:gd name="connsiteX23" fmla="*/ 163003 w 162790"/>
                  <a:gd name="connsiteY23" fmla="*/ 126017 h 170927"/>
                  <a:gd name="connsiteX24" fmla="*/ 157739 w 162790"/>
                  <a:gd name="connsiteY24" fmla="*/ 122614 h 170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2790" h="170927">
                    <a:moveTo>
                      <a:pt x="157739" y="122614"/>
                    </a:moveTo>
                    <a:cubicBezTo>
                      <a:pt x="138189" y="147194"/>
                      <a:pt x="132550" y="152488"/>
                      <a:pt x="126535" y="152488"/>
                    </a:cubicBezTo>
                    <a:cubicBezTo>
                      <a:pt x="123903" y="152488"/>
                      <a:pt x="122399" y="150219"/>
                      <a:pt x="122399" y="146059"/>
                    </a:cubicBezTo>
                    <a:cubicBezTo>
                      <a:pt x="122399" y="143790"/>
                      <a:pt x="122399" y="143790"/>
                      <a:pt x="129542" y="116563"/>
                    </a:cubicBezTo>
                    <a:lnTo>
                      <a:pt x="159243" y="3494"/>
                    </a:lnTo>
                    <a:lnTo>
                      <a:pt x="131422" y="3494"/>
                    </a:lnTo>
                    <a:cubicBezTo>
                      <a:pt x="109992" y="62108"/>
                      <a:pt x="107361" y="68159"/>
                      <a:pt x="90066" y="95764"/>
                    </a:cubicBezTo>
                    <a:cubicBezTo>
                      <a:pt x="67509" y="131689"/>
                      <a:pt x="49087" y="150975"/>
                      <a:pt x="37056" y="150975"/>
                    </a:cubicBezTo>
                    <a:cubicBezTo>
                      <a:pt x="32545" y="150975"/>
                      <a:pt x="29161" y="147194"/>
                      <a:pt x="29161" y="141521"/>
                    </a:cubicBezTo>
                    <a:cubicBezTo>
                      <a:pt x="29161" y="140009"/>
                      <a:pt x="29161" y="139252"/>
                      <a:pt x="29537" y="138118"/>
                    </a:cubicBezTo>
                    <a:lnTo>
                      <a:pt x="63749" y="846"/>
                    </a:lnTo>
                    <a:lnTo>
                      <a:pt x="62621" y="90"/>
                    </a:lnTo>
                    <a:cubicBezTo>
                      <a:pt x="41192" y="5006"/>
                      <a:pt x="27657" y="7653"/>
                      <a:pt x="6227" y="10300"/>
                    </a:cubicBezTo>
                    <a:lnTo>
                      <a:pt x="6227" y="15595"/>
                    </a:lnTo>
                    <a:cubicBezTo>
                      <a:pt x="20514" y="15595"/>
                      <a:pt x="21266" y="15973"/>
                      <a:pt x="24649" y="17864"/>
                    </a:cubicBezTo>
                    <a:cubicBezTo>
                      <a:pt x="26905" y="18620"/>
                      <a:pt x="28785" y="22023"/>
                      <a:pt x="28785" y="24670"/>
                    </a:cubicBezTo>
                    <a:cubicBezTo>
                      <a:pt x="28785" y="27696"/>
                      <a:pt x="26905" y="37150"/>
                      <a:pt x="23522" y="50007"/>
                    </a:cubicBezTo>
                    <a:lnTo>
                      <a:pt x="9611" y="103706"/>
                    </a:lnTo>
                    <a:cubicBezTo>
                      <a:pt x="2844" y="130555"/>
                      <a:pt x="212" y="143412"/>
                      <a:pt x="212" y="150219"/>
                    </a:cubicBezTo>
                    <a:cubicBezTo>
                      <a:pt x="212" y="163833"/>
                      <a:pt x="6979" y="171018"/>
                      <a:pt x="20138" y="171018"/>
                    </a:cubicBezTo>
                    <a:cubicBezTo>
                      <a:pt x="46831" y="171018"/>
                      <a:pt x="66757" y="150597"/>
                      <a:pt x="109992" y="77613"/>
                    </a:cubicBezTo>
                    <a:cubicBezTo>
                      <a:pt x="99089" y="118076"/>
                      <a:pt x="93074" y="144169"/>
                      <a:pt x="93074" y="152110"/>
                    </a:cubicBezTo>
                    <a:cubicBezTo>
                      <a:pt x="93074" y="163455"/>
                      <a:pt x="99841" y="170261"/>
                      <a:pt x="111120" y="170261"/>
                    </a:cubicBezTo>
                    <a:cubicBezTo>
                      <a:pt x="128790" y="170261"/>
                      <a:pt x="137437" y="162698"/>
                      <a:pt x="163003" y="126017"/>
                    </a:cubicBezTo>
                    <a:lnTo>
                      <a:pt x="157739" y="122614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FB49B1F2-6C0C-58F3-7CA2-CE2593044DE2}"/>
                  </a:ext>
                </a:extLst>
              </p:cNvPr>
              <p:cNvSpPr/>
              <p:nvPr>
                <p:custDataLst>
                  <p:tags r:id="rId113"/>
                </p:custDataLst>
              </p:nvPr>
            </p:nvSpPr>
            <p:spPr>
              <a:xfrm>
                <a:off x="10865837" y="5836383"/>
                <a:ext cx="250013" cy="88489"/>
              </a:xfrm>
              <a:custGeom>
                <a:avLst/>
                <a:gdLst>
                  <a:gd name="connsiteX0" fmla="*/ 237450 w 250013"/>
                  <a:gd name="connsiteY0" fmla="*/ 15217 h 88489"/>
                  <a:gd name="connsiteX1" fmla="*/ 250233 w 250013"/>
                  <a:gd name="connsiteY1" fmla="*/ 7653 h 88489"/>
                  <a:gd name="connsiteX2" fmla="*/ 237826 w 250013"/>
                  <a:gd name="connsiteY2" fmla="*/ 90 h 88489"/>
                  <a:gd name="connsiteX3" fmla="*/ 12626 w 250013"/>
                  <a:gd name="connsiteY3" fmla="*/ 90 h 88489"/>
                  <a:gd name="connsiteX4" fmla="*/ 219 w 250013"/>
                  <a:gd name="connsiteY4" fmla="*/ 7653 h 88489"/>
                  <a:gd name="connsiteX5" fmla="*/ 13002 w 250013"/>
                  <a:gd name="connsiteY5" fmla="*/ 15217 h 88489"/>
                  <a:gd name="connsiteX6" fmla="*/ 237450 w 250013"/>
                  <a:gd name="connsiteY6" fmla="*/ 15217 h 88489"/>
                  <a:gd name="connsiteX7" fmla="*/ 237826 w 250013"/>
                  <a:gd name="connsiteY7" fmla="*/ 88579 h 88489"/>
                  <a:gd name="connsiteX8" fmla="*/ 250233 w 250013"/>
                  <a:gd name="connsiteY8" fmla="*/ 81016 h 88489"/>
                  <a:gd name="connsiteX9" fmla="*/ 237450 w 250013"/>
                  <a:gd name="connsiteY9" fmla="*/ 73453 h 88489"/>
                  <a:gd name="connsiteX10" fmla="*/ 13002 w 250013"/>
                  <a:gd name="connsiteY10" fmla="*/ 73453 h 88489"/>
                  <a:gd name="connsiteX11" fmla="*/ 219 w 250013"/>
                  <a:gd name="connsiteY11" fmla="*/ 81016 h 88489"/>
                  <a:gd name="connsiteX12" fmla="*/ 12626 w 250013"/>
                  <a:gd name="connsiteY12" fmla="*/ 88579 h 88489"/>
                  <a:gd name="connsiteX13" fmla="*/ 237826 w 250013"/>
                  <a:gd name="connsiteY13" fmla="*/ 88579 h 88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0013" h="88489">
                    <a:moveTo>
                      <a:pt x="237450" y="15217"/>
                    </a:moveTo>
                    <a:cubicBezTo>
                      <a:pt x="243089" y="15217"/>
                      <a:pt x="250233" y="15217"/>
                      <a:pt x="250233" y="7653"/>
                    </a:cubicBezTo>
                    <a:cubicBezTo>
                      <a:pt x="250233" y="90"/>
                      <a:pt x="243089" y="90"/>
                      <a:pt x="237826" y="90"/>
                    </a:cubicBezTo>
                    <a:lnTo>
                      <a:pt x="12626" y="90"/>
                    </a:lnTo>
                    <a:cubicBezTo>
                      <a:pt x="7362" y="90"/>
                      <a:pt x="219" y="90"/>
                      <a:pt x="219" y="7653"/>
                    </a:cubicBezTo>
                    <a:cubicBezTo>
                      <a:pt x="219" y="15216"/>
                      <a:pt x="7362" y="15217"/>
                      <a:pt x="13002" y="15217"/>
                    </a:cubicBezTo>
                    <a:lnTo>
                      <a:pt x="237450" y="15217"/>
                    </a:lnTo>
                    <a:close/>
                    <a:moveTo>
                      <a:pt x="237826" y="88579"/>
                    </a:moveTo>
                    <a:cubicBezTo>
                      <a:pt x="243089" y="88579"/>
                      <a:pt x="250233" y="88579"/>
                      <a:pt x="250233" y="81016"/>
                    </a:cubicBezTo>
                    <a:cubicBezTo>
                      <a:pt x="250233" y="73453"/>
                      <a:pt x="243089" y="73453"/>
                      <a:pt x="237450" y="73453"/>
                    </a:cubicBezTo>
                    <a:lnTo>
                      <a:pt x="13002" y="73453"/>
                    </a:lnTo>
                    <a:cubicBezTo>
                      <a:pt x="7362" y="73453"/>
                      <a:pt x="219" y="73453"/>
                      <a:pt x="219" y="81016"/>
                    </a:cubicBezTo>
                    <a:cubicBezTo>
                      <a:pt x="219" y="88579"/>
                      <a:pt x="7362" y="88579"/>
                      <a:pt x="12626" y="88579"/>
                    </a:cubicBezTo>
                    <a:lnTo>
                      <a:pt x="237826" y="88579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333C63EE-86AB-1335-BAD3-A4D66CB1CB53}"/>
                  </a:ext>
                </a:extLst>
              </p:cNvPr>
              <p:cNvSpPr/>
              <p:nvPr>
                <p:custDataLst>
                  <p:tags r:id="rId114"/>
                </p:custDataLst>
              </p:nvPr>
            </p:nvSpPr>
            <p:spPr>
              <a:xfrm>
                <a:off x="11344417" y="4969726"/>
                <a:ext cx="125194" cy="680307"/>
              </a:xfrm>
              <a:custGeom>
                <a:avLst/>
                <a:gdLst>
                  <a:gd name="connsiteX0" fmla="*/ 229 w 125194"/>
                  <a:gd name="connsiteY0" fmla="*/ 680371 h 680307"/>
                  <a:gd name="connsiteX1" fmla="*/ 26170 w 125194"/>
                  <a:gd name="connsiteY1" fmla="*/ 680371 h 680307"/>
                  <a:gd name="connsiteX2" fmla="*/ 26170 w 125194"/>
                  <a:gd name="connsiteY2" fmla="*/ 26157 h 680307"/>
                  <a:gd name="connsiteX3" fmla="*/ 125424 w 125194"/>
                  <a:gd name="connsiteY3" fmla="*/ 26157 h 680307"/>
                  <a:gd name="connsiteX4" fmla="*/ 125424 w 125194"/>
                  <a:gd name="connsiteY4" fmla="*/ 64 h 680307"/>
                  <a:gd name="connsiteX5" fmla="*/ 229 w 125194"/>
                  <a:gd name="connsiteY5" fmla="*/ 64 h 680307"/>
                  <a:gd name="connsiteX6" fmla="*/ 229 w 125194"/>
                  <a:gd name="connsiteY6" fmla="*/ 680371 h 68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194" h="680307">
                    <a:moveTo>
                      <a:pt x="229" y="680371"/>
                    </a:moveTo>
                    <a:lnTo>
                      <a:pt x="26170" y="680371"/>
                    </a:lnTo>
                    <a:lnTo>
                      <a:pt x="26170" y="26157"/>
                    </a:lnTo>
                    <a:lnTo>
                      <a:pt x="125424" y="26157"/>
                    </a:lnTo>
                    <a:lnTo>
                      <a:pt x="125424" y="64"/>
                    </a:lnTo>
                    <a:lnTo>
                      <a:pt x="229" y="64"/>
                    </a:lnTo>
                    <a:lnTo>
                      <a:pt x="229" y="680371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420E7AE0-8964-A7DD-54FB-5A419E97B820}"/>
                  </a:ext>
                </a:extLst>
              </p:cNvPr>
              <p:cNvSpPr/>
              <p:nvPr>
                <p:custDataLst>
                  <p:tags r:id="rId115"/>
                </p:custDataLst>
              </p:nvPr>
            </p:nvSpPr>
            <p:spPr>
              <a:xfrm>
                <a:off x="11344417" y="5652149"/>
                <a:ext cx="25941" cy="227651"/>
              </a:xfrm>
              <a:custGeom>
                <a:avLst/>
                <a:gdLst>
                  <a:gd name="connsiteX0" fmla="*/ 229 w 25941"/>
                  <a:gd name="connsiteY0" fmla="*/ 227733 h 227651"/>
                  <a:gd name="connsiteX1" fmla="*/ 26170 w 25941"/>
                  <a:gd name="connsiteY1" fmla="*/ 227733 h 227651"/>
                  <a:gd name="connsiteX2" fmla="*/ 26170 w 25941"/>
                  <a:gd name="connsiteY2" fmla="*/ 82 h 227651"/>
                  <a:gd name="connsiteX3" fmla="*/ 229 w 25941"/>
                  <a:gd name="connsiteY3" fmla="*/ 82 h 227651"/>
                  <a:gd name="connsiteX4" fmla="*/ 229 w 25941"/>
                  <a:gd name="connsiteY4" fmla="*/ 227733 h 22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941" h="227651">
                    <a:moveTo>
                      <a:pt x="229" y="227733"/>
                    </a:moveTo>
                    <a:lnTo>
                      <a:pt x="26170" y="227733"/>
                    </a:lnTo>
                    <a:lnTo>
                      <a:pt x="26170" y="82"/>
                    </a:lnTo>
                    <a:lnTo>
                      <a:pt x="229" y="82"/>
                    </a:lnTo>
                    <a:lnTo>
                      <a:pt x="229" y="227733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A319AA36-F087-3897-CED6-A529AA9ADC12}"/>
                  </a:ext>
                </a:extLst>
              </p:cNvPr>
              <p:cNvSpPr/>
              <p:nvPr>
                <p:custDataLst>
                  <p:tags r:id="rId116"/>
                </p:custDataLst>
              </p:nvPr>
            </p:nvSpPr>
            <p:spPr>
              <a:xfrm>
                <a:off x="11344417" y="5879895"/>
                <a:ext cx="25941" cy="227651"/>
              </a:xfrm>
              <a:custGeom>
                <a:avLst/>
                <a:gdLst>
                  <a:gd name="connsiteX0" fmla="*/ 229 w 25941"/>
                  <a:gd name="connsiteY0" fmla="*/ 227739 h 227651"/>
                  <a:gd name="connsiteX1" fmla="*/ 26170 w 25941"/>
                  <a:gd name="connsiteY1" fmla="*/ 227739 h 227651"/>
                  <a:gd name="connsiteX2" fmla="*/ 26170 w 25941"/>
                  <a:gd name="connsiteY2" fmla="*/ 88 h 227651"/>
                  <a:gd name="connsiteX3" fmla="*/ 229 w 25941"/>
                  <a:gd name="connsiteY3" fmla="*/ 88 h 227651"/>
                  <a:gd name="connsiteX4" fmla="*/ 229 w 25941"/>
                  <a:gd name="connsiteY4" fmla="*/ 227739 h 22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941" h="227651">
                    <a:moveTo>
                      <a:pt x="229" y="227739"/>
                    </a:moveTo>
                    <a:lnTo>
                      <a:pt x="26170" y="227739"/>
                    </a:lnTo>
                    <a:lnTo>
                      <a:pt x="26170" y="88"/>
                    </a:lnTo>
                    <a:lnTo>
                      <a:pt x="229" y="88"/>
                    </a:lnTo>
                    <a:lnTo>
                      <a:pt x="229" y="227739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66B1FD35-8326-89AC-43DA-43554D7D454B}"/>
                  </a:ext>
                </a:extLst>
              </p:cNvPr>
              <p:cNvSpPr/>
              <p:nvPr>
                <p:custDataLst>
                  <p:tags r:id="rId117"/>
                </p:custDataLst>
              </p:nvPr>
            </p:nvSpPr>
            <p:spPr>
              <a:xfrm>
                <a:off x="11344417" y="6107692"/>
                <a:ext cx="125194" cy="680307"/>
              </a:xfrm>
              <a:custGeom>
                <a:avLst/>
                <a:gdLst>
                  <a:gd name="connsiteX0" fmla="*/ 229 w 125194"/>
                  <a:gd name="connsiteY0" fmla="*/ 680401 h 680307"/>
                  <a:gd name="connsiteX1" fmla="*/ 125424 w 125194"/>
                  <a:gd name="connsiteY1" fmla="*/ 680401 h 680307"/>
                  <a:gd name="connsiteX2" fmla="*/ 125424 w 125194"/>
                  <a:gd name="connsiteY2" fmla="*/ 654308 h 680307"/>
                  <a:gd name="connsiteX3" fmla="*/ 26170 w 125194"/>
                  <a:gd name="connsiteY3" fmla="*/ 654308 h 680307"/>
                  <a:gd name="connsiteX4" fmla="*/ 26170 w 125194"/>
                  <a:gd name="connsiteY4" fmla="*/ 94 h 680307"/>
                  <a:gd name="connsiteX5" fmla="*/ 229 w 125194"/>
                  <a:gd name="connsiteY5" fmla="*/ 94 h 680307"/>
                  <a:gd name="connsiteX6" fmla="*/ 229 w 125194"/>
                  <a:gd name="connsiteY6" fmla="*/ 680401 h 68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194" h="680307">
                    <a:moveTo>
                      <a:pt x="229" y="680401"/>
                    </a:moveTo>
                    <a:lnTo>
                      <a:pt x="125424" y="680401"/>
                    </a:lnTo>
                    <a:lnTo>
                      <a:pt x="125424" y="654308"/>
                    </a:lnTo>
                    <a:lnTo>
                      <a:pt x="26170" y="654308"/>
                    </a:lnTo>
                    <a:lnTo>
                      <a:pt x="26170" y="94"/>
                    </a:lnTo>
                    <a:lnTo>
                      <a:pt x="229" y="94"/>
                    </a:lnTo>
                    <a:lnTo>
                      <a:pt x="229" y="680401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C1F62D6F-496D-4B34-96D4-B3A24BBDB42C}"/>
                  </a:ext>
                </a:extLst>
              </p:cNvPr>
              <p:cNvSpPr/>
              <p:nvPr>
                <p:custDataLst>
                  <p:tags r:id="rId118"/>
                </p:custDataLst>
              </p:nvPr>
            </p:nvSpPr>
            <p:spPr>
              <a:xfrm>
                <a:off x="11631063" y="5032497"/>
                <a:ext cx="167302" cy="255635"/>
              </a:xfrm>
              <a:custGeom>
                <a:avLst/>
                <a:gdLst>
                  <a:gd name="connsiteX0" fmla="*/ 167542 w 167302"/>
                  <a:gd name="connsiteY0" fmla="*/ 203900 h 255635"/>
                  <a:gd name="connsiteX1" fmla="*/ 162654 w 167302"/>
                  <a:gd name="connsiteY1" fmla="*/ 202009 h 255635"/>
                  <a:gd name="connsiteX2" fmla="*/ 126938 w 167302"/>
                  <a:gd name="connsiteY2" fmla="*/ 226967 h 255635"/>
                  <a:gd name="connsiteX3" fmla="*/ 37084 w 167302"/>
                  <a:gd name="connsiteY3" fmla="*/ 226967 h 255635"/>
                  <a:gd name="connsiteX4" fmla="*/ 100245 w 167302"/>
                  <a:gd name="connsiteY4" fmla="*/ 160411 h 255635"/>
                  <a:gd name="connsiteX5" fmla="*/ 148368 w 167302"/>
                  <a:gd name="connsiteY5" fmla="*/ 67006 h 255635"/>
                  <a:gd name="connsiteX6" fmla="*/ 78815 w 167302"/>
                  <a:gd name="connsiteY6" fmla="*/ 72 h 255635"/>
                  <a:gd name="connsiteX7" fmla="*/ 24677 w 167302"/>
                  <a:gd name="connsiteY7" fmla="*/ 23518 h 255635"/>
                  <a:gd name="connsiteX8" fmla="*/ 616 w 167302"/>
                  <a:gd name="connsiteY8" fmla="*/ 75326 h 255635"/>
                  <a:gd name="connsiteX9" fmla="*/ 8511 w 167302"/>
                  <a:gd name="connsiteY9" fmla="*/ 77216 h 255635"/>
                  <a:gd name="connsiteX10" fmla="*/ 63025 w 167302"/>
                  <a:gd name="connsiteY10" fmla="*/ 28056 h 255635"/>
                  <a:gd name="connsiteX11" fmla="*/ 116035 w 167302"/>
                  <a:gd name="connsiteY11" fmla="*/ 81376 h 255635"/>
                  <a:gd name="connsiteX12" fmla="*/ 67161 w 167302"/>
                  <a:gd name="connsiteY12" fmla="*/ 179697 h 255635"/>
                  <a:gd name="connsiteX13" fmla="*/ 240 w 167302"/>
                  <a:gd name="connsiteY13" fmla="*/ 251169 h 255635"/>
                  <a:gd name="connsiteX14" fmla="*/ 240 w 167302"/>
                  <a:gd name="connsiteY14" fmla="*/ 255707 h 255635"/>
                  <a:gd name="connsiteX15" fmla="*/ 146864 w 167302"/>
                  <a:gd name="connsiteY15" fmla="*/ 255707 h 255635"/>
                  <a:gd name="connsiteX16" fmla="*/ 167542 w 167302"/>
                  <a:gd name="connsiteY16" fmla="*/ 203900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7302" h="255635">
                    <a:moveTo>
                      <a:pt x="167542" y="203900"/>
                    </a:moveTo>
                    <a:lnTo>
                      <a:pt x="162654" y="202009"/>
                    </a:lnTo>
                    <a:cubicBezTo>
                      <a:pt x="148744" y="223564"/>
                      <a:pt x="143856" y="226967"/>
                      <a:pt x="126938" y="226967"/>
                    </a:cubicBezTo>
                    <a:lnTo>
                      <a:pt x="37084" y="226967"/>
                    </a:lnTo>
                    <a:lnTo>
                      <a:pt x="100245" y="160411"/>
                    </a:lnTo>
                    <a:cubicBezTo>
                      <a:pt x="133705" y="125243"/>
                      <a:pt x="148368" y="96503"/>
                      <a:pt x="148368" y="67006"/>
                    </a:cubicBezTo>
                    <a:cubicBezTo>
                      <a:pt x="148368" y="29190"/>
                      <a:pt x="117915" y="72"/>
                      <a:pt x="78815" y="72"/>
                    </a:cubicBezTo>
                    <a:cubicBezTo>
                      <a:pt x="58138" y="72"/>
                      <a:pt x="38588" y="8392"/>
                      <a:pt x="24677" y="23518"/>
                    </a:cubicBezTo>
                    <a:cubicBezTo>
                      <a:pt x="12646" y="36375"/>
                      <a:pt x="7007" y="48476"/>
                      <a:pt x="616" y="75326"/>
                    </a:cubicBezTo>
                    <a:lnTo>
                      <a:pt x="8511" y="77216"/>
                    </a:lnTo>
                    <a:cubicBezTo>
                      <a:pt x="23549" y="40157"/>
                      <a:pt x="37084" y="28056"/>
                      <a:pt x="63025" y="28056"/>
                    </a:cubicBezTo>
                    <a:cubicBezTo>
                      <a:pt x="94606" y="28056"/>
                      <a:pt x="116035" y="49611"/>
                      <a:pt x="116035" y="81376"/>
                    </a:cubicBezTo>
                    <a:cubicBezTo>
                      <a:pt x="116035" y="110873"/>
                      <a:pt x="98741" y="146041"/>
                      <a:pt x="67161" y="179697"/>
                    </a:cubicBezTo>
                    <a:lnTo>
                      <a:pt x="240" y="251169"/>
                    </a:lnTo>
                    <a:lnTo>
                      <a:pt x="240" y="255707"/>
                    </a:lnTo>
                    <a:lnTo>
                      <a:pt x="146864" y="255707"/>
                    </a:lnTo>
                    <a:lnTo>
                      <a:pt x="167542" y="203900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3EC7ADD1-1E47-214E-4D70-0354EF80A589}"/>
                  </a:ext>
                </a:extLst>
              </p:cNvPr>
              <p:cNvSpPr/>
              <p:nvPr>
                <p:custDataLst>
                  <p:tags r:id="rId119"/>
                </p:custDataLst>
              </p:nvPr>
            </p:nvSpPr>
            <p:spPr>
              <a:xfrm>
                <a:off x="11504383" y="5641522"/>
                <a:ext cx="229711" cy="15126"/>
              </a:xfrm>
              <a:custGeom>
                <a:avLst/>
                <a:gdLst>
                  <a:gd name="connsiteX0" fmla="*/ 216789 w 229711"/>
                  <a:gd name="connsiteY0" fmla="*/ 15210 h 15126"/>
                  <a:gd name="connsiteX1" fmla="*/ 229947 w 229711"/>
                  <a:gd name="connsiteY1" fmla="*/ 7647 h 15126"/>
                  <a:gd name="connsiteX2" fmla="*/ 216789 w 229711"/>
                  <a:gd name="connsiteY2" fmla="*/ 84 h 15126"/>
                  <a:gd name="connsiteX3" fmla="*/ 13394 w 229711"/>
                  <a:gd name="connsiteY3" fmla="*/ 84 h 15126"/>
                  <a:gd name="connsiteX4" fmla="*/ 236 w 229711"/>
                  <a:gd name="connsiteY4" fmla="*/ 7647 h 15126"/>
                  <a:gd name="connsiteX5" fmla="*/ 13394 w 229711"/>
                  <a:gd name="connsiteY5" fmla="*/ 15210 h 15126"/>
                  <a:gd name="connsiteX6" fmla="*/ 216789 w 229711"/>
                  <a:gd name="connsiteY6" fmla="*/ 15210 h 15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9711" h="15126">
                    <a:moveTo>
                      <a:pt x="216789" y="15210"/>
                    </a:moveTo>
                    <a:cubicBezTo>
                      <a:pt x="223180" y="15210"/>
                      <a:pt x="229947" y="15210"/>
                      <a:pt x="229947" y="7647"/>
                    </a:cubicBezTo>
                    <a:cubicBezTo>
                      <a:pt x="229947" y="84"/>
                      <a:pt x="223180" y="84"/>
                      <a:pt x="216789" y="84"/>
                    </a:cubicBezTo>
                    <a:lnTo>
                      <a:pt x="13394" y="84"/>
                    </a:lnTo>
                    <a:cubicBezTo>
                      <a:pt x="7003" y="84"/>
                      <a:pt x="236" y="84"/>
                      <a:pt x="236" y="7647"/>
                    </a:cubicBezTo>
                    <a:cubicBezTo>
                      <a:pt x="236" y="15210"/>
                      <a:pt x="7003" y="15210"/>
                      <a:pt x="13394" y="15210"/>
                    </a:cubicBezTo>
                    <a:lnTo>
                      <a:pt x="216789" y="15210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82B7DADC-9551-F008-6399-30F7E9FF06DC}"/>
                  </a:ext>
                </a:extLst>
              </p:cNvPr>
              <p:cNvSpPr/>
              <p:nvPr>
                <p:custDataLst>
                  <p:tags r:id="rId120"/>
                </p:custDataLst>
              </p:nvPr>
            </p:nvSpPr>
            <p:spPr>
              <a:xfrm>
                <a:off x="11808122" y="5487989"/>
                <a:ext cx="106396" cy="255635"/>
              </a:xfrm>
              <a:custGeom>
                <a:avLst/>
                <a:gdLst>
                  <a:gd name="connsiteX0" fmla="*/ 67916 w 106396"/>
                  <a:gd name="connsiteY0" fmla="*/ 84 h 255635"/>
                  <a:gd name="connsiteX1" fmla="*/ 244 w 106396"/>
                  <a:gd name="connsiteY1" fmla="*/ 34497 h 255635"/>
                  <a:gd name="connsiteX2" fmla="*/ 244 w 106396"/>
                  <a:gd name="connsiteY2" fmla="*/ 39791 h 255635"/>
                  <a:gd name="connsiteX3" fmla="*/ 10394 w 106396"/>
                  <a:gd name="connsiteY3" fmla="*/ 35631 h 255635"/>
                  <a:gd name="connsiteX4" fmla="*/ 27313 w 106396"/>
                  <a:gd name="connsiteY4" fmla="*/ 31471 h 255635"/>
                  <a:gd name="connsiteX5" fmla="*/ 38591 w 106396"/>
                  <a:gd name="connsiteY5" fmla="*/ 49245 h 255635"/>
                  <a:gd name="connsiteX6" fmla="*/ 38591 w 106396"/>
                  <a:gd name="connsiteY6" fmla="*/ 220551 h 255635"/>
                  <a:gd name="connsiteX7" fmla="*/ 29568 w 106396"/>
                  <a:gd name="connsiteY7" fmla="*/ 245131 h 255635"/>
                  <a:gd name="connsiteX8" fmla="*/ 2875 w 106396"/>
                  <a:gd name="connsiteY8" fmla="*/ 250047 h 255635"/>
                  <a:gd name="connsiteX9" fmla="*/ 2875 w 106396"/>
                  <a:gd name="connsiteY9" fmla="*/ 255719 h 255635"/>
                  <a:gd name="connsiteX10" fmla="*/ 106640 w 106396"/>
                  <a:gd name="connsiteY10" fmla="*/ 255719 h 255635"/>
                  <a:gd name="connsiteX11" fmla="*/ 106640 w 106396"/>
                  <a:gd name="connsiteY11" fmla="*/ 250047 h 255635"/>
                  <a:gd name="connsiteX12" fmla="*/ 70924 w 106396"/>
                  <a:gd name="connsiteY12" fmla="*/ 227736 h 255635"/>
                  <a:gd name="connsiteX13" fmla="*/ 70924 w 106396"/>
                  <a:gd name="connsiteY13" fmla="*/ 840 h 255635"/>
                  <a:gd name="connsiteX14" fmla="*/ 67916 w 106396"/>
                  <a:gd name="connsiteY14" fmla="*/ 84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396" h="255635">
                    <a:moveTo>
                      <a:pt x="67916" y="84"/>
                    </a:moveTo>
                    <a:lnTo>
                      <a:pt x="244" y="34497"/>
                    </a:lnTo>
                    <a:lnTo>
                      <a:pt x="244" y="39791"/>
                    </a:lnTo>
                    <a:cubicBezTo>
                      <a:pt x="4755" y="37900"/>
                      <a:pt x="8891" y="36387"/>
                      <a:pt x="10394" y="35631"/>
                    </a:cubicBezTo>
                    <a:cubicBezTo>
                      <a:pt x="17162" y="32984"/>
                      <a:pt x="23553" y="31471"/>
                      <a:pt x="27313" y="31471"/>
                    </a:cubicBezTo>
                    <a:cubicBezTo>
                      <a:pt x="35208" y="31471"/>
                      <a:pt x="38591" y="37144"/>
                      <a:pt x="38591" y="49245"/>
                    </a:cubicBezTo>
                    <a:lnTo>
                      <a:pt x="38591" y="220551"/>
                    </a:lnTo>
                    <a:cubicBezTo>
                      <a:pt x="38591" y="233030"/>
                      <a:pt x="35584" y="241727"/>
                      <a:pt x="29568" y="245131"/>
                    </a:cubicBezTo>
                    <a:cubicBezTo>
                      <a:pt x="23929" y="248534"/>
                      <a:pt x="18666" y="249669"/>
                      <a:pt x="2875" y="250047"/>
                    </a:cubicBezTo>
                    <a:lnTo>
                      <a:pt x="2875" y="255719"/>
                    </a:lnTo>
                    <a:lnTo>
                      <a:pt x="106640" y="255719"/>
                    </a:lnTo>
                    <a:lnTo>
                      <a:pt x="106640" y="250047"/>
                    </a:lnTo>
                    <a:cubicBezTo>
                      <a:pt x="76939" y="249669"/>
                      <a:pt x="70924" y="245887"/>
                      <a:pt x="70924" y="227736"/>
                    </a:cubicBezTo>
                    <a:lnTo>
                      <a:pt x="70924" y="840"/>
                    </a:lnTo>
                    <a:lnTo>
                      <a:pt x="67916" y="84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192900A6-1675-B9E5-3771-D380258AB79A}"/>
                  </a:ext>
                </a:extLst>
              </p:cNvPr>
              <p:cNvSpPr/>
              <p:nvPr>
                <p:custDataLst>
                  <p:tags r:id="rId121"/>
                </p:custDataLst>
              </p:nvPr>
            </p:nvSpPr>
            <p:spPr>
              <a:xfrm>
                <a:off x="11661516" y="5943481"/>
                <a:ext cx="106396" cy="255635"/>
              </a:xfrm>
              <a:custGeom>
                <a:avLst/>
                <a:gdLst>
                  <a:gd name="connsiteX0" fmla="*/ 67912 w 106396"/>
                  <a:gd name="connsiteY0" fmla="*/ 96 h 255635"/>
                  <a:gd name="connsiteX1" fmla="*/ 240 w 106396"/>
                  <a:gd name="connsiteY1" fmla="*/ 34508 h 255635"/>
                  <a:gd name="connsiteX2" fmla="*/ 240 w 106396"/>
                  <a:gd name="connsiteY2" fmla="*/ 39803 h 255635"/>
                  <a:gd name="connsiteX3" fmla="*/ 10391 w 106396"/>
                  <a:gd name="connsiteY3" fmla="*/ 35643 h 255635"/>
                  <a:gd name="connsiteX4" fmla="*/ 27309 w 106396"/>
                  <a:gd name="connsiteY4" fmla="*/ 31483 h 255635"/>
                  <a:gd name="connsiteX5" fmla="*/ 38588 w 106396"/>
                  <a:gd name="connsiteY5" fmla="*/ 49257 h 255635"/>
                  <a:gd name="connsiteX6" fmla="*/ 38588 w 106396"/>
                  <a:gd name="connsiteY6" fmla="*/ 220562 h 255635"/>
                  <a:gd name="connsiteX7" fmla="*/ 29565 w 106396"/>
                  <a:gd name="connsiteY7" fmla="*/ 245143 h 255635"/>
                  <a:gd name="connsiteX8" fmla="*/ 2871 w 106396"/>
                  <a:gd name="connsiteY8" fmla="*/ 250059 h 255635"/>
                  <a:gd name="connsiteX9" fmla="*/ 2871 w 106396"/>
                  <a:gd name="connsiteY9" fmla="*/ 255731 h 255635"/>
                  <a:gd name="connsiteX10" fmla="*/ 106636 w 106396"/>
                  <a:gd name="connsiteY10" fmla="*/ 255731 h 255635"/>
                  <a:gd name="connsiteX11" fmla="*/ 106636 w 106396"/>
                  <a:gd name="connsiteY11" fmla="*/ 250059 h 255635"/>
                  <a:gd name="connsiteX12" fmla="*/ 70920 w 106396"/>
                  <a:gd name="connsiteY12" fmla="*/ 227747 h 255635"/>
                  <a:gd name="connsiteX13" fmla="*/ 70920 w 106396"/>
                  <a:gd name="connsiteY13" fmla="*/ 852 h 255635"/>
                  <a:gd name="connsiteX14" fmla="*/ 67912 w 106396"/>
                  <a:gd name="connsiteY14" fmla="*/ 96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396" h="255635">
                    <a:moveTo>
                      <a:pt x="67912" y="96"/>
                    </a:moveTo>
                    <a:lnTo>
                      <a:pt x="240" y="34508"/>
                    </a:lnTo>
                    <a:lnTo>
                      <a:pt x="240" y="39803"/>
                    </a:lnTo>
                    <a:cubicBezTo>
                      <a:pt x="4751" y="37912"/>
                      <a:pt x="8887" y="36399"/>
                      <a:pt x="10391" y="35643"/>
                    </a:cubicBezTo>
                    <a:cubicBezTo>
                      <a:pt x="17158" y="32996"/>
                      <a:pt x="23549" y="31483"/>
                      <a:pt x="27309" y="31483"/>
                    </a:cubicBezTo>
                    <a:cubicBezTo>
                      <a:pt x="35204" y="31483"/>
                      <a:pt x="38588" y="37156"/>
                      <a:pt x="38588" y="49257"/>
                    </a:cubicBezTo>
                    <a:lnTo>
                      <a:pt x="38588" y="220562"/>
                    </a:lnTo>
                    <a:cubicBezTo>
                      <a:pt x="38588" y="233042"/>
                      <a:pt x="35580" y="241739"/>
                      <a:pt x="29565" y="245143"/>
                    </a:cubicBezTo>
                    <a:cubicBezTo>
                      <a:pt x="23925" y="248546"/>
                      <a:pt x="18662" y="249681"/>
                      <a:pt x="2871" y="250059"/>
                    </a:cubicBezTo>
                    <a:lnTo>
                      <a:pt x="2871" y="255731"/>
                    </a:lnTo>
                    <a:lnTo>
                      <a:pt x="106636" y="255731"/>
                    </a:lnTo>
                    <a:lnTo>
                      <a:pt x="106636" y="250059"/>
                    </a:lnTo>
                    <a:cubicBezTo>
                      <a:pt x="76936" y="249681"/>
                      <a:pt x="70920" y="245899"/>
                      <a:pt x="70920" y="227747"/>
                    </a:cubicBezTo>
                    <a:lnTo>
                      <a:pt x="70920" y="852"/>
                    </a:lnTo>
                    <a:lnTo>
                      <a:pt x="67912" y="96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82386786-3BCD-78F1-74BD-291E4DBB1F58}"/>
                  </a:ext>
                </a:extLst>
              </p:cNvPr>
              <p:cNvSpPr/>
              <p:nvPr>
                <p:custDataLst>
                  <p:tags r:id="rId122"/>
                </p:custDataLst>
              </p:nvPr>
            </p:nvSpPr>
            <p:spPr>
              <a:xfrm>
                <a:off x="11661516" y="6398973"/>
                <a:ext cx="106396" cy="255635"/>
              </a:xfrm>
              <a:custGeom>
                <a:avLst/>
                <a:gdLst>
                  <a:gd name="connsiteX0" fmla="*/ 67912 w 106396"/>
                  <a:gd name="connsiteY0" fmla="*/ 108 h 255635"/>
                  <a:gd name="connsiteX1" fmla="*/ 240 w 106396"/>
                  <a:gd name="connsiteY1" fmla="*/ 34520 h 255635"/>
                  <a:gd name="connsiteX2" fmla="*/ 240 w 106396"/>
                  <a:gd name="connsiteY2" fmla="*/ 39815 h 255635"/>
                  <a:gd name="connsiteX3" fmla="*/ 10391 w 106396"/>
                  <a:gd name="connsiteY3" fmla="*/ 35655 h 255635"/>
                  <a:gd name="connsiteX4" fmla="*/ 27309 w 106396"/>
                  <a:gd name="connsiteY4" fmla="*/ 31495 h 255635"/>
                  <a:gd name="connsiteX5" fmla="*/ 38588 w 106396"/>
                  <a:gd name="connsiteY5" fmla="*/ 49269 h 255635"/>
                  <a:gd name="connsiteX6" fmla="*/ 38588 w 106396"/>
                  <a:gd name="connsiteY6" fmla="*/ 220574 h 255635"/>
                  <a:gd name="connsiteX7" fmla="*/ 29565 w 106396"/>
                  <a:gd name="connsiteY7" fmla="*/ 245155 h 255635"/>
                  <a:gd name="connsiteX8" fmla="*/ 2871 w 106396"/>
                  <a:gd name="connsiteY8" fmla="*/ 250071 h 255635"/>
                  <a:gd name="connsiteX9" fmla="*/ 2871 w 106396"/>
                  <a:gd name="connsiteY9" fmla="*/ 255743 h 255635"/>
                  <a:gd name="connsiteX10" fmla="*/ 106636 w 106396"/>
                  <a:gd name="connsiteY10" fmla="*/ 255743 h 255635"/>
                  <a:gd name="connsiteX11" fmla="*/ 106636 w 106396"/>
                  <a:gd name="connsiteY11" fmla="*/ 250071 h 255635"/>
                  <a:gd name="connsiteX12" fmla="*/ 70920 w 106396"/>
                  <a:gd name="connsiteY12" fmla="*/ 227759 h 255635"/>
                  <a:gd name="connsiteX13" fmla="*/ 70920 w 106396"/>
                  <a:gd name="connsiteY13" fmla="*/ 864 h 255635"/>
                  <a:gd name="connsiteX14" fmla="*/ 67912 w 106396"/>
                  <a:gd name="connsiteY14" fmla="*/ 108 h 25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396" h="255635">
                    <a:moveTo>
                      <a:pt x="67912" y="108"/>
                    </a:moveTo>
                    <a:lnTo>
                      <a:pt x="240" y="34520"/>
                    </a:lnTo>
                    <a:lnTo>
                      <a:pt x="240" y="39815"/>
                    </a:lnTo>
                    <a:cubicBezTo>
                      <a:pt x="4751" y="37924"/>
                      <a:pt x="8887" y="36411"/>
                      <a:pt x="10391" y="35655"/>
                    </a:cubicBezTo>
                    <a:cubicBezTo>
                      <a:pt x="17158" y="33008"/>
                      <a:pt x="23549" y="31495"/>
                      <a:pt x="27309" y="31495"/>
                    </a:cubicBezTo>
                    <a:cubicBezTo>
                      <a:pt x="35204" y="31495"/>
                      <a:pt x="38588" y="37168"/>
                      <a:pt x="38588" y="49269"/>
                    </a:cubicBezTo>
                    <a:lnTo>
                      <a:pt x="38588" y="220574"/>
                    </a:lnTo>
                    <a:cubicBezTo>
                      <a:pt x="38588" y="233054"/>
                      <a:pt x="35580" y="241751"/>
                      <a:pt x="29565" y="245155"/>
                    </a:cubicBezTo>
                    <a:cubicBezTo>
                      <a:pt x="23925" y="248558"/>
                      <a:pt x="18662" y="249693"/>
                      <a:pt x="2871" y="250071"/>
                    </a:cubicBezTo>
                    <a:lnTo>
                      <a:pt x="2871" y="255743"/>
                    </a:lnTo>
                    <a:lnTo>
                      <a:pt x="106636" y="255743"/>
                    </a:lnTo>
                    <a:lnTo>
                      <a:pt x="106636" y="250071"/>
                    </a:lnTo>
                    <a:cubicBezTo>
                      <a:pt x="76936" y="249693"/>
                      <a:pt x="70920" y="245911"/>
                      <a:pt x="70920" y="227759"/>
                    </a:cubicBezTo>
                    <a:lnTo>
                      <a:pt x="70920" y="864"/>
                    </a:lnTo>
                    <a:lnTo>
                      <a:pt x="67912" y="108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976107BC-3B9E-A13D-D0C1-1C6603B577B0}"/>
                  </a:ext>
                </a:extLst>
              </p:cNvPr>
              <p:cNvSpPr/>
              <p:nvPr>
                <p:custDataLst>
                  <p:tags r:id="rId123"/>
                </p:custDataLst>
              </p:nvPr>
            </p:nvSpPr>
            <p:spPr>
              <a:xfrm>
                <a:off x="11957707" y="4969726"/>
                <a:ext cx="125194" cy="680307"/>
              </a:xfrm>
              <a:custGeom>
                <a:avLst/>
                <a:gdLst>
                  <a:gd name="connsiteX0" fmla="*/ 99502 w 125194"/>
                  <a:gd name="connsiteY0" fmla="*/ 680371 h 680307"/>
                  <a:gd name="connsiteX1" fmla="*/ 125443 w 125194"/>
                  <a:gd name="connsiteY1" fmla="*/ 680371 h 680307"/>
                  <a:gd name="connsiteX2" fmla="*/ 125443 w 125194"/>
                  <a:gd name="connsiteY2" fmla="*/ 64 h 680307"/>
                  <a:gd name="connsiteX3" fmla="*/ 249 w 125194"/>
                  <a:gd name="connsiteY3" fmla="*/ 64 h 680307"/>
                  <a:gd name="connsiteX4" fmla="*/ 249 w 125194"/>
                  <a:gd name="connsiteY4" fmla="*/ 26157 h 680307"/>
                  <a:gd name="connsiteX5" fmla="*/ 99502 w 125194"/>
                  <a:gd name="connsiteY5" fmla="*/ 26157 h 680307"/>
                  <a:gd name="connsiteX6" fmla="*/ 99502 w 125194"/>
                  <a:gd name="connsiteY6" fmla="*/ 680371 h 68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194" h="680307">
                    <a:moveTo>
                      <a:pt x="99502" y="680371"/>
                    </a:moveTo>
                    <a:lnTo>
                      <a:pt x="125443" y="680371"/>
                    </a:lnTo>
                    <a:lnTo>
                      <a:pt x="125443" y="64"/>
                    </a:lnTo>
                    <a:lnTo>
                      <a:pt x="249" y="64"/>
                    </a:lnTo>
                    <a:lnTo>
                      <a:pt x="249" y="26157"/>
                    </a:lnTo>
                    <a:lnTo>
                      <a:pt x="99502" y="26157"/>
                    </a:lnTo>
                    <a:lnTo>
                      <a:pt x="99502" y="680371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61F64C45-8F9B-2454-D39C-71B9AC317B8C}"/>
                  </a:ext>
                </a:extLst>
              </p:cNvPr>
              <p:cNvSpPr/>
              <p:nvPr>
                <p:custDataLst>
                  <p:tags r:id="rId124"/>
                </p:custDataLst>
              </p:nvPr>
            </p:nvSpPr>
            <p:spPr>
              <a:xfrm>
                <a:off x="12056960" y="5652149"/>
                <a:ext cx="25941" cy="227651"/>
              </a:xfrm>
              <a:custGeom>
                <a:avLst/>
                <a:gdLst>
                  <a:gd name="connsiteX0" fmla="*/ 249 w 25941"/>
                  <a:gd name="connsiteY0" fmla="*/ 227733 h 227651"/>
                  <a:gd name="connsiteX1" fmla="*/ 26190 w 25941"/>
                  <a:gd name="connsiteY1" fmla="*/ 227733 h 227651"/>
                  <a:gd name="connsiteX2" fmla="*/ 26190 w 25941"/>
                  <a:gd name="connsiteY2" fmla="*/ 82 h 227651"/>
                  <a:gd name="connsiteX3" fmla="*/ 249 w 25941"/>
                  <a:gd name="connsiteY3" fmla="*/ 82 h 227651"/>
                  <a:gd name="connsiteX4" fmla="*/ 249 w 25941"/>
                  <a:gd name="connsiteY4" fmla="*/ 227733 h 22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941" h="227651">
                    <a:moveTo>
                      <a:pt x="249" y="227733"/>
                    </a:moveTo>
                    <a:lnTo>
                      <a:pt x="26190" y="227733"/>
                    </a:lnTo>
                    <a:lnTo>
                      <a:pt x="26190" y="82"/>
                    </a:lnTo>
                    <a:lnTo>
                      <a:pt x="249" y="82"/>
                    </a:lnTo>
                    <a:lnTo>
                      <a:pt x="249" y="227733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C54CBCEB-4E73-569E-6F81-860F4F38552A}"/>
                  </a:ext>
                </a:extLst>
              </p:cNvPr>
              <p:cNvSpPr/>
              <p:nvPr>
                <p:custDataLst>
                  <p:tags r:id="rId125"/>
                </p:custDataLst>
              </p:nvPr>
            </p:nvSpPr>
            <p:spPr>
              <a:xfrm>
                <a:off x="12056960" y="5879895"/>
                <a:ext cx="25941" cy="227651"/>
              </a:xfrm>
              <a:custGeom>
                <a:avLst/>
                <a:gdLst>
                  <a:gd name="connsiteX0" fmla="*/ 249 w 25941"/>
                  <a:gd name="connsiteY0" fmla="*/ 227739 h 227651"/>
                  <a:gd name="connsiteX1" fmla="*/ 26190 w 25941"/>
                  <a:gd name="connsiteY1" fmla="*/ 227739 h 227651"/>
                  <a:gd name="connsiteX2" fmla="*/ 26190 w 25941"/>
                  <a:gd name="connsiteY2" fmla="*/ 88 h 227651"/>
                  <a:gd name="connsiteX3" fmla="*/ 249 w 25941"/>
                  <a:gd name="connsiteY3" fmla="*/ 88 h 227651"/>
                  <a:gd name="connsiteX4" fmla="*/ 249 w 25941"/>
                  <a:gd name="connsiteY4" fmla="*/ 227739 h 22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941" h="227651">
                    <a:moveTo>
                      <a:pt x="249" y="227739"/>
                    </a:moveTo>
                    <a:lnTo>
                      <a:pt x="26190" y="227739"/>
                    </a:lnTo>
                    <a:lnTo>
                      <a:pt x="26190" y="88"/>
                    </a:lnTo>
                    <a:lnTo>
                      <a:pt x="249" y="88"/>
                    </a:lnTo>
                    <a:lnTo>
                      <a:pt x="249" y="227739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BD779D30-B2ED-F024-3E29-0D142E934FFD}"/>
                  </a:ext>
                </a:extLst>
              </p:cNvPr>
              <p:cNvSpPr/>
              <p:nvPr>
                <p:custDataLst>
                  <p:tags r:id="rId126"/>
                </p:custDataLst>
              </p:nvPr>
            </p:nvSpPr>
            <p:spPr>
              <a:xfrm>
                <a:off x="11957707" y="6107692"/>
                <a:ext cx="125194" cy="680307"/>
              </a:xfrm>
              <a:custGeom>
                <a:avLst/>
                <a:gdLst>
                  <a:gd name="connsiteX0" fmla="*/ 99502 w 125194"/>
                  <a:gd name="connsiteY0" fmla="*/ 654308 h 680307"/>
                  <a:gd name="connsiteX1" fmla="*/ 249 w 125194"/>
                  <a:gd name="connsiteY1" fmla="*/ 654308 h 680307"/>
                  <a:gd name="connsiteX2" fmla="*/ 249 w 125194"/>
                  <a:gd name="connsiteY2" fmla="*/ 680401 h 680307"/>
                  <a:gd name="connsiteX3" fmla="*/ 125443 w 125194"/>
                  <a:gd name="connsiteY3" fmla="*/ 680401 h 680307"/>
                  <a:gd name="connsiteX4" fmla="*/ 125443 w 125194"/>
                  <a:gd name="connsiteY4" fmla="*/ 94 h 680307"/>
                  <a:gd name="connsiteX5" fmla="*/ 99502 w 125194"/>
                  <a:gd name="connsiteY5" fmla="*/ 94 h 680307"/>
                  <a:gd name="connsiteX6" fmla="*/ 99502 w 125194"/>
                  <a:gd name="connsiteY6" fmla="*/ 654308 h 68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194" h="680307">
                    <a:moveTo>
                      <a:pt x="99502" y="654308"/>
                    </a:moveTo>
                    <a:lnTo>
                      <a:pt x="249" y="654308"/>
                    </a:lnTo>
                    <a:lnTo>
                      <a:pt x="249" y="680401"/>
                    </a:lnTo>
                    <a:lnTo>
                      <a:pt x="125443" y="680401"/>
                    </a:lnTo>
                    <a:lnTo>
                      <a:pt x="125443" y="94"/>
                    </a:lnTo>
                    <a:lnTo>
                      <a:pt x="99502" y="94"/>
                    </a:lnTo>
                    <a:lnTo>
                      <a:pt x="99502" y="654308"/>
                    </a:lnTo>
                    <a:close/>
                  </a:path>
                </a:pathLst>
              </a:custGeom>
              <a:grpFill/>
              <a:ln w="3787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373" name="Arrow: Right 2372">
              <a:extLst>
                <a:ext uri="{FF2B5EF4-FFF2-40B4-BE49-F238E27FC236}">
                  <a16:creationId xmlns:a16="http://schemas.microsoft.com/office/drawing/2014/main" id="{9A74E827-E78A-A4E3-B532-A0DB1CBFA295}"/>
                </a:ext>
              </a:extLst>
            </p:cNvPr>
            <p:cNvSpPr/>
            <p:nvPr/>
          </p:nvSpPr>
          <p:spPr>
            <a:xfrm>
              <a:off x="8749142" y="1861776"/>
              <a:ext cx="640738" cy="514635"/>
            </a:xfrm>
            <a:prstGeom prst="rightArrow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07" name="Group 2406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The interpolation polynomial is:}&#10;$$&#10;}&#10;\end{document}" title="IguanaTex Shape Display">
            <a:extLst>
              <a:ext uri="{FF2B5EF4-FFF2-40B4-BE49-F238E27FC236}">
                <a16:creationId xmlns:a16="http://schemas.microsoft.com/office/drawing/2014/main" id="{5A0F556D-C4B7-7082-1BAC-D440528463DB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1798820" y="3501734"/>
            <a:ext cx="4863596" cy="340720"/>
            <a:chOff x="8996034" y="5128542"/>
            <a:chExt cx="4863596" cy="34072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378" name="Freeform: Shape 2377">
              <a:extLst>
                <a:ext uri="{FF2B5EF4-FFF2-40B4-BE49-F238E27FC236}">
                  <a16:creationId xmlns:a16="http://schemas.microsoft.com/office/drawing/2014/main" id="{F3A83A22-3B4A-4250-FAE4-07650764130C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8996034" y="5136483"/>
              <a:ext cx="217819" cy="250340"/>
            </a:xfrm>
            <a:custGeom>
              <a:avLst/>
              <a:gdLst>
                <a:gd name="connsiteX0" fmla="*/ 89793 w 217819"/>
                <a:gd name="connsiteY0" fmla="*/ 15957 h 250340"/>
                <a:gd name="connsiteX1" fmla="*/ 89793 w 217819"/>
                <a:gd name="connsiteY1" fmla="*/ 205037 h 250340"/>
                <a:gd name="connsiteX2" fmla="*/ 54246 w 217819"/>
                <a:gd name="connsiteY2" fmla="*/ 243231 h 250340"/>
                <a:gd name="connsiteX3" fmla="*/ 54246 w 217819"/>
                <a:gd name="connsiteY3" fmla="*/ 250416 h 250340"/>
                <a:gd name="connsiteX4" fmla="*/ 164668 w 217819"/>
                <a:gd name="connsiteY4" fmla="*/ 250416 h 250340"/>
                <a:gd name="connsiteX5" fmla="*/ 164668 w 217819"/>
                <a:gd name="connsiteY5" fmla="*/ 243231 h 250340"/>
                <a:gd name="connsiteX6" fmla="*/ 128365 w 217819"/>
                <a:gd name="connsiteY6" fmla="*/ 209196 h 250340"/>
                <a:gd name="connsiteX7" fmla="*/ 128365 w 217819"/>
                <a:gd name="connsiteY7" fmla="*/ 15957 h 250340"/>
                <a:gd name="connsiteX8" fmla="*/ 148786 w 217819"/>
                <a:gd name="connsiteY8" fmla="*/ 15957 h 250340"/>
                <a:gd name="connsiteX9" fmla="*/ 208913 w 217819"/>
                <a:gd name="connsiteY9" fmla="*/ 64362 h 250340"/>
                <a:gd name="connsiteX10" fmla="*/ 217989 w 217819"/>
                <a:gd name="connsiteY10" fmla="*/ 64362 h 250340"/>
                <a:gd name="connsiteX11" fmla="*/ 215720 w 217819"/>
                <a:gd name="connsiteY11" fmla="*/ 75 h 250340"/>
                <a:gd name="connsiteX12" fmla="*/ 2438 w 217819"/>
                <a:gd name="connsiteY12" fmla="*/ 75 h 250340"/>
                <a:gd name="connsiteX13" fmla="*/ 169 w 217819"/>
                <a:gd name="connsiteY13" fmla="*/ 64362 h 250340"/>
                <a:gd name="connsiteX14" fmla="*/ 9245 w 217819"/>
                <a:gd name="connsiteY14" fmla="*/ 64362 h 250340"/>
                <a:gd name="connsiteX15" fmla="*/ 69372 w 217819"/>
                <a:gd name="connsiteY15" fmla="*/ 15957 h 250340"/>
                <a:gd name="connsiteX16" fmla="*/ 89793 w 217819"/>
                <a:gd name="connsiteY16" fmla="*/ 15957 h 250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7819" h="250340">
                  <a:moveTo>
                    <a:pt x="89793" y="15957"/>
                  </a:moveTo>
                  <a:lnTo>
                    <a:pt x="89793" y="205037"/>
                  </a:lnTo>
                  <a:cubicBezTo>
                    <a:pt x="89793" y="237180"/>
                    <a:pt x="85633" y="241340"/>
                    <a:pt x="54246" y="243231"/>
                  </a:cubicBezTo>
                  <a:lnTo>
                    <a:pt x="54246" y="250416"/>
                  </a:lnTo>
                  <a:lnTo>
                    <a:pt x="164668" y="250416"/>
                  </a:lnTo>
                  <a:lnTo>
                    <a:pt x="164668" y="243231"/>
                  </a:lnTo>
                  <a:cubicBezTo>
                    <a:pt x="133659" y="241718"/>
                    <a:pt x="128365" y="236802"/>
                    <a:pt x="128365" y="209196"/>
                  </a:cubicBezTo>
                  <a:lnTo>
                    <a:pt x="128365" y="15957"/>
                  </a:lnTo>
                  <a:lnTo>
                    <a:pt x="148786" y="15957"/>
                  </a:lnTo>
                  <a:cubicBezTo>
                    <a:pt x="191896" y="15957"/>
                    <a:pt x="200215" y="22764"/>
                    <a:pt x="208913" y="64362"/>
                  </a:cubicBezTo>
                  <a:lnTo>
                    <a:pt x="217989" y="64362"/>
                  </a:lnTo>
                  <a:lnTo>
                    <a:pt x="215720" y="75"/>
                  </a:lnTo>
                  <a:lnTo>
                    <a:pt x="2438" y="75"/>
                  </a:lnTo>
                  <a:lnTo>
                    <a:pt x="169" y="64362"/>
                  </a:lnTo>
                  <a:lnTo>
                    <a:pt x="9245" y="64362"/>
                  </a:lnTo>
                  <a:cubicBezTo>
                    <a:pt x="18321" y="23142"/>
                    <a:pt x="27019" y="15957"/>
                    <a:pt x="69372" y="15957"/>
                  </a:cubicBezTo>
                  <a:lnTo>
                    <a:pt x="89793" y="15957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9" name="Freeform: Shape 2378">
              <a:extLst>
                <a:ext uri="{FF2B5EF4-FFF2-40B4-BE49-F238E27FC236}">
                  <a16:creationId xmlns:a16="http://schemas.microsoft.com/office/drawing/2014/main" id="{369018E5-F657-4FCD-7767-FF544F3CE132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9224930" y="5128542"/>
              <a:ext cx="180759" cy="258282"/>
            </a:xfrm>
            <a:custGeom>
              <a:avLst/>
              <a:gdLst>
                <a:gd name="connsiteX0" fmla="*/ 56143 w 180759"/>
                <a:gd name="connsiteY0" fmla="*/ 128649 h 258282"/>
                <a:gd name="connsiteX1" fmla="*/ 98118 w 180759"/>
                <a:gd name="connsiteY1" fmla="*/ 104825 h 258282"/>
                <a:gd name="connsiteX2" fmla="*/ 126480 w 180759"/>
                <a:gd name="connsiteY2" fmla="*/ 144909 h 258282"/>
                <a:gd name="connsiteX3" fmla="*/ 126480 w 180759"/>
                <a:gd name="connsiteY3" fmla="*/ 219785 h 258282"/>
                <a:gd name="connsiteX4" fmla="*/ 100766 w 180759"/>
                <a:gd name="connsiteY4" fmla="*/ 252685 h 258282"/>
                <a:gd name="connsiteX5" fmla="*/ 100766 w 180759"/>
                <a:gd name="connsiteY5" fmla="*/ 258357 h 258282"/>
                <a:gd name="connsiteX6" fmla="*/ 180935 w 180759"/>
                <a:gd name="connsiteY6" fmla="*/ 258357 h 258282"/>
                <a:gd name="connsiteX7" fmla="*/ 180935 w 180759"/>
                <a:gd name="connsiteY7" fmla="*/ 252685 h 258282"/>
                <a:gd name="connsiteX8" fmla="*/ 158246 w 180759"/>
                <a:gd name="connsiteY8" fmla="*/ 219785 h 258282"/>
                <a:gd name="connsiteX9" fmla="*/ 158246 w 180759"/>
                <a:gd name="connsiteY9" fmla="*/ 144531 h 258282"/>
                <a:gd name="connsiteX10" fmla="*/ 111732 w 180759"/>
                <a:gd name="connsiteY10" fmla="*/ 84404 h 258282"/>
                <a:gd name="connsiteX11" fmla="*/ 56143 w 180759"/>
                <a:gd name="connsiteY11" fmla="*/ 116169 h 258282"/>
                <a:gd name="connsiteX12" fmla="*/ 56143 w 180759"/>
                <a:gd name="connsiteY12" fmla="*/ 1209 h 258282"/>
                <a:gd name="connsiteX13" fmla="*/ 54252 w 180759"/>
                <a:gd name="connsiteY13" fmla="*/ 75 h 258282"/>
                <a:gd name="connsiteX14" fmla="*/ 10764 w 180759"/>
                <a:gd name="connsiteY14" fmla="*/ 13688 h 258282"/>
                <a:gd name="connsiteX15" fmla="*/ 554 w 180759"/>
                <a:gd name="connsiteY15" fmla="*/ 16714 h 258282"/>
                <a:gd name="connsiteX16" fmla="*/ 554 w 180759"/>
                <a:gd name="connsiteY16" fmla="*/ 22764 h 258282"/>
                <a:gd name="connsiteX17" fmla="*/ 5091 w 180759"/>
                <a:gd name="connsiteY17" fmla="*/ 22386 h 258282"/>
                <a:gd name="connsiteX18" fmla="*/ 24378 w 180759"/>
                <a:gd name="connsiteY18" fmla="*/ 41672 h 258282"/>
                <a:gd name="connsiteX19" fmla="*/ 24378 w 180759"/>
                <a:gd name="connsiteY19" fmla="*/ 219785 h 258282"/>
                <a:gd name="connsiteX20" fmla="*/ 175 w 180759"/>
                <a:gd name="connsiteY20" fmla="*/ 252685 h 258282"/>
                <a:gd name="connsiteX21" fmla="*/ 175 w 180759"/>
                <a:gd name="connsiteY21" fmla="*/ 258357 h 258282"/>
                <a:gd name="connsiteX22" fmla="*/ 81858 w 180759"/>
                <a:gd name="connsiteY22" fmla="*/ 258357 h 258282"/>
                <a:gd name="connsiteX23" fmla="*/ 81858 w 180759"/>
                <a:gd name="connsiteY23" fmla="*/ 252685 h 258282"/>
                <a:gd name="connsiteX24" fmla="*/ 56143 w 180759"/>
                <a:gd name="connsiteY24" fmla="*/ 219785 h 258282"/>
                <a:gd name="connsiteX25" fmla="*/ 56143 w 180759"/>
                <a:gd name="connsiteY25" fmla="*/ 128649 h 25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0759" h="258282">
                  <a:moveTo>
                    <a:pt x="56143" y="128649"/>
                  </a:moveTo>
                  <a:cubicBezTo>
                    <a:pt x="72025" y="111253"/>
                    <a:pt x="83370" y="104825"/>
                    <a:pt x="98118" y="104825"/>
                  </a:cubicBezTo>
                  <a:cubicBezTo>
                    <a:pt x="117026" y="104825"/>
                    <a:pt x="126480" y="118438"/>
                    <a:pt x="126480" y="144909"/>
                  </a:cubicBezTo>
                  <a:lnTo>
                    <a:pt x="126480" y="219785"/>
                  </a:lnTo>
                  <a:cubicBezTo>
                    <a:pt x="126480" y="245500"/>
                    <a:pt x="122699" y="250416"/>
                    <a:pt x="100766" y="252685"/>
                  </a:cubicBezTo>
                  <a:lnTo>
                    <a:pt x="100766" y="258357"/>
                  </a:lnTo>
                  <a:lnTo>
                    <a:pt x="180935" y="258357"/>
                  </a:lnTo>
                  <a:lnTo>
                    <a:pt x="180935" y="252685"/>
                  </a:lnTo>
                  <a:cubicBezTo>
                    <a:pt x="160515" y="248903"/>
                    <a:pt x="158246" y="245878"/>
                    <a:pt x="158246" y="219785"/>
                  </a:cubicBezTo>
                  <a:lnTo>
                    <a:pt x="158246" y="144531"/>
                  </a:lnTo>
                  <a:cubicBezTo>
                    <a:pt x="158246" y="104825"/>
                    <a:pt x="142363" y="84404"/>
                    <a:pt x="111732" y="84404"/>
                  </a:cubicBezTo>
                  <a:cubicBezTo>
                    <a:pt x="89421" y="84404"/>
                    <a:pt x="73538" y="93480"/>
                    <a:pt x="56143" y="116169"/>
                  </a:cubicBezTo>
                  <a:lnTo>
                    <a:pt x="56143" y="1209"/>
                  </a:lnTo>
                  <a:lnTo>
                    <a:pt x="54252" y="75"/>
                  </a:lnTo>
                  <a:cubicBezTo>
                    <a:pt x="41395" y="4613"/>
                    <a:pt x="31941" y="7638"/>
                    <a:pt x="10764" y="13688"/>
                  </a:cubicBezTo>
                  <a:lnTo>
                    <a:pt x="554" y="16714"/>
                  </a:lnTo>
                  <a:lnTo>
                    <a:pt x="554" y="22764"/>
                  </a:lnTo>
                  <a:cubicBezTo>
                    <a:pt x="2066" y="22386"/>
                    <a:pt x="3201" y="22386"/>
                    <a:pt x="5091" y="22386"/>
                  </a:cubicBezTo>
                  <a:cubicBezTo>
                    <a:pt x="21352" y="22386"/>
                    <a:pt x="24378" y="25411"/>
                    <a:pt x="24378" y="41672"/>
                  </a:cubicBezTo>
                  <a:lnTo>
                    <a:pt x="24378" y="219785"/>
                  </a:lnTo>
                  <a:cubicBezTo>
                    <a:pt x="24378" y="246256"/>
                    <a:pt x="22109" y="249659"/>
                    <a:pt x="175" y="252685"/>
                  </a:cubicBezTo>
                  <a:lnTo>
                    <a:pt x="175" y="258357"/>
                  </a:lnTo>
                  <a:lnTo>
                    <a:pt x="81858" y="258357"/>
                  </a:lnTo>
                  <a:lnTo>
                    <a:pt x="81858" y="252685"/>
                  </a:lnTo>
                  <a:cubicBezTo>
                    <a:pt x="59924" y="250416"/>
                    <a:pt x="56143" y="245878"/>
                    <a:pt x="56143" y="219785"/>
                  </a:cubicBezTo>
                  <a:lnTo>
                    <a:pt x="56143" y="128649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0" name="Freeform: Shape 2379">
              <a:extLst>
                <a:ext uri="{FF2B5EF4-FFF2-40B4-BE49-F238E27FC236}">
                  <a16:creationId xmlns:a16="http://schemas.microsoft.com/office/drawing/2014/main" id="{0F0FC656-0006-BFE0-0C0E-BA4C45E602C4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9420769" y="5212871"/>
              <a:ext cx="150885" cy="177734"/>
            </a:xfrm>
            <a:custGeom>
              <a:avLst/>
              <a:gdLst>
                <a:gd name="connsiteX0" fmla="*/ 145015 w 150885"/>
                <a:gd name="connsiteY0" fmla="*/ 112010 h 177734"/>
                <a:gd name="connsiteX1" fmla="*/ 86401 w 150885"/>
                <a:gd name="connsiteY1" fmla="*/ 151716 h 177734"/>
                <a:gd name="connsiteX2" fmla="*/ 37618 w 150885"/>
                <a:gd name="connsiteY2" fmla="*/ 119195 h 177734"/>
                <a:gd name="connsiteX3" fmla="*/ 27408 w 150885"/>
                <a:gd name="connsiteY3" fmla="*/ 69278 h 177734"/>
                <a:gd name="connsiteX4" fmla="*/ 143881 w 150885"/>
                <a:gd name="connsiteY4" fmla="*/ 69278 h 177734"/>
                <a:gd name="connsiteX5" fmla="*/ 127620 w 150885"/>
                <a:gd name="connsiteY5" fmla="*/ 21630 h 177734"/>
                <a:gd name="connsiteX6" fmla="*/ 79215 w 150885"/>
                <a:gd name="connsiteY6" fmla="*/ 75 h 177734"/>
                <a:gd name="connsiteX7" fmla="*/ 28164 w 150885"/>
                <a:gd name="connsiteY7" fmla="*/ 19739 h 177734"/>
                <a:gd name="connsiteX8" fmla="*/ 180 w 150885"/>
                <a:gd name="connsiteY8" fmla="*/ 93102 h 177734"/>
                <a:gd name="connsiteX9" fmla="*/ 70896 w 150885"/>
                <a:gd name="connsiteY9" fmla="*/ 177809 h 177734"/>
                <a:gd name="connsiteX10" fmla="*/ 151066 w 150885"/>
                <a:gd name="connsiteY10" fmla="*/ 114657 h 177734"/>
                <a:gd name="connsiteX11" fmla="*/ 145015 w 150885"/>
                <a:gd name="connsiteY11" fmla="*/ 112010 h 177734"/>
                <a:gd name="connsiteX12" fmla="*/ 28164 w 150885"/>
                <a:gd name="connsiteY12" fmla="*/ 57177 h 177734"/>
                <a:gd name="connsiteX13" fmla="*/ 68249 w 150885"/>
                <a:gd name="connsiteY13" fmla="*/ 13688 h 177734"/>
                <a:gd name="connsiteX14" fmla="*/ 105308 w 150885"/>
                <a:gd name="connsiteY14" fmla="*/ 57177 h 177734"/>
                <a:gd name="connsiteX15" fmla="*/ 28164 w 150885"/>
                <a:gd name="connsiteY15" fmla="*/ 57177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0885" h="177734">
                  <a:moveTo>
                    <a:pt x="145015" y="112010"/>
                  </a:moveTo>
                  <a:cubicBezTo>
                    <a:pt x="126863" y="140750"/>
                    <a:pt x="110603" y="151716"/>
                    <a:pt x="86401" y="151716"/>
                  </a:cubicBezTo>
                  <a:cubicBezTo>
                    <a:pt x="64845" y="151716"/>
                    <a:pt x="48585" y="140750"/>
                    <a:pt x="37618" y="119195"/>
                  </a:cubicBezTo>
                  <a:cubicBezTo>
                    <a:pt x="30811" y="104825"/>
                    <a:pt x="28164" y="92345"/>
                    <a:pt x="27408" y="69278"/>
                  </a:cubicBezTo>
                  <a:lnTo>
                    <a:pt x="143881" y="69278"/>
                  </a:lnTo>
                  <a:cubicBezTo>
                    <a:pt x="140855" y="44697"/>
                    <a:pt x="137074" y="33731"/>
                    <a:pt x="127620" y="21630"/>
                  </a:cubicBezTo>
                  <a:cubicBezTo>
                    <a:pt x="116275" y="8016"/>
                    <a:pt x="98880" y="75"/>
                    <a:pt x="79215" y="75"/>
                  </a:cubicBezTo>
                  <a:cubicBezTo>
                    <a:pt x="60308" y="75"/>
                    <a:pt x="42534" y="6882"/>
                    <a:pt x="28164" y="19739"/>
                  </a:cubicBezTo>
                  <a:cubicBezTo>
                    <a:pt x="10391" y="35243"/>
                    <a:pt x="180" y="62093"/>
                    <a:pt x="180" y="93102"/>
                  </a:cubicBezTo>
                  <a:cubicBezTo>
                    <a:pt x="180" y="145288"/>
                    <a:pt x="27408" y="177809"/>
                    <a:pt x="70896" y="177809"/>
                  </a:cubicBezTo>
                  <a:cubicBezTo>
                    <a:pt x="106821" y="177809"/>
                    <a:pt x="135183" y="155498"/>
                    <a:pt x="151066" y="114657"/>
                  </a:cubicBezTo>
                  <a:lnTo>
                    <a:pt x="145015" y="112010"/>
                  </a:lnTo>
                  <a:close/>
                  <a:moveTo>
                    <a:pt x="28164" y="57177"/>
                  </a:moveTo>
                  <a:cubicBezTo>
                    <a:pt x="32324" y="27680"/>
                    <a:pt x="45181" y="13688"/>
                    <a:pt x="68249" y="13688"/>
                  </a:cubicBezTo>
                  <a:cubicBezTo>
                    <a:pt x="91317" y="13688"/>
                    <a:pt x="100392" y="24277"/>
                    <a:pt x="105308" y="57177"/>
                  </a:cubicBezTo>
                  <a:lnTo>
                    <a:pt x="28164" y="57177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1" name="Freeform: Shape 2380">
              <a:extLst>
                <a:ext uri="{FF2B5EF4-FFF2-40B4-BE49-F238E27FC236}">
                  <a16:creationId xmlns:a16="http://schemas.microsoft.com/office/drawing/2014/main" id="{B5B4E662-37E5-244B-DE82-692A46C15651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9680789" y="5128542"/>
              <a:ext cx="89623" cy="258282"/>
            </a:xfrm>
            <a:custGeom>
              <a:avLst/>
              <a:gdLst>
                <a:gd name="connsiteX0" fmla="*/ 60314 w 89623"/>
                <a:gd name="connsiteY0" fmla="*/ 84404 h 258282"/>
                <a:gd name="connsiteX1" fmla="*/ 1700 w 89623"/>
                <a:gd name="connsiteY1" fmla="*/ 105203 h 258282"/>
                <a:gd name="connsiteX2" fmla="*/ 1700 w 89623"/>
                <a:gd name="connsiteY2" fmla="*/ 110875 h 258282"/>
                <a:gd name="connsiteX3" fmla="*/ 4725 w 89623"/>
                <a:gd name="connsiteY3" fmla="*/ 110497 h 258282"/>
                <a:gd name="connsiteX4" fmla="*/ 17583 w 89623"/>
                <a:gd name="connsiteY4" fmla="*/ 109363 h 258282"/>
                <a:gd name="connsiteX5" fmla="*/ 30062 w 89623"/>
                <a:gd name="connsiteY5" fmla="*/ 132052 h 258282"/>
                <a:gd name="connsiteX6" fmla="*/ 30062 w 89623"/>
                <a:gd name="connsiteY6" fmla="*/ 219785 h 258282"/>
                <a:gd name="connsiteX7" fmla="*/ 187 w 89623"/>
                <a:gd name="connsiteY7" fmla="*/ 252685 h 258282"/>
                <a:gd name="connsiteX8" fmla="*/ 187 w 89623"/>
                <a:gd name="connsiteY8" fmla="*/ 258357 h 258282"/>
                <a:gd name="connsiteX9" fmla="*/ 89811 w 89623"/>
                <a:gd name="connsiteY9" fmla="*/ 258357 h 258282"/>
                <a:gd name="connsiteX10" fmla="*/ 89811 w 89623"/>
                <a:gd name="connsiteY10" fmla="*/ 252685 h 258282"/>
                <a:gd name="connsiteX11" fmla="*/ 61827 w 89623"/>
                <a:gd name="connsiteY11" fmla="*/ 219785 h 258282"/>
                <a:gd name="connsiteX12" fmla="*/ 61827 w 89623"/>
                <a:gd name="connsiteY12" fmla="*/ 85539 h 258282"/>
                <a:gd name="connsiteX13" fmla="*/ 60314 w 89623"/>
                <a:gd name="connsiteY13" fmla="*/ 84404 h 258282"/>
                <a:gd name="connsiteX14" fmla="*/ 42541 w 89623"/>
                <a:gd name="connsiteY14" fmla="*/ 75 h 258282"/>
                <a:gd name="connsiteX15" fmla="*/ 23633 w 89623"/>
                <a:gd name="connsiteY15" fmla="*/ 19361 h 258282"/>
                <a:gd name="connsiteX16" fmla="*/ 42541 w 89623"/>
                <a:gd name="connsiteY16" fmla="*/ 38647 h 258282"/>
                <a:gd name="connsiteX17" fmla="*/ 62205 w 89623"/>
                <a:gd name="connsiteY17" fmla="*/ 19361 h 258282"/>
                <a:gd name="connsiteX18" fmla="*/ 42541 w 89623"/>
                <a:gd name="connsiteY18" fmla="*/ 75 h 25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9623" h="258282">
                  <a:moveTo>
                    <a:pt x="60314" y="84404"/>
                  </a:moveTo>
                  <a:lnTo>
                    <a:pt x="1700" y="105203"/>
                  </a:lnTo>
                  <a:lnTo>
                    <a:pt x="1700" y="110875"/>
                  </a:lnTo>
                  <a:lnTo>
                    <a:pt x="4725" y="110497"/>
                  </a:lnTo>
                  <a:cubicBezTo>
                    <a:pt x="9263" y="109741"/>
                    <a:pt x="14179" y="109363"/>
                    <a:pt x="17583" y="109363"/>
                  </a:cubicBezTo>
                  <a:cubicBezTo>
                    <a:pt x="26658" y="109363"/>
                    <a:pt x="30062" y="115413"/>
                    <a:pt x="30062" y="132052"/>
                  </a:cubicBezTo>
                  <a:lnTo>
                    <a:pt x="30062" y="219785"/>
                  </a:lnTo>
                  <a:cubicBezTo>
                    <a:pt x="30062" y="247012"/>
                    <a:pt x="26280" y="251172"/>
                    <a:pt x="187" y="252685"/>
                  </a:cubicBezTo>
                  <a:lnTo>
                    <a:pt x="187" y="258357"/>
                  </a:lnTo>
                  <a:lnTo>
                    <a:pt x="89811" y="258357"/>
                  </a:lnTo>
                  <a:lnTo>
                    <a:pt x="89811" y="252685"/>
                  </a:lnTo>
                  <a:cubicBezTo>
                    <a:pt x="64852" y="250794"/>
                    <a:pt x="61827" y="247012"/>
                    <a:pt x="61827" y="219785"/>
                  </a:cubicBezTo>
                  <a:lnTo>
                    <a:pt x="61827" y="85539"/>
                  </a:lnTo>
                  <a:lnTo>
                    <a:pt x="60314" y="84404"/>
                  </a:lnTo>
                  <a:close/>
                  <a:moveTo>
                    <a:pt x="42541" y="75"/>
                  </a:moveTo>
                  <a:cubicBezTo>
                    <a:pt x="32331" y="75"/>
                    <a:pt x="23633" y="8772"/>
                    <a:pt x="23633" y="19361"/>
                  </a:cubicBezTo>
                  <a:cubicBezTo>
                    <a:pt x="23633" y="29949"/>
                    <a:pt x="31953" y="38647"/>
                    <a:pt x="42541" y="38647"/>
                  </a:cubicBezTo>
                  <a:cubicBezTo>
                    <a:pt x="53508" y="38647"/>
                    <a:pt x="62205" y="30327"/>
                    <a:pt x="62205" y="19361"/>
                  </a:cubicBezTo>
                  <a:cubicBezTo>
                    <a:pt x="62205" y="8772"/>
                    <a:pt x="53508" y="75"/>
                    <a:pt x="42541" y="75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2" name="Freeform: Shape 2381">
              <a:extLst>
                <a:ext uri="{FF2B5EF4-FFF2-40B4-BE49-F238E27FC236}">
                  <a16:creationId xmlns:a16="http://schemas.microsoft.com/office/drawing/2014/main" id="{A7DA7FA4-88AA-EB15-E3EE-2F07FA3F2400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9786308" y="5212871"/>
              <a:ext cx="177356" cy="173952"/>
            </a:xfrm>
            <a:custGeom>
              <a:avLst/>
              <a:gdLst>
                <a:gd name="connsiteX0" fmla="*/ 190 w 177356"/>
                <a:gd name="connsiteY0" fmla="*/ 23521 h 173952"/>
                <a:gd name="connsiteX1" fmla="*/ 10400 w 177356"/>
                <a:gd name="connsiteY1" fmla="*/ 22008 h 173952"/>
                <a:gd name="connsiteX2" fmla="*/ 24392 w 177356"/>
                <a:gd name="connsiteY2" fmla="*/ 46210 h 173952"/>
                <a:gd name="connsiteX3" fmla="*/ 24392 w 177356"/>
                <a:gd name="connsiteY3" fmla="*/ 139993 h 173952"/>
                <a:gd name="connsiteX4" fmla="*/ 946 w 177356"/>
                <a:gd name="connsiteY4" fmla="*/ 168355 h 173952"/>
                <a:gd name="connsiteX5" fmla="*/ 946 w 177356"/>
                <a:gd name="connsiteY5" fmla="*/ 174028 h 173952"/>
                <a:gd name="connsiteX6" fmla="*/ 81116 w 177356"/>
                <a:gd name="connsiteY6" fmla="*/ 174028 h 173952"/>
                <a:gd name="connsiteX7" fmla="*/ 81116 w 177356"/>
                <a:gd name="connsiteY7" fmla="*/ 168355 h 173952"/>
                <a:gd name="connsiteX8" fmla="*/ 56157 w 177356"/>
                <a:gd name="connsiteY8" fmla="*/ 148691 h 173952"/>
                <a:gd name="connsiteX9" fmla="*/ 56157 w 177356"/>
                <a:gd name="connsiteY9" fmla="*/ 42428 h 173952"/>
                <a:gd name="connsiteX10" fmla="*/ 95108 w 177356"/>
                <a:gd name="connsiteY10" fmla="*/ 20873 h 173952"/>
                <a:gd name="connsiteX11" fmla="*/ 122713 w 177356"/>
                <a:gd name="connsiteY11" fmla="*/ 57555 h 173952"/>
                <a:gd name="connsiteX12" fmla="*/ 122713 w 177356"/>
                <a:gd name="connsiteY12" fmla="*/ 136590 h 173952"/>
                <a:gd name="connsiteX13" fmla="*/ 98889 w 177356"/>
                <a:gd name="connsiteY13" fmla="*/ 168355 h 173952"/>
                <a:gd name="connsiteX14" fmla="*/ 98889 w 177356"/>
                <a:gd name="connsiteY14" fmla="*/ 174028 h 173952"/>
                <a:gd name="connsiteX15" fmla="*/ 177546 w 177356"/>
                <a:gd name="connsiteY15" fmla="*/ 174028 h 173952"/>
                <a:gd name="connsiteX16" fmla="*/ 177546 w 177356"/>
                <a:gd name="connsiteY16" fmla="*/ 168355 h 173952"/>
                <a:gd name="connsiteX17" fmla="*/ 154479 w 177356"/>
                <a:gd name="connsiteY17" fmla="*/ 143397 h 173952"/>
                <a:gd name="connsiteX18" fmla="*/ 154479 w 177356"/>
                <a:gd name="connsiteY18" fmla="*/ 56798 h 173952"/>
                <a:gd name="connsiteX19" fmla="*/ 109856 w 177356"/>
                <a:gd name="connsiteY19" fmla="*/ 75 h 173952"/>
                <a:gd name="connsiteX20" fmla="*/ 55023 w 177356"/>
                <a:gd name="connsiteY20" fmla="*/ 30706 h 173952"/>
                <a:gd name="connsiteX21" fmla="*/ 55023 w 177356"/>
                <a:gd name="connsiteY21" fmla="*/ 831 h 173952"/>
                <a:gd name="connsiteX22" fmla="*/ 52376 w 177356"/>
                <a:gd name="connsiteY22" fmla="*/ 75 h 173952"/>
                <a:gd name="connsiteX23" fmla="*/ 190 w 177356"/>
                <a:gd name="connsiteY23" fmla="*/ 17092 h 173952"/>
                <a:gd name="connsiteX24" fmla="*/ 190 w 177356"/>
                <a:gd name="connsiteY24" fmla="*/ 23521 h 173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7356" h="173952">
                  <a:moveTo>
                    <a:pt x="190" y="23521"/>
                  </a:moveTo>
                  <a:cubicBezTo>
                    <a:pt x="2459" y="22386"/>
                    <a:pt x="6241" y="22008"/>
                    <a:pt x="10400" y="22008"/>
                  </a:cubicBezTo>
                  <a:cubicBezTo>
                    <a:pt x="20989" y="22008"/>
                    <a:pt x="24392" y="27680"/>
                    <a:pt x="24392" y="46210"/>
                  </a:cubicBezTo>
                  <a:lnTo>
                    <a:pt x="24392" y="139993"/>
                  </a:lnTo>
                  <a:cubicBezTo>
                    <a:pt x="24392" y="161548"/>
                    <a:pt x="20232" y="166843"/>
                    <a:pt x="946" y="168355"/>
                  </a:cubicBezTo>
                  <a:lnTo>
                    <a:pt x="946" y="174028"/>
                  </a:lnTo>
                  <a:lnTo>
                    <a:pt x="81116" y="174028"/>
                  </a:lnTo>
                  <a:lnTo>
                    <a:pt x="81116" y="168355"/>
                  </a:lnTo>
                  <a:cubicBezTo>
                    <a:pt x="61830" y="166843"/>
                    <a:pt x="56157" y="162305"/>
                    <a:pt x="56157" y="148691"/>
                  </a:cubicBezTo>
                  <a:lnTo>
                    <a:pt x="56157" y="42428"/>
                  </a:lnTo>
                  <a:cubicBezTo>
                    <a:pt x="74309" y="25411"/>
                    <a:pt x="82629" y="20873"/>
                    <a:pt x="95108" y="20873"/>
                  </a:cubicBezTo>
                  <a:cubicBezTo>
                    <a:pt x="113638" y="20873"/>
                    <a:pt x="122713" y="32596"/>
                    <a:pt x="122713" y="57555"/>
                  </a:cubicBezTo>
                  <a:lnTo>
                    <a:pt x="122713" y="136590"/>
                  </a:lnTo>
                  <a:cubicBezTo>
                    <a:pt x="122713" y="160414"/>
                    <a:pt x="117797" y="166843"/>
                    <a:pt x="98889" y="168355"/>
                  </a:cubicBezTo>
                  <a:lnTo>
                    <a:pt x="98889" y="174028"/>
                  </a:lnTo>
                  <a:lnTo>
                    <a:pt x="177546" y="174028"/>
                  </a:lnTo>
                  <a:lnTo>
                    <a:pt x="177546" y="168355"/>
                  </a:lnTo>
                  <a:cubicBezTo>
                    <a:pt x="159017" y="166464"/>
                    <a:pt x="154479" y="161927"/>
                    <a:pt x="154479" y="143397"/>
                  </a:cubicBezTo>
                  <a:lnTo>
                    <a:pt x="154479" y="56798"/>
                  </a:lnTo>
                  <a:cubicBezTo>
                    <a:pt x="154479" y="21252"/>
                    <a:pt x="137840" y="75"/>
                    <a:pt x="109856" y="75"/>
                  </a:cubicBezTo>
                  <a:cubicBezTo>
                    <a:pt x="92461" y="75"/>
                    <a:pt x="80738" y="6503"/>
                    <a:pt x="55023" y="30706"/>
                  </a:cubicBezTo>
                  <a:lnTo>
                    <a:pt x="55023" y="831"/>
                  </a:lnTo>
                  <a:lnTo>
                    <a:pt x="52376" y="75"/>
                  </a:lnTo>
                  <a:cubicBezTo>
                    <a:pt x="33846" y="6882"/>
                    <a:pt x="20989" y="11041"/>
                    <a:pt x="190" y="17092"/>
                  </a:cubicBezTo>
                  <a:lnTo>
                    <a:pt x="190" y="23521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3" name="Freeform: Shape 2382">
              <a:extLst>
                <a:ext uri="{FF2B5EF4-FFF2-40B4-BE49-F238E27FC236}">
                  <a16:creationId xmlns:a16="http://schemas.microsoft.com/office/drawing/2014/main" id="{B826A775-5318-EC87-C66C-7C6884E8987C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9974962" y="5167870"/>
              <a:ext cx="100590" cy="222735"/>
            </a:xfrm>
            <a:custGeom>
              <a:avLst/>
              <a:gdLst>
                <a:gd name="connsiteX0" fmla="*/ 91709 w 100590"/>
                <a:gd name="connsiteY0" fmla="*/ 48857 h 222735"/>
                <a:gd name="connsiteX1" fmla="*/ 53515 w 100590"/>
                <a:gd name="connsiteY1" fmla="*/ 48857 h 222735"/>
                <a:gd name="connsiteX2" fmla="*/ 53515 w 100590"/>
                <a:gd name="connsiteY2" fmla="*/ 4991 h 222735"/>
                <a:gd name="connsiteX3" fmla="*/ 50868 w 100590"/>
                <a:gd name="connsiteY3" fmla="*/ 75 h 222735"/>
                <a:gd name="connsiteX4" fmla="*/ 43305 w 100590"/>
                <a:gd name="connsiteY4" fmla="*/ 10663 h 222735"/>
                <a:gd name="connsiteX5" fmla="*/ 6624 w 100590"/>
                <a:gd name="connsiteY5" fmla="*/ 51126 h 222735"/>
                <a:gd name="connsiteX6" fmla="*/ 195 w 100590"/>
                <a:gd name="connsiteY6" fmla="*/ 58311 h 222735"/>
                <a:gd name="connsiteX7" fmla="*/ 1708 w 100590"/>
                <a:gd name="connsiteY7" fmla="*/ 60958 h 222735"/>
                <a:gd name="connsiteX8" fmla="*/ 21750 w 100590"/>
                <a:gd name="connsiteY8" fmla="*/ 60958 h 222735"/>
                <a:gd name="connsiteX9" fmla="*/ 21750 w 100590"/>
                <a:gd name="connsiteY9" fmla="*/ 174784 h 222735"/>
                <a:gd name="connsiteX10" fmla="*/ 55406 w 100590"/>
                <a:gd name="connsiteY10" fmla="*/ 222810 h 222735"/>
                <a:gd name="connsiteX11" fmla="*/ 100785 w 100590"/>
                <a:gd name="connsiteY11" fmla="*/ 194070 h 222735"/>
                <a:gd name="connsiteX12" fmla="*/ 95869 w 100590"/>
                <a:gd name="connsiteY12" fmla="*/ 189910 h 222735"/>
                <a:gd name="connsiteX13" fmla="*/ 73180 w 100590"/>
                <a:gd name="connsiteY13" fmla="*/ 203146 h 222735"/>
                <a:gd name="connsiteX14" fmla="*/ 53515 w 100590"/>
                <a:gd name="connsiteY14" fmla="*/ 169112 h 222735"/>
                <a:gd name="connsiteX15" fmla="*/ 53515 w 100590"/>
                <a:gd name="connsiteY15" fmla="*/ 60958 h 222735"/>
                <a:gd name="connsiteX16" fmla="*/ 91709 w 100590"/>
                <a:gd name="connsiteY16" fmla="*/ 60958 h 222735"/>
                <a:gd name="connsiteX17" fmla="*/ 91709 w 100590"/>
                <a:gd name="connsiteY17" fmla="*/ 48857 h 22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0590" h="222735">
                  <a:moveTo>
                    <a:pt x="91709" y="48857"/>
                  </a:moveTo>
                  <a:lnTo>
                    <a:pt x="53515" y="48857"/>
                  </a:lnTo>
                  <a:lnTo>
                    <a:pt x="53515" y="4991"/>
                  </a:lnTo>
                  <a:cubicBezTo>
                    <a:pt x="53515" y="1209"/>
                    <a:pt x="53137" y="75"/>
                    <a:pt x="50868" y="75"/>
                  </a:cubicBezTo>
                  <a:cubicBezTo>
                    <a:pt x="48221" y="3478"/>
                    <a:pt x="45952" y="6882"/>
                    <a:pt x="43305" y="10663"/>
                  </a:cubicBezTo>
                  <a:cubicBezTo>
                    <a:pt x="28935" y="31462"/>
                    <a:pt x="12674" y="49613"/>
                    <a:pt x="6624" y="51126"/>
                  </a:cubicBezTo>
                  <a:cubicBezTo>
                    <a:pt x="2464" y="53773"/>
                    <a:pt x="195" y="56420"/>
                    <a:pt x="195" y="58311"/>
                  </a:cubicBezTo>
                  <a:cubicBezTo>
                    <a:pt x="195" y="59446"/>
                    <a:pt x="573" y="60202"/>
                    <a:pt x="1708" y="60958"/>
                  </a:cubicBezTo>
                  <a:lnTo>
                    <a:pt x="21750" y="60958"/>
                  </a:lnTo>
                  <a:lnTo>
                    <a:pt x="21750" y="174784"/>
                  </a:lnTo>
                  <a:cubicBezTo>
                    <a:pt x="21750" y="206549"/>
                    <a:pt x="33095" y="222810"/>
                    <a:pt x="55406" y="222810"/>
                  </a:cubicBezTo>
                  <a:cubicBezTo>
                    <a:pt x="73936" y="222810"/>
                    <a:pt x="88306" y="213734"/>
                    <a:pt x="100785" y="194070"/>
                  </a:cubicBezTo>
                  <a:lnTo>
                    <a:pt x="95869" y="189910"/>
                  </a:lnTo>
                  <a:cubicBezTo>
                    <a:pt x="87928" y="199364"/>
                    <a:pt x="81499" y="203146"/>
                    <a:pt x="73180" y="203146"/>
                  </a:cubicBezTo>
                  <a:cubicBezTo>
                    <a:pt x="59188" y="203146"/>
                    <a:pt x="53515" y="192936"/>
                    <a:pt x="53515" y="169112"/>
                  </a:cubicBezTo>
                  <a:lnTo>
                    <a:pt x="53515" y="60958"/>
                  </a:lnTo>
                  <a:lnTo>
                    <a:pt x="91709" y="60958"/>
                  </a:lnTo>
                  <a:lnTo>
                    <a:pt x="91709" y="48857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4" name="Freeform: Shape 2383">
              <a:extLst>
                <a:ext uri="{FF2B5EF4-FFF2-40B4-BE49-F238E27FC236}">
                  <a16:creationId xmlns:a16="http://schemas.microsoft.com/office/drawing/2014/main" id="{6ECD3EDC-BC94-F1BB-E5E8-7ACD7D005049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0085018" y="5212871"/>
              <a:ext cx="150885" cy="177734"/>
            </a:xfrm>
            <a:custGeom>
              <a:avLst/>
              <a:gdLst>
                <a:gd name="connsiteX0" fmla="*/ 145033 w 150885"/>
                <a:gd name="connsiteY0" fmla="*/ 112010 h 177734"/>
                <a:gd name="connsiteX1" fmla="*/ 86418 w 150885"/>
                <a:gd name="connsiteY1" fmla="*/ 151716 h 177734"/>
                <a:gd name="connsiteX2" fmla="*/ 37635 w 150885"/>
                <a:gd name="connsiteY2" fmla="*/ 119195 h 177734"/>
                <a:gd name="connsiteX3" fmla="*/ 27425 w 150885"/>
                <a:gd name="connsiteY3" fmla="*/ 69278 h 177734"/>
                <a:gd name="connsiteX4" fmla="*/ 143898 w 150885"/>
                <a:gd name="connsiteY4" fmla="*/ 69278 h 177734"/>
                <a:gd name="connsiteX5" fmla="*/ 127637 w 150885"/>
                <a:gd name="connsiteY5" fmla="*/ 21630 h 177734"/>
                <a:gd name="connsiteX6" fmla="*/ 79233 w 150885"/>
                <a:gd name="connsiteY6" fmla="*/ 75 h 177734"/>
                <a:gd name="connsiteX7" fmla="*/ 28182 w 150885"/>
                <a:gd name="connsiteY7" fmla="*/ 19739 h 177734"/>
                <a:gd name="connsiteX8" fmla="*/ 198 w 150885"/>
                <a:gd name="connsiteY8" fmla="*/ 93102 h 177734"/>
                <a:gd name="connsiteX9" fmla="*/ 70913 w 150885"/>
                <a:gd name="connsiteY9" fmla="*/ 177809 h 177734"/>
                <a:gd name="connsiteX10" fmla="*/ 151083 w 150885"/>
                <a:gd name="connsiteY10" fmla="*/ 114657 h 177734"/>
                <a:gd name="connsiteX11" fmla="*/ 145033 w 150885"/>
                <a:gd name="connsiteY11" fmla="*/ 112010 h 177734"/>
                <a:gd name="connsiteX12" fmla="*/ 28182 w 150885"/>
                <a:gd name="connsiteY12" fmla="*/ 57177 h 177734"/>
                <a:gd name="connsiteX13" fmla="*/ 68266 w 150885"/>
                <a:gd name="connsiteY13" fmla="*/ 13688 h 177734"/>
                <a:gd name="connsiteX14" fmla="*/ 105326 w 150885"/>
                <a:gd name="connsiteY14" fmla="*/ 57177 h 177734"/>
                <a:gd name="connsiteX15" fmla="*/ 28182 w 150885"/>
                <a:gd name="connsiteY15" fmla="*/ 57177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0885" h="177734">
                  <a:moveTo>
                    <a:pt x="145033" y="112010"/>
                  </a:moveTo>
                  <a:cubicBezTo>
                    <a:pt x="126881" y="140750"/>
                    <a:pt x="110620" y="151716"/>
                    <a:pt x="86418" y="151716"/>
                  </a:cubicBezTo>
                  <a:cubicBezTo>
                    <a:pt x="64863" y="151716"/>
                    <a:pt x="48602" y="140750"/>
                    <a:pt x="37635" y="119195"/>
                  </a:cubicBezTo>
                  <a:cubicBezTo>
                    <a:pt x="30829" y="104825"/>
                    <a:pt x="28182" y="92345"/>
                    <a:pt x="27425" y="69278"/>
                  </a:cubicBezTo>
                  <a:lnTo>
                    <a:pt x="143898" y="69278"/>
                  </a:lnTo>
                  <a:cubicBezTo>
                    <a:pt x="140873" y="44697"/>
                    <a:pt x="137091" y="33731"/>
                    <a:pt x="127637" y="21630"/>
                  </a:cubicBezTo>
                  <a:cubicBezTo>
                    <a:pt x="116292" y="8016"/>
                    <a:pt x="98897" y="75"/>
                    <a:pt x="79233" y="75"/>
                  </a:cubicBezTo>
                  <a:cubicBezTo>
                    <a:pt x="60325" y="75"/>
                    <a:pt x="42552" y="6882"/>
                    <a:pt x="28182" y="19739"/>
                  </a:cubicBezTo>
                  <a:cubicBezTo>
                    <a:pt x="10408" y="35243"/>
                    <a:pt x="198" y="62093"/>
                    <a:pt x="198" y="93102"/>
                  </a:cubicBezTo>
                  <a:cubicBezTo>
                    <a:pt x="198" y="145288"/>
                    <a:pt x="27425" y="177809"/>
                    <a:pt x="70913" y="177809"/>
                  </a:cubicBezTo>
                  <a:cubicBezTo>
                    <a:pt x="106839" y="177809"/>
                    <a:pt x="135200" y="155498"/>
                    <a:pt x="151083" y="114657"/>
                  </a:cubicBezTo>
                  <a:lnTo>
                    <a:pt x="145033" y="112010"/>
                  </a:lnTo>
                  <a:close/>
                  <a:moveTo>
                    <a:pt x="28182" y="57177"/>
                  </a:moveTo>
                  <a:cubicBezTo>
                    <a:pt x="32341" y="27680"/>
                    <a:pt x="45199" y="13688"/>
                    <a:pt x="68266" y="13688"/>
                  </a:cubicBezTo>
                  <a:cubicBezTo>
                    <a:pt x="91334" y="13688"/>
                    <a:pt x="100410" y="24277"/>
                    <a:pt x="105326" y="57177"/>
                  </a:cubicBezTo>
                  <a:lnTo>
                    <a:pt x="28182" y="57177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5" name="Freeform: Shape 2384">
              <a:extLst>
                <a:ext uri="{FF2B5EF4-FFF2-40B4-BE49-F238E27FC236}">
                  <a16:creationId xmlns:a16="http://schemas.microsoft.com/office/drawing/2014/main" id="{0BDC20DE-A1FA-0D28-8E18-B76DF1F28248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0245985" y="5212871"/>
              <a:ext cx="124792" cy="173952"/>
            </a:xfrm>
            <a:custGeom>
              <a:avLst/>
              <a:gdLst>
                <a:gd name="connsiteX0" fmla="*/ 959 w 124792"/>
                <a:gd name="connsiteY0" fmla="*/ 26546 h 173952"/>
                <a:gd name="connsiteX1" fmla="*/ 14194 w 124792"/>
                <a:gd name="connsiteY1" fmla="*/ 25033 h 173952"/>
                <a:gd name="connsiteX2" fmla="*/ 27051 w 124792"/>
                <a:gd name="connsiteY2" fmla="*/ 47723 h 173952"/>
                <a:gd name="connsiteX3" fmla="*/ 27051 w 124792"/>
                <a:gd name="connsiteY3" fmla="*/ 142262 h 173952"/>
                <a:gd name="connsiteX4" fmla="*/ 202 w 124792"/>
                <a:gd name="connsiteY4" fmla="*/ 168355 h 173952"/>
                <a:gd name="connsiteX5" fmla="*/ 202 w 124792"/>
                <a:gd name="connsiteY5" fmla="*/ 174028 h 173952"/>
                <a:gd name="connsiteX6" fmla="*/ 90960 w 124792"/>
                <a:gd name="connsiteY6" fmla="*/ 174028 h 173952"/>
                <a:gd name="connsiteX7" fmla="*/ 90960 w 124792"/>
                <a:gd name="connsiteY7" fmla="*/ 168355 h 173952"/>
                <a:gd name="connsiteX8" fmla="*/ 58817 w 124792"/>
                <a:gd name="connsiteY8" fmla="*/ 139993 h 173952"/>
                <a:gd name="connsiteX9" fmla="*/ 58817 w 124792"/>
                <a:gd name="connsiteY9" fmla="*/ 54908 h 173952"/>
                <a:gd name="connsiteX10" fmla="*/ 85288 w 124792"/>
                <a:gd name="connsiteY10" fmla="*/ 23899 h 173952"/>
                <a:gd name="connsiteX11" fmla="*/ 95120 w 124792"/>
                <a:gd name="connsiteY11" fmla="*/ 29571 h 173952"/>
                <a:gd name="connsiteX12" fmla="*/ 110246 w 124792"/>
                <a:gd name="connsiteY12" fmla="*/ 37134 h 173952"/>
                <a:gd name="connsiteX13" fmla="*/ 124995 w 124792"/>
                <a:gd name="connsiteY13" fmla="*/ 20117 h 173952"/>
                <a:gd name="connsiteX14" fmla="*/ 104196 w 124792"/>
                <a:gd name="connsiteY14" fmla="*/ 75 h 173952"/>
                <a:gd name="connsiteX15" fmla="*/ 58817 w 124792"/>
                <a:gd name="connsiteY15" fmla="*/ 35622 h 173952"/>
                <a:gd name="connsiteX16" fmla="*/ 58817 w 124792"/>
                <a:gd name="connsiteY16" fmla="*/ 831 h 173952"/>
                <a:gd name="connsiteX17" fmla="*/ 56926 w 124792"/>
                <a:gd name="connsiteY17" fmla="*/ 75 h 173952"/>
                <a:gd name="connsiteX18" fmla="*/ 959 w 124792"/>
                <a:gd name="connsiteY18" fmla="*/ 20495 h 173952"/>
                <a:gd name="connsiteX19" fmla="*/ 959 w 124792"/>
                <a:gd name="connsiteY19" fmla="*/ 26546 h 173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4792" h="173952">
                  <a:moveTo>
                    <a:pt x="959" y="26546"/>
                  </a:moveTo>
                  <a:cubicBezTo>
                    <a:pt x="6253" y="25411"/>
                    <a:pt x="9656" y="25033"/>
                    <a:pt x="14194" y="25033"/>
                  </a:cubicBezTo>
                  <a:cubicBezTo>
                    <a:pt x="23648" y="25033"/>
                    <a:pt x="27051" y="31084"/>
                    <a:pt x="27051" y="47723"/>
                  </a:cubicBezTo>
                  <a:lnTo>
                    <a:pt x="27051" y="142262"/>
                  </a:lnTo>
                  <a:cubicBezTo>
                    <a:pt x="27051" y="161170"/>
                    <a:pt x="24404" y="163817"/>
                    <a:pt x="202" y="168355"/>
                  </a:cubicBezTo>
                  <a:lnTo>
                    <a:pt x="202" y="174028"/>
                  </a:lnTo>
                  <a:lnTo>
                    <a:pt x="90960" y="174028"/>
                  </a:lnTo>
                  <a:lnTo>
                    <a:pt x="90960" y="168355"/>
                  </a:lnTo>
                  <a:cubicBezTo>
                    <a:pt x="65245" y="167221"/>
                    <a:pt x="58817" y="161548"/>
                    <a:pt x="58817" y="139993"/>
                  </a:cubicBezTo>
                  <a:lnTo>
                    <a:pt x="58817" y="54908"/>
                  </a:lnTo>
                  <a:cubicBezTo>
                    <a:pt x="58817" y="42807"/>
                    <a:pt x="75078" y="23899"/>
                    <a:pt x="85288" y="23899"/>
                  </a:cubicBezTo>
                  <a:cubicBezTo>
                    <a:pt x="87557" y="23899"/>
                    <a:pt x="90960" y="25789"/>
                    <a:pt x="95120" y="29571"/>
                  </a:cubicBezTo>
                  <a:cubicBezTo>
                    <a:pt x="101171" y="34865"/>
                    <a:pt x="105330" y="37134"/>
                    <a:pt x="110246" y="37134"/>
                  </a:cubicBezTo>
                  <a:cubicBezTo>
                    <a:pt x="119322" y="37134"/>
                    <a:pt x="124995" y="30706"/>
                    <a:pt x="124995" y="20117"/>
                  </a:cubicBezTo>
                  <a:cubicBezTo>
                    <a:pt x="124995" y="7638"/>
                    <a:pt x="117053" y="75"/>
                    <a:pt x="104196" y="75"/>
                  </a:cubicBezTo>
                  <a:cubicBezTo>
                    <a:pt x="88313" y="75"/>
                    <a:pt x="77347" y="8772"/>
                    <a:pt x="58817" y="35622"/>
                  </a:cubicBezTo>
                  <a:lnTo>
                    <a:pt x="58817" y="831"/>
                  </a:lnTo>
                  <a:lnTo>
                    <a:pt x="56926" y="75"/>
                  </a:lnTo>
                  <a:cubicBezTo>
                    <a:pt x="36884" y="8394"/>
                    <a:pt x="23270" y="13310"/>
                    <a:pt x="959" y="20495"/>
                  </a:cubicBezTo>
                  <a:lnTo>
                    <a:pt x="959" y="26546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6" name="Freeform: Shape 2385">
              <a:extLst>
                <a:ext uri="{FF2B5EF4-FFF2-40B4-BE49-F238E27FC236}">
                  <a16:creationId xmlns:a16="http://schemas.microsoft.com/office/drawing/2014/main" id="{4826367D-EC8C-81FE-4FA4-B70210EA430C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0372383" y="5212871"/>
              <a:ext cx="175843" cy="256013"/>
            </a:xfrm>
            <a:custGeom>
              <a:avLst/>
              <a:gdLst>
                <a:gd name="connsiteX0" fmla="*/ 1718 w 175843"/>
                <a:gd name="connsiteY0" fmla="*/ 25411 h 256013"/>
                <a:gd name="connsiteX1" fmla="*/ 11172 w 175843"/>
                <a:gd name="connsiteY1" fmla="*/ 25033 h 256013"/>
                <a:gd name="connsiteX2" fmla="*/ 26677 w 175843"/>
                <a:gd name="connsiteY2" fmla="*/ 46588 h 256013"/>
                <a:gd name="connsiteX3" fmla="*/ 26677 w 175843"/>
                <a:gd name="connsiteY3" fmla="*/ 223566 h 256013"/>
                <a:gd name="connsiteX4" fmla="*/ 206 w 175843"/>
                <a:gd name="connsiteY4" fmla="*/ 249659 h 256013"/>
                <a:gd name="connsiteX5" fmla="*/ 206 w 175843"/>
                <a:gd name="connsiteY5" fmla="*/ 256088 h 256013"/>
                <a:gd name="connsiteX6" fmla="*/ 91720 w 175843"/>
                <a:gd name="connsiteY6" fmla="*/ 256088 h 256013"/>
                <a:gd name="connsiteX7" fmla="*/ 91720 w 175843"/>
                <a:gd name="connsiteY7" fmla="*/ 249281 h 256013"/>
                <a:gd name="connsiteX8" fmla="*/ 58442 w 175843"/>
                <a:gd name="connsiteY8" fmla="*/ 220919 h 256013"/>
                <a:gd name="connsiteX9" fmla="*/ 58442 w 175843"/>
                <a:gd name="connsiteY9" fmla="*/ 161548 h 256013"/>
                <a:gd name="connsiteX10" fmla="*/ 96636 w 175843"/>
                <a:gd name="connsiteY10" fmla="*/ 177809 h 256013"/>
                <a:gd name="connsiteX11" fmla="*/ 176049 w 175843"/>
                <a:gd name="connsiteY11" fmla="*/ 80622 h 256013"/>
                <a:gd name="connsiteX12" fmla="*/ 112897 w 175843"/>
                <a:gd name="connsiteY12" fmla="*/ 75 h 256013"/>
                <a:gd name="connsiteX13" fmla="*/ 58442 w 175843"/>
                <a:gd name="connsiteY13" fmla="*/ 29949 h 256013"/>
                <a:gd name="connsiteX14" fmla="*/ 58442 w 175843"/>
                <a:gd name="connsiteY14" fmla="*/ 831 h 256013"/>
                <a:gd name="connsiteX15" fmla="*/ 56173 w 175843"/>
                <a:gd name="connsiteY15" fmla="*/ 75 h 256013"/>
                <a:gd name="connsiteX16" fmla="*/ 1718 w 175843"/>
                <a:gd name="connsiteY16" fmla="*/ 19361 h 256013"/>
                <a:gd name="connsiteX17" fmla="*/ 1718 w 175843"/>
                <a:gd name="connsiteY17" fmla="*/ 25411 h 256013"/>
                <a:gd name="connsiteX18" fmla="*/ 58442 w 175843"/>
                <a:gd name="connsiteY18" fmla="*/ 47723 h 256013"/>
                <a:gd name="connsiteX19" fmla="*/ 97014 w 175843"/>
                <a:gd name="connsiteY19" fmla="*/ 22764 h 256013"/>
                <a:gd name="connsiteX20" fmla="*/ 143528 w 175843"/>
                <a:gd name="connsiteY20" fmla="*/ 95371 h 256013"/>
                <a:gd name="connsiteX21" fmla="*/ 97770 w 175843"/>
                <a:gd name="connsiteY21" fmla="*/ 165708 h 256013"/>
                <a:gd name="connsiteX22" fmla="*/ 58442 w 175843"/>
                <a:gd name="connsiteY22" fmla="*/ 140750 h 256013"/>
                <a:gd name="connsiteX23" fmla="*/ 58442 w 175843"/>
                <a:gd name="connsiteY23" fmla="*/ 47723 h 256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5843" h="256013">
                  <a:moveTo>
                    <a:pt x="1718" y="25411"/>
                  </a:moveTo>
                  <a:cubicBezTo>
                    <a:pt x="5122" y="25033"/>
                    <a:pt x="7769" y="25033"/>
                    <a:pt x="11172" y="25033"/>
                  </a:cubicBezTo>
                  <a:cubicBezTo>
                    <a:pt x="24030" y="25033"/>
                    <a:pt x="26677" y="28815"/>
                    <a:pt x="26677" y="46588"/>
                  </a:cubicBezTo>
                  <a:lnTo>
                    <a:pt x="26677" y="223566"/>
                  </a:lnTo>
                  <a:cubicBezTo>
                    <a:pt x="26677" y="243231"/>
                    <a:pt x="22517" y="247390"/>
                    <a:pt x="206" y="249659"/>
                  </a:cubicBezTo>
                  <a:lnTo>
                    <a:pt x="206" y="256088"/>
                  </a:lnTo>
                  <a:lnTo>
                    <a:pt x="91720" y="256088"/>
                  </a:lnTo>
                  <a:lnTo>
                    <a:pt x="91720" y="249281"/>
                  </a:lnTo>
                  <a:cubicBezTo>
                    <a:pt x="63358" y="248903"/>
                    <a:pt x="58442" y="244743"/>
                    <a:pt x="58442" y="220919"/>
                  </a:cubicBezTo>
                  <a:lnTo>
                    <a:pt x="58442" y="161548"/>
                  </a:lnTo>
                  <a:cubicBezTo>
                    <a:pt x="71677" y="174028"/>
                    <a:pt x="80753" y="177809"/>
                    <a:pt x="96636" y="177809"/>
                  </a:cubicBezTo>
                  <a:cubicBezTo>
                    <a:pt x="141259" y="177809"/>
                    <a:pt x="176049" y="135455"/>
                    <a:pt x="176049" y="80622"/>
                  </a:cubicBezTo>
                  <a:cubicBezTo>
                    <a:pt x="176049" y="33731"/>
                    <a:pt x="149578" y="75"/>
                    <a:pt x="112897" y="75"/>
                  </a:cubicBezTo>
                  <a:cubicBezTo>
                    <a:pt x="91720" y="75"/>
                    <a:pt x="75081" y="9529"/>
                    <a:pt x="58442" y="29949"/>
                  </a:cubicBezTo>
                  <a:lnTo>
                    <a:pt x="58442" y="831"/>
                  </a:lnTo>
                  <a:lnTo>
                    <a:pt x="56173" y="75"/>
                  </a:lnTo>
                  <a:cubicBezTo>
                    <a:pt x="35752" y="8016"/>
                    <a:pt x="22517" y="12932"/>
                    <a:pt x="1718" y="19361"/>
                  </a:cubicBezTo>
                  <a:lnTo>
                    <a:pt x="1718" y="25411"/>
                  </a:lnTo>
                  <a:close/>
                  <a:moveTo>
                    <a:pt x="58442" y="47723"/>
                  </a:moveTo>
                  <a:cubicBezTo>
                    <a:pt x="58442" y="36378"/>
                    <a:pt x="79619" y="22764"/>
                    <a:pt x="97014" y="22764"/>
                  </a:cubicBezTo>
                  <a:cubicBezTo>
                    <a:pt x="124998" y="22764"/>
                    <a:pt x="143528" y="51504"/>
                    <a:pt x="143528" y="95371"/>
                  </a:cubicBezTo>
                  <a:cubicBezTo>
                    <a:pt x="143528" y="137346"/>
                    <a:pt x="124998" y="165708"/>
                    <a:pt x="97770" y="165708"/>
                  </a:cubicBezTo>
                  <a:cubicBezTo>
                    <a:pt x="79997" y="165708"/>
                    <a:pt x="58442" y="152094"/>
                    <a:pt x="58442" y="140750"/>
                  </a:cubicBezTo>
                  <a:lnTo>
                    <a:pt x="58442" y="47723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7" name="Freeform: Shape 2386">
              <a:extLst>
                <a:ext uri="{FF2B5EF4-FFF2-40B4-BE49-F238E27FC236}">
                  <a16:creationId xmlns:a16="http://schemas.microsoft.com/office/drawing/2014/main" id="{096A8630-7928-B5F9-DCA4-89D8121F858A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0571247" y="5212871"/>
              <a:ext cx="166767" cy="177734"/>
            </a:xfrm>
            <a:custGeom>
              <a:avLst/>
              <a:gdLst>
                <a:gd name="connsiteX0" fmla="*/ 83784 w 166767"/>
                <a:gd name="connsiteY0" fmla="*/ 75 h 177734"/>
                <a:gd name="connsiteX1" fmla="*/ 211 w 166767"/>
                <a:gd name="connsiteY1" fmla="*/ 88564 h 177734"/>
                <a:gd name="connsiteX2" fmla="*/ 83027 w 166767"/>
                <a:gd name="connsiteY2" fmla="*/ 177809 h 177734"/>
                <a:gd name="connsiteX3" fmla="*/ 166978 w 166767"/>
                <a:gd name="connsiteY3" fmla="*/ 85539 h 177734"/>
                <a:gd name="connsiteX4" fmla="*/ 83784 w 166767"/>
                <a:gd name="connsiteY4" fmla="*/ 75 h 177734"/>
                <a:gd name="connsiteX5" fmla="*/ 78867 w 166767"/>
                <a:gd name="connsiteY5" fmla="*/ 10663 h 177734"/>
                <a:gd name="connsiteX6" fmla="*/ 132944 w 166767"/>
                <a:gd name="connsiteY6" fmla="*/ 98774 h 177734"/>
                <a:gd name="connsiteX7" fmla="*/ 87565 w 166767"/>
                <a:gd name="connsiteY7" fmla="*/ 167221 h 177734"/>
                <a:gd name="connsiteX8" fmla="*/ 50884 w 166767"/>
                <a:gd name="connsiteY8" fmla="*/ 143019 h 177734"/>
                <a:gd name="connsiteX9" fmla="*/ 34245 w 166767"/>
                <a:gd name="connsiteY9" fmla="*/ 70034 h 177734"/>
                <a:gd name="connsiteX10" fmla="*/ 78867 w 166767"/>
                <a:gd name="connsiteY10" fmla="*/ 10663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767" h="177734">
                  <a:moveTo>
                    <a:pt x="83784" y="75"/>
                  </a:moveTo>
                  <a:cubicBezTo>
                    <a:pt x="34623" y="75"/>
                    <a:pt x="211" y="36378"/>
                    <a:pt x="211" y="88564"/>
                  </a:cubicBezTo>
                  <a:cubicBezTo>
                    <a:pt x="211" y="139615"/>
                    <a:pt x="35379" y="177809"/>
                    <a:pt x="83027" y="177809"/>
                  </a:cubicBezTo>
                  <a:cubicBezTo>
                    <a:pt x="130675" y="177809"/>
                    <a:pt x="166978" y="137724"/>
                    <a:pt x="166978" y="85539"/>
                  </a:cubicBezTo>
                  <a:cubicBezTo>
                    <a:pt x="166978" y="36000"/>
                    <a:pt x="132188" y="75"/>
                    <a:pt x="83784" y="75"/>
                  </a:cubicBezTo>
                  <a:close/>
                  <a:moveTo>
                    <a:pt x="78867" y="10663"/>
                  </a:moveTo>
                  <a:cubicBezTo>
                    <a:pt x="110633" y="10663"/>
                    <a:pt x="132944" y="46966"/>
                    <a:pt x="132944" y="98774"/>
                  </a:cubicBezTo>
                  <a:cubicBezTo>
                    <a:pt x="132944" y="141506"/>
                    <a:pt x="115927" y="167221"/>
                    <a:pt x="87565" y="167221"/>
                  </a:cubicBezTo>
                  <a:cubicBezTo>
                    <a:pt x="72817" y="167221"/>
                    <a:pt x="58825" y="158145"/>
                    <a:pt x="50884" y="143019"/>
                  </a:cubicBezTo>
                  <a:cubicBezTo>
                    <a:pt x="40295" y="123354"/>
                    <a:pt x="34245" y="96883"/>
                    <a:pt x="34245" y="70034"/>
                  </a:cubicBezTo>
                  <a:cubicBezTo>
                    <a:pt x="34245" y="34109"/>
                    <a:pt x="52018" y="10663"/>
                    <a:pt x="78867" y="10663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8" name="Freeform: Shape 2387">
              <a:extLst>
                <a:ext uri="{FF2B5EF4-FFF2-40B4-BE49-F238E27FC236}">
                  <a16:creationId xmlns:a16="http://schemas.microsoft.com/office/drawing/2014/main" id="{4D6D11E9-05ED-318D-0E09-AA99F5D06EBC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0757254" y="5128542"/>
              <a:ext cx="90001" cy="258282"/>
            </a:xfrm>
            <a:custGeom>
              <a:avLst/>
              <a:gdLst>
                <a:gd name="connsiteX0" fmla="*/ 215 w 90001"/>
                <a:gd name="connsiteY0" fmla="*/ 22764 h 258282"/>
                <a:gd name="connsiteX1" fmla="*/ 2484 w 90001"/>
                <a:gd name="connsiteY1" fmla="*/ 22764 h 258282"/>
                <a:gd name="connsiteX2" fmla="*/ 14207 w 90001"/>
                <a:gd name="connsiteY2" fmla="*/ 22008 h 258282"/>
                <a:gd name="connsiteX3" fmla="*/ 30090 w 90001"/>
                <a:gd name="connsiteY3" fmla="*/ 45076 h 258282"/>
                <a:gd name="connsiteX4" fmla="*/ 30090 w 90001"/>
                <a:gd name="connsiteY4" fmla="*/ 225457 h 258282"/>
                <a:gd name="connsiteX5" fmla="*/ 972 w 90001"/>
                <a:gd name="connsiteY5" fmla="*/ 252685 h 258282"/>
                <a:gd name="connsiteX6" fmla="*/ 972 w 90001"/>
                <a:gd name="connsiteY6" fmla="*/ 258357 h 258282"/>
                <a:gd name="connsiteX7" fmla="*/ 90217 w 90001"/>
                <a:gd name="connsiteY7" fmla="*/ 258357 h 258282"/>
                <a:gd name="connsiteX8" fmla="*/ 90217 w 90001"/>
                <a:gd name="connsiteY8" fmla="*/ 252685 h 258282"/>
                <a:gd name="connsiteX9" fmla="*/ 61855 w 90001"/>
                <a:gd name="connsiteY9" fmla="*/ 226592 h 258282"/>
                <a:gd name="connsiteX10" fmla="*/ 61855 w 90001"/>
                <a:gd name="connsiteY10" fmla="*/ 831 h 258282"/>
                <a:gd name="connsiteX11" fmla="*/ 60343 w 90001"/>
                <a:gd name="connsiteY11" fmla="*/ 75 h 258282"/>
                <a:gd name="connsiteX12" fmla="*/ 215 w 90001"/>
                <a:gd name="connsiteY12" fmla="*/ 16714 h 258282"/>
                <a:gd name="connsiteX13" fmla="*/ 215 w 90001"/>
                <a:gd name="connsiteY13" fmla="*/ 22764 h 25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0001" h="258282">
                  <a:moveTo>
                    <a:pt x="215" y="22764"/>
                  </a:moveTo>
                  <a:lnTo>
                    <a:pt x="2484" y="22764"/>
                  </a:lnTo>
                  <a:cubicBezTo>
                    <a:pt x="6644" y="22386"/>
                    <a:pt x="11182" y="22008"/>
                    <a:pt x="14207" y="22008"/>
                  </a:cubicBezTo>
                  <a:cubicBezTo>
                    <a:pt x="26308" y="22008"/>
                    <a:pt x="30090" y="27302"/>
                    <a:pt x="30090" y="45076"/>
                  </a:cubicBezTo>
                  <a:lnTo>
                    <a:pt x="30090" y="225457"/>
                  </a:lnTo>
                  <a:cubicBezTo>
                    <a:pt x="30090" y="245878"/>
                    <a:pt x="24796" y="250794"/>
                    <a:pt x="972" y="252685"/>
                  </a:cubicBezTo>
                  <a:lnTo>
                    <a:pt x="972" y="258357"/>
                  </a:lnTo>
                  <a:lnTo>
                    <a:pt x="90217" y="258357"/>
                  </a:lnTo>
                  <a:lnTo>
                    <a:pt x="90217" y="252685"/>
                  </a:lnTo>
                  <a:cubicBezTo>
                    <a:pt x="66393" y="251172"/>
                    <a:pt x="61855" y="247390"/>
                    <a:pt x="61855" y="226592"/>
                  </a:cubicBezTo>
                  <a:lnTo>
                    <a:pt x="61855" y="831"/>
                  </a:lnTo>
                  <a:lnTo>
                    <a:pt x="60343" y="75"/>
                  </a:lnTo>
                  <a:cubicBezTo>
                    <a:pt x="40678" y="6503"/>
                    <a:pt x="26308" y="10285"/>
                    <a:pt x="215" y="16714"/>
                  </a:cubicBezTo>
                  <a:lnTo>
                    <a:pt x="215" y="22764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9" name="Freeform: Shape 2388">
              <a:extLst>
                <a:ext uri="{FF2B5EF4-FFF2-40B4-BE49-F238E27FC236}">
                  <a16:creationId xmlns:a16="http://schemas.microsoft.com/office/drawing/2014/main" id="{F0678C72-AF33-9109-B6E4-18E5A24F9FB9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0869579" y="5212871"/>
              <a:ext cx="153154" cy="177734"/>
            </a:xfrm>
            <a:custGeom>
              <a:avLst/>
              <a:gdLst>
                <a:gd name="connsiteX0" fmla="*/ 153372 w 153154"/>
                <a:gd name="connsiteY0" fmla="*/ 149069 h 177734"/>
                <a:gd name="connsiteX1" fmla="*/ 136733 w 153154"/>
                <a:gd name="connsiteY1" fmla="*/ 156254 h 177734"/>
                <a:gd name="connsiteX2" fmla="*/ 125389 w 153154"/>
                <a:gd name="connsiteY2" fmla="*/ 134321 h 177734"/>
                <a:gd name="connsiteX3" fmla="*/ 125389 w 153154"/>
                <a:gd name="connsiteY3" fmla="*/ 60580 h 177734"/>
                <a:gd name="connsiteX4" fmla="*/ 117826 w 153154"/>
                <a:gd name="connsiteY4" fmla="*/ 20873 h 177734"/>
                <a:gd name="connsiteX5" fmla="*/ 70934 w 153154"/>
                <a:gd name="connsiteY5" fmla="*/ 75 h 177734"/>
                <a:gd name="connsiteX6" fmla="*/ 7403 w 153154"/>
                <a:gd name="connsiteY6" fmla="*/ 42428 h 177734"/>
                <a:gd name="connsiteX7" fmla="*/ 23664 w 153154"/>
                <a:gd name="connsiteY7" fmla="*/ 58689 h 177734"/>
                <a:gd name="connsiteX8" fmla="*/ 40681 w 153154"/>
                <a:gd name="connsiteY8" fmla="*/ 42807 h 177734"/>
                <a:gd name="connsiteX9" fmla="*/ 39925 w 153154"/>
                <a:gd name="connsiteY9" fmla="*/ 36756 h 177734"/>
                <a:gd name="connsiteX10" fmla="*/ 38790 w 153154"/>
                <a:gd name="connsiteY10" fmla="*/ 27680 h 177734"/>
                <a:gd name="connsiteX11" fmla="*/ 66018 w 153154"/>
                <a:gd name="connsiteY11" fmla="*/ 9151 h 177734"/>
                <a:gd name="connsiteX12" fmla="*/ 94758 w 153154"/>
                <a:gd name="connsiteY12" fmla="*/ 40538 h 177734"/>
                <a:gd name="connsiteX13" fmla="*/ 94758 w 153154"/>
                <a:gd name="connsiteY13" fmla="*/ 63605 h 177734"/>
                <a:gd name="connsiteX14" fmla="*/ 13832 w 153154"/>
                <a:gd name="connsiteY14" fmla="*/ 104446 h 177734"/>
                <a:gd name="connsiteX15" fmla="*/ 218 w 153154"/>
                <a:gd name="connsiteY15" fmla="*/ 137346 h 177734"/>
                <a:gd name="connsiteX16" fmla="*/ 39925 w 153154"/>
                <a:gd name="connsiteY16" fmla="*/ 177809 h 177734"/>
                <a:gd name="connsiteX17" fmla="*/ 95136 w 153154"/>
                <a:gd name="connsiteY17" fmla="*/ 150204 h 177734"/>
                <a:gd name="connsiteX18" fmla="*/ 119338 w 153154"/>
                <a:gd name="connsiteY18" fmla="*/ 177809 h 177734"/>
                <a:gd name="connsiteX19" fmla="*/ 153372 w 153154"/>
                <a:gd name="connsiteY19" fmla="*/ 158901 h 177734"/>
                <a:gd name="connsiteX20" fmla="*/ 153372 w 153154"/>
                <a:gd name="connsiteY20" fmla="*/ 149069 h 177734"/>
                <a:gd name="connsiteX21" fmla="*/ 94758 w 153154"/>
                <a:gd name="connsiteY21" fmla="*/ 127514 h 177734"/>
                <a:gd name="connsiteX22" fmla="*/ 84926 w 153154"/>
                <a:gd name="connsiteY22" fmla="*/ 147178 h 177734"/>
                <a:gd name="connsiteX23" fmla="*/ 57320 w 153154"/>
                <a:gd name="connsiteY23" fmla="*/ 155876 h 177734"/>
                <a:gd name="connsiteX24" fmla="*/ 33496 w 153154"/>
                <a:gd name="connsiteY24" fmla="*/ 126758 h 177734"/>
                <a:gd name="connsiteX25" fmla="*/ 33496 w 153154"/>
                <a:gd name="connsiteY25" fmla="*/ 125245 h 177734"/>
                <a:gd name="connsiteX26" fmla="*/ 94758 w 153154"/>
                <a:gd name="connsiteY26" fmla="*/ 72681 h 177734"/>
                <a:gd name="connsiteX27" fmla="*/ 94758 w 153154"/>
                <a:gd name="connsiteY27" fmla="*/ 127514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3154" h="177734">
                  <a:moveTo>
                    <a:pt x="153372" y="149069"/>
                  </a:moveTo>
                  <a:cubicBezTo>
                    <a:pt x="146944" y="154363"/>
                    <a:pt x="142406" y="156254"/>
                    <a:pt x="136733" y="156254"/>
                  </a:cubicBezTo>
                  <a:cubicBezTo>
                    <a:pt x="128036" y="156254"/>
                    <a:pt x="125389" y="150960"/>
                    <a:pt x="125389" y="134321"/>
                  </a:cubicBezTo>
                  <a:lnTo>
                    <a:pt x="125389" y="60580"/>
                  </a:lnTo>
                  <a:cubicBezTo>
                    <a:pt x="125389" y="40916"/>
                    <a:pt x="123498" y="29949"/>
                    <a:pt x="117826" y="20873"/>
                  </a:cubicBezTo>
                  <a:cubicBezTo>
                    <a:pt x="109506" y="7260"/>
                    <a:pt x="93245" y="75"/>
                    <a:pt x="70934" y="75"/>
                  </a:cubicBezTo>
                  <a:cubicBezTo>
                    <a:pt x="35387" y="75"/>
                    <a:pt x="7403" y="18604"/>
                    <a:pt x="7403" y="42428"/>
                  </a:cubicBezTo>
                  <a:cubicBezTo>
                    <a:pt x="7403" y="51126"/>
                    <a:pt x="14966" y="58689"/>
                    <a:pt x="23664" y="58689"/>
                  </a:cubicBezTo>
                  <a:cubicBezTo>
                    <a:pt x="32740" y="58689"/>
                    <a:pt x="40681" y="51126"/>
                    <a:pt x="40681" y="42807"/>
                  </a:cubicBezTo>
                  <a:cubicBezTo>
                    <a:pt x="40681" y="41294"/>
                    <a:pt x="40303" y="39403"/>
                    <a:pt x="39925" y="36756"/>
                  </a:cubicBezTo>
                  <a:cubicBezTo>
                    <a:pt x="39169" y="33353"/>
                    <a:pt x="38790" y="30327"/>
                    <a:pt x="38790" y="27680"/>
                  </a:cubicBezTo>
                  <a:cubicBezTo>
                    <a:pt x="38790" y="17470"/>
                    <a:pt x="50891" y="9151"/>
                    <a:pt x="66018" y="9151"/>
                  </a:cubicBezTo>
                  <a:cubicBezTo>
                    <a:pt x="84548" y="9151"/>
                    <a:pt x="94758" y="20117"/>
                    <a:pt x="94758" y="40538"/>
                  </a:cubicBezTo>
                  <a:lnTo>
                    <a:pt x="94758" y="63605"/>
                  </a:lnTo>
                  <a:cubicBezTo>
                    <a:pt x="36521" y="87051"/>
                    <a:pt x="30093" y="90076"/>
                    <a:pt x="13832" y="104446"/>
                  </a:cubicBezTo>
                  <a:cubicBezTo>
                    <a:pt x="5512" y="112010"/>
                    <a:pt x="218" y="124867"/>
                    <a:pt x="218" y="137346"/>
                  </a:cubicBezTo>
                  <a:cubicBezTo>
                    <a:pt x="218" y="161170"/>
                    <a:pt x="16857" y="177809"/>
                    <a:pt x="39925" y="177809"/>
                  </a:cubicBezTo>
                  <a:cubicBezTo>
                    <a:pt x="56564" y="177809"/>
                    <a:pt x="72068" y="169868"/>
                    <a:pt x="95136" y="150204"/>
                  </a:cubicBezTo>
                  <a:cubicBezTo>
                    <a:pt x="97027" y="169868"/>
                    <a:pt x="103834" y="177809"/>
                    <a:pt x="119338" y="177809"/>
                  </a:cubicBezTo>
                  <a:cubicBezTo>
                    <a:pt x="132196" y="177809"/>
                    <a:pt x="140137" y="173271"/>
                    <a:pt x="153372" y="158901"/>
                  </a:cubicBezTo>
                  <a:lnTo>
                    <a:pt x="153372" y="149069"/>
                  </a:lnTo>
                  <a:close/>
                  <a:moveTo>
                    <a:pt x="94758" y="127514"/>
                  </a:moveTo>
                  <a:cubicBezTo>
                    <a:pt x="94758" y="139237"/>
                    <a:pt x="92867" y="142640"/>
                    <a:pt x="84926" y="147178"/>
                  </a:cubicBezTo>
                  <a:cubicBezTo>
                    <a:pt x="75850" y="152473"/>
                    <a:pt x="65262" y="155876"/>
                    <a:pt x="57320" y="155876"/>
                  </a:cubicBezTo>
                  <a:cubicBezTo>
                    <a:pt x="44085" y="155876"/>
                    <a:pt x="33496" y="143019"/>
                    <a:pt x="33496" y="126758"/>
                  </a:cubicBezTo>
                  <a:lnTo>
                    <a:pt x="33496" y="125245"/>
                  </a:lnTo>
                  <a:cubicBezTo>
                    <a:pt x="33496" y="102934"/>
                    <a:pt x="49001" y="89320"/>
                    <a:pt x="94758" y="72681"/>
                  </a:cubicBezTo>
                  <a:lnTo>
                    <a:pt x="94758" y="127514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0" name="Freeform: Shape 2389">
              <a:extLst>
                <a:ext uri="{FF2B5EF4-FFF2-40B4-BE49-F238E27FC236}">
                  <a16:creationId xmlns:a16="http://schemas.microsoft.com/office/drawing/2014/main" id="{9DDDBDB9-CAA1-80A9-DF4E-3DD997FC0C11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1029033" y="5167870"/>
              <a:ext cx="100590" cy="222735"/>
            </a:xfrm>
            <a:custGeom>
              <a:avLst/>
              <a:gdLst>
                <a:gd name="connsiteX0" fmla="*/ 91737 w 100590"/>
                <a:gd name="connsiteY0" fmla="*/ 48857 h 222735"/>
                <a:gd name="connsiteX1" fmla="*/ 53543 w 100590"/>
                <a:gd name="connsiteY1" fmla="*/ 48857 h 222735"/>
                <a:gd name="connsiteX2" fmla="*/ 53543 w 100590"/>
                <a:gd name="connsiteY2" fmla="*/ 4991 h 222735"/>
                <a:gd name="connsiteX3" fmla="*/ 50896 w 100590"/>
                <a:gd name="connsiteY3" fmla="*/ 75 h 222735"/>
                <a:gd name="connsiteX4" fmla="*/ 43333 w 100590"/>
                <a:gd name="connsiteY4" fmla="*/ 10663 h 222735"/>
                <a:gd name="connsiteX5" fmla="*/ 6651 w 100590"/>
                <a:gd name="connsiteY5" fmla="*/ 51126 h 222735"/>
                <a:gd name="connsiteX6" fmla="*/ 223 w 100590"/>
                <a:gd name="connsiteY6" fmla="*/ 58311 h 222735"/>
                <a:gd name="connsiteX7" fmla="*/ 1735 w 100590"/>
                <a:gd name="connsiteY7" fmla="*/ 60958 h 222735"/>
                <a:gd name="connsiteX8" fmla="*/ 21778 w 100590"/>
                <a:gd name="connsiteY8" fmla="*/ 60958 h 222735"/>
                <a:gd name="connsiteX9" fmla="*/ 21778 w 100590"/>
                <a:gd name="connsiteY9" fmla="*/ 174784 h 222735"/>
                <a:gd name="connsiteX10" fmla="*/ 55434 w 100590"/>
                <a:gd name="connsiteY10" fmla="*/ 222810 h 222735"/>
                <a:gd name="connsiteX11" fmla="*/ 100813 w 100590"/>
                <a:gd name="connsiteY11" fmla="*/ 194070 h 222735"/>
                <a:gd name="connsiteX12" fmla="*/ 95897 w 100590"/>
                <a:gd name="connsiteY12" fmla="*/ 189910 h 222735"/>
                <a:gd name="connsiteX13" fmla="*/ 73207 w 100590"/>
                <a:gd name="connsiteY13" fmla="*/ 203146 h 222735"/>
                <a:gd name="connsiteX14" fmla="*/ 53543 w 100590"/>
                <a:gd name="connsiteY14" fmla="*/ 169112 h 222735"/>
                <a:gd name="connsiteX15" fmla="*/ 53543 w 100590"/>
                <a:gd name="connsiteY15" fmla="*/ 60958 h 222735"/>
                <a:gd name="connsiteX16" fmla="*/ 91737 w 100590"/>
                <a:gd name="connsiteY16" fmla="*/ 60958 h 222735"/>
                <a:gd name="connsiteX17" fmla="*/ 91737 w 100590"/>
                <a:gd name="connsiteY17" fmla="*/ 48857 h 22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0590" h="222735">
                  <a:moveTo>
                    <a:pt x="91737" y="48857"/>
                  </a:moveTo>
                  <a:lnTo>
                    <a:pt x="53543" y="48857"/>
                  </a:lnTo>
                  <a:lnTo>
                    <a:pt x="53543" y="4991"/>
                  </a:lnTo>
                  <a:cubicBezTo>
                    <a:pt x="53543" y="1209"/>
                    <a:pt x="53165" y="75"/>
                    <a:pt x="50896" y="75"/>
                  </a:cubicBezTo>
                  <a:cubicBezTo>
                    <a:pt x="48249" y="3478"/>
                    <a:pt x="45980" y="6882"/>
                    <a:pt x="43333" y="10663"/>
                  </a:cubicBezTo>
                  <a:cubicBezTo>
                    <a:pt x="28963" y="31462"/>
                    <a:pt x="12702" y="49613"/>
                    <a:pt x="6651" y="51126"/>
                  </a:cubicBezTo>
                  <a:cubicBezTo>
                    <a:pt x="2492" y="53773"/>
                    <a:pt x="223" y="56420"/>
                    <a:pt x="223" y="58311"/>
                  </a:cubicBezTo>
                  <a:cubicBezTo>
                    <a:pt x="223" y="59446"/>
                    <a:pt x="601" y="60202"/>
                    <a:pt x="1735" y="60958"/>
                  </a:cubicBezTo>
                  <a:lnTo>
                    <a:pt x="21778" y="60958"/>
                  </a:lnTo>
                  <a:lnTo>
                    <a:pt x="21778" y="174784"/>
                  </a:lnTo>
                  <a:cubicBezTo>
                    <a:pt x="21778" y="206549"/>
                    <a:pt x="33122" y="222810"/>
                    <a:pt x="55434" y="222810"/>
                  </a:cubicBezTo>
                  <a:cubicBezTo>
                    <a:pt x="73964" y="222810"/>
                    <a:pt x="88334" y="213734"/>
                    <a:pt x="100813" y="194070"/>
                  </a:cubicBezTo>
                  <a:lnTo>
                    <a:pt x="95897" y="189910"/>
                  </a:lnTo>
                  <a:cubicBezTo>
                    <a:pt x="87955" y="199364"/>
                    <a:pt x="81527" y="203146"/>
                    <a:pt x="73207" y="203146"/>
                  </a:cubicBezTo>
                  <a:cubicBezTo>
                    <a:pt x="59215" y="203146"/>
                    <a:pt x="53543" y="192936"/>
                    <a:pt x="53543" y="169112"/>
                  </a:cubicBezTo>
                  <a:lnTo>
                    <a:pt x="53543" y="60958"/>
                  </a:lnTo>
                  <a:lnTo>
                    <a:pt x="91737" y="60958"/>
                  </a:lnTo>
                  <a:lnTo>
                    <a:pt x="91737" y="48857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1" name="Freeform: Shape 2390">
              <a:extLst>
                <a:ext uri="{FF2B5EF4-FFF2-40B4-BE49-F238E27FC236}">
                  <a16:creationId xmlns:a16="http://schemas.microsoft.com/office/drawing/2014/main" id="{D5F8B6DA-7440-3601-BC1B-A98C7A9BC5E1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1135686" y="5128542"/>
              <a:ext cx="89623" cy="258282"/>
            </a:xfrm>
            <a:custGeom>
              <a:avLst/>
              <a:gdLst>
                <a:gd name="connsiteX0" fmla="*/ 60353 w 89623"/>
                <a:gd name="connsiteY0" fmla="*/ 84404 h 258282"/>
                <a:gd name="connsiteX1" fmla="*/ 1738 w 89623"/>
                <a:gd name="connsiteY1" fmla="*/ 105203 h 258282"/>
                <a:gd name="connsiteX2" fmla="*/ 1738 w 89623"/>
                <a:gd name="connsiteY2" fmla="*/ 110875 h 258282"/>
                <a:gd name="connsiteX3" fmla="*/ 4763 w 89623"/>
                <a:gd name="connsiteY3" fmla="*/ 110497 h 258282"/>
                <a:gd name="connsiteX4" fmla="*/ 17621 w 89623"/>
                <a:gd name="connsiteY4" fmla="*/ 109363 h 258282"/>
                <a:gd name="connsiteX5" fmla="*/ 30100 w 89623"/>
                <a:gd name="connsiteY5" fmla="*/ 132052 h 258282"/>
                <a:gd name="connsiteX6" fmla="*/ 30100 w 89623"/>
                <a:gd name="connsiteY6" fmla="*/ 219785 h 258282"/>
                <a:gd name="connsiteX7" fmla="*/ 225 w 89623"/>
                <a:gd name="connsiteY7" fmla="*/ 252685 h 258282"/>
                <a:gd name="connsiteX8" fmla="*/ 225 w 89623"/>
                <a:gd name="connsiteY8" fmla="*/ 258357 h 258282"/>
                <a:gd name="connsiteX9" fmla="*/ 89849 w 89623"/>
                <a:gd name="connsiteY9" fmla="*/ 258357 h 258282"/>
                <a:gd name="connsiteX10" fmla="*/ 89849 w 89623"/>
                <a:gd name="connsiteY10" fmla="*/ 252685 h 258282"/>
                <a:gd name="connsiteX11" fmla="*/ 61865 w 89623"/>
                <a:gd name="connsiteY11" fmla="*/ 219785 h 258282"/>
                <a:gd name="connsiteX12" fmla="*/ 61865 w 89623"/>
                <a:gd name="connsiteY12" fmla="*/ 85539 h 258282"/>
                <a:gd name="connsiteX13" fmla="*/ 60353 w 89623"/>
                <a:gd name="connsiteY13" fmla="*/ 84404 h 258282"/>
                <a:gd name="connsiteX14" fmla="*/ 42579 w 89623"/>
                <a:gd name="connsiteY14" fmla="*/ 75 h 258282"/>
                <a:gd name="connsiteX15" fmla="*/ 23671 w 89623"/>
                <a:gd name="connsiteY15" fmla="*/ 19361 h 258282"/>
                <a:gd name="connsiteX16" fmla="*/ 42579 w 89623"/>
                <a:gd name="connsiteY16" fmla="*/ 38647 h 258282"/>
                <a:gd name="connsiteX17" fmla="*/ 62243 w 89623"/>
                <a:gd name="connsiteY17" fmla="*/ 19361 h 258282"/>
                <a:gd name="connsiteX18" fmla="*/ 42579 w 89623"/>
                <a:gd name="connsiteY18" fmla="*/ 75 h 25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9623" h="258282">
                  <a:moveTo>
                    <a:pt x="60353" y="84404"/>
                  </a:moveTo>
                  <a:lnTo>
                    <a:pt x="1738" y="105203"/>
                  </a:lnTo>
                  <a:lnTo>
                    <a:pt x="1738" y="110875"/>
                  </a:lnTo>
                  <a:lnTo>
                    <a:pt x="4763" y="110497"/>
                  </a:lnTo>
                  <a:cubicBezTo>
                    <a:pt x="9301" y="109741"/>
                    <a:pt x="14217" y="109363"/>
                    <a:pt x="17621" y="109363"/>
                  </a:cubicBezTo>
                  <a:cubicBezTo>
                    <a:pt x="26697" y="109363"/>
                    <a:pt x="30100" y="115413"/>
                    <a:pt x="30100" y="132052"/>
                  </a:cubicBezTo>
                  <a:lnTo>
                    <a:pt x="30100" y="219785"/>
                  </a:lnTo>
                  <a:cubicBezTo>
                    <a:pt x="30100" y="247012"/>
                    <a:pt x="26318" y="251172"/>
                    <a:pt x="225" y="252685"/>
                  </a:cubicBezTo>
                  <a:lnTo>
                    <a:pt x="225" y="258357"/>
                  </a:lnTo>
                  <a:lnTo>
                    <a:pt x="89849" y="258357"/>
                  </a:lnTo>
                  <a:lnTo>
                    <a:pt x="89849" y="252685"/>
                  </a:lnTo>
                  <a:cubicBezTo>
                    <a:pt x="64891" y="250794"/>
                    <a:pt x="61865" y="247012"/>
                    <a:pt x="61865" y="219785"/>
                  </a:cubicBezTo>
                  <a:lnTo>
                    <a:pt x="61865" y="85539"/>
                  </a:lnTo>
                  <a:lnTo>
                    <a:pt x="60353" y="84404"/>
                  </a:lnTo>
                  <a:close/>
                  <a:moveTo>
                    <a:pt x="42579" y="75"/>
                  </a:moveTo>
                  <a:cubicBezTo>
                    <a:pt x="32369" y="75"/>
                    <a:pt x="23671" y="8772"/>
                    <a:pt x="23671" y="19361"/>
                  </a:cubicBezTo>
                  <a:cubicBezTo>
                    <a:pt x="23671" y="29949"/>
                    <a:pt x="31991" y="38647"/>
                    <a:pt x="42579" y="38647"/>
                  </a:cubicBezTo>
                  <a:cubicBezTo>
                    <a:pt x="53546" y="38647"/>
                    <a:pt x="62243" y="30327"/>
                    <a:pt x="62243" y="19361"/>
                  </a:cubicBezTo>
                  <a:cubicBezTo>
                    <a:pt x="62243" y="8772"/>
                    <a:pt x="53546" y="75"/>
                    <a:pt x="42579" y="75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2" name="Freeform: Shape 2391">
              <a:extLst>
                <a:ext uri="{FF2B5EF4-FFF2-40B4-BE49-F238E27FC236}">
                  <a16:creationId xmlns:a16="http://schemas.microsoft.com/office/drawing/2014/main" id="{B341D453-BE1D-5F6D-7150-5DDC162FCE59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1246121" y="5212871"/>
              <a:ext cx="166767" cy="177734"/>
            </a:xfrm>
            <a:custGeom>
              <a:avLst/>
              <a:gdLst>
                <a:gd name="connsiteX0" fmla="*/ 83801 w 166767"/>
                <a:gd name="connsiteY0" fmla="*/ 75 h 177734"/>
                <a:gd name="connsiteX1" fmla="*/ 228 w 166767"/>
                <a:gd name="connsiteY1" fmla="*/ 88564 h 177734"/>
                <a:gd name="connsiteX2" fmla="*/ 83045 w 166767"/>
                <a:gd name="connsiteY2" fmla="*/ 177809 h 177734"/>
                <a:gd name="connsiteX3" fmla="*/ 166996 w 166767"/>
                <a:gd name="connsiteY3" fmla="*/ 85539 h 177734"/>
                <a:gd name="connsiteX4" fmla="*/ 83801 w 166767"/>
                <a:gd name="connsiteY4" fmla="*/ 75 h 177734"/>
                <a:gd name="connsiteX5" fmla="*/ 78885 w 166767"/>
                <a:gd name="connsiteY5" fmla="*/ 10663 h 177734"/>
                <a:gd name="connsiteX6" fmla="*/ 132962 w 166767"/>
                <a:gd name="connsiteY6" fmla="*/ 98774 h 177734"/>
                <a:gd name="connsiteX7" fmla="*/ 87583 w 166767"/>
                <a:gd name="connsiteY7" fmla="*/ 167221 h 177734"/>
                <a:gd name="connsiteX8" fmla="*/ 50901 w 166767"/>
                <a:gd name="connsiteY8" fmla="*/ 143019 h 177734"/>
                <a:gd name="connsiteX9" fmla="*/ 34262 w 166767"/>
                <a:gd name="connsiteY9" fmla="*/ 70034 h 177734"/>
                <a:gd name="connsiteX10" fmla="*/ 78885 w 166767"/>
                <a:gd name="connsiteY10" fmla="*/ 10663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767" h="177734">
                  <a:moveTo>
                    <a:pt x="83801" y="75"/>
                  </a:moveTo>
                  <a:cubicBezTo>
                    <a:pt x="34641" y="75"/>
                    <a:pt x="228" y="36378"/>
                    <a:pt x="228" y="88564"/>
                  </a:cubicBezTo>
                  <a:cubicBezTo>
                    <a:pt x="228" y="139615"/>
                    <a:pt x="35397" y="177809"/>
                    <a:pt x="83045" y="177809"/>
                  </a:cubicBezTo>
                  <a:cubicBezTo>
                    <a:pt x="130693" y="177809"/>
                    <a:pt x="166996" y="137724"/>
                    <a:pt x="166996" y="85539"/>
                  </a:cubicBezTo>
                  <a:cubicBezTo>
                    <a:pt x="166996" y="36000"/>
                    <a:pt x="132206" y="75"/>
                    <a:pt x="83801" y="75"/>
                  </a:cubicBezTo>
                  <a:close/>
                  <a:moveTo>
                    <a:pt x="78885" y="10663"/>
                  </a:moveTo>
                  <a:cubicBezTo>
                    <a:pt x="110651" y="10663"/>
                    <a:pt x="132962" y="46966"/>
                    <a:pt x="132962" y="98774"/>
                  </a:cubicBezTo>
                  <a:cubicBezTo>
                    <a:pt x="132962" y="141506"/>
                    <a:pt x="115945" y="167221"/>
                    <a:pt x="87583" y="167221"/>
                  </a:cubicBezTo>
                  <a:cubicBezTo>
                    <a:pt x="72835" y="167221"/>
                    <a:pt x="58843" y="158145"/>
                    <a:pt x="50901" y="143019"/>
                  </a:cubicBezTo>
                  <a:cubicBezTo>
                    <a:pt x="40313" y="123354"/>
                    <a:pt x="34262" y="96883"/>
                    <a:pt x="34262" y="70034"/>
                  </a:cubicBezTo>
                  <a:cubicBezTo>
                    <a:pt x="34262" y="34109"/>
                    <a:pt x="52036" y="10663"/>
                    <a:pt x="78885" y="10663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3" name="Freeform: Shape 2392">
              <a:extLst>
                <a:ext uri="{FF2B5EF4-FFF2-40B4-BE49-F238E27FC236}">
                  <a16:creationId xmlns:a16="http://schemas.microsoft.com/office/drawing/2014/main" id="{8A49CFE5-127D-A7A2-D4AB-63C69F5362F4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1430993" y="5212871"/>
              <a:ext cx="177356" cy="173952"/>
            </a:xfrm>
            <a:custGeom>
              <a:avLst/>
              <a:gdLst>
                <a:gd name="connsiteX0" fmla="*/ 233 w 177356"/>
                <a:gd name="connsiteY0" fmla="*/ 23521 h 173952"/>
                <a:gd name="connsiteX1" fmla="*/ 10443 w 177356"/>
                <a:gd name="connsiteY1" fmla="*/ 22008 h 173952"/>
                <a:gd name="connsiteX2" fmla="*/ 24435 w 177356"/>
                <a:gd name="connsiteY2" fmla="*/ 46210 h 173952"/>
                <a:gd name="connsiteX3" fmla="*/ 24435 w 177356"/>
                <a:gd name="connsiteY3" fmla="*/ 139993 h 173952"/>
                <a:gd name="connsiteX4" fmla="*/ 990 w 177356"/>
                <a:gd name="connsiteY4" fmla="*/ 168355 h 173952"/>
                <a:gd name="connsiteX5" fmla="*/ 990 w 177356"/>
                <a:gd name="connsiteY5" fmla="*/ 174028 h 173952"/>
                <a:gd name="connsiteX6" fmla="*/ 81159 w 177356"/>
                <a:gd name="connsiteY6" fmla="*/ 174028 h 173952"/>
                <a:gd name="connsiteX7" fmla="*/ 81159 w 177356"/>
                <a:gd name="connsiteY7" fmla="*/ 168355 h 173952"/>
                <a:gd name="connsiteX8" fmla="*/ 56201 w 177356"/>
                <a:gd name="connsiteY8" fmla="*/ 148691 h 173952"/>
                <a:gd name="connsiteX9" fmla="*/ 56201 w 177356"/>
                <a:gd name="connsiteY9" fmla="*/ 42428 h 173952"/>
                <a:gd name="connsiteX10" fmla="*/ 95151 w 177356"/>
                <a:gd name="connsiteY10" fmla="*/ 20873 h 173952"/>
                <a:gd name="connsiteX11" fmla="*/ 122757 w 177356"/>
                <a:gd name="connsiteY11" fmla="*/ 57555 h 173952"/>
                <a:gd name="connsiteX12" fmla="*/ 122757 w 177356"/>
                <a:gd name="connsiteY12" fmla="*/ 136590 h 173952"/>
                <a:gd name="connsiteX13" fmla="*/ 98933 w 177356"/>
                <a:gd name="connsiteY13" fmla="*/ 168355 h 173952"/>
                <a:gd name="connsiteX14" fmla="*/ 98933 w 177356"/>
                <a:gd name="connsiteY14" fmla="*/ 174028 h 173952"/>
                <a:gd name="connsiteX15" fmla="*/ 177590 w 177356"/>
                <a:gd name="connsiteY15" fmla="*/ 174028 h 173952"/>
                <a:gd name="connsiteX16" fmla="*/ 177590 w 177356"/>
                <a:gd name="connsiteY16" fmla="*/ 168355 h 173952"/>
                <a:gd name="connsiteX17" fmla="*/ 154522 w 177356"/>
                <a:gd name="connsiteY17" fmla="*/ 143397 h 173952"/>
                <a:gd name="connsiteX18" fmla="*/ 154522 w 177356"/>
                <a:gd name="connsiteY18" fmla="*/ 56798 h 173952"/>
                <a:gd name="connsiteX19" fmla="*/ 109899 w 177356"/>
                <a:gd name="connsiteY19" fmla="*/ 75 h 173952"/>
                <a:gd name="connsiteX20" fmla="*/ 55066 w 177356"/>
                <a:gd name="connsiteY20" fmla="*/ 30706 h 173952"/>
                <a:gd name="connsiteX21" fmla="*/ 55066 w 177356"/>
                <a:gd name="connsiteY21" fmla="*/ 831 h 173952"/>
                <a:gd name="connsiteX22" fmla="*/ 52419 w 177356"/>
                <a:gd name="connsiteY22" fmla="*/ 75 h 173952"/>
                <a:gd name="connsiteX23" fmla="*/ 233 w 177356"/>
                <a:gd name="connsiteY23" fmla="*/ 17092 h 173952"/>
                <a:gd name="connsiteX24" fmla="*/ 233 w 177356"/>
                <a:gd name="connsiteY24" fmla="*/ 23521 h 173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7356" h="173952">
                  <a:moveTo>
                    <a:pt x="233" y="23521"/>
                  </a:moveTo>
                  <a:cubicBezTo>
                    <a:pt x="2502" y="22386"/>
                    <a:pt x="6284" y="22008"/>
                    <a:pt x="10443" y="22008"/>
                  </a:cubicBezTo>
                  <a:cubicBezTo>
                    <a:pt x="21032" y="22008"/>
                    <a:pt x="24435" y="27680"/>
                    <a:pt x="24435" y="46210"/>
                  </a:cubicBezTo>
                  <a:lnTo>
                    <a:pt x="24435" y="139993"/>
                  </a:lnTo>
                  <a:cubicBezTo>
                    <a:pt x="24435" y="161548"/>
                    <a:pt x="20276" y="166843"/>
                    <a:pt x="990" y="168355"/>
                  </a:cubicBezTo>
                  <a:lnTo>
                    <a:pt x="990" y="174028"/>
                  </a:lnTo>
                  <a:lnTo>
                    <a:pt x="81159" y="174028"/>
                  </a:lnTo>
                  <a:lnTo>
                    <a:pt x="81159" y="168355"/>
                  </a:lnTo>
                  <a:cubicBezTo>
                    <a:pt x="61873" y="166843"/>
                    <a:pt x="56201" y="162305"/>
                    <a:pt x="56201" y="148691"/>
                  </a:cubicBezTo>
                  <a:lnTo>
                    <a:pt x="56201" y="42428"/>
                  </a:lnTo>
                  <a:cubicBezTo>
                    <a:pt x="74352" y="25411"/>
                    <a:pt x="82672" y="20873"/>
                    <a:pt x="95151" y="20873"/>
                  </a:cubicBezTo>
                  <a:cubicBezTo>
                    <a:pt x="113681" y="20873"/>
                    <a:pt x="122757" y="32596"/>
                    <a:pt x="122757" y="57555"/>
                  </a:cubicBezTo>
                  <a:lnTo>
                    <a:pt x="122757" y="136590"/>
                  </a:lnTo>
                  <a:cubicBezTo>
                    <a:pt x="122757" y="160414"/>
                    <a:pt x="117840" y="166843"/>
                    <a:pt x="98933" y="168355"/>
                  </a:cubicBezTo>
                  <a:lnTo>
                    <a:pt x="98933" y="174028"/>
                  </a:lnTo>
                  <a:lnTo>
                    <a:pt x="177590" y="174028"/>
                  </a:lnTo>
                  <a:lnTo>
                    <a:pt x="177590" y="168355"/>
                  </a:lnTo>
                  <a:cubicBezTo>
                    <a:pt x="159060" y="166464"/>
                    <a:pt x="154522" y="161927"/>
                    <a:pt x="154522" y="143397"/>
                  </a:cubicBezTo>
                  <a:lnTo>
                    <a:pt x="154522" y="56798"/>
                  </a:lnTo>
                  <a:cubicBezTo>
                    <a:pt x="154522" y="21252"/>
                    <a:pt x="137883" y="75"/>
                    <a:pt x="109899" y="75"/>
                  </a:cubicBezTo>
                  <a:cubicBezTo>
                    <a:pt x="92504" y="75"/>
                    <a:pt x="80781" y="6503"/>
                    <a:pt x="55066" y="30706"/>
                  </a:cubicBezTo>
                  <a:lnTo>
                    <a:pt x="55066" y="831"/>
                  </a:lnTo>
                  <a:lnTo>
                    <a:pt x="52419" y="75"/>
                  </a:lnTo>
                  <a:cubicBezTo>
                    <a:pt x="33889" y="6882"/>
                    <a:pt x="21032" y="11041"/>
                    <a:pt x="233" y="17092"/>
                  </a:cubicBezTo>
                  <a:lnTo>
                    <a:pt x="233" y="23521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4" name="Freeform: Shape 2393">
              <a:extLst>
                <a:ext uri="{FF2B5EF4-FFF2-40B4-BE49-F238E27FC236}">
                  <a16:creationId xmlns:a16="http://schemas.microsoft.com/office/drawing/2014/main" id="{F50D43B2-D763-5403-CB53-D48C0F2761E4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1711516" y="5212871"/>
              <a:ext cx="175843" cy="256013"/>
            </a:xfrm>
            <a:custGeom>
              <a:avLst/>
              <a:gdLst>
                <a:gd name="connsiteX0" fmla="*/ 1753 w 175843"/>
                <a:gd name="connsiteY0" fmla="*/ 25411 h 256013"/>
                <a:gd name="connsiteX1" fmla="*/ 11207 w 175843"/>
                <a:gd name="connsiteY1" fmla="*/ 25033 h 256013"/>
                <a:gd name="connsiteX2" fmla="*/ 26712 w 175843"/>
                <a:gd name="connsiteY2" fmla="*/ 46588 h 256013"/>
                <a:gd name="connsiteX3" fmla="*/ 26712 w 175843"/>
                <a:gd name="connsiteY3" fmla="*/ 223566 h 256013"/>
                <a:gd name="connsiteX4" fmla="*/ 241 w 175843"/>
                <a:gd name="connsiteY4" fmla="*/ 249659 h 256013"/>
                <a:gd name="connsiteX5" fmla="*/ 241 w 175843"/>
                <a:gd name="connsiteY5" fmla="*/ 256088 h 256013"/>
                <a:gd name="connsiteX6" fmla="*/ 91755 w 175843"/>
                <a:gd name="connsiteY6" fmla="*/ 256088 h 256013"/>
                <a:gd name="connsiteX7" fmla="*/ 91755 w 175843"/>
                <a:gd name="connsiteY7" fmla="*/ 249281 h 256013"/>
                <a:gd name="connsiteX8" fmla="*/ 58477 w 175843"/>
                <a:gd name="connsiteY8" fmla="*/ 220919 h 256013"/>
                <a:gd name="connsiteX9" fmla="*/ 58477 w 175843"/>
                <a:gd name="connsiteY9" fmla="*/ 161548 h 256013"/>
                <a:gd name="connsiteX10" fmla="*/ 96671 w 175843"/>
                <a:gd name="connsiteY10" fmla="*/ 177809 h 256013"/>
                <a:gd name="connsiteX11" fmla="*/ 176084 w 175843"/>
                <a:gd name="connsiteY11" fmla="*/ 80622 h 256013"/>
                <a:gd name="connsiteX12" fmla="*/ 112932 w 175843"/>
                <a:gd name="connsiteY12" fmla="*/ 75 h 256013"/>
                <a:gd name="connsiteX13" fmla="*/ 58477 w 175843"/>
                <a:gd name="connsiteY13" fmla="*/ 29949 h 256013"/>
                <a:gd name="connsiteX14" fmla="*/ 58477 w 175843"/>
                <a:gd name="connsiteY14" fmla="*/ 831 h 256013"/>
                <a:gd name="connsiteX15" fmla="*/ 56208 w 175843"/>
                <a:gd name="connsiteY15" fmla="*/ 75 h 256013"/>
                <a:gd name="connsiteX16" fmla="*/ 1753 w 175843"/>
                <a:gd name="connsiteY16" fmla="*/ 19361 h 256013"/>
                <a:gd name="connsiteX17" fmla="*/ 1753 w 175843"/>
                <a:gd name="connsiteY17" fmla="*/ 25411 h 256013"/>
                <a:gd name="connsiteX18" fmla="*/ 58477 w 175843"/>
                <a:gd name="connsiteY18" fmla="*/ 47723 h 256013"/>
                <a:gd name="connsiteX19" fmla="*/ 97049 w 175843"/>
                <a:gd name="connsiteY19" fmla="*/ 22764 h 256013"/>
                <a:gd name="connsiteX20" fmla="*/ 143563 w 175843"/>
                <a:gd name="connsiteY20" fmla="*/ 95371 h 256013"/>
                <a:gd name="connsiteX21" fmla="*/ 97806 w 175843"/>
                <a:gd name="connsiteY21" fmla="*/ 165708 h 256013"/>
                <a:gd name="connsiteX22" fmla="*/ 58477 w 175843"/>
                <a:gd name="connsiteY22" fmla="*/ 140750 h 256013"/>
                <a:gd name="connsiteX23" fmla="*/ 58477 w 175843"/>
                <a:gd name="connsiteY23" fmla="*/ 47723 h 256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5843" h="256013">
                  <a:moveTo>
                    <a:pt x="1753" y="25411"/>
                  </a:moveTo>
                  <a:cubicBezTo>
                    <a:pt x="5157" y="25033"/>
                    <a:pt x="7804" y="25033"/>
                    <a:pt x="11207" y="25033"/>
                  </a:cubicBezTo>
                  <a:cubicBezTo>
                    <a:pt x="24065" y="25033"/>
                    <a:pt x="26712" y="28815"/>
                    <a:pt x="26712" y="46588"/>
                  </a:cubicBezTo>
                  <a:lnTo>
                    <a:pt x="26712" y="223566"/>
                  </a:lnTo>
                  <a:cubicBezTo>
                    <a:pt x="26712" y="243231"/>
                    <a:pt x="22552" y="247390"/>
                    <a:pt x="241" y="249659"/>
                  </a:cubicBezTo>
                  <a:lnTo>
                    <a:pt x="241" y="256088"/>
                  </a:lnTo>
                  <a:lnTo>
                    <a:pt x="91755" y="256088"/>
                  </a:lnTo>
                  <a:lnTo>
                    <a:pt x="91755" y="249281"/>
                  </a:lnTo>
                  <a:cubicBezTo>
                    <a:pt x="63393" y="248903"/>
                    <a:pt x="58477" y="244743"/>
                    <a:pt x="58477" y="220919"/>
                  </a:cubicBezTo>
                  <a:lnTo>
                    <a:pt x="58477" y="161548"/>
                  </a:lnTo>
                  <a:cubicBezTo>
                    <a:pt x="71713" y="174028"/>
                    <a:pt x="80788" y="177809"/>
                    <a:pt x="96671" y="177809"/>
                  </a:cubicBezTo>
                  <a:cubicBezTo>
                    <a:pt x="141294" y="177809"/>
                    <a:pt x="176084" y="135455"/>
                    <a:pt x="176084" y="80622"/>
                  </a:cubicBezTo>
                  <a:cubicBezTo>
                    <a:pt x="176084" y="33731"/>
                    <a:pt x="149613" y="75"/>
                    <a:pt x="112932" y="75"/>
                  </a:cubicBezTo>
                  <a:cubicBezTo>
                    <a:pt x="91755" y="75"/>
                    <a:pt x="75116" y="9529"/>
                    <a:pt x="58477" y="29949"/>
                  </a:cubicBezTo>
                  <a:lnTo>
                    <a:pt x="58477" y="831"/>
                  </a:lnTo>
                  <a:lnTo>
                    <a:pt x="56208" y="75"/>
                  </a:lnTo>
                  <a:cubicBezTo>
                    <a:pt x="35788" y="8016"/>
                    <a:pt x="22552" y="12932"/>
                    <a:pt x="1753" y="19361"/>
                  </a:cubicBezTo>
                  <a:lnTo>
                    <a:pt x="1753" y="25411"/>
                  </a:lnTo>
                  <a:close/>
                  <a:moveTo>
                    <a:pt x="58477" y="47723"/>
                  </a:moveTo>
                  <a:cubicBezTo>
                    <a:pt x="58477" y="36378"/>
                    <a:pt x="79654" y="22764"/>
                    <a:pt x="97049" y="22764"/>
                  </a:cubicBezTo>
                  <a:cubicBezTo>
                    <a:pt x="125033" y="22764"/>
                    <a:pt x="143563" y="51504"/>
                    <a:pt x="143563" y="95371"/>
                  </a:cubicBezTo>
                  <a:cubicBezTo>
                    <a:pt x="143563" y="137346"/>
                    <a:pt x="125033" y="165708"/>
                    <a:pt x="97806" y="165708"/>
                  </a:cubicBezTo>
                  <a:cubicBezTo>
                    <a:pt x="80032" y="165708"/>
                    <a:pt x="58477" y="152094"/>
                    <a:pt x="58477" y="140750"/>
                  </a:cubicBezTo>
                  <a:lnTo>
                    <a:pt x="58477" y="47723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5" name="Freeform: Shape 2394">
              <a:extLst>
                <a:ext uri="{FF2B5EF4-FFF2-40B4-BE49-F238E27FC236}">
                  <a16:creationId xmlns:a16="http://schemas.microsoft.com/office/drawing/2014/main" id="{651CD99E-9892-E1FF-74A4-1063031C6E52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1910380" y="5212871"/>
              <a:ext cx="166767" cy="177734"/>
            </a:xfrm>
            <a:custGeom>
              <a:avLst/>
              <a:gdLst>
                <a:gd name="connsiteX0" fmla="*/ 83819 w 166767"/>
                <a:gd name="connsiteY0" fmla="*/ 75 h 177734"/>
                <a:gd name="connsiteX1" fmla="*/ 246 w 166767"/>
                <a:gd name="connsiteY1" fmla="*/ 88564 h 177734"/>
                <a:gd name="connsiteX2" fmla="*/ 83062 w 166767"/>
                <a:gd name="connsiteY2" fmla="*/ 177809 h 177734"/>
                <a:gd name="connsiteX3" fmla="*/ 167014 w 166767"/>
                <a:gd name="connsiteY3" fmla="*/ 85539 h 177734"/>
                <a:gd name="connsiteX4" fmla="*/ 83819 w 166767"/>
                <a:gd name="connsiteY4" fmla="*/ 75 h 177734"/>
                <a:gd name="connsiteX5" fmla="*/ 78903 w 166767"/>
                <a:gd name="connsiteY5" fmla="*/ 10663 h 177734"/>
                <a:gd name="connsiteX6" fmla="*/ 132979 w 166767"/>
                <a:gd name="connsiteY6" fmla="*/ 98774 h 177734"/>
                <a:gd name="connsiteX7" fmla="*/ 87600 w 166767"/>
                <a:gd name="connsiteY7" fmla="*/ 167221 h 177734"/>
                <a:gd name="connsiteX8" fmla="*/ 50919 w 166767"/>
                <a:gd name="connsiteY8" fmla="*/ 143019 h 177734"/>
                <a:gd name="connsiteX9" fmla="*/ 34280 w 166767"/>
                <a:gd name="connsiteY9" fmla="*/ 70034 h 177734"/>
                <a:gd name="connsiteX10" fmla="*/ 78903 w 166767"/>
                <a:gd name="connsiteY10" fmla="*/ 10663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767" h="177734">
                  <a:moveTo>
                    <a:pt x="83819" y="75"/>
                  </a:moveTo>
                  <a:cubicBezTo>
                    <a:pt x="34658" y="75"/>
                    <a:pt x="246" y="36378"/>
                    <a:pt x="246" y="88564"/>
                  </a:cubicBezTo>
                  <a:cubicBezTo>
                    <a:pt x="246" y="139615"/>
                    <a:pt x="35414" y="177809"/>
                    <a:pt x="83062" y="177809"/>
                  </a:cubicBezTo>
                  <a:cubicBezTo>
                    <a:pt x="130710" y="177809"/>
                    <a:pt x="167014" y="137724"/>
                    <a:pt x="167014" y="85539"/>
                  </a:cubicBezTo>
                  <a:cubicBezTo>
                    <a:pt x="167014" y="36000"/>
                    <a:pt x="132223" y="75"/>
                    <a:pt x="83819" y="75"/>
                  </a:cubicBezTo>
                  <a:close/>
                  <a:moveTo>
                    <a:pt x="78903" y="10663"/>
                  </a:moveTo>
                  <a:cubicBezTo>
                    <a:pt x="110668" y="10663"/>
                    <a:pt x="132979" y="46966"/>
                    <a:pt x="132979" y="98774"/>
                  </a:cubicBezTo>
                  <a:cubicBezTo>
                    <a:pt x="132979" y="141506"/>
                    <a:pt x="115962" y="167221"/>
                    <a:pt x="87600" y="167221"/>
                  </a:cubicBezTo>
                  <a:cubicBezTo>
                    <a:pt x="72852" y="167221"/>
                    <a:pt x="58860" y="158145"/>
                    <a:pt x="50919" y="143019"/>
                  </a:cubicBezTo>
                  <a:cubicBezTo>
                    <a:pt x="40330" y="123354"/>
                    <a:pt x="34280" y="96883"/>
                    <a:pt x="34280" y="70034"/>
                  </a:cubicBezTo>
                  <a:cubicBezTo>
                    <a:pt x="34280" y="34109"/>
                    <a:pt x="52053" y="10663"/>
                    <a:pt x="78903" y="10663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6" name="Freeform: Shape 2395">
              <a:extLst>
                <a:ext uri="{FF2B5EF4-FFF2-40B4-BE49-F238E27FC236}">
                  <a16:creationId xmlns:a16="http://schemas.microsoft.com/office/drawing/2014/main" id="{890CFE77-D53A-6C98-9E1D-055B8543883D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2096387" y="5128542"/>
              <a:ext cx="90001" cy="258282"/>
            </a:xfrm>
            <a:custGeom>
              <a:avLst/>
              <a:gdLst>
                <a:gd name="connsiteX0" fmla="*/ 251 w 90001"/>
                <a:gd name="connsiteY0" fmla="*/ 22764 h 258282"/>
                <a:gd name="connsiteX1" fmla="*/ 2520 w 90001"/>
                <a:gd name="connsiteY1" fmla="*/ 22764 h 258282"/>
                <a:gd name="connsiteX2" fmla="*/ 14243 w 90001"/>
                <a:gd name="connsiteY2" fmla="*/ 22008 h 258282"/>
                <a:gd name="connsiteX3" fmla="*/ 30125 w 90001"/>
                <a:gd name="connsiteY3" fmla="*/ 45076 h 258282"/>
                <a:gd name="connsiteX4" fmla="*/ 30125 w 90001"/>
                <a:gd name="connsiteY4" fmla="*/ 225457 h 258282"/>
                <a:gd name="connsiteX5" fmla="*/ 1007 w 90001"/>
                <a:gd name="connsiteY5" fmla="*/ 252685 h 258282"/>
                <a:gd name="connsiteX6" fmla="*/ 1007 w 90001"/>
                <a:gd name="connsiteY6" fmla="*/ 258357 h 258282"/>
                <a:gd name="connsiteX7" fmla="*/ 90252 w 90001"/>
                <a:gd name="connsiteY7" fmla="*/ 258357 h 258282"/>
                <a:gd name="connsiteX8" fmla="*/ 90252 w 90001"/>
                <a:gd name="connsiteY8" fmla="*/ 252685 h 258282"/>
                <a:gd name="connsiteX9" fmla="*/ 61890 w 90001"/>
                <a:gd name="connsiteY9" fmla="*/ 226592 h 258282"/>
                <a:gd name="connsiteX10" fmla="*/ 61890 w 90001"/>
                <a:gd name="connsiteY10" fmla="*/ 831 h 258282"/>
                <a:gd name="connsiteX11" fmla="*/ 60378 w 90001"/>
                <a:gd name="connsiteY11" fmla="*/ 75 h 258282"/>
                <a:gd name="connsiteX12" fmla="*/ 251 w 90001"/>
                <a:gd name="connsiteY12" fmla="*/ 16714 h 258282"/>
                <a:gd name="connsiteX13" fmla="*/ 251 w 90001"/>
                <a:gd name="connsiteY13" fmla="*/ 22764 h 25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0001" h="258282">
                  <a:moveTo>
                    <a:pt x="251" y="22764"/>
                  </a:moveTo>
                  <a:lnTo>
                    <a:pt x="2520" y="22764"/>
                  </a:lnTo>
                  <a:cubicBezTo>
                    <a:pt x="6679" y="22386"/>
                    <a:pt x="11217" y="22008"/>
                    <a:pt x="14243" y="22008"/>
                  </a:cubicBezTo>
                  <a:cubicBezTo>
                    <a:pt x="26344" y="22008"/>
                    <a:pt x="30125" y="27302"/>
                    <a:pt x="30125" y="45076"/>
                  </a:cubicBezTo>
                  <a:lnTo>
                    <a:pt x="30125" y="225457"/>
                  </a:lnTo>
                  <a:cubicBezTo>
                    <a:pt x="30125" y="245878"/>
                    <a:pt x="24831" y="250794"/>
                    <a:pt x="1007" y="252685"/>
                  </a:cubicBezTo>
                  <a:lnTo>
                    <a:pt x="1007" y="258357"/>
                  </a:lnTo>
                  <a:lnTo>
                    <a:pt x="90252" y="258357"/>
                  </a:lnTo>
                  <a:lnTo>
                    <a:pt x="90252" y="252685"/>
                  </a:lnTo>
                  <a:cubicBezTo>
                    <a:pt x="66428" y="251172"/>
                    <a:pt x="61890" y="247390"/>
                    <a:pt x="61890" y="226592"/>
                  </a:cubicBezTo>
                  <a:lnTo>
                    <a:pt x="61890" y="831"/>
                  </a:lnTo>
                  <a:lnTo>
                    <a:pt x="60378" y="75"/>
                  </a:lnTo>
                  <a:cubicBezTo>
                    <a:pt x="40714" y="6503"/>
                    <a:pt x="26344" y="10285"/>
                    <a:pt x="251" y="16714"/>
                  </a:cubicBezTo>
                  <a:lnTo>
                    <a:pt x="251" y="22764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7" name="Freeform: Shape 2396">
              <a:extLst>
                <a:ext uri="{FF2B5EF4-FFF2-40B4-BE49-F238E27FC236}">
                  <a16:creationId xmlns:a16="http://schemas.microsoft.com/office/drawing/2014/main" id="{7B71ACE4-92DB-F762-5254-C3FB6EA098FB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2200015" y="5216653"/>
              <a:ext cx="174331" cy="252609"/>
            </a:xfrm>
            <a:custGeom>
              <a:avLst/>
              <a:gdLst>
                <a:gd name="connsiteX0" fmla="*/ 174584 w 174331"/>
                <a:gd name="connsiteY0" fmla="*/ 75 h 252609"/>
                <a:gd name="connsiteX1" fmla="*/ 123533 w 174331"/>
                <a:gd name="connsiteY1" fmla="*/ 75 h 252609"/>
                <a:gd name="connsiteX2" fmla="*/ 123533 w 174331"/>
                <a:gd name="connsiteY2" fmla="*/ 5747 h 252609"/>
                <a:gd name="connsiteX3" fmla="*/ 141685 w 174331"/>
                <a:gd name="connsiteY3" fmla="*/ 15201 h 252609"/>
                <a:gd name="connsiteX4" fmla="*/ 140172 w 174331"/>
                <a:gd name="connsiteY4" fmla="*/ 21630 h 252609"/>
                <a:gd name="connsiteX5" fmla="*/ 103491 w 174331"/>
                <a:gd name="connsiteY5" fmla="*/ 126002 h 252609"/>
                <a:gd name="connsiteX6" fmla="*/ 60002 w 174331"/>
                <a:gd name="connsiteY6" fmla="*/ 30327 h 252609"/>
                <a:gd name="connsiteX7" fmla="*/ 56221 w 174331"/>
                <a:gd name="connsiteY7" fmla="*/ 15957 h 252609"/>
                <a:gd name="connsiteX8" fmla="*/ 78154 w 174331"/>
                <a:gd name="connsiteY8" fmla="*/ 5747 h 252609"/>
                <a:gd name="connsiteX9" fmla="*/ 78154 w 174331"/>
                <a:gd name="connsiteY9" fmla="*/ 75 h 252609"/>
                <a:gd name="connsiteX10" fmla="*/ 253 w 174331"/>
                <a:gd name="connsiteY10" fmla="*/ 75 h 252609"/>
                <a:gd name="connsiteX11" fmla="*/ 253 w 174331"/>
                <a:gd name="connsiteY11" fmla="*/ 5369 h 252609"/>
                <a:gd name="connsiteX12" fmla="*/ 19539 w 174331"/>
                <a:gd name="connsiteY12" fmla="*/ 17470 h 252609"/>
                <a:gd name="connsiteX13" fmla="*/ 62650 w 174331"/>
                <a:gd name="connsiteY13" fmla="*/ 110497 h 252609"/>
                <a:gd name="connsiteX14" fmla="*/ 63784 w 174331"/>
                <a:gd name="connsiteY14" fmla="*/ 113522 h 252609"/>
                <a:gd name="connsiteX15" fmla="*/ 69456 w 174331"/>
                <a:gd name="connsiteY15" fmla="*/ 124867 h 252609"/>
                <a:gd name="connsiteX16" fmla="*/ 86095 w 174331"/>
                <a:gd name="connsiteY16" fmla="*/ 163061 h 252609"/>
                <a:gd name="connsiteX17" fmla="*/ 70969 w 174331"/>
                <a:gd name="connsiteY17" fmla="*/ 203902 h 252609"/>
                <a:gd name="connsiteX18" fmla="*/ 52061 w 174331"/>
                <a:gd name="connsiteY18" fmla="*/ 220919 h 252609"/>
                <a:gd name="connsiteX19" fmla="*/ 42607 w 174331"/>
                <a:gd name="connsiteY19" fmla="*/ 218272 h 252609"/>
                <a:gd name="connsiteX20" fmla="*/ 22565 w 174331"/>
                <a:gd name="connsiteY20" fmla="*/ 214112 h 252609"/>
                <a:gd name="connsiteX21" fmla="*/ 6304 w 174331"/>
                <a:gd name="connsiteY21" fmla="*/ 230751 h 252609"/>
                <a:gd name="connsiteX22" fmla="*/ 34288 w 174331"/>
                <a:gd name="connsiteY22" fmla="*/ 252685 h 252609"/>
                <a:gd name="connsiteX23" fmla="*/ 98196 w 174331"/>
                <a:gd name="connsiteY23" fmla="*/ 177053 h 252609"/>
                <a:gd name="connsiteX24" fmla="*/ 156433 w 174331"/>
                <a:gd name="connsiteY24" fmla="*/ 22764 h 252609"/>
                <a:gd name="connsiteX25" fmla="*/ 174584 w 174331"/>
                <a:gd name="connsiteY25" fmla="*/ 5747 h 252609"/>
                <a:gd name="connsiteX26" fmla="*/ 174584 w 174331"/>
                <a:gd name="connsiteY26" fmla="*/ 75 h 252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74331" h="252609">
                  <a:moveTo>
                    <a:pt x="174584" y="75"/>
                  </a:moveTo>
                  <a:lnTo>
                    <a:pt x="123533" y="75"/>
                  </a:lnTo>
                  <a:lnTo>
                    <a:pt x="123533" y="5747"/>
                  </a:lnTo>
                  <a:cubicBezTo>
                    <a:pt x="135634" y="5747"/>
                    <a:pt x="141685" y="9151"/>
                    <a:pt x="141685" y="15201"/>
                  </a:cubicBezTo>
                  <a:cubicBezTo>
                    <a:pt x="141685" y="16714"/>
                    <a:pt x="141307" y="18983"/>
                    <a:pt x="140172" y="21630"/>
                  </a:cubicBezTo>
                  <a:lnTo>
                    <a:pt x="103491" y="126002"/>
                  </a:lnTo>
                  <a:lnTo>
                    <a:pt x="60002" y="30327"/>
                  </a:lnTo>
                  <a:cubicBezTo>
                    <a:pt x="57734" y="25033"/>
                    <a:pt x="56221" y="20117"/>
                    <a:pt x="56221" y="15957"/>
                  </a:cubicBezTo>
                  <a:cubicBezTo>
                    <a:pt x="56221" y="9151"/>
                    <a:pt x="61893" y="6503"/>
                    <a:pt x="78154" y="5747"/>
                  </a:cubicBezTo>
                  <a:lnTo>
                    <a:pt x="78154" y="75"/>
                  </a:lnTo>
                  <a:lnTo>
                    <a:pt x="253" y="75"/>
                  </a:lnTo>
                  <a:lnTo>
                    <a:pt x="253" y="5369"/>
                  </a:lnTo>
                  <a:cubicBezTo>
                    <a:pt x="10086" y="6882"/>
                    <a:pt x="16514" y="11041"/>
                    <a:pt x="19539" y="17470"/>
                  </a:cubicBezTo>
                  <a:lnTo>
                    <a:pt x="62650" y="110497"/>
                  </a:lnTo>
                  <a:lnTo>
                    <a:pt x="63784" y="113522"/>
                  </a:lnTo>
                  <a:lnTo>
                    <a:pt x="69456" y="124867"/>
                  </a:lnTo>
                  <a:cubicBezTo>
                    <a:pt x="80045" y="143775"/>
                    <a:pt x="86095" y="157389"/>
                    <a:pt x="86095" y="163061"/>
                  </a:cubicBezTo>
                  <a:cubicBezTo>
                    <a:pt x="86095" y="168733"/>
                    <a:pt x="77398" y="192557"/>
                    <a:pt x="70969" y="203902"/>
                  </a:cubicBezTo>
                  <a:cubicBezTo>
                    <a:pt x="65675" y="213734"/>
                    <a:pt x="57355" y="220919"/>
                    <a:pt x="52061" y="220919"/>
                  </a:cubicBezTo>
                  <a:cubicBezTo>
                    <a:pt x="49792" y="220919"/>
                    <a:pt x="46389" y="220163"/>
                    <a:pt x="42607" y="218272"/>
                  </a:cubicBezTo>
                  <a:cubicBezTo>
                    <a:pt x="35422" y="215625"/>
                    <a:pt x="28993" y="214112"/>
                    <a:pt x="22565" y="214112"/>
                  </a:cubicBezTo>
                  <a:cubicBezTo>
                    <a:pt x="13867" y="214112"/>
                    <a:pt x="6304" y="221676"/>
                    <a:pt x="6304" y="230751"/>
                  </a:cubicBezTo>
                  <a:cubicBezTo>
                    <a:pt x="6304" y="243231"/>
                    <a:pt x="18405" y="252685"/>
                    <a:pt x="34288" y="252685"/>
                  </a:cubicBezTo>
                  <a:cubicBezTo>
                    <a:pt x="59624" y="252685"/>
                    <a:pt x="77776" y="231508"/>
                    <a:pt x="98196" y="177053"/>
                  </a:cubicBezTo>
                  <a:lnTo>
                    <a:pt x="156433" y="22764"/>
                  </a:lnTo>
                  <a:cubicBezTo>
                    <a:pt x="161349" y="10663"/>
                    <a:pt x="165509" y="6882"/>
                    <a:pt x="174584" y="5747"/>
                  </a:cubicBezTo>
                  <a:lnTo>
                    <a:pt x="174584" y="75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8" name="Freeform: Shape 2397">
              <a:extLst>
                <a:ext uri="{FF2B5EF4-FFF2-40B4-BE49-F238E27FC236}">
                  <a16:creationId xmlns:a16="http://schemas.microsoft.com/office/drawing/2014/main" id="{82B91072-44CF-6666-89E9-AF364BC89534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2390559" y="5212871"/>
              <a:ext cx="177356" cy="173952"/>
            </a:xfrm>
            <a:custGeom>
              <a:avLst/>
              <a:gdLst>
                <a:gd name="connsiteX0" fmla="*/ 258 w 177356"/>
                <a:gd name="connsiteY0" fmla="*/ 23521 h 173952"/>
                <a:gd name="connsiteX1" fmla="*/ 10469 w 177356"/>
                <a:gd name="connsiteY1" fmla="*/ 22008 h 173952"/>
                <a:gd name="connsiteX2" fmla="*/ 24461 w 177356"/>
                <a:gd name="connsiteY2" fmla="*/ 46210 h 173952"/>
                <a:gd name="connsiteX3" fmla="*/ 24461 w 177356"/>
                <a:gd name="connsiteY3" fmla="*/ 139993 h 173952"/>
                <a:gd name="connsiteX4" fmla="*/ 1015 w 177356"/>
                <a:gd name="connsiteY4" fmla="*/ 168355 h 173952"/>
                <a:gd name="connsiteX5" fmla="*/ 1015 w 177356"/>
                <a:gd name="connsiteY5" fmla="*/ 174028 h 173952"/>
                <a:gd name="connsiteX6" fmla="*/ 81184 w 177356"/>
                <a:gd name="connsiteY6" fmla="*/ 174028 h 173952"/>
                <a:gd name="connsiteX7" fmla="*/ 81184 w 177356"/>
                <a:gd name="connsiteY7" fmla="*/ 168355 h 173952"/>
                <a:gd name="connsiteX8" fmla="*/ 56226 w 177356"/>
                <a:gd name="connsiteY8" fmla="*/ 148691 h 173952"/>
                <a:gd name="connsiteX9" fmla="*/ 56226 w 177356"/>
                <a:gd name="connsiteY9" fmla="*/ 42428 h 173952"/>
                <a:gd name="connsiteX10" fmla="*/ 95176 w 177356"/>
                <a:gd name="connsiteY10" fmla="*/ 20873 h 173952"/>
                <a:gd name="connsiteX11" fmla="*/ 122782 w 177356"/>
                <a:gd name="connsiteY11" fmla="*/ 57555 h 173952"/>
                <a:gd name="connsiteX12" fmla="*/ 122782 w 177356"/>
                <a:gd name="connsiteY12" fmla="*/ 136590 h 173952"/>
                <a:gd name="connsiteX13" fmla="*/ 98958 w 177356"/>
                <a:gd name="connsiteY13" fmla="*/ 168355 h 173952"/>
                <a:gd name="connsiteX14" fmla="*/ 98958 w 177356"/>
                <a:gd name="connsiteY14" fmla="*/ 174028 h 173952"/>
                <a:gd name="connsiteX15" fmla="*/ 177615 w 177356"/>
                <a:gd name="connsiteY15" fmla="*/ 174028 h 173952"/>
                <a:gd name="connsiteX16" fmla="*/ 177615 w 177356"/>
                <a:gd name="connsiteY16" fmla="*/ 168355 h 173952"/>
                <a:gd name="connsiteX17" fmla="*/ 154547 w 177356"/>
                <a:gd name="connsiteY17" fmla="*/ 143397 h 173952"/>
                <a:gd name="connsiteX18" fmla="*/ 154547 w 177356"/>
                <a:gd name="connsiteY18" fmla="*/ 56798 h 173952"/>
                <a:gd name="connsiteX19" fmla="*/ 109924 w 177356"/>
                <a:gd name="connsiteY19" fmla="*/ 75 h 173952"/>
                <a:gd name="connsiteX20" fmla="*/ 55091 w 177356"/>
                <a:gd name="connsiteY20" fmla="*/ 30706 h 173952"/>
                <a:gd name="connsiteX21" fmla="*/ 55091 w 177356"/>
                <a:gd name="connsiteY21" fmla="*/ 831 h 173952"/>
                <a:gd name="connsiteX22" fmla="*/ 52444 w 177356"/>
                <a:gd name="connsiteY22" fmla="*/ 75 h 173952"/>
                <a:gd name="connsiteX23" fmla="*/ 258 w 177356"/>
                <a:gd name="connsiteY23" fmla="*/ 17092 h 173952"/>
                <a:gd name="connsiteX24" fmla="*/ 258 w 177356"/>
                <a:gd name="connsiteY24" fmla="*/ 23521 h 173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7356" h="173952">
                  <a:moveTo>
                    <a:pt x="258" y="23521"/>
                  </a:moveTo>
                  <a:cubicBezTo>
                    <a:pt x="2527" y="22386"/>
                    <a:pt x="6309" y="22008"/>
                    <a:pt x="10469" y="22008"/>
                  </a:cubicBezTo>
                  <a:cubicBezTo>
                    <a:pt x="21057" y="22008"/>
                    <a:pt x="24461" y="27680"/>
                    <a:pt x="24461" y="46210"/>
                  </a:cubicBezTo>
                  <a:lnTo>
                    <a:pt x="24461" y="139993"/>
                  </a:lnTo>
                  <a:cubicBezTo>
                    <a:pt x="24461" y="161548"/>
                    <a:pt x="20301" y="166843"/>
                    <a:pt x="1015" y="168355"/>
                  </a:cubicBezTo>
                  <a:lnTo>
                    <a:pt x="1015" y="174028"/>
                  </a:lnTo>
                  <a:lnTo>
                    <a:pt x="81184" y="174028"/>
                  </a:lnTo>
                  <a:lnTo>
                    <a:pt x="81184" y="168355"/>
                  </a:lnTo>
                  <a:cubicBezTo>
                    <a:pt x="61898" y="166843"/>
                    <a:pt x="56226" y="162305"/>
                    <a:pt x="56226" y="148691"/>
                  </a:cubicBezTo>
                  <a:lnTo>
                    <a:pt x="56226" y="42428"/>
                  </a:lnTo>
                  <a:cubicBezTo>
                    <a:pt x="74377" y="25411"/>
                    <a:pt x="82697" y="20873"/>
                    <a:pt x="95176" y="20873"/>
                  </a:cubicBezTo>
                  <a:cubicBezTo>
                    <a:pt x="113706" y="20873"/>
                    <a:pt x="122782" y="32596"/>
                    <a:pt x="122782" y="57555"/>
                  </a:cubicBezTo>
                  <a:lnTo>
                    <a:pt x="122782" y="136590"/>
                  </a:lnTo>
                  <a:cubicBezTo>
                    <a:pt x="122782" y="160414"/>
                    <a:pt x="117866" y="166843"/>
                    <a:pt x="98958" y="168355"/>
                  </a:cubicBezTo>
                  <a:lnTo>
                    <a:pt x="98958" y="174028"/>
                  </a:lnTo>
                  <a:lnTo>
                    <a:pt x="177615" y="174028"/>
                  </a:lnTo>
                  <a:lnTo>
                    <a:pt x="177615" y="168355"/>
                  </a:lnTo>
                  <a:cubicBezTo>
                    <a:pt x="159085" y="166464"/>
                    <a:pt x="154547" y="161927"/>
                    <a:pt x="154547" y="143397"/>
                  </a:cubicBezTo>
                  <a:lnTo>
                    <a:pt x="154547" y="56798"/>
                  </a:lnTo>
                  <a:cubicBezTo>
                    <a:pt x="154547" y="21252"/>
                    <a:pt x="137908" y="75"/>
                    <a:pt x="109924" y="75"/>
                  </a:cubicBezTo>
                  <a:cubicBezTo>
                    <a:pt x="92529" y="75"/>
                    <a:pt x="80806" y="6503"/>
                    <a:pt x="55091" y="30706"/>
                  </a:cubicBezTo>
                  <a:lnTo>
                    <a:pt x="55091" y="831"/>
                  </a:lnTo>
                  <a:lnTo>
                    <a:pt x="52444" y="75"/>
                  </a:lnTo>
                  <a:cubicBezTo>
                    <a:pt x="33914" y="6882"/>
                    <a:pt x="21057" y="11041"/>
                    <a:pt x="258" y="17092"/>
                  </a:cubicBezTo>
                  <a:lnTo>
                    <a:pt x="258" y="23521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9" name="Freeform: Shape 2398">
              <a:extLst>
                <a:ext uri="{FF2B5EF4-FFF2-40B4-BE49-F238E27FC236}">
                  <a16:creationId xmlns:a16="http://schemas.microsoft.com/office/drawing/2014/main" id="{3BFA3148-9D4C-A3ED-7CD5-47C06A9C4ACC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2585263" y="5212871"/>
              <a:ext cx="166767" cy="177734"/>
            </a:xfrm>
            <a:custGeom>
              <a:avLst/>
              <a:gdLst>
                <a:gd name="connsiteX0" fmla="*/ 83836 w 166767"/>
                <a:gd name="connsiteY0" fmla="*/ 75 h 177734"/>
                <a:gd name="connsiteX1" fmla="*/ 263 w 166767"/>
                <a:gd name="connsiteY1" fmla="*/ 88564 h 177734"/>
                <a:gd name="connsiteX2" fmla="*/ 83080 w 166767"/>
                <a:gd name="connsiteY2" fmla="*/ 177809 h 177734"/>
                <a:gd name="connsiteX3" fmla="*/ 167031 w 166767"/>
                <a:gd name="connsiteY3" fmla="*/ 85539 h 177734"/>
                <a:gd name="connsiteX4" fmla="*/ 83836 w 166767"/>
                <a:gd name="connsiteY4" fmla="*/ 75 h 177734"/>
                <a:gd name="connsiteX5" fmla="*/ 78920 w 166767"/>
                <a:gd name="connsiteY5" fmla="*/ 10663 h 177734"/>
                <a:gd name="connsiteX6" fmla="*/ 132997 w 166767"/>
                <a:gd name="connsiteY6" fmla="*/ 98774 h 177734"/>
                <a:gd name="connsiteX7" fmla="*/ 87618 w 166767"/>
                <a:gd name="connsiteY7" fmla="*/ 167221 h 177734"/>
                <a:gd name="connsiteX8" fmla="*/ 50937 w 166767"/>
                <a:gd name="connsiteY8" fmla="*/ 143019 h 177734"/>
                <a:gd name="connsiteX9" fmla="*/ 34298 w 166767"/>
                <a:gd name="connsiteY9" fmla="*/ 70034 h 177734"/>
                <a:gd name="connsiteX10" fmla="*/ 78920 w 166767"/>
                <a:gd name="connsiteY10" fmla="*/ 10663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767" h="177734">
                  <a:moveTo>
                    <a:pt x="83836" y="75"/>
                  </a:moveTo>
                  <a:cubicBezTo>
                    <a:pt x="34676" y="75"/>
                    <a:pt x="263" y="36378"/>
                    <a:pt x="263" y="88564"/>
                  </a:cubicBezTo>
                  <a:cubicBezTo>
                    <a:pt x="263" y="139615"/>
                    <a:pt x="35432" y="177809"/>
                    <a:pt x="83080" y="177809"/>
                  </a:cubicBezTo>
                  <a:cubicBezTo>
                    <a:pt x="130728" y="177809"/>
                    <a:pt x="167031" y="137724"/>
                    <a:pt x="167031" y="85539"/>
                  </a:cubicBezTo>
                  <a:cubicBezTo>
                    <a:pt x="167031" y="36000"/>
                    <a:pt x="132241" y="75"/>
                    <a:pt x="83836" y="75"/>
                  </a:cubicBezTo>
                  <a:close/>
                  <a:moveTo>
                    <a:pt x="78920" y="10663"/>
                  </a:moveTo>
                  <a:cubicBezTo>
                    <a:pt x="110686" y="10663"/>
                    <a:pt x="132997" y="46966"/>
                    <a:pt x="132997" y="98774"/>
                  </a:cubicBezTo>
                  <a:cubicBezTo>
                    <a:pt x="132997" y="141506"/>
                    <a:pt x="115980" y="167221"/>
                    <a:pt x="87618" y="167221"/>
                  </a:cubicBezTo>
                  <a:cubicBezTo>
                    <a:pt x="72870" y="167221"/>
                    <a:pt x="58878" y="158145"/>
                    <a:pt x="50937" y="143019"/>
                  </a:cubicBezTo>
                  <a:cubicBezTo>
                    <a:pt x="40348" y="123354"/>
                    <a:pt x="34298" y="96883"/>
                    <a:pt x="34298" y="70034"/>
                  </a:cubicBezTo>
                  <a:cubicBezTo>
                    <a:pt x="34298" y="34109"/>
                    <a:pt x="52071" y="10663"/>
                    <a:pt x="78920" y="10663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0" name="Freeform: Shape 2399">
              <a:extLst>
                <a:ext uri="{FF2B5EF4-FFF2-40B4-BE49-F238E27FC236}">
                  <a16:creationId xmlns:a16="http://schemas.microsoft.com/office/drawing/2014/main" id="{F98C9EA3-43CE-E12C-517C-ECB430E80F78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2770136" y="5212871"/>
              <a:ext cx="287022" cy="173952"/>
            </a:xfrm>
            <a:custGeom>
              <a:avLst/>
              <a:gdLst>
                <a:gd name="connsiteX0" fmla="*/ 1403 w 287022"/>
                <a:gd name="connsiteY0" fmla="*/ 23521 h 173952"/>
                <a:gd name="connsiteX1" fmla="*/ 13504 w 287022"/>
                <a:gd name="connsiteY1" fmla="*/ 22008 h 173952"/>
                <a:gd name="connsiteX2" fmla="*/ 26739 w 287022"/>
                <a:gd name="connsiteY2" fmla="*/ 46210 h 173952"/>
                <a:gd name="connsiteX3" fmla="*/ 26739 w 287022"/>
                <a:gd name="connsiteY3" fmla="*/ 141884 h 173952"/>
                <a:gd name="connsiteX4" fmla="*/ 268 w 287022"/>
                <a:gd name="connsiteY4" fmla="*/ 168355 h 173952"/>
                <a:gd name="connsiteX5" fmla="*/ 268 w 287022"/>
                <a:gd name="connsiteY5" fmla="*/ 174028 h 173952"/>
                <a:gd name="connsiteX6" fmla="*/ 84220 w 287022"/>
                <a:gd name="connsiteY6" fmla="*/ 174028 h 173952"/>
                <a:gd name="connsiteX7" fmla="*/ 84220 w 287022"/>
                <a:gd name="connsiteY7" fmla="*/ 168355 h 173952"/>
                <a:gd name="connsiteX8" fmla="*/ 58505 w 287022"/>
                <a:gd name="connsiteY8" fmla="*/ 148691 h 173952"/>
                <a:gd name="connsiteX9" fmla="*/ 58505 w 287022"/>
                <a:gd name="connsiteY9" fmla="*/ 42050 h 173952"/>
                <a:gd name="connsiteX10" fmla="*/ 64177 w 287022"/>
                <a:gd name="connsiteY10" fmla="*/ 34865 h 173952"/>
                <a:gd name="connsiteX11" fmla="*/ 103127 w 287022"/>
                <a:gd name="connsiteY11" fmla="*/ 19739 h 173952"/>
                <a:gd name="connsiteX12" fmla="*/ 128086 w 287022"/>
                <a:gd name="connsiteY12" fmla="*/ 59446 h 173952"/>
                <a:gd name="connsiteX13" fmla="*/ 128086 w 287022"/>
                <a:gd name="connsiteY13" fmla="*/ 141506 h 173952"/>
                <a:gd name="connsiteX14" fmla="*/ 102371 w 287022"/>
                <a:gd name="connsiteY14" fmla="*/ 168355 h 173952"/>
                <a:gd name="connsiteX15" fmla="*/ 102371 w 287022"/>
                <a:gd name="connsiteY15" fmla="*/ 174028 h 173952"/>
                <a:gd name="connsiteX16" fmla="*/ 187079 w 287022"/>
                <a:gd name="connsiteY16" fmla="*/ 174028 h 173952"/>
                <a:gd name="connsiteX17" fmla="*/ 187079 w 287022"/>
                <a:gd name="connsiteY17" fmla="*/ 168355 h 173952"/>
                <a:gd name="connsiteX18" fmla="*/ 159851 w 287022"/>
                <a:gd name="connsiteY18" fmla="*/ 138103 h 173952"/>
                <a:gd name="connsiteX19" fmla="*/ 159851 w 287022"/>
                <a:gd name="connsiteY19" fmla="*/ 42807 h 173952"/>
                <a:gd name="connsiteX20" fmla="*/ 201071 w 287022"/>
                <a:gd name="connsiteY20" fmla="*/ 19739 h 173952"/>
                <a:gd name="connsiteX21" fmla="*/ 229432 w 287022"/>
                <a:gd name="connsiteY21" fmla="*/ 61336 h 173952"/>
                <a:gd name="connsiteX22" fmla="*/ 229432 w 287022"/>
                <a:gd name="connsiteY22" fmla="*/ 141128 h 173952"/>
                <a:gd name="connsiteX23" fmla="*/ 204474 w 287022"/>
                <a:gd name="connsiteY23" fmla="*/ 168355 h 173952"/>
                <a:gd name="connsiteX24" fmla="*/ 204474 w 287022"/>
                <a:gd name="connsiteY24" fmla="*/ 174028 h 173952"/>
                <a:gd name="connsiteX25" fmla="*/ 287291 w 287022"/>
                <a:gd name="connsiteY25" fmla="*/ 174028 h 173952"/>
                <a:gd name="connsiteX26" fmla="*/ 287291 w 287022"/>
                <a:gd name="connsiteY26" fmla="*/ 168355 h 173952"/>
                <a:gd name="connsiteX27" fmla="*/ 277459 w 287022"/>
                <a:gd name="connsiteY27" fmla="*/ 167599 h 173952"/>
                <a:gd name="connsiteX28" fmla="*/ 261198 w 287022"/>
                <a:gd name="connsiteY28" fmla="*/ 145288 h 173952"/>
                <a:gd name="connsiteX29" fmla="*/ 261198 w 287022"/>
                <a:gd name="connsiteY29" fmla="*/ 67387 h 173952"/>
                <a:gd name="connsiteX30" fmla="*/ 217331 w 287022"/>
                <a:gd name="connsiteY30" fmla="*/ 75 h 173952"/>
                <a:gd name="connsiteX31" fmla="*/ 155691 w 287022"/>
                <a:gd name="connsiteY31" fmla="*/ 31840 h 173952"/>
                <a:gd name="connsiteX32" fmla="*/ 115607 w 287022"/>
                <a:gd name="connsiteY32" fmla="*/ 75 h 173952"/>
                <a:gd name="connsiteX33" fmla="*/ 56992 w 287022"/>
                <a:gd name="connsiteY33" fmla="*/ 29193 h 173952"/>
                <a:gd name="connsiteX34" fmla="*/ 56992 w 287022"/>
                <a:gd name="connsiteY34" fmla="*/ 831 h 173952"/>
                <a:gd name="connsiteX35" fmla="*/ 54345 w 287022"/>
                <a:gd name="connsiteY35" fmla="*/ 75 h 173952"/>
                <a:gd name="connsiteX36" fmla="*/ 1403 w 287022"/>
                <a:gd name="connsiteY36" fmla="*/ 17092 h 173952"/>
                <a:gd name="connsiteX37" fmla="*/ 1403 w 287022"/>
                <a:gd name="connsiteY37" fmla="*/ 23521 h 173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87022" h="173952">
                  <a:moveTo>
                    <a:pt x="1403" y="23521"/>
                  </a:moveTo>
                  <a:cubicBezTo>
                    <a:pt x="6319" y="22386"/>
                    <a:pt x="9344" y="22008"/>
                    <a:pt x="13504" y="22008"/>
                  </a:cubicBezTo>
                  <a:cubicBezTo>
                    <a:pt x="23336" y="22008"/>
                    <a:pt x="26739" y="28058"/>
                    <a:pt x="26739" y="46210"/>
                  </a:cubicBezTo>
                  <a:lnTo>
                    <a:pt x="26739" y="141884"/>
                  </a:lnTo>
                  <a:cubicBezTo>
                    <a:pt x="26739" y="162305"/>
                    <a:pt x="21445" y="167977"/>
                    <a:pt x="268" y="168355"/>
                  </a:cubicBezTo>
                  <a:lnTo>
                    <a:pt x="268" y="174028"/>
                  </a:lnTo>
                  <a:lnTo>
                    <a:pt x="84220" y="174028"/>
                  </a:lnTo>
                  <a:lnTo>
                    <a:pt x="84220" y="168355"/>
                  </a:lnTo>
                  <a:cubicBezTo>
                    <a:pt x="64177" y="167599"/>
                    <a:pt x="58505" y="163439"/>
                    <a:pt x="58505" y="148691"/>
                  </a:cubicBezTo>
                  <a:lnTo>
                    <a:pt x="58505" y="42050"/>
                  </a:lnTo>
                  <a:cubicBezTo>
                    <a:pt x="58505" y="41294"/>
                    <a:pt x="61530" y="37512"/>
                    <a:pt x="64177" y="34865"/>
                  </a:cubicBezTo>
                  <a:cubicBezTo>
                    <a:pt x="73631" y="26168"/>
                    <a:pt x="89892" y="19739"/>
                    <a:pt x="103127" y="19739"/>
                  </a:cubicBezTo>
                  <a:cubicBezTo>
                    <a:pt x="119766" y="19739"/>
                    <a:pt x="128086" y="32974"/>
                    <a:pt x="128086" y="59446"/>
                  </a:cubicBezTo>
                  <a:lnTo>
                    <a:pt x="128086" y="141506"/>
                  </a:lnTo>
                  <a:cubicBezTo>
                    <a:pt x="128086" y="162683"/>
                    <a:pt x="123926" y="166843"/>
                    <a:pt x="102371" y="168355"/>
                  </a:cubicBezTo>
                  <a:lnTo>
                    <a:pt x="102371" y="174028"/>
                  </a:lnTo>
                  <a:lnTo>
                    <a:pt x="187079" y="174028"/>
                  </a:lnTo>
                  <a:lnTo>
                    <a:pt x="187079" y="168355"/>
                  </a:lnTo>
                  <a:cubicBezTo>
                    <a:pt x="165524" y="167977"/>
                    <a:pt x="159851" y="161548"/>
                    <a:pt x="159851" y="138103"/>
                  </a:cubicBezTo>
                  <a:lnTo>
                    <a:pt x="159851" y="42807"/>
                  </a:lnTo>
                  <a:cubicBezTo>
                    <a:pt x="171196" y="26546"/>
                    <a:pt x="183675" y="19739"/>
                    <a:pt x="201071" y="19739"/>
                  </a:cubicBezTo>
                  <a:cubicBezTo>
                    <a:pt x="222626" y="19739"/>
                    <a:pt x="229432" y="29949"/>
                    <a:pt x="229432" y="61336"/>
                  </a:cubicBezTo>
                  <a:lnTo>
                    <a:pt x="229432" y="141128"/>
                  </a:lnTo>
                  <a:cubicBezTo>
                    <a:pt x="229432" y="162683"/>
                    <a:pt x="226407" y="165708"/>
                    <a:pt x="204474" y="168355"/>
                  </a:cubicBezTo>
                  <a:lnTo>
                    <a:pt x="204474" y="174028"/>
                  </a:lnTo>
                  <a:lnTo>
                    <a:pt x="287291" y="174028"/>
                  </a:lnTo>
                  <a:lnTo>
                    <a:pt x="287291" y="168355"/>
                  </a:lnTo>
                  <a:lnTo>
                    <a:pt x="277459" y="167599"/>
                  </a:lnTo>
                  <a:cubicBezTo>
                    <a:pt x="266114" y="166843"/>
                    <a:pt x="261198" y="160036"/>
                    <a:pt x="261198" y="145288"/>
                  </a:cubicBezTo>
                  <a:lnTo>
                    <a:pt x="261198" y="67387"/>
                  </a:lnTo>
                  <a:cubicBezTo>
                    <a:pt x="261198" y="22764"/>
                    <a:pt x="246450" y="75"/>
                    <a:pt x="217331" y="75"/>
                  </a:cubicBezTo>
                  <a:cubicBezTo>
                    <a:pt x="195398" y="75"/>
                    <a:pt x="176112" y="9907"/>
                    <a:pt x="155691" y="31840"/>
                  </a:cubicBezTo>
                  <a:cubicBezTo>
                    <a:pt x="148885" y="10285"/>
                    <a:pt x="136027" y="75"/>
                    <a:pt x="115607" y="75"/>
                  </a:cubicBezTo>
                  <a:cubicBezTo>
                    <a:pt x="98968" y="75"/>
                    <a:pt x="88379" y="5369"/>
                    <a:pt x="56992" y="29193"/>
                  </a:cubicBezTo>
                  <a:lnTo>
                    <a:pt x="56992" y="831"/>
                  </a:lnTo>
                  <a:lnTo>
                    <a:pt x="54345" y="75"/>
                  </a:lnTo>
                  <a:cubicBezTo>
                    <a:pt x="35059" y="7260"/>
                    <a:pt x="22202" y="11419"/>
                    <a:pt x="1403" y="17092"/>
                  </a:cubicBezTo>
                  <a:lnTo>
                    <a:pt x="1403" y="23521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1" name="Freeform: Shape 2400">
              <a:extLst>
                <a:ext uri="{FF2B5EF4-FFF2-40B4-BE49-F238E27FC236}">
                  <a16:creationId xmlns:a16="http://schemas.microsoft.com/office/drawing/2014/main" id="{4C310BDC-989F-49B1-81B9-9FE306250A92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3065443" y="5128542"/>
              <a:ext cx="89623" cy="258282"/>
            </a:xfrm>
            <a:custGeom>
              <a:avLst/>
              <a:gdLst>
                <a:gd name="connsiteX0" fmla="*/ 60403 w 89623"/>
                <a:gd name="connsiteY0" fmla="*/ 84404 h 258282"/>
                <a:gd name="connsiteX1" fmla="*/ 1789 w 89623"/>
                <a:gd name="connsiteY1" fmla="*/ 105203 h 258282"/>
                <a:gd name="connsiteX2" fmla="*/ 1789 w 89623"/>
                <a:gd name="connsiteY2" fmla="*/ 110875 h 258282"/>
                <a:gd name="connsiteX3" fmla="*/ 4814 w 89623"/>
                <a:gd name="connsiteY3" fmla="*/ 110497 h 258282"/>
                <a:gd name="connsiteX4" fmla="*/ 17671 w 89623"/>
                <a:gd name="connsiteY4" fmla="*/ 109363 h 258282"/>
                <a:gd name="connsiteX5" fmla="*/ 30151 w 89623"/>
                <a:gd name="connsiteY5" fmla="*/ 132052 h 258282"/>
                <a:gd name="connsiteX6" fmla="*/ 30151 w 89623"/>
                <a:gd name="connsiteY6" fmla="*/ 219785 h 258282"/>
                <a:gd name="connsiteX7" fmla="*/ 276 w 89623"/>
                <a:gd name="connsiteY7" fmla="*/ 252685 h 258282"/>
                <a:gd name="connsiteX8" fmla="*/ 276 w 89623"/>
                <a:gd name="connsiteY8" fmla="*/ 258357 h 258282"/>
                <a:gd name="connsiteX9" fmla="*/ 89900 w 89623"/>
                <a:gd name="connsiteY9" fmla="*/ 258357 h 258282"/>
                <a:gd name="connsiteX10" fmla="*/ 89900 w 89623"/>
                <a:gd name="connsiteY10" fmla="*/ 252685 h 258282"/>
                <a:gd name="connsiteX11" fmla="*/ 61916 w 89623"/>
                <a:gd name="connsiteY11" fmla="*/ 219785 h 258282"/>
                <a:gd name="connsiteX12" fmla="*/ 61916 w 89623"/>
                <a:gd name="connsiteY12" fmla="*/ 85539 h 258282"/>
                <a:gd name="connsiteX13" fmla="*/ 60403 w 89623"/>
                <a:gd name="connsiteY13" fmla="*/ 84404 h 258282"/>
                <a:gd name="connsiteX14" fmla="*/ 42630 w 89623"/>
                <a:gd name="connsiteY14" fmla="*/ 75 h 258282"/>
                <a:gd name="connsiteX15" fmla="*/ 23722 w 89623"/>
                <a:gd name="connsiteY15" fmla="*/ 19361 h 258282"/>
                <a:gd name="connsiteX16" fmla="*/ 42630 w 89623"/>
                <a:gd name="connsiteY16" fmla="*/ 38647 h 258282"/>
                <a:gd name="connsiteX17" fmla="*/ 62294 w 89623"/>
                <a:gd name="connsiteY17" fmla="*/ 19361 h 258282"/>
                <a:gd name="connsiteX18" fmla="*/ 42630 w 89623"/>
                <a:gd name="connsiteY18" fmla="*/ 75 h 25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9623" h="258282">
                  <a:moveTo>
                    <a:pt x="60403" y="84404"/>
                  </a:moveTo>
                  <a:lnTo>
                    <a:pt x="1789" y="105203"/>
                  </a:lnTo>
                  <a:lnTo>
                    <a:pt x="1789" y="110875"/>
                  </a:lnTo>
                  <a:lnTo>
                    <a:pt x="4814" y="110497"/>
                  </a:lnTo>
                  <a:cubicBezTo>
                    <a:pt x="9352" y="109741"/>
                    <a:pt x="14268" y="109363"/>
                    <a:pt x="17671" y="109363"/>
                  </a:cubicBezTo>
                  <a:cubicBezTo>
                    <a:pt x="26747" y="109363"/>
                    <a:pt x="30151" y="115413"/>
                    <a:pt x="30151" y="132052"/>
                  </a:cubicBezTo>
                  <a:lnTo>
                    <a:pt x="30151" y="219785"/>
                  </a:lnTo>
                  <a:cubicBezTo>
                    <a:pt x="30151" y="247012"/>
                    <a:pt x="26369" y="251172"/>
                    <a:pt x="276" y="252685"/>
                  </a:cubicBezTo>
                  <a:lnTo>
                    <a:pt x="276" y="258357"/>
                  </a:lnTo>
                  <a:lnTo>
                    <a:pt x="89900" y="258357"/>
                  </a:lnTo>
                  <a:lnTo>
                    <a:pt x="89900" y="252685"/>
                  </a:lnTo>
                  <a:cubicBezTo>
                    <a:pt x="64941" y="250794"/>
                    <a:pt x="61916" y="247012"/>
                    <a:pt x="61916" y="219785"/>
                  </a:cubicBezTo>
                  <a:lnTo>
                    <a:pt x="61916" y="85539"/>
                  </a:lnTo>
                  <a:lnTo>
                    <a:pt x="60403" y="84404"/>
                  </a:lnTo>
                  <a:close/>
                  <a:moveTo>
                    <a:pt x="42630" y="75"/>
                  </a:moveTo>
                  <a:cubicBezTo>
                    <a:pt x="32420" y="75"/>
                    <a:pt x="23722" y="8772"/>
                    <a:pt x="23722" y="19361"/>
                  </a:cubicBezTo>
                  <a:cubicBezTo>
                    <a:pt x="23722" y="29949"/>
                    <a:pt x="32041" y="38647"/>
                    <a:pt x="42630" y="38647"/>
                  </a:cubicBezTo>
                  <a:cubicBezTo>
                    <a:pt x="53596" y="38647"/>
                    <a:pt x="62294" y="30327"/>
                    <a:pt x="62294" y="19361"/>
                  </a:cubicBezTo>
                  <a:cubicBezTo>
                    <a:pt x="62294" y="8772"/>
                    <a:pt x="53596" y="75"/>
                    <a:pt x="42630" y="75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2" name="Freeform: Shape 2401">
              <a:extLst>
                <a:ext uri="{FF2B5EF4-FFF2-40B4-BE49-F238E27FC236}">
                  <a16:creationId xmlns:a16="http://schemas.microsoft.com/office/drawing/2014/main" id="{466B8E51-3A20-2C6E-2ED3-5BC8D72CDA31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3178903" y="5212871"/>
              <a:ext cx="153154" cy="177734"/>
            </a:xfrm>
            <a:custGeom>
              <a:avLst/>
              <a:gdLst>
                <a:gd name="connsiteX0" fmla="*/ 153433 w 153154"/>
                <a:gd name="connsiteY0" fmla="*/ 149069 h 177734"/>
                <a:gd name="connsiteX1" fmla="*/ 136794 w 153154"/>
                <a:gd name="connsiteY1" fmla="*/ 156254 h 177734"/>
                <a:gd name="connsiteX2" fmla="*/ 125449 w 153154"/>
                <a:gd name="connsiteY2" fmla="*/ 134321 h 177734"/>
                <a:gd name="connsiteX3" fmla="*/ 125449 w 153154"/>
                <a:gd name="connsiteY3" fmla="*/ 60580 h 177734"/>
                <a:gd name="connsiteX4" fmla="*/ 117886 w 153154"/>
                <a:gd name="connsiteY4" fmla="*/ 20873 h 177734"/>
                <a:gd name="connsiteX5" fmla="*/ 70994 w 153154"/>
                <a:gd name="connsiteY5" fmla="*/ 75 h 177734"/>
                <a:gd name="connsiteX6" fmla="*/ 7464 w 153154"/>
                <a:gd name="connsiteY6" fmla="*/ 42428 h 177734"/>
                <a:gd name="connsiteX7" fmla="*/ 23725 w 153154"/>
                <a:gd name="connsiteY7" fmla="*/ 58689 h 177734"/>
                <a:gd name="connsiteX8" fmla="*/ 40742 w 153154"/>
                <a:gd name="connsiteY8" fmla="*/ 42807 h 177734"/>
                <a:gd name="connsiteX9" fmla="*/ 39986 w 153154"/>
                <a:gd name="connsiteY9" fmla="*/ 36756 h 177734"/>
                <a:gd name="connsiteX10" fmla="*/ 38851 w 153154"/>
                <a:gd name="connsiteY10" fmla="*/ 27680 h 177734"/>
                <a:gd name="connsiteX11" fmla="*/ 66078 w 153154"/>
                <a:gd name="connsiteY11" fmla="*/ 9151 h 177734"/>
                <a:gd name="connsiteX12" fmla="*/ 94818 w 153154"/>
                <a:gd name="connsiteY12" fmla="*/ 40538 h 177734"/>
                <a:gd name="connsiteX13" fmla="*/ 94818 w 153154"/>
                <a:gd name="connsiteY13" fmla="*/ 63605 h 177734"/>
                <a:gd name="connsiteX14" fmla="*/ 13893 w 153154"/>
                <a:gd name="connsiteY14" fmla="*/ 104446 h 177734"/>
                <a:gd name="connsiteX15" fmla="*/ 279 w 153154"/>
                <a:gd name="connsiteY15" fmla="*/ 137346 h 177734"/>
                <a:gd name="connsiteX16" fmla="*/ 39986 w 153154"/>
                <a:gd name="connsiteY16" fmla="*/ 177809 h 177734"/>
                <a:gd name="connsiteX17" fmla="*/ 95197 w 153154"/>
                <a:gd name="connsiteY17" fmla="*/ 150204 h 177734"/>
                <a:gd name="connsiteX18" fmla="*/ 119399 w 153154"/>
                <a:gd name="connsiteY18" fmla="*/ 177809 h 177734"/>
                <a:gd name="connsiteX19" fmla="*/ 153433 w 153154"/>
                <a:gd name="connsiteY19" fmla="*/ 158901 h 177734"/>
                <a:gd name="connsiteX20" fmla="*/ 153433 w 153154"/>
                <a:gd name="connsiteY20" fmla="*/ 149069 h 177734"/>
                <a:gd name="connsiteX21" fmla="*/ 94818 w 153154"/>
                <a:gd name="connsiteY21" fmla="*/ 127514 h 177734"/>
                <a:gd name="connsiteX22" fmla="*/ 84986 w 153154"/>
                <a:gd name="connsiteY22" fmla="*/ 147178 h 177734"/>
                <a:gd name="connsiteX23" fmla="*/ 57381 w 153154"/>
                <a:gd name="connsiteY23" fmla="*/ 155876 h 177734"/>
                <a:gd name="connsiteX24" fmla="*/ 33557 w 153154"/>
                <a:gd name="connsiteY24" fmla="*/ 126758 h 177734"/>
                <a:gd name="connsiteX25" fmla="*/ 33557 w 153154"/>
                <a:gd name="connsiteY25" fmla="*/ 125245 h 177734"/>
                <a:gd name="connsiteX26" fmla="*/ 94818 w 153154"/>
                <a:gd name="connsiteY26" fmla="*/ 72681 h 177734"/>
                <a:gd name="connsiteX27" fmla="*/ 94818 w 153154"/>
                <a:gd name="connsiteY27" fmla="*/ 127514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3154" h="177734">
                  <a:moveTo>
                    <a:pt x="153433" y="149069"/>
                  </a:moveTo>
                  <a:cubicBezTo>
                    <a:pt x="147004" y="154363"/>
                    <a:pt x="142466" y="156254"/>
                    <a:pt x="136794" y="156254"/>
                  </a:cubicBezTo>
                  <a:cubicBezTo>
                    <a:pt x="128096" y="156254"/>
                    <a:pt x="125449" y="150960"/>
                    <a:pt x="125449" y="134321"/>
                  </a:cubicBezTo>
                  <a:lnTo>
                    <a:pt x="125449" y="60580"/>
                  </a:lnTo>
                  <a:cubicBezTo>
                    <a:pt x="125449" y="40916"/>
                    <a:pt x="123559" y="29949"/>
                    <a:pt x="117886" y="20873"/>
                  </a:cubicBezTo>
                  <a:cubicBezTo>
                    <a:pt x="109567" y="7260"/>
                    <a:pt x="93306" y="75"/>
                    <a:pt x="70994" y="75"/>
                  </a:cubicBezTo>
                  <a:cubicBezTo>
                    <a:pt x="35448" y="75"/>
                    <a:pt x="7464" y="18604"/>
                    <a:pt x="7464" y="42428"/>
                  </a:cubicBezTo>
                  <a:cubicBezTo>
                    <a:pt x="7464" y="51126"/>
                    <a:pt x="15027" y="58689"/>
                    <a:pt x="23725" y="58689"/>
                  </a:cubicBezTo>
                  <a:cubicBezTo>
                    <a:pt x="32800" y="58689"/>
                    <a:pt x="40742" y="51126"/>
                    <a:pt x="40742" y="42807"/>
                  </a:cubicBezTo>
                  <a:cubicBezTo>
                    <a:pt x="40742" y="41294"/>
                    <a:pt x="40364" y="39403"/>
                    <a:pt x="39986" y="36756"/>
                  </a:cubicBezTo>
                  <a:cubicBezTo>
                    <a:pt x="39229" y="33353"/>
                    <a:pt x="38851" y="30327"/>
                    <a:pt x="38851" y="27680"/>
                  </a:cubicBezTo>
                  <a:cubicBezTo>
                    <a:pt x="38851" y="17470"/>
                    <a:pt x="50952" y="9151"/>
                    <a:pt x="66078" y="9151"/>
                  </a:cubicBezTo>
                  <a:cubicBezTo>
                    <a:pt x="84608" y="9151"/>
                    <a:pt x="94818" y="20117"/>
                    <a:pt x="94818" y="40538"/>
                  </a:cubicBezTo>
                  <a:lnTo>
                    <a:pt x="94818" y="63605"/>
                  </a:lnTo>
                  <a:cubicBezTo>
                    <a:pt x="36582" y="87051"/>
                    <a:pt x="30153" y="90076"/>
                    <a:pt x="13893" y="104446"/>
                  </a:cubicBezTo>
                  <a:cubicBezTo>
                    <a:pt x="5573" y="112010"/>
                    <a:pt x="279" y="124867"/>
                    <a:pt x="279" y="137346"/>
                  </a:cubicBezTo>
                  <a:cubicBezTo>
                    <a:pt x="279" y="161170"/>
                    <a:pt x="16918" y="177809"/>
                    <a:pt x="39986" y="177809"/>
                  </a:cubicBezTo>
                  <a:cubicBezTo>
                    <a:pt x="56624" y="177809"/>
                    <a:pt x="72129" y="169868"/>
                    <a:pt x="95197" y="150204"/>
                  </a:cubicBezTo>
                  <a:cubicBezTo>
                    <a:pt x="97087" y="169868"/>
                    <a:pt x="103894" y="177809"/>
                    <a:pt x="119399" y="177809"/>
                  </a:cubicBezTo>
                  <a:cubicBezTo>
                    <a:pt x="132256" y="177809"/>
                    <a:pt x="140198" y="173271"/>
                    <a:pt x="153433" y="158901"/>
                  </a:cubicBezTo>
                  <a:lnTo>
                    <a:pt x="153433" y="149069"/>
                  </a:lnTo>
                  <a:close/>
                  <a:moveTo>
                    <a:pt x="94818" y="127514"/>
                  </a:moveTo>
                  <a:cubicBezTo>
                    <a:pt x="94818" y="139237"/>
                    <a:pt x="92928" y="142640"/>
                    <a:pt x="84986" y="147178"/>
                  </a:cubicBezTo>
                  <a:cubicBezTo>
                    <a:pt x="75911" y="152473"/>
                    <a:pt x="65322" y="155876"/>
                    <a:pt x="57381" y="155876"/>
                  </a:cubicBezTo>
                  <a:cubicBezTo>
                    <a:pt x="44145" y="155876"/>
                    <a:pt x="33557" y="143019"/>
                    <a:pt x="33557" y="126758"/>
                  </a:cubicBezTo>
                  <a:lnTo>
                    <a:pt x="33557" y="125245"/>
                  </a:lnTo>
                  <a:cubicBezTo>
                    <a:pt x="33557" y="102934"/>
                    <a:pt x="49061" y="89320"/>
                    <a:pt x="94818" y="72681"/>
                  </a:cubicBezTo>
                  <a:lnTo>
                    <a:pt x="94818" y="127514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3" name="Freeform: Shape 2402">
              <a:extLst>
                <a:ext uri="{FF2B5EF4-FFF2-40B4-BE49-F238E27FC236}">
                  <a16:creationId xmlns:a16="http://schemas.microsoft.com/office/drawing/2014/main" id="{FB630EB8-8C8B-7950-B8B0-1BD381AAA701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3340626" y="5128542"/>
              <a:ext cx="90001" cy="258282"/>
            </a:xfrm>
            <a:custGeom>
              <a:avLst/>
              <a:gdLst>
                <a:gd name="connsiteX0" fmla="*/ 283 w 90001"/>
                <a:gd name="connsiteY0" fmla="*/ 22764 h 258282"/>
                <a:gd name="connsiteX1" fmla="*/ 2552 w 90001"/>
                <a:gd name="connsiteY1" fmla="*/ 22764 h 258282"/>
                <a:gd name="connsiteX2" fmla="*/ 14275 w 90001"/>
                <a:gd name="connsiteY2" fmla="*/ 22008 h 258282"/>
                <a:gd name="connsiteX3" fmla="*/ 30158 w 90001"/>
                <a:gd name="connsiteY3" fmla="*/ 45076 h 258282"/>
                <a:gd name="connsiteX4" fmla="*/ 30158 w 90001"/>
                <a:gd name="connsiteY4" fmla="*/ 225457 h 258282"/>
                <a:gd name="connsiteX5" fmla="*/ 1040 w 90001"/>
                <a:gd name="connsiteY5" fmla="*/ 252685 h 258282"/>
                <a:gd name="connsiteX6" fmla="*/ 1040 w 90001"/>
                <a:gd name="connsiteY6" fmla="*/ 258357 h 258282"/>
                <a:gd name="connsiteX7" fmla="*/ 90285 w 90001"/>
                <a:gd name="connsiteY7" fmla="*/ 258357 h 258282"/>
                <a:gd name="connsiteX8" fmla="*/ 90285 w 90001"/>
                <a:gd name="connsiteY8" fmla="*/ 252685 h 258282"/>
                <a:gd name="connsiteX9" fmla="*/ 61923 w 90001"/>
                <a:gd name="connsiteY9" fmla="*/ 226592 h 258282"/>
                <a:gd name="connsiteX10" fmla="*/ 61923 w 90001"/>
                <a:gd name="connsiteY10" fmla="*/ 831 h 258282"/>
                <a:gd name="connsiteX11" fmla="*/ 60411 w 90001"/>
                <a:gd name="connsiteY11" fmla="*/ 75 h 258282"/>
                <a:gd name="connsiteX12" fmla="*/ 283 w 90001"/>
                <a:gd name="connsiteY12" fmla="*/ 16714 h 258282"/>
                <a:gd name="connsiteX13" fmla="*/ 283 w 90001"/>
                <a:gd name="connsiteY13" fmla="*/ 22764 h 25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0001" h="258282">
                  <a:moveTo>
                    <a:pt x="283" y="22764"/>
                  </a:moveTo>
                  <a:lnTo>
                    <a:pt x="2552" y="22764"/>
                  </a:lnTo>
                  <a:cubicBezTo>
                    <a:pt x="6712" y="22386"/>
                    <a:pt x="11250" y="22008"/>
                    <a:pt x="14275" y="22008"/>
                  </a:cubicBezTo>
                  <a:cubicBezTo>
                    <a:pt x="26376" y="22008"/>
                    <a:pt x="30158" y="27302"/>
                    <a:pt x="30158" y="45076"/>
                  </a:cubicBezTo>
                  <a:lnTo>
                    <a:pt x="30158" y="225457"/>
                  </a:lnTo>
                  <a:cubicBezTo>
                    <a:pt x="30158" y="245878"/>
                    <a:pt x="24864" y="250794"/>
                    <a:pt x="1040" y="252685"/>
                  </a:cubicBezTo>
                  <a:lnTo>
                    <a:pt x="1040" y="258357"/>
                  </a:lnTo>
                  <a:lnTo>
                    <a:pt x="90285" y="258357"/>
                  </a:lnTo>
                  <a:lnTo>
                    <a:pt x="90285" y="252685"/>
                  </a:lnTo>
                  <a:cubicBezTo>
                    <a:pt x="66461" y="251172"/>
                    <a:pt x="61923" y="247390"/>
                    <a:pt x="61923" y="226592"/>
                  </a:cubicBezTo>
                  <a:lnTo>
                    <a:pt x="61923" y="831"/>
                  </a:lnTo>
                  <a:lnTo>
                    <a:pt x="60411" y="75"/>
                  </a:lnTo>
                  <a:cubicBezTo>
                    <a:pt x="40746" y="6503"/>
                    <a:pt x="26376" y="10285"/>
                    <a:pt x="283" y="16714"/>
                  </a:cubicBezTo>
                  <a:lnTo>
                    <a:pt x="283" y="22764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4" name="Freeform: Shape 2403">
              <a:extLst>
                <a:ext uri="{FF2B5EF4-FFF2-40B4-BE49-F238E27FC236}">
                  <a16:creationId xmlns:a16="http://schemas.microsoft.com/office/drawing/2014/main" id="{0189D48B-4C5E-7B05-B54B-4A23D5559C30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3539904" y="5128542"/>
              <a:ext cx="89623" cy="258282"/>
            </a:xfrm>
            <a:custGeom>
              <a:avLst/>
              <a:gdLst>
                <a:gd name="connsiteX0" fmla="*/ 60416 w 89623"/>
                <a:gd name="connsiteY0" fmla="*/ 84404 h 258282"/>
                <a:gd name="connsiteX1" fmla="*/ 1801 w 89623"/>
                <a:gd name="connsiteY1" fmla="*/ 105203 h 258282"/>
                <a:gd name="connsiteX2" fmla="*/ 1801 w 89623"/>
                <a:gd name="connsiteY2" fmla="*/ 110875 h 258282"/>
                <a:gd name="connsiteX3" fmla="*/ 4826 w 89623"/>
                <a:gd name="connsiteY3" fmla="*/ 110497 h 258282"/>
                <a:gd name="connsiteX4" fmla="*/ 17684 w 89623"/>
                <a:gd name="connsiteY4" fmla="*/ 109363 h 258282"/>
                <a:gd name="connsiteX5" fmla="*/ 30163 w 89623"/>
                <a:gd name="connsiteY5" fmla="*/ 132052 h 258282"/>
                <a:gd name="connsiteX6" fmla="*/ 30163 w 89623"/>
                <a:gd name="connsiteY6" fmla="*/ 219785 h 258282"/>
                <a:gd name="connsiteX7" fmla="*/ 289 w 89623"/>
                <a:gd name="connsiteY7" fmla="*/ 252685 h 258282"/>
                <a:gd name="connsiteX8" fmla="*/ 289 w 89623"/>
                <a:gd name="connsiteY8" fmla="*/ 258357 h 258282"/>
                <a:gd name="connsiteX9" fmla="*/ 89912 w 89623"/>
                <a:gd name="connsiteY9" fmla="*/ 258357 h 258282"/>
                <a:gd name="connsiteX10" fmla="*/ 89912 w 89623"/>
                <a:gd name="connsiteY10" fmla="*/ 252685 h 258282"/>
                <a:gd name="connsiteX11" fmla="*/ 61928 w 89623"/>
                <a:gd name="connsiteY11" fmla="*/ 219785 h 258282"/>
                <a:gd name="connsiteX12" fmla="*/ 61928 w 89623"/>
                <a:gd name="connsiteY12" fmla="*/ 85539 h 258282"/>
                <a:gd name="connsiteX13" fmla="*/ 60416 w 89623"/>
                <a:gd name="connsiteY13" fmla="*/ 84404 h 258282"/>
                <a:gd name="connsiteX14" fmla="*/ 42642 w 89623"/>
                <a:gd name="connsiteY14" fmla="*/ 75 h 258282"/>
                <a:gd name="connsiteX15" fmla="*/ 23734 w 89623"/>
                <a:gd name="connsiteY15" fmla="*/ 19361 h 258282"/>
                <a:gd name="connsiteX16" fmla="*/ 42642 w 89623"/>
                <a:gd name="connsiteY16" fmla="*/ 38647 h 258282"/>
                <a:gd name="connsiteX17" fmla="*/ 62307 w 89623"/>
                <a:gd name="connsiteY17" fmla="*/ 19361 h 258282"/>
                <a:gd name="connsiteX18" fmla="*/ 42642 w 89623"/>
                <a:gd name="connsiteY18" fmla="*/ 75 h 25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9623" h="258282">
                  <a:moveTo>
                    <a:pt x="60416" y="84404"/>
                  </a:moveTo>
                  <a:lnTo>
                    <a:pt x="1801" y="105203"/>
                  </a:lnTo>
                  <a:lnTo>
                    <a:pt x="1801" y="110875"/>
                  </a:lnTo>
                  <a:lnTo>
                    <a:pt x="4826" y="110497"/>
                  </a:lnTo>
                  <a:cubicBezTo>
                    <a:pt x="9364" y="109741"/>
                    <a:pt x="14280" y="109363"/>
                    <a:pt x="17684" y="109363"/>
                  </a:cubicBezTo>
                  <a:cubicBezTo>
                    <a:pt x="26760" y="109363"/>
                    <a:pt x="30163" y="115413"/>
                    <a:pt x="30163" y="132052"/>
                  </a:cubicBezTo>
                  <a:lnTo>
                    <a:pt x="30163" y="219785"/>
                  </a:lnTo>
                  <a:cubicBezTo>
                    <a:pt x="30163" y="247012"/>
                    <a:pt x="26381" y="251172"/>
                    <a:pt x="289" y="252685"/>
                  </a:cubicBezTo>
                  <a:lnTo>
                    <a:pt x="289" y="258357"/>
                  </a:lnTo>
                  <a:lnTo>
                    <a:pt x="89912" y="258357"/>
                  </a:lnTo>
                  <a:lnTo>
                    <a:pt x="89912" y="252685"/>
                  </a:lnTo>
                  <a:cubicBezTo>
                    <a:pt x="64954" y="250794"/>
                    <a:pt x="61928" y="247012"/>
                    <a:pt x="61928" y="219785"/>
                  </a:cubicBezTo>
                  <a:lnTo>
                    <a:pt x="61928" y="85539"/>
                  </a:lnTo>
                  <a:lnTo>
                    <a:pt x="60416" y="84404"/>
                  </a:lnTo>
                  <a:close/>
                  <a:moveTo>
                    <a:pt x="42642" y="75"/>
                  </a:moveTo>
                  <a:cubicBezTo>
                    <a:pt x="32432" y="75"/>
                    <a:pt x="23734" y="8772"/>
                    <a:pt x="23734" y="19361"/>
                  </a:cubicBezTo>
                  <a:cubicBezTo>
                    <a:pt x="23734" y="29949"/>
                    <a:pt x="32054" y="38647"/>
                    <a:pt x="42642" y="38647"/>
                  </a:cubicBezTo>
                  <a:cubicBezTo>
                    <a:pt x="53609" y="38647"/>
                    <a:pt x="62307" y="30327"/>
                    <a:pt x="62307" y="19361"/>
                  </a:cubicBezTo>
                  <a:cubicBezTo>
                    <a:pt x="62307" y="8772"/>
                    <a:pt x="53609" y="75"/>
                    <a:pt x="42642" y="75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5" name="Freeform: Shape 2404">
              <a:extLst>
                <a:ext uri="{FF2B5EF4-FFF2-40B4-BE49-F238E27FC236}">
                  <a16:creationId xmlns:a16="http://schemas.microsoft.com/office/drawing/2014/main" id="{A933EF17-6791-7DA1-608E-F1E4BD730959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3658658" y="5213249"/>
              <a:ext cx="112313" cy="177356"/>
            </a:xfrm>
            <a:custGeom>
              <a:avLst/>
              <a:gdLst>
                <a:gd name="connsiteX0" fmla="*/ 100125 w 112313"/>
                <a:gd name="connsiteY0" fmla="*/ 54908 h 177356"/>
                <a:gd name="connsiteX1" fmla="*/ 98613 w 112313"/>
                <a:gd name="connsiteY1" fmla="*/ 3478 h 177356"/>
                <a:gd name="connsiteX2" fmla="*/ 94453 w 112313"/>
                <a:gd name="connsiteY2" fmla="*/ 3478 h 177356"/>
                <a:gd name="connsiteX3" fmla="*/ 93696 w 112313"/>
                <a:gd name="connsiteY3" fmla="*/ 4234 h 177356"/>
                <a:gd name="connsiteX4" fmla="*/ 88402 w 112313"/>
                <a:gd name="connsiteY4" fmla="*/ 7260 h 177356"/>
                <a:gd name="connsiteX5" fmla="*/ 78192 w 112313"/>
                <a:gd name="connsiteY5" fmla="*/ 4613 h 177356"/>
                <a:gd name="connsiteX6" fmla="*/ 51721 w 112313"/>
                <a:gd name="connsiteY6" fmla="*/ 75 h 177356"/>
                <a:gd name="connsiteX7" fmla="*/ 291 w 112313"/>
                <a:gd name="connsiteY7" fmla="*/ 46588 h 177356"/>
                <a:gd name="connsiteX8" fmla="*/ 44536 w 112313"/>
                <a:gd name="connsiteY8" fmla="*/ 101043 h 177356"/>
                <a:gd name="connsiteX9" fmla="*/ 66469 w 112313"/>
                <a:gd name="connsiteY9" fmla="*/ 113522 h 177356"/>
                <a:gd name="connsiteX10" fmla="*/ 86133 w 112313"/>
                <a:gd name="connsiteY10" fmla="*/ 141884 h 177356"/>
                <a:gd name="connsiteX11" fmla="*/ 54746 w 112313"/>
                <a:gd name="connsiteY11" fmla="*/ 169112 h 177356"/>
                <a:gd name="connsiteX12" fmla="*/ 22981 w 112313"/>
                <a:gd name="connsiteY12" fmla="*/ 155876 h 177356"/>
                <a:gd name="connsiteX13" fmla="*/ 6720 w 112313"/>
                <a:gd name="connsiteY13" fmla="*/ 116169 h 177356"/>
                <a:gd name="connsiteX14" fmla="*/ 670 w 112313"/>
                <a:gd name="connsiteY14" fmla="*/ 116169 h 177356"/>
                <a:gd name="connsiteX15" fmla="*/ 670 w 112313"/>
                <a:gd name="connsiteY15" fmla="*/ 175162 h 177356"/>
                <a:gd name="connsiteX16" fmla="*/ 5586 w 112313"/>
                <a:gd name="connsiteY16" fmla="*/ 175162 h 177356"/>
                <a:gd name="connsiteX17" fmla="*/ 14283 w 112313"/>
                <a:gd name="connsiteY17" fmla="*/ 170624 h 177356"/>
                <a:gd name="connsiteX18" fmla="*/ 31678 w 112313"/>
                <a:gd name="connsiteY18" fmla="*/ 173649 h 177356"/>
                <a:gd name="connsiteX19" fmla="*/ 59284 w 112313"/>
                <a:gd name="connsiteY19" fmla="*/ 177431 h 177356"/>
                <a:gd name="connsiteX20" fmla="*/ 112604 w 112313"/>
                <a:gd name="connsiteY20" fmla="*/ 129027 h 177356"/>
                <a:gd name="connsiteX21" fmla="*/ 80839 w 112313"/>
                <a:gd name="connsiteY21" fmla="*/ 84026 h 177356"/>
                <a:gd name="connsiteX22" fmla="*/ 39998 w 112313"/>
                <a:gd name="connsiteY22" fmla="*/ 59824 h 177356"/>
                <a:gd name="connsiteX23" fmla="*/ 23737 w 112313"/>
                <a:gd name="connsiteY23" fmla="*/ 34109 h 177356"/>
                <a:gd name="connsiteX24" fmla="*/ 52855 w 112313"/>
                <a:gd name="connsiteY24" fmla="*/ 8394 h 177356"/>
                <a:gd name="connsiteX25" fmla="*/ 94453 w 112313"/>
                <a:gd name="connsiteY25" fmla="*/ 54908 h 177356"/>
                <a:gd name="connsiteX26" fmla="*/ 100125 w 112313"/>
                <a:gd name="connsiteY26" fmla="*/ 54908 h 17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2313" h="177356">
                  <a:moveTo>
                    <a:pt x="100125" y="54908"/>
                  </a:moveTo>
                  <a:lnTo>
                    <a:pt x="98613" y="3478"/>
                  </a:lnTo>
                  <a:lnTo>
                    <a:pt x="94453" y="3478"/>
                  </a:lnTo>
                  <a:lnTo>
                    <a:pt x="93696" y="4234"/>
                  </a:lnTo>
                  <a:cubicBezTo>
                    <a:pt x="90293" y="6882"/>
                    <a:pt x="89915" y="7260"/>
                    <a:pt x="88402" y="7260"/>
                  </a:cubicBezTo>
                  <a:cubicBezTo>
                    <a:pt x="86133" y="7260"/>
                    <a:pt x="82352" y="6503"/>
                    <a:pt x="78192" y="4613"/>
                  </a:cubicBezTo>
                  <a:cubicBezTo>
                    <a:pt x="69873" y="1587"/>
                    <a:pt x="61553" y="75"/>
                    <a:pt x="51721" y="75"/>
                  </a:cubicBezTo>
                  <a:cubicBezTo>
                    <a:pt x="21846" y="75"/>
                    <a:pt x="291" y="19361"/>
                    <a:pt x="291" y="46588"/>
                  </a:cubicBezTo>
                  <a:cubicBezTo>
                    <a:pt x="291" y="67765"/>
                    <a:pt x="12392" y="82891"/>
                    <a:pt x="44536" y="101043"/>
                  </a:cubicBezTo>
                  <a:lnTo>
                    <a:pt x="66469" y="113522"/>
                  </a:lnTo>
                  <a:cubicBezTo>
                    <a:pt x="79705" y="121085"/>
                    <a:pt x="86133" y="130161"/>
                    <a:pt x="86133" y="141884"/>
                  </a:cubicBezTo>
                  <a:cubicBezTo>
                    <a:pt x="86133" y="158523"/>
                    <a:pt x="74032" y="169112"/>
                    <a:pt x="54746" y="169112"/>
                  </a:cubicBezTo>
                  <a:cubicBezTo>
                    <a:pt x="41889" y="169112"/>
                    <a:pt x="30166" y="164196"/>
                    <a:pt x="22981" y="155876"/>
                  </a:cubicBezTo>
                  <a:cubicBezTo>
                    <a:pt x="15040" y="146422"/>
                    <a:pt x="11636" y="137724"/>
                    <a:pt x="6720" y="116169"/>
                  </a:cubicBezTo>
                  <a:lnTo>
                    <a:pt x="670" y="116169"/>
                  </a:lnTo>
                  <a:lnTo>
                    <a:pt x="670" y="175162"/>
                  </a:lnTo>
                  <a:lnTo>
                    <a:pt x="5586" y="175162"/>
                  </a:lnTo>
                  <a:cubicBezTo>
                    <a:pt x="8233" y="171381"/>
                    <a:pt x="9745" y="170624"/>
                    <a:pt x="14283" y="170624"/>
                  </a:cubicBezTo>
                  <a:cubicBezTo>
                    <a:pt x="17687" y="170624"/>
                    <a:pt x="22981" y="171381"/>
                    <a:pt x="31678" y="173649"/>
                  </a:cubicBezTo>
                  <a:cubicBezTo>
                    <a:pt x="42267" y="175918"/>
                    <a:pt x="52477" y="177431"/>
                    <a:pt x="59284" y="177431"/>
                  </a:cubicBezTo>
                  <a:cubicBezTo>
                    <a:pt x="88402" y="177431"/>
                    <a:pt x="112604" y="155498"/>
                    <a:pt x="112604" y="129027"/>
                  </a:cubicBezTo>
                  <a:cubicBezTo>
                    <a:pt x="112604" y="110119"/>
                    <a:pt x="103529" y="97640"/>
                    <a:pt x="80839" y="84026"/>
                  </a:cubicBezTo>
                  <a:lnTo>
                    <a:pt x="39998" y="59824"/>
                  </a:lnTo>
                  <a:cubicBezTo>
                    <a:pt x="29410" y="53773"/>
                    <a:pt x="23737" y="44319"/>
                    <a:pt x="23737" y="34109"/>
                  </a:cubicBezTo>
                  <a:cubicBezTo>
                    <a:pt x="23737" y="18983"/>
                    <a:pt x="35460" y="8394"/>
                    <a:pt x="52855" y="8394"/>
                  </a:cubicBezTo>
                  <a:cubicBezTo>
                    <a:pt x="74410" y="8394"/>
                    <a:pt x="85755" y="21252"/>
                    <a:pt x="94453" y="54908"/>
                  </a:cubicBezTo>
                  <a:lnTo>
                    <a:pt x="100125" y="54908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6" name="Freeform: Shape 2405">
              <a:extLst>
                <a:ext uri="{FF2B5EF4-FFF2-40B4-BE49-F238E27FC236}">
                  <a16:creationId xmlns:a16="http://schemas.microsoft.com/office/drawing/2014/main" id="{58A7592A-CE22-622C-1CB9-948105375AF0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3817655" y="5213249"/>
              <a:ext cx="41975" cy="177734"/>
            </a:xfrm>
            <a:custGeom>
              <a:avLst/>
              <a:gdLst>
                <a:gd name="connsiteX0" fmla="*/ 21094 w 41975"/>
                <a:gd name="connsiteY0" fmla="*/ 75 h 177734"/>
                <a:gd name="connsiteX1" fmla="*/ 295 w 41975"/>
                <a:gd name="connsiteY1" fmla="*/ 21630 h 177734"/>
                <a:gd name="connsiteX2" fmla="*/ 20716 w 41975"/>
                <a:gd name="connsiteY2" fmla="*/ 42050 h 177734"/>
                <a:gd name="connsiteX3" fmla="*/ 42271 w 41975"/>
                <a:gd name="connsiteY3" fmla="*/ 21630 h 177734"/>
                <a:gd name="connsiteX4" fmla="*/ 21094 w 41975"/>
                <a:gd name="connsiteY4" fmla="*/ 75 h 177734"/>
                <a:gd name="connsiteX5" fmla="*/ 21094 w 41975"/>
                <a:gd name="connsiteY5" fmla="*/ 135834 h 177734"/>
                <a:gd name="connsiteX6" fmla="*/ 295 w 41975"/>
                <a:gd name="connsiteY6" fmla="*/ 157389 h 177734"/>
                <a:gd name="connsiteX7" fmla="*/ 20716 w 41975"/>
                <a:gd name="connsiteY7" fmla="*/ 177809 h 177734"/>
                <a:gd name="connsiteX8" fmla="*/ 42271 w 41975"/>
                <a:gd name="connsiteY8" fmla="*/ 157389 h 177734"/>
                <a:gd name="connsiteX9" fmla="*/ 21094 w 41975"/>
                <a:gd name="connsiteY9" fmla="*/ 135834 h 17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975" h="177734">
                  <a:moveTo>
                    <a:pt x="21094" y="75"/>
                  </a:moveTo>
                  <a:cubicBezTo>
                    <a:pt x="9749" y="75"/>
                    <a:pt x="295" y="9907"/>
                    <a:pt x="295" y="21630"/>
                  </a:cubicBezTo>
                  <a:cubicBezTo>
                    <a:pt x="295" y="32596"/>
                    <a:pt x="9749" y="42050"/>
                    <a:pt x="20716" y="42050"/>
                  </a:cubicBezTo>
                  <a:cubicBezTo>
                    <a:pt x="32439" y="42050"/>
                    <a:pt x="42271" y="32596"/>
                    <a:pt x="42271" y="21630"/>
                  </a:cubicBezTo>
                  <a:cubicBezTo>
                    <a:pt x="42271" y="9907"/>
                    <a:pt x="32439" y="75"/>
                    <a:pt x="21094" y="75"/>
                  </a:cubicBezTo>
                  <a:close/>
                  <a:moveTo>
                    <a:pt x="21094" y="135834"/>
                  </a:moveTo>
                  <a:cubicBezTo>
                    <a:pt x="9749" y="135834"/>
                    <a:pt x="295" y="145666"/>
                    <a:pt x="295" y="157389"/>
                  </a:cubicBezTo>
                  <a:cubicBezTo>
                    <a:pt x="295" y="168355"/>
                    <a:pt x="9749" y="177809"/>
                    <a:pt x="20716" y="177809"/>
                  </a:cubicBezTo>
                  <a:cubicBezTo>
                    <a:pt x="32439" y="177809"/>
                    <a:pt x="42271" y="168355"/>
                    <a:pt x="42271" y="157389"/>
                  </a:cubicBezTo>
                  <a:cubicBezTo>
                    <a:pt x="42271" y="145666"/>
                    <a:pt x="32439" y="135834"/>
                    <a:pt x="21094" y="135834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42" name="Group 1941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y=f(x) = a_0 + a_1 \, x + a_2 \, x^2 + a_3 \, x^3  =&#10;2 -x + x^2 + x^3&#10;$$&#10;}&#10;\end{document}" title="IguanaTex Shape Display">
            <a:extLst>
              <a:ext uri="{FF2B5EF4-FFF2-40B4-BE49-F238E27FC236}">
                <a16:creationId xmlns:a16="http://schemas.microsoft.com/office/drawing/2014/main" id="{DAC3DB34-0F87-589B-3FAC-F2B2BE286797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2540000" y="3953164"/>
            <a:ext cx="7983025" cy="412940"/>
            <a:chOff x="7425755" y="4884588"/>
            <a:chExt cx="7983025" cy="412940"/>
          </a:xfrm>
        </p:grpSpPr>
        <p:sp>
          <p:nvSpPr>
            <p:cNvPr id="2411" name="Freeform: Shape 2410">
              <a:extLst>
                <a:ext uri="{FF2B5EF4-FFF2-40B4-BE49-F238E27FC236}">
                  <a16:creationId xmlns:a16="http://schemas.microsoft.com/office/drawing/2014/main" id="{974ACDC3-4AF5-D0DA-E186-916F9B7528AB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7425755" y="5052552"/>
              <a:ext cx="170171" cy="229376"/>
            </a:xfrm>
            <a:custGeom>
              <a:avLst/>
              <a:gdLst>
                <a:gd name="connsiteX0" fmla="*/ 14877 w 170171"/>
                <a:gd name="connsiteY0" fmla="*/ 14610 h 229376"/>
                <a:gd name="connsiteX1" fmla="*/ 26600 w 170171"/>
                <a:gd name="connsiteY1" fmla="*/ 13192 h 229376"/>
                <a:gd name="connsiteX2" fmla="*/ 71222 w 170171"/>
                <a:gd name="connsiteY2" fmla="*/ 83033 h 229376"/>
                <a:gd name="connsiteX3" fmla="*/ 86727 w 170171"/>
                <a:gd name="connsiteY3" fmla="*/ 153583 h 229376"/>
                <a:gd name="connsiteX4" fmla="*/ 78785 w 170171"/>
                <a:gd name="connsiteY4" fmla="*/ 171310 h 229376"/>
                <a:gd name="connsiteX5" fmla="*/ 55340 w 170171"/>
                <a:gd name="connsiteY5" fmla="*/ 199317 h 229376"/>
                <a:gd name="connsiteX6" fmla="*/ 37944 w 170171"/>
                <a:gd name="connsiteY6" fmla="*/ 209953 h 229376"/>
                <a:gd name="connsiteX7" fmla="*/ 28869 w 170171"/>
                <a:gd name="connsiteY7" fmla="*/ 206053 h 229376"/>
                <a:gd name="connsiteX8" fmla="*/ 14877 w 170171"/>
                <a:gd name="connsiteY8" fmla="*/ 200026 h 229376"/>
                <a:gd name="connsiteX9" fmla="*/ 128 w 170171"/>
                <a:gd name="connsiteY9" fmla="*/ 213852 h 229376"/>
                <a:gd name="connsiteX10" fmla="*/ 19415 w 170171"/>
                <a:gd name="connsiteY10" fmla="*/ 229451 h 229376"/>
                <a:gd name="connsiteX11" fmla="*/ 133997 w 170171"/>
                <a:gd name="connsiteY11" fmla="*/ 106077 h 229376"/>
                <a:gd name="connsiteX12" fmla="*/ 170300 w 170171"/>
                <a:gd name="connsiteY12" fmla="*/ 19574 h 229376"/>
                <a:gd name="connsiteX13" fmla="*/ 149501 w 170171"/>
                <a:gd name="connsiteY13" fmla="*/ 75 h 229376"/>
                <a:gd name="connsiteX14" fmla="*/ 134753 w 170171"/>
                <a:gd name="connsiteY14" fmla="*/ 13192 h 229376"/>
                <a:gd name="connsiteX15" fmla="*/ 145341 w 170171"/>
                <a:gd name="connsiteY15" fmla="*/ 27019 h 229376"/>
                <a:gd name="connsiteX16" fmla="*/ 155173 w 170171"/>
                <a:gd name="connsiteY16" fmla="*/ 39072 h 229376"/>
                <a:gd name="connsiteX17" fmla="*/ 109038 w 170171"/>
                <a:gd name="connsiteY17" fmla="*/ 130894 h 229376"/>
                <a:gd name="connsiteX18" fmla="*/ 101475 w 170171"/>
                <a:gd name="connsiteY18" fmla="*/ 89769 h 229376"/>
                <a:gd name="connsiteX19" fmla="*/ 68953 w 170171"/>
                <a:gd name="connsiteY19" fmla="*/ 75 h 229376"/>
                <a:gd name="connsiteX20" fmla="*/ 67441 w 170171"/>
                <a:gd name="connsiteY20" fmla="*/ 75 h 229376"/>
                <a:gd name="connsiteX21" fmla="*/ 64037 w 170171"/>
                <a:gd name="connsiteY21" fmla="*/ 429 h 229376"/>
                <a:gd name="connsiteX22" fmla="*/ 26978 w 170171"/>
                <a:gd name="connsiteY22" fmla="*/ 6456 h 229376"/>
                <a:gd name="connsiteX23" fmla="*/ 14877 w 170171"/>
                <a:gd name="connsiteY23" fmla="*/ 8583 h 229376"/>
                <a:gd name="connsiteX24" fmla="*/ 14877 w 170171"/>
                <a:gd name="connsiteY24" fmla="*/ 14610 h 22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0171" h="229376">
                  <a:moveTo>
                    <a:pt x="14877" y="14610"/>
                  </a:moveTo>
                  <a:cubicBezTo>
                    <a:pt x="19793" y="13547"/>
                    <a:pt x="22440" y="13192"/>
                    <a:pt x="26600" y="13192"/>
                  </a:cubicBezTo>
                  <a:cubicBezTo>
                    <a:pt x="48155" y="13192"/>
                    <a:pt x="53827" y="22055"/>
                    <a:pt x="71222" y="83033"/>
                  </a:cubicBezTo>
                  <a:cubicBezTo>
                    <a:pt x="77651" y="106077"/>
                    <a:pt x="86727" y="147557"/>
                    <a:pt x="86727" y="153583"/>
                  </a:cubicBezTo>
                  <a:cubicBezTo>
                    <a:pt x="86727" y="159256"/>
                    <a:pt x="84458" y="164928"/>
                    <a:pt x="78785" y="171310"/>
                  </a:cubicBezTo>
                  <a:cubicBezTo>
                    <a:pt x="67063" y="185845"/>
                    <a:pt x="59499" y="195063"/>
                    <a:pt x="55340" y="199317"/>
                  </a:cubicBezTo>
                  <a:cubicBezTo>
                    <a:pt x="47398" y="207116"/>
                    <a:pt x="42860" y="209953"/>
                    <a:pt x="37944" y="209953"/>
                  </a:cubicBezTo>
                  <a:cubicBezTo>
                    <a:pt x="35675" y="209953"/>
                    <a:pt x="33028" y="208889"/>
                    <a:pt x="28869" y="206053"/>
                  </a:cubicBezTo>
                  <a:cubicBezTo>
                    <a:pt x="23196" y="201799"/>
                    <a:pt x="19036" y="200026"/>
                    <a:pt x="14877" y="200026"/>
                  </a:cubicBezTo>
                  <a:cubicBezTo>
                    <a:pt x="6557" y="200026"/>
                    <a:pt x="128" y="206053"/>
                    <a:pt x="128" y="213852"/>
                  </a:cubicBezTo>
                  <a:cubicBezTo>
                    <a:pt x="128" y="222716"/>
                    <a:pt x="8448" y="229451"/>
                    <a:pt x="19415" y="229451"/>
                  </a:cubicBezTo>
                  <a:cubicBezTo>
                    <a:pt x="43617" y="229451"/>
                    <a:pt x="93155" y="176273"/>
                    <a:pt x="133997" y="106077"/>
                  </a:cubicBezTo>
                  <a:cubicBezTo>
                    <a:pt x="159711" y="62471"/>
                    <a:pt x="170300" y="36945"/>
                    <a:pt x="170300" y="19574"/>
                  </a:cubicBezTo>
                  <a:cubicBezTo>
                    <a:pt x="170300" y="8938"/>
                    <a:pt x="160846" y="75"/>
                    <a:pt x="149501" y="75"/>
                  </a:cubicBezTo>
                  <a:cubicBezTo>
                    <a:pt x="140803" y="75"/>
                    <a:pt x="134753" y="5393"/>
                    <a:pt x="134753" y="13192"/>
                  </a:cubicBezTo>
                  <a:cubicBezTo>
                    <a:pt x="134753" y="18510"/>
                    <a:pt x="137778" y="22410"/>
                    <a:pt x="145341" y="27019"/>
                  </a:cubicBezTo>
                  <a:cubicBezTo>
                    <a:pt x="152526" y="30918"/>
                    <a:pt x="155173" y="34109"/>
                    <a:pt x="155173" y="39072"/>
                  </a:cubicBezTo>
                  <a:cubicBezTo>
                    <a:pt x="155173" y="53253"/>
                    <a:pt x="141182" y="80906"/>
                    <a:pt x="109038" y="130894"/>
                  </a:cubicBezTo>
                  <a:lnTo>
                    <a:pt x="101475" y="89769"/>
                  </a:lnTo>
                  <a:cubicBezTo>
                    <a:pt x="95803" y="58571"/>
                    <a:pt x="74626" y="75"/>
                    <a:pt x="68953" y="75"/>
                  </a:cubicBezTo>
                  <a:lnTo>
                    <a:pt x="67441" y="75"/>
                  </a:lnTo>
                  <a:cubicBezTo>
                    <a:pt x="67063" y="429"/>
                    <a:pt x="65550" y="429"/>
                    <a:pt x="64037" y="429"/>
                  </a:cubicBezTo>
                  <a:cubicBezTo>
                    <a:pt x="60634" y="784"/>
                    <a:pt x="47020" y="2911"/>
                    <a:pt x="26978" y="6456"/>
                  </a:cubicBezTo>
                  <a:cubicBezTo>
                    <a:pt x="25087" y="6811"/>
                    <a:pt x="20171" y="7874"/>
                    <a:pt x="14877" y="8583"/>
                  </a:cubicBezTo>
                  <a:lnTo>
                    <a:pt x="14877" y="14610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2" name="Freeform: Shape 2411">
              <a:extLst>
                <a:ext uri="{FF2B5EF4-FFF2-40B4-BE49-F238E27FC236}">
                  <a16:creationId xmlns:a16="http://schemas.microsoft.com/office/drawing/2014/main" id="{E3E9CED2-2CA7-E7BE-370D-61AC7A8ACFC2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7708886" y="5078787"/>
              <a:ext cx="251475" cy="82958"/>
            </a:xfrm>
            <a:custGeom>
              <a:avLst/>
              <a:gdLst>
                <a:gd name="connsiteX0" fmla="*/ 238754 w 251475"/>
                <a:gd name="connsiteY0" fmla="*/ 14255 h 82958"/>
                <a:gd name="connsiteX1" fmla="*/ 251611 w 251475"/>
                <a:gd name="connsiteY1" fmla="*/ 7165 h 82958"/>
                <a:gd name="connsiteX2" fmla="*/ 239132 w 251475"/>
                <a:gd name="connsiteY2" fmla="*/ 74 h 82958"/>
                <a:gd name="connsiteX3" fmla="*/ 12615 w 251475"/>
                <a:gd name="connsiteY3" fmla="*/ 74 h 82958"/>
                <a:gd name="connsiteX4" fmla="*/ 136 w 251475"/>
                <a:gd name="connsiteY4" fmla="*/ 7165 h 82958"/>
                <a:gd name="connsiteX5" fmla="*/ 12993 w 251475"/>
                <a:gd name="connsiteY5" fmla="*/ 14255 h 82958"/>
                <a:gd name="connsiteX6" fmla="*/ 238754 w 251475"/>
                <a:gd name="connsiteY6" fmla="*/ 14255 h 82958"/>
                <a:gd name="connsiteX7" fmla="*/ 239132 w 251475"/>
                <a:gd name="connsiteY7" fmla="*/ 83033 h 82958"/>
                <a:gd name="connsiteX8" fmla="*/ 251611 w 251475"/>
                <a:gd name="connsiteY8" fmla="*/ 75942 h 82958"/>
                <a:gd name="connsiteX9" fmla="*/ 238754 w 251475"/>
                <a:gd name="connsiteY9" fmla="*/ 68852 h 82958"/>
                <a:gd name="connsiteX10" fmla="*/ 12993 w 251475"/>
                <a:gd name="connsiteY10" fmla="*/ 68852 h 82958"/>
                <a:gd name="connsiteX11" fmla="*/ 136 w 251475"/>
                <a:gd name="connsiteY11" fmla="*/ 75942 h 82958"/>
                <a:gd name="connsiteX12" fmla="*/ 12615 w 251475"/>
                <a:gd name="connsiteY12" fmla="*/ 83033 h 82958"/>
                <a:gd name="connsiteX13" fmla="*/ 239132 w 251475"/>
                <a:gd name="connsiteY13" fmla="*/ 83033 h 82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475" h="82958">
                  <a:moveTo>
                    <a:pt x="238754" y="14255"/>
                  </a:moveTo>
                  <a:cubicBezTo>
                    <a:pt x="244426" y="14255"/>
                    <a:pt x="251611" y="14255"/>
                    <a:pt x="251611" y="7165"/>
                  </a:cubicBezTo>
                  <a:cubicBezTo>
                    <a:pt x="251611" y="74"/>
                    <a:pt x="244426" y="74"/>
                    <a:pt x="239132" y="74"/>
                  </a:cubicBezTo>
                  <a:lnTo>
                    <a:pt x="12615" y="74"/>
                  </a:lnTo>
                  <a:cubicBezTo>
                    <a:pt x="7321" y="74"/>
                    <a:pt x="136" y="74"/>
                    <a:pt x="136" y="7165"/>
                  </a:cubicBezTo>
                  <a:cubicBezTo>
                    <a:pt x="136" y="14255"/>
                    <a:pt x="7321" y="14255"/>
                    <a:pt x="12993" y="14255"/>
                  </a:cubicBezTo>
                  <a:lnTo>
                    <a:pt x="238754" y="14255"/>
                  </a:lnTo>
                  <a:close/>
                  <a:moveTo>
                    <a:pt x="239132" y="83033"/>
                  </a:moveTo>
                  <a:cubicBezTo>
                    <a:pt x="244426" y="83033"/>
                    <a:pt x="251611" y="83033"/>
                    <a:pt x="251611" y="75942"/>
                  </a:cubicBezTo>
                  <a:cubicBezTo>
                    <a:pt x="251611" y="68852"/>
                    <a:pt x="244426" y="68852"/>
                    <a:pt x="238754" y="68852"/>
                  </a:cubicBezTo>
                  <a:lnTo>
                    <a:pt x="12993" y="68852"/>
                  </a:lnTo>
                  <a:cubicBezTo>
                    <a:pt x="7321" y="68852"/>
                    <a:pt x="136" y="68852"/>
                    <a:pt x="136" y="75942"/>
                  </a:cubicBezTo>
                  <a:cubicBezTo>
                    <a:pt x="136" y="83033"/>
                    <a:pt x="7321" y="83033"/>
                    <a:pt x="12615" y="83033"/>
                  </a:cubicBezTo>
                  <a:lnTo>
                    <a:pt x="239132" y="83033"/>
                  </a:lnTo>
                  <a:close/>
                </a:path>
              </a:pathLst>
            </a:custGeom>
            <a:solidFill>
              <a:srgbClr val="FFFFFF"/>
            </a:solidFill>
            <a:ln w="514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3" name="Freeform: Shape 2412">
              <a:extLst>
                <a:ext uri="{FF2B5EF4-FFF2-40B4-BE49-F238E27FC236}">
                  <a16:creationId xmlns:a16="http://schemas.microsoft.com/office/drawing/2014/main" id="{DDA26F5C-F2D6-0244-11B1-732C29672877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8068331" y="4968530"/>
              <a:ext cx="215928" cy="313753"/>
            </a:xfrm>
            <a:custGeom>
              <a:avLst/>
              <a:gdLst>
                <a:gd name="connsiteX0" fmla="*/ 68971 w 215928"/>
                <a:gd name="connsiteY0" fmla="*/ 100050 h 313753"/>
                <a:gd name="connsiteX1" fmla="*/ 103006 w 215928"/>
                <a:gd name="connsiteY1" fmla="*/ 100050 h 313753"/>
                <a:gd name="connsiteX2" fmla="*/ 69728 w 215928"/>
                <a:gd name="connsiteY2" fmla="*/ 248950 h 313753"/>
                <a:gd name="connsiteX3" fmla="*/ 33046 w 215928"/>
                <a:gd name="connsiteY3" fmla="*/ 306383 h 313753"/>
                <a:gd name="connsiteX4" fmla="*/ 25483 w 215928"/>
                <a:gd name="connsiteY4" fmla="*/ 300711 h 313753"/>
                <a:gd name="connsiteX5" fmla="*/ 26996 w 215928"/>
                <a:gd name="connsiteY5" fmla="*/ 296811 h 313753"/>
                <a:gd name="connsiteX6" fmla="*/ 28887 w 215928"/>
                <a:gd name="connsiteY6" fmla="*/ 291139 h 313753"/>
                <a:gd name="connsiteX7" fmla="*/ 14138 w 215928"/>
                <a:gd name="connsiteY7" fmla="*/ 277667 h 313753"/>
                <a:gd name="connsiteX8" fmla="*/ 147 w 215928"/>
                <a:gd name="connsiteY8" fmla="*/ 292202 h 313753"/>
                <a:gd name="connsiteX9" fmla="*/ 30021 w 215928"/>
                <a:gd name="connsiteY9" fmla="*/ 313828 h 313753"/>
                <a:gd name="connsiteX10" fmla="*/ 105653 w 215928"/>
                <a:gd name="connsiteY10" fmla="*/ 213498 h 313753"/>
                <a:gd name="connsiteX11" fmla="*/ 132880 w 215928"/>
                <a:gd name="connsiteY11" fmla="*/ 100050 h 313753"/>
                <a:gd name="connsiteX12" fmla="*/ 174099 w 215928"/>
                <a:gd name="connsiteY12" fmla="*/ 100050 h 313753"/>
                <a:gd name="connsiteX13" fmla="*/ 176368 w 215928"/>
                <a:gd name="connsiteY13" fmla="*/ 88706 h 313753"/>
                <a:gd name="connsiteX14" fmla="*/ 135527 w 215928"/>
                <a:gd name="connsiteY14" fmla="*/ 88706 h 313753"/>
                <a:gd name="connsiteX15" fmla="*/ 181663 w 215928"/>
                <a:gd name="connsiteY15" fmla="*/ 7874 h 313753"/>
                <a:gd name="connsiteX16" fmla="*/ 189982 w 215928"/>
                <a:gd name="connsiteY16" fmla="*/ 12129 h 313753"/>
                <a:gd name="connsiteX17" fmla="*/ 188469 w 215928"/>
                <a:gd name="connsiteY17" fmla="*/ 15674 h 313753"/>
                <a:gd name="connsiteX18" fmla="*/ 186201 w 215928"/>
                <a:gd name="connsiteY18" fmla="*/ 23119 h 313753"/>
                <a:gd name="connsiteX19" fmla="*/ 200192 w 215928"/>
                <a:gd name="connsiteY19" fmla="*/ 37300 h 313753"/>
                <a:gd name="connsiteX20" fmla="*/ 216075 w 215928"/>
                <a:gd name="connsiteY20" fmla="*/ 23119 h 313753"/>
                <a:gd name="connsiteX21" fmla="*/ 183553 w 215928"/>
                <a:gd name="connsiteY21" fmla="*/ 75 h 313753"/>
                <a:gd name="connsiteX22" fmla="*/ 136662 w 215928"/>
                <a:gd name="connsiteY22" fmla="*/ 24537 h 313753"/>
                <a:gd name="connsiteX23" fmla="*/ 106409 w 215928"/>
                <a:gd name="connsiteY23" fmla="*/ 88706 h 313753"/>
                <a:gd name="connsiteX24" fmla="*/ 71619 w 215928"/>
                <a:gd name="connsiteY24" fmla="*/ 88706 h 313753"/>
                <a:gd name="connsiteX25" fmla="*/ 68971 w 215928"/>
                <a:gd name="connsiteY25" fmla="*/ 100050 h 313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5928" h="313753">
                  <a:moveTo>
                    <a:pt x="68971" y="100050"/>
                  </a:moveTo>
                  <a:lnTo>
                    <a:pt x="103006" y="100050"/>
                  </a:lnTo>
                  <a:lnTo>
                    <a:pt x="69728" y="248950"/>
                  </a:lnTo>
                  <a:cubicBezTo>
                    <a:pt x="61408" y="286884"/>
                    <a:pt x="48929" y="306383"/>
                    <a:pt x="33046" y="306383"/>
                  </a:cubicBezTo>
                  <a:cubicBezTo>
                    <a:pt x="28508" y="306383"/>
                    <a:pt x="25483" y="303901"/>
                    <a:pt x="25483" y="300711"/>
                  </a:cubicBezTo>
                  <a:cubicBezTo>
                    <a:pt x="25483" y="299647"/>
                    <a:pt x="25861" y="298584"/>
                    <a:pt x="26996" y="296811"/>
                  </a:cubicBezTo>
                  <a:cubicBezTo>
                    <a:pt x="28508" y="294684"/>
                    <a:pt x="28887" y="293266"/>
                    <a:pt x="28887" y="291139"/>
                  </a:cubicBezTo>
                  <a:cubicBezTo>
                    <a:pt x="28887" y="283694"/>
                    <a:pt x="22080" y="277667"/>
                    <a:pt x="14138" y="277667"/>
                  </a:cubicBezTo>
                  <a:cubicBezTo>
                    <a:pt x="6197" y="277667"/>
                    <a:pt x="147" y="284048"/>
                    <a:pt x="147" y="292202"/>
                  </a:cubicBezTo>
                  <a:cubicBezTo>
                    <a:pt x="147" y="304256"/>
                    <a:pt x="13382" y="313828"/>
                    <a:pt x="30021" y="313828"/>
                  </a:cubicBezTo>
                  <a:cubicBezTo>
                    <a:pt x="63677" y="313828"/>
                    <a:pt x="90148" y="278730"/>
                    <a:pt x="105653" y="213498"/>
                  </a:cubicBezTo>
                  <a:lnTo>
                    <a:pt x="132880" y="100050"/>
                  </a:lnTo>
                  <a:lnTo>
                    <a:pt x="174099" y="100050"/>
                  </a:lnTo>
                  <a:lnTo>
                    <a:pt x="176368" y="88706"/>
                  </a:lnTo>
                  <a:lnTo>
                    <a:pt x="135527" y="88706"/>
                  </a:lnTo>
                  <a:cubicBezTo>
                    <a:pt x="146494" y="33045"/>
                    <a:pt x="160486" y="7874"/>
                    <a:pt x="181663" y="7874"/>
                  </a:cubicBezTo>
                  <a:cubicBezTo>
                    <a:pt x="186579" y="7874"/>
                    <a:pt x="189982" y="9647"/>
                    <a:pt x="189982" y="12129"/>
                  </a:cubicBezTo>
                  <a:cubicBezTo>
                    <a:pt x="189982" y="13192"/>
                    <a:pt x="189604" y="13901"/>
                    <a:pt x="188469" y="15674"/>
                  </a:cubicBezTo>
                  <a:cubicBezTo>
                    <a:pt x="186957" y="18865"/>
                    <a:pt x="186201" y="20637"/>
                    <a:pt x="186201" y="23119"/>
                  </a:cubicBezTo>
                  <a:cubicBezTo>
                    <a:pt x="186201" y="31627"/>
                    <a:pt x="191873" y="37300"/>
                    <a:pt x="200192" y="37300"/>
                  </a:cubicBezTo>
                  <a:cubicBezTo>
                    <a:pt x="208890" y="37300"/>
                    <a:pt x="216075" y="30918"/>
                    <a:pt x="216075" y="23119"/>
                  </a:cubicBezTo>
                  <a:cubicBezTo>
                    <a:pt x="216075" y="10001"/>
                    <a:pt x="202083" y="75"/>
                    <a:pt x="183553" y="75"/>
                  </a:cubicBezTo>
                  <a:cubicBezTo>
                    <a:pt x="165024" y="75"/>
                    <a:pt x="150275" y="7874"/>
                    <a:pt x="136662" y="24537"/>
                  </a:cubicBezTo>
                  <a:cubicBezTo>
                    <a:pt x="125317" y="38363"/>
                    <a:pt x="117754" y="54671"/>
                    <a:pt x="106409" y="88706"/>
                  </a:cubicBezTo>
                  <a:lnTo>
                    <a:pt x="71619" y="88706"/>
                  </a:lnTo>
                  <a:lnTo>
                    <a:pt x="68971" y="100050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4" name="Freeform: Shape 2413">
              <a:extLst>
                <a:ext uri="{FF2B5EF4-FFF2-40B4-BE49-F238E27FC236}">
                  <a16:creationId xmlns:a16="http://schemas.microsoft.com/office/drawing/2014/main" id="{01CB69D5-DF92-82AA-EB68-9ACE45B69DA8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8322294" y="4943005"/>
              <a:ext cx="87732" cy="354523"/>
            </a:xfrm>
            <a:custGeom>
              <a:avLst/>
              <a:gdLst>
                <a:gd name="connsiteX0" fmla="*/ 87884 w 87732"/>
                <a:gd name="connsiteY0" fmla="*/ 351052 h 354523"/>
                <a:gd name="connsiteX1" fmla="*/ 81455 w 87732"/>
                <a:gd name="connsiteY1" fmla="*/ 343253 h 354523"/>
                <a:gd name="connsiteX2" fmla="*/ 22084 w 87732"/>
                <a:gd name="connsiteY2" fmla="*/ 177336 h 354523"/>
                <a:gd name="connsiteX3" fmla="*/ 82968 w 87732"/>
                <a:gd name="connsiteY3" fmla="*/ 9646 h 354523"/>
                <a:gd name="connsiteX4" fmla="*/ 87884 w 87732"/>
                <a:gd name="connsiteY4" fmla="*/ 3619 h 354523"/>
                <a:gd name="connsiteX5" fmla="*/ 84102 w 87732"/>
                <a:gd name="connsiteY5" fmla="*/ 74 h 354523"/>
                <a:gd name="connsiteX6" fmla="*/ 23975 w 87732"/>
                <a:gd name="connsiteY6" fmla="*/ 69206 h 354523"/>
                <a:gd name="connsiteX7" fmla="*/ 151 w 87732"/>
                <a:gd name="connsiteY7" fmla="*/ 177336 h 354523"/>
                <a:gd name="connsiteX8" fmla="*/ 25110 w 87732"/>
                <a:gd name="connsiteY8" fmla="*/ 287947 h 354523"/>
                <a:gd name="connsiteX9" fmla="*/ 84102 w 87732"/>
                <a:gd name="connsiteY9" fmla="*/ 354598 h 354523"/>
                <a:gd name="connsiteX10" fmla="*/ 87884 w 87732"/>
                <a:gd name="connsiteY10" fmla="*/ 351052 h 35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732" h="354523">
                  <a:moveTo>
                    <a:pt x="87884" y="351052"/>
                  </a:moveTo>
                  <a:cubicBezTo>
                    <a:pt x="87884" y="349989"/>
                    <a:pt x="87884" y="349280"/>
                    <a:pt x="81455" y="343253"/>
                  </a:cubicBezTo>
                  <a:cubicBezTo>
                    <a:pt x="34186" y="298583"/>
                    <a:pt x="22084" y="231578"/>
                    <a:pt x="22084" y="177336"/>
                  </a:cubicBezTo>
                  <a:cubicBezTo>
                    <a:pt x="22084" y="115649"/>
                    <a:pt x="36455" y="53962"/>
                    <a:pt x="82968" y="9646"/>
                  </a:cubicBezTo>
                  <a:cubicBezTo>
                    <a:pt x="87884" y="5392"/>
                    <a:pt x="87884" y="4683"/>
                    <a:pt x="87884" y="3619"/>
                  </a:cubicBezTo>
                  <a:cubicBezTo>
                    <a:pt x="87884" y="1138"/>
                    <a:pt x="86371" y="74"/>
                    <a:pt x="84102" y="74"/>
                  </a:cubicBezTo>
                  <a:cubicBezTo>
                    <a:pt x="80321" y="74"/>
                    <a:pt x="46287" y="24182"/>
                    <a:pt x="23975" y="69206"/>
                  </a:cubicBezTo>
                  <a:cubicBezTo>
                    <a:pt x="4689" y="108204"/>
                    <a:pt x="151" y="147556"/>
                    <a:pt x="151" y="177336"/>
                  </a:cubicBezTo>
                  <a:cubicBezTo>
                    <a:pt x="151" y="204989"/>
                    <a:pt x="4311" y="247886"/>
                    <a:pt x="25110" y="287947"/>
                  </a:cubicBezTo>
                  <a:cubicBezTo>
                    <a:pt x="47799" y="331554"/>
                    <a:pt x="80321" y="354598"/>
                    <a:pt x="84102" y="354598"/>
                  </a:cubicBezTo>
                  <a:cubicBezTo>
                    <a:pt x="86371" y="354598"/>
                    <a:pt x="87884" y="353534"/>
                    <a:pt x="87884" y="351052"/>
                  </a:cubicBezTo>
                  <a:close/>
                </a:path>
              </a:pathLst>
            </a:custGeom>
            <a:solidFill>
              <a:srgbClr val="FFFFFF"/>
            </a:solidFill>
            <a:ln w="514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5" name="Freeform: Shape 2414">
              <a:extLst>
                <a:ext uri="{FF2B5EF4-FFF2-40B4-BE49-F238E27FC236}">
                  <a16:creationId xmlns:a16="http://schemas.microsoft.com/office/drawing/2014/main" id="{32D78A69-80D7-4A92-ED55-84C26D9F17A2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8421917" y="5052552"/>
              <a:ext cx="179247" cy="160244"/>
            </a:xfrm>
            <a:custGeom>
              <a:avLst/>
              <a:gdLst>
                <a:gd name="connsiteX0" fmla="*/ 162385 w 179247"/>
                <a:gd name="connsiteY0" fmla="*/ 117067 h 160244"/>
                <a:gd name="connsiteX1" fmla="*/ 154065 w 179247"/>
                <a:gd name="connsiteY1" fmla="*/ 126640 h 160244"/>
                <a:gd name="connsiteX2" fmla="*/ 136670 w 179247"/>
                <a:gd name="connsiteY2" fmla="*/ 140821 h 160244"/>
                <a:gd name="connsiteX3" fmla="*/ 124947 w 179247"/>
                <a:gd name="connsiteY3" fmla="*/ 126285 h 160244"/>
                <a:gd name="connsiteX4" fmla="*/ 123434 w 179247"/>
                <a:gd name="connsiteY4" fmla="*/ 120258 h 160244"/>
                <a:gd name="connsiteX5" fmla="*/ 109821 w 179247"/>
                <a:gd name="connsiteY5" fmla="*/ 62825 h 160244"/>
                <a:gd name="connsiteX6" fmla="*/ 146880 w 179247"/>
                <a:gd name="connsiteY6" fmla="*/ 19928 h 160244"/>
                <a:gd name="connsiteX7" fmla="*/ 155956 w 179247"/>
                <a:gd name="connsiteY7" fmla="*/ 22764 h 160244"/>
                <a:gd name="connsiteX8" fmla="*/ 166166 w 179247"/>
                <a:gd name="connsiteY8" fmla="*/ 25955 h 160244"/>
                <a:gd name="connsiteX9" fmla="*/ 179402 w 179247"/>
                <a:gd name="connsiteY9" fmla="*/ 13192 h 160244"/>
                <a:gd name="connsiteX10" fmla="*/ 163897 w 179247"/>
                <a:gd name="connsiteY10" fmla="*/ 75 h 160244"/>
                <a:gd name="connsiteX11" fmla="*/ 106795 w 179247"/>
                <a:gd name="connsiteY11" fmla="*/ 50772 h 160244"/>
                <a:gd name="connsiteX12" fmla="*/ 102636 w 179247"/>
                <a:gd name="connsiteY12" fmla="*/ 31273 h 160244"/>
                <a:gd name="connsiteX13" fmla="*/ 82971 w 179247"/>
                <a:gd name="connsiteY13" fmla="*/ 75 h 160244"/>
                <a:gd name="connsiteX14" fmla="*/ 38727 w 179247"/>
                <a:gd name="connsiteY14" fmla="*/ 10356 h 160244"/>
                <a:gd name="connsiteX15" fmla="*/ 34567 w 179247"/>
                <a:gd name="connsiteY15" fmla="*/ 11774 h 160244"/>
                <a:gd name="connsiteX16" fmla="*/ 36080 w 179247"/>
                <a:gd name="connsiteY16" fmla="*/ 17092 h 160244"/>
                <a:gd name="connsiteX17" fmla="*/ 57257 w 179247"/>
                <a:gd name="connsiteY17" fmla="*/ 13192 h 160244"/>
                <a:gd name="connsiteX18" fmla="*/ 74274 w 179247"/>
                <a:gd name="connsiteY18" fmla="*/ 37654 h 160244"/>
                <a:gd name="connsiteX19" fmla="*/ 85240 w 179247"/>
                <a:gd name="connsiteY19" fmla="*/ 81261 h 160244"/>
                <a:gd name="connsiteX20" fmla="*/ 54231 w 179247"/>
                <a:gd name="connsiteY20" fmla="*/ 122740 h 160244"/>
                <a:gd name="connsiteX21" fmla="*/ 34945 w 179247"/>
                <a:gd name="connsiteY21" fmla="*/ 139757 h 160244"/>
                <a:gd name="connsiteX22" fmla="*/ 25113 w 179247"/>
                <a:gd name="connsiteY22" fmla="*/ 136566 h 160244"/>
                <a:gd name="connsiteX23" fmla="*/ 13012 w 179247"/>
                <a:gd name="connsiteY23" fmla="*/ 133021 h 160244"/>
                <a:gd name="connsiteX24" fmla="*/ 155 w 179247"/>
                <a:gd name="connsiteY24" fmla="*/ 145429 h 160244"/>
                <a:gd name="connsiteX25" fmla="*/ 19063 w 179247"/>
                <a:gd name="connsiteY25" fmla="*/ 160319 h 160244"/>
                <a:gd name="connsiteX26" fmla="*/ 54231 w 179247"/>
                <a:gd name="connsiteY26" fmla="*/ 135503 h 160244"/>
                <a:gd name="connsiteX27" fmla="*/ 88266 w 179247"/>
                <a:gd name="connsiteY27" fmla="*/ 94023 h 160244"/>
                <a:gd name="connsiteX28" fmla="*/ 99610 w 179247"/>
                <a:gd name="connsiteY28" fmla="*/ 136566 h 160244"/>
                <a:gd name="connsiteX29" fmla="*/ 121543 w 179247"/>
                <a:gd name="connsiteY29" fmla="*/ 160319 h 160244"/>
                <a:gd name="connsiteX30" fmla="*/ 167679 w 179247"/>
                <a:gd name="connsiteY30" fmla="*/ 119904 h 160244"/>
                <a:gd name="connsiteX31" fmla="*/ 162385 w 179247"/>
                <a:gd name="connsiteY31" fmla="*/ 117067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9247" h="160244">
                  <a:moveTo>
                    <a:pt x="162385" y="117067"/>
                  </a:moveTo>
                  <a:cubicBezTo>
                    <a:pt x="159359" y="120258"/>
                    <a:pt x="157469" y="122385"/>
                    <a:pt x="154065" y="126640"/>
                  </a:cubicBezTo>
                  <a:cubicBezTo>
                    <a:pt x="145368" y="137275"/>
                    <a:pt x="140830" y="140821"/>
                    <a:pt x="136670" y="140821"/>
                  </a:cubicBezTo>
                  <a:cubicBezTo>
                    <a:pt x="130997" y="140821"/>
                    <a:pt x="127594" y="136212"/>
                    <a:pt x="124947" y="126285"/>
                  </a:cubicBezTo>
                  <a:cubicBezTo>
                    <a:pt x="124191" y="123449"/>
                    <a:pt x="123812" y="121322"/>
                    <a:pt x="123434" y="120258"/>
                  </a:cubicBezTo>
                  <a:cubicBezTo>
                    <a:pt x="113980" y="84451"/>
                    <a:pt x="109821" y="68143"/>
                    <a:pt x="109821" y="62825"/>
                  </a:cubicBezTo>
                  <a:cubicBezTo>
                    <a:pt x="126460" y="35527"/>
                    <a:pt x="140073" y="19928"/>
                    <a:pt x="146880" y="19928"/>
                  </a:cubicBezTo>
                  <a:cubicBezTo>
                    <a:pt x="149149" y="19928"/>
                    <a:pt x="152174" y="20992"/>
                    <a:pt x="155956" y="22764"/>
                  </a:cubicBezTo>
                  <a:cubicBezTo>
                    <a:pt x="160494" y="25246"/>
                    <a:pt x="163141" y="25955"/>
                    <a:pt x="166166" y="25955"/>
                  </a:cubicBezTo>
                  <a:cubicBezTo>
                    <a:pt x="174108" y="25955"/>
                    <a:pt x="179402" y="20637"/>
                    <a:pt x="179402" y="13192"/>
                  </a:cubicBezTo>
                  <a:cubicBezTo>
                    <a:pt x="179402" y="5747"/>
                    <a:pt x="172973" y="75"/>
                    <a:pt x="163897" y="75"/>
                  </a:cubicBezTo>
                  <a:cubicBezTo>
                    <a:pt x="147258" y="75"/>
                    <a:pt x="132888" y="12838"/>
                    <a:pt x="106795" y="50772"/>
                  </a:cubicBezTo>
                  <a:lnTo>
                    <a:pt x="102636" y="31273"/>
                  </a:lnTo>
                  <a:cubicBezTo>
                    <a:pt x="97341" y="7165"/>
                    <a:pt x="93182" y="75"/>
                    <a:pt x="82971" y="75"/>
                  </a:cubicBezTo>
                  <a:cubicBezTo>
                    <a:pt x="74652" y="75"/>
                    <a:pt x="61794" y="3265"/>
                    <a:pt x="38727" y="10356"/>
                  </a:cubicBezTo>
                  <a:lnTo>
                    <a:pt x="34567" y="11774"/>
                  </a:lnTo>
                  <a:lnTo>
                    <a:pt x="36080" y="17092"/>
                  </a:lnTo>
                  <a:cubicBezTo>
                    <a:pt x="50450" y="13901"/>
                    <a:pt x="53853" y="13192"/>
                    <a:pt x="57257" y="13192"/>
                  </a:cubicBezTo>
                  <a:cubicBezTo>
                    <a:pt x="66711" y="13192"/>
                    <a:pt x="68979" y="16383"/>
                    <a:pt x="74274" y="37654"/>
                  </a:cubicBezTo>
                  <a:lnTo>
                    <a:pt x="85240" y="81261"/>
                  </a:lnTo>
                  <a:lnTo>
                    <a:pt x="54231" y="122740"/>
                  </a:lnTo>
                  <a:cubicBezTo>
                    <a:pt x="46668" y="133376"/>
                    <a:pt x="39105" y="139757"/>
                    <a:pt x="34945" y="139757"/>
                  </a:cubicBezTo>
                  <a:cubicBezTo>
                    <a:pt x="32676" y="139757"/>
                    <a:pt x="28895" y="138693"/>
                    <a:pt x="25113" y="136566"/>
                  </a:cubicBezTo>
                  <a:cubicBezTo>
                    <a:pt x="20197" y="134085"/>
                    <a:pt x="16037" y="133021"/>
                    <a:pt x="13012" y="133021"/>
                  </a:cubicBezTo>
                  <a:cubicBezTo>
                    <a:pt x="5827" y="133021"/>
                    <a:pt x="155" y="138339"/>
                    <a:pt x="155" y="145429"/>
                  </a:cubicBezTo>
                  <a:cubicBezTo>
                    <a:pt x="155" y="154647"/>
                    <a:pt x="7718" y="160319"/>
                    <a:pt x="19063" y="160319"/>
                  </a:cubicBezTo>
                  <a:cubicBezTo>
                    <a:pt x="30785" y="160319"/>
                    <a:pt x="35323" y="157129"/>
                    <a:pt x="54231" y="135503"/>
                  </a:cubicBezTo>
                  <a:cubicBezTo>
                    <a:pt x="64442" y="124158"/>
                    <a:pt x="72383" y="114586"/>
                    <a:pt x="88266" y="94023"/>
                  </a:cubicBezTo>
                  <a:lnTo>
                    <a:pt x="99610" y="136566"/>
                  </a:lnTo>
                  <a:cubicBezTo>
                    <a:pt x="104526" y="154647"/>
                    <a:pt x="109442" y="160319"/>
                    <a:pt x="121543" y="160319"/>
                  </a:cubicBezTo>
                  <a:cubicBezTo>
                    <a:pt x="135914" y="160319"/>
                    <a:pt x="145746" y="151811"/>
                    <a:pt x="167679" y="119904"/>
                  </a:cubicBezTo>
                  <a:lnTo>
                    <a:pt x="162385" y="117067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6" name="Freeform: Shape 2415">
              <a:extLst>
                <a:ext uri="{FF2B5EF4-FFF2-40B4-BE49-F238E27FC236}">
                  <a16:creationId xmlns:a16="http://schemas.microsoft.com/office/drawing/2014/main" id="{EC1D572C-3147-D66A-6A50-67DF171D3FCF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8623347" y="4943005"/>
              <a:ext cx="87732" cy="354523"/>
            </a:xfrm>
            <a:custGeom>
              <a:avLst/>
              <a:gdLst>
                <a:gd name="connsiteX0" fmla="*/ 87892 w 87732"/>
                <a:gd name="connsiteY0" fmla="*/ 177336 h 354523"/>
                <a:gd name="connsiteX1" fmla="*/ 62934 w 87732"/>
                <a:gd name="connsiteY1" fmla="*/ 66724 h 354523"/>
                <a:gd name="connsiteX2" fmla="*/ 3941 w 87732"/>
                <a:gd name="connsiteY2" fmla="*/ 74 h 354523"/>
                <a:gd name="connsiteX3" fmla="*/ 160 w 87732"/>
                <a:gd name="connsiteY3" fmla="*/ 3619 h 354523"/>
                <a:gd name="connsiteX4" fmla="*/ 7345 w 87732"/>
                <a:gd name="connsiteY4" fmla="*/ 11773 h 354523"/>
                <a:gd name="connsiteX5" fmla="*/ 65959 w 87732"/>
                <a:gd name="connsiteY5" fmla="*/ 177336 h 354523"/>
                <a:gd name="connsiteX6" fmla="*/ 5076 w 87732"/>
                <a:gd name="connsiteY6" fmla="*/ 345025 h 354523"/>
                <a:gd name="connsiteX7" fmla="*/ 160 w 87732"/>
                <a:gd name="connsiteY7" fmla="*/ 351052 h 354523"/>
                <a:gd name="connsiteX8" fmla="*/ 3941 w 87732"/>
                <a:gd name="connsiteY8" fmla="*/ 354598 h 354523"/>
                <a:gd name="connsiteX9" fmla="*/ 64068 w 87732"/>
                <a:gd name="connsiteY9" fmla="*/ 285465 h 354523"/>
                <a:gd name="connsiteX10" fmla="*/ 87892 w 87732"/>
                <a:gd name="connsiteY10" fmla="*/ 177336 h 35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732" h="354523">
                  <a:moveTo>
                    <a:pt x="87892" y="177336"/>
                  </a:moveTo>
                  <a:cubicBezTo>
                    <a:pt x="87892" y="149683"/>
                    <a:pt x="83733" y="106786"/>
                    <a:pt x="62934" y="66724"/>
                  </a:cubicBezTo>
                  <a:cubicBezTo>
                    <a:pt x="40244" y="23118"/>
                    <a:pt x="7723" y="74"/>
                    <a:pt x="3941" y="74"/>
                  </a:cubicBezTo>
                  <a:cubicBezTo>
                    <a:pt x="1672" y="74"/>
                    <a:pt x="160" y="1492"/>
                    <a:pt x="160" y="3619"/>
                  </a:cubicBezTo>
                  <a:cubicBezTo>
                    <a:pt x="160" y="4683"/>
                    <a:pt x="160" y="5392"/>
                    <a:pt x="7345" y="11773"/>
                  </a:cubicBezTo>
                  <a:cubicBezTo>
                    <a:pt x="44404" y="46871"/>
                    <a:pt x="65959" y="103240"/>
                    <a:pt x="65959" y="177336"/>
                  </a:cubicBezTo>
                  <a:cubicBezTo>
                    <a:pt x="65959" y="237959"/>
                    <a:pt x="51967" y="300355"/>
                    <a:pt x="5076" y="345025"/>
                  </a:cubicBezTo>
                  <a:cubicBezTo>
                    <a:pt x="160" y="349280"/>
                    <a:pt x="160" y="349989"/>
                    <a:pt x="160" y="351052"/>
                  </a:cubicBezTo>
                  <a:cubicBezTo>
                    <a:pt x="160" y="353179"/>
                    <a:pt x="1672" y="354598"/>
                    <a:pt x="3941" y="354598"/>
                  </a:cubicBezTo>
                  <a:cubicBezTo>
                    <a:pt x="7723" y="354598"/>
                    <a:pt x="41757" y="330490"/>
                    <a:pt x="64068" y="285465"/>
                  </a:cubicBezTo>
                  <a:cubicBezTo>
                    <a:pt x="83354" y="246468"/>
                    <a:pt x="87892" y="207116"/>
                    <a:pt x="87892" y="177336"/>
                  </a:cubicBezTo>
                  <a:close/>
                </a:path>
              </a:pathLst>
            </a:custGeom>
            <a:solidFill>
              <a:srgbClr val="FFFFFF"/>
            </a:solidFill>
            <a:ln w="514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7" name="Freeform: Shape 2416">
              <a:extLst>
                <a:ext uri="{FF2B5EF4-FFF2-40B4-BE49-F238E27FC236}">
                  <a16:creationId xmlns:a16="http://schemas.microsoft.com/office/drawing/2014/main" id="{EC845A44-F6EF-6EC9-1B46-7261B2615FDD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8854588" y="5078787"/>
              <a:ext cx="251475" cy="82958"/>
            </a:xfrm>
            <a:custGeom>
              <a:avLst/>
              <a:gdLst>
                <a:gd name="connsiteX0" fmla="*/ 238784 w 251475"/>
                <a:gd name="connsiteY0" fmla="*/ 14255 h 82958"/>
                <a:gd name="connsiteX1" fmla="*/ 251642 w 251475"/>
                <a:gd name="connsiteY1" fmla="*/ 7165 h 82958"/>
                <a:gd name="connsiteX2" fmla="*/ 239162 w 251475"/>
                <a:gd name="connsiteY2" fmla="*/ 74 h 82958"/>
                <a:gd name="connsiteX3" fmla="*/ 12645 w 251475"/>
                <a:gd name="connsiteY3" fmla="*/ 74 h 82958"/>
                <a:gd name="connsiteX4" fmla="*/ 166 w 251475"/>
                <a:gd name="connsiteY4" fmla="*/ 7165 h 82958"/>
                <a:gd name="connsiteX5" fmla="*/ 13024 w 251475"/>
                <a:gd name="connsiteY5" fmla="*/ 14255 h 82958"/>
                <a:gd name="connsiteX6" fmla="*/ 238784 w 251475"/>
                <a:gd name="connsiteY6" fmla="*/ 14255 h 82958"/>
                <a:gd name="connsiteX7" fmla="*/ 239162 w 251475"/>
                <a:gd name="connsiteY7" fmla="*/ 83033 h 82958"/>
                <a:gd name="connsiteX8" fmla="*/ 251642 w 251475"/>
                <a:gd name="connsiteY8" fmla="*/ 75942 h 82958"/>
                <a:gd name="connsiteX9" fmla="*/ 238784 w 251475"/>
                <a:gd name="connsiteY9" fmla="*/ 68852 h 82958"/>
                <a:gd name="connsiteX10" fmla="*/ 13024 w 251475"/>
                <a:gd name="connsiteY10" fmla="*/ 68852 h 82958"/>
                <a:gd name="connsiteX11" fmla="*/ 166 w 251475"/>
                <a:gd name="connsiteY11" fmla="*/ 75942 h 82958"/>
                <a:gd name="connsiteX12" fmla="*/ 12645 w 251475"/>
                <a:gd name="connsiteY12" fmla="*/ 83033 h 82958"/>
                <a:gd name="connsiteX13" fmla="*/ 239162 w 251475"/>
                <a:gd name="connsiteY13" fmla="*/ 83033 h 82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475" h="82958">
                  <a:moveTo>
                    <a:pt x="238784" y="14255"/>
                  </a:moveTo>
                  <a:cubicBezTo>
                    <a:pt x="244457" y="14255"/>
                    <a:pt x="251642" y="14255"/>
                    <a:pt x="251642" y="7165"/>
                  </a:cubicBezTo>
                  <a:cubicBezTo>
                    <a:pt x="251642" y="74"/>
                    <a:pt x="244457" y="74"/>
                    <a:pt x="239162" y="74"/>
                  </a:cubicBezTo>
                  <a:lnTo>
                    <a:pt x="12645" y="74"/>
                  </a:lnTo>
                  <a:cubicBezTo>
                    <a:pt x="7351" y="74"/>
                    <a:pt x="166" y="74"/>
                    <a:pt x="166" y="7165"/>
                  </a:cubicBezTo>
                  <a:cubicBezTo>
                    <a:pt x="166" y="14255"/>
                    <a:pt x="7351" y="14255"/>
                    <a:pt x="13024" y="14255"/>
                  </a:cubicBezTo>
                  <a:lnTo>
                    <a:pt x="238784" y="14255"/>
                  </a:lnTo>
                  <a:close/>
                  <a:moveTo>
                    <a:pt x="239162" y="83033"/>
                  </a:moveTo>
                  <a:cubicBezTo>
                    <a:pt x="244457" y="83033"/>
                    <a:pt x="251642" y="83033"/>
                    <a:pt x="251642" y="75942"/>
                  </a:cubicBezTo>
                  <a:cubicBezTo>
                    <a:pt x="251642" y="68852"/>
                    <a:pt x="244457" y="68852"/>
                    <a:pt x="238784" y="68852"/>
                  </a:cubicBezTo>
                  <a:lnTo>
                    <a:pt x="13024" y="68852"/>
                  </a:lnTo>
                  <a:cubicBezTo>
                    <a:pt x="7351" y="68852"/>
                    <a:pt x="166" y="68852"/>
                    <a:pt x="166" y="75942"/>
                  </a:cubicBezTo>
                  <a:cubicBezTo>
                    <a:pt x="166" y="83033"/>
                    <a:pt x="7351" y="83033"/>
                    <a:pt x="12645" y="83033"/>
                  </a:cubicBezTo>
                  <a:lnTo>
                    <a:pt x="239162" y="83033"/>
                  </a:lnTo>
                  <a:close/>
                </a:path>
              </a:pathLst>
            </a:custGeom>
            <a:solidFill>
              <a:srgbClr val="FFFFFF"/>
            </a:solidFill>
            <a:ln w="514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8" name="Freeform: Shape 2417">
              <a:extLst>
                <a:ext uri="{FF2B5EF4-FFF2-40B4-BE49-F238E27FC236}">
                  <a16:creationId xmlns:a16="http://schemas.microsoft.com/office/drawing/2014/main" id="{D50FDB9B-4D04-83AC-B726-660F2DAE41BA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9219115" y="5052552"/>
              <a:ext cx="173574" cy="160244"/>
            </a:xfrm>
            <a:custGeom>
              <a:avLst/>
              <a:gdLst>
                <a:gd name="connsiteX0" fmla="*/ 169212 w 173574"/>
                <a:gd name="connsiteY0" fmla="*/ 117422 h 160244"/>
                <a:gd name="connsiteX1" fmla="*/ 158624 w 173574"/>
                <a:gd name="connsiteY1" fmla="*/ 127349 h 160244"/>
                <a:gd name="connsiteX2" fmla="*/ 138959 w 173574"/>
                <a:gd name="connsiteY2" fmla="*/ 141884 h 160244"/>
                <a:gd name="connsiteX3" fmla="*/ 133665 w 173574"/>
                <a:gd name="connsiteY3" fmla="*/ 137275 h 160244"/>
                <a:gd name="connsiteX4" fmla="*/ 167321 w 173574"/>
                <a:gd name="connsiteY4" fmla="*/ 8583 h 160244"/>
                <a:gd name="connsiteX5" fmla="*/ 169590 w 173574"/>
                <a:gd name="connsiteY5" fmla="*/ 1138 h 160244"/>
                <a:gd name="connsiteX6" fmla="*/ 166943 w 173574"/>
                <a:gd name="connsiteY6" fmla="*/ 75 h 160244"/>
                <a:gd name="connsiteX7" fmla="*/ 143875 w 173574"/>
                <a:gd name="connsiteY7" fmla="*/ 2556 h 160244"/>
                <a:gd name="connsiteX8" fmla="*/ 142741 w 173574"/>
                <a:gd name="connsiteY8" fmla="*/ 3620 h 160244"/>
                <a:gd name="connsiteX9" fmla="*/ 138581 w 173574"/>
                <a:gd name="connsiteY9" fmla="*/ 20637 h 160244"/>
                <a:gd name="connsiteX10" fmla="*/ 108328 w 173574"/>
                <a:gd name="connsiteY10" fmla="*/ 75 h 160244"/>
                <a:gd name="connsiteX11" fmla="*/ 175 w 173574"/>
                <a:gd name="connsiteY11" fmla="*/ 120967 h 160244"/>
                <a:gd name="connsiteX12" fmla="*/ 38747 w 173574"/>
                <a:gd name="connsiteY12" fmla="*/ 160319 h 160244"/>
                <a:gd name="connsiteX13" fmla="*/ 114757 w 173574"/>
                <a:gd name="connsiteY13" fmla="*/ 104659 h 160244"/>
                <a:gd name="connsiteX14" fmla="*/ 106060 w 173574"/>
                <a:gd name="connsiteY14" fmla="*/ 145429 h 160244"/>
                <a:gd name="connsiteX15" fmla="*/ 121186 w 173574"/>
                <a:gd name="connsiteY15" fmla="*/ 159965 h 160244"/>
                <a:gd name="connsiteX16" fmla="*/ 173750 w 173574"/>
                <a:gd name="connsiteY16" fmla="*/ 120967 h 160244"/>
                <a:gd name="connsiteX17" fmla="*/ 169212 w 173574"/>
                <a:gd name="connsiteY17" fmla="*/ 117422 h 160244"/>
                <a:gd name="connsiteX18" fmla="*/ 110597 w 173574"/>
                <a:gd name="connsiteY18" fmla="*/ 7874 h 160244"/>
                <a:gd name="connsiteX19" fmla="*/ 131774 w 173574"/>
                <a:gd name="connsiteY19" fmla="*/ 29500 h 160244"/>
                <a:gd name="connsiteX20" fmla="*/ 86773 w 173574"/>
                <a:gd name="connsiteY20" fmla="*/ 127349 h 160244"/>
                <a:gd name="connsiteX21" fmla="*/ 53874 w 173574"/>
                <a:gd name="connsiteY21" fmla="*/ 142948 h 160244"/>
                <a:gd name="connsiteX22" fmla="*/ 31940 w 173574"/>
                <a:gd name="connsiteY22" fmla="*/ 116358 h 160244"/>
                <a:gd name="connsiteX23" fmla="*/ 62571 w 173574"/>
                <a:gd name="connsiteY23" fmla="*/ 38718 h 160244"/>
                <a:gd name="connsiteX24" fmla="*/ 110597 w 173574"/>
                <a:gd name="connsiteY24" fmla="*/ 7874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3574" h="160244">
                  <a:moveTo>
                    <a:pt x="169212" y="117422"/>
                  </a:moveTo>
                  <a:cubicBezTo>
                    <a:pt x="163540" y="122740"/>
                    <a:pt x="161271" y="124512"/>
                    <a:pt x="158624" y="127349"/>
                  </a:cubicBezTo>
                  <a:cubicBezTo>
                    <a:pt x="147279" y="138339"/>
                    <a:pt x="142363" y="141884"/>
                    <a:pt x="138959" y="141884"/>
                  </a:cubicBezTo>
                  <a:cubicBezTo>
                    <a:pt x="135934" y="141884"/>
                    <a:pt x="133665" y="139757"/>
                    <a:pt x="133665" y="137275"/>
                  </a:cubicBezTo>
                  <a:cubicBezTo>
                    <a:pt x="133665" y="130185"/>
                    <a:pt x="149548" y="69561"/>
                    <a:pt x="167321" y="8583"/>
                  </a:cubicBezTo>
                  <a:cubicBezTo>
                    <a:pt x="168456" y="5038"/>
                    <a:pt x="168834" y="4329"/>
                    <a:pt x="169590" y="1138"/>
                  </a:cubicBezTo>
                  <a:lnTo>
                    <a:pt x="166943" y="75"/>
                  </a:lnTo>
                  <a:lnTo>
                    <a:pt x="143875" y="2556"/>
                  </a:lnTo>
                  <a:lnTo>
                    <a:pt x="142741" y="3620"/>
                  </a:lnTo>
                  <a:lnTo>
                    <a:pt x="138581" y="20637"/>
                  </a:lnTo>
                  <a:cubicBezTo>
                    <a:pt x="135556" y="7520"/>
                    <a:pt x="124589" y="75"/>
                    <a:pt x="108328" y="75"/>
                  </a:cubicBezTo>
                  <a:cubicBezTo>
                    <a:pt x="58412" y="75"/>
                    <a:pt x="175" y="64953"/>
                    <a:pt x="175" y="120967"/>
                  </a:cubicBezTo>
                  <a:cubicBezTo>
                    <a:pt x="175" y="145784"/>
                    <a:pt x="14545" y="160319"/>
                    <a:pt x="38747" y="160319"/>
                  </a:cubicBezTo>
                  <a:cubicBezTo>
                    <a:pt x="65218" y="160319"/>
                    <a:pt x="81479" y="148620"/>
                    <a:pt x="114757" y="104659"/>
                  </a:cubicBezTo>
                  <a:cubicBezTo>
                    <a:pt x="107194" y="132312"/>
                    <a:pt x="106060" y="136921"/>
                    <a:pt x="106060" y="145429"/>
                  </a:cubicBezTo>
                  <a:cubicBezTo>
                    <a:pt x="106060" y="155711"/>
                    <a:pt x="110597" y="159965"/>
                    <a:pt x="121186" y="159965"/>
                  </a:cubicBezTo>
                  <a:cubicBezTo>
                    <a:pt x="136312" y="159965"/>
                    <a:pt x="145766" y="153229"/>
                    <a:pt x="173750" y="120967"/>
                  </a:cubicBezTo>
                  <a:lnTo>
                    <a:pt x="169212" y="117422"/>
                  </a:lnTo>
                  <a:close/>
                  <a:moveTo>
                    <a:pt x="110597" y="7874"/>
                  </a:moveTo>
                  <a:cubicBezTo>
                    <a:pt x="123455" y="8583"/>
                    <a:pt x="131774" y="17092"/>
                    <a:pt x="131774" y="29500"/>
                  </a:cubicBezTo>
                  <a:cubicBezTo>
                    <a:pt x="131774" y="59280"/>
                    <a:pt x="112866" y="101114"/>
                    <a:pt x="86773" y="127349"/>
                  </a:cubicBezTo>
                  <a:cubicBezTo>
                    <a:pt x="77698" y="136921"/>
                    <a:pt x="64840" y="142948"/>
                    <a:pt x="53874" y="142948"/>
                  </a:cubicBezTo>
                  <a:cubicBezTo>
                    <a:pt x="40638" y="142948"/>
                    <a:pt x="31940" y="132667"/>
                    <a:pt x="31940" y="116358"/>
                  </a:cubicBezTo>
                  <a:cubicBezTo>
                    <a:pt x="31940" y="97214"/>
                    <a:pt x="46310" y="60698"/>
                    <a:pt x="62571" y="38718"/>
                  </a:cubicBezTo>
                  <a:cubicBezTo>
                    <a:pt x="77698" y="18155"/>
                    <a:pt x="95471" y="6811"/>
                    <a:pt x="110597" y="7874"/>
                  </a:cubicBez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9" name="Freeform: Shape 2418">
              <a:extLst>
                <a:ext uri="{FF2B5EF4-FFF2-40B4-BE49-F238E27FC236}">
                  <a16:creationId xmlns:a16="http://schemas.microsoft.com/office/drawing/2014/main" id="{609427AA-2337-192F-24F6-2FAD057F570F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9409191" y="5085306"/>
              <a:ext cx="126486" cy="181019"/>
            </a:xfrm>
            <a:custGeom>
              <a:avLst/>
              <a:gdLst>
                <a:gd name="connsiteX0" fmla="*/ 64542 w 126486"/>
                <a:gd name="connsiteY0" fmla="*/ 77 h 181019"/>
                <a:gd name="connsiteX1" fmla="*/ 27044 w 126486"/>
                <a:gd name="connsiteY1" fmla="*/ 13719 h 181019"/>
                <a:gd name="connsiteX2" fmla="*/ 179 w 126486"/>
                <a:gd name="connsiteY2" fmla="*/ 89275 h 181019"/>
                <a:gd name="connsiteX3" fmla="*/ 22566 w 126486"/>
                <a:gd name="connsiteY3" fmla="*/ 163257 h 181019"/>
                <a:gd name="connsiteX4" fmla="*/ 63423 w 126486"/>
                <a:gd name="connsiteY4" fmla="*/ 181097 h 181019"/>
                <a:gd name="connsiteX5" fmla="*/ 99801 w 126486"/>
                <a:gd name="connsiteY5" fmla="*/ 167455 h 181019"/>
                <a:gd name="connsiteX6" fmla="*/ 126666 w 126486"/>
                <a:gd name="connsiteY6" fmla="*/ 90849 h 181019"/>
                <a:gd name="connsiteX7" fmla="*/ 64542 w 126486"/>
                <a:gd name="connsiteY7" fmla="*/ 77 h 181019"/>
                <a:gd name="connsiteX8" fmla="*/ 63702 w 126486"/>
                <a:gd name="connsiteY8" fmla="*/ 6898 h 181019"/>
                <a:gd name="connsiteX9" fmla="*/ 99801 w 126486"/>
                <a:gd name="connsiteY9" fmla="*/ 91374 h 181019"/>
                <a:gd name="connsiteX10" fmla="*/ 63423 w 126486"/>
                <a:gd name="connsiteY10" fmla="*/ 174276 h 181019"/>
                <a:gd name="connsiteX11" fmla="*/ 27044 w 126486"/>
                <a:gd name="connsiteY11" fmla="*/ 91636 h 181019"/>
                <a:gd name="connsiteX12" fmla="*/ 63702 w 126486"/>
                <a:gd name="connsiteY12" fmla="*/ 6898 h 181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486" h="181019">
                  <a:moveTo>
                    <a:pt x="64542" y="77"/>
                  </a:moveTo>
                  <a:cubicBezTo>
                    <a:pt x="49151" y="77"/>
                    <a:pt x="37398" y="4537"/>
                    <a:pt x="27044" y="13719"/>
                  </a:cubicBezTo>
                  <a:cubicBezTo>
                    <a:pt x="10813" y="28411"/>
                    <a:pt x="179" y="58581"/>
                    <a:pt x="179" y="89275"/>
                  </a:cubicBezTo>
                  <a:cubicBezTo>
                    <a:pt x="179" y="117871"/>
                    <a:pt x="9414" y="148566"/>
                    <a:pt x="22566" y="163257"/>
                  </a:cubicBezTo>
                  <a:cubicBezTo>
                    <a:pt x="32920" y="174800"/>
                    <a:pt x="47192" y="181097"/>
                    <a:pt x="63423" y="181097"/>
                  </a:cubicBezTo>
                  <a:cubicBezTo>
                    <a:pt x="77694" y="181097"/>
                    <a:pt x="89727" y="176637"/>
                    <a:pt x="99801" y="167455"/>
                  </a:cubicBezTo>
                  <a:cubicBezTo>
                    <a:pt x="116032" y="153025"/>
                    <a:pt x="126666" y="122593"/>
                    <a:pt x="126666" y="90849"/>
                  </a:cubicBezTo>
                  <a:cubicBezTo>
                    <a:pt x="126666" y="37068"/>
                    <a:pt x="101201" y="77"/>
                    <a:pt x="64542" y="77"/>
                  </a:cubicBezTo>
                  <a:close/>
                  <a:moveTo>
                    <a:pt x="63702" y="6898"/>
                  </a:moveTo>
                  <a:cubicBezTo>
                    <a:pt x="87209" y="6898"/>
                    <a:pt x="99801" y="36543"/>
                    <a:pt x="99801" y="91374"/>
                  </a:cubicBezTo>
                  <a:cubicBezTo>
                    <a:pt x="99801" y="146204"/>
                    <a:pt x="87489" y="174276"/>
                    <a:pt x="63423" y="174276"/>
                  </a:cubicBezTo>
                  <a:cubicBezTo>
                    <a:pt x="39357" y="174276"/>
                    <a:pt x="27044" y="146204"/>
                    <a:pt x="27044" y="91636"/>
                  </a:cubicBezTo>
                  <a:cubicBezTo>
                    <a:pt x="27044" y="36019"/>
                    <a:pt x="39636" y="6898"/>
                    <a:pt x="63702" y="6898"/>
                  </a:cubicBezTo>
                  <a:close/>
                </a:path>
              </a:pathLst>
            </a:custGeom>
            <a:solidFill>
              <a:srgbClr val="FFFFFF"/>
            </a:solidFill>
            <a:ln w="281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0" name="Freeform: Shape 2419">
              <a:extLst>
                <a:ext uri="{FF2B5EF4-FFF2-40B4-BE49-F238E27FC236}">
                  <a16:creationId xmlns:a16="http://schemas.microsoft.com/office/drawing/2014/main" id="{67D8E1D4-9039-4BB6-6467-116ECE0A8E2F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9635791" y="5002210"/>
              <a:ext cx="251475" cy="236112"/>
            </a:xfrm>
            <a:custGeom>
              <a:avLst/>
              <a:gdLst>
                <a:gd name="connsiteX0" fmla="*/ 133677 w 251475"/>
                <a:gd name="connsiteY0" fmla="*/ 125221 h 236112"/>
                <a:gd name="connsiteX1" fmla="*/ 239183 w 251475"/>
                <a:gd name="connsiteY1" fmla="*/ 125221 h 236112"/>
                <a:gd name="connsiteX2" fmla="*/ 251662 w 251475"/>
                <a:gd name="connsiteY2" fmla="*/ 118130 h 236112"/>
                <a:gd name="connsiteX3" fmla="*/ 239183 w 251475"/>
                <a:gd name="connsiteY3" fmla="*/ 111040 h 236112"/>
                <a:gd name="connsiteX4" fmla="*/ 133677 w 251475"/>
                <a:gd name="connsiteY4" fmla="*/ 111040 h 236112"/>
                <a:gd name="connsiteX5" fmla="*/ 133677 w 251475"/>
                <a:gd name="connsiteY5" fmla="*/ 11773 h 236112"/>
                <a:gd name="connsiteX6" fmla="*/ 126113 w 251475"/>
                <a:gd name="connsiteY6" fmla="*/ 74 h 236112"/>
                <a:gd name="connsiteX7" fmla="*/ 118550 w 251475"/>
                <a:gd name="connsiteY7" fmla="*/ 11773 h 236112"/>
                <a:gd name="connsiteX8" fmla="*/ 118550 w 251475"/>
                <a:gd name="connsiteY8" fmla="*/ 111040 h 236112"/>
                <a:gd name="connsiteX9" fmla="*/ 12666 w 251475"/>
                <a:gd name="connsiteY9" fmla="*/ 111040 h 236112"/>
                <a:gd name="connsiteX10" fmla="*/ 187 w 251475"/>
                <a:gd name="connsiteY10" fmla="*/ 118130 h 236112"/>
                <a:gd name="connsiteX11" fmla="*/ 12666 w 251475"/>
                <a:gd name="connsiteY11" fmla="*/ 125221 h 236112"/>
                <a:gd name="connsiteX12" fmla="*/ 118550 w 251475"/>
                <a:gd name="connsiteY12" fmla="*/ 125221 h 236112"/>
                <a:gd name="connsiteX13" fmla="*/ 118550 w 251475"/>
                <a:gd name="connsiteY13" fmla="*/ 224487 h 236112"/>
                <a:gd name="connsiteX14" fmla="*/ 126113 w 251475"/>
                <a:gd name="connsiteY14" fmla="*/ 236187 h 236112"/>
                <a:gd name="connsiteX15" fmla="*/ 133677 w 251475"/>
                <a:gd name="connsiteY15" fmla="*/ 224487 h 236112"/>
                <a:gd name="connsiteX16" fmla="*/ 133677 w 251475"/>
                <a:gd name="connsiteY16" fmla="*/ 125221 h 23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1475" h="236112">
                  <a:moveTo>
                    <a:pt x="133677" y="125221"/>
                  </a:moveTo>
                  <a:lnTo>
                    <a:pt x="239183" y="125221"/>
                  </a:lnTo>
                  <a:cubicBezTo>
                    <a:pt x="244477" y="125221"/>
                    <a:pt x="251662" y="125221"/>
                    <a:pt x="251662" y="118130"/>
                  </a:cubicBezTo>
                  <a:cubicBezTo>
                    <a:pt x="251662" y="111040"/>
                    <a:pt x="244477" y="111040"/>
                    <a:pt x="239183" y="111040"/>
                  </a:cubicBezTo>
                  <a:lnTo>
                    <a:pt x="133677" y="111040"/>
                  </a:lnTo>
                  <a:lnTo>
                    <a:pt x="133677" y="11773"/>
                  </a:lnTo>
                  <a:cubicBezTo>
                    <a:pt x="133677" y="6810"/>
                    <a:pt x="133677" y="74"/>
                    <a:pt x="126113" y="74"/>
                  </a:cubicBezTo>
                  <a:cubicBezTo>
                    <a:pt x="118550" y="74"/>
                    <a:pt x="118550" y="6810"/>
                    <a:pt x="118550" y="11773"/>
                  </a:cubicBezTo>
                  <a:lnTo>
                    <a:pt x="118550" y="111040"/>
                  </a:lnTo>
                  <a:lnTo>
                    <a:pt x="12666" y="111040"/>
                  </a:lnTo>
                  <a:cubicBezTo>
                    <a:pt x="7372" y="111040"/>
                    <a:pt x="187" y="111040"/>
                    <a:pt x="187" y="118130"/>
                  </a:cubicBezTo>
                  <a:cubicBezTo>
                    <a:pt x="187" y="125221"/>
                    <a:pt x="7372" y="125221"/>
                    <a:pt x="12666" y="125221"/>
                  </a:cubicBezTo>
                  <a:lnTo>
                    <a:pt x="118550" y="125221"/>
                  </a:lnTo>
                  <a:lnTo>
                    <a:pt x="118550" y="224487"/>
                  </a:lnTo>
                  <a:cubicBezTo>
                    <a:pt x="118550" y="229451"/>
                    <a:pt x="118550" y="236187"/>
                    <a:pt x="126113" y="236187"/>
                  </a:cubicBezTo>
                  <a:cubicBezTo>
                    <a:pt x="133677" y="236187"/>
                    <a:pt x="133677" y="229451"/>
                    <a:pt x="133677" y="224487"/>
                  </a:cubicBezTo>
                  <a:lnTo>
                    <a:pt x="133677" y="125221"/>
                  </a:lnTo>
                  <a:close/>
                </a:path>
              </a:pathLst>
            </a:custGeom>
            <a:solidFill>
              <a:srgbClr val="FFFFFF"/>
            </a:solidFill>
            <a:ln w="514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1" name="Freeform: Shape 2420">
              <a:extLst>
                <a:ext uri="{FF2B5EF4-FFF2-40B4-BE49-F238E27FC236}">
                  <a16:creationId xmlns:a16="http://schemas.microsoft.com/office/drawing/2014/main" id="{48F4CD19-6379-B43E-A133-088281A4FFF0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9968688" y="5052552"/>
              <a:ext cx="173574" cy="160244"/>
            </a:xfrm>
            <a:custGeom>
              <a:avLst/>
              <a:gdLst>
                <a:gd name="connsiteX0" fmla="*/ 169232 w 173574"/>
                <a:gd name="connsiteY0" fmla="*/ 117422 h 160244"/>
                <a:gd name="connsiteX1" fmla="*/ 158643 w 173574"/>
                <a:gd name="connsiteY1" fmla="*/ 127349 h 160244"/>
                <a:gd name="connsiteX2" fmla="*/ 138979 w 173574"/>
                <a:gd name="connsiteY2" fmla="*/ 141884 h 160244"/>
                <a:gd name="connsiteX3" fmla="*/ 133685 w 173574"/>
                <a:gd name="connsiteY3" fmla="*/ 137275 h 160244"/>
                <a:gd name="connsiteX4" fmla="*/ 167341 w 173574"/>
                <a:gd name="connsiteY4" fmla="*/ 8583 h 160244"/>
                <a:gd name="connsiteX5" fmla="*/ 169610 w 173574"/>
                <a:gd name="connsiteY5" fmla="*/ 1138 h 160244"/>
                <a:gd name="connsiteX6" fmla="*/ 166963 w 173574"/>
                <a:gd name="connsiteY6" fmla="*/ 75 h 160244"/>
                <a:gd name="connsiteX7" fmla="*/ 143895 w 173574"/>
                <a:gd name="connsiteY7" fmla="*/ 2556 h 160244"/>
                <a:gd name="connsiteX8" fmla="*/ 142761 w 173574"/>
                <a:gd name="connsiteY8" fmla="*/ 3620 h 160244"/>
                <a:gd name="connsiteX9" fmla="*/ 138601 w 173574"/>
                <a:gd name="connsiteY9" fmla="*/ 20637 h 160244"/>
                <a:gd name="connsiteX10" fmla="*/ 108348 w 173574"/>
                <a:gd name="connsiteY10" fmla="*/ 75 h 160244"/>
                <a:gd name="connsiteX11" fmla="*/ 195 w 173574"/>
                <a:gd name="connsiteY11" fmla="*/ 120967 h 160244"/>
                <a:gd name="connsiteX12" fmla="*/ 38767 w 173574"/>
                <a:gd name="connsiteY12" fmla="*/ 160319 h 160244"/>
                <a:gd name="connsiteX13" fmla="*/ 114777 w 173574"/>
                <a:gd name="connsiteY13" fmla="*/ 104659 h 160244"/>
                <a:gd name="connsiteX14" fmla="*/ 106079 w 173574"/>
                <a:gd name="connsiteY14" fmla="*/ 145429 h 160244"/>
                <a:gd name="connsiteX15" fmla="*/ 121206 w 173574"/>
                <a:gd name="connsiteY15" fmla="*/ 159965 h 160244"/>
                <a:gd name="connsiteX16" fmla="*/ 173770 w 173574"/>
                <a:gd name="connsiteY16" fmla="*/ 120967 h 160244"/>
                <a:gd name="connsiteX17" fmla="*/ 169232 w 173574"/>
                <a:gd name="connsiteY17" fmla="*/ 117422 h 160244"/>
                <a:gd name="connsiteX18" fmla="*/ 110617 w 173574"/>
                <a:gd name="connsiteY18" fmla="*/ 7874 h 160244"/>
                <a:gd name="connsiteX19" fmla="*/ 131794 w 173574"/>
                <a:gd name="connsiteY19" fmla="*/ 29500 h 160244"/>
                <a:gd name="connsiteX20" fmla="*/ 86793 w 173574"/>
                <a:gd name="connsiteY20" fmla="*/ 127349 h 160244"/>
                <a:gd name="connsiteX21" fmla="*/ 53893 w 173574"/>
                <a:gd name="connsiteY21" fmla="*/ 142948 h 160244"/>
                <a:gd name="connsiteX22" fmla="*/ 31960 w 173574"/>
                <a:gd name="connsiteY22" fmla="*/ 116358 h 160244"/>
                <a:gd name="connsiteX23" fmla="*/ 62591 w 173574"/>
                <a:gd name="connsiteY23" fmla="*/ 38718 h 160244"/>
                <a:gd name="connsiteX24" fmla="*/ 110617 w 173574"/>
                <a:gd name="connsiteY24" fmla="*/ 7874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3574" h="160244">
                  <a:moveTo>
                    <a:pt x="169232" y="117422"/>
                  </a:moveTo>
                  <a:cubicBezTo>
                    <a:pt x="163559" y="122740"/>
                    <a:pt x="161290" y="124512"/>
                    <a:pt x="158643" y="127349"/>
                  </a:cubicBezTo>
                  <a:cubicBezTo>
                    <a:pt x="147298" y="138339"/>
                    <a:pt x="142382" y="141884"/>
                    <a:pt x="138979" y="141884"/>
                  </a:cubicBezTo>
                  <a:cubicBezTo>
                    <a:pt x="135954" y="141884"/>
                    <a:pt x="133685" y="139757"/>
                    <a:pt x="133685" y="137275"/>
                  </a:cubicBezTo>
                  <a:cubicBezTo>
                    <a:pt x="133685" y="130185"/>
                    <a:pt x="149567" y="69561"/>
                    <a:pt x="167341" y="8583"/>
                  </a:cubicBezTo>
                  <a:cubicBezTo>
                    <a:pt x="168475" y="5038"/>
                    <a:pt x="168853" y="4329"/>
                    <a:pt x="169610" y="1138"/>
                  </a:cubicBezTo>
                  <a:lnTo>
                    <a:pt x="166963" y="75"/>
                  </a:lnTo>
                  <a:lnTo>
                    <a:pt x="143895" y="2556"/>
                  </a:lnTo>
                  <a:lnTo>
                    <a:pt x="142761" y="3620"/>
                  </a:lnTo>
                  <a:lnTo>
                    <a:pt x="138601" y="20637"/>
                  </a:lnTo>
                  <a:cubicBezTo>
                    <a:pt x="135576" y="7520"/>
                    <a:pt x="124609" y="75"/>
                    <a:pt x="108348" y="75"/>
                  </a:cubicBezTo>
                  <a:cubicBezTo>
                    <a:pt x="58431" y="75"/>
                    <a:pt x="195" y="64953"/>
                    <a:pt x="195" y="120967"/>
                  </a:cubicBezTo>
                  <a:cubicBezTo>
                    <a:pt x="195" y="145784"/>
                    <a:pt x="14565" y="160319"/>
                    <a:pt x="38767" y="160319"/>
                  </a:cubicBezTo>
                  <a:cubicBezTo>
                    <a:pt x="65238" y="160319"/>
                    <a:pt x="81499" y="148620"/>
                    <a:pt x="114777" y="104659"/>
                  </a:cubicBezTo>
                  <a:cubicBezTo>
                    <a:pt x="107214" y="132312"/>
                    <a:pt x="106079" y="136921"/>
                    <a:pt x="106079" y="145429"/>
                  </a:cubicBezTo>
                  <a:cubicBezTo>
                    <a:pt x="106079" y="155711"/>
                    <a:pt x="110617" y="159965"/>
                    <a:pt x="121206" y="159965"/>
                  </a:cubicBezTo>
                  <a:cubicBezTo>
                    <a:pt x="136332" y="159965"/>
                    <a:pt x="145786" y="153229"/>
                    <a:pt x="173770" y="120967"/>
                  </a:cubicBezTo>
                  <a:lnTo>
                    <a:pt x="169232" y="117422"/>
                  </a:lnTo>
                  <a:close/>
                  <a:moveTo>
                    <a:pt x="110617" y="7874"/>
                  </a:moveTo>
                  <a:cubicBezTo>
                    <a:pt x="123474" y="8583"/>
                    <a:pt x="131794" y="17092"/>
                    <a:pt x="131794" y="29500"/>
                  </a:cubicBezTo>
                  <a:cubicBezTo>
                    <a:pt x="131794" y="59280"/>
                    <a:pt x="112886" y="101114"/>
                    <a:pt x="86793" y="127349"/>
                  </a:cubicBezTo>
                  <a:cubicBezTo>
                    <a:pt x="77717" y="136921"/>
                    <a:pt x="64860" y="142948"/>
                    <a:pt x="53893" y="142948"/>
                  </a:cubicBezTo>
                  <a:cubicBezTo>
                    <a:pt x="40658" y="142948"/>
                    <a:pt x="31960" y="132667"/>
                    <a:pt x="31960" y="116358"/>
                  </a:cubicBezTo>
                  <a:cubicBezTo>
                    <a:pt x="31960" y="97214"/>
                    <a:pt x="46330" y="60698"/>
                    <a:pt x="62591" y="38718"/>
                  </a:cubicBezTo>
                  <a:cubicBezTo>
                    <a:pt x="77717" y="18155"/>
                    <a:pt x="95491" y="6811"/>
                    <a:pt x="110617" y="7874"/>
                  </a:cubicBez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0" name="Freeform: Shape 1919">
              <a:extLst>
                <a:ext uri="{FF2B5EF4-FFF2-40B4-BE49-F238E27FC236}">
                  <a16:creationId xmlns:a16="http://schemas.microsoft.com/office/drawing/2014/main" id="{70DCEA90-962F-8FD2-6223-D19069E20F4C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0183110" y="5085306"/>
              <a:ext cx="79193" cy="177346"/>
            </a:xfrm>
            <a:custGeom>
              <a:avLst/>
              <a:gdLst>
                <a:gd name="connsiteX0" fmla="*/ 50570 w 79193"/>
                <a:gd name="connsiteY0" fmla="*/ 77 h 177346"/>
                <a:gd name="connsiteX1" fmla="*/ 199 w 79193"/>
                <a:gd name="connsiteY1" fmla="*/ 23951 h 177346"/>
                <a:gd name="connsiteX2" fmla="*/ 199 w 79193"/>
                <a:gd name="connsiteY2" fmla="*/ 27624 h 177346"/>
                <a:gd name="connsiteX3" fmla="*/ 7755 w 79193"/>
                <a:gd name="connsiteY3" fmla="*/ 24738 h 177346"/>
                <a:gd name="connsiteX4" fmla="*/ 20347 w 79193"/>
                <a:gd name="connsiteY4" fmla="*/ 21852 h 177346"/>
                <a:gd name="connsiteX5" fmla="*/ 28742 w 79193"/>
                <a:gd name="connsiteY5" fmla="*/ 34182 h 177346"/>
                <a:gd name="connsiteX6" fmla="*/ 28742 w 79193"/>
                <a:gd name="connsiteY6" fmla="*/ 153025 h 177346"/>
                <a:gd name="connsiteX7" fmla="*/ 22026 w 79193"/>
                <a:gd name="connsiteY7" fmla="*/ 170078 h 177346"/>
                <a:gd name="connsiteX8" fmla="*/ 2158 w 79193"/>
                <a:gd name="connsiteY8" fmla="*/ 173489 h 177346"/>
                <a:gd name="connsiteX9" fmla="*/ 2158 w 79193"/>
                <a:gd name="connsiteY9" fmla="*/ 177424 h 177346"/>
                <a:gd name="connsiteX10" fmla="*/ 79393 w 79193"/>
                <a:gd name="connsiteY10" fmla="*/ 177424 h 177346"/>
                <a:gd name="connsiteX11" fmla="*/ 79393 w 79193"/>
                <a:gd name="connsiteY11" fmla="*/ 173489 h 177346"/>
                <a:gd name="connsiteX12" fmla="*/ 52808 w 79193"/>
                <a:gd name="connsiteY12" fmla="*/ 158010 h 177346"/>
                <a:gd name="connsiteX13" fmla="*/ 52808 w 79193"/>
                <a:gd name="connsiteY13" fmla="*/ 602 h 177346"/>
                <a:gd name="connsiteX14" fmla="*/ 50570 w 79193"/>
                <a:gd name="connsiteY14" fmla="*/ 77 h 17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9193" h="177346">
                  <a:moveTo>
                    <a:pt x="50570" y="77"/>
                  </a:moveTo>
                  <a:lnTo>
                    <a:pt x="199" y="23951"/>
                  </a:lnTo>
                  <a:lnTo>
                    <a:pt x="199" y="27624"/>
                  </a:lnTo>
                  <a:cubicBezTo>
                    <a:pt x="3557" y="26312"/>
                    <a:pt x="6635" y="25262"/>
                    <a:pt x="7755" y="24738"/>
                  </a:cubicBezTo>
                  <a:cubicBezTo>
                    <a:pt x="12792" y="22901"/>
                    <a:pt x="17549" y="21852"/>
                    <a:pt x="20347" y="21852"/>
                  </a:cubicBezTo>
                  <a:cubicBezTo>
                    <a:pt x="26224" y="21852"/>
                    <a:pt x="28742" y="25787"/>
                    <a:pt x="28742" y="34182"/>
                  </a:cubicBezTo>
                  <a:lnTo>
                    <a:pt x="28742" y="153025"/>
                  </a:lnTo>
                  <a:cubicBezTo>
                    <a:pt x="28742" y="161683"/>
                    <a:pt x="26504" y="167717"/>
                    <a:pt x="22026" y="170078"/>
                  </a:cubicBezTo>
                  <a:cubicBezTo>
                    <a:pt x="17829" y="172439"/>
                    <a:pt x="13911" y="173226"/>
                    <a:pt x="2158" y="173489"/>
                  </a:cubicBezTo>
                  <a:lnTo>
                    <a:pt x="2158" y="177424"/>
                  </a:lnTo>
                  <a:lnTo>
                    <a:pt x="79393" y="177424"/>
                  </a:lnTo>
                  <a:lnTo>
                    <a:pt x="79393" y="173489"/>
                  </a:lnTo>
                  <a:cubicBezTo>
                    <a:pt x="57286" y="173226"/>
                    <a:pt x="52808" y="170603"/>
                    <a:pt x="52808" y="158010"/>
                  </a:cubicBezTo>
                  <a:lnTo>
                    <a:pt x="52808" y="602"/>
                  </a:lnTo>
                  <a:lnTo>
                    <a:pt x="50570" y="77"/>
                  </a:lnTo>
                  <a:close/>
                </a:path>
              </a:pathLst>
            </a:custGeom>
            <a:solidFill>
              <a:srgbClr val="FFFFFF"/>
            </a:solidFill>
            <a:ln w="281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1" name="Freeform: Shape 1920">
              <a:extLst>
                <a:ext uri="{FF2B5EF4-FFF2-40B4-BE49-F238E27FC236}">
                  <a16:creationId xmlns:a16="http://schemas.microsoft.com/office/drawing/2014/main" id="{838FB786-D482-62DB-B2DC-B2310EE77DD9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0343434" y="5052552"/>
              <a:ext cx="179247" cy="160244"/>
            </a:xfrm>
            <a:custGeom>
              <a:avLst/>
              <a:gdLst>
                <a:gd name="connsiteX0" fmla="*/ 162435 w 179247"/>
                <a:gd name="connsiteY0" fmla="*/ 117067 h 160244"/>
                <a:gd name="connsiteX1" fmla="*/ 154116 w 179247"/>
                <a:gd name="connsiteY1" fmla="*/ 126640 h 160244"/>
                <a:gd name="connsiteX2" fmla="*/ 136720 w 179247"/>
                <a:gd name="connsiteY2" fmla="*/ 140821 h 160244"/>
                <a:gd name="connsiteX3" fmla="*/ 124997 w 179247"/>
                <a:gd name="connsiteY3" fmla="*/ 126285 h 160244"/>
                <a:gd name="connsiteX4" fmla="*/ 123485 w 179247"/>
                <a:gd name="connsiteY4" fmla="*/ 120258 h 160244"/>
                <a:gd name="connsiteX5" fmla="*/ 109871 w 179247"/>
                <a:gd name="connsiteY5" fmla="*/ 62825 h 160244"/>
                <a:gd name="connsiteX6" fmla="*/ 146931 w 179247"/>
                <a:gd name="connsiteY6" fmla="*/ 19928 h 160244"/>
                <a:gd name="connsiteX7" fmla="*/ 156006 w 179247"/>
                <a:gd name="connsiteY7" fmla="*/ 22764 h 160244"/>
                <a:gd name="connsiteX8" fmla="*/ 166217 w 179247"/>
                <a:gd name="connsiteY8" fmla="*/ 25955 h 160244"/>
                <a:gd name="connsiteX9" fmla="*/ 179452 w 179247"/>
                <a:gd name="connsiteY9" fmla="*/ 13192 h 160244"/>
                <a:gd name="connsiteX10" fmla="*/ 163948 w 179247"/>
                <a:gd name="connsiteY10" fmla="*/ 75 h 160244"/>
                <a:gd name="connsiteX11" fmla="*/ 106846 w 179247"/>
                <a:gd name="connsiteY11" fmla="*/ 50772 h 160244"/>
                <a:gd name="connsiteX12" fmla="*/ 102686 w 179247"/>
                <a:gd name="connsiteY12" fmla="*/ 31273 h 160244"/>
                <a:gd name="connsiteX13" fmla="*/ 83022 w 179247"/>
                <a:gd name="connsiteY13" fmla="*/ 75 h 160244"/>
                <a:gd name="connsiteX14" fmla="*/ 38777 w 179247"/>
                <a:gd name="connsiteY14" fmla="*/ 10356 h 160244"/>
                <a:gd name="connsiteX15" fmla="*/ 34618 w 179247"/>
                <a:gd name="connsiteY15" fmla="*/ 11774 h 160244"/>
                <a:gd name="connsiteX16" fmla="*/ 36130 w 179247"/>
                <a:gd name="connsiteY16" fmla="*/ 17092 h 160244"/>
                <a:gd name="connsiteX17" fmla="*/ 57307 w 179247"/>
                <a:gd name="connsiteY17" fmla="*/ 13192 h 160244"/>
                <a:gd name="connsiteX18" fmla="*/ 74324 w 179247"/>
                <a:gd name="connsiteY18" fmla="*/ 37654 h 160244"/>
                <a:gd name="connsiteX19" fmla="*/ 85291 w 179247"/>
                <a:gd name="connsiteY19" fmla="*/ 81261 h 160244"/>
                <a:gd name="connsiteX20" fmla="*/ 54282 w 179247"/>
                <a:gd name="connsiteY20" fmla="*/ 122740 h 160244"/>
                <a:gd name="connsiteX21" fmla="*/ 34996 w 179247"/>
                <a:gd name="connsiteY21" fmla="*/ 139757 h 160244"/>
                <a:gd name="connsiteX22" fmla="*/ 25164 w 179247"/>
                <a:gd name="connsiteY22" fmla="*/ 136566 h 160244"/>
                <a:gd name="connsiteX23" fmla="*/ 13062 w 179247"/>
                <a:gd name="connsiteY23" fmla="*/ 133021 h 160244"/>
                <a:gd name="connsiteX24" fmla="*/ 205 w 179247"/>
                <a:gd name="connsiteY24" fmla="*/ 145429 h 160244"/>
                <a:gd name="connsiteX25" fmla="*/ 19113 w 179247"/>
                <a:gd name="connsiteY25" fmla="*/ 160319 h 160244"/>
                <a:gd name="connsiteX26" fmla="*/ 54282 w 179247"/>
                <a:gd name="connsiteY26" fmla="*/ 135503 h 160244"/>
                <a:gd name="connsiteX27" fmla="*/ 88316 w 179247"/>
                <a:gd name="connsiteY27" fmla="*/ 94023 h 160244"/>
                <a:gd name="connsiteX28" fmla="*/ 99661 w 179247"/>
                <a:gd name="connsiteY28" fmla="*/ 136566 h 160244"/>
                <a:gd name="connsiteX29" fmla="*/ 121594 w 179247"/>
                <a:gd name="connsiteY29" fmla="*/ 160319 h 160244"/>
                <a:gd name="connsiteX30" fmla="*/ 167729 w 179247"/>
                <a:gd name="connsiteY30" fmla="*/ 119904 h 160244"/>
                <a:gd name="connsiteX31" fmla="*/ 162435 w 179247"/>
                <a:gd name="connsiteY31" fmla="*/ 117067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9247" h="160244">
                  <a:moveTo>
                    <a:pt x="162435" y="117067"/>
                  </a:moveTo>
                  <a:cubicBezTo>
                    <a:pt x="159410" y="120258"/>
                    <a:pt x="157519" y="122385"/>
                    <a:pt x="154116" y="126640"/>
                  </a:cubicBezTo>
                  <a:cubicBezTo>
                    <a:pt x="145418" y="137275"/>
                    <a:pt x="140880" y="140821"/>
                    <a:pt x="136720" y="140821"/>
                  </a:cubicBezTo>
                  <a:cubicBezTo>
                    <a:pt x="131048" y="140821"/>
                    <a:pt x="127644" y="136212"/>
                    <a:pt x="124997" y="126285"/>
                  </a:cubicBezTo>
                  <a:cubicBezTo>
                    <a:pt x="124241" y="123449"/>
                    <a:pt x="123863" y="121322"/>
                    <a:pt x="123485" y="120258"/>
                  </a:cubicBezTo>
                  <a:cubicBezTo>
                    <a:pt x="114031" y="84451"/>
                    <a:pt x="109871" y="68143"/>
                    <a:pt x="109871" y="62825"/>
                  </a:cubicBezTo>
                  <a:cubicBezTo>
                    <a:pt x="126510" y="35527"/>
                    <a:pt x="140124" y="19928"/>
                    <a:pt x="146931" y="19928"/>
                  </a:cubicBezTo>
                  <a:cubicBezTo>
                    <a:pt x="149200" y="19928"/>
                    <a:pt x="152225" y="20992"/>
                    <a:pt x="156006" y="22764"/>
                  </a:cubicBezTo>
                  <a:cubicBezTo>
                    <a:pt x="160544" y="25246"/>
                    <a:pt x="163191" y="25955"/>
                    <a:pt x="166217" y="25955"/>
                  </a:cubicBezTo>
                  <a:cubicBezTo>
                    <a:pt x="174158" y="25955"/>
                    <a:pt x="179452" y="20637"/>
                    <a:pt x="179452" y="13192"/>
                  </a:cubicBezTo>
                  <a:cubicBezTo>
                    <a:pt x="179452" y="5747"/>
                    <a:pt x="173024" y="75"/>
                    <a:pt x="163948" y="75"/>
                  </a:cubicBezTo>
                  <a:cubicBezTo>
                    <a:pt x="147309" y="75"/>
                    <a:pt x="132939" y="12838"/>
                    <a:pt x="106846" y="50772"/>
                  </a:cubicBezTo>
                  <a:lnTo>
                    <a:pt x="102686" y="31273"/>
                  </a:lnTo>
                  <a:cubicBezTo>
                    <a:pt x="97392" y="7165"/>
                    <a:pt x="93232" y="75"/>
                    <a:pt x="83022" y="75"/>
                  </a:cubicBezTo>
                  <a:cubicBezTo>
                    <a:pt x="74702" y="75"/>
                    <a:pt x="61845" y="3265"/>
                    <a:pt x="38777" y="10356"/>
                  </a:cubicBezTo>
                  <a:lnTo>
                    <a:pt x="34618" y="11774"/>
                  </a:lnTo>
                  <a:lnTo>
                    <a:pt x="36130" y="17092"/>
                  </a:lnTo>
                  <a:cubicBezTo>
                    <a:pt x="50500" y="13901"/>
                    <a:pt x="53904" y="13192"/>
                    <a:pt x="57307" y="13192"/>
                  </a:cubicBezTo>
                  <a:cubicBezTo>
                    <a:pt x="66761" y="13192"/>
                    <a:pt x="69030" y="16383"/>
                    <a:pt x="74324" y="37654"/>
                  </a:cubicBezTo>
                  <a:lnTo>
                    <a:pt x="85291" y="81261"/>
                  </a:lnTo>
                  <a:lnTo>
                    <a:pt x="54282" y="122740"/>
                  </a:lnTo>
                  <a:cubicBezTo>
                    <a:pt x="46719" y="133376"/>
                    <a:pt x="39155" y="139757"/>
                    <a:pt x="34996" y="139757"/>
                  </a:cubicBezTo>
                  <a:cubicBezTo>
                    <a:pt x="32727" y="139757"/>
                    <a:pt x="28945" y="138693"/>
                    <a:pt x="25164" y="136566"/>
                  </a:cubicBezTo>
                  <a:cubicBezTo>
                    <a:pt x="20247" y="134085"/>
                    <a:pt x="16088" y="133021"/>
                    <a:pt x="13062" y="133021"/>
                  </a:cubicBezTo>
                  <a:cubicBezTo>
                    <a:pt x="5877" y="133021"/>
                    <a:pt x="205" y="138339"/>
                    <a:pt x="205" y="145429"/>
                  </a:cubicBezTo>
                  <a:cubicBezTo>
                    <a:pt x="205" y="154647"/>
                    <a:pt x="7768" y="160319"/>
                    <a:pt x="19113" y="160319"/>
                  </a:cubicBezTo>
                  <a:cubicBezTo>
                    <a:pt x="30836" y="160319"/>
                    <a:pt x="35374" y="157129"/>
                    <a:pt x="54282" y="135503"/>
                  </a:cubicBezTo>
                  <a:cubicBezTo>
                    <a:pt x="64492" y="124158"/>
                    <a:pt x="72433" y="114586"/>
                    <a:pt x="88316" y="94023"/>
                  </a:cubicBezTo>
                  <a:lnTo>
                    <a:pt x="99661" y="136566"/>
                  </a:lnTo>
                  <a:cubicBezTo>
                    <a:pt x="104577" y="154647"/>
                    <a:pt x="109493" y="160319"/>
                    <a:pt x="121594" y="160319"/>
                  </a:cubicBezTo>
                  <a:cubicBezTo>
                    <a:pt x="135964" y="160319"/>
                    <a:pt x="145796" y="151811"/>
                    <a:pt x="167729" y="119904"/>
                  </a:cubicBezTo>
                  <a:lnTo>
                    <a:pt x="162435" y="117067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2" name="Freeform: Shape 1921">
              <a:extLst>
                <a:ext uri="{FF2B5EF4-FFF2-40B4-BE49-F238E27FC236}">
                  <a16:creationId xmlns:a16="http://schemas.microsoft.com/office/drawing/2014/main" id="{875B315E-50E3-D3B0-C6A2-0248B0C1B12A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0597203" y="5002210"/>
              <a:ext cx="251475" cy="236112"/>
            </a:xfrm>
            <a:custGeom>
              <a:avLst/>
              <a:gdLst>
                <a:gd name="connsiteX0" fmla="*/ 133702 w 251475"/>
                <a:gd name="connsiteY0" fmla="*/ 125221 h 236112"/>
                <a:gd name="connsiteX1" fmla="*/ 239208 w 251475"/>
                <a:gd name="connsiteY1" fmla="*/ 125221 h 236112"/>
                <a:gd name="connsiteX2" fmla="*/ 251687 w 251475"/>
                <a:gd name="connsiteY2" fmla="*/ 118130 h 236112"/>
                <a:gd name="connsiteX3" fmla="*/ 239208 w 251475"/>
                <a:gd name="connsiteY3" fmla="*/ 111040 h 236112"/>
                <a:gd name="connsiteX4" fmla="*/ 133702 w 251475"/>
                <a:gd name="connsiteY4" fmla="*/ 111040 h 236112"/>
                <a:gd name="connsiteX5" fmla="*/ 133702 w 251475"/>
                <a:gd name="connsiteY5" fmla="*/ 11773 h 236112"/>
                <a:gd name="connsiteX6" fmla="*/ 126139 w 251475"/>
                <a:gd name="connsiteY6" fmla="*/ 74 h 236112"/>
                <a:gd name="connsiteX7" fmla="*/ 118576 w 251475"/>
                <a:gd name="connsiteY7" fmla="*/ 11773 h 236112"/>
                <a:gd name="connsiteX8" fmla="*/ 118576 w 251475"/>
                <a:gd name="connsiteY8" fmla="*/ 111040 h 236112"/>
                <a:gd name="connsiteX9" fmla="*/ 12691 w 251475"/>
                <a:gd name="connsiteY9" fmla="*/ 111040 h 236112"/>
                <a:gd name="connsiteX10" fmla="*/ 212 w 251475"/>
                <a:gd name="connsiteY10" fmla="*/ 118130 h 236112"/>
                <a:gd name="connsiteX11" fmla="*/ 12691 w 251475"/>
                <a:gd name="connsiteY11" fmla="*/ 125221 h 236112"/>
                <a:gd name="connsiteX12" fmla="*/ 118576 w 251475"/>
                <a:gd name="connsiteY12" fmla="*/ 125221 h 236112"/>
                <a:gd name="connsiteX13" fmla="*/ 118576 w 251475"/>
                <a:gd name="connsiteY13" fmla="*/ 224487 h 236112"/>
                <a:gd name="connsiteX14" fmla="*/ 126139 w 251475"/>
                <a:gd name="connsiteY14" fmla="*/ 236187 h 236112"/>
                <a:gd name="connsiteX15" fmla="*/ 133702 w 251475"/>
                <a:gd name="connsiteY15" fmla="*/ 224487 h 236112"/>
                <a:gd name="connsiteX16" fmla="*/ 133702 w 251475"/>
                <a:gd name="connsiteY16" fmla="*/ 125221 h 23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1475" h="236112">
                  <a:moveTo>
                    <a:pt x="133702" y="125221"/>
                  </a:moveTo>
                  <a:lnTo>
                    <a:pt x="239208" y="125221"/>
                  </a:lnTo>
                  <a:cubicBezTo>
                    <a:pt x="244502" y="125221"/>
                    <a:pt x="251687" y="125221"/>
                    <a:pt x="251687" y="118130"/>
                  </a:cubicBezTo>
                  <a:cubicBezTo>
                    <a:pt x="251687" y="111040"/>
                    <a:pt x="244502" y="111040"/>
                    <a:pt x="239208" y="111040"/>
                  </a:cubicBezTo>
                  <a:lnTo>
                    <a:pt x="133702" y="111040"/>
                  </a:lnTo>
                  <a:lnTo>
                    <a:pt x="133702" y="11773"/>
                  </a:lnTo>
                  <a:cubicBezTo>
                    <a:pt x="133702" y="6810"/>
                    <a:pt x="133702" y="74"/>
                    <a:pt x="126139" y="74"/>
                  </a:cubicBezTo>
                  <a:cubicBezTo>
                    <a:pt x="118576" y="74"/>
                    <a:pt x="118576" y="6810"/>
                    <a:pt x="118576" y="11773"/>
                  </a:cubicBezTo>
                  <a:lnTo>
                    <a:pt x="118576" y="111040"/>
                  </a:lnTo>
                  <a:lnTo>
                    <a:pt x="12691" y="111040"/>
                  </a:lnTo>
                  <a:cubicBezTo>
                    <a:pt x="7397" y="111040"/>
                    <a:pt x="212" y="111040"/>
                    <a:pt x="212" y="118130"/>
                  </a:cubicBezTo>
                  <a:cubicBezTo>
                    <a:pt x="212" y="125221"/>
                    <a:pt x="7397" y="125221"/>
                    <a:pt x="12691" y="125221"/>
                  </a:cubicBezTo>
                  <a:lnTo>
                    <a:pt x="118576" y="125221"/>
                  </a:lnTo>
                  <a:lnTo>
                    <a:pt x="118576" y="224487"/>
                  </a:lnTo>
                  <a:cubicBezTo>
                    <a:pt x="118576" y="229451"/>
                    <a:pt x="118576" y="236187"/>
                    <a:pt x="126139" y="236187"/>
                  </a:cubicBezTo>
                  <a:cubicBezTo>
                    <a:pt x="133702" y="236187"/>
                    <a:pt x="133702" y="229451"/>
                    <a:pt x="133702" y="224487"/>
                  </a:cubicBezTo>
                  <a:lnTo>
                    <a:pt x="133702" y="125221"/>
                  </a:lnTo>
                  <a:close/>
                </a:path>
              </a:pathLst>
            </a:custGeom>
            <a:solidFill>
              <a:srgbClr val="FFFFFF"/>
            </a:solidFill>
            <a:ln w="514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3" name="Freeform: Shape 1922">
              <a:extLst>
                <a:ext uri="{FF2B5EF4-FFF2-40B4-BE49-F238E27FC236}">
                  <a16:creationId xmlns:a16="http://schemas.microsoft.com/office/drawing/2014/main" id="{C0608E58-E903-996E-9235-1E46F7DDF2FE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0930100" y="5052552"/>
              <a:ext cx="173574" cy="160244"/>
            </a:xfrm>
            <a:custGeom>
              <a:avLst/>
              <a:gdLst>
                <a:gd name="connsiteX0" fmla="*/ 169257 w 173574"/>
                <a:gd name="connsiteY0" fmla="*/ 117422 h 160244"/>
                <a:gd name="connsiteX1" fmla="*/ 158668 w 173574"/>
                <a:gd name="connsiteY1" fmla="*/ 127349 h 160244"/>
                <a:gd name="connsiteX2" fmla="*/ 139004 w 173574"/>
                <a:gd name="connsiteY2" fmla="*/ 141884 h 160244"/>
                <a:gd name="connsiteX3" fmla="*/ 133710 w 173574"/>
                <a:gd name="connsiteY3" fmla="*/ 137275 h 160244"/>
                <a:gd name="connsiteX4" fmla="*/ 167366 w 173574"/>
                <a:gd name="connsiteY4" fmla="*/ 8583 h 160244"/>
                <a:gd name="connsiteX5" fmla="*/ 169635 w 173574"/>
                <a:gd name="connsiteY5" fmla="*/ 1138 h 160244"/>
                <a:gd name="connsiteX6" fmla="*/ 166988 w 173574"/>
                <a:gd name="connsiteY6" fmla="*/ 75 h 160244"/>
                <a:gd name="connsiteX7" fmla="*/ 143920 w 173574"/>
                <a:gd name="connsiteY7" fmla="*/ 2556 h 160244"/>
                <a:gd name="connsiteX8" fmla="*/ 142786 w 173574"/>
                <a:gd name="connsiteY8" fmla="*/ 3620 h 160244"/>
                <a:gd name="connsiteX9" fmla="*/ 138626 w 173574"/>
                <a:gd name="connsiteY9" fmla="*/ 20637 h 160244"/>
                <a:gd name="connsiteX10" fmla="*/ 108373 w 173574"/>
                <a:gd name="connsiteY10" fmla="*/ 75 h 160244"/>
                <a:gd name="connsiteX11" fmla="*/ 220 w 173574"/>
                <a:gd name="connsiteY11" fmla="*/ 120967 h 160244"/>
                <a:gd name="connsiteX12" fmla="*/ 38792 w 173574"/>
                <a:gd name="connsiteY12" fmla="*/ 160319 h 160244"/>
                <a:gd name="connsiteX13" fmla="*/ 114802 w 173574"/>
                <a:gd name="connsiteY13" fmla="*/ 104659 h 160244"/>
                <a:gd name="connsiteX14" fmla="*/ 106104 w 173574"/>
                <a:gd name="connsiteY14" fmla="*/ 145429 h 160244"/>
                <a:gd name="connsiteX15" fmla="*/ 121231 w 173574"/>
                <a:gd name="connsiteY15" fmla="*/ 159965 h 160244"/>
                <a:gd name="connsiteX16" fmla="*/ 173795 w 173574"/>
                <a:gd name="connsiteY16" fmla="*/ 120967 h 160244"/>
                <a:gd name="connsiteX17" fmla="*/ 169257 w 173574"/>
                <a:gd name="connsiteY17" fmla="*/ 117422 h 160244"/>
                <a:gd name="connsiteX18" fmla="*/ 110642 w 173574"/>
                <a:gd name="connsiteY18" fmla="*/ 7874 h 160244"/>
                <a:gd name="connsiteX19" fmla="*/ 131819 w 173574"/>
                <a:gd name="connsiteY19" fmla="*/ 29500 h 160244"/>
                <a:gd name="connsiteX20" fmla="*/ 86818 w 173574"/>
                <a:gd name="connsiteY20" fmla="*/ 127349 h 160244"/>
                <a:gd name="connsiteX21" fmla="*/ 53919 w 173574"/>
                <a:gd name="connsiteY21" fmla="*/ 142948 h 160244"/>
                <a:gd name="connsiteX22" fmla="*/ 31985 w 173574"/>
                <a:gd name="connsiteY22" fmla="*/ 116358 h 160244"/>
                <a:gd name="connsiteX23" fmla="*/ 62616 w 173574"/>
                <a:gd name="connsiteY23" fmla="*/ 38718 h 160244"/>
                <a:gd name="connsiteX24" fmla="*/ 110642 w 173574"/>
                <a:gd name="connsiteY24" fmla="*/ 7874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3574" h="160244">
                  <a:moveTo>
                    <a:pt x="169257" y="117422"/>
                  </a:moveTo>
                  <a:cubicBezTo>
                    <a:pt x="163585" y="122740"/>
                    <a:pt x="161316" y="124512"/>
                    <a:pt x="158668" y="127349"/>
                  </a:cubicBezTo>
                  <a:cubicBezTo>
                    <a:pt x="147324" y="138339"/>
                    <a:pt x="142408" y="141884"/>
                    <a:pt x="139004" y="141884"/>
                  </a:cubicBezTo>
                  <a:cubicBezTo>
                    <a:pt x="135979" y="141884"/>
                    <a:pt x="133710" y="139757"/>
                    <a:pt x="133710" y="137275"/>
                  </a:cubicBezTo>
                  <a:cubicBezTo>
                    <a:pt x="133710" y="130185"/>
                    <a:pt x="149593" y="69561"/>
                    <a:pt x="167366" y="8583"/>
                  </a:cubicBezTo>
                  <a:cubicBezTo>
                    <a:pt x="168501" y="5038"/>
                    <a:pt x="168879" y="4329"/>
                    <a:pt x="169635" y="1138"/>
                  </a:cubicBezTo>
                  <a:lnTo>
                    <a:pt x="166988" y="75"/>
                  </a:lnTo>
                  <a:lnTo>
                    <a:pt x="143920" y="2556"/>
                  </a:lnTo>
                  <a:lnTo>
                    <a:pt x="142786" y="3620"/>
                  </a:lnTo>
                  <a:lnTo>
                    <a:pt x="138626" y="20637"/>
                  </a:lnTo>
                  <a:cubicBezTo>
                    <a:pt x="135601" y="7520"/>
                    <a:pt x="124634" y="75"/>
                    <a:pt x="108373" y="75"/>
                  </a:cubicBezTo>
                  <a:cubicBezTo>
                    <a:pt x="58456" y="75"/>
                    <a:pt x="220" y="64953"/>
                    <a:pt x="220" y="120967"/>
                  </a:cubicBezTo>
                  <a:cubicBezTo>
                    <a:pt x="220" y="145784"/>
                    <a:pt x="14590" y="160319"/>
                    <a:pt x="38792" y="160319"/>
                  </a:cubicBezTo>
                  <a:cubicBezTo>
                    <a:pt x="65263" y="160319"/>
                    <a:pt x="81524" y="148620"/>
                    <a:pt x="114802" y="104659"/>
                  </a:cubicBezTo>
                  <a:cubicBezTo>
                    <a:pt x="107239" y="132312"/>
                    <a:pt x="106104" y="136921"/>
                    <a:pt x="106104" y="145429"/>
                  </a:cubicBezTo>
                  <a:cubicBezTo>
                    <a:pt x="106104" y="155711"/>
                    <a:pt x="110642" y="159965"/>
                    <a:pt x="121231" y="159965"/>
                  </a:cubicBezTo>
                  <a:cubicBezTo>
                    <a:pt x="136357" y="159965"/>
                    <a:pt x="145811" y="153229"/>
                    <a:pt x="173795" y="120967"/>
                  </a:cubicBezTo>
                  <a:lnTo>
                    <a:pt x="169257" y="117422"/>
                  </a:lnTo>
                  <a:close/>
                  <a:moveTo>
                    <a:pt x="110642" y="7874"/>
                  </a:moveTo>
                  <a:cubicBezTo>
                    <a:pt x="123500" y="8583"/>
                    <a:pt x="131819" y="17092"/>
                    <a:pt x="131819" y="29500"/>
                  </a:cubicBezTo>
                  <a:cubicBezTo>
                    <a:pt x="131819" y="59280"/>
                    <a:pt x="112911" y="101114"/>
                    <a:pt x="86818" y="127349"/>
                  </a:cubicBezTo>
                  <a:cubicBezTo>
                    <a:pt x="77743" y="136921"/>
                    <a:pt x="64885" y="142948"/>
                    <a:pt x="53919" y="142948"/>
                  </a:cubicBezTo>
                  <a:cubicBezTo>
                    <a:pt x="40683" y="142948"/>
                    <a:pt x="31985" y="132667"/>
                    <a:pt x="31985" y="116358"/>
                  </a:cubicBezTo>
                  <a:cubicBezTo>
                    <a:pt x="31985" y="97214"/>
                    <a:pt x="46355" y="60698"/>
                    <a:pt x="62616" y="38718"/>
                  </a:cubicBezTo>
                  <a:cubicBezTo>
                    <a:pt x="77743" y="18155"/>
                    <a:pt x="95516" y="6811"/>
                    <a:pt x="110642" y="7874"/>
                  </a:cubicBez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4" name="Freeform: Shape 1923">
              <a:extLst>
                <a:ext uri="{FF2B5EF4-FFF2-40B4-BE49-F238E27FC236}">
                  <a16:creationId xmlns:a16="http://schemas.microsoft.com/office/drawing/2014/main" id="{1293FF55-198D-0621-9ACA-CA88D61FD736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1121854" y="5085306"/>
              <a:ext cx="124527" cy="177346"/>
            </a:xfrm>
            <a:custGeom>
              <a:avLst/>
              <a:gdLst>
                <a:gd name="connsiteX0" fmla="*/ 124752 w 124527"/>
                <a:gd name="connsiteY0" fmla="*/ 141482 h 177346"/>
                <a:gd name="connsiteX1" fmla="*/ 121114 w 124527"/>
                <a:gd name="connsiteY1" fmla="*/ 140170 h 177346"/>
                <a:gd name="connsiteX2" fmla="*/ 94529 w 124527"/>
                <a:gd name="connsiteY2" fmla="*/ 157485 h 177346"/>
                <a:gd name="connsiteX3" fmla="*/ 27648 w 124527"/>
                <a:gd name="connsiteY3" fmla="*/ 157485 h 177346"/>
                <a:gd name="connsiteX4" fmla="*/ 74661 w 124527"/>
                <a:gd name="connsiteY4" fmla="*/ 111312 h 177346"/>
                <a:gd name="connsiteX5" fmla="*/ 110480 w 124527"/>
                <a:gd name="connsiteY5" fmla="*/ 46513 h 177346"/>
                <a:gd name="connsiteX6" fmla="*/ 58710 w 124527"/>
                <a:gd name="connsiteY6" fmla="*/ 77 h 177346"/>
                <a:gd name="connsiteX7" fmla="*/ 18414 w 124527"/>
                <a:gd name="connsiteY7" fmla="*/ 16343 h 177346"/>
                <a:gd name="connsiteX8" fmla="*/ 504 w 124527"/>
                <a:gd name="connsiteY8" fmla="*/ 52284 h 177346"/>
                <a:gd name="connsiteX9" fmla="*/ 6381 w 124527"/>
                <a:gd name="connsiteY9" fmla="*/ 53596 h 177346"/>
                <a:gd name="connsiteX10" fmla="*/ 46957 w 124527"/>
                <a:gd name="connsiteY10" fmla="*/ 19491 h 177346"/>
                <a:gd name="connsiteX11" fmla="*/ 86414 w 124527"/>
                <a:gd name="connsiteY11" fmla="*/ 56482 h 177346"/>
                <a:gd name="connsiteX12" fmla="*/ 50035 w 124527"/>
                <a:gd name="connsiteY12" fmla="*/ 124692 h 177346"/>
                <a:gd name="connsiteX13" fmla="*/ 224 w 124527"/>
                <a:gd name="connsiteY13" fmla="*/ 174276 h 177346"/>
                <a:gd name="connsiteX14" fmla="*/ 224 w 124527"/>
                <a:gd name="connsiteY14" fmla="*/ 177424 h 177346"/>
                <a:gd name="connsiteX15" fmla="*/ 109361 w 124527"/>
                <a:gd name="connsiteY15" fmla="*/ 177424 h 177346"/>
                <a:gd name="connsiteX16" fmla="*/ 124752 w 124527"/>
                <a:gd name="connsiteY16" fmla="*/ 141482 h 17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527" h="177346">
                  <a:moveTo>
                    <a:pt x="124752" y="141482"/>
                  </a:moveTo>
                  <a:lnTo>
                    <a:pt x="121114" y="140170"/>
                  </a:lnTo>
                  <a:cubicBezTo>
                    <a:pt x="110760" y="155124"/>
                    <a:pt x="107122" y="157485"/>
                    <a:pt x="94529" y="157485"/>
                  </a:cubicBezTo>
                  <a:lnTo>
                    <a:pt x="27648" y="157485"/>
                  </a:lnTo>
                  <a:lnTo>
                    <a:pt x="74661" y="111312"/>
                  </a:lnTo>
                  <a:cubicBezTo>
                    <a:pt x="99566" y="86914"/>
                    <a:pt x="110480" y="66976"/>
                    <a:pt x="110480" y="46513"/>
                  </a:cubicBezTo>
                  <a:cubicBezTo>
                    <a:pt x="110480" y="20278"/>
                    <a:pt x="87813" y="77"/>
                    <a:pt x="58710" y="77"/>
                  </a:cubicBezTo>
                  <a:cubicBezTo>
                    <a:pt x="43319" y="77"/>
                    <a:pt x="28768" y="5849"/>
                    <a:pt x="18414" y="16343"/>
                  </a:cubicBezTo>
                  <a:cubicBezTo>
                    <a:pt x="9459" y="25262"/>
                    <a:pt x="5261" y="33658"/>
                    <a:pt x="504" y="52284"/>
                  </a:cubicBezTo>
                  <a:lnTo>
                    <a:pt x="6381" y="53596"/>
                  </a:lnTo>
                  <a:cubicBezTo>
                    <a:pt x="17574" y="27886"/>
                    <a:pt x="27648" y="19491"/>
                    <a:pt x="46957" y="19491"/>
                  </a:cubicBezTo>
                  <a:cubicBezTo>
                    <a:pt x="70463" y="19491"/>
                    <a:pt x="86414" y="34445"/>
                    <a:pt x="86414" y="56482"/>
                  </a:cubicBezTo>
                  <a:cubicBezTo>
                    <a:pt x="86414" y="76945"/>
                    <a:pt x="73542" y="101343"/>
                    <a:pt x="50035" y="124692"/>
                  </a:cubicBezTo>
                  <a:lnTo>
                    <a:pt x="224" y="174276"/>
                  </a:lnTo>
                  <a:lnTo>
                    <a:pt x="224" y="177424"/>
                  </a:lnTo>
                  <a:lnTo>
                    <a:pt x="109361" y="177424"/>
                  </a:lnTo>
                  <a:lnTo>
                    <a:pt x="124752" y="141482"/>
                  </a:lnTo>
                  <a:close/>
                </a:path>
              </a:pathLst>
            </a:custGeom>
            <a:solidFill>
              <a:srgbClr val="FFFFFF"/>
            </a:solidFill>
            <a:ln w="281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5" name="Freeform: Shape 1924">
              <a:extLst>
                <a:ext uri="{FF2B5EF4-FFF2-40B4-BE49-F238E27FC236}">
                  <a16:creationId xmlns:a16="http://schemas.microsoft.com/office/drawing/2014/main" id="{66374B90-4B4A-7CF1-0FD6-EE65E48E27B4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1304845" y="5052552"/>
              <a:ext cx="179247" cy="160244"/>
            </a:xfrm>
            <a:custGeom>
              <a:avLst/>
              <a:gdLst>
                <a:gd name="connsiteX0" fmla="*/ 162460 w 179247"/>
                <a:gd name="connsiteY0" fmla="*/ 117067 h 160244"/>
                <a:gd name="connsiteX1" fmla="*/ 154141 w 179247"/>
                <a:gd name="connsiteY1" fmla="*/ 126640 h 160244"/>
                <a:gd name="connsiteX2" fmla="*/ 136746 w 179247"/>
                <a:gd name="connsiteY2" fmla="*/ 140821 h 160244"/>
                <a:gd name="connsiteX3" fmla="*/ 125023 w 179247"/>
                <a:gd name="connsiteY3" fmla="*/ 126285 h 160244"/>
                <a:gd name="connsiteX4" fmla="*/ 123510 w 179247"/>
                <a:gd name="connsiteY4" fmla="*/ 120258 h 160244"/>
                <a:gd name="connsiteX5" fmla="*/ 109896 w 179247"/>
                <a:gd name="connsiteY5" fmla="*/ 62825 h 160244"/>
                <a:gd name="connsiteX6" fmla="*/ 146956 w 179247"/>
                <a:gd name="connsiteY6" fmla="*/ 19928 h 160244"/>
                <a:gd name="connsiteX7" fmla="*/ 156032 w 179247"/>
                <a:gd name="connsiteY7" fmla="*/ 22764 h 160244"/>
                <a:gd name="connsiteX8" fmla="*/ 166242 w 179247"/>
                <a:gd name="connsiteY8" fmla="*/ 25955 h 160244"/>
                <a:gd name="connsiteX9" fmla="*/ 179477 w 179247"/>
                <a:gd name="connsiteY9" fmla="*/ 13192 h 160244"/>
                <a:gd name="connsiteX10" fmla="*/ 163973 w 179247"/>
                <a:gd name="connsiteY10" fmla="*/ 75 h 160244"/>
                <a:gd name="connsiteX11" fmla="*/ 106871 w 179247"/>
                <a:gd name="connsiteY11" fmla="*/ 50772 h 160244"/>
                <a:gd name="connsiteX12" fmla="*/ 102711 w 179247"/>
                <a:gd name="connsiteY12" fmla="*/ 31273 h 160244"/>
                <a:gd name="connsiteX13" fmla="*/ 83047 w 179247"/>
                <a:gd name="connsiteY13" fmla="*/ 75 h 160244"/>
                <a:gd name="connsiteX14" fmla="*/ 38802 w 179247"/>
                <a:gd name="connsiteY14" fmla="*/ 10356 h 160244"/>
                <a:gd name="connsiteX15" fmla="*/ 34643 w 179247"/>
                <a:gd name="connsiteY15" fmla="*/ 11774 h 160244"/>
                <a:gd name="connsiteX16" fmla="*/ 36155 w 179247"/>
                <a:gd name="connsiteY16" fmla="*/ 17092 h 160244"/>
                <a:gd name="connsiteX17" fmla="*/ 57332 w 179247"/>
                <a:gd name="connsiteY17" fmla="*/ 13192 h 160244"/>
                <a:gd name="connsiteX18" fmla="*/ 74349 w 179247"/>
                <a:gd name="connsiteY18" fmla="*/ 37654 h 160244"/>
                <a:gd name="connsiteX19" fmla="*/ 85316 w 179247"/>
                <a:gd name="connsiteY19" fmla="*/ 81261 h 160244"/>
                <a:gd name="connsiteX20" fmla="*/ 54307 w 179247"/>
                <a:gd name="connsiteY20" fmla="*/ 122740 h 160244"/>
                <a:gd name="connsiteX21" fmla="*/ 35021 w 179247"/>
                <a:gd name="connsiteY21" fmla="*/ 139757 h 160244"/>
                <a:gd name="connsiteX22" fmla="*/ 25189 w 179247"/>
                <a:gd name="connsiteY22" fmla="*/ 136566 h 160244"/>
                <a:gd name="connsiteX23" fmla="*/ 13088 w 179247"/>
                <a:gd name="connsiteY23" fmla="*/ 133021 h 160244"/>
                <a:gd name="connsiteX24" fmla="*/ 230 w 179247"/>
                <a:gd name="connsiteY24" fmla="*/ 145429 h 160244"/>
                <a:gd name="connsiteX25" fmla="*/ 19138 w 179247"/>
                <a:gd name="connsiteY25" fmla="*/ 160319 h 160244"/>
                <a:gd name="connsiteX26" fmla="*/ 54307 w 179247"/>
                <a:gd name="connsiteY26" fmla="*/ 135503 h 160244"/>
                <a:gd name="connsiteX27" fmla="*/ 88341 w 179247"/>
                <a:gd name="connsiteY27" fmla="*/ 94023 h 160244"/>
                <a:gd name="connsiteX28" fmla="*/ 99686 w 179247"/>
                <a:gd name="connsiteY28" fmla="*/ 136566 h 160244"/>
                <a:gd name="connsiteX29" fmla="*/ 121619 w 179247"/>
                <a:gd name="connsiteY29" fmla="*/ 160319 h 160244"/>
                <a:gd name="connsiteX30" fmla="*/ 167755 w 179247"/>
                <a:gd name="connsiteY30" fmla="*/ 119904 h 160244"/>
                <a:gd name="connsiteX31" fmla="*/ 162460 w 179247"/>
                <a:gd name="connsiteY31" fmla="*/ 117067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9247" h="160244">
                  <a:moveTo>
                    <a:pt x="162460" y="117067"/>
                  </a:moveTo>
                  <a:cubicBezTo>
                    <a:pt x="159435" y="120258"/>
                    <a:pt x="157544" y="122385"/>
                    <a:pt x="154141" y="126640"/>
                  </a:cubicBezTo>
                  <a:cubicBezTo>
                    <a:pt x="145443" y="137275"/>
                    <a:pt x="140905" y="140821"/>
                    <a:pt x="136746" y="140821"/>
                  </a:cubicBezTo>
                  <a:cubicBezTo>
                    <a:pt x="131073" y="140821"/>
                    <a:pt x="127670" y="136212"/>
                    <a:pt x="125023" y="126285"/>
                  </a:cubicBezTo>
                  <a:cubicBezTo>
                    <a:pt x="124266" y="123449"/>
                    <a:pt x="123888" y="121322"/>
                    <a:pt x="123510" y="120258"/>
                  </a:cubicBezTo>
                  <a:cubicBezTo>
                    <a:pt x="114056" y="84451"/>
                    <a:pt x="109896" y="68143"/>
                    <a:pt x="109896" y="62825"/>
                  </a:cubicBezTo>
                  <a:cubicBezTo>
                    <a:pt x="126535" y="35527"/>
                    <a:pt x="140149" y="19928"/>
                    <a:pt x="146956" y="19928"/>
                  </a:cubicBezTo>
                  <a:cubicBezTo>
                    <a:pt x="149225" y="19928"/>
                    <a:pt x="152250" y="20992"/>
                    <a:pt x="156032" y="22764"/>
                  </a:cubicBezTo>
                  <a:cubicBezTo>
                    <a:pt x="160570" y="25246"/>
                    <a:pt x="163217" y="25955"/>
                    <a:pt x="166242" y="25955"/>
                  </a:cubicBezTo>
                  <a:cubicBezTo>
                    <a:pt x="174183" y="25955"/>
                    <a:pt x="179477" y="20637"/>
                    <a:pt x="179477" y="13192"/>
                  </a:cubicBezTo>
                  <a:cubicBezTo>
                    <a:pt x="179477" y="5747"/>
                    <a:pt x="173049" y="75"/>
                    <a:pt x="163973" y="75"/>
                  </a:cubicBezTo>
                  <a:cubicBezTo>
                    <a:pt x="147334" y="75"/>
                    <a:pt x="132964" y="12838"/>
                    <a:pt x="106871" y="50772"/>
                  </a:cubicBezTo>
                  <a:lnTo>
                    <a:pt x="102711" y="31273"/>
                  </a:lnTo>
                  <a:cubicBezTo>
                    <a:pt x="97417" y="7165"/>
                    <a:pt x="93257" y="75"/>
                    <a:pt x="83047" y="75"/>
                  </a:cubicBezTo>
                  <a:cubicBezTo>
                    <a:pt x="74728" y="75"/>
                    <a:pt x="61870" y="3265"/>
                    <a:pt x="38802" y="10356"/>
                  </a:cubicBezTo>
                  <a:lnTo>
                    <a:pt x="34643" y="11774"/>
                  </a:lnTo>
                  <a:lnTo>
                    <a:pt x="36155" y="17092"/>
                  </a:lnTo>
                  <a:cubicBezTo>
                    <a:pt x="50525" y="13901"/>
                    <a:pt x="53929" y="13192"/>
                    <a:pt x="57332" y="13192"/>
                  </a:cubicBezTo>
                  <a:cubicBezTo>
                    <a:pt x="66786" y="13192"/>
                    <a:pt x="69055" y="16383"/>
                    <a:pt x="74349" y="37654"/>
                  </a:cubicBezTo>
                  <a:lnTo>
                    <a:pt x="85316" y="81261"/>
                  </a:lnTo>
                  <a:lnTo>
                    <a:pt x="54307" y="122740"/>
                  </a:lnTo>
                  <a:cubicBezTo>
                    <a:pt x="46744" y="133376"/>
                    <a:pt x="39181" y="139757"/>
                    <a:pt x="35021" y="139757"/>
                  </a:cubicBezTo>
                  <a:cubicBezTo>
                    <a:pt x="32752" y="139757"/>
                    <a:pt x="28970" y="138693"/>
                    <a:pt x="25189" y="136566"/>
                  </a:cubicBezTo>
                  <a:cubicBezTo>
                    <a:pt x="20273" y="134085"/>
                    <a:pt x="16113" y="133021"/>
                    <a:pt x="13088" y="133021"/>
                  </a:cubicBezTo>
                  <a:cubicBezTo>
                    <a:pt x="5903" y="133021"/>
                    <a:pt x="230" y="138339"/>
                    <a:pt x="230" y="145429"/>
                  </a:cubicBezTo>
                  <a:cubicBezTo>
                    <a:pt x="230" y="154647"/>
                    <a:pt x="7793" y="160319"/>
                    <a:pt x="19138" y="160319"/>
                  </a:cubicBezTo>
                  <a:cubicBezTo>
                    <a:pt x="30861" y="160319"/>
                    <a:pt x="35399" y="157129"/>
                    <a:pt x="54307" y="135503"/>
                  </a:cubicBezTo>
                  <a:cubicBezTo>
                    <a:pt x="64517" y="124158"/>
                    <a:pt x="72459" y="114586"/>
                    <a:pt x="88341" y="94023"/>
                  </a:cubicBezTo>
                  <a:lnTo>
                    <a:pt x="99686" y="136566"/>
                  </a:lnTo>
                  <a:cubicBezTo>
                    <a:pt x="104602" y="154647"/>
                    <a:pt x="109518" y="160319"/>
                    <a:pt x="121619" y="160319"/>
                  </a:cubicBezTo>
                  <a:cubicBezTo>
                    <a:pt x="135989" y="160319"/>
                    <a:pt x="145821" y="151811"/>
                    <a:pt x="167755" y="119904"/>
                  </a:cubicBezTo>
                  <a:lnTo>
                    <a:pt x="162460" y="117067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6" name="Freeform: Shape 1925">
              <a:extLst>
                <a:ext uri="{FF2B5EF4-FFF2-40B4-BE49-F238E27FC236}">
                  <a16:creationId xmlns:a16="http://schemas.microsoft.com/office/drawing/2014/main" id="{37463778-29FA-3D07-56E6-C786357B26EF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1493115" y="4884588"/>
              <a:ext cx="124527" cy="177346"/>
            </a:xfrm>
            <a:custGeom>
              <a:avLst/>
              <a:gdLst>
                <a:gd name="connsiteX0" fmla="*/ 124762 w 124527"/>
                <a:gd name="connsiteY0" fmla="*/ 141477 h 177346"/>
                <a:gd name="connsiteX1" fmla="*/ 121124 w 124527"/>
                <a:gd name="connsiteY1" fmla="*/ 140165 h 177346"/>
                <a:gd name="connsiteX2" fmla="*/ 94539 w 124527"/>
                <a:gd name="connsiteY2" fmla="*/ 157480 h 177346"/>
                <a:gd name="connsiteX3" fmla="*/ 27658 w 124527"/>
                <a:gd name="connsiteY3" fmla="*/ 157480 h 177346"/>
                <a:gd name="connsiteX4" fmla="*/ 74671 w 124527"/>
                <a:gd name="connsiteY4" fmla="*/ 111307 h 177346"/>
                <a:gd name="connsiteX5" fmla="*/ 110490 w 124527"/>
                <a:gd name="connsiteY5" fmla="*/ 46507 h 177346"/>
                <a:gd name="connsiteX6" fmla="*/ 58720 w 124527"/>
                <a:gd name="connsiteY6" fmla="*/ 71 h 177346"/>
                <a:gd name="connsiteX7" fmla="*/ 18424 w 124527"/>
                <a:gd name="connsiteY7" fmla="*/ 16337 h 177346"/>
                <a:gd name="connsiteX8" fmla="*/ 514 w 124527"/>
                <a:gd name="connsiteY8" fmla="*/ 52279 h 177346"/>
                <a:gd name="connsiteX9" fmla="*/ 6391 w 124527"/>
                <a:gd name="connsiteY9" fmla="*/ 53590 h 177346"/>
                <a:gd name="connsiteX10" fmla="*/ 46967 w 124527"/>
                <a:gd name="connsiteY10" fmla="*/ 19485 h 177346"/>
                <a:gd name="connsiteX11" fmla="*/ 86424 w 124527"/>
                <a:gd name="connsiteY11" fmla="*/ 56476 h 177346"/>
                <a:gd name="connsiteX12" fmla="*/ 50045 w 124527"/>
                <a:gd name="connsiteY12" fmla="*/ 124686 h 177346"/>
                <a:gd name="connsiteX13" fmla="*/ 234 w 124527"/>
                <a:gd name="connsiteY13" fmla="*/ 174270 h 177346"/>
                <a:gd name="connsiteX14" fmla="*/ 234 w 124527"/>
                <a:gd name="connsiteY14" fmla="*/ 177418 h 177346"/>
                <a:gd name="connsiteX15" fmla="*/ 109370 w 124527"/>
                <a:gd name="connsiteY15" fmla="*/ 177418 h 177346"/>
                <a:gd name="connsiteX16" fmla="*/ 124762 w 124527"/>
                <a:gd name="connsiteY16" fmla="*/ 141477 h 17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527" h="177346">
                  <a:moveTo>
                    <a:pt x="124762" y="141477"/>
                  </a:moveTo>
                  <a:lnTo>
                    <a:pt x="121124" y="140165"/>
                  </a:lnTo>
                  <a:cubicBezTo>
                    <a:pt x="110770" y="155119"/>
                    <a:pt x="107132" y="157480"/>
                    <a:pt x="94539" y="157480"/>
                  </a:cubicBezTo>
                  <a:lnTo>
                    <a:pt x="27658" y="157480"/>
                  </a:lnTo>
                  <a:lnTo>
                    <a:pt x="74671" y="111307"/>
                  </a:lnTo>
                  <a:cubicBezTo>
                    <a:pt x="99576" y="86908"/>
                    <a:pt x="110490" y="66970"/>
                    <a:pt x="110490" y="46507"/>
                  </a:cubicBezTo>
                  <a:cubicBezTo>
                    <a:pt x="110490" y="20272"/>
                    <a:pt x="87823" y="71"/>
                    <a:pt x="58720" y="71"/>
                  </a:cubicBezTo>
                  <a:cubicBezTo>
                    <a:pt x="43329" y="71"/>
                    <a:pt x="28777" y="5843"/>
                    <a:pt x="18424" y="16337"/>
                  </a:cubicBezTo>
                  <a:cubicBezTo>
                    <a:pt x="9469" y="25257"/>
                    <a:pt x="5271" y="33652"/>
                    <a:pt x="514" y="52279"/>
                  </a:cubicBezTo>
                  <a:lnTo>
                    <a:pt x="6391" y="53590"/>
                  </a:lnTo>
                  <a:cubicBezTo>
                    <a:pt x="17584" y="27880"/>
                    <a:pt x="27658" y="19485"/>
                    <a:pt x="46967" y="19485"/>
                  </a:cubicBezTo>
                  <a:cubicBezTo>
                    <a:pt x="70473" y="19485"/>
                    <a:pt x="86424" y="34439"/>
                    <a:pt x="86424" y="56476"/>
                  </a:cubicBezTo>
                  <a:cubicBezTo>
                    <a:pt x="86424" y="76939"/>
                    <a:pt x="73551" y="101337"/>
                    <a:pt x="50045" y="124686"/>
                  </a:cubicBezTo>
                  <a:lnTo>
                    <a:pt x="234" y="174270"/>
                  </a:lnTo>
                  <a:lnTo>
                    <a:pt x="234" y="177418"/>
                  </a:lnTo>
                  <a:lnTo>
                    <a:pt x="109370" y="177418"/>
                  </a:lnTo>
                  <a:lnTo>
                    <a:pt x="124762" y="141477"/>
                  </a:lnTo>
                  <a:close/>
                </a:path>
              </a:pathLst>
            </a:custGeom>
            <a:solidFill>
              <a:srgbClr val="FFFFFF"/>
            </a:solidFill>
            <a:ln w="281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7" name="Freeform: Shape 1926">
              <a:extLst>
                <a:ext uri="{FF2B5EF4-FFF2-40B4-BE49-F238E27FC236}">
                  <a16:creationId xmlns:a16="http://schemas.microsoft.com/office/drawing/2014/main" id="{630EA212-CC99-66F5-CA42-68C620378786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1718037" y="5002210"/>
              <a:ext cx="251475" cy="236112"/>
            </a:xfrm>
            <a:custGeom>
              <a:avLst/>
              <a:gdLst>
                <a:gd name="connsiteX0" fmla="*/ 133731 w 251475"/>
                <a:gd name="connsiteY0" fmla="*/ 125221 h 236112"/>
                <a:gd name="connsiteX1" fmla="*/ 239237 w 251475"/>
                <a:gd name="connsiteY1" fmla="*/ 125221 h 236112"/>
                <a:gd name="connsiteX2" fmla="*/ 251717 w 251475"/>
                <a:gd name="connsiteY2" fmla="*/ 118130 h 236112"/>
                <a:gd name="connsiteX3" fmla="*/ 239237 w 251475"/>
                <a:gd name="connsiteY3" fmla="*/ 111040 h 236112"/>
                <a:gd name="connsiteX4" fmla="*/ 133731 w 251475"/>
                <a:gd name="connsiteY4" fmla="*/ 111040 h 236112"/>
                <a:gd name="connsiteX5" fmla="*/ 133731 w 251475"/>
                <a:gd name="connsiteY5" fmla="*/ 11773 h 236112"/>
                <a:gd name="connsiteX6" fmla="*/ 126168 w 251475"/>
                <a:gd name="connsiteY6" fmla="*/ 74 h 236112"/>
                <a:gd name="connsiteX7" fmla="*/ 118605 w 251475"/>
                <a:gd name="connsiteY7" fmla="*/ 11773 h 236112"/>
                <a:gd name="connsiteX8" fmla="*/ 118605 w 251475"/>
                <a:gd name="connsiteY8" fmla="*/ 111040 h 236112"/>
                <a:gd name="connsiteX9" fmla="*/ 12721 w 251475"/>
                <a:gd name="connsiteY9" fmla="*/ 111040 h 236112"/>
                <a:gd name="connsiteX10" fmla="*/ 241 w 251475"/>
                <a:gd name="connsiteY10" fmla="*/ 118130 h 236112"/>
                <a:gd name="connsiteX11" fmla="*/ 12721 w 251475"/>
                <a:gd name="connsiteY11" fmla="*/ 125221 h 236112"/>
                <a:gd name="connsiteX12" fmla="*/ 118605 w 251475"/>
                <a:gd name="connsiteY12" fmla="*/ 125221 h 236112"/>
                <a:gd name="connsiteX13" fmla="*/ 118605 w 251475"/>
                <a:gd name="connsiteY13" fmla="*/ 224487 h 236112"/>
                <a:gd name="connsiteX14" fmla="*/ 126168 w 251475"/>
                <a:gd name="connsiteY14" fmla="*/ 236187 h 236112"/>
                <a:gd name="connsiteX15" fmla="*/ 133731 w 251475"/>
                <a:gd name="connsiteY15" fmla="*/ 224487 h 236112"/>
                <a:gd name="connsiteX16" fmla="*/ 133731 w 251475"/>
                <a:gd name="connsiteY16" fmla="*/ 125221 h 23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1475" h="236112">
                  <a:moveTo>
                    <a:pt x="133731" y="125221"/>
                  </a:moveTo>
                  <a:lnTo>
                    <a:pt x="239237" y="125221"/>
                  </a:lnTo>
                  <a:cubicBezTo>
                    <a:pt x="244532" y="125221"/>
                    <a:pt x="251717" y="125221"/>
                    <a:pt x="251717" y="118130"/>
                  </a:cubicBezTo>
                  <a:cubicBezTo>
                    <a:pt x="251717" y="111040"/>
                    <a:pt x="244532" y="111040"/>
                    <a:pt x="239237" y="111040"/>
                  </a:cubicBezTo>
                  <a:lnTo>
                    <a:pt x="133731" y="111040"/>
                  </a:lnTo>
                  <a:lnTo>
                    <a:pt x="133731" y="11773"/>
                  </a:lnTo>
                  <a:cubicBezTo>
                    <a:pt x="133731" y="6810"/>
                    <a:pt x="133731" y="74"/>
                    <a:pt x="126168" y="74"/>
                  </a:cubicBezTo>
                  <a:cubicBezTo>
                    <a:pt x="118605" y="74"/>
                    <a:pt x="118605" y="6810"/>
                    <a:pt x="118605" y="11773"/>
                  </a:cubicBezTo>
                  <a:lnTo>
                    <a:pt x="118605" y="111040"/>
                  </a:lnTo>
                  <a:lnTo>
                    <a:pt x="12721" y="111040"/>
                  </a:lnTo>
                  <a:cubicBezTo>
                    <a:pt x="7426" y="111040"/>
                    <a:pt x="241" y="111040"/>
                    <a:pt x="241" y="118130"/>
                  </a:cubicBezTo>
                  <a:cubicBezTo>
                    <a:pt x="241" y="125221"/>
                    <a:pt x="7426" y="125221"/>
                    <a:pt x="12721" y="125221"/>
                  </a:cubicBezTo>
                  <a:lnTo>
                    <a:pt x="118605" y="125221"/>
                  </a:lnTo>
                  <a:lnTo>
                    <a:pt x="118605" y="224487"/>
                  </a:lnTo>
                  <a:cubicBezTo>
                    <a:pt x="118605" y="229451"/>
                    <a:pt x="118605" y="236187"/>
                    <a:pt x="126168" y="236187"/>
                  </a:cubicBezTo>
                  <a:cubicBezTo>
                    <a:pt x="133731" y="236187"/>
                    <a:pt x="133731" y="229451"/>
                    <a:pt x="133731" y="224487"/>
                  </a:cubicBezTo>
                  <a:lnTo>
                    <a:pt x="133731" y="125221"/>
                  </a:lnTo>
                  <a:close/>
                </a:path>
              </a:pathLst>
            </a:custGeom>
            <a:solidFill>
              <a:srgbClr val="FFFFFF"/>
            </a:solidFill>
            <a:ln w="514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8" name="Freeform: Shape 1927">
              <a:extLst>
                <a:ext uri="{FF2B5EF4-FFF2-40B4-BE49-F238E27FC236}">
                  <a16:creationId xmlns:a16="http://schemas.microsoft.com/office/drawing/2014/main" id="{FB4D7C9A-5933-A288-CE24-F77E58CAF962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2050933" y="5052552"/>
              <a:ext cx="173574" cy="160244"/>
            </a:xfrm>
            <a:custGeom>
              <a:avLst/>
              <a:gdLst>
                <a:gd name="connsiteX0" fmla="*/ 169286 w 173574"/>
                <a:gd name="connsiteY0" fmla="*/ 117422 h 160244"/>
                <a:gd name="connsiteX1" fmla="*/ 158698 w 173574"/>
                <a:gd name="connsiteY1" fmla="*/ 127349 h 160244"/>
                <a:gd name="connsiteX2" fmla="*/ 139034 w 173574"/>
                <a:gd name="connsiteY2" fmla="*/ 141884 h 160244"/>
                <a:gd name="connsiteX3" fmla="*/ 133739 w 173574"/>
                <a:gd name="connsiteY3" fmla="*/ 137275 h 160244"/>
                <a:gd name="connsiteX4" fmla="*/ 167396 w 173574"/>
                <a:gd name="connsiteY4" fmla="*/ 8583 h 160244"/>
                <a:gd name="connsiteX5" fmla="*/ 169664 w 173574"/>
                <a:gd name="connsiteY5" fmla="*/ 1138 h 160244"/>
                <a:gd name="connsiteX6" fmla="*/ 167017 w 173574"/>
                <a:gd name="connsiteY6" fmla="*/ 75 h 160244"/>
                <a:gd name="connsiteX7" fmla="*/ 143950 w 173574"/>
                <a:gd name="connsiteY7" fmla="*/ 2556 h 160244"/>
                <a:gd name="connsiteX8" fmla="*/ 142815 w 173574"/>
                <a:gd name="connsiteY8" fmla="*/ 3620 h 160244"/>
                <a:gd name="connsiteX9" fmla="*/ 138655 w 173574"/>
                <a:gd name="connsiteY9" fmla="*/ 20637 h 160244"/>
                <a:gd name="connsiteX10" fmla="*/ 108403 w 173574"/>
                <a:gd name="connsiteY10" fmla="*/ 75 h 160244"/>
                <a:gd name="connsiteX11" fmla="*/ 249 w 173574"/>
                <a:gd name="connsiteY11" fmla="*/ 120967 h 160244"/>
                <a:gd name="connsiteX12" fmla="*/ 38822 w 173574"/>
                <a:gd name="connsiteY12" fmla="*/ 160319 h 160244"/>
                <a:gd name="connsiteX13" fmla="*/ 114831 w 173574"/>
                <a:gd name="connsiteY13" fmla="*/ 104659 h 160244"/>
                <a:gd name="connsiteX14" fmla="*/ 106134 w 173574"/>
                <a:gd name="connsiteY14" fmla="*/ 145429 h 160244"/>
                <a:gd name="connsiteX15" fmla="*/ 121260 w 173574"/>
                <a:gd name="connsiteY15" fmla="*/ 159965 h 160244"/>
                <a:gd name="connsiteX16" fmla="*/ 173824 w 173574"/>
                <a:gd name="connsiteY16" fmla="*/ 120967 h 160244"/>
                <a:gd name="connsiteX17" fmla="*/ 169286 w 173574"/>
                <a:gd name="connsiteY17" fmla="*/ 117422 h 160244"/>
                <a:gd name="connsiteX18" fmla="*/ 110672 w 173574"/>
                <a:gd name="connsiteY18" fmla="*/ 7874 h 160244"/>
                <a:gd name="connsiteX19" fmla="*/ 131849 w 173574"/>
                <a:gd name="connsiteY19" fmla="*/ 29500 h 160244"/>
                <a:gd name="connsiteX20" fmla="*/ 86848 w 173574"/>
                <a:gd name="connsiteY20" fmla="*/ 127349 h 160244"/>
                <a:gd name="connsiteX21" fmla="*/ 53948 w 173574"/>
                <a:gd name="connsiteY21" fmla="*/ 142948 h 160244"/>
                <a:gd name="connsiteX22" fmla="*/ 32015 w 173574"/>
                <a:gd name="connsiteY22" fmla="*/ 116358 h 160244"/>
                <a:gd name="connsiteX23" fmla="*/ 62646 w 173574"/>
                <a:gd name="connsiteY23" fmla="*/ 38718 h 160244"/>
                <a:gd name="connsiteX24" fmla="*/ 110672 w 173574"/>
                <a:gd name="connsiteY24" fmla="*/ 7874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3574" h="160244">
                  <a:moveTo>
                    <a:pt x="169286" y="117422"/>
                  </a:moveTo>
                  <a:cubicBezTo>
                    <a:pt x="163614" y="122740"/>
                    <a:pt x="161345" y="124512"/>
                    <a:pt x="158698" y="127349"/>
                  </a:cubicBezTo>
                  <a:cubicBezTo>
                    <a:pt x="147353" y="138339"/>
                    <a:pt x="142437" y="141884"/>
                    <a:pt x="139034" y="141884"/>
                  </a:cubicBezTo>
                  <a:cubicBezTo>
                    <a:pt x="136008" y="141884"/>
                    <a:pt x="133739" y="139757"/>
                    <a:pt x="133739" y="137275"/>
                  </a:cubicBezTo>
                  <a:cubicBezTo>
                    <a:pt x="133739" y="130185"/>
                    <a:pt x="149622" y="69561"/>
                    <a:pt x="167396" y="8583"/>
                  </a:cubicBezTo>
                  <a:cubicBezTo>
                    <a:pt x="168530" y="5038"/>
                    <a:pt x="168908" y="4329"/>
                    <a:pt x="169664" y="1138"/>
                  </a:cubicBezTo>
                  <a:lnTo>
                    <a:pt x="167017" y="75"/>
                  </a:lnTo>
                  <a:lnTo>
                    <a:pt x="143950" y="2556"/>
                  </a:lnTo>
                  <a:lnTo>
                    <a:pt x="142815" y="3620"/>
                  </a:lnTo>
                  <a:lnTo>
                    <a:pt x="138655" y="20637"/>
                  </a:lnTo>
                  <a:cubicBezTo>
                    <a:pt x="135630" y="7520"/>
                    <a:pt x="124664" y="75"/>
                    <a:pt x="108403" y="75"/>
                  </a:cubicBezTo>
                  <a:cubicBezTo>
                    <a:pt x="58486" y="75"/>
                    <a:pt x="249" y="64953"/>
                    <a:pt x="249" y="120967"/>
                  </a:cubicBezTo>
                  <a:cubicBezTo>
                    <a:pt x="249" y="145784"/>
                    <a:pt x="14619" y="160319"/>
                    <a:pt x="38822" y="160319"/>
                  </a:cubicBezTo>
                  <a:cubicBezTo>
                    <a:pt x="65293" y="160319"/>
                    <a:pt x="81554" y="148620"/>
                    <a:pt x="114831" y="104659"/>
                  </a:cubicBezTo>
                  <a:cubicBezTo>
                    <a:pt x="107268" y="132312"/>
                    <a:pt x="106134" y="136921"/>
                    <a:pt x="106134" y="145429"/>
                  </a:cubicBezTo>
                  <a:cubicBezTo>
                    <a:pt x="106134" y="155711"/>
                    <a:pt x="110672" y="159965"/>
                    <a:pt x="121260" y="159965"/>
                  </a:cubicBezTo>
                  <a:cubicBezTo>
                    <a:pt x="136387" y="159965"/>
                    <a:pt x="145841" y="153229"/>
                    <a:pt x="173824" y="120967"/>
                  </a:cubicBezTo>
                  <a:lnTo>
                    <a:pt x="169286" y="117422"/>
                  </a:lnTo>
                  <a:close/>
                  <a:moveTo>
                    <a:pt x="110672" y="7874"/>
                  </a:moveTo>
                  <a:cubicBezTo>
                    <a:pt x="123529" y="8583"/>
                    <a:pt x="131849" y="17092"/>
                    <a:pt x="131849" y="29500"/>
                  </a:cubicBezTo>
                  <a:cubicBezTo>
                    <a:pt x="131849" y="59280"/>
                    <a:pt x="112941" y="101114"/>
                    <a:pt x="86848" y="127349"/>
                  </a:cubicBezTo>
                  <a:cubicBezTo>
                    <a:pt x="77772" y="136921"/>
                    <a:pt x="64915" y="142948"/>
                    <a:pt x="53948" y="142948"/>
                  </a:cubicBezTo>
                  <a:cubicBezTo>
                    <a:pt x="40712" y="142948"/>
                    <a:pt x="32015" y="132667"/>
                    <a:pt x="32015" y="116358"/>
                  </a:cubicBezTo>
                  <a:cubicBezTo>
                    <a:pt x="32015" y="97214"/>
                    <a:pt x="46385" y="60698"/>
                    <a:pt x="62646" y="38718"/>
                  </a:cubicBezTo>
                  <a:cubicBezTo>
                    <a:pt x="77772" y="18155"/>
                    <a:pt x="95545" y="6811"/>
                    <a:pt x="110672" y="7874"/>
                  </a:cubicBez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9" name="Freeform: Shape 1928">
              <a:extLst>
                <a:ext uri="{FF2B5EF4-FFF2-40B4-BE49-F238E27FC236}">
                  <a16:creationId xmlns:a16="http://schemas.microsoft.com/office/drawing/2014/main" id="{23295734-8C55-62A4-F0FA-235A0A82235D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2246326" y="5085306"/>
              <a:ext cx="108856" cy="181019"/>
            </a:xfrm>
            <a:custGeom>
              <a:avLst/>
              <a:gdLst>
                <a:gd name="connsiteX0" fmla="*/ 31036 w 108856"/>
                <a:gd name="connsiteY0" fmla="*/ 90849 h 181019"/>
                <a:gd name="connsiteX1" fmla="*/ 60699 w 108856"/>
                <a:gd name="connsiteY1" fmla="*/ 93735 h 181019"/>
                <a:gd name="connsiteX2" fmla="*/ 88962 w 108856"/>
                <a:gd name="connsiteY2" fmla="*/ 132562 h 181019"/>
                <a:gd name="connsiteX3" fmla="*/ 52303 w 108856"/>
                <a:gd name="connsiteY3" fmla="*/ 171652 h 181019"/>
                <a:gd name="connsiteX4" fmla="*/ 28797 w 108856"/>
                <a:gd name="connsiteY4" fmla="*/ 163519 h 181019"/>
                <a:gd name="connsiteX5" fmla="*/ 10888 w 108856"/>
                <a:gd name="connsiteY5" fmla="*/ 156961 h 181019"/>
                <a:gd name="connsiteX6" fmla="*/ 254 w 108856"/>
                <a:gd name="connsiteY6" fmla="*/ 166143 h 181019"/>
                <a:gd name="connsiteX7" fmla="*/ 31875 w 108856"/>
                <a:gd name="connsiteY7" fmla="*/ 181097 h 181019"/>
                <a:gd name="connsiteX8" fmla="*/ 88682 w 108856"/>
                <a:gd name="connsiteY8" fmla="*/ 163519 h 181019"/>
                <a:gd name="connsiteX9" fmla="*/ 109110 w 108856"/>
                <a:gd name="connsiteY9" fmla="*/ 119970 h 181019"/>
                <a:gd name="connsiteX10" fmla="*/ 96518 w 108856"/>
                <a:gd name="connsiteY10" fmla="*/ 86127 h 181019"/>
                <a:gd name="connsiteX11" fmla="*/ 73291 w 108856"/>
                <a:gd name="connsiteY11" fmla="*/ 72223 h 181019"/>
                <a:gd name="connsiteX12" fmla="*/ 99596 w 108856"/>
                <a:gd name="connsiteY12" fmla="*/ 36019 h 181019"/>
                <a:gd name="connsiteX13" fmla="*/ 55941 w 108856"/>
                <a:gd name="connsiteY13" fmla="*/ 77 h 181019"/>
                <a:gd name="connsiteX14" fmla="*/ 19563 w 108856"/>
                <a:gd name="connsiteY14" fmla="*/ 12932 h 181019"/>
                <a:gd name="connsiteX15" fmla="*/ 814 w 108856"/>
                <a:gd name="connsiteY15" fmla="*/ 42577 h 181019"/>
                <a:gd name="connsiteX16" fmla="*/ 5011 w 108856"/>
                <a:gd name="connsiteY16" fmla="*/ 43627 h 181019"/>
                <a:gd name="connsiteX17" fmla="*/ 46707 w 108856"/>
                <a:gd name="connsiteY17" fmla="*/ 15818 h 181019"/>
                <a:gd name="connsiteX18" fmla="*/ 77489 w 108856"/>
                <a:gd name="connsiteY18" fmla="*/ 43889 h 181019"/>
                <a:gd name="connsiteX19" fmla="*/ 66295 w 108856"/>
                <a:gd name="connsiteY19" fmla="*/ 69337 h 181019"/>
                <a:gd name="connsiteX20" fmla="*/ 31036 w 108856"/>
                <a:gd name="connsiteY20" fmla="*/ 87439 h 181019"/>
                <a:gd name="connsiteX21" fmla="*/ 31036 w 108856"/>
                <a:gd name="connsiteY21" fmla="*/ 90849 h 181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856" h="181019">
                  <a:moveTo>
                    <a:pt x="31036" y="90849"/>
                  </a:moveTo>
                  <a:cubicBezTo>
                    <a:pt x="47546" y="90849"/>
                    <a:pt x="53983" y="91374"/>
                    <a:pt x="60699" y="93735"/>
                  </a:cubicBezTo>
                  <a:cubicBezTo>
                    <a:pt x="78049" y="99507"/>
                    <a:pt x="88962" y="114460"/>
                    <a:pt x="88962" y="132562"/>
                  </a:cubicBezTo>
                  <a:cubicBezTo>
                    <a:pt x="88962" y="154600"/>
                    <a:pt x="73011" y="171652"/>
                    <a:pt x="52303" y="171652"/>
                  </a:cubicBezTo>
                  <a:cubicBezTo>
                    <a:pt x="44748" y="171652"/>
                    <a:pt x="39151" y="169816"/>
                    <a:pt x="28797" y="163519"/>
                  </a:cubicBezTo>
                  <a:cubicBezTo>
                    <a:pt x="20402" y="158797"/>
                    <a:pt x="15645" y="156961"/>
                    <a:pt x="10888" y="156961"/>
                  </a:cubicBezTo>
                  <a:cubicBezTo>
                    <a:pt x="4451" y="156961"/>
                    <a:pt x="254" y="160634"/>
                    <a:pt x="254" y="166143"/>
                  </a:cubicBezTo>
                  <a:cubicBezTo>
                    <a:pt x="254" y="175325"/>
                    <a:pt x="12287" y="181097"/>
                    <a:pt x="31875" y="181097"/>
                  </a:cubicBezTo>
                  <a:cubicBezTo>
                    <a:pt x="53423" y="181097"/>
                    <a:pt x="75530" y="174276"/>
                    <a:pt x="88682" y="163519"/>
                  </a:cubicBezTo>
                  <a:cubicBezTo>
                    <a:pt x="101835" y="152763"/>
                    <a:pt x="109110" y="137547"/>
                    <a:pt x="109110" y="119970"/>
                  </a:cubicBezTo>
                  <a:cubicBezTo>
                    <a:pt x="109110" y="106590"/>
                    <a:pt x="104633" y="94260"/>
                    <a:pt x="96518" y="86127"/>
                  </a:cubicBezTo>
                  <a:cubicBezTo>
                    <a:pt x="90921" y="80355"/>
                    <a:pt x="85604" y="77207"/>
                    <a:pt x="73291" y="72223"/>
                  </a:cubicBezTo>
                  <a:cubicBezTo>
                    <a:pt x="92600" y="59892"/>
                    <a:pt x="99596" y="50185"/>
                    <a:pt x="99596" y="36019"/>
                  </a:cubicBezTo>
                  <a:cubicBezTo>
                    <a:pt x="99596" y="14769"/>
                    <a:pt x="81686" y="77"/>
                    <a:pt x="55941" y="77"/>
                  </a:cubicBezTo>
                  <a:cubicBezTo>
                    <a:pt x="41950" y="77"/>
                    <a:pt x="29637" y="4537"/>
                    <a:pt x="19563" y="12932"/>
                  </a:cubicBezTo>
                  <a:cubicBezTo>
                    <a:pt x="11167" y="20015"/>
                    <a:pt x="6970" y="26836"/>
                    <a:pt x="814" y="42577"/>
                  </a:cubicBezTo>
                  <a:lnTo>
                    <a:pt x="5011" y="43627"/>
                  </a:lnTo>
                  <a:cubicBezTo>
                    <a:pt x="16484" y="24475"/>
                    <a:pt x="29077" y="15818"/>
                    <a:pt x="46707" y="15818"/>
                  </a:cubicBezTo>
                  <a:cubicBezTo>
                    <a:pt x="64896" y="15818"/>
                    <a:pt x="77489" y="27361"/>
                    <a:pt x="77489" y="43889"/>
                  </a:cubicBezTo>
                  <a:cubicBezTo>
                    <a:pt x="77489" y="53334"/>
                    <a:pt x="73291" y="62778"/>
                    <a:pt x="66295" y="69337"/>
                  </a:cubicBezTo>
                  <a:cubicBezTo>
                    <a:pt x="57900" y="77207"/>
                    <a:pt x="50065" y="81142"/>
                    <a:pt x="31036" y="87439"/>
                  </a:cubicBezTo>
                  <a:lnTo>
                    <a:pt x="31036" y="90849"/>
                  </a:lnTo>
                  <a:close/>
                </a:path>
              </a:pathLst>
            </a:custGeom>
            <a:solidFill>
              <a:srgbClr val="FFFFFF"/>
            </a:solidFill>
            <a:ln w="281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0" name="Freeform: Shape 1929">
              <a:extLst>
                <a:ext uri="{FF2B5EF4-FFF2-40B4-BE49-F238E27FC236}">
                  <a16:creationId xmlns:a16="http://schemas.microsoft.com/office/drawing/2014/main" id="{09F88E03-CBE8-7A76-4332-479165D29F26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2425679" y="5052552"/>
              <a:ext cx="179247" cy="160244"/>
            </a:xfrm>
            <a:custGeom>
              <a:avLst/>
              <a:gdLst>
                <a:gd name="connsiteX0" fmla="*/ 162490 w 179247"/>
                <a:gd name="connsiteY0" fmla="*/ 117067 h 160244"/>
                <a:gd name="connsiteX1" fmla="*/ 154170 w 179247"/>
                <a:gd name="connsiteY1" fmla="*/ 126640 h 160244"/>
                <a:gd name="connsiteX2" fmla="*/ 136775 w 179247"/>
                <a:gd name="connsiteY2" fmla="*/ 140821 h 160244"/>
                <a:gd name="connsiteX3" fmla="*/ 125052 w 179247"/>
                <a:gd name="connsiteY3" fmla="*/ 126285 h 160244"/>
                <a:gd name="connsiteX4" fmla="*/ 123539 w 179247"/>
                <a:gd name="connsiteY4" fmla="*/ 120258 h 160244"/>
                <a:gd name="connsiteX5" fmla="*/ 109926 w 179247"/>
                <a:gd name="connsiteY5" fmla="*/ 62825 h 160244"/>
                <a:gd name="connsiteX6" fmla="*/ 146985 w 179247"/>
                <a:gd name="connsiteY6" fmla="*/ 19928 h 160244"/>
                <a:gd name="connsiteX7" fmla="*/ 156061 w 179247"/>
                <a:gd name="connsiteY7" fmla="*/ 22764 h 160244"/>
                <a:gd name="connsiteX8" fmla="*/ 166271 w 179247"/>
                <a:gd name="connsiteY8" fmla="*/ 25955 h 160244"/>
                <a:gd name="connsiteX9" fmla="*/ 179507 w 179247"/>
                <a:gd name="connsiteY9" fmla="*/ 13192 h 160244"/>
                <a:gd name="connsiteX10" fmla="*/ 164002 w 179247"/>
                <a:gd name="connsiteY10" fmla="*/ 75 h 160244"/>
                <a:gd name="connsiteX11" fmla="*/ 106900 w 179247"/>
                <a:gd name="connsiteY11" fmla="*/ 50772 h 160244"/>
                <a:gd name="connsiteX12" fmla="*/ 102741 w 179247"/>
                <a:gd name="connsiteY12" fmla="*/ 31273 h 160244"/>
                <a:gd name="connsiteX13" fmla="*/ 83076 w 179247"/>
                <a:gd name="connsiteY13" fmla="*/ 75 h 160244"/>
                <a:gd name="connsiteX14" fmla="*/ 38832 w 179247"/>
                <a:gd name="connsiteY14" fmla="*/ 10356 h 160244"/>
                <a:gd name="connsiteX15" fmla="*/ 34672 w 179247"/>
                <a:gd name="connsiteY15" fmla="*/ 11774 h 160244"/>
                <a:gd name="connsiteX16" fmla="*/ 36185 w 179247"/>
                <a:gd name="connsiteY16" fmla="*/ 17092 h 160244"/>
                <a:gd name="connsiteX17" fmla="*/ 57362 w 179247"/>
                <a:gd name="connsiteY17" fmla="*/ 13192 h 160244"/>
                <a:gd name="connsiteX18" fmla="*/ 74379 w 179247"/>
                <a:gd name="connsiteY18" fmla="*/ 37654 h 160244"/>
                <a:gd name="connsiteX19" fmla="*/ 85345 w 179247"/>
                <a:gd name="connsiteY19" fmla="*/ 81261 h 160244"/>
                <a:gd name="connsiteX20" fmla="*/ 54336 w 179247"/>
                <a:gd name="connsiteY20" fmla="*/ 122740 h 160244"/>
                <a:gd name="connsiteX21" fmla="*/ 35050 w 179247"/>
                <a:gd name="connsiteY21" fmla="*/ 139757 h 160244"/>
                <a:gd name="connsiteX22" fmla="*/ 25218 w 179247"/>
                <a:gd name="connsiteY22" fmla="*/ 136566 h 160244"/>
                <a:gd name="connsiteX23" fmla="*/ 13117 w 179247"/>
                <a:gd name="connsiteY23" fmla="*/ 133021 h 160244"/>
                <a:gd name="connsiteX24" fmla="*/ 260 w 179247"/>
                <a:gd name="connsiteY24" fmla="*/ 145429 h 160244"/>
                <a:gd name="connsiteX25" fmla="*/ 19168 w 179247"/>
                <a:gd name="connsiteY25" fmla="*/ 160319 h 160244"/>
                <a:gd name="connsiteX26" fmla="*/ 54336 w 179247"/>
                <a:gd name="connsiteY26" fmla="*/ 135503 h 160244"/>
                <a:gd name="connsiteX27" fmla="*/ 88371 w 179247"/>
                <a:gd name="connsiteY27" fmla="*/ 94023 h 160244"/>
                <a:gd name="connsiteX28" fmla="*/ 99715 w 179247"/>
                <a:gd name="connsiteY28" fmla="*/ 136566 h 160244"/>
                <a:gd name="connsiteX29" fmla="*/ 121649 w 179247"/>
                <a:gd name="connsiteY29" fmla="*/ 160319 h 160244"/>
                <a:gd name="connsiteX30" fmla="*/ 167784 w 179247"/>
                <a:gd name="connsiteY30" fmla="*/ 119904 h 160244"/>
                <a:gd name="connsiteX31" fmla="*/ 162490 w 179247"/>
                <a:gd name="connsiteY31" fmla="*/ 117067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9247" h="160244">
                  <a:moveTo>
                    <a:pt x="162490" y="117067"/>
                  </a:moveTo>
                  <a:cubicBezTo>
                    <a:pt x="159464" y="120258"/>
                    <a:pt x="157574" y="122385"/>
                    <a:pt x="154170" y="126640"/>
                  </a:cubicBezTo>
                  <a:cubicBezTo>
                    <a:pt x="145473" y="137275"/>
                    <a:pt x="140935" y="140821"/>
                    <a:pt x="136775" y="140821"/>
                  </a:cubicBezTo>
                  <a:cubicBezTo>
                    <a:pt x="131103" y="140821"/>
                    <a:pt x="127699" y="136212"/>
                    <a:pt x="125052" y="126285"/>
                  </a:cubicBezTo>
                  <a:cubicBezTo>
                    <a:pt x="124296" y="123449"/>
                    <a:pt x="123918" y="121322"/>
                    <a:pt x="123539" y="120258"/>
                  </a:cubicBezTo>
                  <a:cubicBezTo>
                    <a:pt x="114085" y="84451"/>
                    <a:pt x="109926" y="68143"/>
                    <a:pt x="109926" y="62825"/>
                  </a:cubicBezTo>
                  <a:cubicBezTo>
                    <a:pt x="126565" y="35527"/>
                    <a:pt x="140178" y="19928"/>
                    <a:pt x="146985" y="19928"/>
                  </a:cubicBezTo>
                  <a:cubicBezTo>
                    <a:pt x="149254" y="19928"/>
                    <a:pt x="152279" y="20992"/>
                    <a:pt x="156061" y="22764"/>
                  </a:cubicBezTo>
                  <a:cubicBezTo>
                    <a:pt x="160599" y="25246"/>
                    <a:pt x="163246" y="25955"/>
                    <a:pt x="166271" y="25955"/>
                  </a:cubicBezTo>
                  <a:cubicBezTo>
                    <a:pt x="174213" y="25955"/>
                    <a:pt x="179507" y="20637"/>
                    <a:pt x="179507" y="13192"/>
                  </a:cubicBezTo>
                  <a:cubicBezTo>
                    <a:pt x="179507" y="5747"/>
                    <a:pt x="173078" y="75"/>
                    <a:pt x="164002" y="75"/>
                  </a:cubicBezTo>
                  <a:cubicBezTo>
                    <a:pt x="147363" y="75"/>
                    <a:pt x="132993" y="12838"/>
                    <a:pt x="106900" y="50772"/>
                  </a:cubicBezTo>
                  <a:lnTo>
                    <a:pt x="102741" y="31273"/>
                  </a:lnTo>
                  <a:cubicBezTo>
                    <a:pt x="97446" y="7165"/>
                    <a:pt x="93287" y="75"/>
                    <a:pt x="83076" y="75"/>
                  </a:cubicBezTo>
                  <a:cubicBezTo>
                    <a:pt x="74757" y="75"/>
                    <a:pt x="61900" y="3265"/>
                    <a:pt x="38832" y="10356"/>
                  </a:cubicBezTo>
                  <a:lnTo>
                    <a:pt x="34672" y="11774"/>
                  </a:lnTo>
                  <a:lnTo>
                    <a:pt x="36185" y="17092"/>
                  </a:lnTo>
                  <a:cubicBezTo>
                    <a:pt x="50555" y="13901"/>
                    <a:pt x="53958" y="13192"/>
                    <a:pt x="57362" y="13192"/>
                  </a:cubicBezTo>
                  <a:cubicBezTo>
                    <a:pt x="66816" y="13192"/>
                    <a:pt x="69085" y="16383"/>
                    <a:pt x="74379" y="37654"/>
                  </a:cubicBezTo>
                  <a:lnTo>
                    <a:pt x="85345" y="81261"/>
                  </a:lnTo>
                  <a:lnTo>
                    <a:pt x="54336" y="122740"/>
                  </a:lnTo>
                  <a:cubicBezTo>
                    <a:pt x="46773" y="133376"/>
                    <a:pt x="39210" y="139757"/>
                    <a:pt x="35050" y="139757"/>
                  </a:cubicBezTo>
                  <a:cubicBezTo>
                    <a:pt x="32781" y="139757"/>
                    <a:pt x="29000" y="138693"/>
                    <a:pt x="25218" y="136566"/>
                  </a:cubicBezTo>
                  <a:cubicBezTo>
                    <a:pt x="20302" y="134085"/>
                    <a:pt x="16142" y="133021"/>
                    <a:pt x="13117" y="133021"/>
                  </a:cubicBezTo>
                  <a:cubicBezTo>
                    <a:pt x="5932" y="133021"/>
                    <a:pt x="260" y="138339"/>
                    <a:pt x="260" y="145429"/>
                  </a:cubicBezTo>
                  <a:cubicBezTo>
                    <a:pt x="260" y="154647"/>
                    <a:pt x="7823" y="160319"/>
                    <a:pt x="19168" y="160319"/>
                  </a:cubicBezTo>
                  <a:cubicBezTo>
                    <a:pt x="30891" y="160319"/>
                    <a:pt x="35428" y="157129"/>
                    <a:pt x="54336" y="135503"/>
                  </a:cubicBezTo>
                  <a:cubicBezTo>
                    <a:pt x="64547" y="124158"/>
                    <a:pt x="72488" y="114586"/>
                    <a:pt x="88371" y="94023"/>
                  </a:cubicBezTo>
                  <a:lnTo>
                    <a:pt x="99715" y="136566"/>
                  </a:lnTo>
                  <a:cubicBezTo>
                    <a:pt x="104631" y="154647"/>
                    <a:pt x="109548" y="160319"/>
                    <a:pt x="121649" y="160319"/>
                  </a:cubicBezTo>
                  <a:cubicBezTo>
                    <a:pt x="136019" y="160319"/>
                    <a:pt x="145851" y="151811"/>
                    <a:pt x="167784" y="119904"/>
                  </a:cubicBezTo>
                  <a:lnTo>
                    <a:pt x="162490" y="117067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1" name="Freeform: Shape 1930">
              <a:extLst>
                <a:ext uri="{FF2B5EF4-FFF2-40B4-BE49-F238E27FC236}">
                  <a16:creationId xmlns:a16="http://schemas.microsoft.com/office/drawing/2014/main" id="{8FA8CF93-4BDA-F1EE-AD2B-D6B37160FF83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2617587" y="4884588"/>
              <a:ext cx="108856" cy="181019"/>
            </a:xfrm>
            <a:custGeom>
              <a:avLst/>
              <a:gdLst>
                <a:gd name="connsiteX0" fmla="*/ 31046 w 108856"/>
                <a:gd name="connsiteY0" fmla="*/ 90844 h 181019"/>
                <a:gd name="connsiteX1" fmla="*/ 60708 w 108856"/>
                <a:gd name="connsiteY1" fmla="*/ 93729 h 181019"/>
                <a:gd name="connsiteX2" fmla="*/ 88972 w 108856"/>
                <a:gd name="connsiteY2" fmla="*/ 132557 h 181019"/>
                <a:gd name="connsiteX3" fmla="*/ 52313 w 108856"/>
                <a:gd name="connsiteY3" fmla="*/ 171646 h 181019"/>
                <a:gd name="connsiteX4" fmla="*/ 28807 w 108856"/>
                <a:gd name="connsiteY4" fmla="*/ 163514 h 181019"/>
                <a:gd name="connsiteX5" fmla="*/ 10897 w 108856"/>
                <a:gd name="connsiteY5" fmla="*/ 156955 h 181019"/>
                <a:gd name="connsiteX6" fmla="*/ 264 w 108856"/>
                <a:gd name="connsiteY6" fmla="*/ 166137 h 181019"/>
                <a:gd name="connsiteX7" fmla="*/ 31885 w 108856"/>
                <a:gd name="connsiteY7" fmla="*/ 181091 h 181019"/>
                <a:gd name="connsiteX8" fmla="*/ 88692 w 108856"/>
                <a:gd name="connsiteY8" fmla="*/ 163514 h 181019"/>
                <a:gd name="connsiteX9" fmla="*/ 109120 w 108856"/>
                <a:gd name="connsiteY9" fmla="*/ 119964 h 181019"/>
                <a:gd name="connsiteX10" fmla="*/ 96527 w 108856"/>
                <a:gd name="connsiteY10" fmla="*/ 86121 h 181019"/>
                <a:gd name="connsiteX11" fmla="*/ 73301 w 108856"/>
                <a:gd name="connsiteY11" fmla="*/ 72217 h 181019"/>
                <a:gd name="connsiteX12" fmla="*/ 99606 w 108856"/>
                <a:gd name="connsiteY12" fmla="*/ 36013 h 181019"/>
                <a:gd name="connsiteX13" fmla="*/ 55951 w 108856"/>
                <a:gd name="connsiteY13" fmla="*/ 71 h 181019"/>
                <a:gd name="connsiteX14" fmla="*/ 19572 w 108856"/>
                <a:gd name="connsiteY14" fmla="*/ 12926 h 181019"/>
                <a:gd name="connsiteX15" fmla="*/ 823 w 108856"/>
                <a:gd name="connsiteY15" fmla="*/ 42572 h 181019"/>
                <a:gd name="connsiteX16" fmla="*/ 5021 w 108856"/>
                <a:gd name="connsiteY16" fmla="*/ 43621 h 181019"/>
                <a:gd name="connsiteX17" fmla="*/ 46717 w 108856"/>
                <a:gd name="connsiteY17" fmla="*/ 15812 h 181019"/>
                <a:gd name="connsiteX18" fmla="*/ 77499 w 108856"/>
                <a:gd name="connsiteY18" fmla="*/ 43883 h 181019"/>
                <a:gd name="connsiteX19" fmla="*/ 66305 w 108856"/>
                <a:gd name="connsiteY19" fmla="*/ 69331 h 181019"/>
                <a:gd name="connsiteX20" fmla="*/ 31046 w 108856"/>
                <a:gd name="connsiteY20" fmla="*/ 87433 h 181019"/>
                <a:gd name="connsiteX21" fmla="*/ 31046 w 108856"/>
                <a:gd name="connsiteY21" fmla="*/ 90844 h 181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856" h="181019">
                  <a:moveTo>
                    <a:pt x="31046" y="90844"/>
                  </a:moveTo>
                  <a:cubicBezTo>
                    <a:pt x="47556" y="90844"/>
                    <a:pt x="53992" y="91368"/>
                    <a:pt x="60708" y="93729"/>
                  </a:cubicBezTo>
                  <a:cubicBezTo>
                    <a:pt x="78058" y="99501"/>
                    <a:pt x="88972" y="114455"/>
                    <a:pt x="88972" y="132557"/>
                  </a:cubicBezTo>
                  <a:cubicBezTo>
                    <a:pt x="88972" y="154594"/>
                    <a:pt x="73021" y="171646"/>
                    <a:pt x="52313" y="171646"/>
                  </a:cubicBezTo>
                  <a:cubicBezTo>
                    <a:pt x="44758" y="171646"/>
                    <a:pt x="39161" y="169810"/>
                    <a:pt x="28807" y="163514"/>
                  </a:cubicBezTo>
                  <a:cubicBezTo>
                    <a:pt x="20412" y="158791"/>
                    <a:pt x="15655" y="156955"/>
                    <a:pt x="10897" y="156955"/>
                  </a:cubicBezTo>
                  <a:cubicBezTo>
                    <a:pt x="4461" y="156955"/>
                    <a:pt x="264" y="160628"/>
                    <a:pt x="264" y="166137"/>
                  </a:cubicBezTo>
                  <a:cubicBezTo>
                    <a:pt x="264" y="175319"/>
                    <a:pt x="12297" y="181091"/>
                    <a:pt x="31885" y="181091"/>
                  </a:cubicBezTo>
                  <a:cubicBezTo>
                    <a:pt x="53433" y="181091"/>
                    <a:pt x="75540" y="174270"/>
                    <a:pt x="88692" y="163514"/>
                  </a:cubicBezTo>
                  <a:cubicBezTo>
                    <a:pt x="101844" y="152758"/>
                    <a:pt x="109120" y="137541"/>
                    <a:pt x="109120" y="119964"/>
                  </a:cubicBezTo>
                  <a:cubicBezTo>
                    <a:pt x="109120" y="106584"/>
                    <a:pt x="104643" y="94254"/>
                    <a:pt x="96527" y="86121"/>
                  </a:cubicBezTo>
                  <a:cubicBezTo>
                    <a:pt x="90931" y="80350"/>
                    <a:pt x="85614" y="77202"/>
                    <a:pt x="73301" y="72217"/>
                  </a:cubicBezTo>
                  <a:cubicBezTo>
                    <a:pt x="92610" y="59887"/>
                    <a:pt x="99606" y="50180"/>
                    <a:pt x="99606" y="36013"/>
                  </a:cubicBezTo>
                  <a:cubicBezTo>
                    <a:pt x="99606" y="14763"/>
                    <a:pt x="81696" y="71"/>
                    <a:pt x="55951" y="71"/>
                  </a:cubicBezTo>
                  <a:cubicBezTo>
                    <a:pt x="41959" y="71"/>
                    <a:pt x="29646" y="4531"/>
                    <a:pt x="19572" y="12926"/>
                  </a:cubicBezTo>
                  <a:cubicBezTo>
                    <a:pt x="11177" y="20010"/>
                    <a:pt x="6980" y="26831"/>
                    <a:pt x="823" y="42572"/>
                  </a:cubicBezTo>
                  <a:lnTo>
                    <a:pt x="5021" y="43621"/>
                  </a:lnTo>
                  <a:cubicBezTo>
                    <a:pt x="16494" y="24470"/>
                    <a:pt x="29087" y="15812"/>
                    <a:pt x="46717" y="15812"/>
                  </a:cubicBezTo>
                  <a:cubicBezTo>
                    <a:pt x="64906" y="15812"/>
                    <a:pt x="77499" y="27356"/>
                    <a:pt x="77499" y="43883"/>
                  </a:cubicBezTo>
                  <a:cubicBezTo>
                    <a:pt x="77499" y="53328"/>
                    <a:pt x="73301" y="62772"/>
                    <a:pt x="66305" y="69331"/>
                  </a:cubicBezTo>
                  <a:cubicBezTo>
                    <a:pt x="57910" y="77202"/>
                    <a:pt x="50075" y="81137"/>
                    <a:pt x="31046" y="87433"/>
                  </a:cubicBezTo>
                  <a:lnTo>
                    <a:pt x="31046" y="90844"/>
                  </a:lnTo>
                  <a:close/>
                </a:path>
              </a:pathLst>
            </a:custGeom>
            <a:solidFill>
              <a:srgbClr val="FFFFFF"/>
            </a:solidFill>
            <a:ln w="281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2" name="Freeform: Shape 1931">
              <a:extLst>
                <a:ext uri="{FF2B5EF4-FFF2-40B4-BE49-F238E27FC236}">
                  <a16:creationId xmlns:a16="http://schemas.microsoft.com/office/drawing/2014/main" id="{5380B87C-6114-3803-FE81-8D897D3C7791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2870501" y="5078787"/>
              <a:ext cx="251475" cy="82958"/>
            </a:xfrm>
            <a:custGeom>
              <a:avLst/>
              <a:gdLst>
                <a:gd name="connsiteX0" fmla="*/ 238890 w 251475"/>
                <a:gd name="connsiteY0" fmla="*/ 14255 h 82958"/>
                <a:gd name="connsiteX1" fmla="*/ 251747 w 251475"/>
                <a:gd name="connsiteY1" fmla="*/ 7165 h 82958"/>
                <a:gd name="connsiteX2" fmla="*/ 239268 w 251475"/>
                <a:gd name="connsiteY2" fmla="*/ 74 h 82958"/>
                <a:gd name="connsiteX3" fmla="*/ 12751 w 251475"/>
                <a:gd name="connsiteY3" fmla="*/ 74 h 82958"/>
                <a:gd name="connsiteX4" fmla="*/ 272 w 251475"/>
                <a:gd name="connsiteY4" fmla="*/ 7165 h 82958"/>
                <a:gd name="connsiteX5" fmla="*/ 13129 w 251475"/>
                <a:gd name="connsiteY5" fmla="*/ 14255 h 82958"/>
                <a:gd name="connsiteX6" fmla="*/ 238890 w 251475"/>
                <a:gd name="connsiteY6" fmla="*/ 14255 h 82958"/>
                <a:gd name="connsiteX7" fmla="*/ 239268 w 251475"/>
                <a:gd name="connsiteY7" fmla="*/ 83033 h 82958"/>
                <a:gd name="connsiteX8" fmla="*/ 251747 w 251475"/>
                <a:gd name="connsiteY8" fmla="*/ 75942 h 82958"/>
                <a:gd name="connsiteX9" fmla="*/ 238890 w 251475"/>
                <a:gd name="connsiteY9" fmla="*/ 68852 h 82958"/>
                <a:gd name="connsiteX10" fmla="*/ 13129 w 251475"/>
                <a:gd name="connsiteY10" fmla="*/ 68852 h 82958"/>
                <a:gd name="connsiteX11" fmla="*/ 272 w 251475"/>
                <a:gd name="connsiteY11" fmla="*/ 75942 h 82958"/>
                <a:gd name="connsiteX12" fmla="*/ 12751 w 251475"/>
                <a:gd name="connsiteY12" fmla="*/ 83033 h 82958"/>
                <a:gd name="connsiteX13" fmla="*/ 239268 w 251475"/>
                <a:gd name="connsiteY13" fmla="*/ 83033 h 82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475" h="82958">
                  <a:moveTo>
                    <a:pt x="238890" y="14255"/>
                  </a:moveTo>
                  <a:cubicBezTo>
                    <a:pt x="244562" y="14255"/>
                    <a:pt x="251747" y="14255"/>
                    <a:pt x="251747" y="7165"/>
                  </a:cubicBezTo>
                  <a:cubicBezTo>
                    <a:pt x="251747" y="74"/>
                    <a:pt x="244562" y="74"/>
                    <a:pt x="239268" y="74"/>
                  </a:cubicBezTo>
                  <a:lnTo>
                    <a:pt x="12751" y="74"/>
                  </a:lnTo>
                  <a:cubicBezTo>
                    <a:pt x="7457" y="74"/>
                    <a:pt x="272" y="74"/>
                    <a:pt x="272" y="7165"/>
                  </a:cubicBezTo>
                  <a:cubicBezTo>
                    <a:pt x="272" y="14255"/>
                    <a:pt x="7457" y="14255"/>
                    <a:pt x="13129" y="14255"/>
                  </a:cubicBezTo>
                  <a:lnTo>
                    <a:pt x="238890" y="14255"/>
                  </a:lnTo>
                  <a:close/>
                  <a:moveTo>
                    <a:pt x="239268" y="83033"/>
                  </a:moveTo>
                  <a:cubicBezTo>
                    <a:pt x="244562" y="83033"/>
                    <a:pt x="251747" y="83033"/>
                    <a:pt x="251747" y="75942"/>
                  </a:cubicBezTo>
                  <a:cubicBezTo>
                    <a:pt x="251747" y="68852"/>
                    <a:pt x="244562" y="68852"/>
                    <a:pt x="238890" y="68852"/>
                  </a:cubicBezTo>
                  <a:lnTo>
                    <a:pt x="13129" y="68852"/>
                  </a:lnTo>
                  <a:cubicBezTo>
                    <a:pt x="7457" y="68852"/>
                    <a:pt x="272" y="68852"/>
                    <a:pt x="272" y="75942"/>
                  </a:cubicBezTo>
                  <a:cubicBezTo>
                    <a:pt x="272" y="83033"/>
                    <a:pt x="7457" y="83033"/>
                    <a:pt x="12751" y="83033"/>
                  </a:cubicBezTo>
                  <a:lnTo>
                    <a:pt x="239268" y="83033"/>
                  </a:lnTo>
                  <a:close/>
                </a:path>
              </a:pathLst>
            </a:custGeom>
            <a:solidFill>
              <a:srgbClr val="FFFFFF"/>
            </a:solidFill>
            <a:ln w="514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3" name="Freeform: Shape 1932">
              <a:extLst>
                <a:ext uri="{FF2B5EF4-FFF2-40B4-BE49-F238E27FC236}">
                  <a16:creationId xmlns:a16="http://schemas.microsoft.com/office/drawing/2014/main" id="{B49039D2-EC85-2FBC-FE45-7A83419BF185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3239944" y="4969239"/>
              <a:ext cx="168280" cy="239657"/>
            </a:xfrm>
            <a:custGeom>
              <a:avLst/>
              <a:gdLst>
                <a:gd name="connsiteX0" fmla="*/ 168561 w 168280"/>
                <a:gd name="connsiteY0" fmla="*/ 191163 h 239657"/>
                <a:gd name="connsiteX1" fmla="*/ 163645 w 168280"/>
                <a:gd name="connsiteY1" fmla="*/ 189390 h 239657"/>
                <a:gd name="connsiteX2" fmla="*/ 127720 w 168280"/>
                <a:gd name="connsiteY2" fmla="*/ 212789 h 239657"/>
                <a:gd name="connsiteX3" fmla="*/ 37340 w 168280"/>
                <a:gd name="connsiteY3" fmla="*/ 212789 h 239657"/>
                <a:gd name="connsiteX4" fmla="*/ 100871 w 168280"/>
                <a:gd name="connsiteY4" fmla="*/ 150393 h 239657"/>
                <a:gd name="connsiteX5" fmla="*/ 149275 w 168280"/>
                <a:gd name="connsiteY5" fmla="*/ 62825 h 239657"/>
                <a:gd name="connsiteX6" fmla="*/ 79316 w 168280"/>
                <a:gd name="connsiteY6" fmla="*/ 75 h 239657"/>
                <a:gd name="connsiteX7" fmla="*/ 24861 w 168280"/>
                <a:gd name="connsiteY7" fmla="*/ 22055 h 239657"/>
                <a:gd name="connsiteX8" fmla="*/ 659 w 168280"/>
                <a:gd name="connsiteY8" fmla="*/ 70625 h 239657"/>
                <a:gd name="connsiteX9" fmla="*/ 8600 w 168280"/>
                <a:gd name="connsiteY9" fmla="*/ 72398 h 239657"/>
                <a:gd name="connsiteX10" fmla="*/ 63433 w 168280"/>
                <a:gd name="connsiteY10" fmla="*/ 26309 h 239657"/>
                <a:gd name="connsiteX11" fmla="*/ 116753 w 168280"/>
                <a:gd name="connsiteY11" fmla="*/ 76297 h 239657"/>
                <a:gd name="connsiteX12" fmla="*/ 67593 w 168280"/>
                <a:gd name="connsiteY12" fmla="*/ 168473 h 239657"/>
                <a:gd name="connsiteX13" fmla="*/ 281 w 168280"/>
                <a:gd name="connsiteY13" fmla="*/ 235478 h 239657"/>
                <a:gd name="connsiteX14" fmla="*/ 281 w 168280"/>
                <a:gd name="connsiteY14" fmla="*/ 239733 h 239657"/>
                <a:gd name="connsiteX15" fmla="*/ 147762 w 168280"/>
                <a:gd name="connsiteY15" fmla="*/ 239733 h 239657"/>
                <a:gd name="connsiteX16" fmla="*/ 168561 w 168280"/>
                <a:gd name="connsiteY16" fmla="*/ 191163 h 23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280" h="239657">
                  <a:moveTo>
                    <a:pt x="168561" y="191163"/>
                  </a:moveTo>
                  <a:lnTo>
                    <a:pt x="163645" y="189390"/>
                  </a:lnTo>
                  <a:cubicBezTo>
                    <a:pt x="149653" y="209598"/>
                    <a:pt x="144737" y="212789"/>
                    <a:pt x="127720" y="212789"/>
                  </a:cubicBezTo>
                  <a:lnTo>
                    <a:pt x="37340" y="212789"/>
                  </a:lnTo>
                  <a:lnTo>
                    <a:pt x="100871" y="150393"/>
                  </a:lnTo>
                  <a:cubicBezTo>
                    <a:pt x="134527" y="117422"/>
                    <a:pt x="149275" y="90478"/>
                    <a:pt x="149275" y="62825"/>
                  </a:cubicBezTo>
                  <a:cubicBezTo>
                    <a:pt x="149275" y="27373"/>
                    <a:pt x="118644" y="75"/>
                    <a:pt x="79316" y="75"/>
                  </a:cubicBezTo>
                  <a:cubicBezTo>
                    <a:pt x="58517" y="75"/>
                    <a:pt x="38853" y="7874"/>
                    <a:pt x="24861" y="22055"/>
                  </a:cubicBezTo>
                  <a:cubicBezTo>
                    <a:pt x="12760" y="34109"/>
                    <a:pt x="7087" y="45454"/>
                    <a:pt x="659" y="70625"/>
                  </a:cubicBezTo>
                  <a:lnTo>
                    <a:pt x="8600" y="72398"/>
                  </a:lnTo>
                  <a:cubicBezTo>
                    <a:pt x="23726" y="37654"/>
                    <a:pt x="37340" y="26309"/>
                    <a:pt x="63433" y="26309"/>
                  </a:cubicBezTo>
                  <a:cubicBezTo>
                    <a:pt x="95198" y="26309"/>
                    <a:pt x="116753" y="46517"/>
                    <a:pt x="116753" y="76297"/>
                  </a:cubicBezTo>
                  <a:cubicBezTo>
                    <a:pt x="116753" y="103950"/>
                    <a:pt x="99358" y="136921"/>
                    <a:pt x="67593" y="168473"/>
                  </a:cubicBezTo>
                  <a:lnTo>
                    <a:pt x="281" y="235478"/>
                  </a:lnTo>
                  <a:lnTo>
                    <a:pt x="281" y="239733"/>
                  </a:lnTo>
                  <a:lnTo>
                    <a:pt x="147762" y="239733"/>
                  </a:lnTo>
                  <a:lnTo>
                    <a:pt x="168561" y="191163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4" name="Freeform: Shape 1933">
              <a:extLst>
                <a:ext uri="{FF2B5EF4-FFF2-40B4-BE49-F238E27FC236}">
                  <a16:creationId xmlns:a16="http://schemas.microsoft.com/office/drawing/2014/main" id="{979114D1-CF07-6380-2F50-EABEE6AB6F83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3502493" y="5113176"/>
              <a:ext cx="231054" cy="14180"/>
            </a:xfrm>
            <a:custGeom>
              <a:avLst/>
              <a:gdLst>
                <a:gd name="connsiteX0" fmla="*/ 218106 w 231054"/>
                <a:gd name="connsiteY0" fmla="*/ 14256 h 14180"/>
                <a:gd name="connsiteX1" fmla="*/ 231342 w 231054"/>
                <a:gd name="connsiteY1" fmla="*/ 7165 h 14180"/>
                <a:gd name="connsiteX2" fmla="*/ 218106 w 231054"/>
                <a:gd name="connsiteY2" fmla="*/ 75 h 14180"/>
                <a:gd name="connsiteX3" fmla="*/ 13522 w 231054"/>
                <a:gd name="connsiteY3" fmla="*/ 75 h 14180"/>
                <a:gd name="connsiteX4" fmla="*/ 287 w 231054"/>
                <a:gd name="connsiteY4" fmla="*/ 7165 h 14180"/>
                <a:gd name="connsiteX5" fmla="*/ 13522 w 231054"/>
                <a:gd name="connsiteY5" fmla="*/ 14256 h 14180"/>
                <a:gd name="connsiteX6" fmla="*/ 218106 w 231054"/>
                <a:gd name="connsiteY6" fmla="*/ 14256 h 1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054" h="14180">
                  <a:moveTo>
                    <a:pt x="218106" y="14256"/>
                  </a:moveTo>
                  <a:cubicBezTo>
                    <a:pt x="224535" y="14256"/>
                    <a:pt x="231342" y="14256"/>
                    <a:pt x="231342" y="7165"/>
                  </a:cubicBezTo>
                  <a:cubicBezTo>
                    <a:pt x="231342" y="75"/>
                    <a:pt x="224535" y="75"/>
                    <a:pt x="218106" y="75"/>
                  </a:cubicBezTo>
                  <a:lnTo>
                    <a:pt x="13522" y="75"/>
                  </a:lnTo>
                  <a:cubicBezTo>
                    <a:pt x="7094" y="75"/>
                    <a:pt x="287" y="75"/>
                    <a:pt x="287" y="7165"/>
                  </a:cubicBezTo>
                  <a:cubicBezTo>
                    <a:pt x="287" y="14256"/>
                    <a:pt x="7094" y="14256"/>
                    <a:pt x="13522" y="14256"/>
                  </a:cubicBezTo>
                  <a:lnTo>
                    <a:pt x="218106" y="14256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5" name="Freeform: Shape 1934">
              <a:extLst>
                <a:ext uri="{FF2B5EF4-FFF2-40B4-BE49-F238E27FC236}">
                  <a16:creationId xmlns:a16="http://schemas.microsoft.com/office/drawing/2014/main" id="{B1945506-3845-B4E7-0EE7-B66B0E7A4E0C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3808540" y="5052552"/>
              <a:ext cx="179247" cy="160244"/>
            </a:xfrm>
            <a:custGeom>
              <a:avLst/>
              <a:gdLst>
                <a:gd name="connsiteX0" fmla="*/ 162526 w 179247"/>
                <a:gd name="connsiteY0" fmla="*/ 117067 h 160244"/>
                <a:gd name="connsiteX1" fmla="*/ 154207 w 179247"/>
                <a:gd name="connsiteY1" fmla="*/ 126640 h 160244"/>
                <a:gd name="connsiteX2" fmla="*/ 136811 w 179247"/>
                <a:gd name="connsiteY2" fmla="*/ 140821 h 160244"/>
                <a:gd name="connsiteX3" fmla="*/ 125088 w 179247"/>
                <a:gd name="connsiteY3" fmla="*/ 126285 h 160244"/>
                <a:gd name="connsiteX4" fmla="*/ 123576 w 179247"/>
                <a:gd name="connsiteY4" fmla="*/ 120258 h 160244"/>
                <a:gd name="connsiteX5" fmla="*/ 109962 w 179247"/>
                <a:gd name="connsiteY5" fmla="*/ 62825 h 160244"/>
                <a:gd name="connsiteX6" fmla="*/ 147022 w 179247"/>
                <a:gd name="connsiteY6" fmla="*/ 19928 h 160244"/>
                <a:gd name="connsiteX7" fmla="*/ 156097 w 179247"/>
                <a:gd name="connsiteY7" fmla="*/ 22764 h 160244"/>
                <a:gd name="connsiteX8" fmla="*/ 166308 w 179247"/>
                <a:gd name="connsiteY8" fmla="*/ 25955 h 160244"/>
                <a:gd name="connsiteX9" fmla="*/ 179543 w 179247"/>
                <a:gd name="connsiteY9" fmla="*/ 13192 h 160244"/>
                <a:gd name="connsiteX10" fmla="*/ 164039 w 179247"/>
                <a:gd name="connsiteY10" fmla="*/ 75 h 160244"/>
                <a:gd name="connsiteX11" fmla="*/ 106937 w 179247"/>
                <a:gd name="connsiteY11" fmla="*/ 50772 h 160244"/>
                <a:gd name="connsiteX12" fmla="*/ 102777 w 179247"/>
                <a:gd name="connsiteY12" fmla="*/ 31273 h 160244"/>
                <a:gd name="connsiteX13" fmla="*/ 83113 w 179247"/>
                <a:gd name="connsiteY13" fmla="*/ 75 h 160244"/>
                <a:gd name="connsiteX14" fmla="*/ 38868 w 179247"/>
                <a:gd name="connsiteY14" fmla="*/ 10356 h 160244"/>
                <a:gd name="connsiteX15" fmla="*/ 34708 w 179247"/>
                <a:gd name="connsiteY15" fmla="*/ 11774 h 160244"/>
                <a:gd name="connsiteX16" fmla="*/ 36221 w 179247"/>
                <a:gd name="connsiteY16" fmla="*/ 17092 h 160244"/>
                <a:gd name="connsiteX17" fmla="*/ 57398 w 179247"/>
                <a:gd name="connsiteY17" fmla="*/ 13192 h 160244"/>
                <a:gd name="connsiteX18" fmla="*/ 74415 w 179247"/>
                <a:gd name="connsiteY18" fmla="*/ 37654 h 160244"/>
                <a:gd name="connsiteX19" fmla="*/ 85382 w 179247"/>
                <a:gd name="connsiteY19" fmla="*/ 81261 h 160244"/>
                <a:gd name="connsiteX20" fmla="*/ 54373 w 179247"/>
                <a:gd name="connsiteY20" fmla="*/ 122740 h 160244"/>
                <a:gd name="connsiteX21" fmla="*/ 35087 w 179247"/>
                <a:gd name="connsiteY21" fmla="*/ 139757 h 160244"/>
                <a:gd name="connsiteX22" fmla="*/ 25254 w 179247"/>
                <a:gd name="connsiteY22" fmla="*/ 136566 h 160244"/>
                <a:gd name="connsiteX23" fmla="*/ 13153 w 179247"/>
                <a:gd name="connsiteY23" fmla="*/ 133021 h 160244"/>
                <a:gd name="connsiteX24" fmla="*/ 296 w 179247"/>
                <a:gd name="connsiteY24" fmla="*/ 145429 h 160244"/>
                <a:gd name="connsiteX25" fmla="*/ 19204 w 179247"/>
                <a:gd name="connsiteY25" fmla="*/ 160319 h 160244"/>
                <a:gd name="connsiteX26" fmla="*/ 54373 w 179247"/>
                <a:gd name="connsiteY26" fmla="*/ 135503 h 160244"/>
                <a:gd name="connsiteX27" fmla="*/ 88407 w 179247"/>
                <a:gd name="connsiteY27" fmla="*/ 94023 h 160244"/>
                <a:gd name="connsiteX28" fmla="*/ 99752 w 179247"/>
                <a:gd name="connsiteY28" fmla="*/ 136566 h 160244"/>
                <a:gd name="connsiteX29" fmla="*/ 121685 w 179247"/>
                <a:gd name="connsiteY29" fmla="*/ 160319 h 160244"/>
                <a:gd name="connsiteX30" fmla="*/ 167820 w 179247"/>
                <a:gd name="connsiteY30" fmla="*/ 119904 h 160244"/>
                <a:gd name="connsiteX31" fmla="*/ 162526 w 179247"/>
                <a:gd name="connsiteY31" fmla="*/ 117067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9247" h="160244">
                  <a:moveTo>
                    <a:pt x="162526" y="117067"/>
                  </a:moveTo>
                  <a:cubicBezTo>
                    <a:pt x="159501" y="120258"/>
                    <a:pt x="157610" y="122385"/>
                    <a:pt x="154207" y="126640"/>
                  </a:cubicBezTo>
                  <a:cubicBezTo>
                    <a:pt x="145509" y="137275"/>
                    <a:pt x="140971" y="140821"/>
                    <a:pt x="136811" y="140821"/>
                  </a:cubicBezTo>
                  <a:cubicBezTo>
                    <a:pt x="131139" y="140821"/>
                    <a:pt x="127735" y="136212"/>
                    <a:pt x="125088" y="126285"/>
                  </a:cubicBezTo>
                  <a:cubicBezTo>
                    <a:pt x="124332" y="123449"/>
                    <a:pt x="123954" y="121322"/>
                    <a:pt x="123576" y="120258"/>
                  </a:cubicBezTo>
                  <a:cubicBezTo>
                    <a:pt x="114122" y="84451"/>
                    <a:pt x="109962" y="68143"/>
                    <a:pt x="109962" y="62825"/>
                  </a:cubicBezTo>
                  <a:cubicBezTo>
                    <a:pt x="126601" y="35527"/>
                    <a:pt x="140215" y="19928"/>
                    <a:pt x="147022" y="19928"/>
                  </a:cubicBezTo>
                  <a:cubicBezTo>
                    <a:pt x="149290" y="19928"/>
                    <a:pt x="152316" y="20992"/>
                    <a:pt x="156097" y="22764"/>
                  </a:cubicBezTo>
                  <a:cubicBezTo>
                    <a:pt x="160635" y="25246"/>
                    <a:pt x="163282" y="25955"/>
                    <a:pt x="166308" y="25955"/>
                  </a:cubicBezTo>
                  <a:cubicBezTo>
                    <a:pt x="174249" y="25955"/>
                    <a:pt x="179543" y="20637"/>
                    <a:pt x="179543" y="13192"/>
                  </a:cubicBezTo>
                  <a:cubicBezTo>
                    <a:pt x="179543" y="5747"/>
                    <a:pt x="173114" y="75"/>
                    <a:pt x="164039" y="75"/>
                  </a:cubicBezTo>
                  <a:cubicBezTo>
                    <a:pt x="147400" y="75"/>
                    <a:pt x="133030" y="12838"/>
                    <a:pt x="106937" y="50772"/>
                  </a:cubicBezTo>
                  <a:lnTo>
                    <a:pt x="102777" y="31273"/>
                  </a:lnTo>
                  <a:cubicBezTo>
                    <a:pt x="97483" y="7165"/>
                    <a:pt x="93323" y="75"/>
                    <a:pt x="83113" y="75"/>
                  </a:cubicBezTo>
                  <a:cubicBezTo>
                    <a:pt x="74793" y="75"/>
                    <a:pt x="61936" y="3265"/>
                    <a:pt x="38868" y="10356"/>
                  </a:cubicBezTo>
                  <a:lnTo>
                    <a:pt x="34708" y="11774"/>
                  </a:lnTo>
                  <a:lnTo>
                    <a:pt x="36221" y="17092"/>
                  </a:lnTo>
                  <a:cubicBezTo>
                    <a:pt x="50591" y="13901"/>
                    <a:pt x="53995" y="13192"/>
                    <a:pt x="57398" y="13192"/>
                  </a:cubicBezTo>
                  <a:cubicBezTo>
                    <a:pt x="66852" y="13192"/>
                    <a:pt x="69121" y="16383"/>
                    <a:pt x="74415" y="37654"/>
                  </a:cubicBezTo>
                  <a:lnTo>
                    <a:pt x="85382" y="81261"/>
                  </a:lnTo>
                  <a:lnTo>
                    <a:pt x="54373" y="122740"/>
                  </a:lnTo>
                  <a:cubicBezTo>
                    <a:pt x="46810" y="133376"/>
                    <a:pt x="39246" y="139757"/>
                    <a:pt x="35087" y="139757"/>
                  </a:cubicBezTo>
                  <a:cubicBezTo>
                    <a:pt x="32818" y="139757"/>
                    <a:pt x="29036" y="138693"/>
                    <a:pt x="25254" y="136566"/>
                  </a:cubicBezTo>
                  <a:cubicBezTo>
                    <a:pt x="20338" y="134085"/>
                    <a:pt x="16179" y="133021"/>
                    <a:pt x="13153" y="133021"/>
                  </a:cubicBezTo>
                  <a:cubicBezTo>
                    <a:pt x="5968" y="133021"/>
                    <a:pt x="296" y="138339"/>
                    <a:pt x="296" y="145429"/>
                  </a:cubicBezTo>
                  <a:cubicBezTo>
                    <a:pt x="296" y="154647"/>
                    <a:pt x="7859" y="160319"/>
                    <a:pt x="19204" y="160319"/>
                  </a:cubicBezTo>
                  <a:cubicBezTo>
                    <a:pt x="30927" y="160319"/>
                    <a:pt x="35465" y="157129"/>
                    <a:pt x="54373" y="135503"/>
                  </a:cubicBezTo>
                  <a:cubicBezTo>
                    <a:pt x="64583" y="124158"/>
                    <a:pt x="72524" y="114586"/>
                    <a:pt x="88407" y="94023"/>
                  </a:cubicBezTo>
                  <a:lnTo>
                    <a:pt x="99752" y="136566"/>
                  </a:lnTo>
                  <a:cubicBezTo>
                    <a:pt x="104668" y="154647"/>
                    <a:pt x="109584" y="160319"/>
                    <a:pt x="121685" y="160319"/>
                  </a:cubicBezTo>
                  <a:cubicBezTo>
                    <a:pt x="136055" y="160319"/>
                    <a:pt x="145887" y="151811"/>
                    <a:pt x="167820" y="119904"/>
                  </a:cubicBezTo>
                  <a:lnTo>
                    <a:pt x="162526" y="117067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6" name="Freeform: Shape 1935">
              <a:extLst>
                <a:ext uri="{FF2B5EF4-FFF2-40B4-BE49-F238E27FC236}">
                  <a16:creationId xmlns:a16="http://schemas.microsoft.com/office/drawing/2014/main" id="{FDA48351-F923-650E-A742-290EF01636A2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4062310" y="5002210"/>
              <a:ext cx="251475" cy="236112"/>
            </a:xfrm>
            <a:custGeom>
              <a:avLst/>
              <a:gdLst>
                <a:gd name="connsiteX0" fmla="*/ 133793 w 251475"/>
                <a:gd name="connsiteY0" fmla="*/ 125221 h 236112"/>
                <a:gd name="connsiteX1" fmla="*/ 239299 w 251475"/>
                <a:gd name="connsiteY1" fmla="*/ 125221 h 236112"/>
                <a:gd name="connsiteX2" fmla="*/ 251778 w 251475"/>
                <a:gd name="connsiteY2" fmla="*/ 118130 h 236112"/>
                <a:gd name="connsiteX3" fmla="*/ 239299 w 251475"/>
                <a:gd name="connsiteY3" fmla="*/ 111040 h 236112"/>
                <a:gd name="connsiteX4" fmla="*/ 133793 w 251475"/>
                <a:gd name="connsiteY4" fmla="*/ 111040 h 236112"/>
                <a:gd name="connsiteX5" fmla="*/ 133793 w 251475"/>
                <a:gd name="connsiteY5" fmla="*/ 11773 h 236112"/>
                <a:gd name="connsiteX6" fmla="*/ 126230 w 251475"/>
                <a:gd name="connsiteY6" fmla="*/ 74 h 236112"/>
                <a:gd name="connsiteX7" fmla="*/ 118666 w 251475"/>
                <a:gd name="connsiteY7" fmla="*/ 11773 h 236112"/>
                <a:gd name="connsiteX8" fmla="*/ 118666 w 251475"/>
                <a:gd name="connsiteY8" fmla="*/ 111040 h 236112"/>
                <a:gd name="connsiteX9" fmla="*/ 12782 w 251475"/>
                <a:gd name="connsiteY9" fmla="*/ 111040 h 236112"/>
                <a:gd name="connsiteX10" fmla="*/ 303 w 251475"/>
                <a:gd name="connsiteY10" fmla="*/ 118130 h 236112"/>
                <a:gd name="connsiteX11" fmla="*/ 12782 w 251475"/>
                <a:gd name="connsiteY11" fmla="*/ 125221 h 236112"/>
                <a:gd name="connsiteX12" fmla="*/ 118666 w 251475"/>
                <a:gd name="connsiteY12" fmla="*/ 125221 h 236112"/>
                <a:gd name="connsiteX13" fmla="*/ 118666 w 251475"/>
                <a:gd name="connsiteY13" fmla="*/ 224487 h 236112"/>
                <a:gd name="connsiteX14" fmla="*/ 126230 w 251475"/>
                <a:gd name="connsiteY14" fmla="*/ 236187 h 236112"/>
                <a:gd name="connsiteX15" fmla="*/ 133793 w 251475"/>
                <a:gd name="connsiteY15" fmla="*/ 224487 h 236112"/>
                <a:gd name="connsiteX16" fmla="*/ 133793 w 251475"/>
                <a:gd name="connsiteY16" fmla="*/ 125221 h 23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1475" h="236112">
                  <a:moveTo>
                    <a:pt x="133793" y="125221"/>
                  </a:moveTo>
                  <a:lnTo>
                    <a:pt x="239299" y="125221"/>
                  </a:lnTo>
                  <a:cubicBezTo>
                    <a:pt x="244593" y="125221"/>
                    <a:pt x="251778" y="125221"/>
                    <a:pt x="251778" y="118130"/>
                  </a:cubicBezTo>
                  <a:cubicBezTo>
                    <a:pt x="251778" y="111040"/>
                    <a:pt x="244593" y="111040"/>
                    <a:pt x="239299" y="111040"/>
                  </a:cubicBezTo>
                  <a:lnTo>
                    <a:pt x="133793" y="111040"/>
                  </a:lnTo>
                  <a:lnTo>
                    <a:pt x="133793" y="11773"/>
                  </a:lnTo>
                  <a:cubicBezTo>
                    <a:pt x="133793" y="6810"/>
                    <a:pt x="133793" y="74"/>
                    <a:pt x="126230" y="74"/>
                  </a:cubicBezTo>
                  <a:cubicBezTo>
                    <a:pt x="118666" y="74"/>
                    <a:pt x="118666" y="6810"/>
                    <a:pt x="118666" y="11773"/>
                  </a:cubicBezTo>
                  <a:lnTo>
                    <a:pt x="118666" y="111040"/>
                  </a:lnTo>
                  <a:lnTo>
                    <a:pt x="12782" y="111040"/>
                  </a:lnTo>
                  <a:cubicBezTo>
                    <a:pt x="7488" y="111040"/>
                    <a:pt x="303" y="111040"/>
                    <a:pt x="303" y="118130"/>
                  </a:cubicBezTo>
                  <a:cubicBezTo>
                    <a:pt x="303" y="125221"/>
                    <a:pt x="7488" y="125221"/>
                    <a:pt x="12782" y="125221"/>
                  </a:cubicBezTo>
                  <a:lnTo>
                    <a:pt x="118666" y="125221"/>
                  </a:lnTo>
                  <a:lnTo>
                    <a:pt x="118666" y="224487"/>
                  </a:lnTo>
                  <a:cubicBezTo>
                    <a:pt x="118666" y="229451"/>
                    <a:pt x="118666" y="236187"/>
                    <a:pt x="126230" y="236187"/>
                  </a:cubicBezTo>
                  <a:cubicBezTo>
                    <a:pt x="133793" y="236187"/>
                    <a:pt x="133793" y="229451"/>
                    <a:pt x="133793" y="224487"/>
                  </a:cubicBezTo>
                  <a:lnTo>
                    <a:pt x="133793" y="125221"/>
                  </a:lnTo>
                  <a:close/>
                </a:path>
              </a:pathLst>
            </a:custGeom>
            <a:solidFill>
              <a:srgbClr val="FFFFFF"/>
            </a:solidFill>
            <a:ln w="514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7" name="Freeform: Shape 1936">
              <a:extLst>
                <a:ext uri="{FF2B5EF4-FFF2-40B4-BE49-F238E27FC236}">
                  <a16:creationId xmlns:a16="http://schemas.microsoft.com/office/drawing/2014/main" id="{3788F7B3-F3A6-9A6C-3D61-CDDA8AA53B15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4378567" y="5052552"/>
              <a:ext cx="179247" cy="160244"/>
            </a:xfrm>
            <a:custGeom>
              <a:avLst/>
              <a:gdLst>
                <a:gd name="connsiteX0" fmla="*/ 162541 w 179247"/>
                <a:gd name="connsiteY0" fmla="*/ 117067 h 160244"/>
                <a:gd name="connsiteX1" fmla="*/ 154222 w 179247"/>
                <a:gd name="connsiteY1" fmla="*/ 126640 h 160244"/>
                <a:gd name="connsiteX2" fmla="*/ 136826 w 179247"/>
                <a:gd name="connsiteY2" fmla="*/ 140821 h 160244"/>
                <a:gd name="connsiteX3" fmla="*/ 125103 w 179247"/>
                <a:gd name="connsiteY3" fmla="*/ 126285 h 160244"/>
                <a:gd name="connsiteX4" fmla="*/ 123591 w 179247"/>
                <a:gd name="connsiteY4" fmla="*/ 120258 h 160244"/>
                <a:gd name="connsiteX5" fmla="*/ 109977 w 179247"/>
                <a:gd name="connsiteY5" fmla="*/ 62825 h 160244"/>
                <a:gd name="connsiteX6" fmla="*/ 147036 w 179247"/>
                <a:gd name="connsiteY6" fmla="*/ 19928 h 160244"/>
                <a:gd name="connsiteX7" fmla="*/ 156112 w 179247"/>
                <a:gd name="connsiteY7" fmla="*/ 22764 h 160244"/>
                <a:gd name="connsiteX8" fmla="*/ 166323 w 179247"/>
                <a:gd name="connsiteY8" fmla="*/ 25955 h 160244"/>
                <a:gd name="connsiteX9" fmla="*/ 179558 w 179247"/>
                <a:gd name="connsiteY9" fmla="*/ 13192 h 160244"/>
                <a:gd name="connsiteX10" fmla="*/ 164054 w 179247"/>
                <a:gd name="connsiteY10" fmla="*/ 75 h 160244"/>
                <a:gd name="connsiteX11" fmla="*/ 106952 w 179247"/>
                <a:gd name="connsiteY11" fmla="*/ 50772 h 160244"/>
                <a:gd name="connsiteX12" fmla="*/ 102792 w 179247"/>
                <a:gd name="connsiteY12" fmla="*/ 31273 h 160244"/>
                <a:gd name="connsiteX13" fmla="*/ 83128 w 179247"/>
                <a:gd name="connsiteY13" fmla="*/ 75 h 160244"/>
                <a:gd name="connsiteX14" fmla="*/ 38883 w 179247"/>
                <a:gd name="connsiteY14" fmla="*/ 10356 h 160244"/>
                <a:gd name="connsiteX15" fmla="*/ 34723 w 179247"/>
                <a:gd name="connsiteY15" fmla="*/ 11774 h 160244"/>
                <a:gd name="connsiteX16" fmla="*/ 36236 w 179247"/>
                <a:gd name="connsiteY16" fmla="*/ 17092 h 160244"/>
                <a:gd name="connsiteX17" fmla="*/ 57413 w 179247"/>
                <a:gd name="connsiteY17" fmla="*/ 13192 h 160244"/>
                <a:gd name="connsiteX18" fmla="*/ 74430 w 179247"/>
                <a:gd name="connsiteY18" fmla="*/ 37654 h 160244"/>
                <a:gd name="connsiteX19" fmla="*/ 85397 w 179247"/>
                <a:gd name="connsiteY19" fmla="*/ 81261 h 160244"/>
                <a:gd name="connsiteX20" fmla="*/ 54388 w 179247"/>
                <a:gd name="connsiteY20" fmla="*/ 122740 h 160244"/>
                <a:gd name="connsiteX21" fmla="*/ 35102 w 179247"/>
                <a:gd name="connsiteY21" fmla="*/ 139757 h 160244"/>
                <a:gd name="connsiteX22" fmla="*/ 25269 w 179247"/>
                <a:gd name="connsiteY22" fmla="*/ 136566 h 160244"/>
                <a:gd name="connsiteX23" fmla="*/ 13168 w 179247"/>
                <a:gd name="connsiteY23" fmla="*/ 133021 h 160244"/>
                <a:gd name="connsiteX24" fmla="*/ 311 w 179247"/>
                <a:gd name="connsiteY24" fmla="*/ 145429 h 160244"/>
                <a:gd name="connsiteX25" fmla="*/ 19219 w 179247"/>
                <a:gd name="connsiteY25" fmla="*/ 160319 h 160244"/>
                <a:gd name="connsiteX26" fmla="*/ 54388 w 179247"/>
                <a:gd name="connsiteY26" fmla="*/ 135503 h 160244"/>
                <a:gd name="connsiteX27" fmla="*/ 88422 w 179247"/>
                <a:gd name="connsiteY27" fmla="*/ 94023 h 160244"/>
                <a:gd name="connsiteX28" fmla="*/ 99767 w 179247"/>
                <a:gd name="connsiteY28" fmla="*/ 136566 h 160244"/>
                <a:gd name="connsiteX29" fmla="*/ 121700 w 179247"/>
                <a:gd name="connsiteY29" fmla="*/ 160319 h 160244"/>
                <a:gd name="connsiteX30" fmla="*/ 167835 w 179247"/>
                <a:gd name="connsiteY30" fmla="*/ 119904 h 160244"/>
                <a:gd name="connsiteX31" fmla="*/ 162541 w 179247"/>
                <a:gd name="connsiteY31" fmla="*/ 117067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9247" h="160244">
                  <a:moveTo>
                    <a:pt x="162541" y="117067"/>
                  </a:moveTo>
                  <a:cubicBezTo>
                    <a:pt x="159516" y="120258"/>
                    <a:pt x="157625" y="122385"/>
                    <a:pt x="154222" y="126640"/>
                  </a:cubicBezTo>
                  <a:cubicBezTo>
                    <a:pt x="145524" y="137275"/>
                    <a:pt x="140986" y="140821"/>
                    <a:pt x="136826" y="140821"/>
                  </a:cubicBezTo>
                  <a:cubicBezTo>
                    <a:pt x="131154" y="140821"/>
                    <a:pt x="127750" y="136212"/>
                    <a:pt x="125103" y="126285"/>
                  </a:cubicBezTo>
                  <a:cubicBezTo>
                    <a:pt x="124347" y="123449"/>
                    <a:pt x="123969" y="121322"/>
                    <a:pt x="123591" y="120258"/>
                  </a:cubicBezTo>
                  <a:cubicBezTo>
                    <a:pt x="114137" y="84451"/>
                    <a:pt x="109977" y="68143"/>
                    <a:pt x="109977" y="62825"/>
                  </a:cubicBezTo>
                  <a:cubicBezTo>
                    <a:pt x="126616" y="35527"/>
                    <a:pt x="140230" y="19928"/>
                    <a:pt x="147036" y="19928"/>
                  </a:cubicBezTo>
                  <a:cubicBezTo>
                    <a:pt x="149305" y="19928"/>
                    <a:pt x="152331" y="20992"/>
                    <a:pt x="156112" y="22764"/>
                  </a:cubicBezTo>
                  <a:cubicBezTo>
                    <a:pt x="160650" y="25246"/>
                    <a:pt x="163297" y="25955"/>
                    <a:pt x="166323" y="25955"/>
                  </a:cubicBezTo>
                  <a:cubicBezTo>
                    <a:pt x="174264" y="25955"/>
                    <a:pt x="179558" y="20637"/>
                    <a:pt x="179558" y="13192"/>
                  </a:cubicBezTo>
                  <a:cubicBezTo>
                    <a:pt x="179558" y="5747"/>
                    <a:pt x="173129" y="75"/>
                    <a:pt x="164054" y="75"/>
                  </a:cubicBezTo>
                  <a:cubicBezTo>
                    <a:pt x="147415" y="75"/>
                    <a:pt x="133045" y="12838"/>
                    <a:pt x="106952" y="50772"/>
                  </a:cubicBezTo>
                  <a:lnTo>
                    <a:pt x="102792" y="31273"/>
                  </a:lnTo>
                  <a:cubicBezTo>
                    <a:pt x="97498" y="7165"/>
                    <a:pt x="93338" y="75"/>
                    <a:pt x="83128" y="75"/>
                  </a:cubicBezTo>
                  <a:cubicBezTo>
                    <a:pt x="74808" y="75"/>
                    <a:pt x="61951" y="3265"/>
                    <a:pt x="38883" y="10356"/>
                  </a:cubicBezTo>
                  <a:lnTo>
                    <a:pt x="34723" y="11774"/>
                  </a:lnTo>
                  <a:lnTo>
                    <a:pt x="36236" y="17092"/>
                  </a:lnTo>
                  <a:cubicBezTo>
                    <a:pt x="50606" y="13901"/>
                    <a:pt x="54009" y="13192"/>
                    <a:pt x="57413" y="13192"/>
                  </a:cubicBezTo>
                  <a:cubicBezTo>
                    <a:pt x="66867" y="13192"/>
                    <a:pt x="69136" y="16383"/>
                    <a:pt x="74430" y="37654"/>
                  </a:cubicBezTo>
                  <a:lnTo>
                    <a:pt x="85397" y="81261"/>
                  </a:lnTo>
                  <a:lnTo>
                    <a:pt x="54388" y="122740"/>
                  </a:lnTo>
                  <a:cubicBezTo>
                    <a:pt x="46824" y="133376"/>
                    <a:pt x="39261" y="139757"/>
                    <a:pt x="35102" y="139757"/>
                  </a:cubicBezTo>
                  <a:cubicBezTo>
                    <a:pt x="32833" y="139757"/>
                    <a:pt x="29051" y="138693"/>
                    <a:pt x="25269" y="136566"/>
                  </a:cubicBezTo>
                  <a:cubicBezTo>
                    <a:pt x="20353" y="134085"/>
                    <a:pt x="16194" y="133021"/>
                    <a:pt x="13168" y="133021"/>
                  </a:cubicBezTo>
                  <a:cubicBezTo>
                    <a:pt x="5983" y="133021"/>
                    <a:pt x="311" y="138339"/>
                    <a:pt x="311" y="145429"/>
                  </a:cubicBezTo>
                  <a:cubicBezTo>
                    <a:pt x="311" y="154647"/>
                    <a:pt x="7874" y="160319"/>
                    <a:pt x="19219" y="160319"/>
                  </a:cubicBezTo>
                  <a:cubicBezTo>
                    <a:pt x="30942" y="160319"/>
                    <a:pt x="35480" y="157129"/>
                    <a:pt x="54388" y="135503"/>
                  </a:cubicBezTo>
                  <a:cubicBezTo>
                    <a:pt x="64598" y="124158"/>
                    <a:pt x="72539" y="114586"/>
                    <a:pt x="88422" y="94023"/>
                  </a:cubicBezTo>
                  <a:lnTo>
                    <a:pt x="99767" y="136566"/>
                  </a:lnTo>
                  <a:cubicBezTo>
                    <a:pt x="104683" y="154647"/>
                    <a:pt x="109599" y="160319"/>
                    <a:pt x="121700" y="160319"/>
                  </a:cubicBezTo>
                  <a:cubicBezTo>
                    <a:pt x="136070" y="160319"/>
                    <a:pt x="145902" y="151811"/>
                    <a:pt x="167835" y="119904"/>
                  </a:cubicBezTo>
                  <a:lnTo>
                    <a:pt x="162541" y="117067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8" name="Freeform: Shape 1937">
              <a:extLst>
                <a:ext uri="{FF2B5EF4-FFF2-40B4-BE49-F238E27FC236}">
                  <a16:creationId xmlns:a16="http://schemas.microsoft.com/office/drawing/2014/main" id="{1EF06625-20AA-D49F-D8CC-B50180282AEB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4566837" y="4884588"/>
              <a:ext cx="124527" cy="177346"/>
            </a:xfrm>
            <a:custGeom>
              <a:avLst/>
              <a:gdLst>
                <a:gd name="connsiteX0" fmla="*/ 124842 w 124527"/>
                <a:gd name="connsiteY0" fmla="*/ 141477 h 177346"/>
                <a:gd name="connsiteX1" fmla="*/ 121204 w 124527"/>
                <a:gd name="connsiteY1" fmla="*/ 140165 h 177346"/>
                <a:gd name="connsiteX2" fmla="*/ 94620 w 124527"/>
                <a:gd name="connsiteY2" fmla="*/ 157480 h 177346"/>
                <a:gd name="connsiteX3" fmla="*/ 27739 w 124527"/>
                <a:gd name="connsiteY3" fmla="*/ 157480 h 177346"/>
                <a:gd name="connsiteX4" fmla="*/ 74751 w 124527"/>
                <a:gd name="connsiteY4" fmla="*/ 111307 h 177346"/>
                <a:gd name="connsiteX5" fmla="*/ 110571 w 124527"/>
                <a:gd name="connsiteY5" fmla="*/ 46507 h 177346"/>
                <a:gd name="connsiteX6" fmla="*/ 58801 w 124527"/>
                <a:gd name="connsiteY6" fmla="*/ 71 h 177346"/>
                <a:gd name="connsiteX7" fmla="*/ 18504 w 124527"/>
                <a:gd name="connsiteY7" fmla="*/ 16337 h 177346"/>
                <a:gd name="connsiteX8" fmla="*/ 595 w 124527"/>
                <a:gd name="connsiteY8" fmla="*/ 52279 h 177346"/>
                <a:gd name="connsiteX9" fmla="*/ 6471 w 124527"/>
                <a:gd name="connsiteY9" fmla="*/ 53590 h 177346"/>
                <a:gd name="connsiteX10" fmla="*/ 47048 w 124527"/>
                <a:gd name="connsiteY10" fmla="*/ 19485 h 177346"/>
                <a:gd name="connsiteX11" fmla="*/ 86505 w 124527"/>
                <a:gd name="connsiteY11" fmla="*/ 56476 h 177346"/>
                <a:gd name="connsiteX12" fmla="*/ 50126 w 124527"/>
                <a:gd name="connsiteY12" fmla="*/ 124686 h 177346"/>
                <a:gd name="connsiteX13" fmla="*/ 315 w 124527"/>
                <a:gd name="connsiteY13" fmla="*/ 174270 h 177346"/>
                <a:gd name="connsiteX14" fmla="*/ 315 w 124527"/>
                <a:gd name="connsiteY14" fmla="*/ 177418 h 177346"/>
                <a:gd name="connsiteX15" fmla="*/ 109451 w 124527"/>
                <a:gd name="connsiteY15" fmla="*/ 177418 h 177346"/>
                <a:gd name="connsiteX16" fmla="*/ 124842 w 124527"/>
                <a:gd name="connsiteY16" fmla="*/ 141477 h 17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527" h="177346">
                  <a:moveTo>
                    <a:pt x="124842" y="141477"/>
                  </a:moveTo>
                  <a:lnTo>
                    <a:pt x="121204" y="140165"/>
                  </a:lnTo>
                  <a:cubicBezTo>
                    <a:pt x="110850" y="155119"/>
                    <a:pt x="107212" y="157480"/>
                    <a:pt x="94620" y="157480"/>
                  </a:cubicBezTo>
                  <a:lnTo>
                    <a:pt x="27739" y="157480"/>
                  </a:lnTo>
                  <a:lnTo>
                    <a:pt x="74751" y="111307"/>
                  </a:lnTo>
                  <a:cubicBezTo>
                    <a:pt x="99657" y="86908"/>
                    <a:pt x="110571" y="66970"/>
                    <a:pt x="110571" y="46507"/>
                  </a:cubicBezTo>
                  <a:cubicBezTo>
                    <a:pt x="110571" y="20272"/>
                    <a:pt x="87904" y="71"/>
                    <a:pt x="58801" y="71"/>
                  </a:cubicBezTo>
                  <a:cubicBezTo>
                    <a:pt x="43410" y="71"/>
                    <a:pt x="28858" y="5843"/>
                    <a:pt x="18504" y="16337"/>
                  </a:cubicBezTo>
                  <a:cubicBezTo>
                    <a:pt x="9549" y="25257"/>
                    <a:pt x="5352" y="33652"/>
                    <a:pt x="595" y="52279"/>
                  </a:cubicBezTo>
                  <a:lnTo>
                    <a:pt x="6471" y="53590"/>
                  </a:lnTo>
                  <a:cubicBezTo>
                    <a:pt x="17665" y="27880"/>
                    <a:pt x="27739" y="19485"/>
                    <a:pt x="47048" y="19485"/>
                  </a:cubicBezTo>
                  <a:cubicBezTo>
                    <a:pt x="70554" y="19485"/>
                    <a:pt x="86505" y="34439"/>
                    <a:pt x="86505" y="56476"/>
                  </a:cubicBezTo>
                  <a:cubicBezTo>
                    <a:pt x="86505" y="76939"/>
                    <a:pt x="73632" y="101337"/>
                    <a:pt x="50126" y="124686"/>
                  </a:cubicBezTo>
                  <a:lnTo>
                    <a:pt x="315" y="174270"/>
                  </a:lnTo>
                  <a:lnTo>
                    <a:pt x="315" y="177418"/>
                  </a:lnTo>
                  <a:lnTo>
                    <a:pt x="109451" y="177418"/>
                  </a:lnTo>
                  <a:lnTo>
                    <a:pt x="124842" y="141477"/>
                  </a:lnTo>
                  <a:close/>
                </a:path>
              </a:pathLst>
            </a:custGeom>
            <a:solidFill>
              <a:srgbClr val="FFFFFF"/>
            </a:solidFill>
            <a:ln w="281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9" name="Freeform: Shape 1938">
              <a:extLst>
                <a:ext uri="{FF2B5EF4-FFF2-40B4-BE49-F238E27FC236}">
                  <a16:creationId xmlns:a16="http://schemas.microsoft.com/office/drawing/2014/main" id="{3B5E50CB-A2E9-526F-873E-0EFE52EF7021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4791759" y="5002210"/>
              <a:ext cx="251475" cy="236112"/>
            </a:xfrm>
            <a:custGeom>
              <a:avLst/>
              <a:gdLst>
                <a:gd name="connsiteX0" fmla="*/ 133812 w 251475"/>
                <a:gd name="connsiteY0" fmla="*/ 125221 h 236112"/>
                <a:gd name="connsiteX1" fmla="*/ 239318 w 251475"/>
                <a:gd name="connsiteY1" fmla="*/ 125221 h 236112"/>
                <a:gd name="connsiteX2" fmla="*/ 251797 w 251475"/>
                <a:gd name="connsiteY2" fmla="*/ 118130 h 236112"/>
                <a:gd name="connsiteX3" fmla="*/ 239318 w 251475"/>
                <a:gd name="connsiteY3" fmla="*/ 111040 h 236112"/>
                <a:gd name="connsiteX4" fmla="*/ 133812 w 251475"/>
                <a:gd name="connsiteY4" fmla="*/ 111040 h 236112"/>
                <a:gd name="connsiteX5" fmla="*/ 133812 w 251475"/>
                <a:gd name="connsiteY5" fmla="*/ 11773 h 236112"/>
                <a:gd name="connsiteX6" fmla="*/ 126249 w 251475"/>
                <a:gd name="connsiteY6" fmla="*/ 74 h 236112"/>
                <a:gd name="connsiteX7" fmla="*/ 118686 w 251475"/>
                <a:gd name="connsiteY7" fmla="*/ 11773 h 236112"/>
                <a:gd name="connsiteX8" fmla="*/ 118686 w 251475"/>
                <a:gd name="connsiteY8" fmla="*/ 111040 h 236112"/>
                <a:gd name="connsiteX9" fmla="*/ 12801 w 251475"/>
                <a:gd name="connsiteY9" fmla="*/ 111040 h 236112"/>
                <a:gd name="connsiteX10" fmla="*/ 322 w 251475"/>
                <a:gd name="connsiteY10" fmla="*/ 118130 h 236112"/>
                <a:gd name="connsiteX11" fmla="*/ 12801 w 251475"/>
                <a:gd name="connsiteY11" fmla="*/ 125221 h 236112"/>
                <a:gd name="connsiteX12" fmla="*/ 118686 w 251475"/>
                <a:gd name="connsiteY12" fmla="*/ 125221 h 236112"/>
                <a:gd name="connsiteX13" fmla="*/ 118686 w 251475"/>
                <a:gd name="connsiteY13" fmla="*/ 224487 h 236112"/>
                <a:gd name="connsiteX14" fmla="*/ 126249 w 251475"/>
                <a:gd name="connsiteY14" fmla="*/ 236187 h 236112"/>
                <a:gd name="connsiteX15" fmla="*/ 133812 w 251475"/>
                <a:gd name="connsiteY15" fmla="*/ 224487 h 236112"/>
                <a:gd name="connsiteX16" fmla="*/ 133812 w 251475"/>
                <a:gd name="connsiteY16" fmla="*/ 125221 h 23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1475" h="236112">
                  <a:moveTo>
                    <a:pt x="133812" y="125221"/>
                  </a:moveTo>
                  <a:lnTo>
                    <a:pt x="239318" y="125221"/>
                  </a:lnTo>
                  <a:cubicBezTo>
                    <a:pt x="244612" y="125221"/>
                    <a:pt x="251797" y="125221"/>
                    <a:pt x="251797" y="118130"/>
                  </a:cubicBezTo>
                  <a:cubicBezTo>
                    <a:pt x="251797" y="111040"/>
                    <a:pt x="244612" y="111040"/>
                    <a:pt x="239318" y="111040"/>
                  </a:cubicBezTo>
                  <a:lnTo>
                    <a:pt x="133812" y="111040"/>
                  </a:lnTo>
                  <a:lnTo>
                    <a:pt x="133812" y="11773"/>
                  </a:lnTo>
                  <a:cubicBezTo>
                    <a:pt x="133812" y="6810"/>
                    <a:pt x="133812" y="74"/>
                    <a:pt x="126249" y="74"/>
                  </a:cubicBezTo>
                  <a:cubicBezTo>
                    <a:pt x="118686" y="74"/>
                    <a:pt x="118686" y="6810"/>
                    <a:pt x="118686" y="11773"/>
                  </a:cubicBezTo>
                  <a:lnTo>
                    <a:pt x="118686" y="111040"/>
                  </a:lnTo>
                  <a:lnTo>
                    <a:pt x="12801" y="111040"/>
                  </a:lnTo>
                  <a:cubicBezTo>
                    <a:pt x="7507" y="111040"/>
                    <a:pt x="322" y="111040"/>
                    <a:pt x="322" y="118130"/>
                  </a:cubicBezTo>
                  <a:cubicBezTo>
                    <a:pt x="322" y="125221"/>
                    <a:pt x="7507" y="125221"/>
                    <a:pt x="12801" y="125221"/>
                  </a:cubicBezTo>
                  <a:lnTo>
                    <a:pt x="118686" y="125221"/>
                  </a:lnTo>
                  <a:lnTo>
                    <a:pt x="118686" y="224487"/>
                  </a:lnTo>
                  <a:cubicBezTo>
                    <a:pt x="118686" y="229451"/>
                    <a:pt x="118686" y="236187"/>
                    <a:pt x="126249" y="236187"/>
                  </a:cubicBezTo>
                  <a:cubicBezTo>
                    <a:pt x="133812" y="236187"/>
                    <a:pt x="133812" y="229451"/>
                    <a:pt x="133812" y="224487"/>
                  </a:cubicBezTo>
                  <a:lnTo>
                    <a:pt x="133812" y="125221"/>
                  </a:lnTo>
                  <a:close/>
                </a:path>
              </a:pathLst>
            </a:custGeom>
            <a:solidFill>
              <a:srgbClr val="FFFFFF"/>
            </a:solidFill>
            <a:ln w="514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0" name="Freeform: Shape 1939">
              <a:extLst>
                <a:ext uri="{FF2B5EF4-FFF2-40B4-BE49-F238E27FC236}">
                  <a16:creationId xmlns:a16="http://schemas.microsoft.com/office/drawing/2014/main" id="{76B507E4-C8F1-D569-1919-A716EB77542E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5108016" y="5052552"/>
              <a:ext cx="179247" cy="160244"/>
            </a:xfrm>
            <a:custGeom>
              <a:avLst/>
              <a:gdLst>
                <a:gd name="connsiteX0" fmla="*/ 162560 w 179247"/>
                <a:gd name="connsiteY0" fmla="*/ 117067 h 160244"/>
                <a:gd name="connsiteX1" fmla="*/ 154241 w 179247"/>
                <a:gd name="connsiteY1" fmla="*/ 126640 h 160244"/>
                <a:gd name="connsiteX2" fmla="*/ 136845 w 179247"/>
                <a:gd name="connsiteY2" fmla="*/ 140821 h 160244"/>
                <a:gd name="connsiteX3" fmla="*/ 125122 w 179247"/>
                <a:gd name="connsiteY3" fmla="*/ 126285 h 160244"/>
                <a:gd name="connsiteX4" fmla="*/ 123610 w 179247"/>
                <a:gd name="connsiteY4" fmla="*/ 120258 h 160244"/>
                <a:gd name="connsiteX5" fmla="*/ 109996 w 179247"/>
                <a:gd name="connsiteY5" fmla="*/ 62825 h 160244"/>
                <a:gd name="connsiteX6" fmla="*/ 147056 w 179247"/>
                <a:gd name="connsiteY6" fmla="*/ 19928 h 160244"/>
                <a:gd name="connsiteX7" fmla="*/ 156131 w 179247"/>
                <a:gd name="connsiteY7" fmla="*/ 22764 h 160244"/>
                <a:gd name="connsiteX8" fmla="*/ 166342 w 179247"/>
                <a:gd name="connsiteY8" fmla="*/ 25955 h 160244"/>
                <a:gd name="connsiteX9" fmla="*/ 179577 w 179247"/>
                <a:gd name="connsiteY9" fmla="*/ 13192 h 160244"/>
                <a:gd name="connsiteX10" fmla="*/ 164073 w 179247"/>
                <a:gd name="connsiteY10" fmla="*/ 75 h 160244"/>
                <a:gd name="connsiteX11" fmla="*/ 106971 w 179247"/>
                <a:gd name="connsiteY11" fmla="*/ 50772 h 160244"/>
                <a:gd name="connsiteX12" fmla="*/ 102811 w 179247"/>
                <a:gd name="connsiteY12" fmla="*/ 31273 h 160244"/>
                <a:gd name="connsiteX13" fmla="*/ 83147 w 179247"/>
                <a:gd name="connsiteY13" fmla="*/ 75 h 160244"/>
                <a:gd name="connsiteX14" fmla="*/ 38902 w 179247"/>
                <a:gd name="connsiteY14" fmla="*/ 10356 h 160244"/>
                <a:gd name="connsiteX15" fmla="*/ 34743 w 179247"/>
                <a:gd name="connsiteY15" fmla="*/ 11774 h 160244"/>
                <a:gd name="connsiteX16" fmla="*/ 36255 w 179247"/>
                <a:gd name="connsiteY16" fmla="*/ 17092 h 160244"/>
                <a:gd name="connsiteX17" fmla="*/ 57432 w 179247"/>
                <a:gd name="connsiteY17" fmla="*/ 13192 h 160244"/>
                <a:gd name="connsiteX18" fmla="*/ 74449 w 179247"/>
                <a:gd name="connsiteY18" fmla="*/ 37654 h 160244"/>
                <a:gd name="connsiteX19" fmla="*/ 85416 w 179247"/>
                <a:gd name="connsiteY19" fmla="*/ 81261 h 160244"/>
                <a:gd name="connsiteX20" fmla="*/ 54407 w 179247"/>
                <a:gd name="connsiteY20" fmla="*/ 122740 h 160244"/>
                <a:gd name="connsiteX21" fmla="*/ 35121 w 179247"/>
                <a:gd name="connsiteY21" fmla="*/ 139757 h 160244"/>
                <a:gd name="connsiteX22" fmla="*/ 25289 w 179247"/>
                <a:gd name="connsiteY22" fmla="*/ 136566 h 160244"/>
                <a:gd name="connsiteX23" fmla="*/ 13188 w 179247"/>
                <a:gd name="connsiteY23" fmla="*/ 133021 h 160244"/>
                <a:gd name="connsiteX24" fmla="*/ 330 w 179247"/>
                <a:gd name="connsiteY24" fmla="*/ 145429 h 160244"/>
                <a:gd name="connsiteX25" fmla="*/ 19238 w 179247"/>
                <a:gd name="connsiteY25" fmla="*/ 160319 h 160244"/>
                <a:gd name="connsiteX26" fmla="*/ 54407 w 179247"/>
                <a:gd name="connsiteY26" fmla="*/ 135503 h 160244"/>
                <a:gd name="connsiteX27" fmla="*/ 88441 w 179247"/>
                <a:gd name="connsiteY27" fmla="*/ 94023 h 160244"/>
                <a:gd name="connsiteX28" fmla="*/ 99786 w 179247"/>
                <a:gd name="connsiteY28" fmla="*/ 136566 h 160244"/>
                <a:gd name="connsiteX29" fmla="*/ 121719 w 179247"/>
                <a:gd name="connsiteY29" fmla="*/ 160319 h 160244"/>
                <a:gd name="connsiteX30" fmla="*/ 167854 w 179247"/>
                <a:gd name="connsiteY30" fmla="*/ 119904 h 160244"/>
                <a:gd name="connsiteX31" fmla="*/ 162560 w 179247"/>
                <a:gd name="connsiteY31" fmla="*/ 117067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9247" h="160244">
                  <a:moveTo>
                    <a:pt x="162560" y="117067"/>
                  </a:moveTo>
                  <a:cubicBezTo>
                    <a:pt x="159535" y="120258"/>
                    <a:pt x="157644" y="122385"/>
                    <a:pt x="154241" y="126640"/>
                  </a:cubicBezTo>
                  <a:cubicBezTo>
                    <a:pt x="145543" y="137275"/>
                    <a:pt x="141005" y="140821"/>
                    <a:pt x="136845" y="140821"/>
                  </a:cubicBezTo>
                  <a:cubicBezTo>
                    <a:pt x="131173" y="140821"/>
                    <a:pt x="127770" y="136212"/>
                    <a:pt x="125122" y="126285"/>
                  </a:cubicBezTo>
                  <a:cubicBezTo>
                    <a:pt x="124366" y="123449"/>
                    <a:pt x="123988" y="121322"/>
                    <a:pt x="123610" y="120258"/>
                  </a:cubicBezTo>
                  <a:cubicBezTo>
                    <a:pt x="114156" y="84451"/>
                    <a:pt x="109996" y="68143"/>
                    <a:pt x="109996" y="62825"/>
                  </a:cubicBezTo>
                  <a:cubicBezTo>
                    <a:pt x="126635" y="35527"/>
                    <a:pt x="140249" y="19928"/>
                    <a:pt x="147056" y="19928"/>
                  </a:cubicBezTo>
                  <a:cubicBezTo>
                    <a:pt x="149325" y="19928"/>
                    <a:pt x="152350" y="20992"/>
                    <a:pt x="156131" y="22764"/>
                  </a:cubicBezTo>
                  <a:cubicBezTo>
                    <a:pt x="160669" y="25246"/>
                    <a:pt x="163316" y="25955"/>
                    <a:pt x="166342" y="25955"/>
                  </a:cubicBezTo>
                  <a:cubicBezTo>
                    <a:pt x="174283" y="25955"/>
                    <a:pt x="179577" y="20637"/>
                    <a:pt x="179577" y="13192"/>
                  </a:cubicBezTo>
                  <a:cubicBezTo>
                    <a:pt x="179577" y="5747"/>
                    <a:pt x="173149" y="75"/>
                    <a:pt x="164073" y="75"/>
                  </a:cubicBezTo>
                  <a:cubicBezTo>
                    <a:pt x="147434" y="75"/>
                    <a:pt x="133064" y="12838"/>
                    <a:pt x="106971" y="50772"/>
                  </a:cubicBezTo>
                  <a:lnTo>
                    <a:pt x="102811" y="31273"/>
                  </a:lnTo>
                  <a:cubicBezTo>
                    <a:pt x="97517" y="7165"/>
                    <a:pt x="93357" y="75"/>
                    <a:pt x="83147" y="75"/>
                  </a:cubicBezTo>
                  <a:cubicBezTo>
                    <a:pt x="74827" y="75"/>
                    <a:pt x="61970" y="3265"/>
                    <a:pt x="38902" y="10356"/>
                  </a:cubicBezTo>
                  <a:lnTo>
                    <a:pt x="34743" y="11774"/>
                  </a:lnTo>
                  <a:lnTo>
                    <a:pt x="36255" y="17092"/>
                  </a:lnTo>
                  <a:cubicBezTo>
                    <a:pt x="50625" y="13901"/>
                    <a:pt x="54029" y="13192"/>
                    <a:pt x="57432" y="13192"/>
                  </a:cubicBezTo>
                  <a:cubicBezTo>
                    <a:pt x="66886" y="13192"/>
                    <a:pt x="69155" y="16383"/>
                    <a:pt x="74449" y="37654"/>
                  </a:cubicBezTo>
                  <a:lnTo>
                    <a:pt x="85416" y="81261"/>
                  </a:lnTo>
                  <a:lnTo>
                    <a:pt x="54407" y="122740"/>
                  </a:lnTo>
                  <a:cubicBezTo>
                    <a:pt x="46844" y="133376"/>
                    <a:pt x="39280" y="139757"/>
                    <a:pt x="35121" y="139757"/>
                  </a:cubicBezTo>
                  <a:cubicBezTo>
                    <a:pt x="32852" y="139757"/>
                    <a:pt x="29070" y="138693"/>
                    <a:pt x="25289" y="136566"/>
                  </a:cubicBezTo>
                  <a:cubicBezTo>
                    <a:pt x="20373" y="134085"/>
                    <a:pt x="16213" y="133021"/>
                    <a:pt x="13188" y="133021"/>
                  </a:cubicBezTo>
                  <a:cubicBezTo>
                    <a:pt x="6003" y="133021"/>
                    <a:pt x="330" y="138339"/>
                    <a:pt x="330" y="145429"/>
                  </a:cubicBezTo>
                  <a:cubicBezTo>
                    <a:pt x="330" y="154647"/>
                    <a:pt x="7893" y="160319"/>
                    <a:pt x="19238" y="160319"/>
                  </a:cubicBezTo>
                  <a:cubicBezTo>
                    <a:pt x="30961" y="160319"/>
                    <a:pt x="35499" y="157129"/>
                    <a:pt x="54407" y="135503"/>
                  </a:cubicBezTo>
                  <a:cubicBezTo>
                    <a:pt x="64617" y="124158"/>
                    <a:pt x="72558" y="114586"/>
                    <a:pt x="88441" y="94023"/>
                  </a:cubicBezTo>
                  <a:lnTo>
                    <a:pt x="99786" y="136566"/>
                  </a:lnTo>
                  <a:cubicBezTo>
                    <a:pt x="104702" y="154647"/>
                    <a:pt x="109618" y="160319"/>
                    <a:pt x="121719" y="160319"/>
                  </a:cubicBezTo>
                  <a:cubicBezTo>
                    <a:pt x="136089" y="160319"/>
                    <a:pt x="145921" y="151811"/>
                    <a:pt x="167854" y="119904"/>
                  </a:cubicBezTo>
                  <a:lnTo>
                    <a:pt x="162560" y="117067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1" name="Freeform: Shape 1940">
              <a:extLst>
                <a:ext uri="{FF2B5EF4-FFF2-40B4-BE49-F238E27FC236}">
                  <a16:creationId xmlns:a16="http://schemas.microsoft.com/office/drawing/2014/main" id="{46805C49-AF70-24A9-3450-51E1E799AFD5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5299924" y="4884588"/>
              <a:ext cx="108856" cy="181019"/>
            </a:xfrm>
            <a:custGeom>
              <a:avLst/>
              <a:gdLst>
                <a:gd name="connsiteX0" fmla="*/ 31116 w 108856"/>
                <a:gd name="connsiteY0" fmla="*/ 90844 h 181019"/>
                <a:gd name="connsiteX1" fmla="*/ 60779 w 108856"/>
                <a:gd name="connsiteY1" fmla="*/ 93729 h 181019"/>
                <a:gd name="connsiteX2" fmla="*/ 89042 w 108856"/>
                <a:gd name="connsiteY2" fmla="*/ 132557 h 181019"/>
                <a:gd name="connsiteX3" fmla="*/ 52384 w 108856"/>
                <a:gd name="connsiteY3" fmla="*/ 171646 h 181019"/>
                <a:gd name="connsiteX4" fmla="*/ 28877 w 108856"/>
                <a:gd name="connsiteY4" fmla="*/ 163514 h 181019"/>
                <a:gd name="connsiteX5" fmla="*/ 10968 w 108856"/>
                <a:gd name="connsiteY5" fmla="*/ 156955 h 181019"/>
                <a:gd name="connsiteX6" fmla="*/ 334 w 108856"/>
                <a:gd name="connsiteY6" fmla="*/ 166137 h 181019"/>
                <a:gd name="connsiteX7" fmla="*/ 31956 w 108856"/>
                <a:gd name="connsiteY7" fmla="*/ 181091 h 181019"/>
                <a:gd name="connsiteX8" fmla="*/ 88762 w 108856"/>
                <a:gd name="connsiteY8" fmla="*/ 163514 h 181019"/>
                <a:gd name="connsiteX9" fmla="*/ 109191 w 108856"/>
                <a:gd name="connsiteY9" fmla="*/ 119964 h 181019"/>
                <a:gd name="connsiteX10" fmla="*/ 96598 w 108856"/>
                <a:gd name="connsiteY10" fmla="*/ 86121 h 181019"/>
                <a:gd name="connsiteX11" fmla="*/ 73371 w 108856"/>
                <a:gd name="connsiteY11" fmla="*/ 72217 h 181019"/>
                <a:gd name="connsiteX12" fmla="*/ 99676 w 108856"/>
                <a:gd name="connsiteY12" fmla="*/ 36013 h 181019"/>
                <a:gd name="connsiteX13" fmla="*/ 56022 w 108856"/>
                <a:gd name="connsiteY13" fmla="*/ 71 h 181019"/>
                <a:gd name="connsiteX14" fmla="*/ 19643 w 108856"/>
                <a:gd name="connsiteY14" fmla="*/ 12926 h 181019"/>
                <a:gd name="connsiteX15" fmla="*/ 894 w 108856"/>
                <a:gd name="connsiteY15" fmla="*/ 42572 h 181019"/>
                <a:gd name="connsiteX16" fmla="*/ 5091 w 108856"/>
                <a:gd name="connsiteY16" fmla="*/ 43621 h 181019"/>
                <a:gd name="connsiteX17" fmla="*/ 46787 w 108856"/>
                <a:gd name="connsiteY17" fmla="*/ 15812 h 181019"/>
                <a:gd name="connsiteX18" fmla="*/ 77569 w 108856"/>
                <a:gd name="connsiteY18" fmla="*/ 43883 h 181019"/>
                <a:gd name="connsiteX19" fmla="*/ 66375 w 108856"/>
                <a:gd name="connsiteY19" fmla="*/ 69331 h 181019"/>
                <a:gd name="connsiteX20" fmla="*/ 31116 w 108856"/>
                <a:gd name="connsiteY20" fmla="*/ 87433 h 181019"/>
                <a:gd name="connsiteX21" fmla="*/ 31116 w 108856"/>
                <a:gd name="connsiteY21" fmla="*/ 90844 h 181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856" h="181019">
                  <a:moveTo>
                    <a:pt x="31116" y="90844"/>
                  </a:moveTo>
                  <a:cubicBezTo>
                    <a:pt x="47626" y="90844"/>
                    <a:pt x="54063" y="91368"/>
                    <a:pt x="60779" y="93729"/>
                  </a:cubicBezTo>
                  <a:cubicBezTo>
                    <a:pt x="78129" y="99501"/>
                    <a:pt x="89042" y="114455"/>
                    <a:pt x="89042" y="132557"/>
                  </a:cubicBezTo>
                  <a:cubicBezTo>
                    <a:pt x="89042" y="154594"/>
                    <a:pt x="73092" y="171646"/>
                    <a:pt x="52384" y="171646"/>
                  </a:cubicBezTo>
                  <a:cubicBezTo>
                    <a:pt x="44828" y="171646"/>
                    <a:pt x="39231" y="169810"/>
                    <a:pt x="28877" y="163514"/>
                  </a:cubicBezTo>
                  <a:cubicBezTo>
                    <a:pt x="20482" y="158791"/>
                    <a:pt x="15725" y="156955"/>
                    <a:pt x="10968" y="156955"/>
                  </a:cubicBezTo>
                  <a:cubicBezTo>
                    <a:pt x="4532" y="156955"/>
                    <a:pt x="334" y="160628"/>
                    <a:pt x="334" y="166137"/>
                  </a:cubicBezTo>
                  <a:cubicBezTo>
                    <a:pt x="334" y="175319"/>
                    <a:pt x="12367" y="181091"/>
                    <a:pt x="31956" y="181091"/>
                  </a:cubicBezTo>
                  <a:cubicBezTo>
                    <a:pt x="53503" y="181091"/>
                    <a:pt x="75610" y="174270"/>
                    <a:pt x="88762" y="163514"/>
                  </a:cubicBezTo>
                  <a:cubicBezTo>
                    <a:pt x="101915" y="152758"/>
                    <a:pt x="109191" y="137541"/>
                    <a:pt x="109191" y="119964"/>
                  </a:cubicBezTo>
                  <a:cubicBezTo>
                    <a:pt x="109191" y="106584"/>
                    <a:pt x="104713" y="94254"/>
                    <a:pt x="96598" y="86121"/>
                  </a:cubicBezTo>
                  <a:cubicBezTo>
                    <a:pt x="91001" y="80350"/>
                    <a:pt x="85684" y="77202"/>
                    <a:pt x="73371" y="72217"/>
                  </a:cubicBezTo>
                  <a:cubicBezTo>
                    <a:pt x="92680" y="59887"/>
                    <a:pt x="99676" y="50180"/>
                    <a:pt x="99676" y="36013"/>
                  </a:cubicBezTo>
                  <a:cubicBezTo>
                    <a:pt x="99676" y="14763"/>
                    <a:pt x="81767" y="71"/>
                    <a:pt x="56022" y="71"/>
                  </a:cubicBezTo>
                  <a:cubicBezTo>
                    <a:pt x="42030" y="71"/>
                    <a:pt x="29717" y="4531"/>
                    <a:pt x="19643" y="12926"/>
                  </a:cubicBezTo>
                  <a:cubicBezTo>
                    <a:pt x="11248" y="20010"/>
                    <a:pt x="7050" y="26831"/>
                    <a:pt x="894" y="42572"/>
                  </a:cubicBezTo>
                  <a:lnTo>
                    <a:pt x="5091" y="43621"/>
                  </a:lnTo>
                  <a:cubicBezTo>
                    <a:pt x="16565" y="24470"/>
                    <a:pt x="29157" y="15812"/>
                    <a:pt x="46787" y="15812"/>
                  </a:cubicBezTo>
                  <a:cubicBezTo>
                    <a:pt x="64976" y="15812"/>
                    <a:pt x="77569" y="27356"/>
                    <a:pt x="77569" y="43883"/>
                  </a:cubicBezTo>
                  <a:cubicBezTo>
                    <a:pt x="77569" y="53328"/>
                    <a:pt x="73371" y="62772"/>
                    <a:pt x="66375" y="69331"/>
                  </a:cubicBezTo>
                  <a:cubicBezTo>
                    <a:pt x="57980" y="77202"/>
                    <a:pt x="50145" y="81137"/>
                    <a:pt x="31116" y="87433"/>
                  </a:cubicBezTo>
                  <a:lnTo>
                    <a:pt x="31116" y="90844"/>
                  </a:lnTo>
                  <a:close/>
                </a:path>
              </a:pathLst>
            </a:custGeom>
            <a:solidFill>
              <a:srgbClr val="FFFFFF"/>
            </a:solidFill>
            <a:ln w="281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64" name="Group 1963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Value at given point:}&#10;$$&#10;}&#10;\end{document}" title="IguanaTex Shape Display">
            <a:extLst>
              <a:ext uri="{FF2B5EF4-FFF2-40B4-BE49-F238E27FC236}">
                <a16:creationId xmlns:a16="http://schemas.microsoft.com/office/drawing/2014/main" id="{0287530A-66DA-A2D5-D186-1486514C6442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1798820" y="4888345"/>
            <a:ext cx="3077269" cy="308167"/>
            <a:chOff x="9849334" y="4912830"/>
            <a:chExt cx="3077269" cy="30816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946" name="Freeform: Shape 1945">
              <a:extLst>
                <a:ext uri="{FF2B5EF4-FFF2-40B4-BE49-F238E27FC236}">
                  <a16:creationId xmlns:a16="http://schemas.microsoft.com/office/drawing/2014/main" id="{1C12885E-4C03-A026-7C53-A3138CB8EF12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849334" y="4923229"/>
              <a:ext cx="230038" cy="232598"/>
            </a:xfrm>
            <a:custGeom>
              <a:avLst/>
              <a:gdLst>
                <a:gd name="connsiteX0" fmla="*/ 230231 w 230038"/>
                <a:gd name="connsiteY0" fmla="*/ 75 h 232598"/>
                <a:gd name="connsiteX1" fmla="*/ 160317 w 230038"/>
                <a:gd name="connsiteY1" fmla="*/ 75 h 232598"/>
                <a:gd name="connsiteX2" fmla="*/ 160317 w 230038"/>
                <a:gd name="connsiteY2" fmla="*/ 5621 h 232598"/>
                <a:gd name="connsiteX3" fmla="*/ 183998 w 230038"/>
                <a:gd name="connsiteY3" fmla="*/ 17407 h 232598"/>
                <a:gd name="connsiteX4" fmla="*/ 164452 w 230038"/>
                <a:gd name="connsiteY4" fmla="*/ 58658 h 232598"/>
                <a:gd name="connsiteX5" fmla="*/ 87021 w 230038"/>
                <a:gd name="connsiteY5" fmla="*/ 182063 h 232598"/>
                <a:gd name="connsiteX6" fmla="*/ 62213 w 230038"/>
                <a:gd name="connsiteY6" fmla="*/ 28500 h 232598"/>
                <a:gd name="connsiteX7" fmla="*/ 61837 w 230038"/>
                <a:gd name="connsiteY7" fmla="*/ 23300 h 232598"/>
                <a:gd name="connsiteX8" fmla="*/ 90779 w 230038"/>
                <a:gd name="connsiteY8" fmla="*/ 5621 h 232598"/>
                <a:gd name="connsiteX9" fmla="*/ 90779 w 230038"/>
                <a:gd name="connsiteY9" fmla="*/ 75 h 232598"/>
                <a:gd name="connsiteX10" fmla="*/ 192 w 230038"/>
                <a:gd name="connsiteY10" fmla="*/ 75 h 232598"/>
                <a:gd name="connsiteX11" fmla="*/ 192 w 230038"/>
                <a:gd name="connsiteY11" fmla="*/ 5621 h 232598"/>
                <a:gd name="connsiteX12" fmla="*/ 29887 w 230038"/>
                <a:gd name="connsiteY12" fmla="*/ 52418 h 232598"/>
                <a:gd name="connsiteX13" fmla="*/ 61837 w 230038"/>
                <a:gd name="connsiteY13" fmla="*/ 232674 h 232598"/>
                <a:gd name="connsiteX14" fmla="*/ 68978 w 230038"/>
                <a:gd name="connsiteY14" fmla="*/ 232674 h 232598"/>
                <a:gd name="connsiteX15" fmla="*/ 209182 w 230038"/>
                <a:gd name="connsiteY15" fmla="*/ 19487 h 232598"/>
                <a:gd name="connsiteX16" fmla="*/ 230231 w 230038"/>
                <a:gd name="connsiteY16" fmla="*/ 5621 h 232598"/>
                <a:gd name="connsiteX17" fmla="*/ 230231 w 230038"/>
                <a:gd name="connsiteY17" fmla="*/ 75 h 23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0038" h="232598">
                  <a:moveTo>
                    <a:pt x="230231" y="75"/>
                  </a:moveTo>
                  <a:lnTo>
                    <a:pt x="160317" y="75"/>
                  </a:lnTo>
                  <a:lnTo>
                    <a:pt x="160317" y="5621"/>
                  </a:lnTo>
                  <a:cubicBezTo>
                    <a:pt x="177232" y="7354"/>
                    <a:pt x="183998" y="10821"/>
                    <a:pt x="183998" y="17407"/>
                  </a:cubicBezTo>
                  <a:cubicBezTo>
                    <a:pt x="183998" y="23993"/>
                    <a:pt x="176856" y="38899"/>
                    <a:pt x="164452" y="58658"/>
                  </a:cubicBezTo>
                  <a:lnTo>
                    <a:pt x="87021" y="182063"/>
                  </a:lnTo>
                  <a:lnTo>
                    <a:pt x="62213" y="28500"/>
                  </a:lnTo>
                  <a:cubicBezTo>
                    <a:pt x="61837" y="26766"/>
                    <a:pt x="61837" y="25380"/>
                    <a:pt x="61837" y="23300"/>
                  </a:cubicBezTo>
                  <a:cubicBezTo>
                    <a:pt x="61837" y="11514"/>
                    <a:pt x="67099" y="8048"/>
                    <a:pt x="90779" y="5621"/>
                  </a:cubicBezTo>
                  <a:lnTo>
                    <a:pt x="90779" y="75"/>
                  </a:lnTo>
                  <a:lnTo>
                    <a:pt x="192" y="75"/>
                  </a:lnTo>
                  <a:lnTo>
                    <a:pt x="192" y="5621"/>
                  </a:lnTo>
                  <a:cubicBezTo>
                    <a:pt x="21242" y="8048"/>
                    <a:pt x="21993" y="9087"/>
                    <a:pt x="29887" y="52418"/>
                  </a:cubicBezTo>
                  <a:lnTo>
                    <a:pt x="61837" y="232674"/>
                  </a:lnTo>
                  <a:lnTo>
                    <a:pt x="68978" y="232674"/>
                  </a:lnTo>
                  <a:lnTo>
                    <a:pt x="209182" y="19487"/>
                  </a:lnTo>
                  <a:cubicBezTo>
                    <a:pt x="215572" y="10127"/>
                    <a:pt x="221586" y="5968"/>
                    <a:pt x="230231" y="5621"/>
                  </a:cubicBezTo>
                  <a:lnTo>
                    <a:pt x="230231" y="75"/>
                  </a:ln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7" name="Freeform: Shape 1946">
              <a:extLst>
                <a:ext uri="{FF2B5EF4-FFF2-40B4-BE49-F238E27FC236}">
                  <a16:creationId xmlns:a16="http://schemas.microsoft.com/office/drawing/2014/main" id="{503995DA-3296-80CC-7A96-043FE90563DD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0015802" y="4996718"/>
              <a:ext cx="172529" cy="156683"/>
            </a:xfrm>
            <a:custGeom>
              <a:avLst/>
              <a:gdLst>
                <a:gd name="connsiteX0" fmla="*/ 168216 w 172529"/>
                <a:gd name="connsiteY0" fmla="*/ 114814 h 156683"/>
                <a:gd name="connsiteX1" fmla="*/ 157691 w 172529"/>
                <a:gd name="connsiteY1" fmla="*/ 124520 h 156683"/>
                <a:gd name="connsiteX2" fmla="*/ 138145 w 172529"/>
                <a:gd name="connsiteY2" fmla="*/ 138733 h 156683"/>
                <a:gd name="connsiteX3" fmla="*/ 132883 w 172529"/>
                <a:gd name="connsiteY3" fmla="*/ 134226 h 156683"/>
                <a:gd name="connsiteX4" fmla="*/ 166336 w 172529"/>
                <a:gd name="connsiteY4" fmla="*/ 8394 h 156683"/>
                <a:gd name="connsiteX5" fmla="*/ 168592 w 172529"/>
                <a:gd name="connsiteY5" fmla="*/ 1115 h 156683"/>
                <a:gd name="connsiteX6" fmla="*/ 165961 w 172529"/>
                <a:gd name="connsiteY6" fmla="*/ 75 h 156683"/>
                <a:gd name="connsiteX7" fmla="*/ 143032 w 172529"/>
                <a:gd name="connsiteY7" fmla="*/ 2501 h 156683"/>
                <a:gd name="connsiteX8" fmla="*/ 141904 w 172529"/>
                <a:gd name="connsiteY8" fmla="*/ 3541 h 156683"/>
                <a:gd name="connsiteX9" fmla="*/ 137769 w 172529"/>
                <a:gd name="connsiteY9" fmla="*/ 20180 h 156683"/>
                <a:gd name="connsiteX10" fmla="*/ 107699 w 172529"/>
                <a:gd name="connsiteY10" fmla="*/ 75 h 156683"/>
                <a:gd name="connsiteX11" fmla="*/ 197 w 172529"/>
                <a:gd name="connsiteY11" fmla="*/ 118281 h 156683"/>
                <a:gd name="connsiteX12" fmla="*/ 38537 w 172529"/>
                <a:gd name="connsiteY12" fmla="*/ 156758 h 156683"/>
                <a:gd name="connsiteX13" fmla="*/ 114089 w 172529"/>
                <a:gd name="connsiteY13" fmla="*/ 102335 h 156683"/>
                <a:gd name="connsiteX14" fmla="*/ 105444 w 172529"/>
                <a:gd name="connsiteY14" fmla="*/ 142199 h 156683"/>
                <a:gd name="connsiteX15" fmla="*/ 120479 w 172529"/>
                <a:gd name="connsiteY15" fmla="*/ 156412 h 156683"/>
                <a:gd name="connsiteX16" fmla="*/ 172726 w 172529"/>
                <a:gd name="connsiteY16" fmla="*/ 118281 h 156683"/>
                <a:gd name="connsiteX17" fmla="*/ 168216 w 172529"/>
                <a:gd name="connsiteY17" fmla="*/ 114814 h 156683"/>
                <a:gd name="connsiteX18" fmla="*/ 109954 w 172529"/>
                <a:gd name="connsiteY18" fmla="*/ 7701 h 156683"/>
                <a:gd name="connsiteX19" fmla="*/ 131004 w 172529"/>
                <a:gd name="connsiteY19" fmla="*/ 28846 h 156683"/>
                <a:gd name="connsiteX20" fmla="*/ 86274 w 172529"/>
                <a:gd name="connsiteY20" fmla="*/ 124520 h 156683"/>
                <a:gd name="connsiteX21" fmla="*/ 53572 w 172529"/>
                <a:gd name="connsiteY21" fmla="*/ 139773 h 156683"/>
                <a:gd name="connsiteX22" fmla="*/ 31771 w 172529"/>
                <a:gd name="connsiteY22" fmla="*/ 113774 h 156683"/>
                <a:gd name="connsiteX23" fmla="*/ 62218 w 172529"/>
                <a:gd name="connsiteY23" fmla="*/ 37859 h 156683"/>
                <a:gd name="connsiteX24" fmla="*/ 109954 w 172529"/>
                <a:gd name="connsiteY24" fmla="*/ 7701 h 15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2529" h="156683">
                  <a:moveTo>
                    <a:pt x="168216" y="114814"/>
                  </a:moveTo>
                  <a:cubicBezTo>
                    <a:pt x="162578" y="120014"/>
                    <a:pt x="160322" y="121747"/>
                    <a:pt x="157691" y="124520"/>
                  </a:cubicBezTo>
                  <a:cubicBezTo>
                    <a:pt x="146415" y="135266"/>
                    <a:pt x="141528" y="138733"/>
                    <a:pt x="138145" y="138733"/>
                  </a:cubicBezTo>
                  <a:cubicBezTo>
                    <a:pt x="135138" y="138733"/>
                    <a:pt x="132883" y="136653"/>
                    <a:pt x="132883" y="134226"/>
                  </a:cubicBezTo>
                  <a:cubicBezTo>
                    <a:pt x="132883" y="127294"/>
                    <a:pt x="148670" y="68017"/>
                    <a:pt x="166336" y="8394"/>
                  </a:cubicBezTo>
                  <a:cubicBezTo>
                    <a:pt x="167464" y="4928"/>
                    <a:pt x="167840" y="4234"/>
                    <a:pt x="168592" y="1115"/>
                  </a:cubicBezTo>
                  <a:lnTo>
                    <a:pt x="165961" y="75"/>
                  </a:lnTo>
                  <a:lnTo>
                    <a:pt x="143032" y="2501"/>
                  </a:lnTo>
                  <a:lnTo>
                    <a:pt x="141904" y="3541"/>
                  </a:lnTo>
                  <a:lnTo>
                    <a:pt x="137769" y="20180"/>
                  </a:lnTo>
                  <a:cubicBezTo>
                    <a:pt x="134762" y="7354"/>
                    <a:pt x="123862" y="75"/>
                    <a:pt x="107699" y="75"/>
                  </a:cubicBezTo>
                  <a:cubicBezTo>
                    <a:pt x="58083" y="75"/>
                    <a:pt x="197" y="63511"/>
                    <a:pt x="197" y="118281"/>
                  </a:cubicBezTo>
                  <a:cubicBezTo>
                    <a:pt x="197" y="142546"/>
                    <a:pt x="14481" y="156758"/>
                    <a:pt x="38537" y="156758"/>
                  </a:cubicBezTo>
                  <a:cubicBezTo>
                    <a:pt x="64849" y="156758"/>
                    <a:pt x="81012" y="145319"/>
                    <a:pt x="114089" y="102335"/>
                  </a:cubicBezTo>
                  <a:cubicBezTo>
                    <a:pt x="106571" y="129373"/>
                    <a:pt x="105444" y="133880"/>
                    <a:pt x="105444" y="142199"/>
                  </a:cubicBezTo>
                  <a:cubicBezTo>
                    <a:pt x="105444" y="152252"/>
                    <a:pt x="109954" y="156412"/>
                    <a:pt x="120479" y="156412"/>
                  </a:cubicBezTo>
                  <a:cubicBezTo>
                    <a:pt x="135514" y="156412"/>
                    <a:pt x="144911" y="149825"/>
                    <a:pt x="172726" y="118281"/>
                  </a:cubicBezTo>
                  <a:lnTo>
                    <a:pt x="168216" y="114814"/>
                  </a:lnTo>
                  <a:close/>
                  <a:moveTo>
                    <a:pt x="109954" y="7701"/>
                  </a:moveTo>
                  <a:cubicBezTo>
                    <a:pt x="122734" y="8394"/>
                    <a:pt x="131004" y="16714"/>
                    <a:pt x="131004" y="28846"/>
                  </a:cubicBezTo>
                  <a:cubicBezTo>
                    <a:pt x="131004" y="57964"/>
                    <a:pt x="112210" y="98869"/>
                    <a:pt x="86274" y="124520"/>
                  </a:cubicBezTo>
                  <a:cubicBezTo>
                    <a:pt x="77253" y="133880"/>
                    <a:pt x="64473" y="139773"/>
                    <a:pt x="53572" y="139773"/>
                  </a:cubicBezTo>
                  <a:cubicBezTo>
                    <a:pt x="40416" y="139773"/>
                    <a:pt x="31771" y="129720"/>
                    <a:pt x="31771" y="113774"/>
                  </a:cubicBezTo>
                  <a:cubicBezTo>
                    <a:pt x="31771" y="95056"/>
                    <a:pt x="46055" y="59351"/>
                    <a:pt x="62218" y="37859"/>
                  </a:cubicBezTo>
                  <a:cubicBezTo>
                    <a:pt x="77253" y="17754"/>
                    <a:pt x="94919" y="6661"/>
                    <a:pt x="109954" y="7701"/>
                  </a:cubicBez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8" name="Freeform: Shape 1947">
              <a:extLst>
                <a:ext uri="{FF2B5EF4-FFF2-40B4-BE49-F238E27FC236}">
                  <a16:creationId xmlns:a16="http://schemas.microsoft.com/office/drawing/2014/main" id="{FC37D2CB-8088-74CD-D29B-2A84C5518EA5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213092" y="4912830"/>
              <a:ext cx="89835" cy="240571"/>
            </a:xfrm>
            <a:custGeom>
              <a:avLst/>
              <a:gdLst>
                <a:gd name="connsiteX0" fmla="*/ 70868 w 89835"/>
                <a:gd name="connsiteY0" fmla="*/ 194196 h 240571"/>
                <a:gd name="connsiteX1" fmla="*/ 60719 w 89835"/>
                <a:gd name="connsiteY1" fmla="*/ 205982 h 240571"/>
                <a:gd name="connsiteX2" fmla="*/ 34783 w 89835"/>
                <a:gd name="connsiteY2" fmla="*/ 225741 h 240571"/>
                <a:gd name="connsiteX3" fmla="*/ 29145 w 89835"/>
                <a:gd name="connsiteY3" fmla="*/ 219501 h 240571"/>
                <a:gd name="connsiteX4" fmla="*/ 32152 w 89835"/>
                <a:gd name="connsiteY4" fmla="*/ 205982 h 240571"/>
                <a:gd name="connsiteX5" fmla="*/ 33280 w 89835"/>
                <a:gd name="connsiteY5" fmla="*/ 202516 h 240571"/>
                <a:gd name="connsiteX6" fmla="*/ 90038 w 89835"/>
                <a:gd name="connsiteY6" fmla="*/ 1808 h 240571"/>
                <a:gd name="connsiteX7" fmla="*/ 88158 w 89835"/>
                <a:gd name="connsiteY7" fmla="*/ 75 h 240571"/>
                <a:gd name="connsiteX8" fmla="*/ 29521 w 89835"/>
                <a:gd name="connsiteY8" fmla="*/ 9434 h 240571"/>
                <a:gd name="connsiteX9" fmla="*/ 29521 w 89835"/>
                <a:gd name="connsiteY9" fmla="*/ 14980 h 240571"/>
                <a:gd name="connsiteX10" fmla="*/ 55081 w 89835"/>
                <a:gd name="connsiteY10" fmla="*/ 22953 h 240571"/>
                <a:gd name="connsiteX11" fmla="*/ 53577 w 89835"/>
                <a:gd name="connsiteY11" fmla="*/ 29193 h 240571"/>
                <a:gd name="connsiteX12" fmla="*/ 2082 w 89835"/>
                <a:gd name="connsiteY12" fmla="*/ 212222 h 240571"/>
                <a:gd name="connsiteX13" fmla="*/ 202 w 89835"/>
                <a:gd name="connsiteY13" fmla="*/ 221234 h 240571"/>
                <a:gd name="connsiteX14" fmla="*/ 18620 w 89835"/>
                <a:gd name="connsiteY14" fmla="*/ 240647 h 240571"/>
                <a:gd name="connsiteX15" fmla="*/ 75754 w 89835"/>
                <a:gd name="connsiteY15" fmla="*/ 197316 h 240571"/>
                <a:gd name="connsiteX16" fmla="*/ 70868 w 89835"/>
                <a:gd name="connsiteY16" fmla="*/ 194196 h 24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835" h="240571">
                  <a:moveTo>
                    <a:pt x="70868" y="194196"/>
                  </a:moveTo>
                  <a:cubicBezTo>
                    <a:pt x="67485" y="198009"/>
                    <a:pt x="64102" y="201822"/>
                    <a:pt x="60719" y="205982"/>
                  </a:cubicBezTo>
                  <a:cubicBezTo>
                    <a:pt x="48691" y="220541"/>
                    <a:pt x="41549" y="225741"/>
                    <a:pt x="34783" y="225741"/>
                  </a:cubicBezTo>
                  <a:cubicBezTo>
                    <a:pt x="31024" y="225741"/>
                    <a:pt x="29145" y="223314"/>
                    <a:pt x="29145" y="219501"/>
                  </a:cubicBezTo>
                  <a:cubicBezTo>
                    <a:pt x="29145" y="217075"/>
                    <a:pt x="30273" y="212915"/>
                    <a:pt x="32152" y="205982"/>
                  </a:cubicBezTo>
                  <a:cubicBezTo>
                    <a:pt x="32528" y="204942"/>
                    <a:pt x="32904" y="203209"/>
                    <a:pt x="33280" y="202516"/>
                  </a:cubicBezTo>
                  <a:lnTo>
                    <a:pt x="90038" y="1808"/>
                  </a:lnTo>
                  <a:lnTo>
                    <a:pt x="88158" y="75"/>
                  </a:lnTo>
                  <a:cubicBezTo>
                    <a:pt x="65981" y="4581"/>
                    <a:pt x="51698" y="7008"/>
                    <a:pt x="29521" y="9434"/>
                  </a:cubicBezTo>
                  <a:lnTo>
                    <a:pt x="29521" y="14980"/>
                  </a:lnTo>
                  <a:cubicBezTo>
                    <a:pt x="47563" y="14980"/>
                    <a:pt x="55081" y="17407"/>
                    <a:pt x="55081" y="22953"/>
                  </a:cubicBezTo>
                  <a:cubicBezTo>
                    <a:pt x="55081" y="23993"/>
                    <a:pt x="54705" y="26073"/>
                    <a:pt x="53577" y="29193"/>
                  </a:cubicBezTo>
                  <a:lnTo>
                    <a:pt x="2082" y="212222"/>
                  </a:lnTo>
                  <a:cubicBezTo>
                    <a:pt x="954" y="216035"/>
                    <a:pt x="202" y="219501"/>
                    <a:pt x="202" y="221234"/>
                  </a:cubicBezTo>
                  <a:cubicBezTo>
                    <a:pt x="202" y="233714"/>
                    <a:pt x="6592" y="240647"/>
                    <a:pt x="18620" y="240647"/>
                  </a:cubicBezTo>
                  <a:cubicBezTo>
                    <a:pt x="38166" y="240647"/>
                    <a:pt x="51322" y="230594"/>
                    <a:pt x="75754" y="197316"/>
                  </a:cubicBezTo>
                  <a:lnTo>
                    <a:pt x="70868" y="194196"/>
                  </a:ln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9" name="Freeform: Shape 1948">
              <a:extLst>
                <a:ext uri="{FF2B5EF4-FFF2-40B4-BE49-F238E27FC236}">
                  <a16:creationId xmlns:a16="http://schemas.microsoft.com/office/drawing/2014/main" id="{3060070E-F8EB-445E-2D81-94A4BA5D3DA7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0318727" y="4996718"/>
              <a:ext cx="162756" cy="156683"/>
            </a:xfrm>
            <a:custGeom>
              <a:avLst/>
              <a:gdLst>
                <a:gd name="connsiteX0" fmla="*/ 157699 w 162756"/>
                <a:gd name="connsiteY0" fmla="*/ 112388 h 156683"/>
                <a:gd name="connsiteX1" fmla="*/ 126501 w 162756"/>
                <a:gd name="connsiteY1" fmla="*/ 139773 h 156683"/>
                <a:gd name="connsiteX2" fmla="*/ 122366 w 162756"/>
                <a:gd name="connsiteY2" fmla="*/ 133880 h 156683"/>
                <a:gd name="connsiteX3" fmla="*/ 129508 w 162756"/>
                <a:gd name="connsiteY3" fmla="*/ 106841 h 156683"/>
                <a:gd name="connsiteX4" fmla="*/ 159202 w 162756"/>
                <a:gd name="connsiteY4" fmla="*/ 3195 h 156683"/>
                <a:gd name="connsiteX5" fmla="*/ 131387 w 162756"/>
                <a:gd name="connsiteY5" fmla="*/ 3195 h 156683"/>
                <a:gd name="connsiteX6" fmla="*/ 90040 w 162756"/>
                <a:gd name="connsiteY6" fmla="*/ 87776 h 156683"/>
                <a:gd name="connsiteX7" fmla="*/ 37041 w 162756"/>
                <a:gd name="connsiteY7" fmla="*/ 138386 h 156683"/>
                <a:gd name="connsiteX8" fmla="*/ 29148 w 162756"/>
                <a:gd name="connsiteY8" fmla="*/ 129720 h 156683"/>
                <a:gd name="connsiteX9" fmla="*/ 29524 w 162756"/>
                <a:gd name="connsiteY9" fmla="*/ 126600 h 156683"/>
                <a:gd name="connsiteX10" fmla="*/ 63729 w 162756"/>
                <a:gd name="connsiteY10" fmla="*/ 768 h 156683"/>
                <a:gd name="connsiteX11" fmla="*/ 62601 w 162756"/>
                <a:gd name="connsiteY11" fmla="*/ 75 h 156683"/>
                <a:gd name="connsiteX12" fmla="*/ 6219 w 162756"/>
                <a:gd name="connsiteY12" fmla="*/ 9434 h 156683"/>
                <a:gd name="connsiteX13" fmla="*/ 6219 w 162756"/>
                <a:gd name="connsiteY13" fmla="*/ 14287 h 156683"/>
                <a:gd name="connsiteX14" fmla="*/ 24637 w 162756"/>
                <a:gd name="connsiteY14" fmla="*/ 16367 h 156683"/>
                <a:gd name="connsiteX15" fmla="*/ 28772 w 162756"/>
                <a:gd name="connsiteY15" fmla="*/ 22607 h 156683"/>
                <a:gd name="connsiteX16" fmla="*/ 23510 w 162756"/>
                <a:gd name="connsiteY16" fmla="*/ 45832 h 156683"/>
                <a:gd name="connsiteX17" fmla="*/ 9602 w 162756"/>
                <a:gd name="connsiteY17" fmla="*/ 95056 h 156683"/>
                <a:gd name="connsiteX18" fmla="*/ 205 w 162756"/>
                <a:gd name="connsiteY18" fmla="*/ 137693 h 156683"/>
                <a:gd name="connsiteX19" fmla="*/ 20127 w 162756"/>
                <a:gd name="connsiteY19" fmla="*/ 156758 h 156683"/>
                <a:gd name="connsiteX20" fmla="*/ 109962 w 162756"/>
                <a:gd name="connsiteY20" fmla="*/ 71137 h 156683"/>
                <a:gd name="connsiteX21" fmla="*/ 93047 w 162756"/>
                <a:gd name="connsiteY21" fmla="*/ 139426 h 156683"/>
                <a:gd name="connsiteX22" fmla="*/ 111090 w 162756"/>
                <a:gd name="connsiteY22" fmla="*/ 156065 h 156683"/>
                <a:gd name="connsiteX23" fmla="*/ 162961 w 162756"/>
                <a:gd name="connsiteY23" fmla="*/ 115508 h 156683"/>
                <a:gd name="connsiteX24" fmla="*/ 157699 w 162756"/>
                <a:gd name="connsiteY24" fmla="*/ 112388 h 15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2756" h="156683">
                  <a:moveTo>
                    <a:pt x="157699" y="112388"/>
                  </a:moveTo>
                  <a:cubicBezTo>
                    <a:pt x="138153" y="134920"/>
                    <a:pt x="132515" y="139773"/>
                    <a:pt x="126501" y="139773"/>
                  </a:cubicBezTo>
                  <a:cubicBezTo>
                    <a:pt x="123870" y="139773"/>
                    <a:pt x="122366" y="137693"/>
                    <a:pt x="122366" y="133880"/>
                  </a:cubicBezTo>
                  <a:cubicBezTo>
                    <a:pt x="122366" y="131800"/>
                    <a:pt x="122366" y="131800"/>
                    <a:pt x="129508" y="106841"/>
                  </a:cubicBezTo>
                  <a:lnTo>
                    <a:pt x="159202" y="3195"/>
                  </a:lnTo>
                  <a:lnTo>
                    <a:pt x="131387" y="3195"/>
                  </a:lnTo>
                  <a:cubicBezTo>
                    <a:pt x="109962" y="56925"/>
                    <a:pt x="107331" y="62471"/>
                    <a:pt x="90040" y="87776"/>
                  </a:cubicBezTo>
                  <a:cubicBezTo>
                    <a:pt x="67488" y="120707"/>
                    <a:pt x="49069" y="138386"/>
                    <a:pt x="37041" y="138386"/>
                  </a:cubicBezTo>
                  <a:cubicBezTo>
                    <a:pt x="32531" y="138386"/>
                    <a:pt x="29148" y="134920"/>
                    <a:pt x="29148" y="129720"/>
                  </a:cubicBezTo>
                  <a:cubicBezTo>
                    <a:pt x="29148" y="128333"/>
                    <a:pt x="29148" y="127640"/>
                    <a:pt x="29524" y="126600"/>
                  </a:cubicBezTo>
                  <a:lnTo>
                    <a:pt x="63729" y="768"/>
                  </a:lnTo>
                  <a:lnTo>
                    <a:pt x="62601" y="75"/>
                  </a:lnTo>
                  <a:cubicBezTo>
                    <a:pt x="41176" y="4581"/>
                    <a:pt x="27644" y="7008"/>
                    <a:pt x="6219" y="9434"/>
                  </a:cubicBezTo>
                  <a:lnTo>
                    <a:pt x="6219" y="14287"/>
                  </a:lnTo>
                  <a:cubicBezTo>
                    <a:pt x="20503" y="14287"/>
                    <a:pt x="21254" y="14634"/>
                    <a:pt x="24637" y="16367"/>
                  </a:cubicBezTo>
                  <a:cubicBezTo>
                    <a:pt x="26892" y="17060"/>
                    <a:pt x="28772" y="20180"/>
                    <a:pt x="28772" y="22607"/>
                  </a:cubicBezTo>
                  <a:cubicBezTo>
                    <a:pt x="28772" y="25380"/>
                    <a:pt x="26892" y="34046"/>
                    <a:pt x="23510" y="45832"/>
                  </a:cubicBezTo>
                  <a:lnTo>
                    <a:pt x="9602" y="95056"/>
                  </a:lnTo>
                  <a:cubicBezTo>
                    <a:pt x="2836" y="119667"/>
                    <a:pt x="205" y="131453"/>
                    <a:pt x="205" y="137693"/>
                  </a:cubicBezTo>
                  <a:cubicBezTo>
                    <a:pt x="205" y="150172"/>
                    <a:pt x="6971" y="156758"/>
                    <a:pt x="20127" y="156758"/>
                  </a:cubicBezTo>
                  <a:cubicBezTo>
                    <a:pt x="46814" y="156758"/>
                    <a:pt x="66736" y="138040"/>
                    <a:pt x="109962" y="71137"/>
                  </a:cubicBezTo>
                  <a:cubicBezTo>
                    <a:pt x="99062" y="108228"/>
                    <a:pt x="93047" y="132147"/>
                    <a:pt x="93047" y="139426"/>
                  </a:cubicBezTo>
                  <a:cubicBezTo>
                    <a:pt x="93047" y="149825"/>
                    <a:pt x="99813" y="156065"/>
                    <a:pt x="111090" y="156065"/>
                  </a:cubicBezTo>
                  <a:cubicBezTo>
                    <a:pt x="128756" y="156065"/>
                    <a:pt x="137401" y="149132"/>
                    <a:pt x="162961" y="115508"/>
                  </a:cubicBezTo>
                  <a:lnTo>
                    <a:pt x="157699" y="112388"/>
                  </a:ln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0" name="Freeform: Shape 1949">
              <a:extLst>
                <a:ext uri="{FF2B5EF4-FFF2-40B4-BE49-F238E27FC236}">
                  <a16:creationId xmlns:a16="http://schemas.microsoft.com/office/drawing/2014/main" id="{CC4D3BB0-088F-C1C5-A148-CEC901ECF1F3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0503237" y="4996718"/>
              <a:ext cx="143210" cy="156683"/>
            </a:xfrm>
            <a:custGeom>
              <a:avLst/>
              <a:gdLst>
                <a:gd name="connsiteX0" fmla="*/ 123123 w 143210"/>
                <a:gd name="connsiteY0" fmla="*/ 115161 h 156683"/>
                <a:gd name="connsiteX1" fmla="*/ 68244 w 143210"/>
                <a:gd name="connsiteY1" fmla="*/ 141159 h 156683"/>
                <a:gd name="connsiteX2" fmla="*/ 32912 w 143210"/>
                <a:gd name="connsiteY2" fmla="*/ 109961 h 156683"/>
                <a:gd name="connsiteX3" fmla="*/ 36670 w 143210"/>
                <a:gd name="connsiteY3" fmla="*/ 88469 h 156683"/>
                <a:gd name="connsiteX4" fmla="*/ 47195 w 143210"/>
                <a:gd name="connsiteY4" fmla="*/ 87083 h 156683"/>
                <a:gd name="connsiteX5" fmla="*/ 143420 w 143210"/>
                <a:gd name="connsiteY5" fmla="*/ 23647 h 156683"/>
                <a:gd name="connsiteX6" fmla="*/ 113350 w 143210"/>
                <a:gd name="connsiteY6" fmla="*/ 75 h 156683"/>
                <a:gd name="connsiteX7" fmla="*/ 210 w 143210"/>
                <a:gd name="connsiteY7" fmla="*/ 109268 h 156683"/>
                <a:gd name="connsiteX8" fmla="*/ 49826 w 143210"/>
                <a:gd name="connsiteY8" fmla="*/ 156758 h 156683"/>
                <a:gd name="connsiteX9" fmla="*/ 127633 w 143210"/>
                <a:gd name="connsiteY9" fmla="*/ 119321 h 156683"/>
                <a:gd name="connsiteX10" fmla="*/ 123123 w 143210"/>
                <a:gd name="connsiteY10" fmla="*/ 115161 h 156683"/>
                <a:gd name="connsiteX11" fmla="*/ 45692 w 143210"/>
                <a:gd name="connsiteY11" fmla="*/ 65591 h 156683"/>
                <a:gd name="connsiteX12" fmla="*/ 105457 w 143210"/>
                <a:gd name="connsiteY12" fmla="*/ 8048 h 156683"/>
                <a:gd name="connsiteX13" fmla="*/ 118612 w 143210"/>
                <a:gd name="connsiteY13" fmla="*/ 21567 h 156683"/>
                <a:gd name="connsiteX14" fmla="*/ 99818 w 143210"/>
                <a:gd name="connsiteY14" fmla="*/ 55191 h 156683"/>
                <a:gd name="connsiteX15" fmla="*/ 39302 w 143210"/>
                <a:gd name="connsiteY15" fmla="*/ 80843 h 156683"/>
                <a:gd name="connsiteX16" fmla="*/ 45692 w 143210"/>
                <a:gd name="connsiteY16" fmla="*/ 65591 h 15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210" h="156683">
                  <a:moveTo>
                    <a:pt x="123123" y="115161"/>
                  </a:moveTo>
                  <a:cubicBezTo>
                    <a:pt x="96059" y="135613"/>
                    <a:pt x="84407" y="141159"/>
                    <a:pt x="68244" y="141159"/>
                  </a:cubicBezTo>
                  <a:cubicBezTo>
                    <a:pt x="46819" y="141159"/>
                    <a:pt x="32912" y="128680"/>
                    <a:pt x="32912" y="109961"/>
                  </a:cubicBezTo>
                  <a:cubicBezTo>
                    <a:pt x="32912" y="104762"/>
                    <a:pt x="33663" y="99562"/>
                    <a:pt x="36670" y="88469"/>
                  </a:cubicBezTo>
                  <a:lnTo>
                    <a:pt x="47195" y="87083"/>
                  </a:lnTo>
                  <a:cubicBezTo>
                    <a:pt x="103577" y="79803"/>
                    <a:pt x="143420" y="53458"/>
                    <a:pt x="143420" y="23647"/>
                  </a:cubicBezTo>
                  <a:cubicBezTo>
                    <a:pt x="143420" y="9087"/>
                    <a:pt x="132144" y="75"/>
                    <a:pt x="113350" y="75"/>
                  </a:cubicBezTo>
                  <a:cubicBezTo>
                    <a:pt x="59223" y="75"/>
                    <a:pt x="210" y="57271"/>
                    <a:pt x="210" y="109268"/>
                  </a:cubicBezTo>
                  <a:cubicBezTo>
                    <a:pt x="210" y="137346"/>
                    <a:pt x="20508" y="156758"/>
                    <a:pt x="49826" y="156758"/>
                  </a:cubicBezTo>
                  <a:cubicBezTo>
                    <a:pt x="76514" y="156758"/>
                    <a:pt x="105457" y="142546"/>
                    <a:pt x="127633" y="119321"/>
                  </a:cubicBezTo>
                  <a:lnTo>
                    <a:pt x="123123" y="115161"/>
                  </a:lnTo>
                  <a:close/>
                  <a:moveTo>
                    <a:pt x="45692" y="65591"/>
                  </a:moveTo>
                  <a:cubicBezTo>
                    <a:pt x="58471" y="34739"/>
                    <a:pt x="86287" y="8048"/>
                    <a:pt x="105457" y="8048"/>
                  </a:cubicBezTo>
                  <a:cubicBezTo>
                    <a:pt x="113350" y="8048"/>
                    <a:pt x="118612" y="13594"/>
                    <a:pt x="118612" y="21567"/>
                  </a:cubicBezTo>
                  <a:cubicBezTo>
                    <a:pt x="118612" y="32313"/>
                    <a:pt x="111471" y="44792"/>
                    <a:pt x="99818" y="55191"/>
                  </a:cubicBezTo>
                  <a:cubicBezTo>
                    <a:pt x="85911" y="67324"/>
                    <a:pt x="71627" y="73564"/>
                    <a:pt x="39302" y="80843"/>
                  </a:cubicBezTo>
                  <a:lnTo>
                    <a:pt x="45692" y="65591"/>
                  </a:ln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1" name="Freeform: Shape 1950">
              <a:extLst>
                <a:ext uri="{FF2B5EF4-FFF2-40B4-BE49-F238E27FC236}">
                  <a16:creationId xmlns:a16="http://schemas.microsoft.com/office/drawing/2014/main" id="{F1DA5266-95FC-C187-AB04-72036863CC15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0759812" y="4996718"/>
              <a:ext cx="172529" cy="156683"/>
            </a:xfrm>
            <a:custGeom>
              <a:avLst/>
              <a:gdLst>
                <a:gd name="connsiteX0" fmla="*/ 168235 w 172529"/>
                <a:gd name="connsiteY0" fmla="*/ 114814 h 156683"/>
                <a:gd name="connsiteX1" fmla="*/ 157711 w 172529"/>
                <a:gd name="connsiteY1" fmla="*/ 124520 h 156683"/>
                <a:gd name="connsiteX2" fmla="*/ 138165 w 172529"/>
                <a:gd name="connsiteY2" fmla="*/ 138733 h 156683"/>
                <a:gd name="connsiteX3" fmla="*/ 132903 w 172529"/>
                <a:gd name="connsiteY3" fmla="*/ 134226 h 156683"/>
                <a:gd name="connsiteX4" fmla="*/ 166356 w 172529"/>
                <a:gd name="connsiteY4" fmla="*/ 8394 h 156683"/>
                <a:gd name="connsiteX5" fmla="*/ 168611 w 172529"/>
                <a:gd name="connsiteY5" fmla="*/ 1115 h 156683"/>
                <a:gd name="connsiteX6" fmla="*/ 165980 w 172529"/>
                <a:gd name="connsiteY6" fmla="*/ 75 h 156683"/>
                <a:gd name="connsiteX7" fmla="*/ 143051 w 172529"/>
                <a:gd name="connsiteY7" fmla="*/ 2501 h 156683"/>
                <a:gd name="connsiteX8" fmla="*/ 141924 w 172529"/>
                <a:gd name="connsiteY8" fmla="*/ 3541 h 156683"/>
                <a:gd name="connsiteX9" fmla="*/ 137789 w 172529"/>
                <a:gd name="connsiteY9" fmla="*/ 20180 h 156683"/>
                <a:gd name="connsiteX10" fmla="*/ 107719 w 172529"/>
                <a:gd name="connsiteY10" fmla="*/ 75 h 156683"/>
                <a:gd name="connsiteX11" fmla="*/ 217 w 172529"/>
                <a:gd name="connsiteY11" fmla="*/ 118281 h 156683"/>
                <a:gd name="connsiteX12" fmla="*/ 38557 w 172529"/>
                <a:gd name="connsiteY12" fmla="*/ 156758 h 156683"/>
                <a:gd name="connsiteX13" fmla="*/ 114109 w 172529"/>
                <a:gd name="connsiteY13" fmla="*/ 102335 h 156683"/>
                <a:gd name="connsiteX14" fmla="*/ 105463 w 172529"/>
                <a:gd name="connsiteY14" fmla="*/ 142199 h 156683"/>
                <a:gd name="connsiteX15" fmla="*/ 120499 w 172529"/>
                <a:gd name="connsiteY15" fmla="*/ 156412 h 156683"/>
                <a:gd name="connsiteX16" fmla="*/ 172746 w 172529"/>
                <a:gd name="connsiteY16" fmla="*/ 118281 h 156683"/>
                <a:gd name="connsiteX17" fmla="*/ 168235 w 172529"/>
                <a:gd name="connsiteY17" fmla="*/ 114814 h 156683"/>
                <a:gd name="connsiteX18" fmla="*/ 109974 w 172529"/>
                <a:gd name="connsiteY18" fmla="*/ 7701 h 156683"/>
                <a:gd name="connsiteX19" fmla="*/ 131023 w 172529"/>
                <a:gd name="connsiteY19" fmla="*/ 28846 h 156683"/>
                <a:gd name="connsiteX20" fmla="*/ 86293 w 172529"/>
                <a:gd name="connsiteY20" fmla="*/ 124520 h 156683"/>
                <a:gd name="connsiteX21" fmla="*/ 53592 w 172529"/>
                <a:gd name="connsiteY21" fmla="*/ 139773 h 156683"/>
                <a:gd name="connsiteX22" fmla="*/ 31791 w 172529"/>
                <a:gd name="connsiteY22" fmla="*/ 113774 h 156683"/>
                <a:gd name="connsiteX23" fmla="*/ 62237 w 172529"/>
                <a:gd name="connsiteY23" fmla="*/ 37859 h 156683"/>
                <a:gd name="connsiteX24" fmla="*/ 109974 w 172529"/>
                <a:gd name="connsiteY24" fmla="*/ 7701 h 15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2529" h="156683">
                  <a:moveTo>
                    <a:pt x="168235" y="114814"/>
                  </a:moveTo>
                  <a:cubicBezTo>
                    <a:pt x="162597" y="120014"/>
                    <a:pt x="160342" y="121747"/>
                    <a:pt x="157711" y="124520"/>
                  </a:cubicBezTo>
                  <a:cubicBezTo>
                    <a:pt x="146434" y="135266"/>
                    <a:pt x="141548" y="138733"/>
                    <a:pt x="138165" y="138733"/>
                  </a:cubicBezTo>
                  <a:cubicBezTo>
                    <a:pt x="135158" y="138733"/>
                    <a:pt x="132903" y="136653"/>
                    <a:pt x="132903" y="134226"/>
                  </a:cubicBezTo>
                  <a:cubicBezTo>
                    <a:pt x="132903" y="127294"/>
                    <a:pt x="148690" y="68017"/>
                    <a:pt x="166356" y="8394"/>
                  </a:cubicBezTo>
                  <a:cubicBezTo>
                    <a:pt x="167484" y="4928"/>
                    <a:pt x="167860" y="4234"/>
                    <a:pt x="168611" y="1115"/>
                  </a:cubicBezTo>
                  <a:lnTo>
                    <a:pt x="165980" y="75"/>
                  </a:lnTo>
                  <a:lnTo>
                    <a:pt x="143051" y="2501"/>
                  </a:lnTo>
                  <a:lnTo>
                    <a:pt x="141924" y="3541"/>
                  </a:lnTo>
                  <a:lnTo>
                    <a:pt x="137789" y="20180"/>
                  </a:lnTo>
                  <a:cubicBezTo>
                    <a:pt x="134782" y="7354"/>
                    <a:pt x="123882" y="75"/>
                    <a:pt x="107719" y="75"/>
                  </a:cubicBezTo>
                  <a:cubicBezTo>
                    <a:pt x="58102" y="75"/>
                    <a:pt x="217" y="63511"/>
                    <a:pt x="217" y="118281"/>
                  </a:cubicBezTo>
                  <a:cubicBezTo>
                    <a:pt x="217" y="142546"/>
                    <a:pt x="14500" y="156758"/>
                    <a:pt x="38557" y="156758"/>
                  </a:cubicBezTo>
                  <a:cubicBezTo>
                    <a:pt x="64868" y="156758"/>
                    <a:pt x="81031" y="145319"/>
                    <a:pt x="114109" y="102335"/>
                  </a:cubicBezTo>
                  <a:cubicBezTo>
                    <a:pt x="106591" y="129373"/>
                    <a:pt x="105463" y="133880"/>
                    <a:pt x="105463" y="142199"/>
                  </a:cubicBezTo>
                  <a:cubicBezTo>
                    <a:pt x="105463" y="152252"/>
                    <a:pt x="109974" y="156412"/>
                    <a:pt x="120499" y="156412"/>
                  </a:cubicBezTo>
                  <a:cubicBezTo>
                    <a:pt x="135534" y="156412"/>
                    <a:pt x="144931" y="149825"/>
                    <a:pt x="172746" y="118281"/>
                  </a:cubicBezTo>
                  <a:lnTo>
                    <a:pt x="168235" y="114814"/>
                  </a:lnTo>
                  <a:close/>
                  <a:moveTo>
                    <a:pt x="109974" y="7701"/>
                  </a:moveTo>
                  <a:cubicBezTo>
                    <a:pt x="122754" y="8394"/>
                    <a:pt x="131023" y="16714"/>
                    <a:pt x="131023" y="28846"/>
                  </a:cubicBezTo>
                  <a:cubicBezTo>
                    <a:pt x="131023" y="57964"/>
                    <a:pt x="112229" y="98869"/>
                    <a:pt x="86293" y="124520"/>
                  </a:cubicBezTo>
                  <a:cubicBezTo>
                    <a:pt x="77272" y="133880"/>
                    <a:pt x="64492" y="139773"/>
                    <a:pt x="53592" y="139773"/>
                  </a:cubicBezTo>
                  <a:cubicBezTo>
                    <a:pt x="40436" y="139773"/>
                    <a:pt x="31791" y="129720"/>
                    <a:pt x="31791" y="113774"/>
                  </a:cubicBezTo>
                  <a:cubicBezTo>
                    <a:pt x="31791" y="95056"/>
                    <a:pt x="46074" y="59351"/>
                    <a:pt x="62237" y="37859"/>
                  </a:cubicBezTo>
                  <a:cubicBezTo>
                    <a:pt x="77272" y="17754"/>
                    <a:pt x="94939" y="6661"/>
                    <a:pt x="109974" y="7701"/>
                  </a:cubicBez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2" name="Freeform: Shape 1951">
              <a:extLst>
                <a:ext uri="{FF2B5EF4-FFF2-40B4-BE49-F238E27FC236}">
                  <a16:creationId xmlns:a16="http://schemas.microsoft.com/office/drawing/2014/main" id="{6A930C47-C9FF-E0DA-DDF9-E9A4787242B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0955975" y="4960320"/>
              <a:ext cx="97353" cy="193081"/>
            </a:xfrm>
            <a:custGeom>
              <a:avLst/>
              <a:gdLst>
                <a:gd name="connsiteX0" fmla="*/ 97575 w 97353"/>
                <a:gd name="connsiteY0" fmla="*/ 40979 h 193081"/>
                <a:gd name="connsiteX1" fmla="*/ 67504 w 97353"/>
                <a:gd name="connsiteY1" fmla="*/ 40979 h 193081"/>
                <a:gd name="connsiteX2" fmla="*/ 78029 w 97353"/>
                <a:gd name="connsiteY2" fmla="*/ 5274 h 193081"/>
                <a:gd name="connsiteX3" fmla="*/ 78405 w 97353"/>
                <a:gd name="connsiteY3" fmla="*/ 3541 h 193081"/>
                <a:gd name="connsiteX4" fmla="*/ 75398 w 97353"/>
                <a:gd name="connsiteY4" fmla="*/ 75 h 193081"/>
                <a:gd name="connsiteX5" fmla="*/ 69760 w 97353"/>
                <a:gd name="connsiteY5" fmla="*/ 3195 h 193081"/>
                <a:gd name="connsiteX6" fmla="*/ 19768 w 97353"/>
                <a:gd name="connsiteY6" fmla="*/ 41326 h 193081"/>
                <a:gd name="connsiteX7" fmla="*/ 7739 w 97353"/>
                <a:gd name="connsiteY7" fmla="*/ 49992 h 193081"/>
                <a:gd name="connsiteX8" fmla="*/ 8115 w 97353"/>
                <a:gd name="connsiteY8" fmla="*/ 52072 h 193081"/>
                <a:gd name="connsiteX9" fmla="*/ 35930 w 97353"/>
                <a:gd name="connsiteY9" fmla="*/ 52072 h 193081"/>
                <a:gd name="connsiteX10" fmla="*/ 8867 w 97353"/>
                <a:gd name="connsiteY10" fmla="*/ 147399 h 193081"/>
                <a:gd name="connsiteX11" fmla="*/ 6612 w 97353"/>
                <a:gd name="connsiteY11" fmla="*/ 154679 h 193081"/>
                <a:gd name="connsiteX12" fmla="*/ 222 w 97353"/>
                <a:gd name="connsiteY12" fmla="*/ 179984 h 193081"/>
                <a:gd name="connsiteX13" fmla="*/ 18264 w 97353"/>
                <a:gd name="connsiteY13" fmla="*/ 193156 h 193081"/>
                <a:gd name="connsiteX14" fmla="*/ 71639 w 97353"/>
                <a:gd name="connsiteY14" fmla="*/ 151212 h 193081"/>
                <a:gd name="connsiteX15" fmla="*/ 66753 w 97353"/>
                <a:gd name="connsiteY15" fmla="*/ 148786 h 193081"/>
                <a:gd name="connsiteX16" fmla="*/ 36306 w 97353"/>
                <a:gd name="connsiteY16" fmla="*/ 176171 h 193081"/>
                <a:gd name="connsiteX17" fmla="*/ 30668 w 97353"/>
                <a:gd name="connsiteY17" fmla="*/ 169238 h 193081"/>
                <a:gd name="connsiteX18" fmla="*/ 31044 w 97353"/>
                <a:gd name="connsiteY18" fmla="*/ 167504 h 193081"/>
                <a:gd name="connsiteX19" fmla="*/ 64122 w 97353"/>
                <a:gd name="connsiteY19" fmla="*/ 52072 h 193081"/>
                <a:gd name="connsiteX20" fmla="*/ 95695 w 97353"/>
                <a:gd name="connsiteY20" fmla="*/ 52072 h 193081"/>
                <a:gd name="connsiteX21" fmla="*/ 97575 w 97353"/>
                <a:gd name="connsiteY21" fmla="*/ 40979 h 193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7353" h="193081">
                  <a:moveTo>
                    <a:pt x="97575" y="40979"/>
                  </a:moveTo>
                  <a:lnTo>
                    <a:pt x="67504" y="40979"/>
                  </a:lnTo>
                  <a:lnTo>
                    <a:pt x="78029" y="5274"/>
                  </a:lnTo>
                  <a:cubicBezTo>
                    <a:pt x="78405" y="4581"/>
                    <a:pt x="78405" y="3888"/>
                    <a:pt x="78405" y="3541"/>
                  </a:cubicBezTo>
                  <a:cubicBezTo>
                    <a:pt x="78405" y="1115"/>
                    <a:pt x="77277" y="75"/>
                    <a:pt x="75398" y="75"/>
                  </a:cubicBezTo>
                  <a:cubicBezTo>
                    <a:pt x="73143" y="75"/>
                    <a:pt x="72015" y="421"/>
                    <a:pt x="69760" y="3195"/>
                  </a:cubicBezTo>
                  <a:cubicBezTo>
                    <a:pt x="55100" y="20873"/>
                    <a:pt x="31796" y="38206"/>
                    <a:pt x="19768" y="41326"/>
                  </a:cubicBezTo>
                  <a:cubicBezTo>
                    <a:pt x="10371" y="44099"/>
                    <a:pt x="7739" y="46179"/>
                    <a:pt x="7739" y="49992"/>
                  </a:cubicBezTo>
                  <a:cubicBezTo>
                    <a:pt x="7739" y="50338"/>
                    <a:pt x="7739" y="51032"/>
                    <a:pt x="8115" y="52072"/>
                  </a:cubicBezTo>
                  <a:lnTo>
                    <a:pt x="35930" y="52072"/>
                  </a:lnTo>
                  <a:lnTo>
                    <a:pt x="8867" y="147399"/>
                  </a:lnTo>
                  <a:cubicBezTo>
                    <a:pt x="8115" y="150519"/>
                    <a:pt x="7739" y="151559"/>
                    <a:pt x="6612" y="154679"/>
                  </a:cubicBezTo>
                  <a:cubicBezTo>
                    <a:pt x="3229" y="165078"/>
                    <a:pt x="222" y="177210"/>
                    <a:pt x="222" y="179984"/>
                  </a:cubicBezTo>
                  <a:cubicBezTo>
                    <a:pt x="222" y="187610"/>
                    <a:pt x="8115" y="193156"/>
                    <a:pt x="18264" y="193156"/>
                  </a:cubicBezTo>
                  <a:cubicBezTo>
                    <a:pt x="35555" y="193156"/>
                    <a:pt x="47959" y="183450"/>
                    <a:pt x="71639" y="151212"/>
                  </a:cubicBezTo>
                  <a:lnTo>
                    <a:pt x="66753" y="148786"/>
                  </a:lnTo>
                  <a:cubicBezTo>
                    <a:pt x="48335" y="170624"/>
                    <a:pt x="42320" y="176171"/>
                    <a:pt x="36306" y="176171"/>
                  </a:cubicBezTo>
                  <a:cubicBezTo>
                    <a:pt x="32923" y="176171"/>
                    <a:pt x="30668" y="173397"/>
                    <a:pt x="30668" y="169238"/>
                  </a:cubicBezTo>
                  <a:cubicBezTo>
                    <a:pt x="30668" y="168891"/>
                    <a:pt x="30668" y="168544"/>
                    <a:pt x="31044" y="167504"/>
                  </a:cubicBezTo>
                  <a:lnTo>
                    <a:pt x="64122" y="52072"/>
                  </a:lnTo>
                  <a:lnTo>
                    <a:pt x="95695" y="52072"/>
                  </a:lnTo>
                  <a:lnTo>
                    <a:pt x="97575" y="40979"/>
                  </a:ln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3" name="Freeform: Shape 1952">
              <a:extLst>
                <a:ext uri="{FF2B5EF4-FFF2-40B4-BE49-F238E27FC236}">
                  <a16:creationId xmlns:a16="http://schemas.microsoft.com/office/drawing/2014/main" id="{B61598D4-DB53-2EC4-E1F2-0D7F79BB4639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1144280" y="4996718"/>
              <a:ext cx="174408" cy="224279"/>
            </a:xfrm>
            <a:custGeom>
              <a:avLst/>
              <a:gdLst>
                <a:gd name="connsiteX0" fmla="*/ 174636 w 174408"/>
                <a:gd name="connsiteY0" fmla="*/ 12554 h 224279"/>
                <a:gd name="connsiteX1" fmla="*/ 151707 w 174408"/>
                <a:gd name="connsiteY1" fmla="*/ 12554 h 224279"/>
                <a:gd name="connsiteX2" fmla="*/ 145693 w 174408"/>
                <a:gd name="connsiteY2" fmla="*/ 9781 h 224279"/>
                <a:gd name="connsiteX3" fmla="*/ 108857 w 174408"/>
                <a:gd name="connsiteY3" fmla="*/ 75 h 224279"/>
                <a:gd name="connsiteX4" fmla="*/ 33305 w 174408"/>
                <a:gd name="connsiteY4" fmla="*/ 59351 h 224279"/>
                <a:gd name="connsiteX5" fmla="*/ 62999 w 174408"/>
                <a:gd name="connsiteY5" fmla="*/ 96789 h 224279"/>
                <a:gd name="connsiteX6" fmla="*/ 34056 w 174408"/>
                <a:gd name="connsiteY6" fmla="*/ 125907 h 224279"/>
                <a:gd name="connsiteX7" fmla="*/ 44205 w 174408"/>
                <a:gd name="connsiteY7" fmla="*/ 139426 h 224279"/>
                <a:gd name="connsiteX8" fmla="*/ 227 w 174408"/>
                <a:gd name="connsiteY8" fmla="*/ 184837 h 224279"/>
                <a:gd name="connsiteX9" fmla="*/ 62999 w 174408"/>
                <a:gd name="connsiteY9" fmla="*/ 224354 h 224279"/>
                <a:gd name="connsiteX10" fmla="*/ 141934 w 174408"/>
                <a:gd name="connsiteY10" fmla="*/ 173744 h 224279"/>
                <a:gd name="connsiteX11" fmla="*/ 88183 w 174408"/>
                <a:gd name="connsiteY11" fmla="*/ 127987 h 224279"/>
                <a:gd name="connsiteX12" fmla="*/ 61872 w 174408"/>
                <a:gd name="connsiteY12" fmla="*/ 113428 h 224279"/>
                <a:gd name="connsiteX13" fmla="*/ 75403 w 174408"/>
                <a:gd name="connsiteY13" fmla="*/ 99215 h 224279"/>
                <a:gd name="connsiteX14" fmla="*/ 78034 w 174408"/>
                <a:gd name="connsiteY14" fmla="*/ 99562 h 224279"/>
                <a:gd name="connsiteX15" fmla="*/ 89687 w 174408"/>
                <a:gd name="connsiteY15" fmla="*/ 100602 h 224279"/>
                <a:gd name="connsiteX16" fmla="*/ 159225 w 174408"/>
                <a:gd name="connsiteY16" fmla="*/ 45485 h 224279"/>
                <a:gd name="connsiteX17" fmla="*/ 155842 w 174408"/>
                <a:gd name="connsiteY17" fmla="*/ 26073 h 224279"/>
                <a:gd name="connsiteX18" fmla="*/ 174636 w 174408"/>
                <a:gd name="connsiteY18" fmla="*/ 26073 h 224279"/>
                <a:gd name="connsiteX19" fmla="*/ 174636 w 174408"/>
                <a:gd name="connsiteY19" fmla="*/ 12554 h 224279"/>
                <a:gd name="connsiteX20" fmla="*/ 52850 w 174408"/>
                <a:gd name="connsiteY20" fmla="*/ 143239 h 224279"/>
                <a:gd name="connsiteX21" fmla="*/ 54730 w 174408"/>
                <a:gd name="connsiteY21" fmla="*/ 143933 h 224279"/>
                <a:gd name="connsiteX22" fmla="*/ 65630 w 174408"/>
                <a:gd name="connsiteY22" fmla="*/ 147052 h 224279"/>
                <a:gd name="connsiteX23" fmla="*/ 119381 w 174408"/>
                <a:gd name="connsiteY23" fmla="*/ 184143 h 224279"/>
                <a:gd name="connsiteX24" fmla="*/ 68637 w 174408"/>
                <a:gd name="connsiteY24" fmla="*/ 216728 h 224279"/>
                <a:gd name="connsiteX25" fmla="*/ 20901 w 174408"/>
                <a:gd name="connsiteY25" fmla="*/ 181370 h 224279"/>
                <a:gd name="connsiteX26" fmla="*/ 29170 w 174408"/>
                <a:gd name="connsiteY26" fmla="*/ 160571 h 224279"/>
                <a:gd name="connsiteX27" fmla="*/ 52850 w 174408"/>
                <a:gd name="connsiteY27" fmla="*/ 143239 h 224279"/>
                <a:gd name="connsiteX28" fmla="*/ 108481 w 174408"/>
                <a:gd name="connsiteY28" fmla="*/ 7701 h 224279"/>
                <a:gd name="connsiteX29" fmla="*/ 129530 w 174408"/>
                <a:gd name="connsiteY29" fmla="*/ 32313 h 224279"/>
                <a:gd name="connsiteX30" fmla="*/ 117878 w 174408"/>
                <a:gd name="connsiteY30" fmla="*/ 71484 h 224279"/>
                <a:gd name="connsiteX31" fmla="*/ 85176 w 174408"/>
                <a:gd name="connsiteY31" fmla="*/ 93322 h 224279"/>
                <a:gd name="connsiteX32" fmla="*/ 62623 w 174408"/>
                <a:gd name="connsiteY32" fmla="*/ 67324 h 224279"/>
                <a:gd name="connsiteX33" fmla="*/ 108481 w 174408"/>
                <a:gd name="connsiteY33" fmla="*/ 7701 h 224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4408" h="224279">
                  <a:moveTo>
                    <a:pt x="174636" y="12554"/>
                  </a:moveTo>
                  <a:lnTo>
                    <a:pt x="151707" y="12554"/>
                  </a:lnTo>
                  <a:cubicBezTo>
                    <a:pt x="150579" y="12554"/>
                    <a:pt x="148700" y="11861"/>
                    <a:pt x="145693" y="9781"/>
                  </a:cubicBezTo>
                  <a:cubicBezTo>
                    <a:pt x="135544" y="3541"/>
                    <a:pt x="123140" y="75"/>
                    <a:pt x="108857" y="75"/>
                  </a:cubicBezTo>
                  <a:cubicBezTo>
                    <a:pt x="67134" y="75"/>
                    <a:pt x="33305" y="26766"/>
                    <a:pt x="33305" y="59351"/>
                  </a:cubicBezTo>
                  <a:cubicBezTo>
                    <a:pt x="33305" y="77377"/>
                    <a:pt x="41574" y="87776"/>
                    <a:pt x="62999" y="96789"/>
                  </a:cubicBezTo>
                  <a:cubicBezTo>
                    <a:pt x="40822" y="110655"/>
                    <a:pt x="34056" y="117587"/>
                    <a:pt x="34056" y="125907"/>
                  </a:cubicBezTo>
                  <a:cubicBezTo>
                    <a:pt x="34056" y="130413"/>
                    <a:pt x="37063" y="134573"/>
                    <a:pt x="44205" y="139426"/>
                  </a:cubicBezTo>
                  <a:cubicBezTo>
                    <a:pt x="6993" y="161958"/>
                    <a:pt x="227" y="168891"/>
                    <a:pt x="227" y="184837"/>
                  </a:cubicBezTo>
                  <a:cubicBezTo>
                    <a:pt x="227" y="208755"/>
                    <a:pt x="25035" y="224354"/>
                    <a:pt x="62999" y="224354"/>
                  </a:cubicBezTo>
                  <a:cubicBezTo>
                    <a:pt x="110360" y="224354"/>
                    <a:pt x="141934" y="203902"/>
                    <a:pt x="141934" y="173744"/>
                  </a:cubicBezTo>
                  <a:cubicBezTo>
                    <a:pt x="141934" y="151905"/>
                    <a:pt x="123892" y="136653"/>
                    <a:pt x="88183" y="127987"/>
                  </a:cubicBezTo>
                  <a:cubicBezTo>
                    <a:pt x="71644" y="124174"/>
                    <a:pt x="61872" y="118627"/>
                    <a:pt x="61872" y="113428"/>
                  </a:cubicBezTo>
                  <a:cubicBezTo>
                    <a:pt x="61872" y="108228"/>
                    <a:pt x="70517" y="99215"/>
                    <a:pt x="75403" y="99215"/>
                  </a:cubicBezTo>
                  <a:cubicBezTo>
                    <a:pt x="76155" y="99215"/>
                    <a:pt x="76907" y="99215"/>
                    <a:pt x="78034" y="99562"/>
                  </a:cubicBezTo>
                  <a:cubicBezTo>
                    <a:pt x="81041" y="100255"/>
                    <a:pt x="86304" y="100602"/>
                    <a:pt x="89687" y="100602"/>
                  </a:cubicBezTo>
                  <a:cubicBezTo>
                    <a:pt x="123892" y="100602"/>
                    <a:pt x="159225" y="72524"/>
                    <a:pt x="159225" y="45485"/>
                  </a:cubicBezTo>
                  <a:cubicBezTo>
                    <a:pt x="159225" y="39939"/>
                    <a:pt x="158097" y="33006"/>
                    <a:pt x="155842" y="26073"/>
                  </a:cubicBezTo>
                  <a:lnTo>
                    <a:pt x="174636" y="26073"/>
                  </a:lnTo>
                  <a:lnTo>
                    <a:pt x="174636" y="12554"/>
                  </a:lnTo>
                  <a:close/>
                  <a:moveTo>
                    <a:pt x="52850" y="143239"/>
                  </a:moveTo>
                  <a:cubicBezTo>
                    <a:pt x="53226" y="143239"/>
                    <a:pt x="53978" y="143586"/>
                    <a:pt x="54730" y="143933"/>
                  </a:cubicBezTo>
                  <a:cubicBezTo>
                    <a:pt x="55857" y="144279"/>
                    <a:pt x="59616" y="145319"/>
                    <a:pt x="65630" y="147052"/>
                  </a:cubicBezTo>
                  <a:cubicBezTo>
                    <a:pt x="105474" y="158492"/>
                    <a:pt x="119381" y="168198"/>
                    <a:pt x="119381" y="184143"/>
                  </a:cubicBezTo>
                  <a:cubicBezTo>
                    <a:pt x="119381" y="202862"/>
                    <a:pt x="97580" y="216728"/>
                    <a:pt x="68637" y="216728"/>
                  </a:cubicBezTo>
                  <a:cubicBezTo>
                    <a:pt x="38567" y="216728"/>
                    <a:pt x="20901" y="203555"/>
                    <a:pt x="20901" y="181370"/>
                  </a:cubicBezTo>
                  <a:cubicBezTo>
                    <a:pt x="20901" y="173051"/>
                    <a:pt x="23156" y="167158"/>
                    <a:pt x="29170" y="160571"/>
                  </a:cubicBezTo>
                  <a:cubicBezTo>
                    <a:pt x="34056" y="154679"/>
                    <a:pt x="49843" y="143239"/>
                    <a:pt x="52850" y="143239"/>
                  </a:cubicBezTo>
                  <a:close/>
                  <a:moveTo>
                    <a:pt x="108481" y="7701"/>
                  </a:moveTo>
                  <a:cubicBezTo>
                    <a:pt x="122388" y="7701"/>
                    <a:pt x="129530" y="16020"/>
                    <a:pt x="129530" y="32313"/>
                  </a:cubicBezTo>
                  <a:cubicBezTo>
                    <a:pt x="129530" y="44445"/>
                    <a:pt x="125019" y="59698"/>
                    <a:pt x="117878" y="71484"/>
                  </a:cubicBezTo>
                  <a:cubicBezTo>
                    <a:pt x="109608" y="85696"/>
                    <a:pt x="97956" y="93322"/>
                    <a:pt x="85176" y="93322"/>
                  </a:cubicBezTo>
                  <a:cubicBezTo>
                    <a:pt x="70893" y="93322"/>
                    <a:pt x="62623" y="83616"/>
                    <a:pt x="62623" y="67324"/>
                  </a:cubicBezTo>
                  <a:cubicBezTo>
                    <a:pt x="62623" y="35433"/>
                    <a:pt x="84048" y="7701"/>
                    <a:pt x="108481" y="7701"/>
                  </a:cubicBez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4" name="Freeform: Shape 1953">
              <a:extLst>
                <a:ext uri="{FF2B5EF4-FFF2-40B4-BE49-F238E27FC236}">
                  <a16:creationId xmlns:a16="http://schemas.microsoft.com/office/drawing/2014/main" id="{90FA2900-2E21-E137-8722-52D9927D94D9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1348336" y="4922883"/>
              <a:ext cx="80814" cy="230519"/>
            </a:xfrm>
            <a:custGeom>
              <a:avLst/>
              <a:gdLst>
                <a:gd name="connsiteX0" fmla="*/ 65259 w 80814"/>
                <a:gd name="connsiteY0" fmla="*/ 187263 h 230519"/>
                <a:gd name="connsiteX1" fmla="*/ 49848 w 80814"/>
                <a:gd name="connsiteY1" fmla="*/ 204942 h 230519"/>
                <a:gd name="connsiteX2" fmla="*/ 34437 w 80814"/>
                <a:gd name="connsiteY2" fmla="*/ 214302 h 230519"/>
                <a:gd name="connsiteX3" fmla="*/ 28423 w 80814"/>
                <a:gd name="connsiteY3" fmla="*/ 209102 h 230519"/>
                <a:gd name="connsiteX4" fmla="*/ 32182 w 80814"/>
                <a:gd name="connsiteY4" fmla="*/ 193849 h 230519"/>
                <a:gd name="connsiteX5" fmla="*/ 34061 w 80814"/>
                <a:gd name="connsiteY5" fmla="*/ 187610 h 230519"/>
                <a:gd name="connsiteX6" fmla="*/ 34061 w 80814"/>
                <a:gd name="connsiteY6" fmla="*/ 186917 h 230519"/>
                <a:gd name="connsiteX7" fmla="*/ 34437 w 80814"/>
                <a:gd name="connsiteY7" fmla="*/ 186223 h 230519"/>
                <a:gd name="connsiteX8" fmla="*/ 67515 w 80814"/>
                <a:gd name="connsiteY8" fmla="*/ 74603 h 230519"/>
                <a:gd name="connsiteX9" fmla="*/ 66387 w 80814"/>
                <a:gd name="connsiteY9" fmla="*/ 73910 h 230519"/>
                <a:gd name="connsiteX10" fmla="*/ 6246 w 80814"/>
                <a:gd name="connsiteY10" fmla="*/ 82576 h 230519"/>
                <a:gd name="connsiteX11" fmla="*/ 6246 w 80814"/>
                <a:gd name="connsiteY11" fmla="*/ 88123 h 230519"/>
                <a:gd name="connsiteX12" fmla="*/ 29927 w 80814"/>
                <a:gd name="connsiteY12" fmla="*/ 96442 h 230519"/>
                <a:gd name="connsiteX13" fmla="*/ 26544 w 80814"/>
                <a:gd name="connsiteY13" fmla="*/ 111695 h 230519"/>
                <a:gd name="connsiteX14" fmla="*/ 8501 w 80814"/>
                <a:gd name="connsiteY14" fmla="*/ 173051 h 230519"/>
                <a:gd name="connsiteX15" fmla="*/ 232 w 80814"/>
                <a:gd name="connsiteY15" fmla="*/ 210835 h 230519"/>
                <a:gd name="connsiteX16" fmla="*/ 17523 w 80814"/>
                <a:gd name="connsiteY16" fmla="*/ 230594 h 230519"/>
                <a:gd name="connsiteX17" fmla="*/ 70146 w 80814"/>
                <a:gd name="connsiteY17" fmla="*/ 191076 h 230519"/>
                <a:gd name="connsiteX18" fmla="*/ 65259 w 80814"/>
                <a:gd name="connsiteY18" fmla="*/ 187263 h 230519"/>
                <a:gd name="connsiteX19" fmla="*/ 62252 w 80814"/>
                <a:gd name="connsiteY19" fmla="*/ 75 h 230519"/>
                <a:gd name="connsiteX20" fmla="*/ 44586 w 80814"/>
                <a:gd name="connsiteY20" fmla="*/ 18447 h 230519"/>
                <a:gd name="connsiteX21" fmla="*/ 62628 w 80814"/>
                <a:gd name="connsiteY21" fmla="*/ 36819 h 230519"/>
                <a:gd name="connsiteX22" fmla="*/ 81046 w 80814"/>
                <a:gd name="connsiteY22" fmla="*/ 19140 h 230519"/>
                <a:gd name="connsiteX23" fmla="*/ 62252 w 80814"/>
                <a:gd name="connsiteY23" fmla="*/ 75 h 23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0814" h="230519">
                  <a:moveTo>
                    <a:pt x="65259" y="187263"/>
                  </a:moveTo>
                  <a:cubicBezTo>
                    <a:pt x="56238" y="198356"/>
                    <a:pt x="53607" y="201129"/>
                    <a:pt x="49848" y="204942"/>
                  </a:cubicBezTo>
                  <a:cubicBezTo>
                    <a:pt x="43458" y="210835"/>
                    <a:pt x="37820" y="214302"/>
                    <a:pt x="34437" y="214302"/>
                  </a:cubicBezTo>
                  <a:cubicBezTo>
                    <a:pt x="31430" y="214302"/>
                    <a:pt x="28423" y="211528"/>
                    <a:pt x="28423" y="209102"/>
                  </a:cubicBezTo>
                  <a:cubicBezTo>
                    <a:pt x="28423" y="205635"/>
                    <a:pt x="29551" y="200436"/>
                    <a:pt x="32182" y="193849"/>
                  </a:cubicBezTo>
                  <a:cubicBezTo>
                    <a:pt x="32182" y="192810"/>
                    <a:pt x="33310" y="190383"/>
                    <a:pt x="34061" y="187610"/>
                  </a:cubicBezTo>
                  <a:lnTo>
                    <a:pt x="34061" y="186917"/>
                  </a:lnTo>
                  <a:lnTo>
                    <a:pt x="34437" y="186223"/>
                  </a:lnTo>
                  <a:lnTo>
                    <a:pt x="67515" y="74603"/>
                  </a:lnTo>
                  <a:lnTo>
                    <a:pt x="66387" y="73910"/>
                  </a:lnTo>
                  <a:cubicBezTo>
                    <a:pt x="28423" y="80496"/>
                    <a:pt x="20906" y="81536"/>
                    <a:pt x="6246" y="82576"/>
                  </a:cubicBezTo>
                  <a:lnTo>
                    <a:pt x="6246" y="88123"/>
                  </a:lnTo>
                  <a:cubicBezTo>
                    <a:pt x="26168" y="88469"/>
                    <a:pt x="29927" y="89509"/>
                    <a:pt x="29927" y="96442"/>
                  </a:cubicBezTo>
                  <a:cubicBezTo>
                    <a:pt x="29927" y="99215"/>
                    <a:pt x="28799" y="104762"/>
                    <a:pt x="26544" y="111695"/>
                  </a:cubicBezTo>
                  <a:lnTo>
                    <a:pt x="8501" y="173051"/>
                  </a:lnTo>
                  <a:cubicBezTo>
                    <a:pt x="2487" y="193156"/>
                    <a:pt x="232" y="203902"/>
                    <a:pt x="232" y="210835"/>
                  </a:cubicBezTo>
                  <a:cubicBezTo>
                    <a:pt x="232" y="223661"/>
                    <a:pt x="6246" y="230594"/>
                    <a:pt x="17523" y="230594"/>
                  </a:cubicBezTo>
                  <a:cubicBezTo>
                    <a:pt x="34813" y="230594"/>
                    <a:pt x="48721" y="220194"/>
                    <a:pt x="70146" y="191076"/>
                  </a:cubicBezTo>
                  <a:lnTo>
                    <a:pt x="65259" y="187263"/>
                  </a:lnTo>
                  <a:close/>
                  <a:moveTo>
                    <a:pt x="62252" y="75"/>
                  </a:moveTo>
                  <a:cubicBezTo>
                    <a:pt x="52104" y="75"/>
                    <a:pt x="44586" y="8048"/>
                    <a:pt x="44586" y="18447"/>
                  </a:cubicBezTo>
                  <a:cubicBezTo>
                    <a:pt x="44586" y="29540"/>
                    <a:pt x="51728" y="36819"/>
                    <a:pt x="62628" y="36819"/>
                  </a:cubicBezTo>
                  <a:cubicBezTo>
                    <a:pt x="72401" y="36819"/>
                    <a:pt x="81046" y="28846"/>
                    <a:pt x="81046" y="19140"/>
                  </a:cubicBezTo>
                  <a:cubicBezTo>
                    <a:pt x="81046" y="9087"/>
                    <a:pt x="72401" y="75"/>
                    <a:pt x="62252" y="75"/>
                  </a:cubicBez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5" name="Freeform: Shape 1954">
              <a:extLst>
                <a:ext uri="{FF2B5EF4-FFF2-40B4-BE49-F238E27FC236}">
                  <a16:creationId xmlns:a16="http://schemas.microsoft.com/office/drawing/2014/main" id="{30105D00-8848-8E9D-26C6-0AD57C9D10EC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442694" y="4996718"/>
              <a:ext cx="152231" cy="159110"/>
            </a:xfrm>
            <a:custGeom>
              <a:avLst/>
              <a:gdLst>
                <a:gd name="connsiteX0" fmla="*/ 235 w 152231"/>
                <a:gd name="connsiteY0" fmla="*/ 13247 h 159110"/>
                <a:gd name="connsiteX1" fmla="*/ 11511 w 152231"/>
                <a:gd name="connsiteY1" fmla="*/ 12901 h 159110"/>
                <a:gd name="connsiteX2" fmla="*/ 35192 w 152231"/>
                <a:gd name="connsiteY2" fmla="*/ 50685 h 159110"/>
                <a:gd name="connsiteX3" fmla="*/ 43461 w 152231"/>
                <a:gd name="connsiteY3" fmla="*/ 147052 h 159110"/>
                <a:gd name="connsiteX4" fmla="*/ 46844 w 152231"/>
                <a:gd name="connsiteY4" fmla="*/ 159185 h 159110"/>
                <a:gd name="connsiteX5" fmla="*/ 129538 w 152231"/>
                <a:gd name="connsiteY5" fmla="*/ 73217 h 159110"/>
                <a:gd name="connsiteX6" fmla="*/ 152466 w 152231"/>
                <a:gd name="connsiteY6" fmla="*/ 20527 h 159110"/>
                <a:gd name="connsiteX7" fmla="*/ 131417 w 152231"/>
                <a:gd name="connsiteY7" fmla="*/ 75 h 159110"/>
                <a:gd name="connsiteX8" fmla="*/ 117510 w 152231"/>
                <a:gd name="connsiteY8" fmla="*/ 11861 h 159110"/>
                <a:gd name="connsiteX9" fmla="*/ 126531 w 152231"/>
                <a:gd name="connsiteY9" fmla="*/ 27113 h 159110"/>
                <a:gd name="connsiteX10" fmla="*/ 133297 w 152231"/>
                <a:gd name="connsiteY10" fmla="*/ 37512 h 159110"/>
                <a:gd name="connsiteX11" fmla="*/ 81801 w 152231"/>
                <a:gd name="connsiteY11" fmla="*/ 117587 h 159110"/>
                <a:gd name="connsiteX12" fmla="*/ 70149 w 152231"/>
                <a:gd name="connsiteY12" fmla="*/ 128680 h 159110"/>
                <a:gd name="connsiteX13" fmla="*/ 60376 w 152231"/>
                <a:gd name="connsiteY13" fmla="*/ 36126 h 159110"/>
                <a:gd name="connsiteX14" fmla="*/ 49475 w 152231"/>
                <a:gd name="connsiteY14" fmla="*/ 75 h 159110"/>
                <a:gd name="connsiteX15" fmla="*/ 41958 w 152231"/>
                <a:gd name="connsiteY15" fmla="*/ 1461 h 159110"/>
                <a:gd name="connsiteX16" fmla="*/ 235 w 152231"/>
                <a:gd name="connsiteY16" fmla="*/ 8741 h 159110"/>
                <a:gd name="connsiteX17" fmla="*/ 235 w 152231"/>
                <a:gd name="connsiteY17" fmla="*/ 13247 h 159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2231" h="159110">
                  <a:moveTo>
                    <a:pt x="235" y="13247"/>
                  </a:moveTo>
                  <a:cubicBezTo>
                    <a:pt x="4370" y="12901"/>
                    <a:pt x="7377" y="12901"/>
                    <a:pt x="11511" y="12901"/>
                  </a:cubicBezTo>
                  <a:cubicBezTo>
                    <a:pt x="26171" y="12901"/>
                    <a:pt x="29929" y="18794"/>
                    <a:pt x="35192" y="50685"/>
                  </a:cubicBezTo>
                  <a:cubicBezTo>
                    <a:pt x="38951" y="74603"/>
                    <a:pt x="43461" y="126947"/>
                    <a:pt x="43461" y="147052"/>
                  </a:cubicBezTo>
                  <a:cubicBezTo>
                    <a:pt x="43461" y="156758"/>
                    <a:pt x="44213" y="159185"/>
                    <a:pt x="46844" y="159185"/>
                  </a:cubicBezTo>
                  <a:cubicBezTo>
                    <a:pt x="56241" y="159185"/>
                    <a:pt x="91198" y="122441"/>
                    <a:pt x="129538" y="73217"/>
                  </a:cubicBezTo>
                  <a:cubicBezTo>
                    <a:pt x="142694" y="55885"/>
                    <a:pt x="152466" y="33353"/>
                    <a:pt x="152466" y="20527"/>
                  </a:cubicBezTo>
                  <a:cubicBezTo>
                    <a:pt x="152466" y="9434"/>
                    <a:pt x="142694" y="75"/>
                    <a:pt x="131417" y="75"/>
                  </a:cubicBezTo>
                  <a:cubicBezTo>
                    <a:pt x="123148" y="75"/>
                    <a:pt x="117510" y="4581"/>
                    <a:pt x="117510" y="11861"/>
                  </a:cubicBezTo>
                  <a:cubicBezTo>
                    <a:pt x="117510" y="17407"/>
                    <a:pt x="119765" y="21567"/>
                    <a:pt x="126531" y="27113"/>
                  </a:cubicBezTo>
                  <a:cubicBezTo>
                    <a:pt x="131417" y="31273"/>
                    <a:pt x="133297" y="34046"/>
                    <a:pt x="133297" y="37512"/>
                  </a:cubicBezTo>
                  <a:cubicBezTo>
                    <a:pt x="133297" y="53458"/>
                    <a:pt x="108488" y="91936"/>
                    <a:pt x="81801" y="117587"/>
                  </a:cubicBezTo>
                  <a:lnTo>
                    <a:pt x="70149" y="128680"/>
                  </a:lnTo>
                  <a:cubicBezTo>
                    <a:pt x="67517" y="79803"/>
                    <a:pt x="65262" y="61778"/>
                    <a:pt x="60376" y="36126"/>
                  </a:cubicBezTo>
                  <a:cubicBezTo>
                    <a:pt x="52858" y="768"/>
                    <a:pt x="52858" y="75"/>
                    <a:pt x="49475" y="75"/>
                  </a:cubicBezTo>
                  <a:cubicBezTo>
                    <a:pt x="47596" y="75"/>
                    <a:pt x="44965" y="421"/>
                    <a:pt x="41958" y="1461"/>
                  </a:cubicBezTo>
                  <a:cubicBezTo>
                    <a:pt x="35192" y="3195"/>
                    <a:pt x="14518" y="6661"/>
                    <a:pt x="235" y="8741"/>
                  </a:cubicBezTo>
                  <a:lnTo>
                    <a:pt x="235" y="13247"/>
                  </a:ln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6" name="Freeform: Shape 1955">
              <a:extLst>
                <a:ext uri="{FF2B5EF4-FFF2-40B4-BE49-F238E27FC236}">
                  <a16:creationId xmlns:a16="http://schemas.microsoft.com/office/drawing/2014/main" id="{D904C7C5-3797-1033-4501-8A8C47A61A4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613968" y="4996718"/>
              <a:ext cx="143210" cy="156683"/>
            </a:xfrm>
            <a:custGeom>
              <a:avLst/>
              <a:gdLst>
                <a:gd name="connsiteX0" fmla="*/ 123152 w 143210"/>
                <a:gd name="connsiteY0" fmla="*/ 115161 h 156683"/>
                <a:gd name="connsiteX1" fmla="*/ 68274 w 143210"/>
                <a:gd name="connsiteY1" fmla="*/ 141159 h 156683"/>
                <a:gd name="connsiteX2" fmla="*/ 32941 w 143210"/>
                <a:gd name="connsiteY2" fmla="*/ 109961 h 156683"/>
                <a:gd name="connsiteX3" fmla="*/ 36700 w 143210"/>
                <a:gd name="connsiteY3" fmla="*/ 88469 h 156683"/>
                <a:gd name="connsiteX4" fmla="*/ 47224 w 143210"/>
                <a:gd name="connsiteY4" fmla="*/ 87083 h 156683"/>
                <a:gd name="connsiteX5" fmla="*/ 143450 w 143210"/>
                <a:gd name="connsiteY5" fmla="*/ 23647 h 156683"/>
                <a:gd name="connsiteX6" fmla="*/ 113379 w 143210"/>
                <a:gd name="connsiteY6" fmla="*/ 75 h 156683"/>
                <a:gd name="connsiteX7" fmla="*/ 239 w 143210"/>
                <a:gd name="connsiteY7" fmla="*/ 109268 h 156683"/>
                <a:gd name="connsiteX8" fmla="*/ 49856 w 143210"/>
                <a:gd name="connsiteY8" fmla="*/ 156758 h 156683"/>
                <a:gd name="connsiteX9" fmla="*/ 127663 w 143210"/>
                <a:gd name="connsiteY9" fmla="*/ 119321 h 156683"/>
                <a:gd name="connsiteX10" fmla="*/ 123152 w 143210"/>
                <a:gd name="connsiteY10" fmla="*/ 115161 h 156683"/>
                <a:gd name="connsiteX11" fmla="*/ 45721 w 143210"/>
                <a:gd name="connsiteY11" fmla="*/ 65591 h 156683"/>
                <a:gd name="connsiteX12" fmla="*/ 105486 w 143210"/>
                <a:gd name="connsiteY12" fmla="*/ 8048 h 156683"/>
                <a:gd name="connsiteX13" fmla="*/ 118642 w 143210"/>
                <a:gd name="connsiteY13" fmla="*/ 21567 h 156683"/>
                <a:gd name="connsiteX14" fmla="*/ 99848 w 143210"/>
                <a:gd name="connsiteY14" fmla="*/ 55191 h 156683"/>
                <a:gd name="connsiteX15" fmla="*/ 39331 w 143210"/>
                <a:gd name="connsiteY15" fmla="*/ 80843 h 156683"/>
                <a:gd name="connsiteX16" fmla="*/ 45721 w 143210"/>
                <a:gd name="connsiteY16" fmla="*/ 65591 h 15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210" h="156683">
                  <a:moveTo>
                    <a:pt x="123152" y="115161"/>
                  </a:moveTo>
                  <a:cubicBezTo>
                    <a:pt x="96089" y="135613"/>
                    <a:pt x="84437" y="141159"/>
                    <a:pt x="68274" y="141159"/>
                  </a:cubicBezTo>
                  <a:cubicBezTo>
                    <a:pt x="46848" y="141159"/>
                    <a:pt x="32941" y="128680"/>
                    <a:pt x="32941" y="109961"/>
                  </a:cubicBezTo>
                  <a:cubicBezTo>
                    <a:pt x="32941" y="104762"/>
                    <a:pt x="33693" y="99562"/>
                    <a:pt x="36700" y="88469"/>
                  </a:cubicBezTo>
                  <a:lnTo>
                    <a:pt x="47224" y="87083"/>
                  </a:lnTo>
                  <a:cubicBezTo>
                    <a:pt x="103606" y="79803"/>
                    <a:pt x="143450" y="53458"/>
                    <a:pt x="143450" y="23647"/>
                  </a:cubicBezTo>
                  <a:cubicBezTo>
                    <a:pt x="143450" y="9087"/>
                    <a:pt x="132173" y="75"/>
                    <a:pt x="113379" y="75"/>
                  </a:cubicBezTo>
                  <a:cubicBezTo>
                    <a:pt x="59253" y="75"/>
                    <a:pt x="239" y="57271"/>
                    <a:pt x="239" y="109268"/>
                  </a:cubicBezTo>
                  <a:cubicBezTo>
                    <a:pt x="239" y="137346"/>
                    <a:pt x="20537" y="156758"/>
                    <a:pt x="49856" y="156758"/>
                  </a:cubicBezTo>
                  <a:cubicBezTo>
                    <a:pt x="76543" y="156758"/>
                    <a:pt x="105486" y="142546"/>
                    <a:pt x="127663" y="119321"/>
                  </a:cubicBezTo>
                  <a:lnTo>
                    <a:pt x="123152" y="115161"/>
                  </a:lnTo>
                  <a:close/>
                  <a:moveTo>
                    <a:pt x="45721" y="65591"/>
                  </a:moveTo>
                  <a:cubicBezTo>
                    <a:pt x="58501" y="34739"/>
                    <a:pt x="86316" y="8048"/>
                    <a:pt x="105486" y="8048"/>
                  </a:cubicBezTo>
                  <a:cubicBezTo>
                    <a:pt x="113379" y="8048"/>
                    <a:pt x="118642" y="13594"/>
                    <a:pt x="118642" y="21567"/>
                  </a:cubicBezTo>
                  <a:cubicBezTo>
                    <a:pt x="118642" y="32313"/>
                    <a:pt x="111500" y="44792"/>
                    <a:pt x="99848" y="55191"/>
                  </a:cubicBezTo>
                  <a:cubicBezTo>
                    <a:pt x="85940" y="67324"/>
                    <a:pt x="71657" y="73564"/>
                    <a:pt x="39331" y="80843"/>
                  </a:cubicBezTo>
                  <a:lnTo>
                    <a:pt x="45721" y="65591"/>
                  </a:ln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7" name="Freeform: Shape 1956">
              <a:extLst>
                <a:ext uri="{FF2B5EF4-FFF2-40B4-BE49-F238E27FC236}">
                  <a16:creationId xmlns:a16="http://schemas.microsoft.com/office/drawing/2014/main" id="{36323457-0B8F-8034-494C-9E10C8066AD5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1775092" y="4996718"/>
              <a:ext cx="172904" cy="155990"/>
            </a:xfrm>
            <a:custGeom>
              <a:avLst/>
              <a:gdLst>
                <a:gd name="connsiteX0" fmla="*/ 167886 w 172904"/>
                <a:gd name="connsiteY0" fmla="*/ 112388 h 155990"/>
                <a:gd name="connsiteX1" fmla="*/ 159993 w 172904"/>
                <a:gd name="connsiteY1" fmla="*/ 121401 h 155990"/>
                <a:gd name="connsiteX2" fmla="*/ 137064 w 172904"/>
                <a:gd name="connsiteY2" fmla="*/ 139773 h 155990"/>
                <a:gd name="connsiteX3" fmla="*/ 131050 w 172904"/>
                <a:gd name="connsiteY3" fmla="*/ 134226 h 155990"/>
                <a:gd name="connsiteX4" fmla="*/ 136312 w 172904"/>
                <a:gd name="connsiteY4" fmla="*/ 112388 h 155990"/>
                <a:gd name="connsiteX5" fmla="*/ 157738 w 172904"/>
                <a:gd name="connsiteY5" fmla="*/ 40979 h 155990"/>
                <a:gd name="connsiteX6" fmla="*/ 161121 w 172904"/>
                <a:gd name="connsiteY6" fmla="*/ 21220 h 155990"/>
                <a:gd name="connsiteX7" fmla="*/ 136312 w 172904"/>
                <a:gd name="connsiteY7" fmla="*/ 75 h 155990"/>
                <a:gd name="connsiteX8" fmla="*/ 49860 w 172904"/>
                <a:gd name="connsiteY8" fmla="*/ 76337 h 155990"/>
                <a:gd name="connsiteX9" fmla="*/ 75044 w 172904"/>
                <a:gd name="connsiteY9" fmla="*/ 768 h 155990"/>
                <a:gd name="connsiteX10" fmla="*/ 73916 w 172904"/>
                <a:gd name="connsiteY10" fmla="*/ 75 h 155990"/>
                <a:gd name="connsiteX11" fmla="*/ 13024 w 172904"/>
                <a:gd name="connsiteY11" fmla="*/ 10821 h 155990"/>
                <a:gd name="connsiteX12" fmla="*/ 13024 w 172904"/>
                <a:gd name="connsiteY12" fmla="*/ 16367 h 155990"/>
                <a:gd name="connsiteX13" fmla="*/ 37080 w 172904"/>
                <a:gd name="connsiteY13" fmla="*/ 25726 h 155990"/>
                <a:gd name="connsiteX14" fmla="*/ 36328 w 172904"/>
                <a:gd name="connsiteY14" fmla="*/ 31619 h 155990"/>
                <a:gd name="connsiteX15" fmla="*/ 244 w 172904"/>
                <a:gd name="connsiteY15" fmla="*/ 152945 h 155990"/>
                <a:gd name="connsiteX16" fmla="*/ 28435 w 172904"/>
                <a:gd name="connsiteY16" fmla="*/ 152945 h 155990"/>
                <a:gd name="connsiteX17" fmla="*/ 66023 w 172904"/>
                <a:gd name="connsiteY17" fmla="*/ 66977 h 155990"/>
                <a:gd name="connsiteX18" fmla="*/ 121653 w 172904"/>
                <a:gd name="connsiteY18" fmla="*/ 17754 h 155990"/>
                <a:gd name="connsiteX19" fmla="*/ 130674 w 172904"/>
                <a:gd name="connsiteY19" fmla="*/ 27806 h 155990"/>
                <a:gd name="connsiteX20" fmla="*/ 125412 w 172904"/>
                <a:gd name="connsiteY20" fmla="*/ 54151 h 155990"/>
                <a:gd name="connsiteX21" fmla="*/ 108873 w 172904"/>
                <a:gd name="connsiteY21" fmla="*/ 111348 h 155990"/>
                <a:gd name="connsiteX22" fmla="*/ 102859 w 172904"/>
                <a:gd name="connsiteY22" fmla="*/ 137346 h 155990"/>
                <a:gd name="connsiteX23" fmla="*/ 120525 w 172904"/>
                <a:gd name="connsiteY23" fmla="*/ 156065 h 155990"/>
                <a:gd name="connsiteX24" fmla="*/ 173149 w 172904"/>
                <a:gd name="connsiteY24" fmla="*/ 116894 h 155990"/>
                <a:gd name="connsiteX25" fmla="*/ 167886 w 172904"/>
                <a:gd name="connsiteY25" fmla="*/ 112388 h 155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904" h="155990">
                  <a:moveTo>
                    <a:pt x="167886" y="112388"/>
                  </a:moveTo>
                  <a:lnTo>
                    <a:pt x="159993" y="121401"/>
                  </a:lnTo>
                  <a:cubicBezTo>
                    <a:pt x="149092" y="134226"/>
                    <a:pt x="142327" y="139773"/>
                    <a:pt x="137064" y="139773"/>
                  </a:cubicBezTo>
                  <a:cubicBezTo>
                    <a:pt x="134057" y="139773"/>
                    <a:pt x="131050" y="137000"/>
                    <a:pt x="131050" y="134226"/>
                  </a:cubicBezTo>
                  <a:cubicBezTo>
                    <a:pt x="131050" y="131800"/>
                    <a:pt x="131050" y="131800"/>
                    <a:pt x="136312" y="112388"/>
                  </a:cubicBezTo>
                  <a:lnTo>
                    <a:pt x="157738" y="40979"/>
                  </a:lnTo>
                  <a:cubicBezTo>
                    <a:pt x="159617" y="33699"/>
                    <a:pt x="161121" y="26073"/>
                    <a:pt x="161121" y="21220"/>
                  </a:cubicBezTo>
                  <a:cubicBezTo>
                    <a:pt x="161121" y="8741"/>
                    <a:pt x="150972" y="75"/>
                    <a:pt x="136312" y="75"/>
                  </a:cubicBezTo>
                  <a:cubicBezTo>
                    <a:pt x="112256" y="75"/>
                    <a:pt x="88576" y="20873"/>
                    <a:pt x="49860" y="76337"/>
                  </a:cubicBezTo>
                  <a:lnTo>
                    <a:pt x="75044" y="768"/>
                  </a:lnTo>
                  <a:lnTo>
                    <a:pt x="73916" y="75"/>
                  </a:lnTo>
                  <a:cubicBezTo>
                    <a:pt x="53619" y="3888"/>
                    <a:pt x="45725" y="5274"/>
                    <a:pt x="13024" y="10821"/>
                  </a:cubicBezTo>
                  <a:lnTo>
                    <a:pt x="13024" y="16367"/>
                  </a:lnTo>
                  <a:cubicBezTo>
                    <a:pt x="32194" y="16714"/>
                    <a:pt x="37080" y="18794"/>
                    <a:pt x="37080" y="25726"/>
                  </a:cubicBezTo>
                  <a:cubicBezTo>
                    <a:pt x="37080" y="27806"/>
                    <a:pt x="36704" y="29886"/>
                    <a:pt x="36328" y="31619"/>
                  </a:cubicBezTo>
                  <a:lnTo>
                    <a:pt x="244" y="152945"/>
                  </a:lnTo>
                  <a:lnTo>
                    <a:pt x="28435" y="152945"/>
                  </a:lnTo>
                  <a:cubicBezTo>
                    <a:pt x="46101" y="98175"/>
                    <a:pt x="49484" y="90549"/>
                    <a:pt x="66023" y="66977"/>
                  </a:cubicBezTo>
                  <a:cubicBezTo>
                    <a:pt x="88576" y="35086"/>
                    <a:pt x="107746" y="17754"/>
                    <a:pt x="121653" y="17754"/>
                  </a:cubicBezTo>
                  <a:cubicBezTo>
                    <a:pt x="127291" y="17754"/>
                    <a:pt x="130674" y="21567"/>
                    <a:pt x="130674" y="27806"/>
                  </a:cubicBezTo>
                  <a:cubicBezTo>
                    <a:pt x="130674" y="31966"/>
                    <a:pt x="128419" y="43405"/>
                    <a:pt x="125412" y="54151"/>
                  </a:cubicBezTo>
                  <a:lnTo>
                    <a:pt x="108873" y="111348"/>
                  </a:lnTo>
                  <a:cubicBezTo>
                    <a:pt x="103987" y="129027"/>
                    <a:pt x="102859" y="133880"/>
                    <a:pt x="102859" y="137346"/>
                  </a:cubicBezTo>
                  <a:cubicBezTo>
                    <a:pt x="102859" y="150519"/>
                    <a:pt x="108121" y="156065"/>
                    <a:pt x="120525" y="156065"/>
                  </a:cubicBezTo>
                  <a:cubicBezTo>
                    <a:pt x="137440" y="156065"/>
                    <a:pt x="147213" y="148786"/>
                    <a:pt x="173149" y="116894"/>
                  </a:cubicBezTo>
                  <a:lnTo>
                    <a:pt x="167886" y="112388"/>
                  </a:ln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8" name="Freeform: Shape 1957">
              <a:extLst>
                <a:ext uri="{FF2B5EF4-FFF2-40B4-BE49-F238E27FC236}">
                  <a16:creationId xmlns:a16="http://schemas.microsoft.com/office/drawing/2014/main" id="{7F243142-C369-6E0F-F9C2-10D4F2054EB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2024607" y="4996371"/>
              <a:ext cx="204478" cy="224279"/>
            </a:xfrm>
            <a:custGeom>
              <a:avLst/>
              <a:gdLst>
                <a:gd name="connsiteX0" fmla="*/ 49492 w 204478"/>
                <a:gd name="connsiteY0" fmla="*/ 13247 h 224279"/>
                <a:gd name="connsiteX1" fmla="*/ 58137 w 204478"/>
                <a:gd name="connsiteY1" fmla="*/ 13247 h 224279"/>
                <a:gd name="connsiteX2" fmla="*/ 59264 w 204478"/>
                <a:gd name="connsiteY2" fmla="*/ 12901 h 224279"/>
                <a:gd name="connsiteX3" fmla="*/ 73924 w 204478"/>
                <a:gd name="connsiteY3" fmla="*/ 22607 h 224279"/>
                <a:gd name="connsiteX4" fmla="*/ 47236 w 204478"/>
                <a:gd name="connsiteY4" fmla="*/ 120707 h 224279"/>
                <a:gd name="connsiteX5" fmla="*/ 25435 w 204478"/>
                <a:gd name="connsiteY5" fmla="*/ 198356 h 224279"/>
                <a:gd name="connsiteX6" fmla="*/ 251 w 204478"/>
                <a:gd name="connsiteY6" fmla="*/ 218808 h 224279"/>
                <a:gd name="connsiteX7" fmla="*/ 251 w 204478"/>
                <a:gd name="connsiteY7" fmla="*/ 224354 h 224279"/>
                <a:gd name="connsiteX8" fmla="*/ 77307 w 204478"/>
                <a:gd name="connsiteY8" fmla="*/ 224354 h 224279"/>
                <a:gd name="connsiteX9" fmla="*/ 77307 w 204478"/>
                <a:gd name="connsiteY9" fmla="*/ 219155 h 224279"/>
                <a:gd name="connsiteX10" fmla="*/ 53250 w 204478"/>
                <a:gd name="connsiteY10" fmla="*/ 208755 h 224279"/>
                <a:gd name="connsiteX11" fmla="*/ 67158 w 204478"/>
                <a:gd name="connsiteY11" fmla="*/ 151212 h 224279"/>
                <a:gd name="connsiteX12" fmla="*/ 91966 w 204478"/>
                <a:gd name="connsiteY12" fmla="*/ 157105 h 224279"/>
                <a:gd name="connsiteX13" fmla="*/ 204730 w 204478"/>
                <a:gd name="connsiteY13" fmla="*/ 43752 h 224279"/>
                <a:gd name="connsiteX14" fmla="*/ 161504 w 204478"/>
                <a:gd name="connsiteY14" fmla="*/ 421 h 224279"/>
                <a:gd name="connsiteX15" fmla="*/ 97228 w 204478"/>
                <a:gd name="connsiteY15" fmla="*/ 39592 h 224279"/>
                <a:gd name="connsiteX16" fmla="*/ 108129 w 204478"/>
                <a:gd name="connsiteY16" fmla="*/ 4928 h 224279"/>
                <a:gd name="connsiteX17" fmla="*/ 109256 w 204478"/>
                <a:gd name="connsiteY17" fmla="*/ 1808 h 224279"/>
                <a:gd name="connsiteX18" fmla="*/ 108505 w 204478"/>
                <a:gd name="connsiteY18" fmla="*/ 768 h 224279"/>
                <a:gd name="connsiteX19" fmla="*/ 107753 w 204478"/>
                <a:gd name="connsiteY19" fmla="*/ 421 h 224279"/>
                <a:gd name="connsiteX20" fmla="*/ 107377 w 204478"/>
                <a:gd name="connsiteY20" fmla="*/ 75 h 224279"/>
                <a:gd name="connsiteX21" fmla="*/ 106625 w 204478"/>
                <a:gd name="connsiteY21" fmla="*/ 421 h 224279"/>
                <a:gd name="connsiteX22" fmla="*/ 48740 w 204478"/>
                <a:gd name="connsiteY22" fmla="*/ 8048 h 224279"/>
                <a:gd name="connsiteX23" fmla="*/ 49492 w 204478"/>
                <a:gd name="connsiteY23" fmla="*/ 13247 h 224279"/>
                <a:gd name="connsiteX24" fmla="*/ 147596 w 204478"/>
                <a:gd name="connsiteY24" fmla="*/ 15327 h 224279"/>
                <a:gd name="connsiteX25" fmla="*/ 170901 w 204478"/>
                <a:gd name="connsiteY25" fmla="*/ 45139 h 224279"/>
                <a:gd name="connsiteX26" fmla="*/ 143838 w 204478"/>
                <a:gd name="connsiteY26" fmla="*/ 119321 h 224279"/>
                <a:gd name="connsiteX27" fmla="*/ 90462 w 204478"/>
                <a:gd name="connsiteY27" fmla="*/ 150519 h 224279"/>
                <a:gd name="connsiteX28" fmla="*/ 72420 w 204478"/>
                <a:gd name="connsiteY28" fmla="*/ 137693 h 224279"/>
                <a:gd name="connsiteX29" fmla="*/ 96852 w 204478"/>
                <a:gd name="connsiteY29" fmla="*/ 54845 h 224279"/>
                <a:gd name="connsiteX30" fmla="*/ 147596 w 204478"/>
                <a:gd name="connsiteY30" fmla="*/ 15327 h 224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04478" h="224279">
                  <a:moveTo>
                    <a:pt x="49492" y="13247"/>
                  </a:moveTo>
                  <a:lnTo>
                    <a:pt x="58137" y="13247"/>
                  </a:lnTo>
                  <a:cubicBezTo>
                    <a:pt x="58137" y="13247"/>
                    <a:pt x="58889" y="13247"/>
                    <a:pt x="59264" y="12901"/>
                  </a:cubicBezTo>
                  <a:cubicBezTo>
                    <a:pt x="64151" y="10821"/>
                    <a:pt x="73924" y="17407"/>
                    <a:pt x="73924" y="22607"/>
                  </a:cubicBezTo>
                  <a:cubicBezTo>
                    <a:pt x="73924" y="25726"/>
                    <a:pt x="60392" y="74950"/>
                    <a:pt x="47236" y="120707"/>
                  </a:cubicBezTo>
                  <a:cubicBezTo>
                    <a:pt x="37087" y="155372"/>
                    <a:pt x="28066" y="188303"/>
                    <a:pt x="25435" y="198356"/>
                  </a:cubicBezTo>
                  <a:cubicBezTo>
                    <a:pt x="21300" y="214302"/>
                    <a:pt x="16414" y="218461"/>
                    <a:pt x="251" y="218808"/>
                  </a:cubicBezTo>
                  <a:lnTo>
                    <a:pt x="251" y="224354"/>
                  </a:lnTo>
                  <a:lnTo>
                    <a:pt x="77307" y="224354"/>
                  </a:lnTo>
                  <a:lnTo>
                    <a:pt x="77307" y="219155"/>
                  </a:lnTo>
                  <a:cubicBezTo>
                    <a:pt x="59640" y="219155"/>
                    <a:pt x="53250" y="216035"/>
                    <a:pt x="53250" y="208755"/>
                  </a:cubicBezTo>
                  <a:cubicBezTo>
                    <a:pt x="53250" y="203902"/>
                    <a:pt x="59640" y="176864"/>
                    <a:pt x="67158" y="151212"/>
                  </a:cubicBezTo>
                  <a:cubicBezTo>
                    <a:pt x="76555" y="155718"/>
                    <a:pt x="83321" y="157105"/>
                    <a:pt x="91966" y="157105"/>
                  </a:cubicBezTo>
                  <a:cubicBezTo>
                    <a:pt x="146845" y="157105"/>
                    <a:pt x="204730" y="98869"/>
                    <a:pt x="204730" y="43752"/>
                  </a:cubicBezTo>
                  <a:cubicBezTo>
                    <a:pt x="204730" y="16714"/>
                    <a:pt x="188191" y="421"/>
                    <a:pt x="161504" y="421"/>
                  </a:cubicBezTo>
                  <a:cubicBezTo>
                    <a:pt x="137072" y="421"/>
                    <a:pt x="119029" y="11514"/>
                    <a:pt x="97228" y="39592"/>
                  </a:cubicBezTo>
                  <a:lnTo>
                    <a:pt x="108129" y="4928"/>
                  </a:lnTo>
                  <a:lnTo>
                    <a:pt x="109256" y="1808"/>
                  </a:lnTo>
                  <a:cubicBezTo>
                    <a:pt x="109256" y="1808"/>
                    <a:pt x="108881" y="1461"/>
                    <a:pt x="108505" y="768"/>
                  </a:cubicBezTo>
                  <a:lnTo>
                    <a:pt x="107753" y="421"/>
                  </a:lnTo>
                  <a:cubicBezTo>
                    <a:pt x="107753" y="75"/>
                    <a:pt x="107377" y="75"/>
                    <a:pt x="107377" y="75"/>
                  </a:cubicBezTo>
                  <a:lnTo>
                    <a:pt x="106625" y="421"/>
                  </a:lnTo>
                  <a:lnTo>
                    <a:pt x="48740" y="8048"/>
                  </a:lnTo>
                  <a:lnTo>
                    <a:pt x="49492" y="13247"/>
                  </a:lnTo>
                  <a:close/>
                  <a:moveTo>
                    <a:pt x="147596" y="15327"/>
                  </a:moveTo>
                  <a:cubicBezTo>
                    <a:pt x="163759" y="16020"/>
                    <a:pt x="170901" y="25033"/>
                    <a:pt x="170901" y="45139"/>
                  </a:cubicBezTo>
                  <a:cubicBezTo>
                    <a:pt x="170901" y="68017"/>
                    <a:pt x="160000" y="97829"/>
                    <a:pt x="143838" y="119321"/>
                  </a:cubicBezTo>
                  <a:cubicBezTo>
                    <a:pt x="128051" y="139773"/>
                    <a:pt x="110008" y="150519"/>
                    <a:pt x="90462" y="150519"/>
                  </a:cubicBezTo>
                  <a:cubicBezTo>
                    <a:pt x="79938" y="150519"/>
                    <a:pt x="72420" y="145319"/>
                    <a:pt x="72420" y="137693"/>
                  </a:cubicBezTo>
                  <a:cubicBezTo>
                    <a:pt x="72420" y="125907"/>
                    <a:pt x="85952" y="80496"/>
                    <a:pt x="96852" y="54845"/>
                  </a:cubicBezTo>
                  <a:cubicBezTo>
                    <a:pt x="107001" y="31273"/>
                    <a:pt x="128802" y="14287"/>
                    <a:pt x="147596" y="15327"/>
                  </a:cubicBez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9" name="Freeform: Shape 1958">
              <a:extLst>
                <a:ext uri="{FF2B5EF4-FFF2-40B4-BE49-F238E27FC236}">
                  <a16:creationId xmlns:a16="http://schemas.microsoft.com/office/drawing/2014/main" id="{A753DFA8-37D1-F780-3163-7BAF66299F73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2251591" y="4996718"/>
              <a:ext cx="165763" cy="156683"/>
            </a:xfrm>
            <a:custGeom>
              <a:avLst/>
              <a:gdLst>
                <a:gd name="connsiteX0" fmla="*/ 112269 w 165763"/>
                <a:gd name="connsiteY0" fmla="*/ 75 h 156683"/>
                <a:gd name="connsiteX1" fmla="*/ 256 w 165763"/>
                <a:gd name="connsiteY1" fmla="*/ 108228 h 156683"/>
                <a:gd name="connsiteX2" fmla="*/ 55511 w 165763"/>
                <a:gd name="connsiteY2" fmla="*/ 156758 h 156683"/>
                <a:gd name="connsiteX3" fmla="*/ 126176 w 165763"/>
                <a:gd name="connsiteY3" fmla="*/ 126600 h 156683"/>
                <a:gd name="connsiteX4" fmla="*/ 166019 w 165763"/>
                <a:gd name="connsiteY4" fmla="*/ 48605 h 156683"/>
                <a:gd name="connsiteX5" fmla="*/ 112269 w 165763"/>
                <a:gd name="connsiteY5" fmla="*/ 75 h 156683"/>
                <a:gd name="connsiteX6" fmla="*/ 107758 w 165763"/>
                <a:gd name="connsiteY6" fmla="*/ 7354 h 156683"/>
                <a:gd name="connsiteX7" fmla="*/ 134446 w 165763"/>
                <a:gd name="connsiteY7" fmla="*/ 39939 h 156683"/>
                <a:gd name="connsiteX8" fmla="*/ 105503 w 165763"/>
                <a:gd name="connsiteY8" fmla="*/ 122441 h 156683"/>
                <a:gd name="connsiteX9" fmla="*/ 61149 w 165763"/>
                <a:gd name="connsiteY9" fmla="*/ 149479 h 156683"/>
                <a:gd name="connsiteX10" fmla="*/ 31830 w 165763"/>
                <a:gd name="connsiteY10" fmla="*/ 117934 h 156683"/>
                <a:gd name="connsiteX11" fmla="*/ 61149 w 165763"/>
                <a:gd name="connsiteY11" fmla="*/ 37166 h 156683"/>
                <a:gd name="connsiteX12" fmla="*/ 107758 w 165763"/>
                <a:gd name="connsiteY12" fmla="*/ 7354 h 15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5763" h="156683">
                  <a:moveTo>
                    <a:pt x="112269" y="75"/>
                  </a:moveTo>
                  <a:cubicBezTo>
                    <a:pt x="55886" y="75"/>
                    <a:pt x="256" y="53805"/>
                    <a:pt x="256" y="108228"/>
                  </a:cubicBezTo>
                  <a:cubicBezTo>
                    <a:pt x="256" y="138040"/>
                    <a:pt x="21305" y="156758"/>
                    <a:pt x="55511" y="156758"/>
                  </a:cubicBezTo>
                  <a:cubicBezTo>
                    <a:pt x="80319" y="156758"/>
                    <a:pt x="104375" y="146359"/>
                    <a:pt x="126176" y="126600"/>
                  </a:cubicBezTo>
                  <a:cubicBezTo>
                    <a:pt x="150984" y="104068"/>
                    <a:pt x="166019" y="74603"/>
                    <a:pt x="166019" y="48605"/>
                  </a:cubicBezTo>
                  <a:cubicBezTo>
                    <a:pt x="166019" y="19834"/>
                    <a:pt x="144218" y="75"/>
                    <a:pt x="112269" y="75"/>
                  </a:cubicBezTo>
                  <a:close/>
                  <a:moveTo>
                    <a:pt x="107758" y="7354"/>
                  </a:moveTo>
                  <a:cubicBezTo>
                    <a:pt x="123921" y="7354"/>
                    <a:pt x="134446" y="20180"/>
                    <a:pt x="134446" y="39939"/>
                  </a:cubicBezTo>
                  <a:cubicBezTo>
                    <a:pt x="134446" y="65244"/>
                    <a:pt x="122041" y="99909"/>
                    <a:pt x="105503" y="122441"/>
                  </a:cubicBezTo>
                  <a:cubicBezTo>
                    <a:pt x="91595" y="140813"/>
                    <a:pt x="77312" y="149479"/>
                    <a:pt x="61149" y="149479"/>
                  </a:cubicBezTo>
                  <a:cubicBezTo>
                    <a:pt x="43482" y="149479"/>
                    <a:pt x="31830" y="137000"/>
                    <a:pt x="31830" y="117934"/>
                  </a:cubicBezTo>
                  <a:cubicBezTo>
                    <a:pt x="31830" y="92282"/>
                    <a:pt x="42731" y="61778"/>
                    <a:pt x="61149" y="37166"/>
                  </a:cubicBezTo>
                  <a:cubicBezTo>
                    <a:pt x="75808" y="17754"/>
                    <a:pt x="91595" y="7354"/>
                    <a:pt x="107758" y="7354"/>
                  </a:cubicBez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0" name="Freeform: Shape 1959">
              <a:extLst>
                <a:ext uri="{FF2B5EF4-FFF2-40B4-BE49-F238E27FC236}">
                  <a16:creationId xmlns:a16="http://schemas.microsoft.com/office/drawing/2014/main" id="{C6964EC1-C7F2-4197-1AA3-75F488B81675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2448506" y="4922883"/>
              <a:ext cx="80814" cy="230519"/>
            </a:xfrm>
            <a:custGeom>
              <a:avLst/>
              <a:gdLst>
                <a:gd name="connsiteX0" fmla="*/ 65288 w 80814"/>
                <a:gd name="connsiteY0" fmla="*/ 187263 h 230519"/>
                <a:gd name="connsiteX1" fmla="*/ 49877 w 80814"/>
                <a:gd name="connsiteY1" fmla="*/ 204942 h 230519"/>
                <a:gd name="connsiteX2" fmla="*/ 34466 w 80814"/>
                <a:gd name="connsiteY2" fmla="*/ 214302 h 230519"/>
                <a:gd name="connsiteX3" fmla="*/ 28452 w 80814"/>
                <a:gd name="connsiteY3" fmla="*/ 209102 h 230519"/>
                <a:gd name="connsiteX4" fmla="*/ 32211 w 80814"/>
                <a:gd name="connsiteY4" fmla="*/ 193849 h 230519"/>
                <a:gd name="connsiteX5" fmla="*/ 34090 w 80814"/>
                <a:gd name="connsiteY5" fmla="*/ 187610 h 230519"/>
                <a:gd name="connsiteX6" fmla="*/ 34090 w 80814"/>
                <a:gd name="connsiteY6" fmla="*/ 186917 h 230519"/>
                <a:gd name="connsiteX7" fmla="*/ 34466 w 80814"/>
                <a:gd name="connsiteY7" fmla="*/ 186223 h 230519"/>
                <a:gd name="connsiteX8" fmla="*/ 67544 w 80814"/>
                <a:gd name="connsiteY8" fmla="*/ 74603 h 230519"/>
                <a:gd name="connsiteX9" fmla="*/ 66416 w 80814"/>
                <a:gd name="connsiteY9" fmla="*/ 73910 h 230519"/>
                <a:gd name="connsiteX10" fmla="*/ 6275 w 80814"/>
                <a:gd name="connsiteY10" fmla="*/ 82576 h 230519"/>
                <a:gd name="connsiteX11" fmla="*/ 6275 w 80814"/>
                <a:gd name="connsiteY11" fmla="*/ 88123 h 230519"/>
                <a:gd name="connsiteX12" fmla="*/ 29956 w 80814"/>
                <a:gd name="connsiteY12" fmla="*/ 96442 h 230519"/>
                <a:gd name="connsiteX13" fmla="*/ 26573 w 80814"/>
                <a:gd name="connsiteY13" fmla="*/ 111695 h 230519"/>
                <a:gd name="connsiteX14" fmla="*/ 8531 w 80814"/>
                <a:gd name="connsiteY14" fmla="*/ 173051 h 230519"/>
                <a:gd name="connsiteX15" fmla="*/ 261 w 80814"/>
                <a:gd name="connsiteY15" fmla="*/ 210835 h 230519"/>
                <a:gd name="connsiteX16" fmla="*/ 17552 w 80814"/>
                <a:gd name="connsiteY16" fmla="*/ 230594 h 230519"/>
                <a:gd name="connsiteX17" fmla="*/ 70175 w 80814"/>
                <a:gd name="connsiteY17" fmla="*/ 191076 h 230519"/>
                <a:gd name="connsiteX18" fmla="*/ 65288 w 80814"/>
                <a:gd name="connsiteY18" fmla="*/ 187263 h 230519"/>
                <a:gd name="connsiteX19" fmla="*/ 62281 w 80814"/>
                <a:gd name="connsiteY19" fmla="*/ 75 h 230519"/>
                <a:gd name="connsiteX20" fmla="*/ 44615 w 80814"/>
                <a:gd name="connsiteY20" fmla="*/ 18447 h 230519"/>
                <a:gd name="connsiteX21" fmla="*/ 62657 w 80814"/>
                <a:gd name="connsiteY21" fmla="*/ 36819 h 230519"/>
                <a:gd name="connsiteX22" fmla="*/ 81075 w 80814"/>
                <a:gd name="connsiteY22" fmla="*/ 19140 h 230519"/>
                <a:gd name="connsiteX23" fmla="*/ 62281 w 80814"/>
                <a:gd name="connsiteY23" fmla="*/ 75 h 23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0814" h="230519">
                  <a:moveTo>
                    <a:pt x="65288" y="187263"/>
                  </a:moveTo>
                  <a:cubicBezTo>
                    <a:pt x="56267" y="198356"/>
                    <a:pt x="53636" y="201129"/>
                    <a:pt x="49877" y="204942"/>
                  </a:cubicBezTo>
                  <a:cubicBezTo>
                    <a:pt x="43487" y="210835"/>
                    <a:pt x="37849" y="214302"/>
                    <a:pt x="34466" y="214302"/>
                  </a:cubicBezTo>
                  <a:cubicBezTo>
                    <a:pt x="31459" y="214302"/>
                    <a:pt x="28452" y="211528"/>
                    <a:pt x="28452" y="209102"/>
                  </a:cubicBezTo>
                  <a:cubicBezTo>
                    <a:pt x="28452" y="205635"/>
                    <a:pt x="29580" y="200436"/>
                    <a:pt x="32211" y="193849"/>
                  </a:cubicBezTo>
                  <a:cubicBezTo>
                    <a:pt x="32211" y="192810"/>
                    <a:pt x="33339" y="190383"/>
                    <a:pt x="34090" y="187610"/>
                  </a:cubicBezTo>
                  <a:lnTo>
                    <a:pt x="34090" y="186917"/>
                  </a:lnTo>
                  <a:lnTo>
                    <a:pt x="34466" y="186223"/>
                  </a:lnTo>
                  <a:lnTo>
                    <a:pt x="67544" y="74603"/>
                  </a:lnTo>
                  <a:lnTo>
                    <a:pt x="66416" y="73910"/>
                  </a:lnTo>
                  <a:cubicBezTo>
                    <a:pt x="28452" y="80496"/>
                    <a:pt x="20935" y="81536"/>
                    <a:pt x="6275" y="82576"/>
                  </a:cubicBezTo>
                  <a:lnTo>
                    <a:pt x="6275" y="88123"/>
                  </a:lnTo>
                  <a:cubicBezTo>
                    <a:pt x="26197" y="88469"/>
                    <a:pt x="29956" y="89509"/>
                    <a:pt x="29956" y="96442"/>
                  </a:cubicBezTo>
                  <a:cubicBezTo>
                    <a:pt x="29956" y="99215"/>
                    <a:pt x="28828" y="104762"/>
                    <a:pt x="26573" y="111695"/>
                  </a:cubicBezTo>
                  <a:lnTo>
                    <a:pt x="8531" y="173051"/>
                  </a:lnTo>
                  <a:cubicBezTo>
                    <a:pt x="2516" y="193156"/>
                    <a:pt x="261" y="203902"/>
                    <a:pt x="261" y="210835"/>
                  </a:cubicBezTo>
                  <a:cubicBezTo>
                    <a:pt x="261" y="223661"/>
                    <a:pt x="6275" y="230594"/>
                    <a:pt x="17552" y="230594"/>
                  </a:cubicBezTo>
                  <a:cubicBezTo>
                    <a:pt x="34842" y="230594"/>
                    <a:pt x="48750" y="220194"/>
                    <a:pt x="70175" y="191076"/>
                  </a:cubicBezTo>
                  <a:lnTo>
                    <a:pt x="65288" y="187263"/>
                  </a:lnTo>
                  <a:close/>
                  <a:moveTo>
                    <a:pt x="62281" y="75"/>
                  </a:moveTo>
                  <a:cubicBezTo>
                    <a:pt x="52133" y="75"/>
                    <a:pt x="44615" y="8048"/>
                    <a:pt x="44615" y="18447"/>
                  </a:cubicBezTo>
                  <a:cubicBezTo>
                    <a:pt x="44615" y="29540"/>
                    <a:pt x="51757" y="36819"/>
                    <a:pt x="62657" y="36819"/>
                  </a:cubicBezTo>
                  <a:cubicBezTo>
                    <a:pt x="72430" y="36819"/>
                    <a:pt x="81075" y="28846"/>
                    <a:pt x="81075" y="19140"/>
                  </a:cubicBezTo>
                  <a:cubicBezTo>
                    <a:pt x="81075" y="9087"/>
                    <a:pt x="72430" y="75"/>
                    <a:pt x="62281" y="75"/>
                  </a:cubicBez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1" name="Freeform: Shape 1960">
              <a:extLst>
                <a:ext uri="{FF2B5EF4-FFF2-40B4-BE49-F238E27FC236}">
                  <a16:creationId xmlns:a16="http://schemas.microsoft.com/office/drawing/2014/main" id="{49AF997F-1A22-E01E-D753-F6B88CA728AD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2540233" y="4996718"/>
              <a:ext cx="172904" cy="155990"/>
            </a:xfrm>
            <a:custGeom>
              <a:avLst/>
              <a:gdLst>
                <a:gd name="connsiteX0" fmla="*/ 167907 w 172904"/>
                <a:gd name="connsiteY0" fmla="*/ 112388 h 155990"/>
                <a:gd name="connsiteX1" fmla="*/ 160013 w 172904"/>
                <a:gd name="connsiteY1" fmla="*/ 121401 h 155990"/>
                <a:gd name="connsiteX2" fmla="*/ 137084 w 172904"/>
                <a:gd name="connsiteY2" fmla="*/ 139773 h 155990"/>
                <a:gd name="connsiteX3" fmla="*/ 131070 w 172904"/>
                <a:gd name="connsiteY3" fmla="*/ 134226 h 155990"/>
                <a:gd name="connsiteX4" fmla="*/ 136333 w 172904"/>
                <a:gd name="connsiteY4" fmla="*/ 112388 h 155990"/>
                <a:gd name="connsiteX5" fmla="*/ 157758 w 172904"/>
                <a:gd name="connsiteY5" fmla="*/ 40979 h 155990"/>
                <a:gd name="connsiteX6" fmla="*/ 161141 w 172904"/>
                <a:gd name="connsiteY6" fmla="*/ 21220 h 155990"/>
                <a:gd name="connsiteX7" fmla="*/ 136333 w 172904"/>
                <a:gd name="connsiteY7" fmla="*/ 75 h 155990"/>
                <a:gd name="connsiteX8" fmla="*/ 49880 w 172904"/>
                <a:gd name="connsiteY8" fmla="*/ 76337 h 155990"/>
                <a:gd name="connsiteX9" fmla="*/ 75064 w 172904"/>
                <a:gd name="connsiteY9" fmla="*/ 768 h 155990"/>
                <a:gd name="connsiteX10" fmla="*/ 73936 w 172904"/>
                <a:gd name="connsiteY10" fmla="*/ 75 h 155990"/>
                <a:gd name="connsiteX11" fmla="*/ 13044 w 172904"/>
                <a:gd name="connsiteY11" fmla="*/ 10821 h 155990"/>
                <a:gd name="connsiteX12" fmla="*/ 13044 w 172904"/>
                <a:gd name="connsiteY12" fmla="*/ 16367 h 155990"/>
                <a:gd name="connsiteX13" fmla="*/ 37100 w 172904"/>
                <a:gd name="connsiteY13" fmla="*/ 25726 h 155990"/>
                <a:gd name="connsiteX14" fmla="*/ 36348 w 172904"/>
                <a:gd name="connsiteY14" fmla="*/ 31619 h 155990"/>
                <a:gd name="connsiteX15" fmla="*/ 264 w 172904"/>
                <a:gd name="connsiteY15" fmla="*/ 152945 h 155990"/>
                <a:gd name="connsiteX16" fmla="*/ 28455 w 172904"/>
                <a:gd name="connsiteY16" fmla="*/ 152945 h 155990"/>
                <a:gd name="connsiteX17" fmla="*/ 66043 w 172904"/>
                <a:gd name="connsiteY17" fmla="*/ 66977 h 155990"/>
                <a:gd name="connsiteX18" fmla="*/ 121673 w 172904"/>
                <a:gd name="connsiteY18" fmla="*/ 17754 h 155990"/>
                <a:gd name="connsiteX19" fmla="*/ 130694 w 172904"/>
                <a:gd name="connsiteY19" fmla="*/ 27806 h 155990"/>
                <a:gd name="connsiteX20" fmla="*/ 125432 w 172904"/>
                <a:gd name="connsiteY20" fmla="*/ 54151 h 155990"/>
                <a:gd name="connsiteX21" fmla="*/ 108893 w 172904"/>
                <a:gd name="connsiteY21" fmla="*/ 111348 h 155990"/>
                <a:gd name="connsiteX22" fmla="*/ 102879 w 172904"/>
                <a:gd name="connsiteY22" fmla="*/ 137346 h 155990"/>
                <a:gd name="connsiteX23" fmla="*/ 120546 w 172904"/>
                <a:gd name="connsiteY23" fmla="*/ 156065 h 155990"/>
                <a:gd name="connsiteX24" fmla="*/ 173169 w 172904"/>
                <a:gd name="connsiteY24" fmla="*/ 116894 h 155990"/>
                <a:gd name="connsiteX25" fmla="*/ 167907 w 172904"/>
                <a:gd name="connsiteY25" fmla="*/ 112388 h 155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904" h="155990">
                  <a:moveTo>
                    <a:pt x="167907" y="112388"/>
                  </a:moveTo>
                  <a:lnTo>
                    <a:pt x="160013" y="121401"/>
                  </a:lnTo>
                  <a:cubicBezTo>
                    <a:pt x="149113" y="134226"/>
                    <a:pt x="142347" y="139773"/>
                    <a:pt x="137084" y="139773"/>
                  </a:cubicBezTo>
                  <a:cubicBezTo>
                    <a:pt x="134077" y="139773"/>
                    <a:pt x="131070" y="137000"/>
                    <a:pt x="131070" y="134226"/>
                  </a:cubicBezTo>
                  <a:cubicBezTo>
                    <a:pt x="131070" y="131800"/>
                    <a:pt x="131070" y="131800"/>
                    <a:pt x="136333" y="112388"/>
                  </a:cubicBezTo>
                  <a:lnTo>
                    <a:pt x="157758" y="40979"/>
                  </a:lnTo>
                  <a:cubicBezTo>
                    <a:pt x="159637" y="33699"/>
                    <a:pt x="161141" y="26073"/>
                    <a:pt x="161141" y="21220"/>
                  </a:cubicBezTo>
                  <a:cubicBezTo>
                    <a:pt x="161141" y="8741"/>
                    <a:pt x="150992" y="75"/>
                    <a:pt x="136333" y="75"/>
                  </a:cubicBezTo>
                  <a:cubicBezTo>
                    <a:pt x="112276" y="75"/>
                    <a:pt x="88596" y="20873"/>
                    <a:pt x="49880" y="76337"/>
                  </a:cubicBezTo>
                  <a:lnTo>
                    <a:pt x="75064" y="768"/>
                  </a:lnTo>
                  <a:lnTo>
                    <a:pt x="73936" y="75"/>
                  </a:lnTo>
                  <a:cubicBezTo>
                    <a:pt x="53639" y="3888"/>
                    <a:pt x="45745" y="5274"/>
                    <a:pt x="13044" y="10821"/>
                  </a:cubicBezTo>
                  <a:lnTo>
                    <a:pt x="13044" y="16367"/>
                  </a:lnTo>
                  <a:cubicBezTo>
                    <a:pt x="32214" y="16714"/>
                    <a:pt x="37100" y="18794"/>
                    <a:pt x="37100" y="25726"/>
                  </a:cubicBezTo>
                  <a:cubicBezTo>
                    <a:pt x="37100" y="27806"/>
                    <a:pt x="36724" y="29886"/>
                    <a:pt x="36348" y="31619"/>
                  </a:cubicBezTo>
                  <a:lnTo>
                    <a:pt x="264" y="152945"/>
                  </a:lnTo>
                  <a:lnTo>
                    <a:pt x="28455" y="152945"/>
                  </a:lnTo>
                  <a:cubicBezTo>
                    <a:pt x="46121" y="98175"/>
                    <a:pt x="49504" y="90549"/>
                    <a:pt x="66043" y="66977"/>
                  </a:cubicBezTo>
                  <a:cubicBezTo>
                    <a:pt x="88596" y="35086"/>
                    <a:pt x="107766" y="17754"/>
                    <a:pt x="121673" y="17754"/>
                  </a:cubicBezTo>
                  <a:cubicBezTo>
                    <a:pt x="127312" y="17754"/>
                    <a:pt x="130694" y="21567"/>
                    <a:pt x="130694" y="27806"/>
                  </a:cubicBezTo>
                  <a:cubicBezTo>
                    <a:pt x="130694" y="31966"/>
                    <a:pt x="128439" y="43405"/>
                    <a:pt x="125432" y="54151"/>
                  </a:cubicBezTo>
                  <a:lnTo>
                    <a:pt x="108893" y="111348"/>
                  </a:lnTo>
                  <a:cubicBezTo>
                    <a:pt x="104007" y="129027"/>
                    <a:pt x="102879" y="133880"/>
                    <a:pt x="102879" y="137346"/>
                  </a:cubicBezTo>
                  <a:cubicBezTo>
                    <a:pt x="102879" y="150519"/>
                    <a:pt x="108142" y="156065"/>
                    <a:pt x="120546" y="156065"/>
                  </a:cubicBezTo>
                  <a:cubicBezTo>
                    <a:pt x="137460" y="156065"/>
                    <a:pt x="147233" y="148786"/>
                    <a:pt x="173169" y="116894"/>
                  </a:cubicBezTo>
                  <a:lnTo>
                    <a:pt x="167907" y="112388"/>
                  </a:ln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2" name="Freeform: Shape 1961">
              <a:extLst>
                <a:ext uri="{FF2B5EF4-FFF2-40B4-BE49-F238E27FC236}">
                  <a16:creationId xmlns:a16="http://schemas.microsoft.com/office/drawing/2014/main" id="{662E837C-2CB3-AABF-728E-D7442F58D5DF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2737523" y="4960320"/>
              <a:ext cx="97353" cy="193081"/>
            </a:xfrm>
            <a:custGeom>
              <a:avLst/>
              <a:gdLst>
                <a:gd name="connsiteX0" fmla="*/ 97622 w 97353"/>
                <a:gd name="connsiteY0" fmla="*/ 40979 h 193081"/>
                <a:gd name="connsiteX1" fmla="*/ 67552 w 97353"/>
                <a:gd name="connsiteY1" fmla="*/ 40979 h 193081"/>
                <a:gd name="connsiteX2" fmla="*/ 78076 w 97353"/>
                <a:gd name="connsiteY2" fmla="*/ 5274 h 193081"/>
                <a:gd name="connsiteX3" fmla="*/ 78452 w 97353"/>
                <a:gd name="connsiteY3" fmla="*/ 3541 h 193081"/>
                <a:gd name="connsiteX4" fmla="*/ 75445 w 97353"/>
                <a:gd name="connsiteY4" fmla="*/ 75 h 193081"/>
                <a:gd name="connsiteX5" fmla="*/ 69807 w 97353"/>
                <a:gd name="connsiteY5" fmla="*/ 3195 h 193081"/>
                <a:gd name="connsiteX6" fmla="*/ 19815 w 97353"/>
                <a:gd name="connsiteY6" fmla="*/ 41326 h 193081"/>
                <a:gd name="connsiteX7" fmla="*/ 7787 w 97353"/>
                <a:gd name="connsiteY7" fmla="*/ 49992 h 193081"/>
                <a:gd name="connsiteX8" fmla="*/ 8162 w 97353"/>
                <a:gd name="connsiteY8" fmla="*/ 52072 h 193081"/>
                <a:gd name="connsiteX9" fmla="*/ 35978 w 97353"/>
                <a:gd name="connsiteY9" fmla="*/ 52072 h 193081"/>
                <a:gd name="connsiteX10" fmla="*/ 8914 w 97353"/>
                <a:gd name="connsiteY10" fmla="*/ 147399 h 193081"/>
                <a:gd name="connsiteX11" fmla="*/ 6659 w 97353"/>
                <a:gd name="connsiteY11" fmla="*/ 154679 h 193081"/>
                <a:gd name="connsiteX12" fmla="*/ 269 w 97353"/>
                <a:gd name="connsiteY12" fmla="*/ 179984 h 193081"/>
                <a:gd name="connsiteX13" fmla="*/ 18311 w 97353"/>
                <a:gd name="connsiteY13" fmla="*/ 193156 h 193081"/>
                <a:gd name="connsiteX14" fmla="*/ 71686 w 97353"/>
                <a:gd name="connsiteY14" fmla="*/ 151212 h 193081"/>
                <a:gd name="connsiteX15" fmla="*/ 66800 w 97353"/>
                <a:gd name="connsiteY15" fmla="*/ 148786 h 193081"/>
                <a:gd name="connsiteX16" fmla="*/ 36353 w 97353"/>
                <a:gd name="connsiteY16" fmla="*/ 176171 h 193081"/>
                <a:gd name="connsiteX17" fmla="*/ 30715 w 97353"/>
                <a:gd name="connsiteY17" fmla="*/ 169238 h 193081"/>
                <a:gd name="connsiteX18" fmla="*/ 31091 w 97353"/>
                <a:gd name="connsiteY18" fmla="*/ 167504 h 193081"/>
                <a:gd name="connsiteX19" fmla="*/ 64169 w 97353"/>
                <a:gd name="connsiteY19" fmla="*/ 52072 h 193081"/>
                <a:gd name="connsiteX20" fmla="*/ 95743 w 97353"/>
                <a:gd name="connsiteY20" fmla="*/ 52072 h 193081"/>
                <a:gd name="connsiteX21" fmla="*/ 97622 w 97353"/>
                <a:gd name="connsiteY21" fmla="*/ 40979 h 193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7353" h="193081">
                  <a:moveTo>
                    <a:pt x="97622" y="40979"/>
                  </a:moveTo>
                  <a:lnTo>
                    <a:pt x="67552" y="40979"/>
                  </a:lnTo>
                  <a:lnTo>
                    <a:pt x="78076" y="5274"/>
                  </a:lnTo>
                  <a:cubicBezTo>
                    <a:pt x="78452" y="4581"/>
                    <a:pt x="78452" y="3888"/>
                    <a:pt x="78452" y="3541"/>
                  </a:cubicBezTo>
                  <a:cubicBezTo>
                    <a:pt x="78452" y="1115"/>
                    <a:pt x="77324" y="75"/>
                    <a:pt x="75445" y="75"/>
                  </a:cubicBezTo>
                  <a:cubicBezTo>
                    <a:pt x="73190" y="75"/>
                    <a:pt x="72062" y="421"/>
                    <a:pt x="69807" y="3195"/>
                  </a:cubicBezTo>
                  <a:cubicBezTo>
                    <a:pt x="55147" y="20873"/>
                    <a:pt x="31843" y="38206"/>
                    <a:pt x="19815" y="41326"/>
                  </a:cubicBezTo>
                  <a:cubicBezTo>
                    <a:pt x="10418" y="44099"/>
                    <a:pt x="7787" y="46179"/>
                    <a:pt x="7787" y="49992"/>
                  </a:cubicBezTo>
                  <a:cubicBezTo>
                    <a:pt x="7787" y="50338"/>
                    <a:pt x="7787" y="51032"/>
                    <a:pt x="8162" y="52072"/>
                  </a:cubicBezTo>
                  <a:lnTo>
                    <a:pt x="35978" y="52072"/>
                  </a:lnTo>
                  <a:lnTo>
                    <a:pt x="8914" y="147399"/>
                  </a:lnTo>
                  <a:cubicBezTo>
                    <a:pt x="8162" y="150519"/>
                    <a:pt x="7787" y="151559"/>
                    <a:pt x="6659" y="154679"/>
                  </a:cubicBezTo>
                  <a:cubicBezTo>
                    <a:pt x="3276" y="165078"/>
                    <a:pt x="269" y="177210"/>
                    <a:pt x="269" y="179984"/>
                  </a:cubicBezTo>
                  <a:cubicBezTo>
                    <a:pt x="269" y="187610"/>
                    <a:pt x="8162" y="193156"/>
                    <a:pt x="18311" y="193156"/>
                  </a:cubicBezTo>
                  <a:cubicBezTo>
                    <a:pt x="35602" y="193156"/>
                    <a:pt x="48006" y="183450"/>
                    <a:pt x="71686" y="151212"/>
                  </a:cubicBezTo>
                  <a:lnTo>
                    <a:pt x="66800" y="148786"/>
                  </a:lnTo>
                  <a:cubicBezTo>
                    <a:pt x="48382" y="170624"/>
                    <a:pt x="42368" y="176171"/>
                    <a:pt x="36353" y="176171"/>
                  </a:cubicBezTo>
                  <a:cubicBezTo>
                    <a:pt x="32970" y="176171"/>
                    <a:pt x="30715" y="173397"/>
                    <a:pt x="30715" y="169238"/>
                  </a:cubicBezTo>
                  <a:cubicBezTo>
                    <a:pt x="30715" y="168891"/>
                    <a:pt x="30715" y="168544"/>
                    <a:pt x="31091" y="167504"/>
                  </a:cubicBezTo>
                  <a:lnTo>
                    <a:pt x="64169" y="52072"/>
                  </a:lnTo>
                  <a:lnTo>
                    <a:pt x="95743" y="52072"/>
                  </a:lnTo>
                  <a:lnTo>
                    <a:pt x="97622" y="40979"/>
                  </a:ln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3" name="Freeform: Shape 1962">
              <a:extLst>
                <a:ext uri="{FF2B5EF4-FFF2-40B4-BE49-F238E27FC236}">
                  <a16:creationId xmlns:a16="http://schemas.microsoft.com/office/drawing/2014/main" id="{CC2A5AF4-D755-7E12-35D5-EBA7125C8C4A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2847293" y="4996718"/>
              <a:ext cx="79310" cy="156683"/>
            </a:xfrm>
            <a:custGeom>
              <a:avLst/>
              <a:gdLst>
                <a:gd name="connsiteX0" fmla="*/ 21321 w 79310"/>
                <a:gd name="connsiteY0" fmla="*/ 118281 h 156683"/>
                <a:gd name="connsiteX1" fmla="*/ 272 w 79310"/>
                <a:gd name="connsiteY1" fmla="*/ 138040 h 156683"/>
                <a:gd name="connsiteX2" fmla="*/ 20569 w 79310"/>
                <a:gd name="connsiteY2" fmla="*/ 156758 h 156683"/>
                <a:gd name="connsiteX3" fmla="*/ 41994 w 79310"/>
                <a:gd name="connsiteY3" fmla="*/ 138040 h 156683"/>
                <a:gd name="connsiteX4" fmla="*/ 21321 w 79310"/>
                <a:gd name="connsiteY4" fmla="*/ 118281 h 156683"/>
                <a:gd name="connsiteX5" fmla="*/ 58533 w 79310"/>
                <a:gd name="connsiteY5" fmla="*/ 75 h 156683"/>
                <a:gd name="connsiteX6" fmla="*/ 37860 w 79310"/>
                <a:gd name="connsiteY6" fmla="*/ 19834 h 156683"/>
                <a:gd name="connsiteX7" fmla="*/ 58157 w 79310"/>
                <a:gd name="connsiteY7" fmla="*/ 38552 h 156683"/>
                <a:gd name="connsiteX8" fmla="*/ 79582 w 79310"/>
                <a:gd name="connsiteY8" fmla="*/ 19834 h 156683"/>
                <a:gd name="connsiteX9" fmla="*/ 58533 w 79310"/>
                <a:gd name="connsiteY9" fmla="*/ 75 h 15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310" h="156683">
                  <a:moveTo>
                    <a:pt x="21321" y="118281"/>
                  </a:moveTo>
                  <a:cubicBezTo>
                    <a:pt x="9669" y="118281"/>
                    <a:pt x="272" y="127294"/>
                    <a:pt x="272" y="138040"/>
                  </a:cubicBezTo>
                  <a:cubicBezTo>
                    <a:pt x="272" y="148092"/>
                    <a:pt x="9669" y="156758"/>
                    <a:pt x="20569" y="156758"/>
                  </a:cubicBezTo>
                  <a:cubicBezTo>
                    <a:pt x="32597" y="156758"/>
                    <a:pt x="41994" y="148439"/>
                    <a:pt x="41994" y="138040"/>
                  </a:cubicBezTo>
                  <a:cubicBezTo>
                    <a:pt x="41994" y="127294"/>
                    <a:pt x="32597" y="118281"/>
                    <a:pt x="21321" y="118281"/>
                  </a:cubicBezTo>
                  <a:close/>
                  <a:moveTo>
                    <a:pt x="58533" y="75"/>
                  </a:moveTo>
                  <a:cubicBezTo>
                    <a:pt x="46881" y="75"/>
                    <a:pt x="37860" y="8741"/>
                    <a:pt x="37860" y="19834"/>
                  </a:cubicBezTo>
                  <a:cubicBezTo>
                    <a:pt x="37860" y="30233"/>
                    <a:pt x="46881" y="38552"/>
                    <a:pt x="58157" y="38552"/>
                  </a:cubicBezTo>
                  <a:cubicBezTo>
                    <a:pt x="70185" y="38552"/>
                    <a:pt x="79582" y="30233"/>
                    <a:pt x="79582" y="19834"/>
                  </a:cubicBezTo>
                  <a:cubicBezTo>
                    <a:pt x="79582" y="8741"/>
                    <a:pt x="70185" y="75"/>
                    <a:pt x="58533" y="75"/>
                  </a:cubicBezTo>
                  <a:close/>
                </a:path>
              </a:pathLst>
            </a:custGeom>
            <a:grpFill/>
            <a:ln w="378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04" name="Group 2603">
            <a:extLst>
              <a:ext uri="{FF2B5EF4-FFF2-40B4-BE49-F238E27FC236}">
                <a16:creationId xmlns:a16="http://schemas.microsoft.com/office/drawing/2014/main" id="{7AAE689F-B17C-76E8-7813-2A338E3E4F97}"/>
              </a:ext>
            </a:extLst>
          </p:cNvPr>
          <p:cNvGrpSpPr/>
          <p:nvPr/>
        </p:nvGrpSpPr>
        <p:grpSpPr>
          <a:xfrm>
            <a:off x="3335243" y="5458975"/>
            <a:ext cx="6587836" cy="519545"/>
            <a:chOff x="3356264" y="5718748"/>
            <a:chExt cx="6587836" cy="519545"/>
          </a:xfrm>
        </p:grpSpPr>
        <p:sp>
          <p:nvSpPr>
            <p:cNvPr id="2603" name="Rectangle: Rounded Corners 2602">
              <a:extLst>
                <a:ext uri="{FF2B5EF4-FFF2-40B4-BE49-F238E27FC236}">
                  <a16:creationId xmlns:a16="http://schemas.microsoft.com/office/drawing/2014/main" id="{21930C42-50B3-E4A7-9E5F-1F0BBF207FCA}"/>
                </a:ext>
              </a:extLst>
            </p:cNvPr>
            <p:cNvSpPr/>
            <p:nvPr/>
          </p:nvSpPr>
          <p:spPr>
            <a:xfrm>
              <a:off x="3356264" y="5718748"/>
              <a:ext cx="6587836" cy="519545"/>
            </a:xfrm>
            <a:prstGeom prst="round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73" name="Group 2172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y_{4.0} =f(4.0) = 2- 4 + 4^2 + 4^3 = 78&#10;$$&#10;}&#10;\end{document}" title="IguanaTex Shape Display">
              <a:extLst>
                <a:ext uri="{FF2B5EF4-FFF2-40B4-BE49-F238E27FC236}">
                  <a16:creationId xmlns:a16="http://schemas.microsoft.com/office/drawing/2014/main" id="{0BAD2C5A-8E23-DAD0-11AE-E2F9DAFFE7F2}"/>
                </a:ext>
              </a:extLst>
            </p:cNvPr>
            <p:cNvGrpSpPr>
              <a:grpSpLocks noChangeAspect="1"/>
            </p:cNvGrpSpPr>
            <p:nvPr>
              <p:custDataLst>
                <p:tags r:id="rId5"/>
              </p:custDataLst>
            </p:nvPr>
          </p:nvGrpSpPr>
          <p:grpSpPr>
            <a:xfrm>
              <a:off x="3859968" y="5772050"/>
              <a:ext cx="5580428" cy="412940"/>
              <a:chOff x="10256549" y="7575834"/>
              <a:chExt cx="5580428" cy="412940"/>
            </a:xfrm>
            <a:solidFill>
              <a:srgbClr val="FFFF00"/>
            </a:solidFill>
          </p:grpSpPr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9FB45DBE-E330-9F57-CDE6-96DC1D7C018D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10256549" y="7743799"/>
                <a:ext cx="170171" cy="229376"/>
              </a:xfrm>
              <a:custGeom>
                <a:avLst/>
                <a:gdLst>
                  <a:gd name="connsiteX0" fmla="*/ 14909 w 170171"/>
                  <a:gd name="connsiteY0" fmla="*/ 14610 h 229376"/>
                  <a:gd name="connsiteX1" fmla="*/ 26632 w 170171"/>
                  <a:gd name="connsiteY1" fmla="*/ 13192 h 229376"/>
                  <a:gd name="connsiteX2" fmla="*/ 71255 w 170171"/>
                  <a:gd name="connsiteY2" fmla="*/ 83033 h 229376"/>
                  <a:gd name="connsiteX3" fmla="*/ 86759 w 170171"/>
                  <a:gd name="connsiteY3" fmla="*/ 153583 h 229376"/>
                  <a:gd name="connsiteX4" fmla="*/ 78818 w 170171"/>
                  <a:gd name="connsiteY4" fmla="*/ 171309 h 229376"/>
                  <a:gd name="connsiteX5" fmla="*/ 55372 w 170171"/>
                  <a:gd name="connsiteY5" fmla="*/ 199317 h 229376"/>
                  <a:gd name="connsiteX6" fmla="*/ 37977 w 170171"/>
                  <a:gd name="connsiteY6" fmla="*/ 209952 h 229376"/>
                  <a:gd name="connsiteX7" fmla="*/ 28901 w 170171"/>
                  <a:gd name="connsiteY7" fmla="*/ 206053 h 229376"/>
                  <a:gd name="connsiteX8" fmla="*/ 14909 w 170171"/>
                  <a:gd name="connsiteY8" fmla="*/ 200026 h 229376"/>
                  <a:gd name="connsiteX9" fmla="*/ 161 w 170171"/>
                  <a:gd name="connsiteY9" fmla="*/ 213852 h 229376"/>
                  <a:gd name="connsiteX10" fmla="*/ 19447 w 170171"/>
                  <a:gd name="connsiteY10" fmla="*/ 229451 h 229376"/>
                  <a:gd name="connsiteX11" fmla="*/ 134029 w 170171"/>
                  <a:gd name="connsiteY11" fmla="*/ 106077 h 229376"/>
                  <a:gd name="connsiteX12" fmla="*/ 170332 w 170171"/>
                  <a:gd name="connsiteY12" fmla="*/ 19573 h 229376"/>
                  <a:gd name="connsiteX13" fmla="*/ 149533 w 170171"/>
                  <a:gd name="connsiteY13" fmla="*/ 74 h 229376"/>
                  <a:gd name="connsiteX14" fmla="*/ 134785 w 170171"/>
                  <a:gd name="connsiteY14" fmla="*/ 13192 h 229376"/>
                  <a:gd name="connsiteX15" fmla="*/ 145374 w 170171"/>
                  <a:gd name="connsiteY15" fmla="*/ 27018 h 229376"/>
                  <a:gd name="connsiteX16" fmla="*/ 155206 w 170171"/>
                  <a:gd name="connsiteY16" fmla="*/ 39072 h 229376"/>
                  <a:gd name="connsiteX17" fmla="*/ 109070 w 170171"/>
                  <a:gd name="connsiteY17" fmla="*/ 130894 h 229376"/>
                  <a:gd name="connsiteX18" fmla="*/ 101507 w 170171"/>
                  <a:gd name="connsiteY18" fmla="*/ 89769 h 229376"/>
                  <a:gd name="connsiteX19" fmla="*/ 68986 w 170171"/>
                  <a:gd name="connsiteY19" fmla="*/ 74 h 229376"/>
                  <a:gd name="connsiteX20" fmla="*/ 67473 w 170171"/>
                  <a:gd name="connsiteY20" fmla="*/ 74 h 229376"/>
                  <a:gd name="connsiteX21" fmla="*/ 64070 w 170171"/>
                  <a:gd name="connsiteY21" fmla="*/ 429 h 229376"/>
                  <a:gd name="connsiteX22" fmla="*/ 27010 w 170171"/>
                  <a:gd name="connsiteY22" fmla="*/ 6456 h 229376"/>
                  <a:gd name="connsiteX23" fmla="*/ 14909 w 170171"/>
                  <a:gd name="connsiteY23" fmla="*/ 8583 h 229376"/>
                  <a:gd name="connsiteX24" fmla="*/ 14909 w 170171"/>
                  <a:gd name="connsiteY24" fmla="*/ 14610 h 229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0171" h="229376">
                    <a:moveTo>
                      <a:pt x="14909" y="14610"/>
                    </a:moveTo>
                    <a:cubicBezTo>
                      <a:pt x="19825" y="13546"/>
                      <a:pt x="22472" y="13192"/>
                      <a:pt x="26632" y="13192"/>
                    </a:cubicBezTo>
                    <a:cubicBezTo>
                      <a:pt x="48187" y="13192"/>
                      <a:pt x="53859" y="22055"/>
                      <a:pt x="71255" y="83033"/>
                    </a:cubicBezTo>
                    <a:cubicBezTo>
                      <a:pt x="77683" y="106077"/>
                      <a:pt x="86759" y="147556"/>
                      <a:pt x="86759" y="153583"/>
                    </a:cubicBezTo>
                    <a:cubicBezTo>
                      <a:pt x="86759" y="159255"/>
                      <a:pt x="84490" y="164928"/>
                      <a:pt x="78818" y="171309"/>
                    </a:cubicBezTo>
                    <a:cubicBezTo>
                      <a:pt x="67095" y="185845"/>
                      <a:pt x="59532" y="195062"/>
                      <a:pt x="55372" y="199317"/>
                    </a:cubicBezTo>
                    <a:cubicBezTo>
                      <a:pt x="47431" y="207116"/>
                      <a:pt x="42893" y="209952"/>
                      <a:pt x="37977" y="209952"/>
                    </a:cubicBezTo>
                    <a:cubicBezTo>
                      <a:pt x="35708" y="209952"/>
                      <a:pt x="33061" y="208889"/>
                      <a:pt x="28901" y="206053"/>
                    </a:cubicBezTo>
                    <a:cubicBezTo>
                      <a:pt x="23228" y="201798"/>
                      <a:pt x="19069" y="200026"/>
                      <a:pt x="14909" y="200026"/>
                    </a:cubicBezTo>
                    <a:cubicBezTo>
                      <a:pt x="6589" y="200026"/>
                      <a:pt x="161" y="206053"/>
                      <a:pt x="161" y="213852"/>
                    </a:cubicBezTo>
                    <a:cubicBezTo>
                      <a:pt x="161" y="222715"/>
                      <a:pt x="8480" y="229451"/>
                      <a:pt x="19447" y="229451"/>
                    </a:cubicBezTo>
                    <a:cubicBezTo>
                      <a:pt x="43649" y="229451"/>
                      <a:pt x="93188" y="176273"/>
                      <a:pt x="134029" y="106077"/>
                    </a:cubicBezTo>
                    <a:cubicBezTo>
                      <a:pt x="159744" y="62471"/>
                      <a:pt x="170332" y="36945"/>
                      <a:pt x="170332" y="19573"/>
                    </a:cubicBezTo>
                    <a:cubicBezTo>
                      <a:pt x="170332" y="8937"/>
                      <a:pt x="160878" y="74"/>
                      <a:pt x="149533" y="74"/>
                    </a:cubicBezTo>
                    <a:cubicBezTo>
                      <a:pt x="140836" y="74"/>
                      <a:pt x="134785" y="5392"/>
                      <a:pt x="134785" y="13192"/>
                    </a:cubicBezTo>
                    <a:cubicBezTo>
                      <a:pt x="134785" y="18510"/>
                      <a:pt x="137810" y="22409"/>
                      <a:pt x="145374" y="27018"/>
                    </a:cubicBezTo>
                    <a:cubicBezTo>
                      <a:pt x="152559" y="30918"/>
                      <a:pt x="155206" y="34109"/>
                      <a:pt x="155206" y="39072"/>
                    </a:cubicBezTo>
                    <a:cubicBezTo>
                      <a:pt x="155206" y="53253"/>
                      <a:pt x="141214" y="80906"/>
                      <a:pt x="109070" y="130894"/>
                    </a:cubicBezTo>
                    <a:lnTo>
                      <a:pt x="101507" y="89769"/>
                    </a:lnTo>
                    <a:cubicBezTo>
                      <a:pt x="95835" y="58571"/>
                      <a:pt x="74658" y="74"/>
                      <a:pt x="68986" y="74"/>
                    </a:cubicBezTo>
                    <a:lnTo>
                      <a:pt x="67473" y="74"/>
                    </a:lnTo>
                    <a:cubicBezTo>
                      <a:pt x="67095" y="429"/>
                      <a:pt x="65582" y="429"/>
                      <a:pt x="64070" y="429"/>
                    </a:cubicBezTo>
                    <a:cubicBezTo>
                      <a:pt x="60666" y="783"/>
                      <a:pt x="47052" y="2911"/>
                      <a:pt x="27010" y="6456"/>
                    </a:cubicBezTo>
                    <a:cubicBezTo>
                      <a:pt x="25119" y="6810"/>
                      <a:pt x="20203" y="7874"/>
                      <a:pt x="14909" y="8583"/>
                    </a:cubicBezTo>
                    <a:lnTo>
                      <a:pt x="14909" y="14610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01066E7E-FC30-0040-6DE8-4C29E7555D76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10437513" y="7776552"/>
                <a:ext cx="128724" cy="177346"/>
              </a:xfrm>
              <a:custGeom>
                <a:avLst/>
                <a:gdLst>
                  <a:gd name="connsiteX0" fmla="*/ 128889 w 128724"/>
                  <a:gd name="connsiteY0" fmla="*/ 116822 h 177346"/>
                  <a:gd name="connsiteX1" fmla="*/ 100346 w 128724"/>
                  <a:gd name="connsiteY1" fmla="*/ 116822 h 177346"/>
                  <a:gd name="connsiteX2" fmla="*/ 100346 w 128724"/>
                  <a:gd name="connsiteY2" fmla="*/ 77 h 177346"/>
                  <a:gd name="connsiteX3" fmla="*/ 88033 w 128724"/>
                  <a:gd name="connsiteY3" fmla="*/ 77 h 177346"/>
                  <a:gd name="connsiteX4" fmla="*/ 164 w 128724"/>
                  <a:gd name="connsiteY4" fmla="*/ 116822 h 177346"/>
                  <a:gd name="connsiteX5" fmla="*/ 164 w 128724"/>
                  <a:gd name="connsiteY5" fmla="*/ 133612 h 177346"/>
                  <a:gd name="connsiteX6" fmla="*/ 78798 w 128724"/>
                  <a:gd name="connsiteY6" fmla="*/ 133612 h 177346"/>
                  <a:gd name="connsiteX7" fmla="*/ 78798 w 128724"/>
                  <a:gd name="connsiteY7" fmla="*/ 177424 h 177346"/>
                  <a:gd name="connsiteX8" fmla="*/ 100346 w 128724"/>
                  <a:gd name="connsiteY8" fmla="*/ 177424 h 177346"/>
                  <a:gd name="connsiteX9" fmla="*/ 100346 w 128724"/>
                  <a:gd name="connsiteY9" fmla="*/ 133612 h 177346"/>
                  <a:gd name="connsiteX10" fmla="*/ 128889 w 128724"/>
                  <a:gd name="connsiteY10" fmla="*/ 133612 h 177346"/>
                  <a:gd name="connsiteX11" fmla="*/ 128889 w 128724"/>
                  <a:gd name="connsiteY11" fmla="*/ 116822 h 177346"/>
                  <a:gd name="connsiteX12" fmla="*/ 78518 w 128724"/>
                  <a:gd name="connsiteY12" fmla="*/ 116822 h 177346"/>
                  <a:gd name="connsiteX13" fmla="*/ 11358 w 128724"/>
                  <a:gd name="connsiteY13" fmla="*/ 116822 h 177346"/>
                  <a:gd name="connsiteX14" fmla="*/ 78518 w 128724"/>
                  <a:gd name="connsiteY14" fmla="*/ 26837 h 177346"/>
                  <a:gd name="connsiteX15" fmla="*/ 78518 w 128724"/>
                  <a:gd name="connsiteY15" fmla="*/ 116822 h 177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8724" h="177346">
                    <a:moveTo>
                      <a:pt x="128889" y="116822"/>
                    </a:moveTo>
                    <a:lnTo>
                      <a:pt x="100346" y="116822"/>
                    </a:lnTo>
                    <a:lnTo>
                      <a:pt x="100346" y="77"/>
                    </a:lnTo>
                    <a:lnTo>
                      <a:pt x="88033" y="77"/>
                    </a:lnTo>
                    <a:lnTo>
                      <a:pt x="164" y="116822"/>
                    </a:lnTo>
                    <a:lnTo>
                      <a:pt x="164" y="133612"/>
                    </a:lnTo>
                    <a:lnTo>
                      <a:pt x="78798" y="133612"/>
                    </a:lnTo>
                    <a:lnTo>
                      <a:pt x="78798" y="177424"/>
                    </a:lnTo>
                    <a:lnTo>
                      <a:pt x="100346" y="177424"/>
                    </a:lnTo>
                    <a:lnTo>
                      <a:pt x="100346" y="133612"/>
                    </a:lnTo>
                    <a:lnTo>
                      <a:pt x="128889" y="133612"/>
                    </a:lnTo>
                    <a:lnTo>
                      <a:pt x="128889" y="116822"/>
                    </a:lnTo>
                    <a:close/>
                    <a:moveTo>
                      <a:pt x="78518" y="116822"/>
                    </a:moveTo>
                    <a:lnTo>
                      <a:pt x="11358" y="116822"/>
                    </a:lnTo>
                    <a:lnTo>
                      <a:pt x="78518" y="26837"/>
                    </a:lnTo>
                    <a:lnTo>
                      <a:pt x="78518" y="116822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A0254CD1-379E-B990-FA15-83B998833437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0598664" y="7926090"/>
                <a:ext cx="29662" cy="27808"/>
              </a:xfrm>
              <a:custGeom>
                <a:avLst/>
                <a:gdLst>
                  <a:gd name="connsiteX0" fmla="*/ 29831 w 29662"/>
                  <a:gd name="connsiteY0" fmla="*/ 13981 h 27808"/>
                  <a:gd name="connsiteX1" fmla="*/ 15000 w 29662"/>
                  <a:gd name="connsiteY1" fmla="*/ 76 h 27808"/>
                  <a:gd name="connsiteX2" fmla="*/ 168 w 29662"/>
                  <a:gd name="connsiteY2" fmla="*/ 13981 h 27808"/>
                  <a:gd name="connsiteX3" fmla="*/ 15000 w 29662"/>
                  <a:gd name="connsiteY3" fmla="*/ 27885 h 27808"/>
                  <a:gd name="connsiteX4" fmla="*/ 29831 w 29662"/>
                  <a:gd name="connsiteY4" fmla="*/ 13981 h 27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62" h="27808">
                    <a:moveTo>
                      <a:pt x="29831" y="13981"/>
                    </a:moveTo>
                    <a:cubicBezTo>
                      <a:pt x="29831" y="6373"/>
                      <a:pt x="23115" y="76"/>
                      <a:pt x="15000" y="76"/>
                    </a:cubicBezTo>
                    <a:cubicBezTo>
                      <a:pt x="6884" y="76"/>
                      <a:pt x="168" y="6373"/>
                      <a:pt x="168" y="13981"/>
                    </a:cubicBezTo>
                    <a:cubicBezTo>
                      <a:pt x="168" y="21589"/>
                      <a:pt x="6884" y="27885"/>
                      <a:pt x="15000" y="27885"/>
                    </a:cubicBezTo>
                    <a:cubicBezTo>
                      <a:pt x="23115" y="27885"/>
                      <a:pt x="29831" y="21589"/>
                      <a:pt x="29831" y="13981"/>
                    </a:cubicBez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2E29163C-8240-ECA1-815C-9D32BB9EEBEB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10659117" y="7776552"/>
                <a:ext cx="126486" cy="181019"/>
              </a:xfrm>
              <a:custGeom>
                <a:avLst/>
                <a:gdLst>
                  <a:gd name="connsiteX0" fmla="*/ 64532 w 126486"/>
                  <a:gd name="connsiteY0" fmla="*/ 77 h 181019"/>
                  <a:gd name="connsiteX1" fmla="*/ 27034 w 126486"/>
                  <a:gd name="connsiteY1" fmla="*/ 13719 h 181019"/>
                  <a:gd name="connsiteX2" fmla="*/ 170 w 126486"/>
                  <a:gd name="connsiteY2" fmla="*/ 89275 h 181019"/>
                  <a:gd name="connsiteX3" fmla="*/ 22557 w 126486"/>
                  <a:gd name="connsiteY3" fmla="*/ 163257 h 181019"/>
                  <a:gd name="connsiteX4" fmla="*/ 63413 w 126486"/>
                  <a:gd name="connsiteY4" fmla="*/ 181097 h 181019"/>
                  <a:gd name="connsiteX5" fmla="*/ 99792 w 126486"/>
                  <a:gd name="connsiteY5" fmla="*/ 167455 h 181019"/>
                  <a:gd name="connsiteX6" fmla="*/ 126656 w 126486"/>
                  <a:gd name="connsiteY6" fmla="*/ 90849 h 181019"/>
                  <a:gd name="connsiteX7" fmla="*/ 64532 w 126486"/>
                  <a:gd name="connsiteY7" fmla="*/ 77 h 181019"/>
                  <a:gd name="connsiteX8" fmla="*/ 63693 w 126486"/>
                  <a:gd name="connsiteY8" fmla="*/ 6898 h 181019"/>
                  <a:gd name="connsiteX9" fmla="*/ 99792 w 126486"/>
                  <a:gd name="connsiteY9" fmla="*/ 91374 h 181019"/>
                  <a:gd name="connsiteX10" fmla="*/ 63413 w 126486"/>
                  <a:gd name="connsiteY10" fmla="*/ 174276 h 181019"/>
                  <a:gd name="connsiteX11" fmla="*/ 27034 w 126486"/>
                  <a:gd name="connsiteY11" fmla="*/ 91636 h 181019"/>
                  <a:gd name="connsiteX12" fmla="*/ 63693 w 126486"/>
                  <a:gd name="connsiteY12" fmla="*/ 6898 h 181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6486" h="181019">
                    <a:moveTo>
                      <a:pt x="64532" y="77"/>
                    </a:moveTo>
                    <a:cubicBezTo>
                      <a:pt x="49141" y="77"/>
                      <a:pt x="37388" y="4537"/>
                      <a:pt x="27034" y="13719"/>
                    </a:cubicBezTo>
                    <a:cubicBezTo>
                      <a:pt x="10804" y="28411"/>
                      <a:pt x="170" y="58581"/>
                      <a:pt x="170" y="89275"/>
                    </a:cubicBezTo>
                    <a:cubicBezTo>
                      <a:pt x="170" y="117871"/>
                      <a:pt x="9404" y="148566"/>
                      <a:pt x="22557" y="163257"/>
                    </a:cubicBezTo>
                    <a:cubicBezTo>
                      <a:pt x="32911" y="174800"/>
                      <a:pt x="47182" y="181097"/>
                      <a:pt x="63413" y="181097"/>
                    </a:cubicBezTo>
                    <a:cubicBezTo>
                      <a:pt x="77685" y="181097"/>
                      <a:pt x="89718" y="176637"/>
                      <a:pt x="99792" y="167455"/>
                    </a:cubicBezTo>
                    <a:cubicBezTo>
                      <a:pt x="116022" y="153025"/>
                      <a:pt x="126656" y="122593"/>
                      <a:pt x="126656" y="90849"/>
                    </a:cubicBezTo>
                    <a:cubicBezTo>
                      <a:pt x="126656" y="37068"/>
                      <a:pt x="101191" y="77"/>
                      <a:pt x="64532" y="77"/>
                    </a:cubicBezTo>
                    <a:close/>
                    <a:moveTo>
                      <a:pt x="63693" y="6898"/>
                    </a:moveTo>
                    <a:cubicBezTo>
                      <a:pt x="87199" y="6898"/>
                      <a:pt x="99792" y="36543"/>
                      <a:pt x="99792" y="91374"/>
                    </a:cubicBezTo>
                    <a:cubicBezTo>
                      <a:pt x="99792" y="146204"/>
                      <a:pt x="87479" y="174276"/>
                      <a:pt x="63413" y="174276"/>
                    </a:cubicBezTo>
                    <a:cubicBezTo>
                      <a:pt x="39347" y="174276"/>
                      <a:pt x="27034" y="146204"/>
                      <a:pt x="27034" y="91636"/>
                    </a:cubicBezTo>
                    <a:cubicBezTo>
                      <a:pt x="27034" y="36019"/>
                      <a:pt x="39627" y="6898"/>
                      <a:pt x="63693" y="6898"/>
                    </a:cubicBez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1C27C65C-739E-9544-04D1-6D93EEF2F5DD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10917348" y="7770033"/>
                <a:ext cx="251475" cy="82958"/>
              </a:xfrm>
              <a:custGeom>
                <a:avLst/>
                <a:gdLst>
                  <a:gd name="connsiteX0" fmla="*/ 238796 w 251475"/>
                  <a:gd name="connsiteY0" fmla="*/ 14255 h 82958"/>
                  <a:gd name="connsiteX1" fmla="*/ 251653 w 251475"/>
                  <a:gd name="connsiteY1" fmla="*/ 7165 h 82958"/>
                  <a:gd name="connsiteX2" fmla="*/ 239174 w 251475"/>
                  <a:gd name="connsiteY2" fmla="*/ 74 h 82958"/>
                  <a:gd name="connsiteX3" fmla="*/ 12657 w 251475"/>
                  <a:gd name="connsiteY3" fmla="*/ 74 h 82958"/>
                  <a:gd name="connsiteX4" fmla="*/ 178 w 251475"/>
                  <a:gd name="connsiteY4" fmla="*/ 7165 h 82958"/>
                  <a:gd name="connsiteX5" fmla="*/ 13035 w 251475"/>
                  <a:gd name="connsiteY5" fmla="*/ 14255 h 82958"/>
                  <a:gd name="connsiteX6" fmla="*/ 238796 w 251475"/>
                  <a:gd name="connsiteY6" fmla="*/ 14255 h 82958"/>
                  <a:gd name="connsiteX7" fmla="*/ 239174 w 251475"/>
                  <a:gd name="connsiteY7" fmla="*/ 83033 h 82958"/>
                  <a:gd name="connsiteX8" fmla="*/ 251653 w 251475"/>
                  <a:gd name="connsiteY8" fmla="*/ 75942 h 82958"/>
                  <a:gd name="connsiteX9" fmla="*/ 238796 w 251475"/>
                  <a:gd name="connsiteY9" fmla="*/ 68852 h 82958"/>
                  <a:gd name="connsiteX10" fmla="*/ 13035 w 251475"/>
                  <a:gd name="connsiteY10" fmla="*/ 68852 h 82958"/>
                  <a:gd name="connsiteX11" fmla="*/ 178 w 251475"/>
                  <a:gd name="connsiteY11" fmla="*/ 75942 h 82958"/>
                  <a:gd name="connsiteX12" fmla="*/ 12657 w 251475"/>
                  <a:gd name="connsiteY12" fmla="*/ 83033 h 82958"/>
                  <a:gd name="connsiteX13" fmla="*/ 239174 w 251475"/>
                  <a:gd name="connsiteY13" fmla="*/ 83033 h 82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1475" h="82958">
                    <a:moveTo>
                      <a:pt x="238796" y="14255"/>
                    </a:moveTo>
                    <a:cubicBezTo>
                      <a:pt x="244468" y="14255"/>
                      <a:pt x="251653" y="14255"/>
                      <a:pt x="251653" y="7165"/>
                    </a:cubicBezTo>
                    <a:cubicBezTo>
                      <a:pt x="251653" y="74"/>
                      <a:pt x="244468" y="74"/>
                      <a:pt x="239174" y="74"/>
                    </a:cubicBezTo>
                    <a:lnTo>
                      <a:pt x="12657" y="74"/>
                    </a:lnTo>
                    <a:cubicBezTo>
                      <a:pt x="7363" y="74"/>
                      <a:pt x="178" y="74"/>
                      <a:pt x="178" y="7165"/>
                    </a:cubicBezTo>
                    <a:cubicBezTo>
                      <a:pt x="178" y="14255"/>
                      <a:pt x="7363" y="14255"/>
                      <a:pt x="13035" y="14255"/>
                    </a:cubicBezTo>
                    <a:lnTo>
                      <a:pt x="238796" y="14255"/>
                    </a:lnTo>
                    <a:close/>
                    <a:moveTo>
                      <a:pt x="239174" y="83033"/>
                    </a:moveTo>
                    <a:cubicBezTo>
                      <a:pt x="244468" y="83033"/>
                      <a:pt x="251653" y="83033"/>
                      <a:pt x="251653" y="75942"/>
                    </a:cubicBezTo>
                    <a:cubicBezTo>
                      <a:pt x="251653" y="68852"/>
                      <a:pt x="244468" y="68852"/>
                      <a:pt x="238796" y="68852"/>
                    </a:cubicBezTo>
                    <a:lnTo>
                      <a:pt x="13035" y="68852"/>
                    </a:lnTo>
                    <a:cubicBezTo>
                      <a:pt x="7363" y="68852"/>
                      <a:pt x="178" y="68852"/>
                      <a:pt x="178" y="75942"/>
                    </a:cubicBezTo>
                    <a:cubicBezTo>
                      <a:pt x="178" y="83033"/>
                      <a:pt x="7363" y="83033"/>
                      <a:pt x="12657" y="83033"/>
                    </a:cubicBezTo>
                    <a:lnTo>
                      <a:pt x="239174" y="83033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64C8B1EE-2D86-56C8-66A0-85581F242544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11276793" y="7659776"/>
                <a:ext cx="215928" cy="313753"/>
              </a:xfrm>
              <a:custGeom>
                <a:avLst/>
                <a:gdLst>
                  <a:gd name="connsiteX0" fmla="*/ 69013 w 215928"/>
                  <a:gd name="connsiteY0" fmla="*/ 100050 h 313753"/>
                  <a:gd name="connsiteX1" fmla="*/ 103048 w 215928"/>
                  <a:gd name="connsiteY1" fmla="*/ 100050 h 313753"/>
                  <a:gd name="connsiteX2" fmla="*/ 69770 w 215928"/>
                  <a:gd name="connsiteY2" fmla="*/ 248950 h 313753"/>
                  <a:gd name="connsiteX3" fmla="*/ 33088 w 215928"/>
                  <a:gd name="connsiteY3" fmla="*/ 306382 h 313753"/>
                  <a:gd name="connsiteX4" fmla="*/ 25525 w 215928"/>
                  <a:gd name="connsiteY4" fmla="*/ 300710 h 313753"/>
                  <a:gd name="connsiteX5" fmla="*/ 27038 w 215928"/>
                  <a:gd name="connsiteY5" fmla="*/ 296810 h 313753"/>
                  <a:gd name="connsiteX6" fmla="*/ 28929 w 215928"/>
                  <a:gd name="connsiteY6" fmla="*/ 291138 h 313753"/>
                  <a:gd name="connsiteX7" fmla="*/ 14180 w 215928"/>
                  <a:gd name="connsiteY7" fmla="*/ 277666 h 313753"/>
                  <a:gd name="connsiteX8" fmla="*/ 189 w 215928"/>
                  <a:gd name="connsiteY8" fmla="*/ 292201 h 313753"/>
                  <a:gd name="connsiteX9" fmla="*/ 30063 w 215928"/>
                  <a:gd name="connsiteY9" fmla="*/ 313827 h 313753"/>
                  <a:gd name="connsiteX10" fmla="*/ 105695 w 215928"/>
                  <a:gd name="connsiteY10" fmla="*/ 213497 h 313753"/>
                  <a:gd name="connsiteX11" fmla="*/ 132922 w 215928"/>
                  <a:gd name="connsiteY11" fmla="*/ 100050 h 313753"/>
                  <a:gd name="connsiteX12" fmla="*/ 174141 w 215928"/>
                  <a:gd name="connsiteY12" fmla="*/ 100050 h 313753"/>
                  <a:gd name="connsiteX13" fmla="*/ 176410 w 215928"/>
                  <a:gd name="connsiteY13" fmla="*/ 88705 h 313753"/>
                  <a:gd name="connsiteX14" fmla="*/ 135569 w 215928"/>
                  <a:gd name="connsiteY14" fmla="*/ 88705 h 313753"/>
                  <a:gd name="connsiteX15" fmla="*/ 181705 w 215928"/>
                  <a:gd name="connsiteY15" fmla="*/ 7874 h 313753"/>
                  <a:gd name="connsiteX16" fmla="*/ 190024 w 215928"/>
                  <a:gd name="connsiteY16" fmla="*/ 12128 h 313753"/>
                  <a:gd name="connsiteX17" fmla="*/ 188511 w 215928"/>
                  <a:gd name="connsiteY17" fmla="*/ 15673 h 313753"/>
                  <a:gd name="connsiteX18" fmla="*/ 186243 w 215928"/>
                  <a:gd name="connsiteY18" fmla="*/ 23118 h 313753"/>
                  <a:gd name="connsiteX19" fmla="*/ 200234 w 215928"/>
                  <a:gd name="connsiteY19" fmla="*/ 37299 h 313753"/>
                  <a:gd name="connsiteX20" fmla="*/ 216117 w 215928"/>
                  <a:gd name="connsiteY20" fmla="*/ 23118 h 313753"/>
                  <a:gd name="connsiteX21" fmla="*/ 183595 w 215928"/>
                  <a:gd name="connsiteY21" fmla="*/ 74 h 313753"/>
                  <a:gd name="connsiteX22" fmla="*/ 136704 w 215928"/>
                  <a:gd name="connsiteY22" fmla="*/ 24536 h 313753"/>
                  <a:gd name="connsiteX23" fmla="*/ 106451 w 215928"/>
                  <a:gd name="connsiteY23" fmla="*/ 88705 h 313753"/>
                  <a:gd name="connsiteX24" fmla="*/ 71661 w 215928"/>
                  <a:gd name="connsiteY24" fmla="*/ 88705 h 313753"/>
                  <a:gd name="connsiteX25" fmla="*/ 69013 w 215928"/>
                  <a:gd name="connsiteY25" fmla="*/ 100050 h 313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15928" h="313753">
                    <a:moveTo>
                      <a:pt x="69013" y="100050"/>
                    </a:moveTo>
                    <a:lnTo>
                      <a:pt x="103048" y="100050"/>
                    </a:lnTo>
                    <a:lnTo>
                      <a:pt x="69770" y="248950"/>
                    </a:lnTo>
                    <a:cubicBezTo>
                      <a:pt x="61450" y="286884"/>
                      <a:pt x="48971" y="306382"/>
                      <a:pt x="33088" y="306382"/>
                    </a:cubicBezTo>
                    <a:cubicBezTo>
                      <a:pt x="28550" y="306382"/>
                      <a:pt x="25525" y="303901"/>
                      <a:pt x="25525" y="300710"/>
                    </a:cubicBezTo>
                    <a:cubicBezTo>
                      <a:pt x="25525" y="299646"/>
                      <a:pt x="25903" y="298583"/>
                      <a:pt x="27038" y="296810"/>
                    </a:cubicBezTo>
                    <a:cubicBezTo>
                      <a:pt x="28550" y="294683"/>
                      <a:pt x="28929" y="293265"/>
                      <a:pt x="28929" y="291138"/>
                    </a:cubicBezTo>
                    <a:cubicBezTo>
                      <a:pt x="28929" y="283693"/>
                      <a:pt x="22122" y="277666"/>
                      <a:pt x="14180" y="277666"/>
                    </a:cubicBezTo>
                    <a:cubicBezTo>
                      <a:pt x="6239" y="277666"/>
                      <a:pt x="189" y="284047"/>
                      <a:pt x="189" y="292201"/>
                    </a:cubicBezTo>
                    <a:cubicBezTo>
                      <a:pt x="189" y="304255"/>
                      <a:pt x="13424" y="313827"/>
                      <a:pt x="30063" y="313827"/>
                    </a:cubicBezTo>
                    <a:cubicBezTo>
                      <a:pt x="63719" y="313827"/>
                      <a:pt x="90190" y="278730"/>
                      <a:pt x="105695" y="213497"/>
                    </a:cubicBezTo>
                    <a:lnTo>
                      <a:pt x="132922" y="100050"/>
                    </a:lnTo>
                    <a:lnTo>
                      <a:pt x="174141" y="100050"/>
                    </a:lnTo>
                    <a:lnTo>
                      <a:pt x="176410" y="88705"/>
                    </a:lnTo>
                    <a:lnTo>
                      <a:pt x="135569" y="88705"/>
                    </a:lnTo>
                    <a:cubicBezTo>
                      <a:pt x="146536" y="33045"/>
                      <a:pt x="160528" y="7874"/>
                      <a:pt x="181705" y="7874"/>
                    </a:cubicBezTo>
                    <a:cubicBezTo>
                      <a:pt x="186621" y="7874"/>
                      <a:pt x="190024" y="9646"/>
                      <a:pt x="190024" y="12128"/>
                    </a:cubicBezTo>
                    <a:cubicBezTo>
                      <a:pt x="190024" y="13191"/>
                      <a:pt x="189646" y="13901"/>
                      <a:pt x="188511" y="15673"/>
                    </a:cubicBezTo>
                    <a:cubicBezTo>
                      <a:pt x="186999" y="18864"/>
                      <a:pt x="186243" y="20636"/>
                      <a:pt x="186243" y="23118"/>
                    </a:cubicBezTo>
                    <a:cubicBezTo>
                      <a:pt x="186243" y="31627"/>
                      <a:pt x="191915" y="37299"/>
                      <a:pt x="200234" y="37299"/>
                    </a:cubicBezTo>
                    <a:cubicBezTo>
                      <a:pt x="208932" y="37299"/>
                      <a:pt x="216117" y="30918"/>
                      <a:pt x="216117" y="23118"/>
                    </a:cubicBezTo>
                    <a:cubicBezTo>
                      <a:pt x="216117" y="10001"/>
                      <a:pt x="202125" y="74"/>
                      <a:pt x="183595" y="74"/>
                    </a:cubicBezTo>
                    <a:cubicBezTo>
                      <a:pt x="165066" y="74"/>
                      <a:pt x="150317" y="7874"/>
                      <a:pt x="136704" y="24536"/>
                    </a:cubicBezTo>
                    <a:cubicBezTo>
                      <a:pt x="125359" y="38363"/>
                      <a:pt x="117796" y="54671"/>
                      <a:pt x="106451" y="88705"/>
                    </a:cubicBezTo>
                    <a:lnTo>
                      <a:pt x="71661" y="88705"/>
                    </a:lnTo>
                    <a:lnTo>
                      <a:pt x="69013" y="100050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0B848E60-EAFF-F8DA-5822-360F0933BC9D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11530756" y="7634251"/>
                <a:ext cx="87732" cy="354523"/>
              </a:xfrm>
              <a:custGeom>
                <a:avLst/>
                <a:gdLst>
                  <a:gd name="connsiteX0" fmla="*/ 87926 w 87732"/>
                  <a:gd name="connsiteY0" fmla="*/ 351052 h 354523"/>
                  <a:gd name="connsiteX1" fmla="*/ 81497 w 87732"/>
                  <a:gd name="connsiteY1" fmla="*/ 343253 h 354523"/>
                  <a:gd name="connsiteX2" fmla="*/ 22126 w 87732"/>
                  <a:gd name="connsiteY2" fmla="*/ 177336 h 354523"/>
                  <a:gd name="connsiteX3" fmla="*/ 83010 w 87732"/>
                  <a:gd name="connsiteY3" fmla="*/ 9646 h 354523"/>
                  <a:gd name="connsiteX4" fmla="*/ 87926 w 87732"/>
                  <a:gd name="connsiteY4" fmla="*/ 3619 h 354523"/>
                  <a:gd name="connsiteX5" fmla="*/ 84144 w 87732"/>
                  <a:gd name="connsiteY5" fmla="*/ 74 h 354523"/>
                  <a:gd name="connsiteX6" fmla="*/ 24017 w 87732"/>
                  <a:gd name="connsiteY6" fmla="*/ 69206 h 354523"/>
                  <a:gd name="connsiteX7" fmla="*/ 193 w 87732"/>
                  <a:gd name="connsiteY7" fmla="*/ 177336 h 354523"/>
                  <a:gd name="connsiteX8" fmla="*/ 25151 w 87732"/>
                  <a:gd name="connsiteY8" fmla="*/ 287947 h 354523"/>
                  <a:gd name="connsiteX9" fmla="*/ 84144 w 87732"/>
                  <a:gd name="connsiteY9" fmla="*/ 354598 h 354523"/>
                  <a:gd name="connsiteX10" fmla="*/ 87926 w 87732"/>
                  <a:gd name="connsiteY10" fmla="*/ 351052 h 354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7732" h="354523">
                    <a:moveTo>
                      <a:pt x="87926" y="351052"/>
                    </a:moveTo>
                    <a:cubicBezTo>
                      <a:pt x="87926" y="349989"/>
                      <a:pt x="87926" y="349280"/>
                      <a:pt x="81497" y="343253"/>
                    </a:cubicBezTo>
                    <a:cubicBezTo>
                      <a:pt x="34227" y="298583"/>
                      <a:pt x="22126" y="231578"/>
                      <a:pt x="22126" y="177336"/>
                    </a:cubicBezTo>
                    <a:cubicBezTo>
                      <a:pt x="22126" y="115649"/>
                      <a:pt x="36496" y="53962"/>
                      <a:pt x="83010" y="9646"/>
                    </a:cubicBezTo>
                    <a:cubicBezTo>
                      <a:pt x="87926" y="5392"/>
                      <a:pt x="87926" y="4683"/>
                      <a:pt x="87926" y="3619"/>
                    </a:cubicBezTo>
                    <a:cubicBezTo>
                      <a:pt x="87926" y="1138"/>
                      <a:pt x="86413" y="74"/>
                      <a:pt x="84144" y="74"/>
                    </a:cubicBezTo>
                    <a:cubicBezTo>
                      <a:pt x="80363" y="74"/>
                      <a:pt x="46328" y="24182"/>
                      <a:pt x="24017" y="69206"/>
                    </a:cubicBezTo>
                    <a:cubicBezTo>
                      <a:pt x="4731" y="108204"/>
                      <a:pt x="193" y="147556"/>
                      <a:pt x="193" y="177336"/>
                    </a:cubicBezTo>
                    <a:cubicBezTo>
                      <a:pt x="193" y="204989"/>
                      <a:pt x="4353" y="247886"/>
                      <a:pt x="25151" y="287947"/>
                    </a:cubicBezTo>
                    <a:cubicBezTo>
                      <a:pt x="47841" y="331554"/>
                      <a:pt x="80363" y="354598"/>
                      <a:pt x="84144" y="354598"/>
                    </a:cubicBezTo>
                    <a:cubicBezTo>
                      <a:pt x="86413" y="354598"/>
                      <a:pt x="87926" y="353534"/>
                      <a:pt x="87926" y="351052"/>
                    </a:cubicBez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86668ECF-1285-7E0A-0336-1D6C2AEB1528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11645127" y="7660485"/>
                <a:ext cx="173952" cy="239657"/>
              </a:xfrm>
              <a:custGeom>
                <a:avLst/>
                <a:gdLst>
                  <a:gd name="connsiteX0" fmla="*/ 174149 w 173952"/>
                  <a:gd name="connsiteY0" fmla="*/ 157838 h 239657"/>
                  <a:gd name="connsiteX1" fmla="*/ 135577 w 173952"/>
                  <a:gd name="connsiteY1" fmla="*/ 157838 h 239657"/>
                  <a:gd name="connsiteX2" fmla="*/ 135577 w 173952"/>
                  <a:gd name="connsiteY2" fmla="*/ 75 h 239657"/>
                  <a:gd name="connsiteX3" fmla="*/ 118938 w 173952"/>
                  <a:gd name="connsiteY3" fmla="*/ 75 h 239657"/>
                  <a:gd name="connsiteX4" fmla="*/ 196 w 173952"/>
                  <a:gd name="connsiteY4" fmla="*/ 157838 h 239657"/>
                  <a:gd name="connsiteX5" fmla="*/ 196 w 173952"/>
                  <a:gd name="connsiteY5" fmla="*/ 180527 h 239657"/>
                  <a:gd name="connsiteX6" fmla="*/ 106459 w 173952"/>
                  <a:gd name="connsiteY6" fmla="*/ 180527 h 239657"/>
                  <a:gd name="connsiteX7" fmla="*/ 106459 w 173952"/>
                  <a:gd name="connsiteY7" fmla="*/ 239733 h 239657"/>
                  <a:gd name="connsiteX8" fmla="*/ 135577 w 173952"/>
                  <a:gd name="connsiteY8" fmla="*/ 239733 h 239657"/>
                  <a:gd name="connsiteX9" fmla="*/ 135577 w 173952"/>
                  <a:gd name="connsiteY9" fmla="*/ 180527 h 239657"/>
                  <a:gd name="connsiteX10" fmla="*/ 174149 w 173952"/>
                  <a:gd name="connsiteY10" fmla="*/ 180527 h 239657"/>
                  <a:gd name="connsiteX11" fmla="*/ 174149 w 173952"/>
                  <a:gd name="connsiteY11" fmla="*/ 157838 h 239657"/>
                  <a:gd name="connsiteX12" fmla="*/ 106081 w 173952"/>
                  <a:gd name="connsiteY12" fmla="*/ 157838 h 239657"/>
                  <a:gd name="connsiteX13" fmla="*/ 15323 w 173952"/>
                  <a:gd name="connsiteY13" fmla="*/ 157838 h 239657"/>
                  <a:gd name="connsiteX14" fmla="*/ 106081 w 173952"/>
                  <a:gd name="connsiteY14" fmla="*/ 36236 h 239657"/>
                  <a:gd name="connsiteX15" fmla="*/ 106081 w 173952"/>
                  <a:gd name="connsiteY15" fmla="*/ 157838 h 239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3952" h="239657">
                    <a:moveTo>
                      <a:pt x="174149" y="157838"/>
                    </a:moveTo>
                    <a:lnTo>
                      <a:pt x="135577" y="157838"/>
                    </a:lnTo>
                    <a:lnTo>
                      <a:pt x="135577" y="75"/>
                    </a:lnTo>
                    <a:lnTo>
                      <a:pt x="118938" y="75"/>
                    </a:lnTo>
                    <a:lnTo>
                      <a:pt x="196" y="157838"/>
                    </a:lnTo>
                    <a:lnTo>
                      <a:pt x="196" y="180527"/>
                    </a:lnTo>
                    <a:lnTo>
                      <a:pt x="106459" y="180527"/>
                    </a:lnTo>
                    <a:lnTo>
                      <a:pt x="106459" y="239733"/>
                    </a:lnTo>
                    <a:lnTo>
                      <a:pt x="135577" y="239733"/>
                    </a:lnTo>
                    <a:lnTo>
                      <a:pt x="135577" y="180527"/>
                    </a:lnTo>
                    <a:lnTo>
                      <a:pt x="174149" y="180527"/>
                    </a:lnTo>
                    <a:lnTo>
                      <a:pt x="174149" y="157838"/>
                    </a:lnTo>
                    <a:close/>
                    <a:moveTo>
                      <a:pt x="106081" y="157838"/>
                    </a:moveTo>
                    <a:lnTo>
                      <a:pt x="15323" y="157838"/>
                    </a:lnTo>
                    <a:lnTo>
                      <a:pt x="106081" y="36236"/>
                    </a:lnTo>
                    <a:lnTo>
                      <a:pt x="106081" y="157838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5C4FC509-6AE5-F13C-82BE-56020044F670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11862899" y="7862564"/>
                <a:ext cx="40084" cy="37579"/>
              </a:xfrm>
              <a:custGeom>
                <a:avLst/>
                <a:gdLst>
                  <a:gd name="connsiteX0" fmla="*/ 40286 w 40084"/>
                  <a:gd name="connsiteY0" fmla="*/ 18864 h 37579"/>
                  <a:gd name="connsiteX1" fmla="*/ 20244 w 40084"/>
                  <a:gd name="connsiteY1" fmla="*/ 75 h 37579"/>
                  <a:gd name="connsiteX2" fmla="*/ 202 w 40084"/>
                  <a:gd name="connsiteY2" fmla="*/ 18864 h 37579"/>
                  <a:gd name="connsiteX3" fmla="*/ 20244 w 40084"/>
                  <a:gd name="connsiteY3" fmla="*/ 37654 h 37579"/>
                  <a:gd name="connsiteX4" fmla="*/ 40286 w 40084"/>
                  <a:gd name="connsiteY4" fmla="*/ 18864 h 37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84" h="37579">
                    <a:moveTo>
                      <a:pt x="40286" y="18864"/>
                    </a:moveTo>
                    <a:cubicBezTo>
                      <a:pt x="40286" y="8583"/>
                      <a:pt x="31211" y="75"/>
                      <a:pt x="20244" y="75"/>
                    </a:cubicBezTo>
                    <a:cubicBezTo>
                      <a:pt x="9277" y="75"/>
                      <a:pt x="202" y="8583"/>
                      <a:pt x="202" y="18864"/>
                    </a:cubicBezTo>
                    <a:cubicBezTo>
                      <a:pt x="202" y="29145"/>
                      <a:pt x="9277" y="37654"/>
                      <a:pt x="20244" y="37654"/>
                    </a:cubicBezTo>
                    <a:cubicBezTo>
                      <a:pt x="31211" y="37654"/>
                      <a:pt x="40286" y="29146"/>
                      <a:pt x="40286" y="18864"/>
                    </a:cubicBez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8456CDC5-C1CA-0B7F-7000-2AB2480F0972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1944592" y="7660485"/>
                <a:ext cx="170927" cy="244621"/>
              </a:xfrm>
              <a:custGeom>
                <a:avLst/>
                <a:gdLst>
                  <a:gd name="connsiteX0" fmla="*/ 87181 w 170927"/>
                  <a:gd name="connsiteY0" fmla="*/ 75 h 244621"/>
                  <a:gd name="connsiteX1" fmla="*/ 36507 w 170927"/>
                  <a:gd name="connsiteY1" fmla="*/ 18510 h 244621"/>
                  <a:gd name="connsiteX2" fmla="*/ 204 w 170927"/>
                  <a:gd name="connsiteY2" fmla="*/ 120613 h 244621"/>
                  <a:gd name="connsiteX3" fmla="*/ 30457 w 170927"/>
                  <a:gd name="connsiteY3" fmla="*/ 220588 h 244621"/>
                  <a:gd name="connsiteX4" fmla="*/ 85668 w 170927"/>
                  <a:gd name="connsiteY4" fmla="*/ 244696 h 244621"/>
                  <a:gd name="connsiteX5" fmla="*/ 134829 w 170927"/>
                  <a:gd name="connsiteY5" fmla="*/ 226261 h 244621"/>
                  <a:gd name="connsiteX6" fmla="*/ 171132 w 170927"/>
                  <a:gd name="connsiteY6" fmla="*/ 122740 h 244621"/>
                  <a:gd name="connsiteX7" fmla="*/ 87181 w 170927"/>
                  <a:gd name="connsiteY7" fmla="*/ 75 h 244621"/>
                  <a:gd name="connsiteX8" fmla="*/ 86046 w 170927"/>
                  <a:gd name="connsiteY8" fmla="*/ 9292 h 244621"/>
                  <a:gd name="connsiteX9" fmla="*/ 134829 w 170927"/>
                  <a:gd name="connsiteY9" fmla="*/ 123449 h 244621"/>
                  <a:gd name="connsiteX10" fmla="*/ 85668 w 170927"/>
                  <a:gd name="connsiteY10" fmla="*/ 235478 h 244621"/>
                  <a:gd name="connsiteX11" fmla="*/ 36507 w 170927"/>
                  <a:gd name="connsiteY11" fmla="*/ 123803 h 244621"/>
                  <a:gd name="connsiteX12" fmla="*/ 86046 w 170927"/>
                  <a:gd name="connsiteY12" fmla="*/ 9292 h 244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927" h="244621">
                    <a:moveTo>
                      <a:pt x="87181" y="75"/>
                    </a:moveTo>
                    <a:cubicBezTo>
                      <a:pt x="66382" y="75"/>
                      <a:pt x="50499" y="6102"/>
                      <a:pt x="36507" y="18510"/>
                    </a:cubicBezTo>
                    <a:cubicBezTo>
                      <a:pt x="14574" y="38363"/>
                      <a:pt x="204" y="79134"/>
                      <a:pt x="204" y="120613"/>
                    </a:cubicBezTo>
                    <a:cubicBezTo>
                      <a:pt x="204" y="159256"/>
                      <a:pt x="12683" y="200735"/>
                      <a:pt x="30457" y="220588"/>
                    </a:cubicBezTo>
                    <a:cubicBezTo>
                      <a:pt x="44449" y="236187"/>
                      <a:pt x="63735" y="244696"/>
                      <a:pt x="85668" y="244696"/>
                    </a:cubicBezTo>
                    <a:cubicBezTo>
                      <a:pt x="104954" y="244696"/>
                      <a:pt x="121215" y="238669"/>
                      <a:pt x="134829" y="226261"/>
                    </a:cubicBezTo>
                    <a:cubicBezTo>
                      <a:pt x="156762" y="206762"/>
                      <a:pt x="171132" y="165637"/>
                      <a:pt x="171132" y="122740"/>
                    </a:cubicBezTo>
                    <a:cubicBezTo>
                      <a:pt x="171132" y="50063"/>
                      <a:pt x="136719" y="75"/>
                      <a:pt x="87181" y="75"/>
                    </a:cubicBezTo>
                    <a:close/>
                    <a:moveTo>
                      <a:pt x="86046" y="9292"/>
                    </a:moveTo>
                    <a:cubicBezTo>
                      <a:pt x="117811" y="9292"/>
                      <a:pt x="134829" y="49354"/>
                      <a:pt x="134829" y="123449"/>
                    </a:cubicBezTo>
                    <a:cubicBezTo>
                      <a:pt x="134829" y="197544"/>
                      <a:pt x="118190" y="235478"/>
                      <a:pt x="85668" y="235478"/>
                    </a:cubicBezTo>
                    <a:cubicBezTo>
                      <a:pt x="53146" y="235478"/>
                      <a:pt x="36507" y="197544"/>
                      <a:pt x="36507" y="123803"/>
                    </a:cubicBezTo>
                    <a:cubicBezTo>
                      <a:pt x="36507" y="48644"/>
                      <a:pt x="53524" y="9292"/>
                      <a:pt x="86046" y="9292"/>
                    </a:cubicBez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332DEF94-8212-B774-9AA0-747F14B36D73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12146860" y="7634251"/>
                <a:ext cx="87732" cy="354523"/>
              </a:xfrm>
              <a:custGeom>
                <a:avLst/>
                <a:gdLst>
                  <a:gd name="connsiteX0" fmla="*/ 87942 w 87732"/>
                  <a:gd name="connsiteY0" fmla="*/ 177336 h 354523"/>
                  <a:gd name="connsiteX1" fmla="*/ 62984 w 87732"/>
                  <a:gd name="connsiteY1" fmla="*/ 66724 h 354523"/>
                  <a:gd name="connsiteX2" fmla="*/ 3991 w 87732"/>
                  <a:gd name="connsiteY2" fmla="*/ 74 h 354523"/>
                  <a:gd name="connsiteX3" fmla="*/ 209 w 87732"/>
                  <a:gd name="connsiteY3" fmla="*/ 3619 h 354523"/>
                  <a:gd name="connsiteX4" fmla="*/ 7394 w 87732"/>
                  <a:gd name="connsiteY4" fmla="*/ 11773 h 354523"/>
                  <a:gd name="connsiteX5" fmla="*/ 66009 w 87732"/>
                  <a:gd name="connsiteY5" fmla="*/ 177336 h 354523"/>
                  <a:gd name="connsiteX6" fmla="*/ 5126 w 87732"/>
                  <a:gd name="connsiteY6" fmla="*/ 345025 h 354523"/>
                  <a:gd name="connsiteX7" fmla="*/ 209 w 87732"/>
                  <a:gd name="connsiteY7" fmla="*/ 351052 h 354523"/>
                  <a:gd name="connsiteX8" fmla="*/ 3991 w 87732"/>
                  <a:gd name="connsiteY8" fmla="*/ 354598 h 354523"/>
                  <a:gd name="connsiteX9" fmla="*/ 64118 w 87732"/>
                  <a:gd name="connsiteY9" fmla="*/ 285465 h 354523"/>
                  <a:gd name="connsiteX10" fmla="*/ 87942 w 87732"/>
                  <a:gd name="connsiteY10" fmla="*/ 177336 h 354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7732" h="354523">
                    <a:moveTo>
                      <a:pt x="87942" y="177336"/>
                    </a:moveTo>
                    <a:cubicBezTo>
                      <a:pt x="87942" y="149683"/>
                      <a:pt x="83783" y="106786"/>
                      <a:pt x="62984" y="66724"/>
                    </a:cubicBezTo>
                    <a:cubicBezTo>
                      <a:pt x="40294" y="23118"/>
                      <a:pt x="7773" y="74"/>
                      <a:pt x="3991" y="74"/>
                    </a:cubicBezTo>
                    <a:cubicBezTo>
                      <a:pt x="1722" y="74"/>
                      <a:pt x="209" y="1492"/>
                      <a:pt x="209" y="3619"/>
                    </a:cubicBezTo>
                    <a:cubicBezTo>
                      <a:pt x="209" y="4683"/>
                      <a:pt x="209" y="5392"/>
                      <a:pt x="7394" y="11773"/>
                    </a:cubicBezTo>
                    <a:cubicBezTo>
                      <a:pt x="44454" y="46871"/>
                      <a:pt x="66009" y="103240"/>
                      <a:pt x="66009" y="177336"/>
                    </a:cubicBezTo>
                    <a:cubicBezTo>
                      <a:pt x="66009" y="237959"/>
                      <a:pt x="52017" y="300355"/>
                      <a:pt x="5126" y="345025"/>
                    </a:cubicBezTo>
                    <a:cubicBezTo>
                      <a:pt x="209" y="349280"/>
                      <a:pt x="209" y="349989"/>
                      <a:pt x="209" y="351052"/>
                    </a:cubicBezTo>
                    <a:cubicBezTo>
                      <a:pt x="209" y="353179"/>
                      <a:pt x="1722" y="354598"/>
                      <a:pt x="3991" y="354598"/>
                    </a:cubicBezTo>
                    <a:cubicBezTo>
                      <a:pt x="7773" y="354598"/>
                      <a:pt x="41807" y="330490"/>
                      <a:pt x="64118" y="285465"/>
                    </a:cubicBezTo>
                    <a:cubicBezTo>
                      <a:pt x="83404" y="246468"/>
                      <a:pt x="87942" y="207116"/>
                      <a:pt x="87942" y="177336"/>
                    </a:cubicBez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45ACD82F-03BD-8BE4-14E4-3961EC4B046F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2378101" y="7770033"/>
                <a:ext cx="251475" cy="82958"/>
              </a:xfrm>
              <a:custGeom>
                <a:avLst/>
                <a:gdLst>
                  <a:gd name="connsiteX0" fmla="*/ 238834 w 251475"/>
                  <a:gd name="connsiteY0" fmla="*/ 14255 h 82958"/>
                  <a:gd name="connsiteX1" fmla="*/ 251691 w 251475"/>
                  <a:gd name="connsiteY1" fmla="*/ 7165 h 82958"/>
                  <a:gd name="connsiteX2" fmla="*/ 239212 w 251475"/>
                  <a:gd name="connsiteY2" fmla="*/ 74 h 82958"/>
                  <a:gd name="connsiteX3" fmla="*/ 12695 w 251475"/>
                  <a:gd name="connsiteY3" fmla="*/ 74 h 82958"/>
                  <a:gd name="connsiteX4" fmla="*/ 216 w 251475"/>
                  <a:gd name="connsiteY4" fmla="*/ 7165 h 82958"/>
                  <a:gd name="connsiteX5" fmla="*/ 13073 w 251475"/>
                  <a:gd name="connsiteY5" fmla="*/ 14255 h 82958"/>
                  <a:gd name="connsiteX6" fmla="*/ 238834 w 251475"/>
                  <a:gd name="connsiteY6" fmla="*/ 14255 h 82958"/>
                  <a:gd name="connsiteX7" fmla="*/ 239212 w 251475"/>
                  <a:gd name="connsiteY7" fmla="*/ 83033 h 82958"/>
                  <a:gd name="connsiteX8" fmla="*/ 251691 w 251475"/>
                  <a:gd name="connsiteY8" fmla="*/ 75942 h 82958"/>
                  <a:gd name="connsiteX9" fmla="*/ 238834 w 251475"/>
                  <a:gd name="connsiteY9" fmla="*/ 68852 h 82958"/>
                  <a:gd name="connsiteX10" fmla="*/ 13073 w 251475"/>
                  <a:gd name="connsiteY10" fmla="*/ 68852 h 82958"/>
                  <a:gd name="connsiteX11" fmla="*/ 216 w 251475"/>
                  <a:gd name="connsiteY11" fmla="*/ 75942 h 82958"/>
                  <a:gd name="connsiteX12" fmla="*/ 12695 w 251475"/>
                  <a:gd name="connsiteY12" fmla="*/ 83033 h 82958"/>
                  <a:gd name="connsiteX13" fmla="*/ 239212 w 251475"/>
                  <a:gd name="connsiteY13" fmla="*/ 83033 h 82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1475" h="82958">
                    <a:moveTo>
                      <a:pt x="238834" y="14255"/>
                    </a:moveTo>
                    <a:cubicBezTo>
                      <a:pt x="244506" y="14255"/>
                      <a:pt x="251691" y="14255"/>
                      <a:pt x="251691" y="7165"/>
                    </a:cubicBezTo>
                    <a:cubicBezTo>
                      <a:pt x="251691" y="74"/>
                      <a:pt x="244506" y="74"/>
                      <a:pt x="239212" y="74"/>
                    </a:cubicBezTo>
                    <a:lnTo>
                      <a:pt x="12695" y="74"/>
                    </a:lnTo>
                    <a:cubicBezTo>
                      <a:pt x="7401" y="74"/>
                      <a:pt x="216" y="74"/>
                      <a:pt x="216" y="7165"/>
                    </a:cubicBezTo>
                    <a:cubicBezTo>
                      <a:pt x="216" y="14255"/>
                      <a:pt x="7401" y="14255"/>
                      <a:pt x="13073" y="14255"/>
                    </a:cubicBezTo>
                    <a:lnTo>
                      <a:pt x="238834" y="14255"/>
                    </a:lnTo>
                    <a:close/>
                    <a:moveTo>
                      <a:pt x="239212" y="83033"/>
                    </a:moveTo>
                    <a:cubicBezTo>
                      <a:pt x="244506" y="83033"/>
                      <a:pt x="251691" y="83033"/>
                      <a:pt x="251691" y="75942"/>
                    </a:cubicBezTo>
                    <a:cubicBezTo>
                      <a:pt x="251691" y="68852"/>
                      <a:pt x="244506" y="68852"/>
                      <a:pt x="238834" y="68852"/>
                    </a:cubicBezTo>
                    <a:lnTo>
                      <a:pt x="13073" y="68852"/>
                    </a:lnTo>
                    <a:cubicBezTo>
                      <a:pt x="7401" y="68852"/>
                      <a:pt x="216" y="68852"/>
                      <a:pt x="216" y="75942"/>
                    </a:cubicBezTo>
                    <a:cubicBezTo>
                      <a:pt x="216" y="83033"/>
                      <a:pt x="7401" y="83033"/>
                      <a:pt x="12695" y="83033"/>
                    </a:cubicBezTo>
                    <a:lnTo>
                      <a:pt x="239212" y="83033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D3A54DB9-0166-7F9D-19AB-B830171E8594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12747545" y="7660485"/>
                <a:ext cx="168280" cy="239657"/>
              </a:xfrm>
              <a:custGeom>
                <a:avLst/>
                <a:gdLst>
                  <a:gd name="connsiteX0" fmla="*/ 168506 w 168280"/>
                  <a:gd name="connsiteY0" fmla="*/ 191163 h 239657"/>
                  <a:gd name="connsiteX1" fmla="*/ 163590 w 168280"/>
                  <a:gd name="connsiteY1" fmla="*/ 189390 h 239657"/>
                  <a:gd name="connsiteX2" fmla="*/ 127664 w 168280"/>
                  <a:gd name="connsiteY2" fmla="*/ 212789 h 239657"/>
                  <a:gd name="connsiteX3" fmla="*/ 37285 w 168280"/>
                  <a:gd name="connsiteY3" fmla="*/ 212789 h 239657"/>
                  <a:gd name="connsiteX4" fmla="*/ 100815 w 168280"/>
                  <a:gd name="connsiteY4" fmla="*/ 150393 h 239657"/>
                  <a:gd name="connsiteX5" fmla="*/ 149220 w 168280"/>
                  <a:gd name="connsiteY5" fmla="*/ 62825 h 239657"/>
                  <a:gd name="connsiteX6" fmla="*/ 79260 w 168280"/>
                  <a:gd name="connsiteY6" fmla="*/ 75 h 239657"/>
                  <a:gd name="connsiteX7" fmla="*/ 24805 w 168280"/>
                  <a:gd name="connsiteY7" fmla="*/ 22055 h 239657"/>
                  <a:gd name="connsiteX8" fmla="*/ 603 w 168280"/>
                  <a:gd name="connsiteY8" fmla="*/ 70625 h 239657"/>
                  <a:gd name="connsiteX9" fmla="*/ 8545 w 168280"/>
                  <a:gd name="connsiteY9" fmla="*/ 72398 h 239657"/>
                  <a:gd name="connsiteX10" fmla="*/ 63378 w 168280"/>
                  <a:gd name="connsiteY10" fmla="*/ 26309 h 239657"/>
                  <a:gd name="connsiteX11" fmla="*/ 116698 w 168280"/>
                  <a:gd name="connsiteY11" fmla="*/ 76297 h 239657"/>
                  <a:gd name="connsiteX12" fmla="*/ 67537 w 168280"/>
                  <a:gd name="connsiteY12" fmla="*/ 168473 h 239657"/>
                  <a:gd name="connsiteX13" fmla="*/ 225 w 168280"/>
                  <a:gd name="connsiteY13" fmla="*/ 235478 h 239657"/>
                  <a:gd name="connsiteX14" fmla="*/ 225 w 168280"/>
                  <a:gd name="connsiteY14" fmla="*/ 239733 h 239657"/>
                  <a:gd name="connsiteX15" fmla="*/ 147707 w 168280"/>
                  <a:gd name="connsiteY15" fmla="*/ 239733 h 239657"/>
                  <a:gd name="connsiteX16" fmla="*/ 168506 w 168280"/>
                  <a:gd name="connsiteY16" fmla="*/ 191163 h 239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8280" h="239657">
                    <a:moveTo>
                      <a:pt x="168506" y="191163"/>
                    </a:moveTo>
                    <a:lnTo>
                      <a:pt x="163590" y="189390"/>
                    </a:lnTo>
                    <a:cubicBezTo>
                      <a:pt x="149598" y="209598"/>
                      <a:pt x="144682" y="212789"/>
                      <a:pt x="127664" y="212789"/>
                    </a:cubicBezTo>
                    <a:lnTo>
                      <a:pt x="37285" y="212789"/>
                    </a:lnTo>
                    <a:lnTo>
                      <a:pt x="100815" y="150393"/>
                    </a:lnTo>
                    <a:cubicBezTo>
                      <a:pt x="134471" y="117422"/>
                      <a:pt x="149220" y="90478"/>
                      <a:pt x="149220" y="62825"/>
                    </a:cubicBezTo>
                    <a:cubicBezTo>
                      <a:pt x="149220" y="27373"/>
                      <a:pt x="118589" y="75"/>
                      <a:pt x="79260" y="75"/>
                    </a:cubicBezTo>
                    <a:cubicBezTo>
                      <a:pt x="58461" y="75"/>
                      <a:pt x="38797" y="7874"/>
                      <a:pt x="24805" y="22055"/>
                    </a:cubicBezTo>
                    <a:cubicBezTo>
                      <a:pt x="12704" y="34109"/>
                      <a:pt x="7032" y="45454"/>
                      <a:pt x="603" y="70625"/>
                    </a:cubicBezTo>
                    <a:lnTo>
                      <a:pt x="8545" y="72398"/>
                    </a:lnTo>
                    <a:cubicBezTo>
                      <a:pt x="23671" y="37654"/>
                      <a:pt x="37285" y="26309"/>
                      <a:pt x="63378" y="26309"/>
                    </a:cubicBezTo>
                    <a:cubicBezTo>
                      <a:pt x="95143" y="26309"/>
                      <a:pt x="116698" y="46517"/>
                      <a:pt x="116698" y="76297"/>
                    </a:cubicBezTo>
                    <a:cubicBezTo>
                      <a:pt x="116698" y="103950"/>
                      <a:pt x="99303" y="136921"/>
                      <a:pt x="67537" y="168473"/>
                    </a:cubicBezTo>
                    <a:lnTo>
                      <a:pt x="225" y="235478"/>
                    </a:lnTo>
                    <a:lnTo>
                      <a:pt x="225" y="239733"/>
                    </a:lnTo>
                    <a:lnTo>
                      <a:pt x="147707" y="239733"/>
                    </a:lnTo>
                    <a:lnTo>
                      <a:pt x="168506" y="191163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1FB7B766-00A5-C57E-6780-91E205431D0C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13010093" y="7804422"/>
                <a:ext cx="231054" cy="14180"/>
              </a:xfrm>
              <a:custGeom>
                <a:avLst/>
                <a:gdLst>
                  <a:gd name="connsiteX0" fmla="*/ 218051 w 231054"/>
                  <a:gd name="connsiteY0" fmla="*/ 14256 h 14180"/>
                  <a:gd name="connsiteX1" fmla="*/ 231286 w 231054"/>
                  <a:gd name="connsiteY1" fmla="*/ 7165 h 14180"/>
                  <a:gd name="connsiteX2" fmla="*/ 218051 w 231054"/>
                  <a:gd name="connsiteY2" fmla="*/ 75 h 14180"/>
                  <a:gd name="connsiteX3" fmla="*/ 13467 w 231054"/>
                  <a:gd name="connsiteY3" fmla="*/ 75 h 14180"/>
                  <a:gd name="connsiteX4" fmla="*/ 231 w 231054"/>
                  <a:gd name="connsiteY4" fmla="*/ 7165 h 14180"/>
                  <a:gd name="connsiteX5" fmla="*/ 13467 w 231054"/>
                  <a:gd name="connsiteY5" fmla="*/ 14256 h 14180"/>
                  <a:gd name="connsiteX6" fmla="*/ 218051 w 231054"/>
                  <a:gd name="connsiteY6" fmla="*/ 14256 h 14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1054" h="14180">
                    <a:moveTo>
                      <a:pt x="218051" y="14256"/>
                    </a:moveTo>
                    <a:cubicBezTo>
                      <a:pt x="224479" y="14256"/>
                      <a:pt x="231286" y="14256"/>
                      <a:pt x="231286" y="7165"/>
                    </a:cubicBezTo>
                    <a:cubicBezTo>
                      <a:pt x="231286" y="75"/>
                      <a:pt x="224479" y="75"/>
                      <a:pt x="218051" y="75"/>
                    </a:cubicBezTo>
                    <a:lnTo>
                      <a:pt x="13467" y="75"/>
                    </a:lnTo>
                    <a:cubicBezTo>
                      <a:pt x="7038" y="75"/>
                      <a:pt x="231" y="75"/>
                      <a:pt x="231" y="7165"/>
                    </a:cubicBezTo>
                    <a:cubicBezTo>
                      <a:pt x="231" y="14256"/>
                      <a:pt x="7038" y="14256"/>
                      <a:pt x="13467" y="14256"/>
                    </a:cubicBezTo>
                    <a:lnTo>
                      <a:pt x="218051" y="14256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607F5AC6-310B-CDB2-3246-928021CC9E96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13330889" y="7660485"/>
                <a:ext cx="173952" cy="239657"/>
              </a:xfrm>
              <a:custGeom>
                <a:avLst/>
                <a:gdLst>
                  <a:gd name="connsiteX0" fmla="*/ 174193 w 173952"/>
                  <a:gd name="connsiteY0" fmla="*/ 157838 h 239657"/>
                  <a:gd name="connsiteX1" fmla="*/ 135621 w 173952"/>
                  <a:gd name="connsiteY1" fmla="*/ 157838 h 239657"/>
                  <a:gd name="connsiteX2" fmla="*/ 135621 w 173952"/>
                  <a:gd name="connsiteY2" fmla="*/ 75 h 239657"/>
                  <a:gd name="connsiteX3" fmla="*/ 118982 w 173952"/>
                  <a:gd name="connsiteY3" fmla="*/ 75 h 239657"/>
                  <a:gd name="connsiteX4" fmla="*/ 241 w 173952"/>
                  <a:gd name="connsiteY4" fmla="*/ 157838 h 239657"/>
                  <a:gd name="connsiteX5" fmla="*/ 241 w 173952"/>
                  <a:gd name="connsiteY5" fmla="*/ 180527 h 239657"/>
                  <a:gd name="connsiteX6" fmla="*/ 106503 w 173952"/>
                  <a:gd name="connsiteY6" fmla="*/ 180527 h 239657"/>
                  <a:gd name="connsiteX7" fmla="*/ 106503 w 173952"/>
                  <a:gd name="connsiteY7" fmla="*/ 239733 h 239657"/>
                  <a:gd name="connsiteX8" fmla="*/ 135621 w 173952"/>
                  <a:gd name="connsiteY8" fmla="*/ 239733 h 239657"/>
                  <a:gd name="connsiteX9" fmla="*/ 135621 w 173952"/>
                  <a:gd name="connsiteY9" fmla="*/ 180527 h 239657"/>
                  <a:gd name="connsiteX10" fmla="*/ 174193 w 173952"/>
                  <a:gd name="connsiteY10" fmla="*/ 180527 h 239657"/>
                  <a:gd name="connsiteX11" fmla="*/ 174193 w 173952"/>
                  <a:gd name="connsiteY11" fmla="*/ 157838 h 239657"/>
                  <a:gd name="connsiteX12" fmla="*/ 106125 w 173952"/>
                  <a:gd name="connsiteY12" fmla="*/ 157838 h 239657"/>
                  <a:gd name="connsiteX13" fmla="*/ 15367 w 173952"/>
                  <a:gd name="connsiteY13" fmla="*/ 157838 h 239657"/>
                  <a:gd name="connsiteX14" fmla="*/ 106125 w 173952"/>
                  <a:gd name="connsiteY14" fmla="*/ 36236 h 239657"/>
                  <a:gd name="connsiteX15" fmla="*/ 106125 w 173952"/>
                  <a:gd name="connsiteY15" fmla="*/ 157838 h 239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3952" h="239657">
                    <a:moveTo>
                      <a:pt x="174193" y="157838"/>
                    </a:moveTo>
                    <a:lnTo>
                      <a:pt x="135621" y="157838"/>
                    </a:lnTo>
                    <a:lnTo>
                      <a:pt x="135621" y="75"/>
                    </a:lnTo>
                    <a:lnTo>
                      <a:pt x="118982" y="75"/>
                    </a:lnTo>
                    <a:lnTo>
                      <a:pt x="241" y="157838"/>
                    </a:lnTo>
                    <a:lnTo>
                      <a:pt x="241" y="180527"/>
                    </a:lnTo>
                    <a:lnTo>
                      <a:pt x="106503" y="180527"/>
                    </a:lnTo>
                    <a:lnTo>
                      <a:pt x="106503" y="239733"/>
                    </a:lnTo>
                    <a:lnTo>
                      <a:pt x="135621" y="239733"/>
                    </a:lnTo>
                    <a:lnTo>
                      <a:pt x="135621" y="180527"/>
                    </a:lnTo>
                    <a:lnTo>
                      <a:pt x="174193" y="180527"/>
                    </a:lnTo>
                    <a:lnTo>
                      <a:pt x="174193" y="157838"/>
                    </a:lnTo>
                    <a:close/>
                    <a:moveTo>
                      <a:pt x="106125" y="157838"/>
                    </a:moveTo>
                    <a:lnTo>
                      <a:pt x="15367" y="157838"/>
                    </a:lnTo>
                    <a:lnTo>
                      <a:pt x="106125" y="36236"/>
                    </a:lnTo>
                    <a:lnTo>
                      <a:pt x="106125" y="157838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FC81629F-95CF-58C2-4A2A-0A0900B27D35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13590034" y="7693456"/>
                <a:ext cx="251475" cy="236112"/>
              </a:xfrm>
              <a:custGeom>
                <a:avLst/>
                <a:gdLst>
                  <a:gd name="connsiteX0" fmla="*/ 133738 w 251475"/>
                  <a:gd name="connsiteY0" fmla="*/ 125221 h 236112"/>
                  <a:gd name="connsiteX1" fmla="*/ 239244 w 251475"/>
                  <a:gd name="connsiteY1" fmla="*/ 125221 h 236112"/>
                  <a:gd name="connsiteX2" fmla="*/ 251723 w 251475"/>
                  <a:gd name="connsiteY2" fmla="*/ 118130 h 236112"/>
                  <a:gd name="connsiteX3" fmla="*/ 239244 w 251475"/>
                  <a:gd name="connsiteY3" fmla="*/ 111040 h 236112"/>
                  <a:gd name="connsiteX4" fmla="*/ 133738 w 251475"/>
                  <a:gd name="connsiteY4" fmla="*/ 111040 h 236112"/>
                  <a:gd name="connsiteX5" fmla="*/ 133738 w 251475"/>
                  <a:gd name="connsiteY5" fmla="*/ 11773 h 236112"/>
                  <a:gd name="connsiteX6" fmla="*/ 126175 w 251475"/>
                  <a:gd name="connsiteY6" fmla="*/ 74 h 236112"/>
                  <a:gd name="connsiteX7" fmla="*/ 118612 w 251475"/>
                  <a:gd name="connsiteY7" fmla="*/ 11773 h 236112"/>
                  <a:gd name="connsiteX8" fmla="*/ 118612 w 251475"/>
                  <a:gd name="connsiteY8" fmla="*/ 111040 h 236112"/>
                  <a:gd name="connsiteX9" fmla="*/ 12727 w 251475"/>
                  <a:gd name="connsiteY9" fmla="*/ 111040 h 236112"/>
                  <a:gd name="connsiteX10" fmla="*/ 248 w 251475"/>
                  <a:gd name="connsiteY10" fmla="*/ 118130 h 236112"/>
                  <a:gd name="connsiteX11" fmla="*/ 12727 w 251475"/>
                  <a:gd name="connsiteY11" fmla="*/ 125221 h 236112"/>
                  <a:gd name="connsiteX12" fmla="*/ 118612 w 251475"/>
                  <a:gd name="connsiteY12" fmla="*/ 125221 h 236112"/>
                  <a:gd name="connsiteX13" fmla="*/ 118612 w 251475"/>
                  <a:gd name="connsiteY13" fmla="*/ 224487 h 236112"/>
                  <a:gd name="connsiteX14" fmla="*/ 126175 w 251475"/>
                  <a:gd name="connsiteY14" fmla="*/ 236187 h 236112"/>
                  <a:gd name="connsiteX15" fmla="*/ 133738 w 251475"/>
                  <a:gd name="connsiteY15" fmla="*/ 224487 h 236112"/>
                  <a:gd name="connsiteX16" fmla="*/ 133738 w 251475"/>
                  <a:gd name="connsiteY16" fmla="*/ 125221 h 236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1475" h="236112">
                    <a:moveTo>
                      <a:pt x="133738" y="125221"/>
                    </a:moveTo>
                    <a:lnTo>
                      <a:pt x="239244" y="125221"/>
                    </a:lnTo>
                    <a:cubicBezTo>
                      <a:pt x="244538" y="125221"/>
                      <a:pt x="251723" y="125221"/>
                      <a:pt x="251723" y="118130"/>
                    </a:cubicBezTo>
                    <a:cubicBezTo>
                      <a:pt x="251723" y="111040"/>
                      <a:pt x="244538" y="111040"/>
                      <a:pt x="239244" y="111040"/>
                    </a:cubicBezTo>
                    <a:lnTo>
                      <a:pt x="133738" y="111040"/>
                    </a:lnTo>
                    <a:lnTo>
                      <a:pt x="133738" y="11773"/>
                    </a:lnTo>
                    <a:cubicBezTo>
                      <a:pt x="133738" y="6810"/>
                      <a:pt x="133738" y="74"/>
                      <a:pt x="126175" y="74"/>
                    </a:cubicBezTo>
                    <a:cubicBezTo>
                      <a:pt x="118612" y="74"/>
                      <a:pt x="118612" y="6810"/>
                      <a:pt x="118612" y="11773"/>
                    </a:cubicBezTo>
                    <a:lnTo>
                      <a:pt x="118612" y="111040"/>
                    </a:lnTo>
                    <a:lnTo>
                      <a:pt x="12727" y="111040"/>
                    </a:lnTo>
                    <a:cubicBezTo>
                      <a:pt x="7433" y="111040"/>
                      <a:pt x="248" y="111040"/>
                      <a:pt x="248" y="118130"/>
                    </a:cubicBezTo>
                    <a:cubicBezTo>
                      <a:pt x="248" y="125221"/>
                      <a:pt x="7433" y="125221"/>
                      <a:pt x="12727" y="125221"/>
                    </a:cubicBezTo>
                    <a:lnTo>
                      <a:pt x="118612" y="125221"/>
                    </a:lnTo>
                    <a:lnTo>
                      <a:pt x="118612" y="224487"/>
                    </a:lnTo>
                    <a:cubicBezTo>
                      <a:pt x="118612" y="229451"/>
                      <a:pt x="118612" y="236187"/>
                      <a:pt x="126175" y="236187"/>
                    </a:cubicBezTo>
                    <a:cubicBezTo>
                      <a:pt x="133738" y="236187"/>
                      <a:pt x="133738" y="229451"/>
                      <a:pt x="133738" y="224487"/>
                    </a:cubicBezTo>
                    <a:lnTo>
                      <a:pt x="133738" y="125221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F290B7BC-BA39-1A11-C2BD-1EA6629FE84A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13921040" y="7660485"/>
                <a:ext cx="173952" cy="239657"/>
              </a:xfrm>
              <a:custGeom>
                <a:avLst/>
                <a:gdLst>
                  <a:gd name="connsiteX0" fmla="*/ 174209 w 173952"/>
                  <a:gd name="connsiteY0" fmla="*/ 157838 h 239657"/>
                  <a:gd name="connsiteX1" fmla="*/ 135637 w 173952"/>
                  <a:gd name="connsiteY1" fmla="*/ 157838 h 239657"/>
                  <a:gd name="connsiteX2" fmla="*/ 135637 w 173952"/>
                  <a:gd name="connsiteY2" fmla="*/ 75 h 239657"/>
                  <a:gd name="connsiteX3" fmla="*/ 118998 w 173952"/>
                  <a:gd name="connsiteY3" fmla="*/ 75 h 239657"/>
                  <a:gd name="connsiteX4" fmla="*/ 256 w 173952"/>
                  <a:gd name="connsiteY4" fmla="*/ 157838 h 239657"/>
                  <a:gd name="connsiteX5" fmla="*/ 256 w 173952"/>
                  <a:gd name="connsiteY5" fmla="*/ 180527 h 239657"/>
                  <a:gd name="connsiteX6" fmla="*/ 106519 w 173952"/>
                  <a:gd name="connsiteY6" fmla="*/ 180527 h 239657"/>
                  <a:gd name="connsiteX7" fmla="*/ 106519 w 173952"/>
                  <a:gd name="connsiteY7" fmla="*/ 239733 h 239657"/>
                  <a:gd name="connsiteX8" fmla="*/ 135637 w 173952"/>
                  <a:gd name="connsiteY8" fmla="*/ 239733 h 239657"/>
                  <a:gd name="connsiteX9" fmla="*/ 135637 w 173952"/>
                  <a:gd name="connsiteY9" fmla="*/ 180527 h 239657"/>
                  <a:gd name="connsiteX10" fmla="*/ 174209 w 173952"/>
                  <a:gd name="connsiteY10" fmla="*/ 180527 h 239657"/>
                  <a:gd name="connsiteX11" fmla="*/ 174209 w 173952"/>
                  <a:gd name="connsiteY11" fmla="*/ 157838 h 239657"/>
                  <a:gd name="connsiteX12" fmla="*/ 106140 w 173952"/>
                  <a:gd name="connsiteY12" fmla="*/ 157838 h 239657"/>
                  <a:gd name="connsiteX13" fmla="*/ 15382 w 173952"/>
                  <a:gd name="connsiteY13" fmla="*/ 157838 h 239657"/>
                  <a:gd name="connsiteX14" fmla="*/ 106140 w 173952"/>
                  <a:gd name="connsiteY14" fmla="*/ 36236 h 239657"/>
                  <a:gd name="connsiteX15" fmla="*/ 106140 w 173952"/>
                  <a:gd name="connsiteY15" fmla="*/ 157838 h 239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3952" h="239657">
                    <a:moveTo>
                      <a:pt x="174209" y="157838"/>
                    </a:moveTo>
                    <a:lnTo>
                      <a:pt x="135637" y="157838"/>
                    </a:lnTo>
                    <a:lnTo>
                      <a:pt x="135637" y="75"/>
                    </a:lnTo>
                    <a:lnTo>
                      <a:pt x="118998" y="75"/>
                    </a:lnTo>
                    <a:lnTo>
                      <a:pt x="256" y="157838"/>
                    </a:lnTo>
                    <a:lnTo>
                      <a:pt x="256" y="180527"/>
                    </a:lnTo>
                    <a:lnTo>
                      <a:pt x="106519" y="180527"/>
                    </a:lnTo>
                    <a:lnTo>
                      <a:pt x="106519" y="239733"/>
                    </a:lnTo>
                    <a:lnTo>
                      <a:pt x="135637" y="239733"/>
                    </a:lnTo>
                    <a:lnTo>
                      <a:pt x="135637" y="180527"/>
                    </a:lnTo>
                    <a:lnTo>
                      <a:pt x="174209" y="180527"/>
                    </a:lnTo>
                    <a:lnTo>
                      <a:pt x="174209" y="157838"/>
                    </a:lnTo>
                    <a:close/>
                    <a:moveTo>
                      <a:pt x="106140" y="157838"/>
                    </a:moveTo>
                    <a:lnTo>
                      <a:pt x="15382" y="157838"/>
                    </a:lnTo>
                    <a:lnTo>
                      <a:pt x="106140" y="36236"/>
                    </a:lnTo>
                    <a:lnTo>
                      <a:pt x="106140" y="157838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7CB2BB0D-363E-9763-D3CE-3588E9844571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14114685" y="7575834"/>
                <a:ext cx="124527" cy="177346"/>
              </a:xfrm>
              <a:custGeom>
                <a:avLst/>
                <a:gdLst>
                  <a:gd name="connsiteX0" fmla="*/ 124788 w 124527"/>
                  <a:gd name="connsiteY0" fmla="*/ 141477 h 177346"/>
                  <a:gd name="connsiteX1" fmla="*/ 121150 w 124527"/>
                  <a:gd name="connsiteY1" fmla="*/ 140165 h 177346"/>
                  <a:gd name="connsiteX2" fmla="*/ 94565 w 124527"/>
                  <a:gd name="connsiteY2" fmla="*/ 157480 h 177346"/>
                  <a:gd name="connsiteX3" fmla="*/ 27684 w 124527"/>
                  <a:gd name="connsiteY3" fmla="*/ 157480 h 177346"/>
                  <a:gd name="connsiteX4" fmla="*/ 74697 w 124527"/>
                  <a:gd name="connsiteY4" fmla="*/ 111307 h 177346"/>
                  <a:gd name="connsiteX5" fmla="*/ 110516 w 124527"/>
                  <a:gd name="connsiteY5" fmla="*/ 46507 h 177346"/>
                  <a:gd name="connsiteX6" fmla="*/ 58746 w 124527"/>
                  <a:gd name="connsiteY6" fmla="*/ 71 h 177346"/>
                  <a:gd name="connsiteX7" fmla="*/ 18450 w 124527"/>
                  <a:gd name="connsiteY7" fmla="*/ 16337 h 177346"/>
                  <a:gd name="connsiteX8" fmla="*/ 540 w 124527"/>
                  <a:gd name="connsiteY8" fmla="*/ 52279 h 177346"/>
                  <a:gd name="connsiteX9" fmla="*/ 6417 w 124527"/>
                  <a:gd name="connsiteY9" fmla="*/ 53590 h 177346"/>
                  <a:gd name="connsiteX10" fmla="*/ 46993 w 124527"/>
                  <a:gd name="connsiteY10" fmla="*/ 19485 h 177346"/>
                  <a:gd name="connsiteX11" fmla="*/ 86450 w 124527"/>
                  <a:gd name="connsiteY11" fmla="*/ 56476 h 177346"/>
                  <a:gd name="connsiteX12" fmla="*/ 50071 w 124527"/>
                  <a:gd name="connsiteY12" fmla="*/ 124686 h 177346"/>
                  <a:gd name="connsiteX13" fmla="*/ 260 w 124527"/>
                  <a:gd name="connsiteY13" fmla="*/ 174270 h 177346"/>
                  <a:gd name="connsiteX14" fmla="*/ 260 w 124527"/>
                  <a:gd name="connsiteY14" fmla="*/ 177418 h 177346"/>
                  <a:gd name="connsiteX15" fmla="*/ 109397 w 124527"/>
                  <a:gd name="connsiteY15" fmla="*/ 177418 h 177346"/>
                  <a:gd name="connsiteX16" fmla="*/ 124788 w 124527"/>
                  <a:gd name="connsiteY16" fmla="*/ 141477 h 177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4527" h="177346">
                    <a:moveTo>
                      <a:pt x="124788" y="141477"/>
                    </a:moveTo>
                    <a:lnTo>
                      <a:pt x="121150" y="140165"/>
                    </a:lnTo>
                    <a:cubicBezTo>
                      <a:pt x="110796" y="155119"/>
                      <a:pt x="107158" y="157480"/>
                      <a:pt x="94565" y="157480"/>
                    </a:cubicBezTo>
                    <a:lnTo>
                      <a:pt x="27684" y="157480"/>
                    </a:lnTo>
                    <a:lnTo>
                      <a:pt x="74697" y="111307"/>
                    </a:lnTo>
                    <a:cubicBezTo>
                      <a:pt x="99603" y="86908"/>
                      <a:pt x="110516" y="66970"/>
                      <a:pt x="110516" y="46507"/>
                    </a:cubicBezTo>
                    <a:cubicBezTo>
                      <a:pt x="110516" y="20272"/>
                      <a:pt x="87849" y="71"/>
                      <a:pt x="58746" y="71"/>
                    </a:cubicBezTo>
                    <a:cubicBezTo>
                      <a:pt x="43355" y="71"/>
                      <a:pt x="28804" y="5843"/>
                      <a:pt x="18450" y="16337"/>
                    </a:cubicBezTo>
                    <a:cubicBezTo>
                      <a:pt x="9495" y="25257"/>
                      <a:pt x="5297" y="33652"/>
                      <a:pt x="540" y="52279"/>
                    </a:cubicBezTo>
                    <a:lnTo>
                      <a:pt x="6417" y="53590"/>
                    </a:lnTo>
                    <a:cubicBezTo>
                      <a:pt x="17610" y="27880"/>
                      <a:pt x="27684" y="19485"/>
                      <a:pt x="46993" y="19485"/>
                    </a:cubicBezTo>
                    <a:cubicBezTo>
                      <a:pt x="70499" y="19485"/>
                      <a:pt x="86450" y="34439"/>
                      <a:pt x="86450" y="56476"/>
                    </a:cubicBezTo>
                    <a:cubicBezTo>
                      <a:pt x="86450" y="76939"/>
                      <a:pt x="73578" y="101337"/>
                      <a:pt x="50071" y="124686"/>
                    </a:cubicBezTo>
                    <a:lnTo>
                      <a:pt x="260" y="174270"/>
                    </a:lnTo>
                    <a:lnTo>
                      <a:pt x="260" y="177418"/>
                    </a:lnTo>
                    <a:lnTo>
                      <a:pt x="109397" y="177418"/>
                    </a:lnTo>
                    <a:lnTo>
                      <a:pt x="124788" y="141477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709FD567-8102-DF20-3594-0AB80EC5E686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14339607" y="7693456"/>
                <a:ext cx="251475" cy="236112"/>
              </a:xfrm>
              <a:custGeom>
                <a:avLst/>
                <a:gdLst>
                  <a:gd name="connsiteX0" fmla="*/ 133758 w 251475"/>
                  <a:gd name="connsiteY0" fmla="*/ 125221 h 236112"/>
                  <a:gd name="connsiteX1" fmla="*/ 239264 w 251475"/>
                  <a:gd name="connsiteY1" fmla="*/ 125221 h 236112"/>
                  <a:gd name="connsiteX2" fmla="*/ 251743 w 251475"/>
                  <a:gd name="connsiteY2" fmla="*/ 118130 h 236112"/>
                  <a:gd name="connsiteX3" fmla="*/ 239264 w 251475"/>
                  <a:gd name="connsiteY3" fmla="*/ 111040 h 236112"/>
                  <a:gd name="connsiteX4" fmla="*/ 133758 w 251475"/>
                  <a:gd name="connsiteY4" fmla="*/ 111040 h 236112"/>
                  <a:gd name="connsiteX5" fmla="*/ 133758 w 251475"/>
                  <a:gd name="connsiteY5" fmla="*/ 11773 h 236112"/>
                  <a:gd name="connsiteX6" fmla="*/ 126194 w 251475"/>
                  <a:gd name="connsiteY6" fmla="*/ 74 h 236112"/>
                  <a:gd name="connsiteX7" fmla="*/ 118631 w 251475"/>
                  <a:gd name="connsiteY7" fmla="*/ 11773 h 236112"/>
                  <a:gd name="connsiteX8" fmla="*/ 118631 w 251475"/>
                  <a:gd name="connsiteY8" fmla="*/ 111040 h 236112"/>
                  <a:gd name="connsiteX9" fmla="*/ 12747 w 251475"/>
                  <a:gd name="connsiteY9" fmla="*/ 111040 h 236112"/>
                  <a:gd name="connsiteX10" fmla="*/ 268 w 251475"/>
                  <a:gd name="connsiteY10" fmla="*/ 118130 h 236112"/>
                  <a:gd name="connsiteX11" fmla="*/ 12747 w 251475"/>
                  <a:gd name="connsiteY11" fmla="*/ 125221 h 236112"/>
                  <a:gd name="connsiteX12" fmla="*/ 118631 w 251475"/>
                  <a:gd name="connsiteY12" fmla="*/ 125221 h 236112"/>
                  <a:gd name="connsiteX13" fmla="*/ 118631 w 251475"/>
                  <a:gd name="connsiteY13" fmla="*/ 224487 h 236112"/>
                  <a:gd name="connsiteX14" fmla="*/ 126194 w 251475"/>
                  <a:gd name="connsiteY14" fmla="*/ 236187 h 236112"/>
                  <a:gd name="connsiteX15" fmla="*/ 133758 w 251475"/>
                  <a:gd name="connsiteY15" fmla="*/ 224487 h 236112"/>
                  <a:gd name="connsiteX16" fmla="*/ 133758 w 251475"/>
                  <a:gd name="connsiteY16" fmla="*/ 125221 h 236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1475" h="236112">
                    <a:moveTo>
                      <a:pt x="133758" y="125221"/>
                    </a:moveTo>
                    <a:lnTo>
                      <a:pt x="239264" y="125221"/>
                    </a:lnTo>
                    <a:cubicBezTo>
                      <a:pt x="244558" y="125221"/>
                      <a:pt x="251743" y="125221"/>
                      <a:pt x="251743" y="118130"/>
                    </a:cubicBezTo>
                    <a:cubicBezTo>
                      <a:pt x="251743" y="111040"/>
                      <a:pt x="244558" y="111040"/>
                      <a:pt x="239264" y="111040"/>
                    </a:cubicBezTo>
                    <a:lnTo>
                      <a:pt x="133758" y="111040"/>
                    </a:lnTo>
                    <a:lnTo>
                      <a:pt x="133758" y="11773"/>
                    </a:lnTo>
                    <a:cubicBezTo>
                      <a:pt x="133758" y="6810"/>
                      <a:pt x="133758" y="74"/>
                      <a:pt x="126194" y="74"/>
                    </a:cubicBezTo>
                    <a:cubicBezTo>
                      <a:pt x="118631" y="74"/>
                      <a:pt x="118631" y="6810"/>
                      <a:pt x="118631" y="11773"/>
                    </a:cubicBezTo>
                    <a:lnTo>
                      <a:pt x="118631" y="111040"/>
                    </a:lnTo>
                    <a:lnTo>
                      <a:pt x="12747" y="111040"/>
                    </a:lnTo>
                    <a:cubicBezTo>
                      <a:pt x="7453" y="111040"/>
                      <a:pt x="268" y="111040"/>
                      <a:pt x="268" y="118130"/>
                    </a:cubicBezTo>
                    <a:cubicBezTo>
                      <a:pt x="268" y="125221"/>
                      <a:pt x="7453" y="125221"/>
                      <a:pt x="12747" y="125221"/>
                    </a:cubicBezTo>
                    <a:lnTo>
                      <a:pt x="118631" y="125221"/>
                    </a:lnTo>
                    <a:lnTo>
                      <a:pt x="118631" y="224487"/>
                    </a:lnTo>
                    <a:cubicBezTo>
                      <a:pt x="118631" y="229451"/>
                      <a:pt x="118631" y="236187"/>
                      <a:pt x="126194" y="236187"/>
                    </a:cubicBezTo>
                    <a:cubicBezTo>
                      <a:pt x="133758" y="236187"/>
                      <a:pt x="133758" y="229451"/>
                      <a:pt x="133758" y="224487"/>
                    </a:cubicBezTo>
                    <a:lnTo>
                      <a:pt x="133758" y="125221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5C6C361C-20C6-DEEA-145A-2145D0454B76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14670613" y="7660485"/>
                <a:ext cx="173952" cy="239657"/>
              </a:xfrm>
              <a:custGeom>
                <a:avLst/>
                <a:gdLst>
                  <a:gd name="connsiteX0" fmla="*/ 174229 w 173952"/>
                  <a:gd name="connsiteY0" fmla="*/ 157838 h 239657"/>
                  <a:gd name="connsiteX1" fmla="*/ 135656 w 173952"/>
                  <a:gd name="connsiteY1" fmla="*/ 157838 h 239657"/>
                  <a:gd name="connsiteX2" fmla="*/ 135656 w 173952"/>
                  <a:gd name="connsiteY2" fmla="*/ 75 h 239657"/>
                  <a:gd name="connsiteX3" fmla="*/ 119018 w 173952"/>
                  <a:gd name="connsiteY3" fmla="*/ 75 h 239657"/>
                  <a:gd name="connsiteX4" fmla="*/ 276 w 173952"/>
                  <a:gd name="connsiteY4" fmla="*/ 157838 h 239657"/>
                  <a:gd name="connsiteX5" fmla="*/ 276 w 173952"/>
                  <a:gd name="connsiteY5" fmla="*/ 180527 h 239657"/>
                  <a:gd name="connsiteX6" fmla="*/ 106538 w 173952"/>
                  <a:gd name="connsiteY6" fmla="*/ 180527 h 239657"/>
                  <a:gd name="connsiteX7" fmla="*/ 106538 w 173952"/>
                  <a:gd name="connsiteY7" fmla="*/ 239733 h 239657"/>
                  <a:gd name="connsiteX8" fmla="*/ 135656 w 173952"/>
                  <a:gd name="connsiteY8" fmla="*/ 239733 h 239657"/>
                  <a:gd name="connsiteX9" fmla="*/ 135656 w 173952"/>
                  <a:gd name="connsiteY9" fmla="*/ 180527 h 239657"/>
                  <a:gd name="connsiteX10" fmla="*/ 174229 w 173952"/>
                  <a:gd name="connsiteY10" fmla="*/ 180527 h 239657"/>
                  <a:gd name="connsiteX11" fmla="*/ 174229 w 173952"/>
                  <a:gd name="connsiteY11" fmla="*/ 157838 h 239657"/>
                  <a:gd name="connsiteX12" fmla="*/ 106160 w 173952"/>
                  <a:gd name="connsiteY12" fmla="*/ 157838 h 239657"/>
                  <a:gd name="connsiteX13" fmla="*/ 15402 w 173952"/>
                  <a:gd name="connsiteY13" fmla="*/ 157838 h 239657"/>
                  <a:gd name="connsiteX14" fmla="*/ 106160 w 173952"/>
                  <a:gd name="connsiteY14" fmla="*/ 36236 h 239657"/>
                  <a:gd name="connsiteX15" fmla="*/ 106160 w 173952"/>
                  <a:gd name="connsiteY15" fmla="*/ 157838 h 239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3952" h="239657">
                    <a:moveTo>
                      <a:pt x="174229" y="157838"/>
                    </a:moveTo>
                    <a:lnTo>
                      <a:pt x="135656" y="157838"/>
                    </a:lnTo>
                    <a:lnTo>
                      <a:pt x="135656" y="75"/>
                    </a:lnTo>
                    <a:lnTo>
                      <a:pt x="119018" y="75"/>
                    </a:lnTo>
                    <a:lnTo>
                      <a:pt x="276" y="157838"/>
                    </a:lnTo>
                    <a:lnTo>
                      <a:pt x="276" y="180527"/>
                    </a:lnTo>
                    <a:lnTo>
                      <a:pt x="106538" y="180527"/>
                    </a:lnTo>
                    <a:lnTo>
                      <a:pt x="106538" y="239733"/>
                    </a:lnTo>
                    <a:lnTo>
                      <a:pt x="135656" y="239733"/>
                    </a:lnTo>
                    <a:lnTo>
                      <a:pt x="135656" y="180527"/>
                    </a:lnTo>
                    <a:lnTo>
                      <a:pt x="174229" y="180527"/>
                    </a:lnTo>
                    <a:lnTo>
                      <a:pt x="174229" y="157838"/>
                    </a:lnTo>
                    <a:close/>
                    <a:moveTo>
                      <a:pt x="106160" y="157838"/>
                    </a:moveTo>
                    <a:lnTo>
                      <a:pt x="15402" y="157838"/>
                    </a:lnTo>
                    <a:lnTo>
                      <a:pt x="106160" y="36236"/>
                    </a:lnTo>
                    <a:lnTo>
                      <a:pt x="106160" y="157838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4C363391-CC2D-FEFF-6E62-1140D26D096F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14867896" y="7575834"/>
                <a:ext cx="108856" cy="181019"/>
              </a:xfrm>
              <a:custGeom>
                <a:avLst/>
                <a:gdLst>
                  <a:gd name="connsiteX0" fmla="*/ 31062 w 108856"/>
                  <a:gd name="connsiteY0" fmla="*/ 90844 h 181019"/>
                  <a:gd name="connsiteX1" fmla="*/ 60725 w 108856"/>
                  <a:gd name="connsiteY1" fmla="*/ 93729 h 181019"/>
                  <a:gd name="connsiteX2" fmla="*/ 88988 w 108856"/>
                  <a:gd name="connsiteY2" fmla="*/ 132557 h 181019"/>
                  <a:gd name="connsiteX3" fmla="*/ 52330 w 108856"/>
                  <a:gd name="connsiteY3" fmla="*/ 171646 h 181019"/>
                  <a:gd name="connsiteX4" fmla="*/ 28823 w 108856"/>
                  <a:gd name="connsiteY4" fmla="*/ 163514 h 181019"/>
                  <a:gd name="connsiteX5" fmla="*/ 10914 w 108856"/>
                  <a:gd name="connsiteY5" fmla="*/ 156955 h 181019"/>
                  <a:gd name="connsiteX6" fmla="*/ 280 w 108856"/>
                  <a:gd name="connsiteY6" fmla="*/ 166137 h 181019"/>
                  <a:gd name="connsiteX7" fmla="*/ 31902 w 108856"/>
                  <a:gd name="connsiteY7" fmla="*/ 181091 h 181019"/>
                  <a:gd name="connsiteX8" fmla="*/ 88709 w 108856"/>
                  <a:gd name="connsiteY8" fmla="*/ 163514 h 181019"/>
                  <a:gd name="connsiteX9" fmla="*/ 109137 w 108856"/>
                  <a:gd name="connsiteY9" fmla="*/ 119964 h 181019"/>
                  <a:gd name="connsiteX10" fmla="*/ 96544 w 108856"/>
                  <a:gd name="connsiteY10" fmla="*/ 86121 h 181019"/>
                  <a:gd name="connsiteX11" fmla="*/ 73318 w 108856"/>
                  <a:gd name="connsiteY11" fmla="*/ 72217 h 181019"/>
                  <a:gd name="connsiteX12" fmla="*/ 99622 w 108856"/>
                  <a:gd name="connsiteY12" fmla="*/ 36013 h 181019"/>
                  <a:gd name="connsiteX13" fmla="*/ 55968 w 108856"/>
                  <a:gd name="connsiteY13" fmla="*/ 71 h 181019"/>
                  <a:gd name="connsiteX14" fmla="*/ 19589 w 108856"/>
                  <a:gd name="connsiteY14" fmla="*/ 12926 h 181019"/>
                  <a:gd name="connsiteX15" fmla="*/ 840 w 108856"/>
                  <a:gd name="connsiteY15" fmla="*/ 42572 h 181019"/>
                  <a:gd name="connsiteX16" fmla="*/ 5037 w 108856"/>
                  <a:gd name="connsiteY16" fmla="*/ 43621 h 181019"/>
                  <a:gd name="connsiteX17" fmla="*/ 46733 w 108856"/>
                  <a:gd name="connsiteY17" fmla="*/ 15812 h 181019"/>
                  <a:gd name="connsiteX18" fmla="*/ 77515 w 108856"/>
                  <a:gd name="connsiteY18" fmla="*/ 43883 h 181019"/>
                  <a:gd name="connsiteX19" fmla="*/ 66322 w 108856"/>
                  <a:gd name="connsiteY19" fmla="*/ 69331 h 181019"/>
                  <a:gd name="connsiteX20" fmla="*/ 31062 w 108856"/>
                  <a:gd name="connsiteY20" fmla="*/ 87433 h 181019"/>
                  <a:gd name="connsiteX21" fmla="*/ 31062 w 108856"/>
                  <a:gd name="connsiteY21" fmla="*/ 90844 h 181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8856" h="181019">
                    <a:moveTo>
                      <a:pt x="31062" y="90844"/>
                    </a:moveTo>
                    <a:cubicBezTo>
                      <a:pt x="47573" y="90844"/>
                      <a:pt x="54009" y="91368"/>
                      <a:pt x="60725" y="93729"/>
                    </a:cubicBezTo>
                    <a:cubicBezTo>
                      <a:pt x="78075" y="99501"/>
                      <a:pt x="88988" y="114455"/>
                      <a:pt x="88988" y="132557"/>
                    </a:cubicBezTo>
                    <a:cubicBezTo>
                      <a:pt x="88988" y="154594"/>
                      <a:pt x="73038" y="171646"/>
                      <a:pt x="52330" y="171646"/>
                    </a:cubicBezTo>
                    <a:cubicBezTo>
                      <a:pt x="44774" y="171646"/>
                      <a:pt x="39177" y="169810"/>
                      <a:pt x="28823" y="163514"/>
                    </a:cubicBezTo>
                    <a:cubicBezTo>
                      <a:pt x="20428" y="158791"/>
                      <a:pt x="15671" y="156955"/>
                      <a:pt x="10914" y="156955"/>
                    </a:cubicBezTo>
                    <a:cubicBezTo>
                      <a:pt x="4478" y="156955"/>
                      <a:pt x="280" y="160628"/>
                      <a:pt x="280" y="166137"/>
                    </a:cubicBezTo>
                    <a:cubicBezTo>
                      <a:pt x="280" y="175319"/>
                      <a:pt x="12313" y="181091"/>
                      <a:pt x="31902" y="181091"/>
                    </a:cubicBezTo>
                    <a:cubicBezTo>
                      <a:pt x="53449" y="181091"/>
                      <a:pt x="75556" y="174270"/>
                      <a:pt x="88709" y="163514"/>
                    </a:cubicBezTo>
                    <a:cubicBezTo>
                      <a:pt x="101861" y="152758"/>
                      <a:pt x="109137" y="137541"/>
                      <a:pt x="109137" y="119964"/>
                    </a:cubicBezTo>
                    <a:cubicBezTo>
                      <a:pt x="109137" y="106584"/>
                      <a:pt x="104659" y="94254"/>
                      <a:pt x="96544" y="86121"/>
                    </a:cubicBezTo>
                    <a:cubicBezTo>
                      <a:pt x="90947" y="80350"/>
                      <a:pt x="85630" y="77202"/>
                      <a:pt x="73318" y="72217"/>
                    </a:cubicBezTo>
                    <a:cubicBezTo>
                      <a:pt x="92626" y="59887"/>
                      <a:pt x="99622" y="50180"/>
                      <a:pt x="99622" y="36013"/>
                    </a:cubicBezTo>
                    <a:cubicBezTo>
                      <a:pt x="99622" y="14763"/>
                      <a:pt x="81713" y="71"/>
                      <a:pt x="55968" y="71"/>
                    </a:cubicBezTo>
                    <a:cubicBezTo>
                      <a:pt x="41976" y="71"/>
                      <a:pt x="29663" y="4531"/>
                      <a:pt x="19589" y="12926"/>
                    </a:cubicBezTo>
                    <a:cubicBezTo>
                      <a:pt x="11194" y="20010"/>
                      <a:pt x="6996" y="26831"/>
                      <a:pt x="840" y="42572"/>
                    </a:cubicBezTo>
                    <a:lnTo>
                      <a:pt x="5037" y="43621"/>
                    </a:lnTo>
                    <a:cubicBezTo>
                      <a:pt x="16511" y="24470"/>
                      <a:pt x="29103" y="15812"/>
                      <a:pt x="46733" y="15812"/>
                    </a:cubicBezTo>
                    <a:cubicBezTo>
                      <a:pt x="64922" y="15812"/>
                      <a:pt x="77515" y="27356"/>
                      <a:pt x="77515" y="43883"/>
                    </a:cubicBezTo>
                    <a:cubicBezTo>
                      <a:pt x="77515" y="53328"/>
                      <a:pt x="73318" y="62772"/>
                      <a:pt x="66322" y="69331"/>
                    </a:cubicBezTo>
                    <a:cubicBezTo>
                      <a:pt x="57927" y="77202"/>
                      <a:pt x="50091" y="81137"/>
                      <a:pt x="31062" y="87433"/>
                    </a:cubicBezTo>
                    <a:lnTo>
                      <a:pt x="31062" y="90844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FC03817C-C677-222E-129F-5734CBE9B37E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15120810" y="7770033"/>
                <a:ext cx="251475" cy="82958"/>
              </a:xfrm>
              <a:custGeom>
                <a:avLst/>
                <a:gdLst>
                  <a:gd name="connsiteX0" fmla="*/ 238906 w 251475"/>
                  <a:gd name="connsiteY0" fmla="*/ 14255 h 82958"/>
                  <a:gd name="connsiteX1" fmla="*/ 251763 w 251475"/>
                  <a:gd name="connsiteY1" fmla="*/ 7165 h 82958"/>
                  <a:gd name="connsiteX2" fmla="*/ 239284 w 251475"/>
                  <a:gd name="connsiteY2" fmla="*/ 74 h 82958"/>
                  <a:gd name="connsiteX3" fmla="*/ 12767 w 251475"/>
                  <a:gd name="connsiteY3" fmla="*/ 74 h 82958"/>
                  <a:gd name="connsiteX4" fmla="*/ 288 w 251475"/>
                  <a:gd name="connsiteY4" fmla="*/ 7165 h 82958"/>
                  <a:gd name="connsiteX5" fmla="*/ 13145 w 251475"/>
                  <a:gd name="connsiteY5" fmla="*/ 14255 h 82958"/>
                  <a:gd name="connsiteX6" fmla="*/ 238906 w 251475"/>
                  <a:gd name="connsiteY6" fmla="*/ 14255 h 82958"/>
                  <a:gd name="connsiteX7" fmla="*/ 239284 w 251475"/>
                  <a:gd name="connsiteY7" fmla="*/ 83033 h 82958"/>
                  <a:gd name="connsiteX8" fmla="*/ 251763 w 251475"/>
                  <a:gd name="connsiteY8" fmla="*/ 75942 h 82958"/>
                  <a:gd name="connsiteX9" fmla="*/ 238906 w 251475"/>
                  <a:gd name="connsiteY9" fmla="*/ 68852 h 82958"/>
                  <a:gd name="connsiteX10" fmla="*/ 13145 w 251475"/>
                  <a:gd name="connsiteY10" fmla="*/ 68852 h 82958"/>
                  <a:gd name="connsiteX11" fmla="*/ 288 w 251475"/>
                  <a:gd name="connsiteY11" fmla="*/ 75942 h 82958"/>
                  <a:gd name="connsiteX12" fmla="*/ 12767 w 251475"/>
                  <a:gd name="connsiteY12" fmla="*/ 83033 h 82958"/>
                  <a:gd name="connsiteX13" fmla="*/ 239284 w 251475"/>
                  <a:gd name="connsiteY13" fmla="*/ 83033 h 82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1475" h="82958">
                    <a:moveTo>
                      <a:pt x="238906" y="14255"/>
                    </a:moveTo>
                    <a:cubicBezTo>
                      <a:pt x="244578" y="14255"/>
                      <a:pt x="251763" y="14255"/>
                      <a:pt x="251763" y="7165"/>
                    </a:cubicBezTo>
                    <a:cubicBezTo>
                      <a:pt x="251763" y="74"/>
                      <a:pt x="244578" y="74"/>
                      <a:pt x="239284" y="74"/>
                    </a:cubicBezTo>
                    <a:lnTo>
                      <a:pt x="12767" y="74"/>
                    </a:lnTo>
                    <a:cubicBezTo>
                      <a:pt x="7473" y="74"/>
                      <a:pt x="288" y="74"/>
                      <a:pt x="288" y="7165"/>
                    </a:cubicBezTo>
                    <a:cubicBezTo>
                      <a:pt x="288" y="14255"/>
                      <a:pt x="7473" y="14255"/>
                      <a:pt x="13145" y="14255"/>
                    </a:cubicBezTo>
                    <a:lnTo>
                      <a:pt x="238906" y="14255"/>
                    </a:lnTo>
                    <a:close/>
                    <a:moveTo>
                      <a:pt x="239284" y="83033"/>
                    </a:moveTo>
                    <a:cubicBezTo>
                      <a:pt x="244578" y="83033"/>
                      <a:pt x="251763" y="83033"/>
                      <a:pt x="251763" y="75942"/>
                    </a:cubicBezTo>
                    <a:cubicBezTo>
                      <a:pt x="251763" y="68852"/>
                      <a:pt x="244578" y="68852"/>
                      <a:pt x="238906" y="68852"/>
                    </a:cubicBezTo>
                    <a:lnTo>
                      <a:pt x="13145" y="68852"/>
                    </a:lnTo>
                    <a:cubicBezTo>
                      <a:pt x="7473" y="68852"/>
                      <a:pt x="288" y="68852"/>
                      <a:pt x="288" y="75942"/>
                    </a:cubicBezTo>
                    <a:cubicBezTo>
                      <a:pt x="288" y="83033"/>
                      <a:pt x="7473" y="83033"/>
                      <a:pt x="12767" y="83033"/>
                    </a:cubicBezTo>
                    <a:lnTo>
                      <a:pt x="239284" y="83033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956E7E2E-F72A-EC04-45C8-57C53020A535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15486472" y="7665449"/>
                <a:ext cx="162230" cy="237530"/>
              </a:xfrm>
              <a:custGeom>
                <a:avLst/>
                <a:gdLst>
                  <a:gd name="connsiteX0" fmla="*/ 162527 w 162230"/>
                  <a:gd name="connsiteY0" fmla="*/ 75 h 237530"/>
                  <a:gd name="connsiteX1" fmla="*/ 22608 w 162230"/>
                  <a:gd name="connsiteY1" fmla="*/ 75 h 237530"/>
                  <a:gd name="connsiteX2" fmla="*/ 297 w 162230"/>
                  <a:gd name="connsiteY2" fmla="*/ 52190 h 237530"/>
                  <a:gd name="connsiteX3" fmla="*/ 6726 w 162230"/>
                  <a:gd name="connsiteY3" fmla="*/ 55026 h 237530"/>
                  <a:gd name="connsiteX4" fmla="*/ 50592 w 162230"/>
                  <a:gd name="connsiteY4" fmla="*/ 26309 h 237530"/>
                  <a:gd name="connsiteX5" fmla="*/ 132653 w 162230"/>
                  <a:gd name="connsiteY5" fmla="*/ 26309 h 237530"/>
                  <a:gd name="connsiteX6" fmla="*/ 57777 w 162230"/>
                  <a:gd name="connsiteY6" fmla="*/ 237606 h 237530"/>
                  <a:gd name="connsiteX7" fmla="*/ 82357 w 162230"/>
                  <a:gd name="connsiteY7" fmla="*/ 237606 h 237530"/>
                  <a:gd name="connsiteX8" fmla="*/ 162527 w 162230"/>
                  <a:gd name="connsiteY8" fmla="*/ 5747 h 237530"/>
                  <a:gd name="connsiteX9" fmla="*/ 162527 w 162230"/>
                  <a:gd name="connsiteY9" fmla="*/ 75 h 237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230" h="237530">
                    <a:moveTo>
                      <a:pt x="162527" y="75"/>
                    </a:moveTo>
                    <a:lnTo>
                      <a:pt x="22608" y="75"/>
                    </a:lnTo>
                    <a:lnTo>
                      <a:pt x="297" y="52190"/>
                    </a:lnTo>
                    <a:lnTo>
                      <a:pt x="6726" y="55026"/>
                    </a:lnTo>
                    <a:cubicBezTo>
                      <a:pt x="22987" y="30918"/>
                      <a:pt x="29793" y="26309"/>
                      <a:pt x="50592" y="26309"/>
                    </a:cubicBezTo>
                    <a:lnTo>
                      <a:pt x="132653" y="26309"/>
                    </a:lnTo>
                    <a:lnTo>
                      <a:pt x="57777" y="237606"/>
                    </a:lnTo>
                    <a:lnTo>
                      <a:pt x="82357" y="237606"/>
                    </a:lnTo>
                    <a:lnTo>
                      <a:pt x="162527" y="5747"/>
                    </a:lnTo>
                    <a:lnTo>
                      <a:pt x="162527" y="75"/>
                    </a:ln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D2068C6F-30B2-8293-2F0F-3251C452CEAF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15689874" y="7660485"/>
                <a:ext cx="147103" cy="244621"/>
              </a:xfrm>
              <a:custGeom>
                <a:avLst/>
                <a:gdLst>
                  <a:gd name="connsiteX0" fmla="*/ 88791 w 147103"/>
                  <a:gd name="connsiteY0" fmla="*/ 108204 h 244621"/>
                  <a:gd name="connsiteX1" fmla="*/ 139464 w 147103"/>
                  <a:gd name="connsiteY1" fmla="*/ 50417 h 244621"/>
                  <a:gd name="connsiteX2" fmla="*/ 74421 w 147103"/>
                  <a:gd name="connsiteY2" fmla="*/ 75 h 244621"/>
                  <a:gd name="connsiteX3" fmla="*/ 2571 w 147103"/>
                  <a:gd name="connsiteY3" fmla="*/ 56089 h 244621"/>
                  <a:gd name="connsiteX4" fmla="*/ 49463 w 147103"/>
                  <a:gd name="connsiteY4" fmla="*/ 122031 h 244621"/>
                  <a:gd name="connsiteX5" fmla="*/ 302 w 147103"/>
                  <a:gd name="connsiteY5" fmla="*/ 186200 h 244621"/>
                  <a:gd name="connsiteX6" fmla="*/ 72908 w 147103"/>
                  <a:gd name="connsiteY6" fmla="*/ 244696 h 244621"/>
                  <a:gd name="connsiteX7" fmla="*/ 147406 w 147103"/>
                  <a:gd name="connsiteY7" fmla="*/ 184782 h 244621"/>
                  <a:gd name="connsiteX8" fmla="*/ 88791 w 147103"/>
                  <a:gd name="connsiteY8" fmla="*/ 108204 h 244621"/>
                  <a:gd name="connsiteX9" fmla="*/ 81984 w 147103"/>
                  <a:gd name="connsiteY9" fmla="*/ 144720 h 244621"/>
                  <a:gd name="connsiteX10" fmla="*/ 118666 w 147103"/>
                  <a:gd name="connsiteY10" fmla="*/ 195772 h 244621"/>
                  <a:gd name="connsiteX11" fmla="*/ 77068 w 147103"/>
                  <a:gd name="connsiteY11" fmla="*/ 234769 h 244621"/>
                  <a:gd name="connsiteX12" fmla="*/ 29042 w 147103"/>
                  <a:gd name="connsiteY12" fmla="*/ 183363 h 244621"/>
                  <a:gd name="connsiteX13" fmla="*/ 59295 w 147103"/>
                  <a:gd name="connsiteY13" fmla="*/ 129121 h 244621"/>
                  <a:gd name="connsiteX14" fmla="*/ 81984 w 147103"/>
                  <a:gd name="connsiteY14" fmla="*/ 144720 h 244621"/>
                  <a:gd name="connsiteX15" fmla="*/ 77825 w 147103"/>
                  <a:gd name="connsiteY15" fmla="*/ 101823 h 244621"/>
                  <a:gd name="connsiteX16" fmla="*/ 30555 w 147103"/>
                  <a:gd name="connsiteY16" fmla="*/ 45099 h 244621"/>
                  <a:gd name="connsiteX17" fmla="*/ 71396 w 147103"/>
                  <a:gd name="connsiteY17" fmla="*/ 10001 h 244621"/>
                  <a:gd name="connsiteX18" fmla="*/ 113371 w 147103"/>
                  <a:gd name="connsiteY18" fmla="*/ 50063 h 244621"/>
                  <a:gd name="connsiteX19" fmla="*/ 81228 w 147103"/>
                  <a:gd name="connsiteY19" fmla="*/ 99696 h 244621"/>
                  <a:gd name="connsiteX20" fmla="*/ 77825 w 147103"/>
                  <a:gd name="connsiteY20" fmla="*/ 101823 h 244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7103" h="244621">
                    <a:moveTo>
                      <a:pt x="88791" y="108204"/>
                    </a:moveTo>
                    <a:cubicBezTo>
                      <a:pt x="126229" y="89415"/>
                      <a:pt x="139464" y="74525"/>
                      <a:pt x="139464" y="50417"/>
                    </a:cubicBezTo>
                    <a:cubicBezTo>
                      <a:pt x="139464" y="21346"/>
                      <a:pt x="112237" y="75"/>
                      <a:pt x="74421" y="75"/>
                    </a:cubicBezTo>
                    <a:cubicBezTo>
                      <a:pt x="33202" y="75"/>
                      <a:pt x="2571" y="23828"/>
                      <a:pt x="2571" y="56089"/>
                    </a:cubicBezTo>
                    <a:cubicBezTo>
                      <a:pt x="2571" y="79134"/>
                      <a:pt x="9756" y="89415"/>
                      <a:pt x="49463" y="122031"/>
                    </a:cubicBezTo>
                    <a:cubicBezTo>
                      <a:pt x="8622" y="151102"/>
                      <a:pt x="302" y="162092"/>
                      <a:pt x="302" y="186200"/>
                    </a:cubicBezTo>
                    <a:cubicBezTo>
                      <a:pt x="302" y="220588"/>
                      <a:pt x="30177" y="244696"/>
                      <a:pt x="72908" y="244696"/>
                    </a:cubicBezTo>
                    <a:cubicBezTo>
                      <a:pt x="118287" y="244696"/>
                      <a:pt x="147406" y="221297"/>
                      <a:pt x="147406" y="184782"/>
                    </a:cubicBezTo>
                    <a:cubicBezTo>
                      <a:pt x="147406" y="157483"/>
                      <a:pt x="134548" y="140112"/>
                      <a:pt x="88791" y="108204"/>
                    </a:cubicBezTo>
                    <a:close/>
                    <a:moveTo>
                      <a:pt x="81984" y="144720"/>
                    </a:moveTo>
                    <a:cubicBezTo>
                      <a:pt x="109590" y="163156"/>
                      <a:pt x="118666" y="175918"/>
                      <a:pt x="118666" y="195772"/>
                    </a:cubicBezTo>
                    <a:cubicBezTo>
                      <a:pt x="118666" y="218816"/>
                      <a:pt x="101649" y="234769"/>
                      <a:pt x="77068" y="234769"/>
                    </a:cubicBezTo>
                    <a:cubicBezTo>
                      <a:pt x="48328" y="234769"/>
                      <a:pt x="29042" y="214207"/>
                      <a:pt x="29042" y="183363"/>
                    </a:cubicBezTo>
                    <a:cubicBezTo>
                      <a:pt x="29042" y="160674"/>
                      <a:pt x="37362" y="145784"/>
                      <a:pt x="59295" y="129121"/>
                    </a:cubicBezTo>
                    <a:lnTo>
                      <a:pt x="81984" y="144720"/>
                    </a:lnTo>
                    <a:close/>
                    <a:moveTo>
                      <a:pt x="77825" y="101823"/>
                    </a:moveTo>
                    <a:cubicBezTo>
                      <a:pt x="44168" y="81261"/>
                      <a:pt x="30555" y="64953"/>
                      <a:pt x="30555" y="45099"/>
                    </a:cubicBezTo>
                    <a:cubicBezTo>
                      <a:pt x="30555" y="24537"/>
                      <a:pt x="47572" y="10001"/>
                      <a:pt x="71396" y="10001"/>
                    </a:cubicBezTo>
                    <a:cubicBezTo>
                      <a:pt x="97111" y="10001"/>
                      <a:pt x="113371" y="25600"/>
                      <a:pt x="113371" y="50063"/>
                    </a:cubicBezTo>
                    <a:cubicBezTo>
                      <a:pt x="113371" y="70270"/>
                      <a:pt x="102783" y="86224"/>
                      <a:pt x="81228" y="99696"/>
                    </a:cubicBezTo>
                    <a:cubicBezTo>
                      <a:pt x="79337" y="100759"/>
                      <a:pt x="79337" y="100759"/>
                      <a:pt x="77825" y="101823"/>
                    </a:cubicBezTo>
                    <a:close/>
                  </a:path>
                </a:pathLst>
              </a:custGeom>
              <a:grpFill/>
              <a:ln w="518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0101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10028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7C1FE4-8489-AE02-D88A-C1EF8C61C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16" y="224851"/>
            <a:ext cx="10395634" cy="5829107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F2FD3575-BD9A-1727-4EF9-4DFD80255F52}"/>
              </a:ext>
            </a:extLst>
          </p:cNvPr>
          <p:cNvSpPr/>
          <p:nvPr/>
        </p:nvSpPr>
        <p:spPr>
          <a:xfrm>
            <a:off x="7182196" y="1415888"/>
            <a:ext cx="279864" cy="2369127"/>
          </a:xfrm>
          <a:prstGeom prst="rightBrace">
            <a:avLst>
              <a:gd name="adj1" fmla="val 3130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A55DD556-CE23-9935-D353-4175D2D0D895}"/>
              </a:ext>
            </a:extLst>
          </p:cNvPr>
          <p:cNvSpPr/>
          <p:nvPr/>
        </p:nvSpPr>
        <p:spPr>
          <a:xfrm>
            <a:off x="7293034" y="4061651"/>
            <a:ext cx="338052" cy="1713272"/>
          </a:xfrm>
          <a:prstGeom prst="rightBrace">
            <a:avLst>
              <a:gd name="adj1" fmla="val 31306"/>
              <a:gd name="adj2" fmla="val 50000"/>
            </a:avLst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782671-8C20-DD49-202E-519C622C5794}"/>
              </a:ext>
            </a:extLst>
          </p:cNvPr>
          <p:cNvSpPr txBox="1"/>
          <p:nvPr/>
        </p:nvSpPr>
        <p:spPr>
          <a:xfrm>
            <a:off x="7730836" y="2415785"/>
            <a:ext cx="217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Construct matrix 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63398B-AA16-0F7D-04E5-FE25B72A6DC7}"/>
              </a:ext>
            </a:extLst>
          </p:cNvPr>
          <p:cNvSpPr txBox="1"/>
          <p:nvPr/>
        </p:nvSpPr>
        <p:spPr>
          <a:xfrm>
            <a:off x="7804538" y="4456622"/>
            <a:ext cx="2177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Evaluation of  Interpolation Polynomial</a:t>
            </a:r>
          </a:p>
        </p:txBody>
      </p:sp>
    </p:spTree>
    <p:extLst>
      <p:ext uri="{BB962C8B-B14F-4D97-AF65-F5344CB8AC3E}">
        <p14:creationId xmlns:p14="http://schemas.microsoft.com/office/powerpoint/2010/main" val="306006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CC605-41C5-0FE3-234B-25EACE293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82341-D5A5-C88D-AE20-7FBC66CE8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77BB8-CBAD-9145-3BD5-16C15C21A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0DE28-0F4B-1994-61EC-8F2C19C9FF16}"/>
              </a:ext>
            </a:extLst>
          </p:cNvPr>
          <p:cNvSpPr txBox="1"/>
          <p:nvPr/>
        </p:nvSpPr>
        <p:spPr>
          <a:xfrm>
            <a:off x="1798820" y="224852"/>
            <a:ext cx="10028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8FFAD-D196-3E53-1A44-C53CE2A5E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12" y="161925"/>
            <a:ext cx="9172575" cy="6534150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E5DAF150-F53B-8BA3-95FD-09BA22AC9B6E}"/>
              </a:ext>
            </a:extLst>
          </p:cNvPr>
          <p:cNvSpPr/>
          <p:nvPr/>
        </p:nvSpPr>
        <p:spPr>
          <a:xfrm>
            <a:off x="7182196" y="4267151"/>
            <a:ext cx="279864" cy="2369127"/>
          </a:xfrm>
          <a:prstGeom prst="rightBrace">
            <a:avLst>
              <a:gd name="adj1" fmla="val 3130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A562DC-7DBF-E710-3FB5-B244DB478521}"/>
              </a:ext>
            </a:extLst>
          </p:cNvPr>
          <p:cNvSpPr txBox="1"/>
          <p:nvPr/>
        </p:nvSpPr>
        <p:spPr>
          <a:xfrm>
            <a:off x="7635512" y="5128548"/>
            <a:ext cx="2177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 results graphically</a:t>
            </a:r>
          </a:p>
        </p:txBody>
      </p:sp>
    </p:spTree>
    <p:extLst>
      <p:ext uri="{BB962C8B-B14F-4D97-AF65-F5344CB8AC3E}">
        <p14:creationId xmlns:p14="http://schemas.microsoft.com/office/powerpoint/2010/main" val="1725299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59144FF-7102-AFBF-5C63-FFC2290D5D6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21411" y="79033"/>
            <a:ext cx="7909835" cy="67184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i</a:t>
            </a:r>
            <a:endParaRPr lang="en-US" sz="3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EECEC12-8585-1E95-6DE3-25C144FAB69E}"/>
              </a:ext>
            </a:extLst>
          </p:cNvPr>
          <p:cNvSpPr/>
          <p:nvPr/>
        </p:nvSpPr>
        <p:spPr>
          <a:xfrm>
            <a:off x="5020327" y="5509398"/>
            <a:ext cx="194872" cy="209862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7C6FE8-C39B-B01E-99C1-C68ACA197624}"/>
              </a:ext>
            </a:extLst>
          </p:cNvPr>
          <p:cNvSpPr/>
          <p:nvPr/>
        </p:nvSpPr>
        <p:spPr>
          <a:xfrm>
            <a:off x="8306414" y="1721540"/>
            <a:ext cx="194872" cy="209862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348D4D-2BC7-875E-F499-37690D49BB7E}"/>
              </a:ext>
            </a:extLst>
          </p:cNvPr>
          <p:cNvSpPr/>
          <p:nvPr/>
        </p:nvSpPr>
        <p:spPr>
          <a:xfrm>
            <a:off x="2782965" y="5815097"/>
            <a:ext cx="194872" cy="209862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0EC12115-EB21-484C-725F-B9DD91FACB38}"/>
              </a:ext>
            </a:extLst>
          </p:cNvPr>
          <p:cNvSpPr/>
          <p:nvPr/>
        </p:nvSpPr>
        <p:spPr>
          <a:xfrm>
            <a:off x="7201489" y="3631378"/>
            <a:ext cx="215900" cy="220873"/>
          </a:xfrm>
          <a:prstGeom prst="star5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E7BB3D4-17D0-21FB-F1D4-431C7DAA6975}"/>
              </a:ext>
            </a:extLst>
          </p:cNvPr>
          <p:cNvSpPr/>
          <p:nvPr/>
        </p:nvSpPr>
        <p:spPr>
          <a:xfrm>
            <a:off x="3928533" y="5780256"/>
            <a:ext cx="194872" cy="209862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0E653DA-2B4D-DDAF-3462-EE87BD92D5CE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3495"/>
          <a:stretch/>
        </p:blipFill>
        <p:spPr>
          <a:xfrm>
            <a:off x="3008388" y="1871742"/>
            <a:ext cx="3281121" cy="263112"/>
          </a:xfrm>
          <a:prstGeom prst="rect">
            <a:avLst/>
          </a:prstGeom>
        </p:spPr>
      </p:pic>
      <p:grpSp>
        <p:nvGrpSpPr>
          <p:cNvPr id="83" name="Group 82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y=f(x) =&#10;2 -x + x^2 + x^3&#10;$$&#10;}&#10;\end{document}" title="IguanaTex Shape Display">
            <a:extLst>
              <a:ext uri="{FF2B5EF4-FFF2-40B4-BE49-F238E27FC236}">
                <a16:creationId xmlns:a16="http://schemas.microsoft.com/office/drawing/2014/main" id="{CB62EC75-2A6C-7DE5-5A12-A6A5AF47297C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032002" y="2263575"/>
            <a:ext cx="3976649" cy="412940"/>
            <a:chOff x="9450283" y="6297752"/>
            <a:chExt cx="3976649" cy="412940"/>
          </a:xfrm>
          <a:solidFill>
            <a:srgbClr val="C00000"/>
          </a:solidFill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2D25222-AA4A-DDE8-9083-CA90C017131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9450283" y="6465716"/>
              <a:ext cx="170580" cy="229376"/>
            </a:xfrm>
            <a:custGeom>
              <a:avLst/>
              <a:gdLst>
                <a:gd name="connsiteX0" fmla="*/ 14965 w 170580"/>
                <a:gd name="connsiteY0" fmla="*/ 14610 h 229376"/>
                <a:gd name="connsiteX1" fmla="*/ 26716 w 170580"/>
                <a:gd name="connsiteY1" fmla="*/ 13192 h 229376"/>
                <a:gd name="connsiteX2" fmla="*/ 71446 w 170580"/>
                <a:gd name="connsiteY2" fmla="*/ 83033 h 229376"/>
                <a:gd name="connsiteX3" fmla="*/ 86988 w 170580"/>
                <a:gd name="connsiteY3" fmla="*/ 153583 h 229376"/>
                <a:gd name="connsiteX4" fmla="*/ 79027 w 170580"/>
                <a:gd name="connsiteY4" fmla="*/ 171310 h 229376"/>
                <a:gd name="connsiteX5" fmla="*/ 55525 w 170580"/>
                <a:gd name="connsiteY5" fmla="*/ 199317 h 229376"/>
                <a:gd name="connsiteX6" fmla="*/ 38088 w 170580"/>
                <a:gd name="connsiteY6" fmla="*/ 209953 h 229376"/>
                <a:gd name="connsiteX7" fmla="*/ 28990 w 170580"/>
                <a:gd name="connsiteY7" fmla="*/ 206053 h 229376"/>
                <a:gd name="connsiteX8" fmla="*/ 14965 w 170580"/>
                <a:gd name="connsiteY8" fmla="*/ 200026 h 229376"/>
                <a:gd name="connsiteX9" fmla="*/ 181 w 170580"/>
                <a:gd name="connsiteY9" fmla="*/ 213852 h 229376"/>
                <a:gd name="connsiteX10" fmla="*/ 19514 w 170580"/>
                <a:gd name="connsiteY10" fmla="*/ 229451 h 229376"/>
                <a:gd name="connsiteX11" fmla="*/ 134371 w 170580"/>
                <a:gd name="connsiteY11" fmla="*/ 106077 h 229376"/>
                <a:gd name="connsiteX12" fmla="*/ 170762 w 170580"/>
                <a:gd name="connsiteY12" fmla="*/ 19574 h 229376"/>
                <a:gd name="connsiteX13" fmla="*/ 149913 w 170580"/>
                <a:gd name="connsiteY13" fmla="*/ 75 h 229376"/>
                <a:gd name="connsiteX14" fmla="*/ 135129 w 170580"/>
                <a:gd name="connsiteY14" fmla="*/ 13192 h 229376"/>
                <a:gd name="connsiteX15" fmla="*/ 145743 w 170580"/>
                <a:gd name="connsiteY15" fmla="*/ 27019 h 229376"/>
                <a:gd name="connsiteX16" fmla="*/ 155599 w 170580"/>
                <a:gd name="connsiteY16" fmla="*/ 39072 h 229376"/>
                <a:gd name="connsiteX17" fmla="*/ 109353 w 170580"/>
                <a:gd name="connsiteY17" fmla="*/ 130894 h 229376"/>
                <a:gd name="connsiteX18" fmla="*/ 101771 w 170580"/>
                <a:gd name="connsiteY18" fmla="*/ 89769 h 229376"/>
                <a:gd name="connsiteX19" fmla="*/ 69171 w 170580"/>
                <a:gd name="connsiteY19" fmla="*/ 75 h 229376"/>
                <a:gd name="connsiteX20" fmla="*/ 67655 w 170580"/>
                <a:gd name="connsiteY20" fmla="*/ 75 h 229376"/>
                <a:gd name="connsiteX21" fmla="*/ 64244 w 170580"/>
                <a:gd name="connsiteY21" fmla="*/ 429 h 229376"/>
                <a:gd name="connsiteX22" fmla="*/ 27095 w 170580"/>
                <a:gd name="connsiteY22" fmla="*/ 6456 h 229376"/>
                <a:gd name="connsiteX23" fmla="*/ 14965 w 170580"/>
                <a:gd name="connsiteY23" fmla="*/ 8583 h 229376"/>
                <a:gd name="connsiteX24" fmla="*/ 14965 w 170580"/>
                <a:gd name="connsiteY24" fmla="*/ 14610 h 22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0580" h="229376">
                  <a:moveTo>
                    <a:pt x="14965" y="14610"/>
                  </a:moveTo>
                  <a:cubicBezTo>
                    <a:pt x="19893" y="13547"/>
                    <a:pt x="22546" y="13192"/>
                    <a:pt x="26716" y="13192"/>
                  </a:cubicBezTo>
                  <a:cubicBezTo>
                    <a:pt x="48323" y="13192"/>
                    <a:pt x="54009" y="22055"/>
                    <a:pt x="71446" y="83033"/>
                  </a:cubicBezTo>
                  <a:cubicBezTo>
                    <a:pt x="77890" y="106077"/>
                    <a:pt x="86988" y="147557"/>
                    <a:pt x="86988" y="153583"/>
                  </a:cubicBezTo>
                  <a:cubicBezTo>
                    <a:pt x="86988" y="159256"/>
                    <a:pt x="84713" y="164928"/>
                    <a:pt x="79027" y="171310"/>
                  </a:cubicBezTo>
                  <a:cubicBezTo>
                    <a:pt x="67276" y="185845"/>
                    <a:pt x="59695" y="195063"/>
                    <a:pt x="55525" y="199317"/>
                  </a:cubicBezTo>
                  <a:cubicBezTo>
                    <a:pt x="47565" y="207116"/>
                    <a:pt x="43016" y="209953"/>
                    <a:pt x="38088" y="209953"/>
                  </a:cubicBezTo>
                  <a:cubicBezTo>
                    <a:pt x="35814" y="209953"/>
                    <a:pt x="33160" y="208889"/>
                    <a:pt x="28990" y="206053"/>
                  </a:cubicBezTo>
                  <a:cubicBezTo>
                    <a:pt x="23304" y="201799"/>
                    <a:pt x="19135" y="200026"/>
                    <a:pt x="14965" y="200026"/>
                  </a:cubicBezTo>
                  <a:cubicBezTo>
                    <a:pt x="6625" y="200026"/>
                    <a:pt x="181" y="206053"/>
                    <a:pt x="181" y="213852"/>
                  </a:cubicBezTo>
                  <a:cubicBezTo>
                    <a:pt x="181" y="222716"/>
                    <a:pt x="8521" y="229451"/>
                    <a:pt x="19514" y="229451"/>
                  </a:cubicBezTo>
                  <a:cubicBezTo>
                    <a:pt x="43774" y="229451"/>
                    <a:pt x="93432" y="176273"/>
                    <a:pt x="134371" y="106077"/>
                  </a:cubicBezTo>
                  <a:cubicBezTo>
                    <a:pt x="160148" y="62471"/>
                    <a:pt x="170762" y="36945"/>
                    <a:pt x="170762" y="19574"/>
                  </a:cubicBezTo>
                  <a:cubicBezTo>
                    <a:pt x="170762" y="8938"/>
                    <a:pt x="161285" y="75"/>
                    <a:pt x="149913" y="75"/>
                  </a:cubicBezTo>
                  <a:cubicBezTo>
                    <a:pt x="141194" y="75"/>
                    <a:pt x="135129" y="5393"/>
                    <a:pt x="135129" y="13192"/>
                  </a:cubicBezTo>
                  <a:cubicBezTo>
                    <a:pt x="135129" y="18510"/>
                    <a:pt x="138162" y="22410"/>
                    <a:pt x="145743" y="27019"/>
                  </a:cubicBezTo>
                  <a:cubicBezTo>
                    <a:pt x="152945" y="30918"/>
                    <a:pt x="155599" y="34109"/>
                    <a:pt x="155599" y="39072"/>
                  </a:cubicBezTo>
                  <a:cubicBezTo>
                    <a:pt x="155599" y="53253"/>
                    <a:pt x="141573" y="80906"/>
                    <a:pt x="109353" y="130894"/>
                  </a:cubicBezTo>
                  <a:lnTo>
                    <a:pt x="101771" y="89769"/>
                  </a:lnTo>
                  <a:cubicBezTo>
                    <a:pt x="96085" y="58571"/>
                    <a:pt x="74857" y="75"/>
                    <a:pt x="69171" y="75"/>
                  </a:cubicBezTo>
                  <a:lnTo>
                    <a:pt x="67655" y="75"/>
                  </a:lnTo>
                  <a:cubicBezTo>
                    <a:pt x="67276" y="429"/>
                    <a:pt x="65760" y="429"/>
                    <a:pt x="64244" y="429"/>
                  </a:cubicBezTo>
                  <a:cubicBezTo>
                    <a:pt x="60832" y="784"/>
                    <a:pt x="47186" y="2911"/>
                    <a:pt x="27095" y="6456"/>
                  </a:cubicBezTo>
                  <a:cubicBezTo>
                    <a:pt x="25200" y="6811"/>
                    <a:pt x="20272" y="7874"/>
                    <a:pt x="14965" y="8583"/>
                  </a:cubicBezTo>
                  <a:lnTo>
                    <a:pt x="14965" y="14610"/>
                  </a:ln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EE13D79-5C24-8973-FCB6-AB43AE63708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9734094" y="6491951"/>
              <a:ext cx="252079" cy="82958"/>
            </a:xfrm>
            <a:custGeom>
              <a:avLst/>
              <a:gdLst>
                <a:gd name="connsiteX0" fmla="*/ 239380 w 252079"/>
                <a:gd name="connsiteY0" fmla="*/ 14255 h 82958"/>
                <a:gd name="connsiteX1" fmla="*/ 252269 w 252079"/>
                <a:gd name="connsiteY1" fmla="*/ 7165 h 82958"/>
                <a:gd name="connsiteX2" fmla="*/ 239759 w 252079"/>
                <a:gd name="connsiteY2" fmla="*/ 74 h 82958"/>
                <a:gd name="connsiteX3" fmla="*/ 12698 w 252079"/>
                <a:gd name="connsiteY3" fmla="*/ 74 h 82958"/>
                <a:gd name="connsiteX4" fmla="*/ 189 w 252079"/>
                <a:gd name="connsiteY4" fmla="*/ 7165 h 82958"/>
                <a:gd name="connsiteX5" fmla="*/ 13077 w 252079"/>
                <a:gd name="connsiteY5" fmla="*/ 14255 h 82958"/>
                <a:gd name="connsiteX6" fmla="*/ 239380 w 252079"/>
                <a:gd name="connsiteY6" fmla="*/ 14255 h 82958"/>
                <a:gd name="connsiteX7" fmla="*/ 239759 w 252079"/>
                <a:gd name="connsiteY7" fmla="*/ 83033 h 82958"/>
                <a:gd name="connsiteX8" fmla="*/ 252269 w 252079"/>
                <a:gd name="connsiteY8" fmla="*/ 75942 h 82958"/>
                <a:gd name="connsiteX9" fmla="*/ 239380 w 252079"/>
                <a:gd name="connsiteY9" fmla="*/ 68852 h 82958"/>
                <a:gd name="connsiteX10" fmla="*/ 13077 w 252079"/>
                <a:gd name="connsiteY10" fmla="*/ 68852 h 82958"/>
                <a:gd name="connsiteX11" fmla="*/ 189 w 252079"/>
                <a:gd name="connsiteY11" fmla="*/ 75942 h 82958"/>
                <a:gd name="connsiteX12" fmla="*/ 12698 w 252079"/>
                <a:gd name="connsiteY12" fmla="*/ 83033 h 82958"/>
                <a:gd name="connsiteX13" fmla="*/ 239759 w 252079"/>
                <a:gd name="connsiteY13" fmla="*/ 83033 h 82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2079" h="82958">
                  <a:moveTo>
                    <a:pt x="239380" y="14255"/>
                  </a:moveTo>
                  <a:cubicBezTo>
                    <a:pt x="245066" y="14255"/>
                    <a:pt x="252269" y="14255"/>
                    <a:pt x="252269" y="7165"/>
                  </a:cubicBezTo>
                  <a:cubicBezTo>
                    <a:pt x="252269" y="74"/>
                    <a:pt x="245066" y="74"/>
                    <a:pt x="239759" y="74"/>
                  </a:cubicBezTo>
                  <a:lnTo>
                    <a:pt x="12698" y="74"/>
                  </a:lnTo>
                  <a:cubicBezTo>
                    <a:pt x="7391" y="74"/>
                    <a:pt x="189" y="74"/>
                    <a:pt x="189" y="7165"/>
                  </a:cubicBezTo>
                  <a:cubicBezTo>
                    <a:pt x="189" y="14255"/>
                    <a:pt x="7391" y="14255"/>
                    <a:pt x="13077" y="14255"/>
                  </a:cubicBezTo>
                  <a:lnTo>
                    <a:pt x="239380" y="14255"/>
                  </a:lnTo>
                  <a:close/>
                  <a:moveTo>
                    <a:pt x="239759" y="83033"/>
                  </a:moveTo>
                  <a:cubicBezTo>
                    <a:pt x="245066" y="83033"/>
                    <a:pt x="252269" y="83033"/>
                    <a:pt x="252269" y="75942"/>
                  </a:cubicBezTo>
                  <a:cubicBezTo>
                    <a:pt x="252269" y="68852"/>
                    <a:pt x="245066" y="68852"/>
                    <a:pt x="239380" y="68852"/>
                  </a:cubicBezTo>
                  <a:lnTo>
                    <a:pt x="13077" y="68852"/>
                  </a:lnTo>
                  <a:cubicBezTo>
                    <a:pt x="7391" y="68852"/>
                    <a:pt x="189" y="68852"/>
                    <a:pt x="189" y="75942"/>
                  </a:cubicBezTo>
                  <a:cubicBezTo>
                    <a:pt x="189" y="83033"/>
                    <a:pt x="7391" y="83033"/>
                    <a:pt x="12698" y="83033"/>
                  </a:cubicBezTo>
                  <a:lnTo>
                    <a:pt x="239759" y="83033"/>
                  </a:ln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0A4EEE7-1736-466E-12E5-794770FB0B7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094404" y="6381694"/>
              <a:ext cx="216447" cy="313753"/>
            </a:xfrm>
            <a:custGeom>
              <a:avLst/>
              <a:gdLst>
                <a:gd name="connsiteX0" fmla="*/ 69190 w 216447"/>
                <a:gd name="connsiteY0" fmla="*/ 100050 h 313753"/>
                <a:gd name="connsiteX1" fmla="*/ 103306 w 216447"/>
                <a:gd name="connsiteY1" fmla="*/ 100050 h 313753"/>
                <a:gd name="connsiteX2" fmla="*/ 69948 w 216447"/>
                <a:gd name="connsiteY2" fmla="*/ 248950 h 313753"/>
                <a:gd name="connsiteX3" fmla="*/ 33178 w 216447"/>
                <a:gd name="connsiteY3" fmla="*/ 306383 h 313753"/>
                <a:gd name="connsiteX4" fmla="*/ 25597 w 216447"/>
                <a:gd name="connsiteY4" fmla="*/ 300711 h 313753"/>
                <a:gd name="connsiteX5" fmla="*/ 27113 w 216447"/>
                <a:gd name="connsiteY5" fmla="*/ 296811 h 313753"/>
                <a:gd name="connsiteX6" fmla="*/ 29008 w 216447"/>
                <a:gd name="connsiteY6" fmla="*/ 291139 h 313753"/>
                <a:gd name="connsiteX7" fmla="*/ 14225 w 216447"/>
                <a:gd name="connsiteY7" fmla="*/ 277667 h 313753"/>
                <a:gd name="connsiteX8" fmla="*/ 199 w 216447"/>
                <a:gd name="connsiteY8" fmla="*/ 292202 h 313753"/>
                <a:gd name="connsiteX9" fmla="*/ 30146 w 216447"/>
                <a:gd name="connsiteY9" fmla="*/ 313828 h 313753"/>
                <a:gd name="connsiteX10" fmla="*/ 105959 w 216447"/>
                <a:gd name="connsiteY10" fmla="*/ 213498 h 313753"/>
                <a:gd name="connsiteX11" fmla="*/ 133252 w 216447"/>
                <a:gd name="connsiteY11" fmla="*/ 100050 h 313753"/>
                <a:gd name="connsiteX12" fmla="*/ 174570 w 216447"/>
                <a:gd name="connsiteY12" fmla="*/ 100050 h 313753"/>
                <a:gd name="connsiteX13" fmla="*/ 176845 w 216447"/>
                <a:gd name="connsiteY13" fmla="*/ 88706 h 313753"/>
                <a:gd name="connsiteX14" fmla="*/ 135905 w 216447"/>
                <a:gd name="connsiteY14" fmla="*/ 88706 h 313753"/>
                <a:gd name="connsiteX15" fmla="*/ 182152 w 216447"/>
                <a:gd name="connsiteY15" fmla="*/ 7874 h 313753"/>
                <a:gd name="connsiteX16" fmla="*/ 190491 w 216447"/>
                <a:gd name="connsiteY16" fmla="*/ 12129 h 313753"/>
                <a:gd name="connsiteX17" fmla="*/ 188975 w 216447"/>
                <a:gd name="connsiteY17" fmla="*/ 15674 h 313753"/>
                <a:gd name="connsiteX18" fmla="*/ 186701 w 216447"/>
                <a:gd name="connsiteY18" fmla="*/ 23119 h 313753"/>
                <a:gd name="connsiteX19" fmla="*/ 200726 w 216447"/>
                <a:gd name="connsiteY19" fmla="*/ 37300 h 313753"/>
                <a:gd name="connsiteX20" fmla="*/ 216647 w 216447"/>
                <a:gd name="connsiteY20" fmla="*/ 23119 h 313753"/>
                <a:gd name="connsiteX21" fmla="*/ 184047 w 216447"/>
                <a:gd name="connsiteY21" fmla="*/ 75 h 313753"/>
                <a:gd name="connsiteX22" fmla="*/ 137043 w 216447"/>
                <a:gd name="connsiteY22" fmla="*/ 24537 h 313753"/>
                <a:gd name="connsiteX23" fmla="*/ 106717 w 216447"/>
                <a:gd name="connsiteY23" fmla="*/ 88706 h 313753"/>
                <a:gd name="connsiteX24" fmla="*/ 71843 w 216447"/>
                <a:gd name="connsiteY24" fmla="*/ 88706 h 313753"/>
                <a:gd name="connsiteX25" fmla="*/ 69190 w 216447"/>
                <a:gd name="connsiteY25" fmla="*/ 100050 h 313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6447" h="313753">
                  <a:moveTo>
                    <a:pt x="69190" y="100050"/>
                  </a:moveTo>
                  <a:lnTo>
                    <a:pt x="103306" y="100050"/>
                  </a:lnTo>
                  <a:lnTo>
                    <a:pt x="69948" y="248950"/>
                  </a:lnTo>
                  <a:cubicBezTo>
                    <a:pt x="61608" y="286884"/>
                    <a:pt x="49099" y="306383"/>
                    <a:pt x="33178" y="306383"/>
                  </a:cubicBezTo>
                  <a:cubicBezTo>
                    <a:pt x="28629" y="306383"/>
                    <a:pt x="25597" y="303901"/>
                    <a:pt x="25597" y="300711"/>
                  </a:cubicBezTo>
                  <a:cubicBezTo>
                    <a:pt x="25597" y="299647"/>
                    <a:pt x="25976" y="298584"/>
                    <a:pt x="27113" y="296811"/>
                  </a:cubicBezTo>
                  <a:cubicBezTo>
                    <a:pt x="28629" y="294684"/>
                    <a:pt x="29008" y="293266"/>
                    <a:pt x="29008" y="291139"/>
                  </a:cubicBezTo>
                  <a:cubicBezTo>
                    <a:pt x="29008" y="283694"/>
                    <a:pt x="22185" y="277667"/>
                    <a:pt x="14225" y="277667"/>
                  </a:cubicBezTo>
                  <a:cubicBezTo>
                    <a:pt x="6264" y="277667"/>
                    <a:pt x="199" y="284048"/>
                    <a:pt x="199" y="292202"/>
                  </a:cubicBezTo>
                  <a:cubicBezTo>
                    <a:pt x="199" y="304256"/>
                    <a:pt x="13467" y="313828"/>
                    <a:pt x="30146" y="313828"/>
                  </a:cubicBezTo>
                  <a:cubicBezTo>
                    <a:pt x="63883" y="313828"/>
                    <a:pt x="90417" y="278730"/>
                    <a:pt x="105959" y="213498"/>
                  </a:cubicBezTo>
                  <a:lnTo>
                    <a:pt x="133252" y="100050"/>
                  </a:lnTo>
                  <a:lnTo>
                    <a:pt x="174570" y="100050"/>
                  </a:lnTo>
                  <a:lnTo>
                    <a:pt x="176845" y="88706"/>
                  </a:lnTo>
                  <a:lnTo>
                    <a:pt x="135905" y="88706"/>
                  </a:lnTo>
                  <a:cubicBezTo>
                    <a:pt x="146898" y="33045"/>
                    <a:pt x="160924" y="7874"/>
                    <a:pt x="182152" y="7874"/>
                  </a:cubicBezTo>
                  <a:cubicBezTo>
                    <a:pt x="187080" y="7874"/>
                    <a:pt x="190491" y="9647"/>
                    <a:pt x="190491" y="12129"/>
                  </a:cubicBezTo>
                  <a:cubicBezTo>
                    <a:pt x="190491" y="13192"/>
                    <a:pt x="190112" y="13901"/>
                    <a:pt x="188975" y="15674"/>
                  </a:cubicBezTo>
                  <a:cubicBezTo>
                    <a:pt x="187459" y="18865"/>
                    <a:pt x="186701" y="20637"/>
                    <a:pt x="186701" y="23119"/>
                  </a:cubicBezTo>
                  <a:cubicBezTo>
                    <a:pt x="186701" y="31627"/>
                    <a:pt x="192387" y="37300"/>
                    <a:pt x="200726" y="37300"/>
                  </a:cubicBezTo>
                  <a:cubicBezTo>
                    <a:pt x="209445" y="37300"/>
                    <a:pt x="216647" y="30918"/>
                    <a:pt x="216647" y="23119"/>
                  </a:cubicBezTo>
                  <a:cubicBezTo>
                    <a:pt x="216647" y="10001"/>
                    <a:pt x="202621" y="75"/>
                    <a:pt x="184047" y="75"/>
                  </a:cubicBezTo>
                  <a:cubicBezTo>
                    <a:pt x="165473" y="75"/>
                    <a:pt x="150689" y="7874"/>
                    <a:pt x="137043" y="24537"/>
                  </a:cubicBezTo>
                  <a:cubicBezTo>
                    <a:pt x="125671" y="38363"/>
                    <a:pt x="118089" y="54671"/>
                    <a:pt x="106717" y="88706"/>
                  </a:cubicBezTo>
                  <a:lnTo>
                    <a:pt x="71843" y="88706"/>
                  </a:lnTo>
                  <a:lnTo>
                    <a:pt x="69190" y="100050"/>
                  </a:ln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916E29E-4C0A-EDC3-6973-64BBEE94EA5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348977" y="6356169"/>
              <a:ext cx="87943" cy="354523"/>
            </a:xfrm>
            <a:custGeom>
              <a:avLst/>
              <a:gdLst>
                <a:gd name="connsiteX0" fmla="*/ 88148 w 87943"/>
                <a:gd name="connsiteY0" fmla="*/ 351052 h 354523"/>
                <a:gd name="connsiteX1" fmla="*/ 81704 w 87943"/>
                <a:gd name="connsiteY1" fmla="*/ 343253 h 354523"/>
                <a:gd name="connsiteX2" fmla="*/ 22190 w 87943"/>
                <a:gd name="connsiteY2" fmla="*/ 177336 h 354523"/>
                <a:gd name="connsiteX3" fmla="*/ 83220 w 87943"/>
                <a:gd name="connsiteY3" fmla="*/ 9646 h 354523"/>
                <a:gd name="connsiteX4" fmla="*/ 88148 w 87943"/>
                <a:gd name="connsiteY4" fmla="*/ 3619 h 354523"/>
                <a:gd name="connsiteX5" fmla="*/ 84357 w 87943"/>
                <a:gd name="connsiteY5" fmla="*/ 74 h 354523"/>
                <a:gd name="connsiteX6" fmla="*/ 24085 w 87943"/>
                <a:gd name="connsiteY6" fmla="*/ 69206 h 354523"/>
                <a:gd name="connsiteX7" fmla="*/ 204 w 87943"/>
                <a:gd name="connsiteY7" fmla="*/ 177336 h 354523"/>
                <a:gd name="connsiteX8" fmla="*/ 25222 w 87943"/>
                <a:gd name="connsiteY8" fmla="*/ 287947 h 354523"/>
                <a:gd name="connsiteX9" fmla="*/ 84357 w 87943"/>
                <a:gd name="connsiteY9" fmla="*/ 354598 h 354523"/>
                <a:gd name="connsiteX10" fmla="*/ 88148 w 87943"/>
                <a:gd name="connsiteY10" fmla="*/ 351052 h 35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943" h="354523">
                  <a:moveTo>
                    <a:pt x="88148" y="351052"/>
                  </a:moveTo>
                  <a:cubicBezTo>
                    <a:pt x="88148" y="349989"/>
                    <a:pt x="88148" y="349280"/>
                    <a:pt x="81704" y="343253"/>
                  </a:cubicBezTo>
                  <a:cubicBezTo>
                    <a:pt x="34320" y="298583"/>
                    <a:pt x="22190" y="231578"/>
                    <a:pt x="22190" y="177336"/>
                  </a:cubicBezTo>
                  <a:cubicBezTo>
                    <a:pt x="22190" y="115649"/>
                    <a:pt x="36595" y="53962"/>
                    <a:pt x="83220" y="9646"/>
                  </a:cubicBezTo>
                  <a:cubicBezTo>
                    <a:pt x="88148" y="5392"/>
                    <a:pt x="88148" y="4683"/>
                    <a:pt x="88148" y="3619"/>
                  </a:cubicBezTo>
                  <a:cubicBezTo>
                    <a:pt x="88148" y="1138"/>
                    <a:pt x="86631" y="74"/>
                    <a:pt x="84357" y="74"/>
                  </a:cubicBezTo>
                  <a:cubicBezTo>
                    <a:pt x="80566" y="74"/>
                    <a:pt x="46450" y="24182"/>
                    <a:pt x="24085" y="69206"/>
                  </a:cubicBezTo>
                  <a:cubicBezTo>
                    <a:pt x="4753" y="108204"/>
                    <a:pt x="204" y="147556"/>
                    <a:pt x="204" y="177336"/>
                  </a:cubicBezTo>
                  <a:cubicBezTo>
                    <a:pt x="204" y="204989"/>
                    <a:pt x="4374" y="247886"/>
                    <a:pt x="25222" y="287947"/>
                  </a:cubicBezTo>
                  <a:cubicBezTo>
                    <a:pt x="47967" y="331554"/>
                    <a:pt x="80566" y="354598"/>
                    <a:pt x="84357" y="354598"/>
                  </a:cubicBezTo>
                  <a:cubicBezTo>
                    <a:pt x="86631" y="354598"/>
                    <a:pt x="88148" y="353534"/>
                    <a:pt x="88148" y="351052"/>
                  </a:cubicBez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8CD1218-C332-86AC-CEC9-FB3D8259ABC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448839" y="6465716"/>
              <a:ext cx="179678" cy="160244"/>
            </a:xfrm>
            <a:custGeom>
              <a:avLst/>
              <a:gdLst>
                <a:gd name="connsiteX0" fmla="*/ 162827 w 179678"/>
                <a:gd name="connsiteY0" fmla="*/ 117067 h 160244"/>
                <a:gd name="connsiteX1" fmla="*/ 154488 w 179678"/>
                <a:gd name="connsiteY1" fmla="*/ 126640 h 160244"/>
                <a:gd name="connsiteX2" fmla="*/ 137051 w 179678"/>
                <a:gd name="connsiteY2" fmla="*/ 140821 h 160244"/>
                <a:gd name="connsiteX3" fmla="*/ 125300 w 179678"/>
                <a:gd name="connsiteY3" fmla="*/ 126285 h 160244"/>
                <a:gd name="connsiteX4" fmla="*/ 123783 w 179678"/>
                <a:gd name="connsiteY4" fmla="*/ 120258 h 160244"/>
                <a:gd name="connsiteX5" fmla="*/ 110137 w 179678"/>
                <a:gd name="connsiteY5" fmla="*/ 62825 h 160244"/>
                <a:gd name="connsiteX6" fmla="*/ 147286 w 179678"/>
                <a:gd name="connsiteY6" fmla="*/ 19928 h 160244"/>
                <a:gd name="connsiteX7" fmla="*/ 156383 w 179678"/>
                <a:gd name="connsiteY7" fmla="*/ 22764 h 160244"/>
                <a:gd name="connsiteX8" fmla="*/ 166618 w 179678"/>
                <a:gd name="connsiteY8" fmla="*/ 25955 h 160244"/>
                <a:gd name="connsiteX9" fmla="*/ 179885 w 179678"/>
                <a:gd name="connsiteY9" fmla="*/ 13192 h 160244"/>
                <a:gd name="connsiteX10" fmla="*/ 164344 w 179678"/>
                <a:gd name="connsiteY10" fmla="*/ 75 h 160244"/>
                <a:gd name="connsiteX11" fmla="*/ 107104 w 179678"/>
                <a:gd name="connsiteY11" fmla="*/ 50772 h 160244"/>
                <a:gd name="connsiteX12" fmla="*/ 102935 w 179678"/>
                <a:gd name="connsiteY12" fmla="*/ 31273 h 160244"/>
                <a:gd name="connsiteX13" fmla="*/ 83223 w 179678"/>
                <a:gd name="connsiteY13" fmla="*/ 75 h 160244"/>
                <a:gd name="connsiteX14" fmla="*/ 38872 w 179678"/>
                <a:gd name="connsiteY14" fmla="*/ 10356 h 160244"/>
                <a:gd name="connsiteX15" fmla="*/ 34702 w 179678"/>
                <a:gd name="connsiteY15" fmla="*/ 11774 h 160244"/>
                <a:gd name="connsiteX16" fmla="*/ 36219 w 179678"/>
                <a:gd name="connsiteY16" fmla="*/ 17092 h 160244"/>
                <a:gd name="connsiteX17" fmla="*/ 57447 w 179678"/>
                <a:gd name="connsiteY17" fmla="*/ 13192 h 160244"/>
                <a:gd name="connsiteX18" fmla="*/ 74505 w 179678"/>
                <a:gd name="connsiteY18" fmla="*/ 37654 h 160244"/>
                <a:gd name="connsiteX19" fmla="*/ 85498 w 179678"/>
                <a:gd name="connsiteY19" fmla="*/ 81261 h 160244"/>
                <a:gd name="connsiteX20" fmla="*/ 54414 w 179678"/>
                <a:gd name="connsiteY20" fmla="*/ 122740 h 160244"/>
                <a:gd name="connsiteX21" fmla="*/ 35082 w 179678"/>
                <a:gd name="connsiteY21" fmla="*/ 139757 h 160244"/>
                <a:gd name="connsiteX22" fmla="*/ 25226 w 179678"/>
                <a:gd name="connsiteY22" fmla="*/ 136566 h 160244"/>
                <a:gd name="connsiteX23" fmla="*/ 13096 w 179678"/>
                <a:gd name="connsiteY23" fmla="*/ 133021 h 160244"/>
                <a:gd name="connsiteX24" fmla="*/ 207 w 179678"/>
                <a:gd name="connsiteY24" fmla="*/ 145429 h 160244"/>
                <a:gd name="connsiteX25" fmla="*/ 19161 w 179678"/>
                <a:gd name="connsiteY25" fmla="*/ 160319 h 160244"/>
                <a:gd name="connsiteX26" fmla="*/ 54414 w 179678"/>
                <a:gd name="connsiteY26" fmla="*/ 135503 h 160244"/>
                <a:gd name="connsiteX27" fmla="*/ 88530 w 179678"/>
                <a:gd name="connsiteY27" fmla="*/ 94023 h 160244"/>
                <a:gd name="connsiteX28" fmla="*/ 99902 w 179678"/>
                <a:gd name="connsiteY28" fmla="*/ 136566 h 160244"/>
                <a:gd name="connsiteX29" fmla="*/ 121888 w 179678"/>
                <a:gd name="connsiteY29" fmla="*/ 160319 h 160244"/>
                <a:gd name="connsiteX30" fmla="*/ 168134 w 179678"/>
                <a:gd name="connsiteY30" fmla="*/ 119904 h 160244"/>
                <a:gd name="connsiteX31" fmla="*/ 162827 w 179678"/>
                <a:gd name="connsiteY31" fmla="*/ 117067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9678" h="160244">
                  <a:moveTo>
                    <a:pt x="162827" y="117067"/>
                  </a:moveTo>
                  <a:cubicBezTo>
                    <a:pt x="159795" y="120258"/>
                    <a:pt x="157899" y="122385"/>
                    <a:pt x="154488" y="126640"/>
                  </a:cubicBezTo>
                  <a:cubicBezTo>
                    <a:pt x="145769" y="137275"/>
                    <a:pt x="141220" y="140821"/>
                    <a:pt x="137051" y="140821"/>
                  </a:cubicBezTo>
                  <a:cubicBezTo>
                    <a:pt x="131365" y="140821"/>
                    <a:pt x="127953" y="136212"/>
                    <a:pt x="125300" y="126285"/>
                  </a:cubicBezTo>
                  <a:cubicBezTo>
                    <a:pt x="124541" y="123449"/>
                    <a:pt x="124162" y="121322"/>
                    <a:pt x="123783" y="120258"/>
                  </a:cubicBezTo>
                  <a:cubicBezTo>
                    <a:pt x="114307" y="84451"/>
                    <a:pt x="110137" y="68143"/>
                    <a:pt x="110137" y="62825"/>
                  </a:cubicBezTo>
                  <a:cubicBezTo>
                    <a:pt x="126816" y="35527"/>
                    <a:pt x="140462" y="19928"/>
                    <a:pt x="147286" y="19928"/>
                  </a:cubicBezTo>
                  <a:cubicBezTo>
                    <a:pt x="149560" y="19928"/>
                    <a:pt x="152592" y="20992"/>
                    <a:pt x="156383" y="22764"/>
                  </a:cubicBezTo>
                  <a:cubicBezTo>
                    <a:pt x="160932" y="25246"/>
                    <a:pt x="163585" y="25955"/>
                    <a:pt x="166618" y="25955"/>
                  </a:cubicBezTo>
                  <a:cubicBezTo>
                    <a:pt x="174578" y="25955"/>
                    <a:pt x="179885" y="20637"/>
                    <a:pt x="179885" y="13192"/>
                  </a:cubicBezTo>
                  <a:cubicBezTo>
                    <a:pt x="179885" y="5747"/>
                    <a:pt x="173441" y="75"/>
                    <a:pt x="164344" y="75"/>
                  </a:cubicBezTo>
                  <a:cubicBezTo>
                    <a:pt x="147665" y="75"/>
                    <a:pt x="133260" y="12838"/>
                    <a:pt x="107104" y="50772"/>
                  </a:cubicBezTo>
                  <a:lnTo>
                    <a:pt x="102935" y="31273"/>
                  </a:lnTo>
                  <a:cubicBezTo>
                    <a:pt x="97628" y="7165"/>
                    <a:pt x="93458" y="75"/>
                    <a:pt x="83223" y="75"/>
                  </a:cubicBezTo>
                  <a:cubicBezTo>
                    <a:pt x="74884" y="75"/>
                    <a:pt x="61995" y="3265"/>
                    <a:pt x="38872" y="10356"/>
                  </a:cubicBezTo>
                  <a:lnTo>
                    <a:pt x="34702" y="11774"/>
                  </a:lnTo>
                  <a:lnTo>
                    <a:pt x="36219" y="17092"/>
                  </a:lnTo>
                  <a:cubicBezTo>
                    <a:pt x="50623" y="13901"/>
                    <a:pt x="54035" y="13192"/>
                    <a:pt x="57447" y="13192"/>
                  </a:cubicBezTo>
                  <a:cubicBezTo>
                    <a:pt x="66923" y="13192"/>
                    <a:pt x="69198" y="16383"/>
                    <a:pt x="74505" y="37654"/>
                  </a:cubicBezTo>
                  <a:lnTo>
                    <a:pt x="85498" y="81261"/>
                  </a:lnTo>
                  <a:lnTo>
                    <a:pt x="54414" y="122740"/>
                  </a:lnTo>
                  <a:cubicBezTo>
                    <a:pt x="46833" y="133376"/>
                    <a:pt x="39251" y="139757"/>
                    <a:pt x="35082" y="139757"/>
                  </a:cubicBezTo>
                  <a:cubicBezTo>
                    <a:pt x="32807" y="139757"/>
                    <a:pt x="29016" y="138693"/>
                    <a:pt x="25226" y="136566"/>
                  </a:cubicBezTo>
                  <a:cubicBezTo>
                    <a:pt x="20298" y="134085"/>
                    <a:pt x="16128" y="133021"/>
                    <a:pt x="13096" y="133021"/>
                  </a:cubicBezTo>
                  <a:cubicBezTo>
                    <a:pt x="5893" y="133021"/>
                    <a:pt x="207" y="138339"/>
                    <a:pt x="207" y="145429"/>
                  </a:cubicBezTo>
                  <a:cubicBezTo>
                    <a:pt x="207" y="154647"/>
                    <a:pt x="7789" y="160319"/>
                    <a:pt x="19161" y="160319"/>
                  </a:cubicBezTo>
                  <a:cubicBezTo>
                    <a:pt x="30912" y="160319"/>
                    <a:pt x="35461" y="157129"/>
                    <a:pt x="54414" y="135503"/>
                  </a:cubicBezTo>
                  <a:cubicBezTo>
                    <a:pt x="64649" y="124158"/>
                    <a:pt x="72609" y="114586"/>
                    <a:pt x="88530" y="94023"/>
                  </a:cubicBezTo>
                  <a:lnTo>
                    <a:pt x="99902" y="136566"/>
                  </a:lnTo>
                  <a:cubicBezTo>
                    <a:pt x="104830" y="154647"/>
                    <a:pt x="109758" y="160319"/>
                    <a:pt x="121888" y="160319"/>
                  </a:cubicBezTo>
                  <a:cubicBezTo>
                    <a:pt x="136293" y="160319"/>
                    <a:pt x="146148" y="151811"/>
                    <a:pt x="168134" y="119904"/>
                  </a:cubicBezTo>
                  <a:lnTo>
                    <a:pt x="162827" y="117067"/>
                  </a:ln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8071791D-FB23-DB9E-2CCA-FBFFD368080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0650753" y="6356169"/>
              <a:ext cx="87943" cy="354523"/>
            </a:xfrm>
            <a:custGeom>
              <a:avLst/>
              <a:gdLst>
                <a:gd name="connsiteX0" fmla="*/ 88156 w 87943"/>
                <a:gd name="connsiteY0" fmla="*/ 177336 h 354523"/>
                <a:gd name="connsiteX1" fmla="*/ 63137 w 87943"/>
                <a:gd name="connsiteY1" fmla="*/ 66724 h 354523"/>
                <a:gd name="connsiteX2" fmla="*/ 4003 w 87943"/>
                <a:gd name="connsiteY2" fmla="*/ 74 h 354523"/>
                <a:gd name="connsiteX3" fmla="*/ 212 w 87943"/>
                <a:gd name="connsiteY3" fmla="*/ 3619 h 354523"/>
                <a:gd name="connsiteX4" fmla="*/ 7415 w 87943"/>
                <a:gd name="connsiteY4" fmla="*/ 11773 h 354523"/>
                <a:gd name="connsiteX5" fmla="*/ 66170 w 87943"/>
                <a:gd name="connsiteY5" fmla="*/ 177336 h 354523"/>
                <a:gd name="connsiteX6" fmla="*/ 5140 w 87943"/>
                <a:gd name="connsiteY6" fmla="*/ 345025 h 354523"/>
                <a:gd name="connsiteX7" fmla="*/ 212 w 87943"/>
                <a:gd name="connsiteY7" fmla="*/ 351052 h 354523"/>
                <a:gd name="connsiteX8" fmla="*/ 4003 w 87943"/>
                <a:gd name="connsiteY8" fmla="*/ 354598 h 354523"/>
                <a:gd name="connsiteX9" fmla="*/ 64275 w 87943"/>
                <a:gd name="connsiteY9" fmla="*/ 285465 h 354523"/>
                <a:gd name="connsiteX10" fmla="*/ 88156 w 87943"/>
                <a:gd name="connsiteY10" fmla="*/ 177336 h 35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943" h="354523">
                  <a:moveTo>
                    <a:pt x="88156" y="177336"/>
                  </a:moveTo>
                  <a:cubicBezTo>
                    <a:pt x="88156" y="149683"/>
                    <a:pt x="83986" y="106786"/>
                    <a:pt x="63137" y="66724"/>
                  </a:cubicBezTo>
                  <a:cubicBezTo>
                    <a:pt x="40393" y="23118"/>
                    <a:pt x="7794" y="74"/>
                    <a:pt x="4003" y="74"/>
                  </a:cubicBezTo>
                  <a:cubicBezTo>
                    <a:pt x="1729" y="74"/>
                    <a:pt x="212" y="1492"/>
                    <a:pt x="212" y="3619"/>
                  </a:cubicBezTo>
                  <a:cubicBezTo>
                    <a:pt x="212" y="4683"/>
                    <a:pt x="212" y="5392"/>
                    <a:pt x="7415" y="11773"/>
                  </a:cubicBezTo>
                  <a:cubicBezTo>
                    <a:pt x="44563" y="46871"/>
                    <a:pt x="66170" y="103240"/>
                    <a:pt x="66170" y="177336"/>
                  </a:cubicBezTo>
                  <a:cubicBezTo>
                    <a:pt x="66170" y="237959"/>
                    <a:pt x="52144" y="300355"/>
                    <a:pt x="5140" y="345025"/>
                  </a:cubicBezTo>
                  <a:cubicBezTo>
                    <a:pt x="212" y="349280"/>
                    <a:pt x="212" y="349989"/>
                    <a:pt x="212" y="351052"/>
                  </a:cubicBezTo>
                  <a:cubicBezTo>
                    <a:pt x="212" y="353179"/>
                    <a:pt x="1729" y="354598"/>
                    <a:pt x="4003" y="354598"/>
                  </a:cubicBezTo>
                  <a:cubicBezTo>
                    <a:pt x="7794" y="354598"/>
                    <a:pt x="41910" y="330490"/>
                    <a:pt x="64275" y="285465"/>
                  </a:cubicBezTo>
                  <a:cubicBezTo>
                    <a:pt x="83607" y="246468"/>
                    <a:pt x="88156" y="207116"/>
                    <a:pt x="88156" y="177336"/>
                  </a:cubicBez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AFACA0F-F1E1-E09C-4BA4-99D59041FFA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0882551" y="6491951"/>
              <a:ext cx="252079" cy="82958"/>
            </a:xfrm>
            <a:custGeom>
              <a:avLst/>
              <a:gdLst>
                <a:gd name="connsiteX0" fmla="*/ 239410 w 252079"/>
                <a:gd name="connsiteY0" fmla="*/ 14255 h 82958"/>
                <a:gd name="connsiteX1" fmla="*/ 252299 w 252079"/>
                <a:gd name="connsiteY1" fmla="*/ 7165 h 82958"/>
                <a:gd name="connsiteX2" fmla="*/ 239790 w 252079"/>
                <a:gd name="connsiteY2" fmla="*/ 74 h 82958"/>
                <a:gd name="connsiteX3" fmla="*/ 12728 w 252079"/>
                <a:gd name="connsiteY3" fmla="*/ 74 h 82958"/>
                <a:gd name="connsiteX4" fmla="*/ 219 w 252079"/>
                <a:gd name="connsiteY4" fmla="*/ 7165 h 82958"/>
                <a:gd name="connsiteX5" fmla="*/ 13107 w 252079"/>
                <a:gd name="connsiteY5" fmla="*/ 14255 h 82958"/>
                <a:gd name="connsiteX6" fmla="*/ 239410 w 252079"/>
                <a:gd name="connsiteY6" fmla="*/ 14255 h 82958"/>
                <a:gd name="connsiteX7" fmla="*/ 239790 w 252079"/>
                <a:gd name="connsiteY7" fmla="*/ 83033 h 82958"/>
                <a:gd name="connsiteX8" fmla="*/ 252299 w 252079"/>
                <a:gd name="connsiteY8" fmla="*/ 75942 h 82958"/>
                <a:gd name="connsiteX9" fmla="*/ 239410 w 252079"/>
                <a:gd name="connsiteY9" fmla="*/ 68852 h 82958"/>
                <a:gd name="connsiteX10" fmla="*/ 13107 w 252079"/>
                <a:gd name="connsiteY10" fmla="*/ 68852 h 82958"/>
                <a:gd name="connsiteX11" fmla="*/ 219 w 252079"/>
                <a:gd name="connsiteY11" fmla="*/ 75942 h 82958"/>
                <a:gd name="connsiteX12" fmla="*/ 12728 w 252079"/>
                <a:gd name="connsiteY12" fmla="*/ 83033 h 82958"/>
                <a:gd name="connsiteX13" fmla="*/ 239790 w 252079"/>
                <a:gd name="connsiteY13" fmla="*/ 83033 h 82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2079" h="82958">
                  <a:moveTo>
                    <a:pt x="239410" y="14255"/>
                  </a:moveTo>
                  <a:cubicBezTo>
                    <a:pt x="245096" y="14255"/>
                    <a:pt x="252299" y="14255"/>
                    <a:pt x="252299" y="7165"/>
                  </a:cubicBezTo>
                  <a:cubicBezTo>
                    <a:pt x="252299" y="74"/>
                    <a:pt x="245096" y="74"/>
                    <a:pt x="239790" y="74"/>
                  </a:cubicBezTo>
                  <a:lnTo>
                    <a:pt x="12728" y="74"/>
                  </a:lnTo>
                  <a:cubicBezTo>
                    <a:pt x="7421" y="74"/>
                    <a:pt x="219" y="74"/>
                    <a:pt x="219" y="7165"/>
                  </a:cubicBezTo>
                  <a:cubicBezTo>
                    <a:pt x="219" y="14255"/>
                    <a:pt x="7421" y="14255"/>
                    <a:pt x="13107" y="14255"/>
                  </a:cubicBezTo>
                  <a:lnTo>
                    <a:pt x="239410" y="14255"/>
                  </a:lnTo>
                  <a:close/>
                  <a:moveTo>
                    <a:pt x="239790" y="83033"/>
                  </a:moveTo>
                  <a:cubicBezTo>
                    <a:pt x="245096" y="83033"/>
                    <a:pt x="252299" y="83033"/>
                    <a:pt x="252299" y="75942"/>
                  </a:cubicBezTo>
                  <a:cubicBezTo>
                    <a:pt x="252299" y="68852"/>
                    <a:pt x="245096" y="68852"/>
                    <a:pt x="239410" y="68852"/>
                  </a:cubicBezTo>
                  <a:lnTo>
                    <a:pt x="13107" y="68852"/>
                  </a:lnTo>
                  <a:cubicBezTo>
                    <a:pt x="7421" y="68852"/>
                    <a:pt x="219" y="68852"/>
                    <a:pt x="219" y="75942"/>
                  </a:cubicBezTo>
                  <a:cubicBezTo>
                    <a:pt x="219" y="83033"/>
                    <a:pt x="7421" y="83033"/>
                    <a:pt x="12728" y="83033"/>
                  </a:cubicBezTo>
                  <a:lnTo>
                    <a:pt x="239790" y="83033"/>
                  </a:ln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32AF8CD-56BB-5224-2819-10C42D72E84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252882" y="6382403"/>
              <a:ext cx="168685" cy="239657"/>
            </a:xfrm>
            <a:custGeom>
              <a:avLst/>
              <a:gdLst>
                <a:gd name="connsiteX0" fmla="*/ 168913 w 168685"/>
                <a:gd name="connsiteY0" fmla="*/ 191163 h 239657"/>
                <a:gd name="connsiteX1" fmla="*/ 163985 w 168685"/>
                <a:gd name="connsiteY1" fmla="*/ 189390 h 239657"/>
                <a:gd name="connsiteX2" fmla="*/ 127974 w 168685"/>
                <a:gd name="connsiteY2" fmla="*/ 212789 h 239657"/>
                <a:gd name="connsiteX3" fmla="*/ 37376 w 168685"/>
                <a:gd name="connsiteY3" fmla="*/ 212789 h 239657"/>
                <a:gd name="connsiteX4" fmla="*/ 101060 w 168685"/>
                <a:gd name="connsiteY4" fmla="*/ 150393 h 239657"/>
                <a:gd name="connsiteX5" fmla="*/ 149580 w 168685"/>
                <a:gd name="connsiteY5" fmla="*/ 62825 h 239657"/>
                <a:gd name="connsiteX6" fmla="*/ 79453 w 168685"/>
                <a:gd name="connsiteY6" fmla="*/ 75 h 239657"/>
                <a:gd name="connsiteX7" fmla="*/ 24867 w 168685"/>
                <a:gd name="connsiteY7" fmla="*/ 22055 h 239657"/>
                <a:gd name="connsiteX8" fmla="*/ 607 w 168685"/>
                <a:gd name="connsiteY8" fmla="*/ 70625 h 239657"/>
                <a:gd name="connsiteX9" fmla="*/ 8567 w 168685"/>
                <a:gd name="connsiteY9" fmla="*/ 72398 h 239657"/>
                <a:gd name="connsiteX10" fmla="*/ 63532 w 168685"/>
                <a:gd name="connsiteY10" fmla="*/ 26309 h 239657"/>
                <a:gd name="connsiteX11" fmla="*/ 116981 w 168685"/>
                <a:gd name="connsiteY11" fmla="*/ 76297 h 239657"/>
                <a:gd name="connsiteX12" fmla="*/ 67702 w 168685"/>
                <a:gd name="connsiteY12" fmla="*/ 168473 h 239657"/>
                <a:gd name="connsiteX13" fmla="*/ 228 w 168685"/>
                <a:gd name="connsiteY13" fmla="*/ 235478 h 239657"/>
                <a:gd name="connsiteX14" fmla="*/ 228 w 168685"/>
                <a:gd name="connsiteY14" fmla="*/ 239733 h 239657"/>
                <a:gd name="connsiteX15" fmla="*/ 148064 w 168685"/>
                <a:gd name="connsiteY15" fmla="*/ 239733 h 239657"/>
                <a:gd name="connsiteX16" fmla="*/ 168913 w 168685"/>
                <a:gd name="connsiteY16" fmla="*/ 191163 h 23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685" h="239657">
                  <a:moveTo>
                    <a:pt x="168913" y="191163"/>
                  </a:moveTo>
                  <a:lnTo>
                    <a:pt x="163985" y="189390"/>
                  </a:lnTo>
                  <a:cubicBezTo>
                    <a:pt x="149959" y="209598"/>
                    <a:pt x="145032" y="212789"/>
                    <a:pt x="127974" y="212789"/>
                  </a:cubicBezTo>
                  <a:lnTo>
                    <a:pt x="37376" y="212789"/>
                  </a:lnTo>
                  <a:lnTo>
                    <a:pt x="101060" y="150393"/>
                  </a:lnTo>
                  <a:cubicBezTo>
                    <a:pt x="134797" y="117422"/>
                    <a:pt x="149580" y="90478"/>
                    <a:pt x="149580" y="62825"/>
                  </a:cubicBezTo>
                  <a:cubicBezTo>
                    <a:pt x="149580" y="27373"/>
                    <a:pt x="118876" y="75"/>
                    <a:pt x="79453" y="75"/>
                  </a:cubicBezTo>
                  <a:cubicBezTo>
                    <a:pt x="58604" y="75"/>
                    <a:pt x="38893" y="7874"/>
                    <a:pt x="24867" y="22055"/>
                  </a:cubicBezTo>
                  <a:cubicBezTo>
                    <a:pt x="12737" y="34109"/>
                    <a:pt x="7051" y="45454"/>
                    <a:pt x="607" y="70625"/>
                  </a:cubicBezTo>
                  <a:lnTo>
                    <a:pt x="8567" y="72398"/>
                  </a:lnTo>
                  <a:cubicBezTo>
                    <a:pt x="23730" y="37654"/>
                    <a:pt x="37376" y="26309"/>
                    <a:pt x="63532" y="26309"/>
                  </a:cubicBezTo>
                  <a:cubicBezTo>
                    <a:pt x="95374" y="26309"/>
                    <a:pt x="116981" y="46517"/>
                    <a:pt x="116981" y="76297"/>
                  </a:cubicBezTo>
                  <a:cubicBezTo>
                    <a:pt x="116981" y="103950"/>
                    <a:pt x="99544" y="136921"/>
                    <a:pt x="67702" y="168473"/>
                  </a:cubicBezTo>
                  <a:lnTo>
                    <a:pt x="228" y="235478"/>
                  </a:lnTo>
                  <a:lnTo>
                    <a:pt x="228" y="239733"/>
                  </a:lnTo>
                  <a:lnTo>
                    <a:pt x="148064" y="239733"/>
                  </a:lnTo>
                  <a:lnTo>
                    <a:pt x="168913" y="191163"/>
                  </a:ln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0598A4E-C284-92CD-84F3-084C055E6D1B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516061" y="6526340"/>
              <a:ext cx="231610" cy="14180"/>
            </a:xfrm>
            <a:custGeom>
              <a:avLst/>
              <a:gdLst>
                <a:gd name="connsiteX0" fmla="*/ 218577 w 231610"/>
                <a:gd name="connsiteY0" fmla="*/ 14256 h 14180"/>
                <a:gd name="connsiteX1" fmla="*/ 231844 w 231610"/>
                <a:gd name="connsiteY1" fmla="*/ 7165 h 14180"/>
                <a:gd name="connsiteX2" fmla="*/ 218577 w 231610"/>
                <a:gd name="connsiteY2" fmla="*/ 75 h 14180"/>
                <a:gd name="connsiteX3" fmla="*/ 13502 w 231610"/>
                <a:gd name="connsiteY3" fmla="*/ 75 h 14180"/>
                <a:gd name="connsiteX4" fmla="*/ 234 w 231610"/>
                <a:gd name="connsiteY4" fmla="*/ 7165 h 14180"/>
                <a:gd name="connsiteX5" fmla="*/ 13502 w 231610"/>
                <a:gd name="connsiteY5" fmla="*/ 14256 h 14180"/>
                <a:gd name="connsiteX6" fmla="*/ 218577 w 231610"/>
                <a:gd name="connsiteY6" fmla="*/ 14256 h 1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610" h="14180">
                  <a:moveTo>
                    <a:pt x="218577" y="14256"/>
                  </a:moveTo>
                  <a:cubicBezTo>
                    <a:pt x="225021" y="14256"/>
                    <a:pt x="231844" y="14256"/>
                    <a:pt x="231844" y="7165"/>
                  </a:cubicBezTo>
                  <a:cubicBezTo>
                    <a:pt x="231844" y="75"/>
                    <a:pt x="225021" y="75"/>
                    <a:pt x="218577" y="75"/>
                  </a:cubicBezTo>
                  <a:lnTo>
                    <a:pt x="13502" y="75"/>
                  </a:lnTo>
                  <a:cubicBezTo>
                    <a:pt x="7057" y="75"/>
                    <a:pt x="234" y="75"/>
                    <a:pt x="234" y="7165"/>
                  </a:cubicBezTo>
                  <a:cubicBezTo>
                    <a:pt x="234" y="14256"/>
                    <a:pt x="7057" y="14256"/>
                    <a:pt x="13502" y="14256"/>
                  </a:cubicBezTo>
                  <a:lnTo>
                    <a:pt x="218577" y="14256"/>
                  </a:ln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14DA08C-3A8E-4D98-BD77-67EFC32F03E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822845" y="6465716"/>
              <a:ext cx="179678" cy="160244"/>
            </a:xfrm>
            <a:custGeom>
              <a:avLst/>
              <a:gdLst>
                <a:gd name="connsiteX0" fmla="*/ 162863 w 179678"/>
                <a:gd name="connsiteY0" fmla="*/ 117067 h 160244"/>
                <a:gd name="connsiteX1" fmla="*/ 154524 w 179678"/>
                <a:gd name="connsiteY1" fmla="*/ 126640 h 160244"/>
                <a:gd name="connsiteX2" fmla="*/ 137087 w 179678"/>
                <a:gd name="connsiteY2" fmla="*/ 140821 h 160244"/>
                <a:gd name="connsiteX3" fmla="*/ 125336 w 179678"/>
                <a:gd name="connsiteY3" fmla="*/ 126285 h 160244"/>
                <a:gd name="connsiteX4" fmla="*/ 123819 w 179678"/>
                <a:gd name="connsiteY4" fmla="*/ 120258 h 160244"/>
                <a:gd name="connsiteX5" fmla="*/ 110173 w 179678"/>
                <a:gd name="connsiteY5" fmla="*/ 62825 h 160244"/>
                <a:gd name="connsiteX6" fmla="*/ 147322 w 179678"/>
                <a:gd name="connsiteY6" fmla="*/ 19928 h 160244"/>
                <a:gd name="connsiteX7" fmla="*/ 156419 w 179678"/>
                <a:gd name="connsiteY7" fmla="*/ 22764 h 160244"/>
                <a:gd name="connsiteX8" fmla="*/ 166654 w 179678"/>
                <a:gd name="connsiteY8" fmla="*/ 25955 h 160244"/>
                <a:gd name="connsiteX9" fmla="*/ 179921 w 179678"/>
                <a:gd name="connsiteY9" fmla="*/ 13192 h 160244"/>
                <a:gd name="connsiteX10" fmla="*/ 164380 w 179678"/>
                <a:gd name="connsiteY10" fmla="*/ 75 h 160244"/>
                <a:gd name="connsiteX11" fmla="*/ 107140 w 179678"/>
                <a:gd name="connsiteY11" fmla="*/ 50772 h 160244"/>
                <a:gd name="connsiteX12" fmla="*/ 102971 w 179678"/>
                <a:gd name="connsiteY12" fmla="*/ 31273 h 160244"/>
                <a:gd name="connsiteX13" fmla="*/ 83259 w 179678"/>
                <a:gd name="connsiteY13" fmla="*/ 75 h 160244"/>
                <a:gd name="connsiteX14" fmla="*/ 38908 w 179678"/>
                <a:gd name="connsiteY14" fmla="*/ 10356 h 160244"/>
                <a:gd name="connsiteX15" fmla="*/ 34738 w 179678"/>
                <a:gd name="connsiteY15" fmla="*/ 11774 h 160244"/>
                <a:gd name="connsiteX16" fmla="*/ 36255 w 179678"/>
                <a:gd name="connsiteY16" fmla="*/ 17092 h 160244"/>
                <a:gd name="connsiteX17" fmla="*/ 57483 w 179678"/>
                <a:gd name="connsiteY17" fmla="*/ 13192 h 160244"/>
                <a:gd name="connsiteX18" fmla="*/ 74541 w 179678"/>
                <a:gd name="connsiteY18" fmla="*/ 37654 h 160244"/>
                <a:gd name="connsiteX19" fmla="*/ 85534 w 179678"/>
                <a:gd name="connsiteY19" fmla="*/ 81261 h 160244"/>
                <a:gd name="connsiteX20" fmla="*/ 54450 w 179678"/>
                <a:gd name="connsiteY20" fmla="*/ 122740 h 160244"/>
                <a:gd name="connsiteX21" fmla="*/ 35118 w 179678"/>
                <a:gd name="connsiteY21" fmla="*/ 139757 h 160244"/>
                <a:gd name="connsiteX22" fmla="*/ 25262 w 179678"/>
                <a:gd name="connsiteY22" fmla="*/ 136566 h 160244"/>
                <a:gd name="connsiteX23" fmla="*/ 13132 w 179678"/>
                <a:gd name="connsiteY23" fmla="*/ 133021 h 160244"/>
                <a:gd name="connsiteX24" fmla="*/ 243 w 179678"/>
                <a:gd name="connsiteY24" fmla="*/ 145429 h 160244"/>
                <a:gd name="connsiteX25" fmla="*/ 19197 w 179678"/>
                <a:gd name="connsiteY25" fmla="*/ 160319 h 160244"/>
                <a:gd name="connsiteX26" fmla="*/ 54450 w 179678"/>
                <a:gd name="connsiteY26" fmla="*/ 135503 h 160244"/>
                <a:gd name="connsiteX27" fmla="*/ 88566 w 179678"/>
                <a:gd name="connsiteY27" fmla="*/ 94023 h 160244"/>
                <a:gd name="connsiteX28" fmla="*/ 99938 w 179678"/>
                <a:gd name="connsiteY28" fmla="*/ 136566 h 160244"/>
                <a:gd name="connsiteX29" fmla="*/ 121924 w 179678"/>
                <a:gd name="connsiteY29" fmla="*/ 160319 h 160244"/>
                <a:gd name="connsiteX30" fmla="*/ 168170 w 179678"/>
                <a:gd name="connsiteY30" fmla="*/ 119904 h 160244"/>
                <a:gd name="connsiteX31" fmla="*/ 162863 w 179678"/>
                <a:gd name="connsiteY31" fmla="*/ 117067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9678" h="160244">
                  <a:moveTo>
                    <a:pt x="162863" y="117067"/>
                  </a:moveTo>
                  <a:cubicBezTo>
                    <a:pt x="159831" y="120258"/>
                    <a:pt x="157935" y="122385"/>
                    <a:pt x="154524" y="126640"/>
                  </a:cubicBezTo>
                  <a:cubicBezTo>
                    <a:pt x="145805" y="137275"/>
                    <a:pt x="141256" y="140821"/>
                    <a:pt x="137087" y="140821"/>
                  </a:cubicBezTo>
                  <a:cubicBezTo>
                    <a:pt x="131401" y="140821"/>
                    <a:pt x="127989" y="136212"/>
                    <a:pt x="125336" y="126285"/>
                  </a:cubicBezTo>
                  <a:cubicBezTo>
                    <a:pt x="124577" y="123449"/>
                    <a:pt x="124198" y="121322"/>
                    <a:pt x="123819" y="120258"/>
                  </a:cubicBezTo>
                  <a:cubicBezTo>
                    <a:pt x="114343" y="84451"/>
                    <a:pt x="110173" y="68143"/>
                    <a:pt x="110173" y="62825"/>
                  </a:cubicBezTo>
                  <a:cubicBezTo>
                    <a:pt x="126852" y="35527"/>
                    <a:pt x="140498" y="19928"/>
                    <a:pt x="147322" y="19928"/>
                  </a:cubicBezTo>
                  <a:cubicBezTo>
                    <a:pt x="149596" y="19928"/>
                    <a:pt x="152628" y="20992"/>
                    <a:pt x="156419" y="22764"/>
                  </a:cubicBezTo>
                  <a:cubicBezTo>
                    <a:pt x="160968" y="25246"/>
                    <a:pt x="163621" y="25955"/>
                    <a:pt x="166654" y="25955"/>
                  </a:cubicBezTo>
                  <a:cubicBezTo>
                    <a:pt x="174614" y="25955"/>
                    <a:pt x="179921" y="20637"/>
                    <a:pt x="179921" y="13192"/>
                  </a:cubicBezTo>
                  <a:cubicBezTo>
                    <a:pt x="179921" y="5747"/>
                    <a:pt x="173477" y="75"/>
                    <a:pt x="164380" y="75"/>
                  </a:cubicBezTo>
                  <a:cubicBezTo>
                    <a:pt x="147701" y="75"/>
                    <a:pt x="133296" y="12838"/>
                    <a:pt x="107140" y="50772"/>
                  </a:cubicBezTo>
                  <a:lnTo>
                    <a:pt x="102971" y="31273"/>
                  </a:lnTo>
                  <a:cubicBezTo>
                    <a:pt x="97664" y="7165"/>
                    <a:pt x="93494" y="75"/>
                    <a:pt x="83259" y="75"/>
                  </a:cubicBezTo>
                  <a:cubicBezTo>
                    <a:pt x="74920" y="75"/>
                    <a:pt x="62031" y="3265"/>
                    <a:pt x="38908" y="10356"/>
                  </a:cubicBezTo>
                  <a:lnTo>
                    <a:pt x="34738" y="11774"/>
                  </a:lnTo>
                  <a:lnTo>
                    <a:pt x="36255" y="17092"/>
                  </a:lnTo>
                  <a:cubicBezTo>
                    <a:pt x="50659" y="13901"/>
                    <a:pt x="54071" y="13192"/>
                    <a:pt x="57483" y="13192"/>
                  </a:cubicBezTo>
                  <a:cubicBezTo>
                    <a:pt x="66959" y="13192"/>
                    <a:pt x="69234" y="16383"/>
                    <a:pt x="74541" y="37654"/>
                  </a:cubicBezTo>
                  <a:lnTo>
                    <a:pt x="85534" y="81261"/>
                  </a:lnTo>
                  <a:lnTo>
                    <a:pt x="54450" y="122740"/>
                  </a:lnTo>
                  <a:cubicBezTo>
                    <a:pt x="46869" y="133376"/>
                    <a:pt x="39287" y="139757"/>
                    <a:pt x="35118" y="139757"/>
                  </a:cubicBezTo>
                  <a:cubicBezTo>
                    <a:pt x="32843" y="139757"/>
                    <a:pt x="29052" y="138693"/>
                    <a:pt x="25262" y="136566"/>
                  </a:cubicBezTo>
                  <a:cubicBezTo>
                    <a:pt x="20334" y="134085"/>
                    <a:pt x="16164" y="133021"/>
                    <a:pt x="13132" y="133021"/>
                  </a:cubicBezTo>
                  <a:cubicBezTo>
                    <a:pt x="5929" y="133021"/>
                    <a:pt x="243" y="138339"/>
                    <a:pt x="243" y="145429"/>
                  </a:cubicBezTo>
                  <a:cubicBezTo>
                    <a:pt x="243" y="154647"/>
                    <a:pt x="7825" y="160319"/>
                    <a:pt x="19197" y="160319"/>
                  </a:cubicBezTo>
                  <a:cubicBezTo>
                    <a:pt x="30948" y="160319"/>
                    <a:pt x="35497" y="157129"/>
                    <a:pt x="54450" y="135503"/>
                  </a:cubicBezTo>
                  <a:cubicBezTo>
                    <a:pt x="64685" y="124158"/>
                    <a:pt x="72645" y="114586"/>
                    <a:pt x="88566" y="94023"/>
                  </a:cubicBezTo>
                  <a:lnTo>
                    <a:pt x="99938" y="136566"/>
                  </a:lnTo>
                  <a:cubicBezTo>
                    <a:pt x="104866" y="154647"/>
                    <a:pt x="109794" y="160319"/>
                    <a:pt x="121924" y="160319"/>
                  </a:cubicBezTo>
                  <a:cubicBezTo>
                    <a:pt x="136329" y="160319"/>
                    <a:pt x="146184" y="151811"/>
                    <a:pt x="168170" y="119904"/>
                  </a:cubicBezTo>
                  <a:lnTo>
                    <a:pt x="162863" y="117067"/>
                  </a:ln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49D5F57-3274-5E5F-8A46-9FD8FDF7D3E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2077224" y="6415374"/>
              <a:ext cx="252079" cy="236112"/>
            </a:xfrm>
            <a:custGeom>
              <a:avLst/>
              <a:gdLst>
                <a:gd name="connsiteX0" fmla="*/ 134061 w 252079"/>
                <a:gd name="connsiteY0" fmla="*/ 125221 h 236112"/>
                <a:gd name="connsiteX1" fmla="*/ 239821 w 252079"/>
                <a:gd name="connsiteY1" fmla="*/ 125221 h 236112"/>
                <a:gd name="connsiteX2" fmla="*/ 252330 w 252079"/>
                <a:gd name="connsiteY2" fmla="*/ 118130 h 236112"/>
                <a:gd name="connsiteX3" fmla="*/ 239821 w 252079"/>
                <a:gd name="connsiteY3" fmla="*/ 111040 h 236112"/>
                <a:gd name="connsiteX4" fmla="*/ 134061 w 252079"/>
                <a:gd name="connsiteY4" fmla="*/ 111040 h 236112"/>
                <a:gd name="connsiteX5" fmla="*/ 134061 w 252079"/>
                <a:gd name="connsiteY5" fmla="*/ 11773 h 236112"/>
                <a:gd name="connsiteX6" fmla="*/ 126480 w 252079"/>
                <a:gd name="connsiteY6" fmla="*/ 74 h 236112"/>
                <a:gd name="connsiteX7" fmla="*/ 118898 w 252079"/>
                <a:gd name="connsiteY7" fmla="*/ 11773 h 236112"/>
                <a:gd name="connsiteX8" fmla="*/ 118898 w 252079"/>
                <a:gd name="connsiteY8" fmla="*/ 111040 h 236112"/>
                <a:gd name="connsiteX9" fmla="*/ 12759 w 252079"/>
                <a:gd name="connsiteY9" fmla="*/ 111040 h 236112"/>
                <a:gd name="connsiteX10" fmla="*/ 250 w 252079"/>
                <a:gd name="connsiteY10" fmla="*/ 118130 h 236112"/>
                <a:gd name="connsiteX11" fmla="*/ 12759 w 252079"/>
                <a:gd name="connsiteY11" fmla="*/ 125221 h 236112"/>
                <a:gd name="connsiteX12" fmla="*/ 118898 w 252079"/>
                <a:gd name="connsiteY12" fmla="*/ 125221 h 236112"/>
                <a:gd name="connsiteX13" fmla="*/ 118898 w 252079"/>
                <a:gd name="connsiteY13" fmla="*/ 224487 h 236112"/>
                <a:gd name="connsiteX14" fmla="*/ 126480 w 252079"/>
                <a:gd name="connsiteY14" fmla="*/ 236187 h 236112"/>
                <a:gd name="connsiteX15" fmla="*/ 134061 w 252079"/>
                <a:gd name="connsiteY15" fmla="*/ 224487 h 236112"/>
                <a:gd name="connsiteX16" fmla="*/ 134061 w 252079"/>
                <a:gd name="connsiteY16" fmla="*/ 125221 h 23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2079" h="236112">
                  <a:moveTo>
                    <a:pt x="134061" y="125221"/>
                  </a:moveTo>
                  <a:lnTo>
                    <a:pt x="239821" y="125221"/>
                  </a:lnTo>
                  <a:cubicBezTo>
                    <a:pt x="245128" y="125221"/>
                    <a:pt x="252330" y="125221"/>
                    <a:pt x="252330" y="118130"/>
                  </a:cubicBezTo>
                  <a:cubicBezTo>
                    <a:pt x="252330" y="111040"/>
                    <a:pt x="245128" y="111040"/>
                    <a:pt x="239821" y="111040"/>
                  </a:cubicBezTo>
                  <a:lnTo>
                    <a:pt x="134061" y="111040"/>
                  </a:lnTo>
                  <a:lnTo>
                    <a:pt x="134061" y="11773"/>
                  </a:lnTo>
                  <a:cubicBezTo>
                    <a:pt x="134061" y="6810"/>
                    <a:pt x="134061" y="74"/>
                    <a:pt x="126480" y="74"/>
                  </a:cubicBezTo>
                  <a:cubicBezTo>
                    <a:pt x="118898" y="74"/>
                    <a:pt x="118898" y="6810"/>
                    <a:pt x="118898" y="11773"/>
                  </a:cubicBezTo>
                  <a:lnTo>
                    <a:pt x="118898" y="111040"/>
                  </a:lnTo>
                  <a:lnTo>
                    <a:pt x="12759" y="111040"/>
                  </a:lnTo>
                  <a:cubicBezTo>
                    <a:pt x="7452" y="111040"/>
                    <a:pt x="250" y="111040"/>
                    <a:pt x="250" y="118130"/>
                  </a:cubicBezTo>
                  <a:cubicBezTo>
                    <a:pt x="250" y="125221"/>
                    <a:pt x="7452" y="125221"/>
                    <a:pt x="12759" y="125221"/>
                  </a:cubicBezTo>
                  <a:lnTo>
                    <a:pt x="118898" y="125221"/>
                  </a:lnTo>
                  <a:lnTo>
                    <a:pt x="118898" y="224487"/>
                  </a:lnTo>
                  <a:cubicBezTo>
                    <a:pt x="118898" y="229451"/>
                    <a:pt x="118898" y="236187"/>
                    <a:pt x="126480" y="236187"/>
                  </a:cubicBezTo>
                  <a:cubicBezTo>
                    <a:pt x="134061" y="236187"/>
                    <a:pt x="134061" y="229451"/>
                    <a:pt x="134061" y="224487"/>
                  </a:cubicBezTo>
                  <a:lnTo>
                    <a:pt x="134061" y="125221"/>
                  </a:ln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63B0897F-0677-AF2F-1B01-D8D34DBADB0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2394242" y="6465716"/>
              <a:ext cx="179678" cy="160244"/>
            </a:xfrm>
            <a:custGeom>
              <a:avLst/>
              <a:gdLst>
                <a:gd name="connsiteX0" fmla="*/ 162878 w 179678"/>
                <a:gd name="connsiteY0" fmla="*/ 117067 h 160244"/>
                <a:gd name="connsiteX1" fmla="*/ 154539 w 179678"/>
                <a:gd name="connsiteY1" fmla="*/ 126640 h 160244"/>
                <a:gd name="connsiteX2" fmla="*/ 137102 w 179678"/>
                <a:gd name="connsiteY2" fmla="*/ 140821 h 160244"/>
                <a:gd name="connsiteX3" fmla="*/ 125351 w 179678"/>
                <a:gd name="connsiteY3" fmla="*/ 126285 h 160244"/>
                <a:gd name="connsiteX4" fmla="*/ 123834 w 179678"/>
                <a:gd name="connsiteY4" fmla="*/ 120258 h 160244"/>
                <a:gd name="connsiteX5" fmla="*/ 110188 w 179678"/>
                <a:gd name="connsiteY5" fmla="*/ 62825 h 160244"/>
                <a:gd name="connsiteX6" fmla="*/ 147337 w 179678"/>
                <a:gd name="connsiteY6" fmla="*/ 19928 h 160244"/>
                <a:gd name="connsiteX7" fmla="*/ 156434 w 179678"/>
                <a:gd name="connsiteY7" fmla="*/ 22764 h 160244"/>
                <a:gd name="connsiteX8" fmla="*/ 166669 w 179678"/>
                <a:gd name="connsiteY8" fmla="*/ 25955 h 160244"/>
                <a:gd name="connsiteX9" fmla="*/ 179936 w 179678"/>
                <a:gd name="connsiteY9" fmla="*/ 13192 h 160244"/>
                <a:gd name="connsiteX10" fmla="*/ 164395 w 179678"/>
                <a:gd name="connsiteY10" fmla="*/ 75 h 160244"/>
                <a:gd name="connsiteX11" fmla="*/ 107155 w 179678"/>
                <a:gd name="connsiteY11" fmla="*/ 50772 h 160244"/>
                <a:gd name="connsiteX12" fmla="*/ 102986 w 179678"/>
                <a:gd name="connsiteY12" fmla="*/ 31273 h 160244"/>
                <a:gd name="connsiteX13" fmla="*/ 83274 w 179678"/>
                <a:gd name="connsiteY13" fmla="*/ 75 h 160244"/>
                <a:gd name="connsiteX14" fmla="*/ 38923 w 179678"/>
                <a:gd name="connsiteY14" fmla="*/ 10356 h 160244"/>
                <a:gd name="connsiteX15" fmla="*/ 34753 w 179678"/>
                <a:gd name="connsiteY15" fmla="*/ 11774 h 160244"/>
                <a:gd name="connsiteX16" fmla="*/ 36270 w 179678"/>
                <a:gd name="connsiteY16" fmla="*/ 17092 h 160244"/>
                <a:gd name="connsiteX17" fmla="*/ 57497 w 179678"/>
                <a:gd name="connsiteY17" fmla="*/ 13192 h 160244"/>
                <a:gd name="connsiteX18" fmla="*/ 74556 w 179678"/>
                <a:gd name="connsiteY18" fmla="*/ 37654 h 160244"/>
                <a:gd name="connsiteX19" fmla="*/ 85548 w 179678"/>
                <a:gd name="connsiteY19" fmla="*/ 81261 h 160244"/>
                <a:gd name="connsiteX20" fmla="*/ 54465 w 179678"/>
                <a:gd name="connsiteY20" fmla="*/ 122740 h 160244"/>
                <a:gd name="connsiteX21" fmla="*/ 35132 w 179678"/>
                <a:gd name="connsiteY21" fmla="*/ 139757 h 160244"/>
                <a:gd name="connsiteX22" fmla="*/ 25277 w 179678"/>
                <a:gd name="connsiteY22" fmla="*/ 136566 h 160244"/>
                <a:gd name="connsiteX23" fmla="*/ 13147 w 179678"/>
                <a:gd name="connsiteY23" fmla="*/ 133021 h 160244"/>
                <a:gd name="connsiteX24" fmla="*/ 258 w 179678"/>
                <a:gd name="connsiteY24" fmla="*/ 145429 h 160244"/>
                <a:gd name="connsiteX25" fmla="*/ 19212 w 179678"/>
                <a:gd name="connsiteY25" fmla="*/ 160319 h 160244"/>
                <a:gd name="connsiteX26" fmla="*/ 54465 w 179678"/>
                <a:gd name="connsiteY26" fmla="*/ 135503 h 160244"/>
                <a:gd name="connsiteX27" fmla="*/ 88581 w 179678"/>
                <a:gd name="connsiteY27" fmla="*/ 94023 h 160244"/>
                <a:gd name="connsiteX28" fmla="*/ 99953 w 179678"/>
                <a:gd name="connsiteY28" fmla="*/ 136566 h 160244"/>
                <a:gd name="connsiteX29" fmla="*/ 121939 w 179678"/>
                <a:gd name="connsiteY29" fmla="*/ 160319 h 160244"/>
                <a:gd name="connsiteX30" fmla="*/ 168185 w 179678"/>
                <a:gd name="connsiteY30" fmla="*/ 119904 h 160244"/>
                <a:gd name="connsiteX31" fmla="*/ 162878 w 179678"/>
                <a:gd name="connsiteY31" fmla="*/ 117067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9678" h="160244">
                  <a:moveTo>
                    <a:pt x="162878" y="117067"/>
                  </a:moveTo>
                  <a:cubicBezTo>
                    <a:pt x="159846" y="120258"/>
                    <a:pt x="157950" y="122385"/>
                    <a:pt x="154539" y="126640"/>
                  </a:cubicBezTo>
                  <a:cubicBezTo>
                    <a:pt x="145820" y="137275"/>
                    <a:pt x="141271" y="140821"/>
                    <a:pt x="137102" y="140821"/>
                  </a:cubicBezTo>
                  <a:cubicBezTo>
                    <a:pt x="131416" y="140821"/>
                    <a:pt x="128004" y="136212"/>
                    <a:pt x="125351" y="126285"/>
                  </a:cubicBezTo>
                  <a:cubicBezTo>
                    <a:pt x="124592" y="123449"/>
                    <a:pt x="124213" y="121322"/>
                    <a:pt x="123834" y="120258"/>
                  </a:cubicBezTo>
                  <a:cubicBezTo>
                    <a:pt x="114358" y="84451"/>
                    <a:pt x="110188" y="68143"/>
                    <a:pt x="110188" y="62825"/>
                  </a:cubicBezTo>
                  <a:cubicBezTo>
                    <a:pt x="126867" y="35527"/>
                    <a:pt x="140513" y="19928"/>
                    <a:pt x="147337" y="19928"/>
                  </a:cubicBezTo>
                  <a:cubicBezTo>
                    <a:pt x="149611" y="19928"/>
                    <a:pt x="152643" y="20992"/>
                    <a:pt x="156434" y="22764"/>
                  </a:cubicBezTo>
                  <a:cubicBezTo>
                    <a:pt x="160983" y="25246"/>
                    <a:pt x="163636" y="25955"/>
                    <a:pt x="166669" y="25955"/>
                  </a:cubicBezTo>
                  <a:cubicBezTo>
                    <a:pt x="174629" y="25955"/>
                    <a:pt x="179936" y="20637"/>
                    <a:pt x="179936" y="13192"/>
                  </a:cubicBezTo>
                  <a:cubicBezTo>
                    <a:pt x="179936" y="5747"/>
                    <a:pt x="173492" y="75"/>
                    <a:pt x="164395" y="75"/>
                  </a:cubicBezTo>
                  <a:cubicBezTo>
                    <a:pt x="147716" y="75"/>
                    <a:pt x="133311" y="12838"/>
                    <a:pt x="107155" y="50772"/>
                  </a:cubicBezTo>
                  <a:lnTo>
                    <a:pt x="102986" y="31273"/>
                  </a:lnTo>
                  <a:cubicBezTo>
                    <a:pt x="97679" y="7165"/>
                    <a:pt x="93509" y="75"/>
                    <a:pt x="83274" y="75"/>
                  </a:cubicBezTo>
                  <a:cubicBezTo>
                    <a:pt x="74935" y="75"/>
                    <a:pt x="62046" y="3265"/>
                    <a:pt x="38923" y="10356"/>
                  </a:cubicBezTo>
                  <a:lnTo>
                    <a:pt x="34753" y="11774"/>
                  </a:lnTo>
                  <a:lnTo>
                    <a:pt x="36270" y="17092"/>
                  </a:lnTo>
                  <a:cubicBezTo>
                    <a:pt x="50674" y="13901"/>
                    <a:pt x="54086" y="13192"/>
                    <a:pt x="57497" y="13192"/>
                  </a:cubicBezTo>
                  <a:cubicBezTo>
                    <a:pt x="66974" y="13192"/>
                    <a:pt x="69249" y="16383"/>
                    <a:pt x="74556" y="37654"/>
                  </a:cubicBezTo>
                  <a:lnTo>
                    <a:pt x="85548" y="81261"/>
                  </a:lnTo>
                  <a:lnTo>
                    <a:pt x="54465" y="122740"/>
                  </a:lnTo>
                  <a:cubicBezTo>
                    <a:pt x="46884" y="133376"/>
                    <a:pt x="39302" y="139757"/>
                    <a:pt x="35132" y="139757"/>
                  </a:cubicBezTo>
                  <a:cubicBezTo>
                    <a:pt x="32858" y="139757"/>
                    <a:pt x="29067" y="138693"/>
                    <a:pt x="25277" y="136566"/>
                  </a:cubicBezTo>
                  <a:cubicBezTo>
                    <a:pt x="20349" y="134085"/>
                    <a:pt x="16179" y="133021"/>
                    <a:pt x="13147" y="133021"/>
                  </a:cubicBezTo>
                  <a:cubicBezTo>
                    <a:pt x="5944" y="133021"/>
                    <a:pt x="258" y="138339"/>
                    <a:pt x="258" y="145429"/>
                  </a:cubicBezTo>
                  <a:cubicBezTo>
                    <a:pt x="258" y="154647"/>
                    <a:pt x="7840" y="160319"/>
                    <a:pt x="19212" y="160319"/>
                  </a:cubicBezTo>
                  <a:cubicBezTo>
                    <a:pt x="30963" y="160319"/>
                    <a:pt x="35512" y="157129"/>
                    <a:pt x="54465" y="135503"/>
                  </a:cubicBezTo>
                  <a:cubicBezTo>
                    <a:pt x="64700" y="124158"/>
                    <a:pt x="72660" y="114586"/>
                    <a:pt x="88581" y="94023"/>
                  </a:cubicBezTo>
                  <a:lnTo>
                    <a:pt x="99953" y="136566"/>
                  </a:lnTo>
                  <a:cubicBezTo>
                    <a:pt x="104881" y="154647"/>
                    <a:pt x="109809" y="160319"/>
                    <a:pt x="121939" y="160319"/>
                  </a:cubicBezTo>
                  <a:cubicBezTo>
                    <a:pt x="136344" y="160319"/>
                    <a:pt x="146199" y="151811"/>
                    <a:pt x="168185" y="119904"/>
                  </a:cubicBezTo>
                  <a:lnTo>
                    <a:pt x="162878" y="117067"/>
                  </a:ln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0C02E99-BC04-41AF-1C70-CF700452D37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2582964" y="6297752"/>
              <a:ext cx="124826" cy="177346"/>
            </a:xfrm>
            <a:custGeom>
              <a:avLst/>
              <a:gdLst>
                <a:gd name="connsiteX0" fmla="*/ 125089 w 124826"/>
                <a:gd name="connsiteY0" fmla="*/ 141477 h 177346"/>
                <a:gd name="connsiteX1" fmla="*/ 121442 w 124826"/>
                <a:gd name="connsiteY1" fmla="*/ 140165 h 177346"/>
                <a:gd name="connsiteX2" fmla="*/ 94794 w 124826"/>
                <a:gd name="connsiteY2" fmla="*/ 157480 h 177346"/>
                <a:gd name="connsiteX3" fmla="*/ 27752 w 124826"/>
                <a:gd name="connsiteY3" fmla="*/ 157480 h 177346"/>
                <a:gd name="connsiteX4" fmla="*/ 74878 w 124826"/>
                <a:gd name="connsiteY4" fmla="*/ 111307 h 177346"/>
                <a:gd name="connsiteX5" fmla="*/ 110783 w 124826"/>
                <a:gd name="connsiteY5" fmla="*/ 46507 h 177346"/>
                <a:gd name="connsiteX6" fmla="*/ 58889 w 124826"/>
                <a:gd name="connsiteY6" fmla="*/ 71 h 177346"/>
                <a:gd name="connsiteX7" fmla="*/ 18495 w 124826"/>
                <a:gd name="connsiteY7" fmla="*/ 16337 h 177346"/>
                <a:gd name="connsiteX8" fmla="*/ 543 w 124826"/>
                <a:gd name="connsiteY8" fmla="*/ 52279 h 177346"/>
                <a:gd name="connsiteX9" fmla="*/ 6433 w 124826"/>
                <a:gd name="connsiteY9" fmla="*/ 53590 h 177346"/>
                <a:gd name="connsiteX10" fmla="*/ 47107 w 124826"/>
                <a:gd name="connsiteY10" fmla="*/ 19485 h 177346"/>
                <a:gd name="connsiteX11" fmla="*/ 86659 w 124826"/>
                <a:gd name="connsiteY11" fmla="*/ 56476 h 177346"/>
                <a:gd name="connsiteX12" fmla="*/ 50193 w 124826"/>
                <a:gd name="connsiteY12" fmla="*/ 124686 h 177346"/>
                <a:gd name="connsiteX13" fmla="*/ 262 w 124826"/>
                <a:gd name="connsiteY13" fmla="*/ 174270 h 177346"/>
                <a:gd name="connsiteX14" fmla="*/ 262 w 124826"/>
                <a:gd name="connsiteY14" fmla="*/ 177418 h 177346"/>
                <a:gd name="connsiteX15" fmla="*/ 109661 w 124826"/>
                <a:gd name="connsiteY15" fmla="*/ 177418 h 177346"/>
                <a:gd name="connsiteX16" fmla="*/ 125089 w 124826"/>
                <a:gd name="connsiteY16" fmla="*/ 141477 h 17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826" h="177346">
                  <a:moveTo>
                    <a:pt x="125089" y="141477"/>
                  </a:moveTo>
                  <a:lnTo>
                    <a:pt x="121442" y="140165"/>
                  </a:lnTo>
                  <a:cubicBezTo>
                    <a:pt x="111063" y="155119"/>
                    <a:pt x="107417" y="157480"/>
                    <a:pt x="94794" y="157480"/>
                  </a:cubicBezTo>
                  <a:lnTo>
                    <a:pt x="27752" y="157480"/>
                  </a:lnTo>
                  <a:lnTo>
                    <a:pt x="74878" y="111307"/>
                  </a:lnTo>
                  <a:cubicBezTo>
                    <a:pt x="99843" y="86908"/>
                    <a:pt x="110783" y="66970"/>
                    <a:pt x="110783" y="46507"/>
                  </a:cubicBezTo>
                  <a:cubicBezTo>
                    <a:pt x="110783" y="20272"/>
                    <a:pt x="88062" y="71"/>
                    <a:pt x="58889" y="71"/>
                  </a:cubicBezTo>
                  <a:cubicBezTo>
                    <a:pt x="43461" y="71"/>
                    <a:pt x="28874" y="5843"/>
                    <a:pt x="18495" y="16337"/>
                  </a:cubicBezTo>
                  <a:cubicBezTo>
                    <a:pt x="9519" y="25257"/>
                    <a:pt x="5311" y="33652"/>
                    <a:pt x="543" y="52279"/>
                  </a:cubicBezTo>
                  <a:lnTo>
                    <a:pt x="6433" y="53590"/>
                  </a:lnTo>
                  <a:cubicBezTo>
                    <a:pt x="17654" y="27880"/>
                    <a:pt x="27752" y="19485"/>
                    <a:pt x="47107" y="19485"/>
                  </a:cubicBezTo>
                  <a:cubicBezTo>
                    <a:pt x="70670" y="19485"/>
                    <a:pt x="86659" y="34439"/>
                    <a:pt x="86659" y="56476"/>
                  </a:cubicBezTo>
                  <a:cubicBezTo>
                    <a:pt x="86659" y="76939"/>
                    <a:pt x="73756" y="101337"/>
                    <a:pt x="50193" y="124686"/>
                  </a:cubicBezTo>
                  <a:lnTo>
                    <a:pt x="262" y="174270"/>
                  </a:lnTo>
                  <a:lnTo>
                    <a:pt x="262" y="177418"/>
                  </a:lnTo>
                  <a:lnTo>
                    <a:pt x="109661" y="177418"/>
                  </a:lnTo>
                  <a:lnTo>
                    <a:pt x="125089" y="141477"/>
                  </a:ln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13E72C7-066E-DFDB-66C9-C4D8753FDE9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2808427" y="6415374"/>
              <a:ext cx="252079" cy="236112"/>
            </a:xfrm>
            <a:custGeom>
              <a:avLst/>
              <a:gdLst>
                <a:gd name="connsiteX0" fmla="*/ 134080 w 252079"/>
                <a:gd name="connsiteY0" fmla="*/ 125221 h 236112"/>
                <a:gd name="connsiteX1" fmla="*/ 239840 w 252079"/>
                <a:gd name="connsiteY1" fmla="*/ 125221 h 236112"/>
                <a:gd name="connsiteX2" fmla="*/ 252349 w 252079"/>
                <a:gd name="connsiteY2" fmla="*/ 118130 h 236112"/>
                <a:gd name="connsiteX3" fmla="*/ 239840 w 252079"/>
                <a:gd name="connsiteY3" fmla="*/ 111040 h 236112"/>
                <a:gd name="connsiteX4" fmla="*/ 134080 w 252079"/>
                <a:gd name="connsiteY4" fmla="*/ 111040 h 236112"/>
                <a:gd name="connsiteX5" fmla="*/ 134080 w 252079"/>
                <a:gd name="connsiteY5" fmla="*/ 11773 h 236112"/>
                <a:gd name="connsiteX6" fmla="*/ 126499 w 252079"/>
                <a:gd name="connsiteY6" fmla="*/ 74 h 236112"/>
                <a:gd name="connsiteX7" fmla="*/ 118917 w 252079"/>
                <a:gd name="connsiteY7" fmla="*/ 11773 h 236112"/>
                <a:gd name="connsiteX8" fmla="*/ 118917 w 252079"/>
                <a:gd name="connsiteY8" fmla="*/ 111040 h 236112"/>
                <a:gd name="connsiteX9" fmla="*/ 12779 w 252079"/>
                <a:gd name="connsiteY9" fmla="*/ 111040 h 236112"/>
                <a:gd name="connsiteX10" fmla="*/ 269 w 252079"/>
                <a:gd name="connsiteY10" fmla="*/ 118130 h 236112"/>
                <a:gd name="connsiteX11" fmla="*/ 12779 w 252079"/>
                <a:gd name="connsiteY11" fmla="*/ 125221 h 236112"/>
                <a:gd name="connsiteX12" fmla="*/ 118917 w 252079"/>
                <a:gd name="connsiteY12" fmla="*/ 125221 h 236112"/>
                <a:gd name="connsiteX13" fmla="*/ 118917 w 252079"/>
                <a:gd name="connsiteY13" fmla="*/ 224487 h 236112"/>
                <a:gd name="connsiteX14" fmla="*/ 126499 w 252079"/>
                <a:gd name="connsiteY14" fmla="*/ 236187 h 236112"/>
                <a:gd name="connsiteX15" fmla="*/ 134080 w 252079"/>
                <a:gd name="connsiteY15" fmla="*/ 224487 h 236112"/>
                <a:gd name="connsiteX16" fmla="*/ 134080 w 252079"/>
                <a:gd name="connsiteY16" fmla="*/ 125221 h 23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2079" h="236112">
                  <a:moveTo>
                    <a:pt x="134080" y="125221"/>
                  </a:moveTo>
                  <a:lnTo>
                    <a:pt x="239840" y="125221"/>
                  </a:lnTo>
                  <a:cubicBezTo>
                    <a:pt x="245147" y="125221"/>
                    <a:pt x="252349" y="125221"/>
                    <a:pt x="252349" y="118130"/>
                  </a:cubicBezTo>
                  <a:cubicBezTo>
                    <a:pt x="252349" y="111040"/>
                    <a:pt x="245147" y="111040"/>
                    <a:pt x="239840" y="111040"/>
                  </a:cubicBezTo>
                  <a:lnTo>
                    <a:pt x="134080" y="111040"/>
                  </a:lnTo>
                  <a:lnTo>
                    <a:pt x="134080" y="11773"/>
                  </a:lnTo>
                  <a:cubicBezTo>
                    <a:pt x="134080" y="6810"/>
                    <a:pt x="134080" y="74"/>
                    <a:pt x="126499" y="74"/>
                  </a:cubicBezTo>
                  <a:cubicBezTo>
                    <a:pt x="118917" y="74"/>
                    <a:pt x="118917" y="6810"/>
                    <a:pt x="118917" y="11773"/>
                  </a:cubicBezTo>
                  <a:lnTo>
                    <a:pt x="118917" y="111040"/>
                  </a:lnTo>
                  <a:lnTo>
                    <a:pt x="12779" y="111040"/>
                  </a:lnTo>
                  <a:cubicBezTo>
                    <a:pt x="7472" y="111040"/>
                    <a:pt x="269" y="111040"/>
                    <a:pt x="269" y="118130"/>
                  </a:cubicBezTo>
                  <a:cubicBezTo>
                    <a:pt x="269" y="125221"/>
                    <a:pt x="7472" y="125221"/>
                    <a:pt x="12779" y="125221"/>
                  </a:cubicBezTo>
                  <a:lnTo>
                    <a:pt x="118917" y="125221"/>
                  </a:lnTo>
                  <a:lnTo>
                    <a:pt x="118917" y="224487"/>
                  </a:lnTo>
                  <a:cubicBezTo>
                    <a:pt x="118917" y="229451"/>
                    <a:pt x="118917" y="236187"/>
                    <a:pt x="126499" y="236187"/>
                  </a:cubicBezTo>
                  <a:cubicBezTo>
                    <a:pt x="134080" y="236187"/>
                    <a:pt x="134080" y="229451"/>
                    <a:pt x="134080" y="224487"/>
                  </a:cubicBezTo>
                  <a:lnTo>
                    <a:pt x="134080" y="125221"/>
                  </a:ln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425443D-BA15-C1E1-1DD8-E0054B23458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3125445" y="6465716"/>
              <a:ext cx="179678" cy="160244"/>
            </a:xfrm>
            <a:custGeom>
              <a:avLst/>
              <a:gdLst>
                <a:gd name="connsiteX0" fmla="*/ 162897 w 179678"/>
                <a:gd name="connsiteY0" fmla="*/ 117067 h 160244"/>
                <a:gd name="connsiteX1" fmla="*/ 154558 w 179678"/>
                <a:gd name="connsiteY1" fmla="*/ 126640 h 160244"/>
                <a:gd name="connsiteX2" fmla="*/ 137121 w 179678"/>
                <a:gd name="connsiteY2" fmla="*/ 140821 h 160244"/>
                <a:gd name="connsiteX3" fmla="*/ 125370 w 179678"/>
                <a:gd name="connsiteY3" fmla="*/ 126285 h 160244"/>
                <a:gd name="connsiteX4" fmla="*/ 123853 w 179678"/>
                <a:gd name="connsiteY4" fmla="*/ 120258 h 160244"/>
                <a:gd name="connsiteX5" fmla="*/ 110207 w 179678"/>
                <a:gd name="connsiteY5" fmla="*/ 62825 h 160244"/>
                <a:gd name="connsiteX6" fmla="*/ 147356 w 179678"/>
                <a:gd name="connsiteY6" fmla="*/ 19928 h 160244"/>
                <a:gd name="connsiteX7" fmla="*/ 156453 w 179678"/>
                <a:gd name="connsiteY7" fmla="*/ 22764 h 160244"/>
                <a:gd name="connsiteX8" fmla="*/ 166688 w 179678"/>
                <a:gd name="connsiteY8" fmla="*/ 25955 h 160244"/>
                <a:gd name="connsiteX9" fmla="*/ 179955 w 179678"/>
                <a:gd name="connsiteY9" fmla="*/ 13192 h 160244"/>
                <a:gd name="connsiteX10" fmla="*/ 164414 w 179678"/>
                <a:gd name="connsiteY10" fmla="*/ 75 h 160244"/>
                <a:gd name="connsiteX11" fmla="*/ 107174 w 179678"/>
                <a:gd name="connsiteY11" fmla="*/ 50772 h 160244"/>
                <a:gd name="connsiteX12" fmla="*/ 103005 w 179678"/>
                <a:gd name="connsiteY12" fmla="*/ 31273 h 160244"/>
                <a:gd name="connsiteX13" fmla="*/ 83293 w 179678"/>
                <a:gd name="connsiteY13" fmla="*/ 75 h 160244"/>
                <a:gd name="connsiteX14" fmla="*/ 38942 w 179678"/>
                <a:gd name="connsiteY14" fmla="*/ 10356 h 160244"/>
                <a:gd name="connsiteX15" fmla="*/ 34773 w 179678"/>
                <a:gd name="connsiteY15" fmla="*/ 11774 h 160244"/>
                <a:gd name="connsiteX16" fmla="*/ 36289 w 179678"/>
                <a:gd name="connsiteY16" fmla="*/ 17092 h 160244"/>
                <a:gd name="connsiteX17" fmla="*/ 57517 w 179678"/>
                <a:gd name="connsiteY17" fmla="*/ 13192 h 160244"/>
                <a:gd name="connsiteX18" fmla="*/ 74575 w 179678"/>
                <a:gd name="connsiteY18" fmla="*/ 37654 h 160244"/>
                <a:gd name="connsiteX19" fmla="*/ 85568 w 179678"/>
                <a:gd name="connsiteY19" fmla="*/ 81261 h 160244"/>
                <a:gd name="connsiteX20" fmla="*/ 54484 w 179678"/>
                <a:gd name="connsiteY20" fmla="*/ 122740 h 160244"/>
                <a:gd name="connsiteX21" fmla="*/ 35152 w 179678"/>
                <a:gd name="connsiteY21" fmla="*/ 139757 h 160244"/>
                <a:gd name="connsiteX22" fmla="*/ 25296 w 179678"/>
                <a:gd name="connsiteY22" fmla="*/ 136566 h 160244"/>
                <a:gd name="connsiteX23" fmla="*/ 13166 w 179678"/>
                <a:gd name="connsiteY23" fmla="*/ 133021 h 160244"/>
                <a:gd name="connsiteX24" fmla="*/ 277 w 179678"/>
                <a:gd name="connsiteY24" fmla="*/ 145429 h 160244"/>
                <a:gd name="connsiteX25" fmla="*/ 19231 w 179678"/>
                <a:gd name="connsiteY25" fmla="*/ 160319 h 160244"/>
                <a:gd name="connsiteX26" fmla="*/ 54484 w 179678"/>
                <a:gd name="connsiteY26" fmla="*/ 135503 h 160244"/>
                <a:gd name="connsiteX27" fmla="*/ 88600 w 179678"/>
                <a:gd name="connsiteY27" fmla="*/ 94023 h 160244"/>
                <a:gd name="connsiteX28" fmla="*/ 99972 w 179678"/>
                <a:gd name="connsiteY28" fmla="*/ 136566 h 160244"/>
                <a:gd name="connsiteX29" fmla="*/ 121958 w 179678"/>
                <a:gd name="connsiteY29" fmla="*/ 160319 h 160244"/>
                <a:gd name="connsiteX30" fmla="*/ 168204 w 179678"/>
                <a:gd name="connsiteY30" fmla="*/ 119904 h 160244"/>
                <a:gd name="connsiteX31" fmla="*/ 162897 w 179678"/>
                <a:gd name="connsiteY31" fmla="*/ 117067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9678" h="160244">
                  <a:moveTo>
                    <a:pt x="162897" y="117067"/>
                  </a:moveTo>
                  <a:cubicBezTo>
                    <a:pt x="159865" y="120258"/>
                    <a:pt x="157970" y="122385"/>
                    <a:pt x="154558" y="126640"/>
                  </a:cubicBezTo>
                  <a:cubicBezTo>
                    <a:pt x="145839" y="137275"/>
                    <a:pt x="141291" y="140821"/>
                    <a:pt x="137121" y="140821"/>
                  </a:cubicBezTo>
                  <a:cubicBezTo>
                    <a:pt x="131435" y="140821"/>
                    <a:pt x="128023" y="136212"/>
                    <a:pt x="125370" y="126285"/>
                  </a:cubicBezTo>
                  <a:cubicBezTo>
                    <a:pt x="124612" y="123449"/>
                    <a:pt x="124233" y="121322"/>
                    <a:pt x="123853" y="120258"/>
                  </a:cubicBezTo>
                  <a:cubicBezTo>
                    <a:pt x="114377" y="84451"/>
                    <a:pt x="110207" y="68143"/>
                    <a:pt x="110207" y="62825"/>
                  </a:cubicBezTo>
                  <a:cubicBezTo>
                    <a:pt x="126886" y="35527"/>
                    <a:pt x="140532" y="19928"/>
                    <a:pt x="147356" y="19928"/>
                  </a:cubicBezTo>
                  <a:cubicBezTo>
                    <a:pt x="149630" y="19928"/>
                    <a:pt x="152663" y="20992"/>
                    <a:pt x="156453" y="22764"/>
                  </a:cubicBezTo>
                  <a:cubicBezTo>
                    <a:pt x="161002" y="25246"/>
                    <a:pt x="163656" y="25955"/>
                    <a:pt x="166688" y="25955"/>
                  </a:cubicBezTo>
                  <a:cubicBezTo>
                    <a:pt x="174649" y="25955"/>
                    <a:pt x="179955" y="20637"/>
                    <a:pt x="179955" y="13192"/>
                  </a:cubicBezTo>
                  <a:cubicBezTo>
                    <a:pt x="179955" y="5747"/>
                    <a:pt x="173511" y="75"/>
                    <a:pt x="164414" y="75"/>
                  </a:cubicBezTo>
                  <a:cubicBezTo>
                    <a:pt x="147735" y="75"/>
                    <a:pt x="133330" y="12838"/>
                    <a:pt x="107174" y="50772"/>
                  </a:cubicBezTo>
                  <a:lnTo>
                    <a:pt x="103005" y="31273"/>
                  </a:lnTo>
                  <a:cubicBezTo>
                    <a:pt x="97698" y="7165"/>
                    <a:pt x="93528" y="75"/>
                    <a:pt x="83293" y="75"/>
                  </a:cubicBezTo>
                  <a:cubicBezTo>
                    <a:pt x="74954" y="75"/>
                    <a:pt x="62065" y="3265"/>
                    <a:pt x="38942" y="10356"/>
                  </a:cubicBezTo>
                  <a:lnTo>
                    <a:pt x="34773" y="11774"/>
                  </a:lnTo>
                  <a:lnTo>
                    <a:pt x="36289" y="17092"/>
                  </a:lnTo>
                  <a:cubicBezTo>
                    <a:pt x="50693" y="13901"/>
                    <a:pt x="54105" y="13192"/>
                    <a:pt x="57517" y="13192"/>
                  </a:cubicBezTo>
                  <a:cubicBezTo>
                    <a:pt x="66993" y="13192"/>
                    <a:pt x="69268" y="16383"/>
                    <a:pt x="74575" y="37654"/>
                  </a:cubicBezTo>
                  <a:lnTo>
                    <a:pt x="85568" y="81261"/>
                  </a:lnTo>
                  <a:lnTo>
                    <a:pt x="54484" y="122740"/>
                  </a:lnTo>
                  <a:cubicBezTo>
                    <a:pt x="46903" y="133376"/>
                    <a:pt x="39321" y="139757"/>
                    <a:pt x="35152" y="139757"/>
                  </a:cubicBezTo>
                  <a:cubicBezTo>
                    <a:pt x="32877" y="139757"/>
                    <a:pt x="29087" y="138693"/>
                    <a:pt x="25296" y="136566"/>
                  </a:cubicBezTo>
                  <a:cubicBezTo>
                    <a:pt x="20368" y="134085"/>
                    <a:pt x="16198" y="133021"/>
                    <a:pt x="13166" y="133021"/>
                  </a:cubicBezTo>
                  <a:cubicBezTo>
                    <a:pt x="5963" y="133021"/>
                    <a:pt x="277" y="138339"/>
                    <a:pt x="277" y="145429"/>
                  </a:cubicBezTo>
                  <a:cubicBezTo>
                    <a:pt x="277" y="154647"/>
                    <a:pt x="7859" y="160319"/>
                    <a:pt x="19231" y="160319"/>
                  </a:cubicBezTo>
                  <a:cubicBezTo>
                    <a:pt x="30982" y="160319"/>
                    <a:pt x="35531" y="157129"/>
                    <a:pt x="54484" y="135503"/>
                  </a:cubicBezTo>
                  <a:cubicBezTo>
                    <a:pt x="64719" y="124158"/>
                    <a:pt x="72679" y="114586"/>
                    <a:pt x="88600" y="94023"/>
                  </a:cubicBezTo>
                  <a:lnTo>
                    <a:pt x="99972" y="136566"/>
                  </a:lnTo>
                  <a:cubicBezTo>
                    <a:pt x="104900" y="154647"/>
                    <a:pt x="109828" y="160319"/>
                    <a:pt x="121958" y="160319"/>
                  </a:cubicBezTo>
                  <a:cubicBezTo>
                    <a:pt x="136363" y="160319"/>
                    <a:pt x="146218" y="151811"/>
                    <a:pt x="168204" y="119904"/>
                  </a:cubicBezTo>
                  <a:lnTo>
                    <a:pt x="162897" y="117067"/>
                  </a:ln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DAC6D00-27CC-223D-6202-C5C27A8FF41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3317814" y="6297752"/>
              <a:ext cx="109118" cy="181019"/>
            </a:xfrm>
            <a:custGeom>
              <a:avLst/>
              <a:gdLst>
                <a:gd name="connsiteX0" fmla="*/ 31137 w 109118"/>
                <a:gd name="connsiteY0" fmla="*/ 90844 h 181019"/>
                <a:gd name="connsiteX1" fmla="*/ 60871 w 109118"/>
                <a:gd name="connsiteY1" fmla="*/ 93729 h 181019"/>
                <a:gd name="connsiteX2" fmla="*/ 89203 w 109118"/>
                <a:gd name="connsiteY2" fmla="*/ 132557 h 181019"/>
                <a:gd name="connsiteX3" fmla="*/ 52456 w 109118"/>
                <a:gd name="connsiteY3" fmla="*/ 171646 h 181019"/>
                <a:gd name="connsiteX4" fmla="*/ 28893 w 109118"/>
                <a:gd name="connsiteY4" fmla="*/ 163514 h 181019"/>
                <a:gd name="connsiteX5" fmla="*/ 10941 w 109118"/>
                <a:gd name="connsiteY5" fmla="*/ 156955 h 181019"/>
                <a:gd name="connsiteX6" fmla="*/ 281 w 109118"/>
                <a:gd name="connsiteY6" fmla="*/ 166137 h 181019"/>
                <a:gd name="connsiteX7" fmla="*/ 31979 w 109118"/>
                <a:gd name="connsiteY7" fmla="*/ 181091 h 181019"/>
                <a:gd name="connsiteX8" fmla="*/ 88922 w 109118"/>
                <a:gd name="connsiteY8" fmla="*/ 163514 h 181019"/>
                <a:gd name="connsiteX9" fmla="*/ 109399 w 109118"/>
                <a:gd name="connsiteY9" fmla="*/ 119964 h 181019"/>
                <a:gd name="connsiteX10" fmla="*/ 96777 w 109118"/>
                <a:gd name="connsiteY10" fmla="*/ 86121 h 181019"/>
                <a:gd name="connsiteX11" fmla="*/ 73494 w 109118"/>
                <a:gd name="connsiteY11" fmla="*/ 72217 h 181019"/>
                <a:gd name="connsiteX12" fmla="*/ 99862 w 109118"/>
                <a:gd name="connsiteY12" fmla="*/ 36013 h 181019"/>
                <a:gd name="connsiteX13" fmla="*/ 56103 w 109118"/>
                <a:gd name="connsiteY13" fmla="*/ 71 h 181019"/>
                <a:gd name="connsiteX14" fmla="*/ 19636 w 109118"/>
                <a:gd name="connsiteY14" fmla="*/ 12926 h 181019"/>
                <a:gd name="connsiteX15" fmla="*/ 842 w 109118"/>
                <a:gd name="connsiteY15" fmla="*/ 42572 h 181019"/>
                <a:gd name="connsiteX16" fmla="*/ 5050 w 109118"/>
                <a:gd name="connsiteY16" fmla="*/ 43621 h 181019"/>
                <a:gd name="connsiteX17" fmla="*/ 46846 w 109118"/>
                <a:gd name="connsiteY17" fmla="*/ 15812 h 181019"/>
                <a:gd name="connsiteX18" fmla="*/ 77702 w 109118"/>
                <a:gd name="connsiteY18" fmla="*/ 43883 h 181019"/>
                <a:gd name="connsiteX19" fmla="*/ 66482 w 109118"/>
                <a:gd name="connsiteY19" fmla="*/ 69331 h 181019"/>
                <a:gd name="connsiteX20" fmla="*/ 31137 w 109118"/>
                <a:gd name="connsiteY20" fmla="*/ 87433 h 181019"/>
                <a:gd name="connsiteX21" fmla="*/ 31137 w 109118"/>
                <a:gd name="connsiteY21" fmla="*/ 90844 h 181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118" h="181019">
                  <a:moveTo>
                    <a:pt x="31137" y="90844"/>
                  </a:moveTo>
                  <a:cubicBezTo>
                    <a:pt x="47687" y="90844"/>
                    <a:pt x="54139" y="91368"/>
                    <a:pt x="60871" y="93729"/>
                  </a:cubicBezTo>
                  <a:cubicBezTo>
                    <a:pt x="78263" y="99501"/>
                    <a:pt x="89203" y="114455"/>
                    <a:pt x="89203" y="132557"/>
                  </a:cubicBezTo>
                  <a:cubicBezTo>
                    <a:pt x="89203" y="154594"/>
                    <a:pt x="73214" y="171646"/>
                    <a:pt x="52456" y="171646"/>
                  </a:cubicBezTo>
                  <a:cubicBezTo>
                    <a:pt x="44882" y="171646"/>
                    <a:pt x="39272" y="169810"/>
                    <a:pt x="28893" y="163514"/>
                  </a:cubicBezTo>
                  <a:cubicBezTo>
                    <a:pt x="20478" y="158791"/>
                    <a:pt x="15709" y="156955"/>
                    <a:pt x="10941" y="156955"/>
                  </a:cubicBezTo>
                  <a:cubicBezTo>
                    <a:pt x="4489" y="156955"/>
                    <a:pt x="281" y="160628"/>
                    <a:pt x="281" y="166137"/>
                  </a:cubicBezTo>
                  <a:cubicBezTo>
                    <a:pt x="281" y="175319"/>
                    <a:pt x="12343" y="181091"/>
                    <a:pt x="31979" y="181091"/>
                  </a:cubicBezTo>
                  <a:cubicBezTo>
                    <a:pt x="53578" y="181091"/>
                    <a:pt x="75738" y="174270"/>
                    <a:pt x="88922" y="163514"/>
                  </a:cubicBezTo>
                  <a:cubicBezTo>
                    <a:pt x="102106" y="152758"/>
                    <a:pt x="109399" y="137541"/>
                    <a:pt x="109399" y="119964"/>
                  </a:cubicBezTo>
                  <a:cubicBezTo>
                    <a:pt x="109399" y="106584"/>
                    <a:pt x="104911" y="94254"/>
                    <a:pt x="96777" y="86121"/>
                  </a:cubicBezTo>
                  <a:cubicBezTo>
                    <a:pt x="91166" y="80350"/>
                    <a:pt x="85837" y="77202"/>
                    <a:pt x="73494" y="72217"/>
                  </a:cubicBezTo>
                  <a:cubicBezTo>
                    <a:pt x="92849" y="59887"/>
                    <a:pt x="99862" y="50180"/>
                    <a:pt x="99862" y="36013"/>
                  </a:cubicBezTo>
                  <a:cubicBezTo>
                    <a:pt x="99862" y="14763"/>
                    <a:pt x="81910" y="71"/>
                    <a:pt x="56103" y="71"/>
                  </a:cubicBezTo>
                  <a:cubicBezTo>
                    <a:pt x="42077" y="71"/>
                    <a:pt x="29735" y="4531"/>
                    <a:pt x="19636" y="12926"/>
                  </a:cubicBezTo>
                  <a:cubicBezTo>
                    <a:pt x="11221" y="20010"/>
                    <a:pt x="7014" y="26831"/>
                    <a:pt x="842" y="42572"/>
                  </a:cubicBezTo>
                  <a:lnTo>
                    <a:pt x="5050" y="43621"/>
                  </a:lnTo>
                  <a:cubicBezTo>
                    <a:pt x="16551" y="24470"/>
                    <a:pt x="29174" y="15812"/>
                    <a:pt x="46846" y="15812"/>
                  </a:cubicBezTo>
                  <a:cubicBezTo>
                    <a:pt x="65079" y="15812"/>
                    <a:pt x="77702" y="27356"/>
                    <a:pt x="77702" y="43883"/>
                  </a:cubicBezTo>
                  <a:cubicBezTo>
                    <a:pt x="77702" y="53328"/>
                    <a:pt x="73494" y="62772"/>
                    <a:pt x="66482" y="69331"/>
                  </a:cubicBezTo>
                  <a:cubicBezTo>
                    <a:pt x="58066" y="77202"/>
                    <a:pt x="50212" y="81137"/>
                    <a:pt x="31137" y="87433"/>
                  </a:cubicBezTo>
                  <a:lnTo>
                    <a:pt x="31137" y="90844"/>
                  </a:lnTo>
                  <a:close/>
                </a:path>
              </a:pathLst>
            </a:custGeom>
            <a:grpFill/>
            <a:ln w="9525" cap="flat">
              <a:solidFill>
                <a:srgbClr val="C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118" name="Arrow: Right 117">
            <a:extLst>
              <a:ext uri="{FF2B5EF4-FFF2-40B4-BE49-F238E27FC236}">
                <a16:creationId xmlns:a16="http://schemas.microsoft.com/office/drawing/2014/main" id="{785333AE-B411-99DC-75B2-31584666882A}"/>
              </a:ext>
            </a:extLst>
          </p:cNvPr>
          <p:cNvSpPr/>
          <p:nvPr/>
        </p:nvSpPr>
        <p:spPr>
          <a:xfrm rot="2006021">
            <a:off x="6559275" y="3359857"/>
            <a:ext cx="655135" cy="210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74A32CEC-F6F9-EE74-1392-011639A6398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30570" y="3018224"/>
            <a:ext cx="3735977" cy="28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5558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.42286"/>
  <p:tag name="ORIGINALWIDTH" val="175.0068"/>
  <p:tag name="OUTPUTTYPE" val="SVG"/>
  <p:tag name="IGUANATEXVERSION" val="161"/>
  <p:tag name="LATEXADDIN" val="\documentclass{article}&#10;\usepackage{amsmath}&#10;\pagestyle{empty}&#10;\usepackage{xcolor}&#10;\begin{document}&#10;\color{white}&#10;\begin{align*}&#10;f(x) = \sum_{i=0}^n a_i x^i = a_0 + a_1 \,x + a_2 \, x^2 + \cdots&#10;\end{align*}&#10;\end{document}"/>
  <p:tag name="IGUANATEXSIZE" val="28"/>
  <p:tag name="IGUANATEXCURSOR" val="19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66002"/>
  <p:tag name="ORIGINALWIDTH" val="4.978403"/>
  <p:tag name="LATEXADDIN" val="\documentclass{article}&#10;\usepackage{amsmath}&#10;\pagestyle{empty}&#10;\usepackage{xcolor}&#10;\begin{document}&#10;\color{white}&#10;\begin{align*}&#10;f(x) = \sum_{i=0}^n a_i x^i = a_0 + a_1 \,x + a_2 \, x^2 + \cdots&#10;\end{align*}&#10;\end{document}"/>
  <p:tag name="IGUANATEXSIZE" val="28"/>
  <p:tag name="IGUANATEXCURSOR" val="19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14595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6842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14595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34561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91"/>
  <p:tag name="ORIGINALWIDTH" val="4.26707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94769"/>
  <p:tag name="ORIGINALWIDTH" val="13.27911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16057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875956"/>
  <p:tag name="ORIGINALWIDTH" val="5.140017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40439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9348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16057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6842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16057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34561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9348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107"/>
  <p:tag name="ORIGINALWIDTH" val="3.240439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6.634561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9348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4207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6842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6.634561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569348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6811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6842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6811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6.634561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7536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7536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6018"/>
  <p:tag name="ORIGINALWIDTH" val="1.057536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53307"/>
  <p:tag name="ORIGINALWIDTH" val="248.7098"/>
  <p:tag name="OUTPUTTYPE" val="SVG"/>
  <p:tag name="IGUANATEXVERSION" val="161"/>
  <p:tag name="LATEXADDIN" val="\documentclass{article}&#10;\usepackage{amsmath}&#10;\pagestyle{empty}&#10;\usepackage{xcolor}&#10;\begin{document}&#10;\color{white}&#10;\begin{align*}&#10;\text{the cubic polynomial is: } \quad&#10; a_0 + a_1 \,x_i + a_2 \, x_i^2 + a_3 \, x_i^3 = y_i&#10;\end{align*}&#10;\end{document}"/>
  <p:tag name="IGUANATEXSIZE" val="28"/>
  <p:tag name="IGUANATEXCURSOR" val="16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3286"/>
  <p:tag name="ORIGINALWIDTH" val="94.58837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black}{&#10;$$&#10;\text{for each point, we have:}&#10;$$&#10;}&#10;\end{document}"/>
  <p:tag name="IGUANATEXSIZE" val="30"/>
  <p:tag name="IGUANATEXCURSOR" val="29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36.92664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for }\,\, (0,2)&#10;$$&#10;}&#10;\end{document}"/>
  <p:tag name="IGUANATEXSIZE" val="24"/>
  <p:tag name="IGUANATEXCURSOR" val="28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36.92664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for }\,\, (1,3)&#10;$$&#10;}&#10;\end{document}"/>
  <p:tag name="IGUANATEXSIZE" val="24"/>
  <p:tag name="IGUANATEXCURSOR" val="28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41.42441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for }\,\, (2,12)&#10;$$&#10;}&#10;\end{document}"/>
  <p:tag name="IGUANATEXSIZE" val="24"/>
  <p:tag name="IGUANATEXCURSOR" val="28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46.64793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for }\,\, (5,147)&#10;$$&#10;}&#10;\end{document}"/>
  <p:tag name="IGUANATEXSIZE" val="24"/>
  <p:tag name="IGUANATEXCURSOR" val="28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3.60292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for }\,\, (5,147)&#10;$$&#10;}&#10;\end{document}"/>
  <p:tag name="IGUANATEXSIZE" val="24"/>
  <p:tag name="IGUANATEXCURSOR" val="28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771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75361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0269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93438"/>
  <p:tag name="ORIGINALWIDTH" val="4.029691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1253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08891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565682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3759"/>
  <p:tag name="ORIGINALWIDTH" val="4.257972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0269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3.581955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for }\,\, (2,12)&#10;$$&#10;}&#10;\end{document}"/>
  <p:tag name="IGUANATEXSIZE" val="24"/>
  <p:tag name="IGUANATEXCURSOR" val="28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5164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56332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289304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391109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54495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792552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391109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289304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3.626607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for }\,\, (1,3)&#10;$$&#10;}&#10;\end{document}"/>
  <p:tag name="IGUANATEXSIZE" val="24"/>
  <p:tag name="IGUANATEXCURSOR" val="28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405905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96916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17815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27362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8898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86384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17815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3.626607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for }\,\, (0,2)&#10;$$&#10;}&#10;\end{document}"/>
  <p:tag name="IGUANATEXSIZE" val="24"/>
  <p:tag name="IGUANATEXCURSOR" val="28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405905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96916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17815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515781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8898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445866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17815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55"/>
  <p:tag name="ORIGINALWIDTH" val="3.602914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black}{&#10;$$&#10;\text{for each point, we have:}&#10;$$&#10;}&#10;\end{document}"/>
  <p:tag name="IGUANATEXSIZE" val="30"/>
  <p:tag name="IGUANATEXCURSOR" val="29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4.377087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7"/>
  <p:tag name="ORIGINALWIDTH" val="3.27538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3.960236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4.01979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3.841129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55"/>
  <p:tag name="ORIGINALWIDTH" val="4.744331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9501"/>
  <p:tag name="ORIGINALWIDTH" val="4.615302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4.377087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55"/>
  <p:tag name="ORIGINALWIDTH" val="2.35231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7"/>
  <p:tag name="ORIGINALWIDTH" val="4.655013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11864"/>
  <p:tag name="ORIGINALWIDTH" val="1.379632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5381"/>
  <p:tag name="ORIGINALWIDTH" val="6.67979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3.960236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55"/>
  <p:tag name="ORIGINALWIDTH" val="4.744331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4.01979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5381"/>
  <p:tag name="ORIGINALWIDTH" val="4.545827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3.960236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1.101706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015"/>
  <p:tag name="ORIGINALWIDTH" val="139.5607"/>
  <p:tag name="OUTPUTTYPE" val="SVG"/>
  <p:tag name="IGUANATEXVERSION" val="161"/>
  <p:tag name="LATEXADDIN" val="\documentclass{article}&#10;\usepackage{amsmath,amsfonts,amssymb,xcolor,mathptmx}&#10;%\newcommand{\dbar}{{d\mkern-7mu\mathchar'26%%\mkern-2mu}}&#10;\usepackage{times}&#10;\usepackage{mathptmx}&#10;\usepackage{bm}&#10;\usepackage{xcolor}&#10;\pagestyle{empty}&#10;\begin{document}&#10;\color{white}{&#10;$$&#10;a_0 + 1 \times a_1 + 1^2 \times a_2 + 1^3 \times a_3 = 3&#10;$$&#10;}&#10;\end{document}"/>
  <p:tag name="IGUANATEXSIZE" val="30"/>
  <p:tag name="IGUANATEXCURSOR" val="32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015"/>
  <p:tag name="ORIGINALWIDTH" val="139.9883"/>
  <p:tag name="OUTPUTTYPE" val="SVG"/>
  <p:tag name="IGUANATEXVERSION" val="161"/>
  <p:tag name="LATEXADDIN" val="\documentclass{article}&#10;\usepackage{amsmath,amsfonts,amssymb,xcolor,mathptmx}&#10;%\newcommand{\dbar}{{d\mkern-7mu\mathchar'26%%\mkern-2mu}}&#10;\usepackage{times}&#10;\usepackage{mathptmx}&#10;\usepackage{bm}&#10;\usepackage{xcolor}&#10;\pagestyle{empty}&#10;\begin{document}&#10;\color{white}{&#10;$$&#10;a_0 + 0 \times a_1 + 0^2 \times a_2 + 0^3 \times a_3 = 2&#10;$$&#10;}&#10;\end{document}"/>
  <p:tag name="IGUANATEXSIZE" val="30"/>
  <p:tag name="IGUANATEXCURSOR" val="30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015"/>
  <p:tag name="ORIGINALWIDTH" val="145.2191"/>
  <p:tag name="OUTPUTTYPE" val="SVG"/>
  <p:tag name="IGUANATEXVERSION" val="161"/>
  <p:tag name="LATEXADDIN" val="\documentclass{article}&#10;\usepackage{amsmath,amsfonts,amssymb,xcolor,mathptmx}&#10;%\newcommand{\dbar}{{d\mkern-7mu\mathchar'26%%\mkern-2mu}}&#10;\usepackage{times}&#10;\usepackage{mathptmx}&#10;\usepackage{bm}&#10;\usepackage{xcolor}&#10;\pagestyle{empty}&#10;\begin{document}&#10;\color{white}{&#10;$$&#10;a_0 + 2 \times a_1 + 2^2 \times a_2 + 2^3 \times a_3 = 12&#10;$$&#10;}&#10;\end{document}"/>
  <p:tag name="IGUANATEXSIZE" val="30"/>
  <p:tag name="IGUANATEXCURSOR" val="32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015"/>
  <p:tag name="ORIGINALWIDTH" val="149.4433"/>
  <p:tag name="OUTPUTTYPE" val="SVG"/>
  <p:tag name="IGUANATEXVERSION" val="161"/>
  <p:tag name="LATEXADDIN" val="\documentclass{article}&#10;\usepackage{amsmath,amsfonts,amssymb,xcolor,mathptmx}&#10;%\newcommand{\dbar}{{d\mkern-7mu\mathchar'26%%\mkern-2mu}}&#10;\usepackage{times}&#10;\usepackage{mathptmx}&#10;\usepackage{bm}&#10;\usepackage{xcolor}&#10;\pagestyle{empty}&#10;\begin{document}&#10;\color{white}{&#10;$$&#10;a_0 + 5 \times a_1 + 5^2 \times a_2 + 5^3 \times a_3 = 147&#10;$$&#10;}&#10;\end{document}"/>
  <p:tag name="IGUANATEXSIZE" val="30"/>
  <p:tag name="IGUANATEXCURSOR" val="30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5575"/>
  <p:tag name="LATEXADDIN" val="\documentclass{article}&#10;\usepackage{amsmath,amsfonts,amssymb,xcolor,mathptmx}&#10;%\newcommand{\dbar}{{d\mkern-7mu\mathchar'26%%\mkern-2mu}}&#10;\usepackage{times}&#10;\usepackage{mathptmx}&#10;\usepackage{bm}&#10;\usepackage{xcolor}&#10;\pagestyle{empty}&#10;\begin{document}&#10;\color{white}{&#10;$$&#10;a_0 + 5 \times a_1 + 5^2 \times a_2 + 5^3 \times a_3 = 147&#10;$$&#10;}&#10;\end{document}"/>
  <p:tag name="IGUANATEXSIZE" val="30"/>
  <p:tag name="IGUANATEXCURSOR" val="30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7534"/>
  <p:tag name="ORIGINALWIDTH" val="3.319844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5"/>
  <p:tag name="ORIGINALWIDTH" val="6.600398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0921"/>
  <p:tag name="ORIGINALWIDTH" val="4.029714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659"/>
  <p:tag name="ORIGINALWIDTH" val="4.793966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5575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9398"/>
  <p:tag name="ORIGINALWIDTH" val="2.078557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5"/>
  <p:tag name="ORIGINALWIDTH" val="6.600398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0921"/>
  <p:tag name="ORIGINALWIDTH" val="4.029714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9398"/>
  <p:tag name="ORIGINALWIDTH" val="3.268427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659"/>
  <p:tag name="ORIGINALWIDTH" val="4.793966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5575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9398"/>
  <p:tag name="ORIGINALWIDTH" val="3.268427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5"/>
  <p:tag name="ORIGINALWIDTH" val="6.600398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0921"/>
  <p:tag name="ORIGINALWIDTH" val="4.029714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7534"/>
  <p:tag name="ORIGINALWIDTH" val="2.857115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659"/>
  <p:tag name="ORIGINALWIDTH" val="4.793966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5575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7534"/>
  <p:tag name="ORIGINALWIDTH" val="2.857115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16956"/>
  <p:tag name="ORIGINALWIDTH" val="6.600398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96"/>
  <p:tag name="ORIGINALWIDTH" val="2.808873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96"/>
  <p:tag name="ORIGINALWIDTH" val="4.565672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47745"/>
  <p:tag name="ORIGINALWIDTH" val="4.257981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71471"/>
  <p:tag name="LATEXADDIN" val="\documentclass{article}&#10;\usepackage{amsmath,amsfonts,amssymb,xcolor,mathptmx}&#10;%\newcommand{\dbar}{{d\mkern-7mu\mathchar'26%%\mkern-2mu}}&#10;\usepackage{times}&#10;\usepackage{mathptmx}&#10;\usepackage{bm}&#10;\usepackage{xcolor}&#10;\pagestyle{empty}&#10;\begin{document}&#10;\color{white}{&#10;$$&#10;a_0 + 2 \times a_1 + 2^2 \times a_2 + 2^3 \times a_3 = 12&#10;$$&#10;}&#10;\end{document}"/>
  <p:tag name="IGUANATEXSIZE" val="30"/>
  <p:tag name="IGUANATEXCURSOR" val="32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7534"/>
  <p:tag name="ORIGINALWIDTH" val="3.331287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5"/>
  <p:tag name="ORIGINALWIDTH" val="6.623152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96"/>
  <p:tag name="ORIGINALWIDTH" val="4.432023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659"/>
  <p:tag name="ORIGINALWIDTH" val="4.8105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71471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9398"/>
  <p:tag name="ORIGINALWIDTH" val="2.085722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5"/>
  <p:tag name="ORIGINALWIDTH" val="6.623152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96"/>
  <p:tag name="ORIGINALWIDTH" val="4.432023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9398"/>
  <p:tag name="ORIGINALWIDTH" val="3.279686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659"/>
  <p:tag name="ORIGINALWIDTH" val="4.8105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71471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9398"/>
  <p:tag name="ORIGINALWIDTH" val="3.279686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5"/>
  <p:tag name="ORIGINALWIDTH" val="6.623152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96"/>
  <p:tag name="ORIGINALWIDTH" val="4.432023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7534"/>
  <p:tag name="ORIGINALWIDTH" val="2.866956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659"/>
  <p:tag name="ORIGINALWIDTH" val="4.8105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71471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7534"/>
  <p:tag name="ORIGINALWIDTH" val="2.866956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16956"/>
  <p:tag name="ORIGINALWIDTH" val="6.623152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96"/>
  <p:tag name="ORIGINALWIDTH" val="2.818557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96"/>
  <p:tag name="ORIGINALWIDTH" val="4.432023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63886"/>
  <p:tag name="LATEXADDIN" val="\documentclass{article}&#10;\usepackage{amsmath,amsfonts,amssymb,xcolor,mathptmx}&#10;%\newcommand{\dbar}{{d\mkern-7mu\mathchar'26%%\mkern-2mu}}&#10;\usepackage{times}&#10;\usepackage{mathptmx}&#10;\usepackage{bm}&#10;\usepackage{xcolor}&#10;\pagestyle{empty}&#10;\begin{document}&#10;\color{white}{&#10;$$&#10;a_0 + 0 \times a_1 + 0^2 \times a_2 + 0^3 \times a_3 = 2&#10;$$&#10;}&#10;\end{document}"/>
  <p:tag name="IGUANATEXSIZE" val="30"/>
  <p:tag name="IGUANATEXCURSOR" val="30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7534"/>
  <p:tag name="ORIGINALWIDTH" val="3.325776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5"/>
  <p:tag name="ORIGINALWIDTH" val="6.612181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722"/>
  <p:tag name="ORIGINALWIDTH" val="4.49428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659"/>
  <p:tag name="ORIGINALWIDTH" val="4.802522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63886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9398"/>
  <p:tag name="ORIGINALWIDTH" val="2.082284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5"/>
  <p:tag name="ORIGINALWIDTH" val="6.612181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722"/>
  <p:tag name="ORIGINALWIDTH" val="4.49428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9398"/>
  <p:tag name="ORIGINALWIDTH" val="3.274253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659"/>
  <p:tag name="ORIGINALWIDTH" val="4.802522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63886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9398"/>
  <p:tag name="ORIGINALWIDTH" val="3.274253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5"/>
  <p:tag name="ORIGINALWIDTH" val="6.612181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722"/>
  <p:tag name="ORIGINALWIDTH" val="4.49428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7534"/>
  <p:tag name="ORIGINALWIDTH" val="2.862206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659"/>
  <p:tag name="ORIGINALWIDTH" val="4.802522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63886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7534"/>
  <p:tag name="ORIGINALWIDTH" val="2.862206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16956"/>
  <p:tag name="ORIGINALWIDTH" val="6.612181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96"/>
  <p:tag name="ORIGINALWIDTH" val="4.424674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63886"/>
  <p:tag name="LATEXADDIN" val="\documentclass{article}&#10;\usepackage{amsmath,amsfonts,amssymb,xcolor,mathptmx}&#10;%\newcommand{\dbar}{{d\mkern-7mu\mathchar'26%%\mkern-2mu}}&#10;\usepackage{times}&#10;\usepackage{mathptmx}&#10;\usepackage{bm}&#10;\usepackage{xcolor}&#10;\pagestyle{empty}&#10;\begin{document}&#10;\color{white}{&#10;$$&#10;a_0 + 1 \times a_1 + 1^2 \times a_2 + 1^3 \times a_3 = 3&#10;$$&#10;}&#10;\end{document}"/>
  <p:tag name="IGUANATEXSIZE" val="30"/>
  <p:tag name="IGUANATEXCURSOR" val="32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7534"/>
  <p:tag name="ORIGINALWIDTH" val="3.325776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5"/>
  <p:tag name="ORIGINALWIDTH" val="6.612181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96"/>
  <p:tag name="ORIGINALWIDTH" val="2.813885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659"/>
  <p:tag name="ORIGINALWIDTH" val="4.802522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63886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9398"/>
  <p:tag name="ORIGINALWIDTH" val="2.082284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5"/>
  <p:tag name="ORIGINALWIDTH" val="6.612181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96"/>
  <p:tag name="ORIGINALWIDTH" val="2.813885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9398"/>
  <p:tag name="ORIGINALWIDTH" val="3.274253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659"/>
  <p:tag name="ORIGINALWIDTH" val="4.802522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63886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9398"/>
  <p:tag name="ORIGINALWIDTH" val="3.274253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5"/>
  <p:tag name="ORIGINALWIDTH" val="6.612181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96"/>
  <p:tag name="ORIGINALWIDTH" val="2.813885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7534"/>
  <p:tag name="ORIGINALWIDTH" val="2.862206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659"/>
  <p:tag name="ORIGINALWIDTH" val="4.802522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64"/>
  <p:tag name="ORIGINALWIDTH" val="4.563886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7534"/>
  <p:tag name="ORIGINALWIDTH" val="2.862206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16956"/>
  <p:tag name="ORIGINALWIDTH" val="6.612181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722"/>
  <p:tag name="ORIGINALWIDTH" val="3.867876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78345"/>
  <p:tag name="ORIGINALWIDTH" val="3.118307"/>
  <p:tag name="LATEXADDIN" val="\documentclass{article}&#10;\usepackage{amsmath}&#10;\pagestyle{empty}&#10;\usepackage{xcolor}&#10;\begin{document}&#10;\color{white}&#10;\begin{align*}&#10;\text{the cubic polynomial is: } \quad&#10; a_0 + a_1 \,x_i + a_2 \, x_i^2 + a_3 \, x_i^3 = y_i&#10;\end{align*}&#10;\end{document}"/>
  <p:tag name="IGUANATEXSIZE" val="28"/>
  <p:tag name="IGUANATEXCURSOR" val="16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71202"/>
  <p:tag name="ORIGINALWIDTH" val="5.011192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1"/>
  <p:tag name="ORIGINALWIDTH" val="3.85554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1"/>
  <p:tag name="ORIGINALWIDTH" val="3.795753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5.011192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83267"/>
  <p:tag name="ORIGINALWIDTH" val="4.911557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16478"/>
  <p:tag name="ORIGINALWIDTH" val="2.132002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1"/>
  <p:tag name="ORIGINALWIDTH" val="3.795753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0229"/>
  <p:tag name="ORIGINALWIDTH" val="4.911557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1"/>
  <p:tag name="ORIGINALWIDTH" val="4.413441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71202"/>
  <p:tag name="ORIGINALWIDTH" val="2.211698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0229"/>
  <p:tag name="ORIGINALWIDTH" val="4.871709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3543"/>
  <p:tag name="ORIGINALWIDTH" val="5.011192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1"/>
  <p:tag name="ORIGINALWIDTH" val="4.413441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3543"/>
  <p:tag name="ORIGINALWIDTH" val="7.78082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16478"/>
  <p:tag name="ORIGINALWIDTH" val="2.132002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1"/>
  <p:tag name="ORIGINALWIDTH" val="4.493138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71202"/>
  <p:tag name="ORIGINALWIDTH" val="2.211698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16478"/>
  <p:tag name="ORIGINALWIDTH" val="2.132002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76771"/>
  <p:tag name="ORIGINALWIDTH" val="3.257761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91479"/>
  <p:tag name="ORIGINALWIDTH" val="1.056018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562879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78514"/>
  <p:tag name="ORIGINALWIDTH" val="3.235854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"/>
  <p:tag name="ORIGINALWIDTH" val="6.62514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562879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5854"/>
  <p:tag name="ORIGINALWIDTH" val="2.53847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961389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0056"/>
  <p:tag name="ORIGINALWIDTH" val="2.113048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"/>
  <p:tag name="ORIGINALWIDTH" val="6.62514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562879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5854"/>
  <p:tag name="ORIGINALWIDTH" val="3.082424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961389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5854"/>
  <p:tag name="ORIGINALWIDTH" val="3.082424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0056"/>
  <p:tag name="ORIGINALWIDTH" val="2.113048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"/>
  <p:tag name="ORIGINALWIDTH" val="6.62514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562879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78514"/>
  <p:tag name="ORIGINALWIDTH" val="3.207958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961389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78514"/>
  <p:tag name="ORIGINALWIDTH" val="3.207958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0056"/>
  <p:tag name="ORIGINALWIDTH" val="2.113048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84223"/>
  <p:tag name="ORIGINALWIDTH" val="6.62514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92322"/>
  <p:tag name="ORIGINALWIDTH" val="4.592772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0056"/>
  <p:tag name="ORIGINALWIDTH" val="2.113048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0919"/>
  <p:tag name="ORIGINALWIDTH" val="35.02354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Solution:}&#10;$$&#10;}&#10;\end{document}"/>
  <p:tag name="IGUANATEXSIZE" val="30"/>
  <p:tag name="IGUANATEXCURSOR" val="27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2782"/>
  <p:tag name="ORIGINALWIDTH" val="127.6534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The interpolation polynomial is:}&#10;$$&#10;}&#10;\end{document}"/>
  <p:tag name="IGUANATEXSIZE" val="30"/>
  <p:tag name="IGUANATEXCURSOR" val="30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83832"/>
  <p:tag name="ORIGINALWIDTH" val="209.5282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y=f(x) = a_0 + a_1 \, x + a_2 \, x^2 + a_3 \, x^3  =&#10;2 -x + x^2 + x^3&#10;$$&#10;}&#10;\end{document}"/>
  <p:tag name="IGUANATEXSIZE" val="30"/>
  <p:tag name="IGUANATEXCURSOR" val="33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088372"/>
  <p:tag name="ORIGINALWIDTH" val="80.76821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Value at given point:}&#10;$$&#10;}&#10;\end{document}"/>
  <p:tag name="IGUANATEXSIZE" val="30"/>
  <p:tag name="IGUANATEXCURSOR" val="29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83832"/>
  <p:tag name="ORIGINALWIDTH" val="146.4679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y_{4.0} =f(4.0) = 2- 4 + 4^2 + 4^3 = 78&#10;$$&#10;}&#10;\end{document}"/>
  <p:tag name="IGUANATEXSIZE" val="30"/>
  <p:tag name="IGUANATEXCURSOR" val="28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2037"/>
  <p:tag name="ORIGINALWIDTH" val="4.46643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y_{4.0} =f(4.0) = 2- 4 + 4^2 + 4^3 = 78&#10;$$&#10;}&#10;\end{document}"/>
  <p:tag name="IGUANATEXSIZE" val="30"/>
  <p:tag name="IGUANATEXCURSOR" val="28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752"/>
  <p:tag name="ORIGINALWIDTH" val="3.378582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729869"/>
  <p:tag name="ORIGINALWIDTH" val="0.7785301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1157"/>
  <p:tag name="ORIGINALWIDTH" val="3.319842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77376"/>
  <p:tag name="ORIGINALWIDTH" val="6.600393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23499"/>
  <p:tag name="ORIGINALWIDTH" val="5.667401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30507"/>
  <p:tag name="ORIGINALWIDTH" val="2.302677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0213"/>
  <p:tag name="ORIGINALWIDTH" val="4.565669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9863258"/>
  <p:tag name="ORIGINALWIDTH" val="1.052073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0501"/>
  <p:tag name="ORIGINALWIDTH" val="4.486272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30507"/>
  <p:tag name="ORIGINALWIDTH" val="2.302677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77376"/>
  <p:tag name="ORIGINALWIDTH" val="6.600393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0213"/>
  <p:tag name="ORIGINALWIDTH" val="4.416797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721786"/>
  <p:tag name="ORIGINALWIDTH" val="6.064408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0213"/>
  <p:tag name="ORIGINALWIDTH" val="4.565669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97167"/>
  <p:tag name="ORIGINALWIDTH" val="6.600393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0213"/>
  <p:tag name="ORIGINALWIDTH" val="4.565669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752"/>
  <p:tag name="ORIGINALWIDTH" val="3.268425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97167"/>
  <p:tag name="ORIGINALWIDTH" val="6.600393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0213"/>
  <p:tag name="ORIGINALWIDTH" val="4.565669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1157"/>
  <p:tag name="ORIGINALWIDTH" val="2.857112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77376"/>
  <p:tag name="ORIGINALWIDTH" val="6.600393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4386"/>
  <p:tag name="ORIGINALWIDTH" val="4.258005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0501"/>
  <p:tag name="ORIGINALWIDTH" val="3.86097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04935"/>
  <p:tag name="ORIGINALWIDTH" val="6.037743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it{Value at given point:}&#10;$$&#10;}&#10;\end{document}"/>
  <p:tag name="IGUANATEXSIZE" val="30"/>
  <p:tag name="IGUANATEXCURSOR" val="29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15"/>
  <p:tag name="ORIGINALWIDTH" val="4.52832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14199"/>
  <p:tag name="ORIGINALWIDTH" val="2.357874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15"/>
  <p:tag name="ORIGINALWIDTH" val="4.271811"/>
  <p:tag name="EMFCHILD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15"/>
  <p:tag name="ORIGINALWIDTH" val="3.758793"/>
  <p:tag name="EMFCHILD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15"/>
  <p:tag name="ORIGINALWIDTH" val="4.52832"/>
  <p:tag name="EMFCHILD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743"/>
  <p:tag name="ORIGINALWIDTH" val="2.555197"/>
  <p:tag name="EMFCHILD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86588"/>
  <p:tag name="ORIGINALWIDTH" val="4.577638"/>
  <p:tag name="EMFCHILD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50367"/>
  <p:tag name="ORIGINALWIDTH" val="2.121102"/>
  <p:tag name="EMFCHILD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76116"/>
  <p:tag name="ORIGINALWIDTH" val="3.995564"/>
  <p:tag name="EMFCHILD" val="Tru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15"/>
  <p:tag name="ORIGINALWIDTH" val="3.758793"/>
  <p:tag name="EMFCHILD" val="Tru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94225"/>
  <p:tag name="ORIGINALWIDTH" val="4.538163"/>
  <p:tag name="EMFCHILD" val="Tru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86588"/>
  <p:tag name="ORIGINALWIDTH" val="5.366877"/>
  <p:tag name="EMFCHILD" val="Tru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15"/>
  <p:tag name="ORIGINALWIDTH" val="4.350735"/>
  <p:tag name="EMFCHILD" val="Tru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50367"/>
  <p:tag name="ORIGINALWIDTH" val="2.121102"/>
  <p:tag name="EMFCHILD" val="Tru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94225"/>
  <p:tag name="ORIGINALWIDTH" val="4.538163"/>
  <p:tag name="EMFCHILD" val="Tru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743"/>
  <p:tag name="ORIGINALWIDTH" val="2.555197"/>
  <p:tag name="EMFCHILD" val="Tru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15"/>
  <p:tag name="ORIGINALWIDTH" val="2.081627"/>
  <p:tag name="EMFCHILD" val="Tru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20367"/>
  <p:tag name="ORIGINALWIDTH" val="4.46643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y=f(x) = a_0 + a_1 \, x + a_2 \, x^2 + a_3 \, x^3  =&#10;2 -x + x^2 + x^3&#10;$$&#10;}&#10;\end{document}"/>
  <p:tag name="IGUANATEXSIZE" val="30"/>
  <p:tag name="IGUANATEXCURSOR" val="33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77375"/>
  <p:tag name="ORIGINALWIDTH" val="6.600394"/>
  <p:tag name="EMFCHILD" val="Tru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234986"/>
  <p:tag name="ORIGINALWIDTH" val="5.667402"/>
  <p:tag name="EMFCHILD" val="Tru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305066"/>
  <p:tag name="ORIGINALWIDTH" val="2.302677"/>
  <p:tag name="EMFCHILD" val="Tru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704646"/>
  <p:tag name="EMFCHILD" val="Tru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305066"/>
  <p:tag name="ORIGINALWIDTH" val="2.302677"/>
  <p:tag name="EMFCHILD" val="Tru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77375"/>
  <p:tag name="ORIGINALWIDTH" val="6.600394"/>
  <p:tag name="EMFCHILD" val="Tru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555748"/>
  <p:tag name="EMFCHILD" val="Tru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1155"/>
  <p:tag name="ORIGINALWIDTH" val="3.319843"/>
  <p:tag name="EMFCHILD" val="Tru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97165"/>
  <p:tag name="ORIGINALWIDTH" val="6.600394"/>
  <p:tag name="EMFCHILD" val="Tru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555748"/>
  <p:tag name="EMFCHILD" val="Tru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75"/>
  <p:tag name="ORIGINALWIDTH" val="2.078556"/>
  <p:tag name="EMFCHILD" val="Tru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704646"/>
  <p:tag name="EMFCHILD" val="Tru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97165"/>
  <p:tag name="ORIGINALWIDTH" val="6.600394"/>
  <p:tag name="EMFCHILD" val="Tru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555748"/>
  <p:tag name="EMFCHILD" val="Tru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75"/>
  <p:tag name="ORIGINALWIDTH" val="3.268425"/>
  <p:tag name="EMFCHILD" val="Tru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704646"/>
  <p:tag name="EMFCHILD" val="Tru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75"/>
  <p:tag name="ORIGINALWIDTH" val="3.268425"/>
  <p:tag name="EMFCHILD" val="Tru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97165"/>
  <p:tag name="ORIGINALWIDTH" val="6.600394"/>
  <p:tag name="EMFCHILD" val="Tru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555748"/>
  <p:tag name="EMFCHILD" val="Tru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1155"/>
  <p:tag name="ORIGINALWIDTH" val="2.857113"/>
  <p:tag name="EMFCHILD" val="Tru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704646"/>
  <p:tag name="EMFCHILD" val="Tru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1155"/>
  <p:tag name="ORIGINALWIDTH" val="2.857113"/>
  <p:tag name="EMFCHILD" val="Tru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77375"/>
  <p:tag name="ORIGINALWIDTH" val="6.600394"/>
  <p:tag name="EMFCHILD" val="Tru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021"/>
  <p:tag name="ORIGINALWIDTH" val="4.416798"/>
  <p:tag name="EMFCHILD" val="Tru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721785"/>
  <p:tag name="ORIGINALWIDTH" val="6.064409"/>
  <p:tag name="EMFCHILD" val="Tru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704646"/>
  <p:tag name="EMFCHILD" val="Tru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97165"/>
  <p:tag name="ORIGINALWIDTH" val="6.600394"/>
  <p:tag name="EMFCHILD" val="Tru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704646"/>
  <p:tag name="EMFCHILD" val="Tru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75"/>
  <p:tag name="ORIGINALWIDTH" val="3.268425"/>
  <p:tag name="EMFCHILD" val="Tru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97165"/>
  <p:tag name="ORIGINALWIDTH" val="6.600394"/>
  <p:tag name="EMFCHILD" val="Tru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704646"/>
  <p:tag name="EMFCHILD" val="Tru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1155"/>
  <p:tag name="ORIGINALWIDTH" val="2.857113"/>
  <p:tag name="EMFCHILD" val="Tru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70604"/>
  <p:tag name="ORIGINALWIDTH" val="5.717034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The interpolation polynomial is:}&#10;$$&#10;}&#10;\end{document}"/>
  <p:tag name="IGUANATEXSIZE" val="30"/>
  <p:tag name="IGUANATEXCURSOR" val="30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55"/>
  <p:tag name="ORIGINALWIDTH" val="4.744331"/>
  <p:tag name="EMFCHILD" val="Tru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3.960236"/>
  <p:tag name="EMFCHILD" val="Tru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55"/>
  <p:tag name="ORIGINALWIDTH" val="2.35231"/>
  <p:tag name="EMFCHILD" val="Tru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7"/>
  <p:tag name="ORIGINALWIDTH" val="4.655013"/>
  <p:tag name="EMFCHILD" val="Tru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3.960236"/>
  <p:tag name="EMFCHILD" val="Tru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7"/>
  <p:tag name="ORIGINALWIDTH" val="3.27538"/>
  <p:tag name="EMFCHILD" val="Tru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9501"/>
  <p:tag name="ORIGINALWIDTH" val="4.615302"/>
  <p:tag name="EMFCHILD" val="Tru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4.377087"/>
  <p:tag name="EMFCHILD" val="Tru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55"/>
  <p:tag name="ORIGINALWIDTH" val="2.362231"/>
  <p:tag name="EMFCHILD" val="Tru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4.01979"/>
  <p:tag name="EMFCHILD" val="Tru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55"/>
  <p:tag name="ORIGINALWIDTH" val="2.35231"/>
  <p:tag name="EMFCHILD" val="Tru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4.377087"/>
  <p:tag name="EMFCHILD" val="Tru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7"/>
  <p:tag name="ORIGINALWIDTH" val="4.655013"/>
  <p:tag name="EMFCHILD" val="Tru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9501"/>
  <p:tag name="ORIGINALWIDTH" val="4.615302"/>
  <p:tag name="EMFCHILD" val="Tru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4.377087"/>
  <p:tag name="EMFCHILD" val="Tru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55"/>
  <p:tag name="ORIGINALWIDTH" val="2.362231"/>
  <p:tag name="EMFCHILD" val="Tru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0157"/>
  <p:tag name="ORIGINALWIDTH" val="4.575617"/>
  <p:tag name="EMFCHILD" val="Tru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7"/>
  <p:tag name="ORIGINALWIDTH" val="4.655013"/>
  <p:tag name="EMFCHILD" val="Tru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4.377087"/>
  <p:tag name="EMFCHILD" val="Tr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7"/>
  <p:tag name="ORIGINALWIDTH" val="7.533386"/>
  <p:tag name="EMFCHILD" val="Tru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55"/>
  <p:tag name="ORIGINALWIDTH" val="2.35231"/>
  <p:tag name="EMFCHILD" val="Tr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4.01979"/>
  <p:tag name="EMFCHILD" val="Tru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55"/>
  <p:tag name="ORIGINALWIDTH" val="2.362231"/>
  <p:tag name="EMFCHILD" val="Tru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55"/>
  <p:tag name="ORIGINALWIDTH" val="2.35231"/>
  <p:tag name="EMFCHILD" val="Tru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13"/>
  <p:tag name="ORIGINALWIDTH" val="2.947848"/>
  <p:tag name="EMFCHILD" val="Tru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35"/>
  <p:tag name="ORIGINALWIDTH" val="1.101706"/>
  <p:tag name="EMFCHILD" val="Tr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7.7237"/>
  <p:tag name="ORIGINALWIDTH" val="163.3109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black}{&#10;$$&#10;A = \begin{bmatrix}&#10;1 &amp; 0 &amp; 0 &amp; 0 \\&#10;1 &amp; 1 &amp; 1 &amp; 1 \\&#10;1 &amp; 2 &amp; 4 &amp; 8 \\&#10;1 &amp; 5 &amp; 25 &amp; 125&#10;\end{bmatrix};&#10;\quad \quad &#10;b = \begin{bmatrix}&#10;2 \\ 3 \\ 12 \\ 147&#10;\end{bmatrix}&#10;$$&#10;}&#10;\end{document}"/>
  <p:tag name="IGUANATEXSIZE" val="30"/>
  <p:tag name="IGUANATEXCURSOR" val="41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7.7237"/>
  <p:tag name="ORIGINALWIDTH" val="39.23543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u = \begin{bmatrix}&#10;2 \\ -1\\ 1 \\ 1&#10;\end{bmatrix}&#10;$$&#10;}&#10;\end{document}"/>
  <p:tag name="IGUANATEXSIZE" val="30"/>
  <p:tag name="IGUANATEXCURSOR" val="30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3"/>
  <p:tag name="ORIGINALWIDTH" val="4.272704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u = \begin{bmatrix}&#10;2 \\ -1\\ 1 \\ 1&#10;\end{bmatrix}&#10;$$&#10;}&#10;\end{document}"/>
  <p:tag name="IGUANATEXSIZE" val="30"/>
  <p:tag name="IGUANATEXCURSOR" val="30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46"/>
  <p:tag name="ORIGINALWIDTH" val="6.562021"/>
  <p:tag name="EMFCHILD" val="Tr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85583"/>
  <p:tag name="ORIGINALWIDTH" val="3.285932"/>
  <p:tag name="EMFCHILD" val="Tru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5092"/>
  <p:tag name="ORIGINALWIDTH" val="0.6808662"/>
  <p:tag name="EMFCHILD" val="Tru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5092"/>
  <p:tag name="ORIGINALWIDTH" val="0.6808662"/>
  <p:tag name="EMFCHILD" val="Tr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85583"/>
  <p:tag name="ORIGINALWIDTH" val="3.285932"/>
  <p:tag name="EMFCHILD" val="Tru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391129"/>
  <p:tag name="EMFCHILD" val="Tru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79"/>
  <p:tag name="ORIGINALWIDTH" val="6.02916"/>
  <p:tag name="EMFCHILD" val="Tru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792546"/>
  <p:tag name="EMFCHILD" val="Tr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792546"/>
  <p:tag name="EMFCHILD" val="Tru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792546"/>
  <p:tag name="EMFCHILD" val="Tru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85583"/>
  <p:tag name="ORIGINALWIDTH" val="3.285932"/>
  <p:tag name="EMFCHILD" val="Tr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5092"/>
  <p:tag name="ORIGINALWIDTH" val="0.6808662"/>
  <p:tag name="EMFCHILD" val="Tru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5092"/>
  <p:tag name="ORIGINALWIDTH" val="0.6808662"/>
  <p:tag name="EMFCHILD" val="Tru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85583"/>
  <p:tag name="ORIGINALWIDTH" val="3.285932"/>
  <p:tag name="EMFCHILD" val="Tru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0158"/>
  <p:tag name="ORIGINALWIDTH" val="6.085853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black}{&#10;$$&#10;A = \begin{bmatrix}&#10;1 &amp; 0 &amp; 0 &amp; 0 \\&#10;1 &amp; 1 &amp; 1 &amp; 1 \\&#10;1 &amp; 2 &amp; 4 &amp; 8 \\&#10;1 &amp; 5 &amp; 25 &amp; 125&#10;\end{bmatrix};&#10;\quad \quad &#10;b = \begin{bmatrix}&#10;2 \\ 3 \\ 12 \\ 147&#10;\end{bmatrix}&#10;$$&#10;}&#10;\end{document}"/>
  <p:tag name="IGUANATEXSIZE" val="30"/>
  <p:tag name="IGUANATEXCURSOR" val="41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46"/>
  <p:tag name="ORIGINALWIDTH" val="6.580629"/>
  <p:tag name="EMFCHILD" val="Tru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85583"/>
  <p:tag name="ORIGINALWIDTH" val="3.295249"/>
  <p:tag name="EMFCHILD" val="Tru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5092"/>
  <p:tag name="ORIGINALWIDTH" val="0.6827821"/>
  <p:tag name="EMFCHILD" val="Tru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5092"/>
  <p:tag name="ORIGINALWIDTH" val="0.6827821"/>
  <p:tag name="EMFCHILD" val="Tru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85583"/>
  <p:tag name="ORIGINALWIDTH" val="3.295249"/>
  <p:tag name="EMFCHILD" val="Tru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00472"/>
  <p:tag name="EMFCHILD" val="Tru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31"/>
  <p:tag name="ORIGINALWIDTH" val="4.472834"/>
  <p:tag name="EMFCHILD" val="Tru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31"/>
  <p:tag name="ORIGINALWIDTH" val="4.472834"/>
  <p:tag name="EMFCHILD" val="Tru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31"/>
  <p:tag name="ORIGINALWIDTH" val="4.472834"/>
  <p:tag name="EMFCHILD" val="Tru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00472"/>
  <p:tag name="EMFCHILD" val="Tru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00472"/>
  <p:tag name="EMFCHILD" val="Tru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00472"/>
  <p:tag name="EMFCHILD" val="Tru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00472"/>
  <p:tag name="EMFCHILD" val="Tru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00472"/>
  <p:tag name="EMFCHILD" val="Tru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03569"/>
  <p:tag name="EMFCHILD" val="Tru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552021"/>
  <p:tag name="EMFCHILD" val="Tru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31"/>
  <p:tag name="ORIGINALWIDTH" val="3.849422"/>
  <p:tag name="EMFCHILD" val="Tru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00472"/>
  <p:tag name="EMFCHILD" val="Tru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638"/>
  <p:tag name="ORIGINALWIDTH" val="4.017638"/>
  <p:tag name="EMFCHILD" val="Tru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03569"/>
  <p:tag name="EMFCHILD" val="Tru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638"/>
  <p:tag name="ORIGINALWIDTH" val="4.017638"/>
  <p:tag name="EMFCHILD" val="Tru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00472"/>
  <p:tag name="EMFCHILD" val="Tru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03569"/>
  <p:tag name="EMFCHILD" val="Tru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638"/>
  <p:tag name="ORIGINALWIDTH" val="4.017638"/>
  <p:tag name="EMFCHILD" val="Tru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85583"/>
  <p:tag name="ORIGINALWIDTH" val="3.295249"/>
  <p:tag name="EMFCHILD" val="Tru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5092"/>
  <p:tag name="ORIGINALWIDTH" val="0.6827821"/>
  <p:tag name="EMFCHILD" val="Tru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5092"/>
  <p:tag name="ORIGINALWIDTH" val="0.6827821"/>
  <p:tag name="EMFCHILD" val="Tru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85583"/>
  <p:tag name="ORIGINALWIDTH" val="3.295249"/>
  <p:tag name="EMFCHILD" val="Tru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5525"/>
  <p:tag name="ORIGINALWIDTH" val="1.375485"/>
  <p:tag name="EMFCHILD" val="Tru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8242"/>
  <p:tag name="ORIGINALWIDTH" val="4.453044"/>
  <p:tag name="EMFCHILD" val="Tru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46"/>
  <p:tag name="ORIGINALWIDTH" val="6.580629"/>
  <p:tag name="EMFCHILD" val="Tru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85583"/>
  <p:tag name="ORIGINALWIDTH" val="3.295249"/>
  <p:tag name="EMFCHILD" val="Tru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5092"/>
  <p:tag name="ORIGINALWIDTH" val="0.6827821"/>
  <p:tag name="EMFCHILD" val="Tru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5092"/>
  <p:tag name="ORIGINALWIDTH" val="0.6827821"/>
  <p:tag name="EMFCHILD" val="Tru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85583"/>
  <p:tag name="ORIGINALWIDTH" val="3.295249"/>
  <p:tag name="EMFCHILD" val="Tru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03569"/>
  <p:tag name="EMFCHILD" val="Tru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31"/>
  <p:tag name="ORIGINALWIDTH" val="3.849422"/>
  <p:tag name="EMFCHILD" val="Tru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00472"/>
  <p:tag name="EMFCHILD" val="Tru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03569"/>
  <p:tag name="EMFCHILD" val="Tru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00472"/>
  <p:tag name="EMFCHILD" val="Tru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552021"/>
  <p:tag name="EMFCHILD" val="Tru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0027"/>
  <p:tag name="ORIGINALWIDTH" val="4.245249"/>
  <p:tag name="EMFCHILD" val="Tru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85583"/>
  <p:tag name="ORIGINALWIDTH" val="3.295249"/>
  <p:tag name="EMFCHILD" val="Tru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5092"/>
  <p:tag name="ORIGINALWIDTH" val="0.6827821"/>
  <p:tag name="EMFCHILD" val="Tru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5092"/>
  <p:tag name="ORIGINALWIDTH" val="0.6827821"/>
  <p:tag name="EMFCHILD" val="Tru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.85583"/>
  <p:tag name="ORIGINALWIDTH" val="3.295249"/>
  <p:tag name="EMFCHILD" val="Tru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3937"/>
  <p:tag name="ORIGINALWIDTH" val="4.426378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\text{Solution:}&#10;$$&#10;}&#10;\end{document}"/>
  <p:tag name="IGUANATEXSIZE" val="30"/>
  <p:tag name="IGUANATEXCURSOR" val="27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32"/>
  <p:tag name="ORIGINALWIDTH" val="4.347533"/>
  <p:tag name="EMFCHILD" val="Tru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693"/>
  <p:tag name="ORIGINALWIDTH" val="2.346273"/>
  <p:tag name="EMFCHILD" val="Tru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2625"/>
  <p:tag name="ORIGINALWIDTH" val="4.633412"/>
  <p:tag name="EMFCHILD" val="Tru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3727"/>
  <p:tag name="ORIGINALWIDTH" val="2.62231"/>
  <p:tag name="EMFCHILD" val="Tru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693"/>
  <p:tag name="ORIGINALWIDTH" val="2.336404"/>
  <p:tag name="EMFCHILD" val="Tru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32"/>
  <p:tag name="ORIGINALWIDTH" val="4.347533"/>
  <p:tag name="EMFCHILD" val="Tru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2625"/>
  <p:tag name="ORIGINALWIDTH" val="4.623543"/>
  <p:tag name="EMFCHILD" val="Tru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32"/>
  <p:tag name="ORIGINALWIDTH" val="1.094252"/>
  <p:tag name="EMFCHILD" val="Tru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83832"/>
  <p:tag name="ORIGINALWIDTH" val="104.374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y=f(x) =&#10;2 -x + x^2 + x^3&#10;$$&#10;}&#10;\end{document}"/>
  <p:tag name="IGUANATEXSIZE" val="30"/>
  <p:tag name="IGUANATEXCURSOR" val="27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20367"/>
  <p:tag name="ORIGINALWIDTH" val="4.477165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$$&#10;y=f(x) =&#10;2 -x + x^2 + x^3&#10;$$&#10;}&#10;\end{document}"/>
  <p:tag name="IGUANATEXSIZE" val="30"/>
  <p:tag name="IGUANATEXCURSOR" val="27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77375"/>
  <p:tag name="ORIGINALWIDTH" val="6.616246"/>
  <p:tag name="EMFCHILD" val="Tru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234986"/>
  <p:tag name="ORIGINALWIDTH" val="5.681024"/>
  <p:tag name="EMFCHILD" val="Tru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305065"/>
  <p:tag name="ORIGINALWIDTH" val="2.308215"/>
  <p:tag name="EMFCHILD" val="Tru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715958"/>
  <p:tag name="EMFCHILD" val="Tru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305065"/>
  <p:tag name="ORIGINALWIDTH" val="2.308215"/>
  <p:tag name="EMFCHILD" val="Tru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77375"/>
  <p:tag name="ORIGINALWIDTH" val="6.616246"/>
  <p:tag name="EMFCHILD" val="True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021"/>
  <p:tag name="ORIGINALWIDTH" val="4.427428"/>
  <p:tag name="EMFCHILD" val="Tru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721784"/>
  <p:tag name="ORIGINALWIDTH" val="6.079002"/>
  <p:tag name="EMFCHILD" val="Tru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715958"/>
  <p:tag name="EMFCHILD" val="Tru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97165"/>
  <p:tag name="ORIGINALWIDTH" val="6.616246"/>
  <p:tag name="EMFCHILD" val="Tru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715958"/>
  <p:tag name="EMFCHILD" val="Tru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75"/>
  <p:tag name="ORIGINALWIDTH" val="3.276273"/>
  <p:tag name="EMFCHILD" val="Tru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97165"/>
  <p:tag name="ORIGINALWIDTH" val="6.616246"/>
  <p:tag name="EMFCHILD" val="Tru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9"/>
  <p:tag name="ORIGINALWIDTH" val="4.715958"/>
  <p:tag name="EMFCHILD" val="Tru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1154"/>
  <p:tag name="ORIGINALWIDTH" val="2.863989"/>
  <p:tag name="EMFCHILD" val="Tru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930</TotalTime>
  <Words>116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Lecture-6(4):  Curve Fitting– Direct Method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Lecture-6(4):  Curve Fitting– Direct Method</dc:title>
  <dc:creator>houseCi7</dc:creator>
  <cp:lastModifiedBy>bsphy2241</cp:lastModifiedBy>
  <cp:revision>49</cp:revision>
  <dcterms:created xsi:type="dcterms:W3CDTF">2024-09-28T06:27:19Z</dcterms:created>
  <dcterms:modified xsi:type="dcterms:W3CDTF">2025-11-05T11:09:01Z</dcterms:modified>
</cp:coreProperties>
</file>