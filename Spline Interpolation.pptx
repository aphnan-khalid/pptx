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268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E0FFE-15AC-84C5-4EBF-D4763F278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91349-2E42-221F-F06C-3C921AEF81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51930-A27A-D180-5C8B-23F34D969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15C0-197E-4DE3-BC37-202DB1710EB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28C1B-13A0-04F6-8CDB-366166AF6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AF50F-C180-10BE-D5AE-DBD54BA91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6A9DF-2CF3-49D9-A548-D65E446D8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54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1629-7460-92A2-A847-6C1A81C08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F137D-0CD9-B454-93E9-E0B066D11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CCDDE-A0A0-BDAE-2235-C07D7BF2E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15C0-197E-4DE3-BC37-202DB1710EB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95F82-718E-1200-C5A7-D562703DC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B6491-3B13-5154-39B5-EFBE473F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6A9DF-2CF3-49D9-A548-D65E446D8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376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357E5-8B92-51BB-5132-693F797B0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0055A-DB94-C29B-BC3A-1A958F2B7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AA45A-362C-1583-3D41-2B59B4808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15C0-197E-4DE3-BC37-202DB1710EB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3A508-F182-210C-C5FF-F968C7C24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DA8D7-C89E-1526-858D-9E69EBE07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6A9DF-2CF3-49D9-A548-D65E446D8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282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80F0F-F5C8-F09C-2827-6C0B9F894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5DE79-0C7C-B6C2-D381-C4CF9913C6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7220B6-C843-A341-2AEC-0E95C50921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E58B7-122F-F984-E282-524B5156C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15C0-197E-4DE3-BC37-202DB1710EB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20EC9A-89BE-42BB-1DB5-791730D7C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7B06D-5D69-7E01-0A54-A03731918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6A9DF-2CF3-49D9-A548-D65E446D8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593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D86B1-B50D-BBA5-E976-0CE0C4C6D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00AAC-6238-1FF5-DE3F-87EBB8F2C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9ABDA-E4A3-F26A-ADE2-5D18E13D9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CC9107-D2EB-93EE-28B7-379EBA8970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65F3A0-20C1-5FA8-268D-1EB110AF62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28BB54-E12C-0F28-7F8F-867A0D031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15C0-197E-4DE3-BC37-202DB1710EB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85E42F-F09F-36A0-7ADE-70E4E728B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DF4D1E-1090-FB29-E10B-49EE4F6FA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6A9DF-2CF3-49D9-A548-D65E446D8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450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F69A0-B23E-2C20-3F94-E090BEDA8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7FF876-5FCD-5EA0-534A-5CB923588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15C0-197E-4DE3-BC37-202DB1710EB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0D89C6-5673-B4F3-4509-C2EDE6422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02118B-94CD-FAA5-D827-FE187921A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6A9DF-2CF3-49D9-A548-D65E446D8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68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DF9598-F96E-4950-B3DF-AFB778BD6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15C0-197E-4DE3-BC37-202DB1710EB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D6527D-3ED4-8F16-B714-52950A724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AC9FC-FC85-CEBA-6F3C-0040C114C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6A9DF-2CF3-49D9-A548-D65E446D8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199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A00E7-AF23-62DA-9BE8-4643F3204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9C44C-DB7E-1FE6-691F-D0D5173F9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D42EBA-2372-9229-EF71-0066BACDB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657DB-4816-AA26-2CB5-94A0B5ACD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15C0-197E-4DE3-BC37-202DB1710EB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2C79A1-7C52-45D7-0D45-9A36C961A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D2B72B-719B-F9FF-61EC-8E165C5A1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6A9DF-2CF3-49D9-A548-D65E446D8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27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339CB-6EFC-F5C3-ACD4-66A93C014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F4E95E-C57F-EBD0-9C46-FC544B033C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532016-257B-DF45-F760-B97EEF4C81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46DF5-3099-9DF7-E909-B075835A6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15C0-197E-4DE3-BC37-202DB1710EB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678E9-D9F2-6D7C-BF31-5CE2479A4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E5EC7-4DAB-CF4E-C849-9AB56E1BE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6A9DF-2CF3-49D9-A548-D65E446D8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394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E0EDC-F806-8723-BBB4-E01D5D89C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DCEFDB-8928-7523-8754-D34967BC3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FE08D-7332-E1D9-1AA3-14EB5B14E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15C0-197E-4DE3-BC37-202DB1710EB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FC80A-A8F2-3A1C-B7D3-849BD252D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075A6-8754-3632-2B38-9AC8B9F75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6A9DF-2CF3-49D9-A548-D65E446D8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98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FA99E7-6318-58EA-1BC1-FC1A11E5EB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272420-ED0E-4457-D72D-CF0C0320E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35ECC-8C1D-BA80-6C67-697BFDD72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15C0-197E-4DE3-BC37-202DB1710EB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04EAF-FF00-ABCA-89E9-30A7606E3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00A00-5AE8-52D6-A6E9-6409397F3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6A9DF-2CF3-49D9-A548-D65E446D8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6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4495B9-FC9E-55B5-2FAF-C5B0D64BD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C8032-8129-40E1-F235-EBF487E04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8C09F-28DC-5E2D-F0D2-7C8F0D4F0B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815C0-197E-4DE3-BC37-202DB1710EB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9B852-DFCE-941F-9D5A-729DB88DF9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508B3-CEB4-4E4C-5804-B79499C758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D6A9DF-2CF3-49D9-A548-D65E446D8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243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1.png"/><Relationship Id="rId5" Type="http://schemas.openxmlformats.org/officeDocument/2006/relationships/tags" Target="../tags/tag14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3.xml"/><Relationship Id="rId9" Type="http://schemas.openxmlformats.org/officeDocument/2006/relationships/tags" Target="../tags/tag1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microsoft.com/office/2007/relationships/hdphoto" Target="../media/hdphoto1.wdp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image" Target="../media/image3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image" Target="../media/image2.png"/><Relationship Id="rId5" Type="http://schemas.openxmlformats.org/officeDocument/2006/relationships/tags" Target="../tags/tag23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2.xml"/><Relationship Id="rId9" Type="http://schemas.openxmlformats.org/officeDocument/2006/relationships/tags" Target="../tags/tag2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image" Target="../media/image4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image" Target="../media/image2.png"/><Relationship Id="rId5" Type="http://schemas.openxmlformats.org/officeDocument/2006/relationships/tags" Target="../tags/tag32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31.xml"/><Relationship Id="rId9" Type="http://schemas.openxmlformats.org/officeDocument/2006/relationships/tags" Target="../tags/tag3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image" Target="../media/image5.pn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image" Target="../media/image2.png"/><Relationship Id="rId5" Type="http://schemas.openxmlformats.org/officeDocument/2006/relationships/tags" Target="../tags/tag41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40.xml"/><Relationship Id="rId9" Type="http://schemas.openxmlformats.org/officeDocument/2006/relationships/tags" Target="../tags/tag4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microsoft.com/office/2007/relationships/hdphoto" Target="../media/hdphoto2.wdp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image" Target="../media/image7.pn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image" Target="../media/image6.png"/><Relationship Id="rId5" Type="http://schemas.openxmlformats.org/officeDocument/2006/relationships/tags" Target="../tags/tag50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49.xml"/><Relationship Id="rId9" Type="http://schemas.openxmlformats.org/officeDocument/2006/relationships/tags" Target="../tags/tag5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13" Type="http://schemas.microsoft.com/office/2007/relationships/hdphoto" Target="../media/hdphoto3.wdp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12" Type="http://schemas.openxmlformats.org/officeDocument/2006/relationships/image" Target="../media/image8.pn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image" Target="../media/image6.png"/><Relationship Id="rId5" Type="http://schemas.openxmlformats.org/officeDocument/2006/relationships/tags" Target="../tags/tag59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58.xml"/><Relationship Id="rId9" Type="http://schemas.openxmlformats.org/officeDocument/2006/relationships/tags" Target="../tags/tag6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image" Target="../media/image10.png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microsoft.com/office/2007/relationships/hdphoto" Target="../media/hdphoto4.wdp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image" Target="../media/image9.png"/><Relationship Id="rId5" Type="http://schemas.openxmlformats.org/officeDocument/2006/relationships/tags" Target="../tags/tag68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microsoft.com/office/2007/relationships/hdphoto" Target="../media/hdphoto5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microsoft.com/office/2007/relationships/hdphoto" Target="../media/hdphoto6.wdp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image" Target="../media/image11.png"/><Relationship Id="rId5" Type="http://schemas.openxmlformats.org/officeDocument/2006/relationships/tags" Target="../tags/tag77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76.xml"/><Relationship Id="rId9" Type="http://schemas.openxmlformats.org/officeDocument/2006/relationships/tags" Target="../tags/tag8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microsoft.com/office/2007/relationships/hdphoto" Target="../media/hdphoto7.wdp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image" Target="../media/image12.png"/><Relationship Id="rId5" Type="http://schemas.openxmlformats.org/officeDocument/2006/relationships/tags" Target="../tags/tag8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85.xml"/><Relationship Id="rId9" Type="http://schemas.openxmlformats.org/officeDocument/2006/relationships/tags" Target="../tags/tag9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3" Type="http://schemas.openxmlformats.org/officeDocument/2006/relationships/tags" Target="../tags/tag93.xml"/><Relationship Id="rId7" Type="http://schemas.openxmlformats.org/officeDocument/2006/relationships/tags" Target="../tags/tag97.xml"/><Relationship Id="rId12" Type="http://schemas.openxmlformats.org/officeDocument/2006/relationships/image" Target="../media/image14.png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image" Target="../media/image13.png"/><Relationship Id="rId5" Type="http://schemas.openxmlformats.org/officeDocument/2006/relationships/tags" Target="../tags/tag9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94.xml"/><Relationship Id="rId9" Type="http://schemas.openxmlformats.org/officeDocument/2006/relationships/tags" Target="../tags/tag9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3" Type="http://schemas.openxmlformats.org/officeDocument/2006/relationships/tags" Target="../tags/tag102.xml"/><Relationship Id="rId7" Type="http://schemas.openxmlformats.org/officeDocument/2006/relationships/tags" Target="../tags/tag106.xml"/><Relationship Id="rId12" Type="http://schemas.microsoft.com/office/2007/relationships/hdphoto" Target="../media/hdphoto8.wdp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image" Target="../media/image15.png"/><Relationship Id="rId5" Type="http://schemas.openxmlformats.org/officeDocument/2006/relationships/tags" Target="../tags/tag104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03.xml"/><Relationship Id="rId9" Type="http://schemas.openxmlformats.org/officeDocument/2006/relationships/tags" Target="../tags/tag10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FA0A-55AF-F9D1-D37C-01F2981C0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3255962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Spline Interpolation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D8699-90BF-C248-CA5B-B97BDF760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3255962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>
            <a:norm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By</a:t>
            </a:r>
          </a:p>
          <a:p>
            <a:r>
              <a:rPr lang="en-US" dirty="0">
                <a:solidFill>
                  <a:schemeClr val="bg1"/>
                </a:solidFill>
              </a:rPr>
              <a:t>Dr. Sikander M. Mirza</a:t>
            </a:r>
          </a:p>
          <a:p>
            <a:r>
              <a:rPr lang="en-US" dirty="0">
                <a:solidFill>
                  <a:schemeClr val="bg1"/>
                </a:solidFill>
              </a:rPr>
              <a:t>Department of Physics &amp; Applied Mathematics</a:t>
            </a:r>
          </a:p>
          <a:p>
            <a:r>
              <a:rPr lang="en-US" dirty="0">
                <a:solidFill>
                  <a:schemeClr val="bg1"/>
                </a:solidFill>
              </a:rPr>
              <a:t>Pakistan Institute of Engineering and Applied Sciences</a:t>
            </a:r>
          </a:p>
          <a:p>
            <a:r>
              <a:rPr lang="en-US" dirty="0" err="1">
                <a:solidFill>
                  <a:schemeClr val="bg1"/>
                </a:solidFill>
              </a:rPr>
              <a:t>Nilore</a:t>
            </a:r>
            <a:r>
              <a:rPr lang="en-US" dirty="0">
                <a:solidFill>
                  <a:schemeClr val="bg1"/>
                </a:solidFill>
              </a:rPr>
              <a:t>, Islamabad 45650, Pakistan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799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1F7F-1284-8522-4613-4974CD7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4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EB480-A46E-D935-50E3-2B6E50E9F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797" y="1079292"/>
            <a:ext cx="10515600" cy="416647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Spline interpolation uses piecewise polynomial functions called splines to create a smooth curve that passes through a given set of data points. </a:t>
            </a:r>
          </a:p>
          <a:p>
            <a:r>
              <a:rPr lang="en-US" dirty="0"/>
              <a:t>Unlike a single high-degree polynomial, splines use lower-degree polynomials between segments, ensuring local fitting and preventing overfitting. </a:t>
            </a:r>
          </a:p>
          <a:p>
            <a:r>
              <a:rPr lang="en-US" dirty="0"/>
              <a:t>The segments connect at points called knots, and conditions on the continuity of the function and its derivatives (especially for higher-order splines like cubic splines) ensure a smooth, continuous, and accurate interpolation of the data's trend. </a:t>
            </a:r>
          </a:p>
        </p:txBody>
      </p:sp>
      <p:grpSp>
        <p:nvGrpSpPr>
          <p:cNvPr id="15" name="Group 14" descr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 title="IguanaTex Vector Display">
            <a:extLst>
              <a:ext uri="{FF2B5EF4-FFF2-40B4-BE49-F238E27FC236}">
                <a16:creationId xmlns:a16="http://schemas.microsoft.com/office/drawing/2014/main" id="{9727BCC8-CB80-0309-B5C2-52EFD2BA112F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540000" y="411401"/>
            <a:ext cx="1322719" cy="315655"/>
            <a:chOff x="10251134" y="4246078"/>
            <a:chExt cx="1322719" cy="315655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CA04D22-3F74-A522-BA43-8881165E7AA9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0251134" y="4246078"/>
              <a:ext cx="181867" cy="250824"/>
            </a:xfrm>
            <a:custGeom>
              <a:avLst/>
              <a:gdLst>
                <a:gd name="connsiteX0" fmla="*/ 120746 w 181867"/>
                <a:gd name="connsiteY0" fmla="*/ 100314 h 250824"/>
                <a:gd name="connsiteX1" fmla="*/ 69039 w 181867"/>
                <a:gd name="connsiteY1" fmla="*/ 89331 h 250824"/>
                <a:gd name="connsiteX2" fmla="*/ 34805 w 181867"/>
                <a:gd name="connsiteY2" fmla="*/ 52487 h 250824"/>
                <a:gd name="connsiteX3" fmla="*/ 80450 w 181867"/>
                <a:gd name="connsiteY3" fmla="*/ 15289 h 250824"/>
                <a:gd name="connsiteX4" fmla="*/ 153197 w 181867"/>
                <a:gd name="connsiteY4" fmla="*/ 75515 h 250824"/>
                <a:gd name="connsiteX5" fmla="*/ 162112 w 181867"/>
                <a:gd name="connsiteY5" fmla="*/ 84726 h 250824"/>
                <a:gd name="connsiteX6" fmla="*/ 170671 w 181867"/>
                <a:gd name="connsiteY6" fmla="*/ 74806 h 250824"/>
                <a:gd name="connsiteX7" fmla="*/ 170671 w 181867"/>
                <a:gd name="connsiteY7" fmla="*/ 9975 h 250824"/>
                <a:gd name="connsiteX8" fmla="*/ 164252 w 181867"/>
                <a:gd name="connsiteY8" fmla="*/ 55 h 250824"/>
                <a:gd name="connsiteX9" fmla="*/ 157120 w 181867"/>
                <a:gd name="connsiteY9" fmla="*/ 3952 h 250824"/>
                <a:gd name="connsiteX10" fmla="*/ 141073 w 181867"/>
                <a:gd name="connsiteY10" fmla="*/ 19540 h 250824"/>
                <a:gd name="connsiteX11" fmla="*/ 80094 w 181867"/>
                <a:gd name="connsiteY11" fmla="*/ 55 h 250824"/>
                <a:gd name="connsiteX12" fmla="*/ 215 w 181867"/>
                <a:gd name="connsiteY12" fmla="*/ 71264 h 250824"/>
                <a:gd name="connsiteX13" fmla="*/ 19471 w 181867"/>
                <a:gd name="connsiteY13" fmla="*/ 118382 h 250824"/>
                <a:gd name="connsiteX14" fmla="*/ 87939 w 181867"/>
                <a:gd name="connsiteY14" fmla="*/ 146723 h 250824"/>
                <a:gd name="connsiteX15" fmla="*/ 133227 w 181867"/>
                <a:gd name="connsiteY15" fmla="*/ 161957 h 250824"/>
                <a:gd name="connsiteX16" fmla="*/ 147492 w 181867"/>
                <a:gd name="connsiteY16" fmla="*/ 192779 h 250824"/>
                <a:gd name="connsiteX17" fmla="*/ 101133 w 181867"/>
                <a:gd name="connsiteY17" fmla="*/ 234228 h 250824"/>
                <a:gd name="connsiteX18" fmla="*/ 16975 w 181867"/>
                <a:gd name="connsiteY18" fmla="*/ 174357 h 250824"/>
                <a:gd name="connsiteX19" fmla="*/ 8773 w 181867"/>
                <a:gd name="connsiteY19" fmla="*/ 166208 h 250824"/>
                <a:gd name="connsiteX20" fmla="*/ 215 w 181867"/>
                <a:gd name="connsiteY20" fmla="*/ 176482 h 250824"/>
                <a:gd name="connsiteX21" fmla="*/ 215 w 181867"/>
                <a:gd name="connsiteY21" fmla="*/ 240960 h 250824"/>
                <a:gd name="connsiteX22" fmla="*/ 6634 w 181867"/>
                <a:gd name="connsiteY22" fmla="*/ 250879 h 250824"/>
                <a:gd name="connsiteX23" fmla="*/ 13409 w 181867"/>
                <a:gd name="connsiteY23" fmla="*/ 247691 h 250824"/>
                <a:gd name="connsiteX24" fmla="*/ 29813 w 181867"/>
                <a:gd name="connsiteY24" fmla="*/ 231394 h 250824"/>
                <a:gd name="connsiteX25" fmla="*/ 101133 w 181867"/>
                <a:gd name="connsiteY25" fmla="*/ 250879 h 250824"/>
                <a:gd name="connsiteX26" fmla="*/ 182082 w 181867"/>
                <a:gd name="connsiteY26" fmla="*/ 175065 h 250824"/>
                <a:gd name="connsiteX27" fmla="*/ 120746 w 181867"/>
                <a:gd name="connsiteY27" fmla="*/ 100314 h 250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1867" h="250824">
                  <a:moveTo>
                    <a:pt x="120746" y="100314"/>
                  </a:moveTo>
                  <a:lnTo>
                    <a:pt x="69039" y="89331"/>
                  </a:lnTo>
                  <a:cubicBezTo>
                    <a:pt x="54775" y="86143"/>
                    <a:pt x="34805" y="74098"/>
                    <a:pt x="34805" y="52487"/>
                  </a:cubicBezTo>
                  <a:cubicBezTo>
                    <a:pt x="34805" y="37253"/>
                    <a:pt x="44790" y="15289"/>
                    <a:pt x="80450" y="15289"/>
                  </a:cubicBezTo>
                  <a:cubicBezTo>
                    <a:pt x="108978" y="15289"/>
                    <a:pt x="144995" y="27334"/>
                    <a:pt x="153197" y="75515"/>
                  </a:cubicBezTo>
                  <a:cubicBezTo>
                    <a:pt x="154624" y="84017"/>
                    <a:pt x="154624" y="84726"/>
                    <a:pt x="162112" y="84726"/>
                  </a:cubicBezTo>
                  <a:cubicBezTo>
                    <a:pt x="170671" y="84726"/>
                    <a:pt x="170671" y="82954"/>
                    <a:pt x="170671" y="74806"/>
                  </a:cubicBezTo>
                  <a:lnTo>
                    <a:pt x="170671" y="9975"/>
                  </a:lnTo>
                  <a:cubicBezTo>
                    <a:pt x="170671" y="3243"/>
                    <a:pt x="170671" y="55"/>
                    <a:pt x="164252" y="55"/>
                  </a:cubicBezTo>
                  <a:cubicBezTo>
                    <a:pt x="161399" y="55"/>
                    <a:pt x="161042" y="409"/>
                    <a:pt x="157120" y="3952"/>
                  </a:cubicBezTo>
                  <a:lnTo>
                    <a:pt x="141073" y="19540"/>
                  </a:lnTo>
                  <a:cubicBezTo>
                    <a:pt x="120390" y="3243"/>
                    <a:pt x="97211" y="55"/>
                    <a:pt x="80094" y="55"/>
                  </a:cubicBezTo>
                  <a:cubicBezTo>
                    <a:pt x="25890" y="55"/>
                    <a:pt x="215" y="34065"/>
                    <a:pt x="215" y="71264"/>
                  </a:cubicBezTo>
                  <a:cubicBezTo>
                    <a:pt x="215" y="94291"/>
                    <a:pt x="11983" y="110588"/>
                    <a:pt x="19471" y="118382"/>
                  </a:cubicBezTo>
                  <a:cubicBezTo>
                    <a:pt x="36945" y="135741"/>
                    <a:pt x="49069" y="138221"/>
                    <a:pt x="87939" y="146723"/>
                  </a:cubicBezTo>
                  <a:cubicBezTo>
                    <a:pt x="119320" y="153454"/>
                    <a:pt x="125382" y="154517"/>
                    <a:pt x="133227" y="161957"/>
                  </a:cubicBezTo>
                  <a:cubicBezTo>
                    <a:pt x="138576" y="167271"/>
                    <a:pt x="147492" y="176482"/>
                    <a:pt x="147492" y="192779"/>
                  </a:cubicBezTo>
                  <a:cubicBezTo>
                    <a:pt x="147492" y="209784"/>
                    <a:pt x="138220" y="234228"/>
                    <a:pt x="101133" y="234228"/>
                  </a:cubicBezTo>
                  <a:cubicBezTo>
                    <a:pt x="74031" y="234228"/>
                    <a:pt x="19828" y="227143"/>
                    <a:pt x="16975" y="174357"/>
                  </a:cubicBezTo>
                  <a:cubicBezTo>
                    <a:pt x="16618" y="167980"/>
                    <a:pt x="16618" y="166208"/>
                    <a:pt x="8773" y="166208"/>
                  </a:cubicBezTo>
                  <a:cubicBezTo>
                    <a:pt x="215" y="166208"/>
                    <a:pt x="215" y="168334"/>
                    <a:pt x="215" y="176482"/>
                  </a:cubicBezTo>
                  <a:lnTo>
                    <a:pt x="215" y="240960"/>
                  </a:lnTo>
                  <a:cubicBezTo>
                    <a:pt x="215" y="247691"/>
                    <a:pt x="215" y="250879"/>
                    <a:pt x="6634" y="250879"/>
                  </a:cubicBezTo>
                  <a:cubicBezTo>
                    <a:pt x="9843" y="250879"/>
                    <a:pt x="10556" y="250171"/>
                    <a:pt x="13409" y="247691"/>
                  </a:cubicBezTo>
                  <a:lnTo>
                    <a:pt x="29813" y="231394"/>
                  </a:lnTo>
                  <a:cubicBezTo>
                    <a:pt x="53349" y="248754"/>
                    <a:pt x="86513" y="250879"/>
                    <a:pt x="101133" y="250879"/>
                  </a:cubicBezTo>
                  <a:cubicBezTo>
                    <a:pt x="159973" y="250879"/>
                    <a:pt x="182082" y="210846"/>
                    <a:pt x="182082" y="175065"/>
                  </a:cubicBezTo>
                  <a:cubicBezTo>
                    <a:pt x="182082" y="135741"/>
                    <a:pt x="153197" y="107045"/>
                    <a:pt x="120746" y="100314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BF39BF1-BD05-F8A0-A471-0019131E8CA9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0469334" y="4333583"/>
              <a:ext cx="200767" cy="228150"/>
            </a:xfrm>
            <a:custGeom>
              <a:avLst/>
              <a:gdLst>
                <a:gd name="connsiteX0" fmla="*/ 65479 w 200767"/>
                <a:gd name="connsiteY0" fmla="*/ 42922 h 228150"/>
                <a:gd name="connsiteX1" fmla="*/ 70828 w 200767"/>
                <a:gd name="connsiteY1" fmla="*/ 30877 h 228150"/>
                <a:gd name="connsiteX2" fmla="*/ 111481 w 200767"/>
                <a:gd name="connsiteY2" fmla="*/ 14226 h 228150"/>
                <a:gd name="connsiteX3" fmla="*/ 155343 w 200767"/>
                <a:gd name="connsiteY3" fmla="*/ 80475 h 228150"/>
                <a:gd name="connsiteX4" fmla="*/ 107202 w 200767"/>
                <a:gd name="connsiteY4" fmla="*/ 148849 h 228150"/>
                <a:gd name="connsiteX5" fmla="*/ 69402 w 200767"/>
                <a:gd name="connsiteY5" fmla="*/ 129718 h 228150"/>
                <a:gd name="connsiteX6" fmla="*/ 65479 w 200767"/>
                <a:gd name="connsiteY6" fmla="*/ 118027 h 228150"/>
                <a:gd name="connsiteX7" fmla="*/ 65479 w 200767"/>
                <a:gd name="connsiteY7" fmla="*/ 42922 h 228150"/>
                <a:gd name="connsiteX8" fmla="*/ 65479 w 200767"/>
                <a:gd name="connsiteY8" fmla="*/ 145661 h 228150"/>
                <a:gd name="connsiteX9" fmla="*/ 111124 w 200767"/>
                <a:gd name="connsiteY9" fmla="*/ 161603 h 228150"/>
                <a:gd name="connsiteX10" fmla="*/ 200988 w 200767"/>
                <a:gd name="connsiteY10" fmla="*/ 80475 h 228150"/>
                <a:gd name="connsiteX11" fmla="*/ 117187 w 200767"/>
                <a:gd name="connsiteY11" fmla="*/ 55 h 228150"/>
                <a:gd name="connsiteX12" fmla="*/ 63340 w 200767"/>
                <a:gd name="connsiteY12" fmla="*/ 17414 h 228150"/>
                <a:gd name="connsiteX13" fmla="*/ 63340 w 200767"/>
                <a:gd name="connsiteY13" fmla="*/ 55 h 228150"/>
                <a:gd name="connsiteX14" fmla="*/ 221 w 200767"/>
                <a:gd name="connsiteY14" fmla="*/ 2889 h 228150"/>
                <a:gd name="connsiteX15" fmla="*/ 221 w 200767"/>
                <a:gd name="connsiteY15" fmla="*/ 19540 h 228150"/>
                <a:gd name="connsiteX16" fmla="*/ 24827 w 200767"/>
                <a:gd name="connsiteY16" fmla="*/ 33002 h 228150"/>
                <a:gd name="connsiteX17" fmla="*/ 24827 w 200767"/>
                <a:gd name="connsiteY17" fmla="*/ 211555 h 228150"/>
                <a:gd name="connsiteX18" fmla="*/ 221 w 200767"/>
                <a:gd name="connsiteY18" fmla="*/ 211555 h 228150"/>
                <a:gd name="connsiteX19" fmla="*/ 221 w 200767"/>
                <a:gd name="connsiteY19" fmla="*/ 228206 h 228150"/>
                <a:gd name="connsiteX20" fmla="*/ 45153 w 200767"/>
                <a:gd name="connsiteY20" fmla="*/ 227143 h 228150"/>
                <a:gd name="connsiteX21" fmla="*/ 90085 w 200767"/>
                <a:gd name="connsiteY21" fmla="*/ 228206 h 228150"/>
                <a:gd name="connsiteX22" fmla="*/ 90085 w 200767"/>
                <a:gd name="connsiteY22" fmla="*/ 211555 h 228150"/>
                <a:gd name="connsiteX23" fmla="*/ 65479 w 200767"/>
                <a:gd name="connsiteY23" fmla="*/ 211555 h 228150"/>
                <a:gd name="connsiteX24" fmla="*/ 65479 w 200767"/>
                <a:gd name="connsiteY24" fmla="*/ 145661 h 22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767" h="228150">
                  <a:moveTo>
                    <a:pt x="65479" y="42922"/>
                  </a:moveTo>
                  <a:cubicBezTo>
                    <a:pt x="65479" y="36191"/>
                    <a:pt x="65836" y="35836"/>
                    <a:pt x="70828" y="30877"/>
                  </a:cubicBezTo>
                  <a:cubicBezTo>
                    <a:pt x="85092" y="16351"/>
                    <a:pt x="103636" y="14226"/>
                    <a:pt x="111481" y="14226"/>
                  </a:cubicBezTo>
                  <a:cubicBezTo>
                    <a:pt x="135373" y="14226"/>
                    <a:pt x="155343" y="35836"/>
                    <a:pt x="155343" y="80475"/>
                  </a:cubicBezTo>
                  <a:cubicBezTo>
                    <a:pt x="155343" y="130427"/>
                    <a:pt x="130381" y="148849"/>
                    <a:pt x="107202" y="148849"/>
                  </a:cubicBezTo>
                  <a:cubicBezTo>
                    <a:pt x="102209" y="148849"/>
                    <a:pt x="85449" y="148849"/>
                    <a:pt x="69402" y="129718"/>
                  </a:cubicBezTo>
                  <a:cubicBezTo>
                    <a:pt x="65479" y="125113"/>
                    <a:pt x="65479" y="124758"/>
                    <a:pt x="65479" y="118027"/>
                  </a:cubicBezTo>
                  <a:lnTo>
                    <a:pt x="65479" y="42922"/>
                  </a:lnTo>
                  <a:close/>
                  <a:moveTo>
                    <a:pt x="65479" y="145661"/>
                  </a:moveTo>
                  <a:cubicBezTo>
                    <a:pt x="80813" y="158060"/>
                    <a:pt x="96504" y="161603"/>
                    <a:pt x="111124" y="161603"/>
                  </a:cubicBezTo>
                  <a:cubicBezTo>
                    <a:pt x="164615" y="161603"/>
                    <a:pt x="200988" y="129718"/>
                    <a:pt x="200988" y="80475"/>
                  </a:cubicBezTo>
                  <a:cubicBezTo>
                    <a:pt x="200988" y="33356"/>
                    <a:pt x="168537" y="55"/>
                    <a:pt x="117187" y="55"/>
                  </a:cubicBezTo>
                  <a:cubicBezTo>
                    <a:pt x="90442" y="55"/>
                    <a:pt x="71542" y="11037"/>
                    <a:pt x="63340" y="17414"/>
                  </a:cubicBezTo>
                  <a:lnTo>
                    <a:pt x="63340" y="55"/>
                  </a:lnTo>
                  <a:lnTo>
                    <a:pt x="221" y="2889"/>
                  </a:lnTo>
                  <a:lnTo>
                    <a:pt x="221" y="19540"/>
                  </a:lnTo>
                  <a:cubicBezTo>
                    <a:pt x="22330" y="19540"/>
                    <a:pt x="24827" y="19540"/>
                    <a:pt x="24827" y="33002"/>
                  </a:cubicBezTo>
                  <a:lnTo>
                    <a:pt x="24827" y="211555"/>
                  </a:lnTo>
                  <a:lnTo>
                    <a:pt x="221" y="211555"/>
                  </a:lnTo>
                  <a:lnTo>
                    <a:pt x="221" y="228206"/>
                  </a:lnTo>
                  <a:cubicBezTo>
                    <a:pt x="10206" y="227852"/>
                    <a:pt x="31602" y="227143"/>
                    <a:pt x="45153" y="227143"/>
                  </a:cubicBezTo>
                  <a:cubicBezTo>
                    <a:pt x="59061" y="227143"/>
                    <a:pt x="80100" y="227852"/>
                    <a:pt x="90085" y="228206"/>
                  </a:cubicBezTo>
                  <a:lnTo>
                    <a:pt x="90085" y="211555"/>
                  </a:lnTo>
                  <a:lnTo>
                    <a:pt x="65479" y="211555"/>
                  </a:lnTo>
                  <a:lnTo>
                    <a:pt x="65479" y="145661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A506F54-D2E5-8CAD-DDA3-DE1FFE33043D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700728" y="4247141"/>
              <a:ext cx="87724" cy="245864"/>
            </a:xfrm>
            <a:custGeom>
              <a:avLst/>
              <a:gdLst>
                <a:gd name="connsiteX0" fmla="*/ 63346 w 87724"/>
                <a:gd name="connsiteY0" fmla="*/ 55 h 245864"/>
                <a:gd name="connsiteX1" fmla="*/ 228 w 87724"/>
                <a:gd name="connsiteY1" fmla="*/ 2889 h 245864"/>
                <a:gd name="connsiteX2" fmla="*/ 228 w 87724"/>
                <a:gd name="connsiteY2" fmla="*/ 19540 h 245864"/>
                <a:gd name="connsiteX3" fmla="*/ 24833 w 87724"/>
                <a:gd name="connsiteY3" fmla="*/ 33356 h 245864"/>
                <a:gd name="connsiteX4" fmla="*/ 24833 w 87724"/>
                <a:gd name="connsiteY4" fmla="*/ 229269 h 245864"/>
                <a:gd name="connsiteX5" fmla="*/ 228 w 87724"/>
                <a:gd name="connsiteY5" fmla="*/ 229269 h 245864"/>
                <a:gd name="connsiteX6" fmla="*/ 228 w 87724"/>
                <a:gd name="connsiteY6" fmla="*/ 245919 h 245864"/>
                <a:gd name="connsiteX7" fmla="*/ 44090 w 87724"/>
                <a:gd name="connsiteY7" fmla="*/ 244857 h 245864"/>
                <a:gd name="connsiteX8" fmla="*/ 87952 w 87724"/>
                <a:gd name="connsiteY8" fmla="*/ 245919 h 245864"/>
                <a:gd name="connsiteX9" fmla="*/ 87952 w 87724"/>
                <a:gd name="connsiteY9" fmla="*/ 229269 h 245864"/>
                <a:gd name="connsiteX10" fmla="*/ 63346 w 87724"/>
                <a:gd name="connsiteY10" fmla="*/ 229269 h 245864"/>
                <a:gd name="connsiteX11" fmla="*/ 63346 w 87724"/>
                <a:gd name="connsiteY11" fmla="*/ 5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7724" h="245864">
                  <a:moveTo>
                    <a:pt x="63346" y="55"/>
                  </a:moveTo>
                  <a:lnTo>
                    <a:pt x="228" y="2889"/>
                  </a:lnTo>
                  <a:lnTo>
                    <a:pt x="228" y="19540"/>
                  </a:lnTo>
                  <a:cubicBezTo>
                    <a:pt x="22337" y="19540"/>
                    <a:pt x="24833" y="19540"/>
                    <a:pt x="24833" y="33356"/>
                  </a:cubicBezTo>
                  <a:lnTo>
                    <a:pt x="24833" y="229269"/>
                  </a:lnTo>
                  <a:lnTo>
                    <a:pt x="228" y="229269"/>
                  </a:lnTo>
                  <a:lnTo>
                    <a:pt x="228" y="245919"/>
                  </a:lnTo>
                  <a:cubicBezTo>
                    <a:pt x="11639" y="245565"/>
                    <a:pt x="28756" y="244857"/>
                    <a:pt x="44090" y="244857"/>
                  </a:cubicBezTo>
                  <a:cubicBezTo>
                    <a:pt x="59424" y="244857"/>
                    <a:pt x="75827" y="245565"/>
                    <a:pt x="87952" y="245919"/>
                  </a:cubicBezTo>
                  <a:lnTo>
                    <a:pt x="87952" y="229269"/>
                  </a:lnTo>
                  <a:lnTo>
                    <a:pt x="63346" y="229269"/>
                  </a:lnTo>
                  <a:lnTo>
                    <a:pt x="63346" y="55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C57B67B-B312-572C-AF9B-AE93E66D43DD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0814642" y="4246787"/>
              <a:ext cx="85227" cy="246218"/>
            </a:xfrm>
            <a:custGeom>
              <a:avLst/>
              <a:gdLst>
                <a:gd name="connsiteX0" fmla="*/ 63349 w 85227"/>
                <a:gd name="connsiteY0" fmla="*/ 86851 h 246218"/>
                <a:gd name="connsiteX1" fmla="*/ 1301 w 85227"/>
                <a:gd name="connsiteY1" fmla="*/ 89686 h 246218"/>
                <a:gd name="connsiteX2" fmla="*/ 1301 w 85227"/>
                <a:gd name="connsiteY2" fmla="*/ 106336 h 246218"/>
                <a:gd name="connsiteX3" fmla="*/ 24836 w 85227"/>
                <a:gd name="connsiteY3" fmla="*/ 120153 h 246218"/>
                <a:gd name="connsiteX4" fmla="*/ 24836 w 85227"/>
                <a:gd name="connsiteY4" fmla="*/ 229623 h 246218"/>
                <a:gd name="connsiteX5" fmla="*/ 231 w 85227"/>
                <a:gd name="connsiteY5" fmla="*/ 229623 h 246218"/>
                <a:gd name="connsiteX6" fmla="*/ 231 w 85227"/>
                <a:gd name="connsiteY6" fmla="*/ 246274 h 246218"/>
                <a:gd name="connsiteX7" fmla="*/ 43736 w 85227"/>
                <a:gd name="connsiteY7" fmla="*/ 245211 h 246218"/>
                <a:gd name="connsiteX8" fmla="*/ 85459 w 85227"/>
                <a:gd name="connsiteY8" fmla="*/ 246274 h 246218"/>
                <a:gd name="connsiteX9" fmla="*/ 85459 w 85227"/>
                <a:gd name="connsiteY9" fmla="*/ 229623 h 246218"/>
                <a:gd name="connsiteX10" fmla="*/ 63349 w 85227"/>
                <a:gd name="connsiteY10" fmla="*/ 229623 h 246218"/>
                <a:gd name="connsiteX11" fmla="*/ 63349 w 85227"/>
                <a:gd name="connsiteY11" fmla="*/ 86851 h 246218"/>
                <a:gd name="connsiteX12" fmla="*/ 66915 w 85227"/>
                <a:gd name="connsiteY12" fmla="*/ 27688 h 246218"/>
                <a:gd name="connsiteX13" fmla="*/ 39100 w 85227"/>
                <a:gd name="connsiteY13" fmla="*/ 55 h 246218"/>
                <a:gd name="connsiteX14" fmla="*/ 11285 w 85227"/>
                <a:gd name="connsiteY14" fmla="*/ 27688 h 246218"/>
                <a:gd name="connsiteX15" fmla="*/ 39100 w 85227"/>
                <a:gd name="connsiteY15" fmla="*/ 55321 h 246218"/>
                <a:gd name="connsiteX16" fmla="*/ 66915 w 85227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227" h="246218">
                  <a:moveTo>
                    <a:pt x="63349" y="86851"/>
                  </a:moveTo>
                  <a:lnTo>
                    <a:pt x="1301" y="89686"/>
                  </a:lnTo>
                  <a:lnTo>
                    <a:pt x="1301" y="106336"/>
                  </a:lnTo>
                  <a:cubicBezTo>
                    <a:pt x="22340" y="106336"/>
                    <a:pt x="24836" y="106336"/>
                    <a:pt x="24836" y="120153"/>
                  </a:cubicBezTo>
                  <a:lnTo>
                    <a:pt x="24836" y="229623"/>
                  </a:lnTo>
                  <a:lnTo>
                    <a:pt x="231" y="229623"/>
                  </a:lnTo>
                  <a:lnTo>
                    <a:pt x="231" y="246274"/>
                  </a:lnTo>
                  <a:cubicBezTo>
                    <a:pt x="11285" y="245919"/>
                    <a:pt x="28759" y="245211"/>
                    <a:pt x="43736" y="245211"/>
                  </a:cubicBezTo>
                  <a:cubicBezTo>
                    <a:pt x="54434" y="245211"/>
                    <a:pt x="72621" y="245919"/>
                    <a:pt x="85459" y="246274"/>
                  </a:cubicBezTo>
                  <a:lnTo>
                    <a:pt x="85459" y="229623"/>
                  </a:lnTo>
                  <a:lnTo>
                    <a:pt x="63349" y="229623"/>
                  </a:lnTo>
                  <a:lnTo>
                    <a:pt x="63349" y="86851"/>
                  </a:lnTo>
                  <a:close/>
                  <a:moveTo>
                    <a:pt x="66915" y="27688"/>
                  </a:moveTo>
                  <a:cubicBezTo>
                    <a:pt x="66915" y="12100"/>
                    <a:pt x="54078" y="55"/>
                    <a:pt x="39100" y="55"/>
                  </a:cubicBezTo>
                  <a:cubicBezTo>
                    <a:pt x="23766" y="55"/>
                    <a:pt x="11285" y="12454"/>
                    <a:pt x="11285" y="27688"/>
                  </a:cubicBezTo>
                  <a:cubicBezTo>
                    <a:pt x="11285" y="42922"/>
                    <a:pt x="23766" y="55321"/>
                    <a:pt x="39100" y="55321"/>
                  </a:cubicBezTo>
                  <a:cubicBezTo>
                    <a:pt x="54078" y="55321"/>
                    <a:pt x="66915" y="43276"/>
                    <a:pt x="66915" y="27688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E1137E-CB15-863A-C287-29CBAF0BE75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0927843" y="4333583"/>
              <a:ext cx="203263" cy="159422"/>
            </a:xfrm>
            <a:custGeom>
              <a:avLst/>
              <a:gdLst>
                <a:gd name="connsiteX0" fmla="*/ 24839 w 203263"/>
                <a:gd name="connsiteY0" fmla="*/ 33356 h 159422"/>
                <a:gd name="connsiteX1" fmla="*/ 24839 w 203263"/>
                <a:gd name="connsiteY1" fmla="*/ 142826 h 159422"/>
                <a:gd name="connsiteX2" fmla="*/ 234 w 203263"/>
                <a:gd name="connsiteY2" fmla="*/ 142826 h 159422"/>
                <a:gd name="connsiteX3" fmla="*/ 234 w 203263"/>
                <a:gd name="connsiteY3" fmla="*/ 159477 h 159422"/>
                <a:gd name="connsiteX4" fmla="*/ 45166 w 203263"/>
                <a:gd name="connsiteY4" fmla="*/ 158414 h 159422"/>
                <a:gd name="connsiteX5" fmla="*/ 90098 w 203263"/>
                <a:gd name="connsiteY5" fmla="*/ 159477 h 159422"/>
                <a:gd name="connsiteX6" fmla="*/ 90098 w 203263"/>
                <a:gd name="connsiteY6" fmla="*/ 142826 h 159422"/>
                <a:gd name="connsiteX7" fmla="*/ 65492 w 203263"/>
                <a:gd name="connsiteY7" fmla="*/ 142826 h 159422"/>
                <a:gd name="connsiteX8" fmla="*/ 65492 w 203263"/>
                <a:gd name="connsiteY8" fmla="*/ 68784 h 159422"/>
                <a:gd name="connsiteX9" fmla="*/ 118626 w 203263"/>
                <a:gd name="connsiteY9" fmla="*/ 12809 h 159422"/>
                <a:gd name="connsiteX10" fmla="*/ 138239 w 203263"/>
                <a:gd name="connsiteY10" fmla="*/ 47173 h 159422"/>
                <a:gd name="connsiteX11" fmla="*/ 138239 w 203263"/>
                <a:gd name="connsiteY11" fmla="*/ 142826 h 159422"/>
                <a:gd name="connsiteX12" fmla="*/ 113633 w 203263"/>
                <a:gd name="connsiteY12" fmla="*/ 142826 h 159422"/>
                <a:gd name="connsiteX13" fmla="*/ 113633 w 203263"/>
                <a:gd name="connsiteY13" fmla="*/ 159477 h 159422"/>
                <a:gd name="connsiteX14" fmla="*/ 158565 w 203263"/>
                <a:gd name="connsiteY14" fmla="*/ 158414 h 159422"/>
                <a:gd name="connsiteX15" fmla="*/ 203497 w 203263"/>
                <a:gd name="connsiteY15" fmla="*/ 159477 h 159422"/>
                <a:gd name="connsiteX16" fmla="*/ 203497 w 203263"/>
                <a:gd name="connsiteY16" fmla="*/ 142826 h 159422"/>
                <a:gd name="connsiteX17" fmla="*/ 178892 w 203263"/>
                <a:gd name="connsiteY17" fmla="*/ 142826 h 159422"/>
                <a:gd name="connsiteX18" fmla="*/ 178892 w 203263"/>
                <a:gd name="connsiteY18" fmla="*/ 51070 h 159422"/>
                <a:gd name="connsiteX19" fmla="*/ 123975 w 203263"/>
                <a:gd name="connsiteY19" fmla="*/ 55 h 159422"/>
                <a:gd name="connsiteX20" fmla="*/ 61569 w 203263"/>
                <a:gd name="connsiteY20" fmla="*/ 38316 h 159422"/>
                <a:gd name="connsiteX21" fmla="*/ 61569 w 203263"/>
                <a:gd name="connsiteY21" fmla="*/ 55 h 159422"/>
                <a:gd name="connsiteX22" fmla="*/ 234 w 203263"/>
                <a:gd name="connsiteY22" fmla="*/ 2889 h 159422"/>
                <a:gd name="connsiteX23" fmla="*/ 234 w 203263"/>
                <a:gd name="connsiteY23" fmla="*/ 19540 h 159422"/>
                <a:gd name="connsiteX24" fmla="*/ 24839 w 203263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3263" h="159422">
                  <a:moveTo>
                    <a:pt x="24839" y="33356"/>
                  </a:moveTo>
                  <a:lnTo>
                    <a:pt x="24839" y="142826"/>
                  </a:lnTo>
                  <a:lnTo>
                    <a:pt x="234" y="142826"/>
                  </a:lnTo>
                  <a:lnTo>
                    <a:pt x="234" y="159477"/>
                  </a:lnTo>
                  <a:cubicBezTo>
                    <a:pt x="10219" y="159123"/>
                    <a:pt x="31615" y="158414"/>
                    <a:pt x="45166" y="158414"/>
                  </a:cubicBezTo>
                  <a:cubicBezTo>
                    <a:pt x="59073" y="158414"/>
                    <a:pt x="80113" y="159123"/>
                    <a:pt x="90098" y="159477"/>
                  </a:cubicBezTo>
                  <a:lnTo>
                    <a:pt x="90098" y="142826"/>
                  </a:lnTo>
                  <a:lnTo>
                    <a:pt x="65492" y="142826"/>
                  </a:lnTo>
                  <a:lnTo>
                    <a:pt x="65492" y="68784"/>
                  </a:lnTo>
                  <a:cubicBezTo>
                    <a:pt x="65492" y="30168"/>
                    <a:pt x="96160" y="12809"/>
                    <a:pt x="118626" y="12809"/>
                  </a:cubicBezTo>
                  <a:cubicBezTo>
                    <a:pt x="130750" y="12809"/>
                    <a:pt x="138239" y="20248"/>
                    <a:pt x="138239" y="47173"/>
                  </a:cubicBezTo>
                  <a:lnTo>
                    <a:pt x="138239" y="142826"/>
                  </a:lnTo>
                  <a:lnTo>
                    <a:pt x="113633" y="142826"/>
                  </a:lnTo>
                  <a:lnTo>
                    <a:pt x="113633" y="159477"/>
                  </a:lnTo>
                  <a:cubicBezTo>
                    <a:pt x="123618" y="159123"/>
                    <a:pt x="145014" y="158414"/>
                    <a:pt x="158565" y="158414"/>
                  </a:cubicBezTo>
                  <a:cubicBezTo>
                    <a:pt x="172473" y="158414"/>
                    <a:pt x="193512" y="159123"/>
                    <a:pt x="203497" y="159477"/>
                  </a:cubicBezTo>
                  <a:lnTo>
                    <a:pt x="203497" y="142826"/>
                  </a:lnTo>
                  <a:lnTo>
                    <a:pt x="178892" y="142826"/>
                  </a:lnTo>
                  <a:lnTo>
                    <a:pt x="178892" y="51070"/>
                  </a:lnTo>
                  <a:cubicBezTo>
                    <a:pt x="178892" y="13872"/>
                    <a:pt x="159635" y="55"/>
                    <a:pt x="123975" y="55"/>
                  </a:cubicBezTo>
                  <a:cubicBezTo>
                    <a:pt x="89741" y="55"/>
                    <a:pt x="70841" y="20248"/>
                    <a:pt x="61569" y="38316"/>
                  </a:cubicBezTo>
                  <a:lnTo>
                    <a:pt x="61569" y="55"/>
                  </a:lnTo>
                  <a:lnTo>
                    <a:pt x="234" y="2889"/>
                  </a:lnTo>
                  <a:lnTo>
                    <a:pt x="234" y="19540"/>
                  </a:lnTo>
                  <a:cubicBezTo>
                    <a:pt x="22343" y="19540"/>
                    <a:pt x="24839" y="19540"/>
                    <a:pt x="24839" y="33356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62698F2-8211-FD5F-D05B-1D5AD2DBB7B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1151035" y="4332520"/>
              <a:ext cx="164750" cy="162610"/>
            </a:xfrm>
            <a:custGeom>
              <a:avLst/>
              <a:gdLst>
                <a:gd name="connsiteX0" fmla="*/ 153579 w 164750"/>
                <a:gd name="connsiteY0" fmla="*/ 83309 h 162610"/>
                <a:gd name="connsiteX1" fmla="*/ 164990 w 164750"/>
                <a:gd name="connsiteY1" fmla="*/ 73743 h 162610"/>
                <a:gd name="connsiteX2" fmla="*/ 145021 w 164750"/>
                <a:gd name="connsiteY2" fmla="*/ 19186 h 162610"/>
                <a:gd name="connsiteX3" fmla="*/ 88321 w 164750"/>
                <a:gd name="connsiteY3" fmla="*/ 55 h 162610"/>
                <a:gd name="connsiteX4" fmla="*/ 240 w 164750"/>
                <a:gd name="connsiteY4" fmla="*/ 80829 h 162610"/>
                <a:gd name="connsiteX5" fmla="*/ 93313 w 164750"/>
                <a:gd name="connsiteY5" fmla="*/ 162666 h 162610"/>
                <a:gd name="connsiteX6" fmla="*/ 164990 w 164750"/>
                <a:gd name="connsiteY6" fmla="*/ 119090 h 162610"/>
                <a:gd name="connsiteX7" fmla="*/ 156432 w 164750"/>
                <a:gd name="connsiteY7" fmla="*/ 112713 h 162610"/>
                <a:gd name="connsiteX8" fmla="*/ 147517 w 164750"/>
                <a:gd name="connsiteY8" fmla="*/ 120153 h 162610"/>
                <a:gd name="connsiteX9" fmla="*/ 96523 w 164750"/>
                <a:gd name="connsiteY9" fmla="*/ 148495 h 162610"/>
                <a:gd name="connsiteX10" fmla="*/ 45885 w 164750"/>
                <a:gd name="connsiteY10" fmla="*/ 83309 h 162610"/>
                <a:gd name="connsiteX11" fmla="*/ 153579 w 164750"/>
                <a:gd name="connsiteY11" fmla="*/ 83309 h 162610"/>
                <a:gd name="connsiteX12" fmla="*/ 45885 w 164750"/>
                <a:gd name="connsiteY12" fmla="*/ 71618 h 162610"/>
                <a:gd name="connsiteX13" fmla="*/ 54444 w 164750"/>
                <a:gd name="connsiteY13" fmla="*/ 31231 h 162610"/>
                <a:gd name="connsiteX14" fmla="*/ 88321 w 164750"/>
                <a:gd name="connsiteY14" fmla="*/ 12809 h 162610"/>
                <a:gd name="connsiteX15" fmla="*/ 131113 w 164750"/>
                <a:gd name="connsiteY15" fmla="*/ 71618 h 162610"/>
                <a:gd name="connsiteX16" fmla="*/ 45885 w 164750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4750" h="162610">
                  <a:moveTo>
                    <a:pt x="153579" y="83309"/>
                  </a:moveTo>
                  <a:cubicBezTo>
                    <a:pt x="161424" y="83309"/>
                    <a:pt x="164990" y="83309"/>
                    <a:pt x="164990" y="73743"/>
                  </a:cubicBezTo>
                  <a:cubicBezTo>
                    <a:pt x="164990" y="62761"/>
                    <a:pt x="162851" y="36899"/>
                    <a:pt x="145021" y="19186"/>
                  </a:cubicBezTo>
                  <a:cubicBezTo>
                    <a:pt x="131827" y="6432"/>
                    <a:pt x="112927" y="55"/>
                    <a:pt x="88321" y="55"/>
                  </a:cubicBezTo>
                  <a:cubicBezTo>
                    <a:pt x="31265" y="55"/>
                    <a:pt x="240" y="36545"/>
                    <a:pt x="240" y="80829"/>
                  </a:cubicBezTo>
                  <a:cubicBezTo>
                    <a:pt x="240" y="128301"/>
                    <a:pt x="35900" y="162666"/>
                    <a:pt x="93313" y="162666"/>
                  </a:cubicBezTo>
                  <a:cubicBezTo>
                    <a:pt x="149657" y="162666"/>
                    <a:pt x="164990" y="125113"/>
                    <a:pt x="164990" y="119090"/>
                  </a:cubicBezTo>
                  <a:cubicBezTo>
                    <a:pt x="164990" y="112713"/>
                    <a:pt x="158215" y="112713"/>
                    <a:pt x="156432" y="112713"/>
                  </a:cubicBezTo>
                  <a:cubicBezTo>
                    <a:pt x="150370" y="112713"/>
                    <a:pt x="149657" y="114485"/>
                    <a:pt x="147517" y="120153"/>
                  </a:cubicBezTo>
                  <a:cubicBezTo>
                    <a:pt x="140028" y="137158"/>
                    <a:pt x="119702" y="148495"/>
                    <a:pt x="96523" y="148495"/>
                  </a:cubicBezTo>
                  <a:cubicBezTo>
                    <a:pt x="46242" y="148495"/>
                    <a:pt x="45885" y="101377"/>
                    <a:pt x="45885" y="83309"/>
                  </a:cubicBezTo>
                  <a:lnTo>
                    <a:pt x="153579" y="83309"/>
                  </a:lnTo>
                  <a:close/>
                  <a:moveTo>
                    <a:pt x="45885" y="71618"/>
                  </a:moveTo>
                  <a:cubicBezTo>
                    <a:pt x="46599" y="57801"/>
                    <a:pt x="46955" y="42922"/>
                    <a:pt x="54444" y="31231"/>
                  </a:cubicBezTo>
                  <a:cubicBezTo>
                    <a:pt x="63715" y="17060"/>
                    <a:pt x="77980" y="12809"/>
                    <a:pt x="88321" y="12809"/>
                  </a:cubicBezTo>
                  <a:cubicBezTo>
                    <a:pt x="130043" y="12809"/>
                    <a:pt x="130757" y="59218"/>
                    <a:pt x="131113" y="71618"/>
                  </a:cubicBezTo>
                  <a:lnTo>
                    <a:pt x="45885" y="71618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19CDFCC-122D-3CC4-6C6A-9D57F6532033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1341133" y="4332520"/>
              <a:ext cx="134439" cy="162610"/>
            </a:xfrm>
            <a:custGeom>
              <a:avLst/>
              <a:gdLst>
                <a:gd name="connsiteX0" fmla="*/ 61938 w 134439"/>
                <a:gd name="connsiteY0" fmla="*/ 56384 h 162610"/>
                <a:gd name="connsiteX1" fmla="*/ 25564 w 134439"/>
                <a:gd name="connsiteY1" fmla="*/ 33356 h 162610"/>
                <a:gd name="connsiteX2" fmla="*/ 65504 w 134439"/>
                <a:gd name="connsiteY2" fmla="*/ 11392 h 162610"/>
                <a:gd name="connsiteX3" fmla="*/ 107583 w 134439"/>
                <a:gd name="connsiteY3" fmla="*/ 41150 h 162610"/>
                <a:gd name="connsiteX4" fmla="*/ 115785 w 134439"/>
                <a:gd name="connsiteY4" fmla="*/ 48236 h 162610"/>
                <a:gd name="connsiteX5" fmla="*/ 124343 w 134439"/>
                <a:gd name="connsiteY5" fmla="*/ 38316 h 162610"/>
                <a:gd name="connsiteX6" fmla="*/ 124343 w 134439"/>
                <a:gd name="connsiteY6" fmla="*/ 9975 h 162610"/>
                <a:gd name="connsiteX7" fmla="*/ 117924 w 134439"/>
                <a:gd name="connsiteY7" fmla="*/ 55 h 162610"/>
                <a:gd name="connsiteX8" fmla="*/ 101877 w 134439"/>
                <a:gd name="connsiteY8" fmla="*/ 6786 h 162610"/>
                <a:gd name="connsiteX9" fmla="*/ 65860 w 134439"/>
                <a:gd name="connsiteY9" fmla="*/ 55 h 162610"/>
                <a:gd name="connsiteX10" fmla="*/ 246 w 134439"/>
                <a:gd name="connsiteY10" fmla="*/ 46464 h 162610"/>
                <a:gd name="connsiteX11" fmla="*/ 14510 w 134439"/>
                <a:gd name="connsiteY11" fmla="*/ 76223 h 162610"/>
                <a:gd name="connsiteX12" fmla="*/ 69783 w 134439"/>
                <a:gd name="connsiteY12" fmla="*/ 95708 h 162610"/>
                <a:gd name="connsiteX13" fmla="*/ 109366 w 134439"/>
                <a:gd name="connsiteY13" fmla="*/ 123341 h 162610"/>
                <a:gd name="connsiteX14" fmla="*/ 68713 w 134439"/>
                <a:gd name="connsiteY14" fmla="*/ 149912 h 162610"/>
                <a:gd name="connsiteX15" fmla="*/ 17362 w 134439"/>
                <a:gd name="connsiteY15" fmla="*/ 108816 h 162610"/>
                <a:gd name="connsiteX16" fmla="*/ 8804 w 134439"/>
                <a:gd name="connsiteY16" fmla="*/ 103856 h 162610"/>
                <a:gd name="connsiteX17" fmla="*/ 246 w 134439"/>
                <a:gd name="connsiteY17" fmla="*/ 114130 h 162610"/>
                <a:gd name="connsiteX18" fmla="*/ 246 w 134439"/>
                <a:gd name="connsiteY18" fmla="*/ 152746 h 162610"/>
                <a:gd name="connsiteX19" fmla="*/ 6664 w 134439"/>
                <a:gd name="connsiteY19" fmla="*/ 162666 h 162610"/>
                <a:gd name="connsiteX20" fmla="*/ 17362 w 134439"/>
                <a:gd name="connsiteY20" fmla="*/ 157351 h 162610"/>
                <a:gd name="connsiteX21" fmla="*/ 26634 w 134439"/>
                <a:gd name="connsiteY21" fmla="*/ 151329 h 162610"/>
                <a:gd name="connsiteX22" fmla="*/ 68713 w 134439"/>
                <a:gd name="connsiteY22" fmla="*/ 162666 h 162610"/>
                <a:gd name="connsiteX23" fmla="*/ 134685 w 134439"/>
                <a:gd name="connsiteY23" fmla="*/ 110942 h 162610"/>
                <a:gd name="connsiteX24" fmla="*/ 115071 w 134439"/>
                <a:gd name="connsiteY24" fmla="*/ 73389 h 162610"/>
                <a:gd name="connsiteX25" fmla="*/ 61938 w 134439"/>
                <a:gd name="connsiteY25" fmla="*/ 56384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4439" h="162610">
                  <a:moveTo>
                    <a:pt x="61938" y="56384"/>
                  </a:moveTo>
                  <a:cubicBezTo>
                    <a:pt x="48743" y="53904"/>
                    <a:pt x="25564" y="50007"/>
                    <a:pt x="25564" y="33356"/>
                  </a:cubicBezTo>
                  <a:cubicBezTo>
                    <a:pt x="25564" y="11392"/>
                    <a:pt x="58728" y="11392"/>
                    <a:pt x="65504" y="11392"/>
                  </a:cubicBezTo>
                  <a:cubicBezTo>
                    <a:pt x="92249" y="11392"/>
                    <a:pt x="105800" y="21665"/>
                    <a:pt x="107583" y="41150"/>
                  </a:cubicBezTo>
                  <a:cubicBezTo>
                    <a:pt x="107939" y="46464"/>
                    <a:pt x="108296" y="48236"/>
                    <a:pt x="115785" y="48236"/>
                  </a:cubicBezTo>
                  <a:cubicBezTo>
                    <a:pt x="124343" y="48236"/>
                    <a:pt x="124343" y="46464"/>
                    <a:pt x="124343" y="38316"/>
                  </a:cubicBezTo>
                  <a:lnTo>
                    <a:pt x="124343" y="9975"/>
                  </a:lnTo>
                  <a:cubicBezTo>
                    <a:pt x="124343" y="3243"/>
                    <a:pt x="124343" y="55"/>
                    <a:pt x="117924" y="55"/>
                  </a:cubicBezTo>
                  <a:cubicBezTo>
                    <a:pt x="116498" y="55"/>
                    <a:pt x="115785" y="55"/>
                    <a:pt x="101877" y="6786"/>
                  </a:cubicBezTo>
                  <a:cubicBezTo>
                    <a:pt x="92605" y="2181"/>
                    <a:pt x="80124" y="55"/>
                    <a:pt x="65860" y="55"/>
                  </a:cubicBezTo>
                  <a:cubicBezTo>
                    <a:pt x="55162" y="55"/>
                    <a:pt x="246" y="55"/>
                    <a:pt x="246" y="46464"/>
                  </a:cubicBezTo>
                  <a:cubicBezTo>
                    <a:pt x="246" y="60635"/>
                    <a:pt x="7378" y="70201"/>
                    <a:pt x="14510" y="76223"/>
                  </a:cubicBezTo>
                  <a:cubicBezTo>
                    <a:pt x="28774" y="88623"/>
                    <a:pt x="42325" y="90748"/>
                    <a:pt x="69783" y="95708"/>
                  </a:cubicBezTo>
                  <a:cubicBezTo>
                    <a:pt x="82621" y="97834"/>
                    <a:pt x="109366" y="102439"/>
                    <a:pt x="109366" y="123341"/>
                  </a:cubicBezTo>
                  <a:cubicBezTo>
                    <a:pt x="109366" y="149912"/>
                    <a:pt x="76558" y="149912"/>
                    <a:pt x="68713" y="149912"/>
                  </a:cubicBezTo>
                  <a:cubicBezTo>
                    <a:pt x="30913" y="149912"/>
                    <a:pt x="21642" y="124050"/>
                    <a:pt x="17362" y="108816"/>
                  </a:cubicBezTo>
                  <a:cubicBezTo>
                    <a:pt x="15579" y="103856"/>
                    <a:pt x="13796" y="103856"/>
                    <a:pt x="8804" y="103856"/>
                  </a:cubicBezTo>
                  <a:cubicBezTo>
                    <a:pt x="246" y="103856"/>
                    <a:pt x="246" y="105982"/>
                    <a:pt x="246" y="114130"/>
                  </a:cubicBezTo>
                  <a:lnTo>
                    <a:pt x="246" y="152746"/>
                  </a:lnTo>
                  <a:cubicBezTo>
                    <a:pt x="246" y="159477"/>
                    <a:pt x="246" y="162666"/>
                    <a:pt x="6664" y="162666"/>
                  </a:cubicBezTo>
                  <a:cubicBezTo>
                    <a:pt x="9161" y="162666"/>
                    <a:pt x="9874" y="162666"/>
                    <a:pt x="17362" y="157351"/>
                  </a:cubicBezTo>
                  <a:cubicBezTo>
                    <a:pt x="17719" y="157351"/>
                    <a:pt x="25564" y="152037"/>
                    <a:pt x="26634" y="151329"/>
                  </a:cubicBezTo>
                  <a:cubicBezTo>
                    <a:pt x="43038" y="162666"/>
                    <a:pt x="61581" y="162666"/>
                    <a:pt x="68713" y="162666"/>
                  </a:cubicBezTo>
                  <a:cubicBezTo>
                    <a:pt x="79768" y="162666"/>
                    <a:pt x="134685" y="162666"/>
                    <a:pt x="134685" y="110942"/>
                  </a:cubicBezTo>
                  <a:cubicBezTo>
                    <a:pt x="134685" y="95708"/>
                    <a:pt x="127553" y="83309"/>
                    <a:pt x="115071" y="73389"/>
                  </a:cubicBezTo>
                  <a:cubicBezTo>
                    <a:pt x="101164" y="63115"/>
                    <a:pt x="89753" y="60990"/>
                    <a:pt x="61938" y="56384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81F08FA-94E1-ED76-0F15-352EE69A98EA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518224" y="4335709"/>
              <a:ext cx="55629" cy="157296"/>
            </a:xfrm>
            <a:custGeom>
              <a:avLst/>
              <a:gdLst>
                <a:gd name="connsiteX0" fmla="*/ 55880 w 55629"/>
                <a:gd name="connsiteY0" fmla="*/ 27688 h 157296"/>
                <a:gd name="connsiteX1" fmla="*/ 28065 w 55629"/>
                <a:gd name="connsiteY1" fmla="*/ 55 h 157296"/>
                <a:gd name="connsiteX2" fmla="*/ 250 w 55629"/>
                <a:gd name="connsiteY2" fmla="*/ 27688 h 157296"/>
                <a:gd name="connsiteX3" fmla="*/ 28065 w 55629"/>
                <a:gd name="connsiteY3" fmla="*/ 55321 h 157296"/>
                <a:gd name="connsiteX4" fmla="*/ 55880 w 55629"/>
                <a:gd name="connsiteY4" fmla="*/ 27688 h 157296"/>
                <a:gd name="connsiteX5" fmla="*/ 55880 w 55629"/>
                <a:gd name="connsiteY5" fmla="*/ 129718 h 157296"/>
                <a:gd name="connsiteX6" fmla="*/ 28065 w 55629"/>
                <a:gd name="connsiteY6" fmla="*/ 102085 h 157296"/>
                <a:gd name="connsiteX7" fmla="*/ 250 w 55629"/>
                <a:gd name="connsiteY7" fmla="*/ 129718 h 157296"/>
                <a:gd name="connsiteX8" fmla="*/ 28065 w 55629"/>
                <a:gd name="connsiteY8" fmla="*/ 157351 h 157296"/>
                <a:gd name="connsiteX9" fmla="*/ 55880 w 55629"/>
                <a:gd name="connsiteY9" fmla="*/ 129718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629" h="157296">
                  <a:moveTo>
                    <a:pt x="55880" y="27688"/>
                  </a:moveTo>
                  <a:cubicBezTo>
                    <a:pt x="55880" y="12454"/>
                    <a:pt x="43399" y="55"/>
                    <a:pt x="28065" y="55"/>
                  </a:cubicBezTo>
                  <a:cubicBezTo>
                    <a:pt x="12731" y="55"/>
                    <a:pt x="250" y="12454"/>
                    <a:pt x="250" y="27688"/>
                  </a:cubicBezTo>
                  <a:cubicBezTo>
                    <a:pt x="250" y="42922"/>
                    <a:pt x="12731" y="55321"/>
                    <a:pt x="28065" y="55321"/>
                  </a:cubicBezTo>
                  <a:cubicBezTo>
                    <a:pt x="43399" y="55321"/>
                    <a:pt x="55880" y="42922"/>
                    <a:pt x="55880" y="27688"/>
                  </a:cubicBezTo>
                  <a:close/>
                  <a:moveTo>
                    <a:pt x="55880" y="129718"/>
                  </a:moveTo>
                  <a:cubicBezTo>
                    <a:pt x="55880" y="114485"/>
                    <a:pt x="43399" y="102085"/>
                    <a:pt x="28065" y="102085"/>
                  </a:cubicBezTo>
                  <a:cubicBezTo>
                    <a:pt x="12731" y="102085"/>
                    <a:pt x="250" y="114485"/>
                    <a:pt x="250" y="129718"/>
                  </a:cubicBezTo>
                  <a:cubicBezTo>
                    <a:pt x="250" y="144952"/>
                    <a:pt x="12731" y="157351"/>
                    <a:pt x="28065" y="157351"/>
                  </a:cubicBezTo>
                  <a:cubicBezTo>
                    <a:pt x="43399" y="157351"/>
                    <a:pt x="55880" y="144952"/>
                    <a:pt x="55880" y="129718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1745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30B58-AF31-C5D6-F3B7-797F79CC2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A987-8EFD-1266-3AC6-B590CE2D6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4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88679-A79D-3A2C-D429-8ABC4B5F8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797" y="1079292"/>
            <a:ext cx="3733800" cy="466378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For each segment, we have a spline</a:t>
            </a:r>
          </a:p>
          <a:p>
            <a:r>
              <a:rPr lang="en-US" dirty="0"/>
              <a:t>Each spline must pass through data points.</a:t>
            </a:r>
          </a:p>
          <a:p>
            <a:r>
              <a:rPr lang="en-US" dirty="0"/>
              <a:t>Two adjacent splines must be continuous at the common node.</a:t>
            </a:r>
          </a:p>
          <a:p>
            <a:r>
              <a:rPr lang="en-US" dirty="0"/>
              <a:t>Set second derivative zero at the first node, if needed. </a:t>
            </a:r>
          </a:p>
        </p:txBody>
      </p:sp>
      <p:grpSp>
        <p:nvGrpSpPr>
          <p:cNvPr id="15" name="Group 14" descr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 title="IguanaTex Vector Display">
            <a:extLst>
              <a:ext uri="{FF2B5EF4-FFF2-40B4-BE49-F238E27FC236}">
                <a16:creationId xmlns:a16="http://schemas.microsoft.com/office/drawing/2014/main" id="{2942B37E-8B9C-1F7A-DFFB-4866D947EF8D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540000" y="411401"/>
            <a:ext cx="1322719" cy="315655"/>
            <a:chOff x="10251134" y="4246078"/>
            <a:chExt cx="1322719" cy="315655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A16879B-279C-5649-22AD-DFDEE6935D3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0251134" y="4246078"/>
              <a:ext cx="181867" cy="250824"/>
            </a:xfrm>
            <a:custGeom>
              <a:avLst/>
              <a:gdLst>
                <a:gd name="connsiteX0" fmla="*/ 120746 w 181867"/>
                <a:gd name="connsiteY0" fmla="*/ 100314 h 250824"/>
                <a:gd name="connsiteX1" fmla="*/ 69039 w 181867"/>
                <a:gd name="connsiteY1" fmla="*/ 89331 h 250824"/>
                <a:gd name="connsiteX2" fmla="*/ 34805 w 181867"/>
                <a:gd name="connsiteY2" fmla="*/ 52487 h 250824"/>
                <a:gd name="connsiteX3" fmla="*/ 80450 w 181867"/>
                <a:gd name="connsiteY3" fmla="*/ 15289 h 250824"/>
                <a:gd name="connsiteX4" fmla="*/ 153197 w 181867"/>
                <a:gd name="connsiteY4" fmla="*/ 75515 h 250824"/>
                <a:gd name="connsiteX5" fmla="*/ 162112 w 181867"/>
                <a:gd name="connsiteY5" fmla="*/ 84726 h 250824"/>
                <a:gd name="connsiteX6" fmla="*/ 170671 w 181867"/>
                <a:gd name="connsiteY6" fmla="*/ 74806 h 250824"/>
                <a:gd name="connsiteX7" fmla="*/ 170671 w 181867"/>
                <a:gd name="connsiteY7" fmla="*/ 9975 h 250824"/>
                <a:gd name="connsiteX8" fmla="*/ 164252 w 181867"/>
                <a:gd name="connsiteY8" fmla="*/ 55 h 250824"/>
                <a:gd name="connsiteX9" fmla="*/ 157120 w 181867"/>
                <a:gd name="connsiteY9" fmla="*/ 3952 h 250824"/>
                <a:gd name="connsiteX10" fmla="*/ 141073 w 181867"/>
                <a:gd name="connsiteY10" fmla="*/ 19540 h 250824"/>
                <a:gd name="connsiteX11" fmla="*/ 80094 w 181867"/>
                <a:gd name="connsiteY11" fmla="*/ 55 h 250824"/>
                <a:gd name="connsiteX12" fmla="*/ 215 w 181867"/>
                <a:gd name="connsiteY12" fmla="*/ 71264 h 250824"/>
                <a:gd name="connsiteX13" fmla="*/ 19471 w 181867"/>
                <a:gd name="connsiteY13" fmla="*/ 118382 h 250824"/>
                <a:gd name="connsiteX14" fmla="*/ 87939 w 181867"/>
                <a:gd name="connsiteY14" fmla="*/ 146723 h 250824"/>
                <a:gd name="connsiteX15" fmla="*/ 133227 w 181867"/>
                <a:gd name="connsiteY15" fmla="*/ 161957 h 250824"/>
                <a:gd name="connsiteX16" fmla="*/ 147492 w 181867"/>
                <a:gd name="connsiteY16" fmla="*/ 192779 h 250824"/>
                <a:gd name="connsiteX17" fmla="*/ 101133 w 181867"/>
                <a:gd name="connsiteY17" fmla="*/ 234228 h 250824"/>
                <a:gd name="connsiteX18" fmla="*/ 16975 w 181867"/>
                <a:gd name="connsiteY18" fmla="*/ 174357 h 250824"/>
                <a:gd name="connsiteX19" fmla="*/ 8773 w 181867"/>
                <a:gd name="connsiteY19" fmla="*/ 166208 h 250824"/>
                <a:gd name="connsiteX20" fmla="*/ 215 w 181867"/>
                <a:gd name="connsiteY20" fmla="*/ 176482 h 250824"/>
                <a:gd name="connsiteX21" fmla="*/ 215 w 181867"/>
                <a:gd name="connsiteY21" fmla="*/ 240960 h 250824"/>
                <a:gd name="connsiteX22" fmla="*/ 6634 w 181867"/>
                <a:gd name="connsiteY22" fmla="*/ 250879 h 250824"/>
                <a:gd name="connsiteX23" fmla="*/ 13409 w 181867"/>
                <a:gd name="connsiteY23" fmla="*/ 247691 h 250824"/>
                <a:gd name="connsiteX24" fmla="*/ 29813 w 181867"/>
                <a:gd name="connsiteY24" fmla="*/ 231394 h 250824"/>
                <a:gd name="connsiteX25" fmla="*/ 101133 w 181867"/>
                <a:gd name="connsiteY25" fmla="*/ 250879 h 250824"/>
                <a:gd name="connsiteX26" fmla="*/ 182082 w 181867"/>
                <a:gd name="connsiteY26" fmla="*/ 175065 h 250824"/>
                <a:gd name="connsiteX27" fmla="*/ 120746 w 181867"/>
                <a:gd name="connsiteY27" fmla="*/ 100314 h 250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1867" h="250824">
                  <a:moveTo>
                    <a:pt x="120746" y="100314"/>
                  </a:moveTo>
                  <a:lnTo>
                    <a:pt x="69039" y="89331"/>
                  </a:lnTo>
                  <a:cubicBezTo>
                    <a:pt x="54775" y="86143"/>
                    <a:pt x="34805" y="74098"/>
                    <a:pt x="34805" y="52487"/>
                  </a:cubicBezTo>
                  <a:cubicBezTo>
                    <a:pt x="34805" y="37253"/>
                    <a:pt x="44790" y="15289"/>
                    <a:pt x="80450" y="15289"/>
                  </a:cubicBezTo>
                  <a:cubicBezTo>
                    <a:pt x="108978" y="15289"/>
                    <a:pt x="144995" y="27334"/>
                    <a:pt x="153197" y="75515"/>
                  </a:cubicBezTo>
                  <a:cubicBezTo>
                    <a:pt x="154624" y="84017"/>
                    <a:pt x="154624" y="84726"/>
                    <a:pt x="162112" y="84726"/>
                  </a:cubicBezTo>
                  <a:cubicBezTo>
                    <a:pt x="170671" y="84726"/>
                    <a:pt x="170671" y="82954"/>
                    <a:pt x="170671" y="74806"/>
                  </a:cubicBezTo>
                  <a:lnTo>
                    <a:pt x="170671" y="9975"/>
                  </a:lnTo>
                  <a:cubicBezTo>
                    <a:pt x="170671" y="3243"/>
                    <a:pt x="170671" y="55"/>
                    <a:pt x="164252" y="55"/>
                  </a:cubicBezTo>
                  <a:cubicBezTo>
                    <a:pt x="161399" y="55"/>
                    <a:pt x="161042" y="409"/>
                    <a:pt x="157120" y="3952"/>
                  </a:cubicBezTo>
                  <a:lnTo>
                    <a:pt x="141073" y="19540"/>
                  </a:lnTo>
                  <a:cubicBezTo>
                    <a:pt x="120390" y="3243"/>
                    <a:pt x="97211" y="55"/>
                    <a:pt x="80094" y="55"/>
                  </a:cubicBezTo>
                  <a:cubicBezTo>
                    <a:pt x="25890" y="55"/>
                    <a:pt x="215" y="34065"/>
                    <a:pt x="215" y="71264"/>
                  </a:cubicBezTo>
                  <a:cubicBezTo>
                    <a:pt x="215" y="94291"/>
                    <a:pt x="11983" y="110588"/>
                    <a:pt x="19471" y="118382"/>
                  </a:cubicBezTo>
                  <a:cubicBezTo>
                    <a:pt x="36945" y="135741"/>
                    <a:pt x="49069" y="138221"/>
                    <a:pt x="87939" y="146723"/>
                  </a:cubicBezTo>
                  <a:cubicBezTo>
                    <a:pt x="119320" y="153454"/>
                    <a:pt x="125382" y="154517"/>
                    <a:pt x="133227" y="161957"/>
                  </a:cubicBezTo>
                  <a:cubicBezTo>
                    <a:pt x="138576" y="167271"/>
                    <a:pt x="147492" y="176482"/>
                    <a:pt x="147492" y="192779"/>
                  </a:cubicBezTo>
                  <a:cubicBezTo>
                    <a:pt x="147492" y="209784"/>
                    <a:pt x="138220" y="234228"/>
                    <a:pt x="101133" y="234228"/>
                  </a:cubicBezTo>
                  <a:cubicBezTo>
                    <a:pt x="74031" y="234228"/>
                    <a:pt x="19828" y="227143"/>
                    <a:pt x="16975" y="174357"/>
                  </a:cubicBezTo>
                  <a:cubicBezTo>
                    <a:pt x="16618" y="167980"/>
                    <a:pt x="16618" y="166208"/>
                    <a:pt x="8773" y="166208"/>
                  </a:cubicBezTo>
                  <a:cubicBezTo>
                    <a:pt x="215" y="166208"/>
                    <a:pt x="215" y="168334"/>
                    <a:pt x="215" y="176482"/>
                  </a:cubicBezTo>
                  <a:lnTo>
                    <a:pt x="215" y="240960"/>
                  </a:lnTo>
                  <a:cubicBezTo>
                    <a:pt x="215" y="247691"/>
                    <a:pt x="215" y="250879"/>
                    <a:pt x="6634" y="250879"/>
                  </a:cubicBezTo>
                  <a:cubicBezTo>
                    <a:pt x="9843" y="250879"/>
                    <a:pt x="10556" y="250171"/>
                    <a:pt x="13409" y="247691"/>
                  </a:cubicBezTo>
                  <a:lnTo>
                    <a:pt x="29813" y="231394"/>
                  </a:lnTo>
                  <a:cubicBezTo>
                    <a:pt x="53349" y="248754"/>
                    <a:pt x="86513" y="250879"/>
                    <a:pt x="101133" y="250879"/>
                  </a:cubicBezTo>
                  <a:cubicBezTo>
                    <a:pt x="159973" y="250879"/>
                    <a:pt x="182082" y="210846"/>
                    <a:pt x="182082" y="175065"/>
                  </a:cubicBezTo>
                  <a:cubicBezTo>
                    <a:pt x="182082" y="135741"/>
                    <a:pt x="153197" y="107045"/>
                    <a:pt x="120746" y="100314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9466232-C230-E1EE-E7E3-719EBE68FBD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0469334" y="4333583"/>
              <a:ext cx="200767" cy="228150"/>
            </a:xfrm>
            <a:custGeom>
              <a:avLst/>
              <a:gdLst>
                <a:gd name="connsiteX0" fmla="*/ 65479 w 200767"/>
                <a:gd name="connsiteY0" fmla="*/ 42922 h 228150"/>
                <a:gd name="connsiteX1" fmla="*/ 70828 w 200767"/>
                <a:gd name="connsiteY1" fmla="*/ 30877 h 228150"/>
                <a:gd name="connsiteX2" fmla="*/ 111481 w 200767"/>
                <a:gd name="connsiteY2" fmla="*/ 14226 h 228150"/>
                <a:gd name="connsiteX3" fmla="*/ 155343 w 200767"/>
                <a:gd name="connsiteY3" fmla="*/ 80475 h 228150"/>
                <a:gd name="connsiteX4" fmla="*/ 107202 w 200767"/>
                <a:gd name="connsiteY4" fmla="*/ 148849 h 228150"/>
                <a:gd name="connsiteX5" fmla="*/ 69402 w 200767"/>
                <a:gd name="connsiteY5" fmla="*/ 129718 h 228150"/>
                <a:gd name="connsiteX6" fmla="*/ 65479 w 200767"/>
                <a:gd name="connsiteY6" fmla="*/ 118027 h 228150"/>
                <a:gd name="connsiteX7" fmla="*/ 65479 w 200767"/>
                <a:gd name="connsiteY7" fmla="*/ 42922 h 228150"/>
                <a:gd name="connsiteX8" fmla="*/ 65479 w 200767"/>
                <a:gd name="connsiteY8" fmla="*/ 145661 h 228150"/>
                <a:gd name="connsiteX9" fmla="*/ 111124 w 200767"/>
                <a:gd name="connsiteY9" fmla="*/ 161603 h 228150"/>
                <a:gd name="connsiteX10" fmla="*/ 200988 w 200767"/>
                <a:gd name="connsiteY10" fmla="*/ 80475 h 228150"/>
                <a:gd name="connsiteX11" fmla="*/ 117187 w 200767"/>
                <a:gd name="connsiteY11" fmla="*/ 55 h 228150"/>
                <a:gd name="connsiteX12" fmla="*/ 63340 w 200767"/>
                <a:gd name="connsiteY12" fmla="*/ 17414 h 228150"/>
                <a:gd name="connsiteX13" fmla="*/ 63340 w 200767"/>
                <a:gd name="connsiteY13" fmla="*/ 55 h 228150"/>
                <a:gd name="connsiteX14" fmla="*/ 221 w 200767"/>
                <a:gd name="connsiteY14" fmla="*/ 2889 h 228150"/>
                <a:gd name="connsiteX15" fmla="*/ 221 w 200767"/>
                <a:gd name="connsiteY15" fmla="*/ 19540 h 228150"/>
                <a:gd name="connsiteX16" fmla="*/ 24827 w 200767"/>
                <a:gd name="connsiteY16" fmla="*/ 33002 h 228150"/>
                <a:gd name="connsiteX17" fmla="*/ 24827 w 200767"/>
                <a:gd name="connsiteY17" fmla="*/ 211555 h 228150"/>
                <a:gd name="connsiteX18" fmla="*/ 221 w 200767"/>
                <a:gd name="connsiteY18" fmla="*/ 211555 h 228150"/>
                <a:gd name="connsiteX19" fmla="*/ 221 w 200767"/>
                <a:gd name="connsiteY19" fmla="*/ 228206 h 228150"/>
                <a:gd name="connsiteX20" fmla="*/ 45153 w 200767"/>
                <a:gd name="connsiteY20" fmla="*/ 227143 h 228150"/>
                <a:gd name="connsiteX21" fmla="*/ 90085 w 200767"/>
                <a:gd name="connsiteY21" fmla="*/ 228206 h 228150"/>
                <a:gd name="connsiteX22" fmla="*/ 90085 w 200767"/>
                <a:gd name="connsiteY22" fmla="*/ 211555 h 228150"/>
                <a:gd name="connsiteX23" fmla="*/ 65479 w 200767"/>
                <a:gd name="connsiteY23" fmla="*/ 211555 h 228150"/>
                <a:gd name="connsiteX24" fmla="*/ 65479 w 200767"/>
                <a:gd name="connsiteY24" fmla="*/ 145661 h 22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767" h="228150">
                  <a:moveTo>
                    <a:pt x="65479" y="42922"/>
                  </a:moveTo>
                  <a:cubicBezTo>
                    <a:pt x="65479" y="36191"/>
                    <a:pt x="65836" y="35836"/>
                    <a:pt x="70828" y="30877"/>
                  </a:cubicBezTo>
                  <a:cubicBezTo>
                    <a:pt x="85092" y="16351"/>
                    <a:pt x="103636" y="14226"/>
                    <a:pt x="111481" y="14226"/>
                  </a:cubicBezTo>
                  <a:cubicBezTo>
                    <a:pt x="135373" y="14226"/>
                    <a:pt x="155343" y="35836"/>
                    <a:pt x="155343" y="80475"/>
                  </a:cubicBezTo>
                  <a:cubicBezTo>
                    <a:pt x="155343" y="130427"/>
                    <a:pt x="130381" y="148849"/>
                    <a:pt x="107202" y="148849"/>
                  </a:cubicBezTo>
                  <a:cubicBezTo>
                    <a:pt x="102209" y="148849"/>
                    <a:pt x="85449" y="148849"/>
                    <a:pt x="69402" y="129718"/>
                  </a:cubicBezTo>
                  <a:cubicBezTo>
                    <a:pt x="65479" y="125113"/>
                    <a:pt x="65479" y="124758"/>
                    <a:pt x="65479" y="118027"/>
                  </a:cubicBezTo>
                  <a:lnTo>
                    <a:pt x="65479" y="42922"/>
                  </a:lnTo>
                  <a:close/>
                  <a:moveTo>
                    <a:pt x="65479" y="145661"/>
                  </a:moveTo>
                  <a:cubicBezTo>
                    <a:pt x="80813" y="158060"/>
                    <a:pt x="96504" y="161603"/>
                    <a:pt x="111124" y="161603"/>
                  </a:cubicBezTo>
                  <a:cubicBezTo>
                    <a:pt x="164615" y="161603"/>
                    <a:pt x="200988" y="129718"/>
                    <a:pt x="200988" y="80475"/>
                  </a:cubicBezTo>
                  <a:cubicBezTo>
                    <a:pt x="200988" y="33356"/>
                    <a:pt x="168537" y="55"/>
                    <a:pt x="117187" y="55"/>
                  </a:cubicBezTo>
                  <a:cubicBezTo>
                    <a:pt x="90442" y="55"/>
                    <a:pt x="71542" y="11037"/>
                    <a:pt x="63340" y="17414"/>
                  </a:cubicBezTo>
                  <a:lnTo>
                    <a:pt x="63340" y="55"/>
                  </a:lnTo>
                  <a:lnTo>
                    <a:pt x="221" y="2889"/>
                  </a:lnTo>
                  <a:lnTo>
                    <a:pt x="221" y="19540"/>
                  </a:lnTo>
                  <a:cubicBezTo>
                    <a:pt x="22330" y="19540"/>
                    <a:pt x="24827" y="19540"/>
                    <a:pt x="24827" y="33002"/>
                  </a:cubicBezTo>
                  <a:lnTo>
                    <a:pt x="24827" y="211555"/>
                  </a:lnTo>
                  <a:lnTo>
                    <a:pt x="221" y="211555"/>
                  </a:lnTo>
                  <a:lnTo>
                    <a:pt x="221" y="228206"/>
                  </a:lnTo>
                  <a:cubicBezTo>
                    <a:pt x="10206" y="227852"/>
                    <a:pt x="31602" y="227143"/>
                    <a:pt x="45153" y="227143"/>
                  </a:cubicBezTo>
                  <a:cubicBezTo>
                    <a:pt x="59061" y="227143"/>
                    <a:pt x="80100" y="227852"/>
                    <a:pt x="90085" y="228206"/>
                  </a:cubicBezTo>
                  <a:lnTo>
                    <a:pt x="90085" y="211555"/>
                  </a:lnTo>
                  <a:lnTo>
                    <a:pt x="65479" y="211555"/>
                  </a:lnTo>
                  <a:lnTo>
                    <a:pt x="65479" y="145661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D0B125F-D1C2-87B8-037F-609EC4BD6695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700728" y="4247141"/>
              <a:ext cx="87724" cy="245864"/>
            </a:xfrm>
            <a:custGeom>
              <a:avLst/>
              <a:gdLst>
                <a:gd name="connsiteX0" fmla="*/ 63346 w 87724"/>
                <a:gd name="connsiteY0" fmla="*/ 55 h 245864"/>
                <a:gd name="connsiteX1" fmla="*/ 228 w 87724"/>
                <a:gd name="connsiteY1" fmla="*/ 2889 h 245864"/>
                <a:gd name="connsiteX2" fmla="*/ 228 w 87724"/>
                <a:gd name="connsiteY2" fmla="*/ 19540 h 245864"/>
                <a:gd name="connsiteX3" fmla="*/ 24833 w 87724"/>
                <a:gd name="connsiteY3" fmla="*/ 33356 h 245864"/>
                <a:gd name="connsiteX4" fmla="*/ 24833 w 87724"/>
                <a:gd name="connsiteY4" fmla="*/ 229269 h 245864"/>
                <a:gd name="connsiteX5" fmla="*/ 228 w 87724"/>
                <a:gd name="connsiteY5" fmla="*/ 229269 h 245864"/>
                <a:gd name="connsiteX6" fmla="*/ 228 w 87724"/>
                <a:gd name="connsiteY6" fmla="*/ 245919 h 245864"/>
                <a:gd name="connsiteX7" fmla="*/ 44090 w 87724"/>
                <a:gd name="connsiteY7" fmla="*/ 244857 h 245864"/>
                <a:gd name="connsiteX8" fmla="*/ 87952 w 87724"/>
                <a:gd name="connsiteY8" fmla="*/ 245919 h 245864"/>
                <a:gd name="connsiteX9" fmla="*/ 87952 w 87724"/>
                <a:gd name="connsiteY9" fmla="*/ 229269 h 245864"/>
                <a:gd name="connsiteX10" fmla="*/ 63346 w 87724"/>
                <a:gd name="connsiteY10" fmla="*/ 229269 h 245864"/>
                <a:gd name="connsiteX11" fmla="*/ 63346 w 87724"/>
                <a:gd name="connsiteY11" fmla="*/ 5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7724" h="245864">
                  <a:moveTo>
                    <a:pt x="63346" y="55"/>
                  </a:moveTo>
                  <a:lnTo>
                    <a:pt x="228" y="2889"/>
                  </a:lnTo>
                  <a:lnTo>
                    <a:pt x="228" y="19540"/>
                  </a:lnTo>
                  <a:cubicBezTo>
                    <a:pt x="22337" y="19540"/>
                    <a:pt x="24833" y="19540"/>
                    <a:pt x="24833" y="33356"/>
                  </a:cubicBezTo>
                  <a:lnTo>
                    <a:pt x="24833" y="229269"/>
                  </a:lnTo>
                  <a:lnTo>
                    <a:pt x="228" y="229269"/>
                  </a:lnTo>
                  <a:lnTo>
                    <a:pt x="228" y="245919"/>
                  </a:lnTo>
                  <a:cubicBezTo>
                    <a:pt x="11639" y="245565"/>
                    <a:pt x="28756" y="244857"/>
                    <a:pt x="44090" y="244857"/>
                  </a:cubicBezTo>
                  <a:cubicBezTo>
                    <a:pt x="59424" y="244857"/>
                    <a:pt x="75827" y="245565"/>
                    <a:pt x="87952" y="245919"/>
                  </a:cubicBezTo>
                  <a:lnTo>
                    <a:pt x="87952" y="229269"/>
                  </a:lnTo>
                  <a:lnTo>
                    <a:pt x="63346" y="229269"/>
                  </a:lnTo>
                  <a:lnTo>
                    <a:pt x="63346" y="55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CC6F457-FEC8-FA1F-67D7-9B0D033FA887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0814642" y="4246787"/>
              <a:ext cx="85227" cy="246218"/>
            </a:xfrm>
            <a:custGeom>
              <a:avLst/>
              <a:gdLst>
                <a:gd name="connsiteX0" fmla="*/ 63349 w 85227"/>
                <a:gd name="connsiteY0" fmla="*/ 86851 h 246218"/>
                <a:gd name="connsiteX1" fmla="*/ 1301 w 85227"/>
                <a:gd name="connsiteY1" fmla="*/ 89686 h 246218"/>
                <a:gd name="connsiteX2" fmla="*/ 1301 w 85227"/>
                <a:gd name="connsiteY2" fmla="*/ 106336 h 246218"/>
                <a:gd name="connsiteX3" fmla="*/ 24836 w 85227"/>
                <a:gd name="connsiteY3" fmla="*/ 120153 h 246218"/>
                <a:gd name="connsiteX4" fmla="*/ 24836 w 85227"/>
                <a:gd name="connsiteY4" fmla="*/ 229623 h 246218"/>
                <a:gd name="connsiteX5" fmla="*/ 231 w 85227"/>
                <a:gd name="connsiteY5" fmla="*/ 229623 h 246218"/>
                <a:gd name="connsiteX6" fmla="*/ 231 w 85227"/>
                <a:gd name="connsiteY6" fmla="*/ 246274 h 246218"/>
                <a:gd name="connsiteX7" fmla="*/ 43736 w 85227"/>
                <a:gd name="connsiteY7" fmla="*/ 245211 h 246218"/>
                <a:gd name="connsiteX8" fmla="*/ 85459 w 85227"/>
                <a:gd name="connsiteY8" fmla="*/ 246274 h 246218"/>
                <a:gd name="connsiteX9" fmla="*/ 85459 w 85227"/>
                <a:gd name="connsiteY9" fmla="*/ 229623 h 246218"/>
                <a:gd name="connsiteX10" fmla="*/ 63349 w 85227"/>
                <a:gd name="connsiteY10" fmla="*/ 229623 h 246218"/>
                <a:gd name="connsiteX11" fmla="*/ 63349 w 85227"/>
                <a:gd name="connsiteY11" fmla="*/ 86851 h 246218"/>
                <a:gd name="connsiteX12" fmla="*/ 66915 w 85227"/>
                <a:gd name="connsiteY12" fmla="*/ 27688 h 246218"/>
                <a:gd name="connsiteX13" fmla="*/ 39100 w 85227"/>
                <a:gd name="connsiteY13" fmla="*/ 55 h 246218"/>
                <a:gd name="connsiteX14" fmla="*/ 11285 w 85227"/>
                <a:gd name="connsiteY14" fmla="*/ 27688 h 246218"/>
                <a:gd name="connsiteX15" fmla="*/ 39100 w 85227"/>
                <a:gd name="connsiteY15" fmla="*/ 55321 h 246218"/>
                <a:gd name="connsiteX16" fmla="*/ 66915 w 85227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227" h="246218">
                  <a:moveTo>
                    <a:pt x="63349" y="86851"/>
                  </a:moveTo>
                  <a:lnTo>
                    <a:pt x="1301" y="89686"/>
                  </a:lnTo>
                  <a:lnTo>
                    <a:pt x="1301" y="106336"/>
                  </a:lnTo>
                  <a:cubicBezTo>
                    <a:pt x="22340" y="106336"/>
                    <a:pt x="24836" y="106336"/>
                    <a:pt x="24836" y="120153"/>
                  </a:cubicBezTo>
                  <a:lnTo>
                    <a:pt x="24836" y="229623"/>
                  </a:lnTo>
                  <a:lnTo>
                    <a:pt x="231" y="229623"/>
                  </a:lnTo>
                  <a:lnTo>
                    <a:pt x="231" y="246274"/>
                  </a:lnTo>
                  <a:cubicBezTo>
                    <a:pt x="11285" y="245919"/>
                    <a:pt x="28759" y="245211"/>
                    <a:pt x="43736" y="245211"/>
                  </a:cubicBezTo>
                  <a:cubicBezTo>
                    <a:pt x="54434" y="245211"/>
                    <a:pt x="72621" y="245919"/>
                    <a:pt x="85459" y="246274"/>
                  </a:cubicBezTo>
                  <a:lnTo>
                    <a:pt x="85459" y="229623"/>
                  </a:lnTo>
                  <a:lnTo>
                    <a:pt x="63349" y="229623"/>
                  </a:lnTo>
                  <a:lnTo>
                    <a:pt x="63349" y="86851"/>
                  </a:lnTo>
                  <a:close/>
                  <a:moveTo>
                    <a:pt x="66915" y="27688"/>
                  </a:moveTo>
                  <a:cubicBezTo>
                    <a:pt x="66915" y="12100"/>
                    <a:pt x="54078" y="55"/>
                    <a:pt x="39100" y="55"/>
                  </a:cubicBezTo>
                  <a:cubicBezTo>
                    <a:pt x="23766" y="55"/>
                    <a:pt x="11285" y="12454"/>
                    <a:pt x="11285" y="27688"/>
                  </a:cubicBezTo>
                  <a:cubicBezTo>
                    <a:pt x="11285" y="42922"/>
                    <a:pt x="23766" y="55321"/>
                    <a:pt x="39100" y="55321"/>
                  </a:cubicBezTo>
                  <a:cubicBezTo>
                    <a:pt x="54078" y="55321"/>
                    <a:pt x="66915" y="43276"/>
                    <a:pt x="66915" y="27688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5B20A51-4F3B-3CB2-1E31-459F2438AB8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0927843" y="4333583"/>
              <a:ext cx="203263" cy="159422"/>
            </a:xfrm>
            <a:custGeom>
              <a:avLst/>
              <a:gdLst>
                <a:gd name="connsiteX0" fmla="*/ 24839 w 203263"/>
                <a:gd name="connsiteY0" fmla="*/ 33356 h 159422"/>
                <a:gd name="connsiteX1" fmla="*/ 24839 w 203263"/>
                <a:gd name="connsiteY1" fmla="*/ 142826 h 159422"/>
                <a:gd name="connsiteX2" fmla="*/ 234 w 203263"/>
                <a:gd name="connsiteY2" fmla="*/ 142826 h 159422"/>
                <a:gd name="connsiteX3" fmla="*/ 234 w 203263"/>
                <a:gd name="connsiteY3" fmla="*/ 159477 h 159422"/>
                <a:gd name="connsiteX4" fmla="*/ 45166 w 203263"/>
                <a:gd name="connsiteY4" fmla="*/ 158414 h 159422"/>
                <a:gd name="connsiteX5" fmla="*/ 90098 w 203263"/>
                <a:gd name="connsiteY5" fmla="*/ 159477 h 159422"/>
                <a:gd name="connsiteX6" fmla="*/ 90098 w 203263"/>
                <a:gd name="connsiteY6" fmla="*/ 142826 h 159422"/>
                <a:gd name="connsiteX7" fmla="*/ 65492 w 203263"/>
                <a:gd name="connsiteY7" fmla="*/ 142826 h 159422"/>
                <a:gd name="connsiteX8" fmla="*/ 65492 w 203263"/>
                <a:gd name="connsiteY8" fmla="*/ 68784 h 159422"/>
                <a:gd name="connsiteX9" fmla="*/ 118626 w 203263"/>
                <a:gd name="connsiteY9" fmla="*/ 12809 h 159422"/>
                <a:gd name="connsiteX10" fmla="*/ 138239 w 203263"/>
                <a:gd name="connsiteY10" fmla="*/ 47173 h 159422"/>
                <a:gd name="connsiteX11" fmla="*/ 138239 w 203263"/>
                <a:gd name="connsiteY11" fmla="*/ 142826 h 159422"/>
                <a:gd name="connsiteX12" fmla="*/ 113633 w 203263"/>
                <a:gd name="connsiteY12" fmla="*/ 142826 h 159422"/>
                <a:gd name="connsiteX13" fmla="*/ 113633 w 203263"/>
                <a:gd name="connsiteY13" fmla="*/ 159477 h 159422"/>
                <a:gd name="connsiteX14" fmla="*/ 158565 w 203263"/>
                <a:gd name="connsiteY14" fmla="*/ 158414 h 159422"/>
                <a:gd name="connsiteX15" fmla="*/ 203497 w 203263"/>
                <a:gd name="connsiteY15" fmla="*/ 159477 h 159422"/>
                <a:gd name="connsiteX16" fmla="*/ 203497 w 203263"/>
                <a:gd name="connsiteY16" fmla="*/ 142826 h 159422"/>
                <a:gd name="connsiteX17" fmla="*/ 178892 w 203263"/>
                <a:gd name="connsiteY17" fmla="*/ 142826 h 159422"/>
                <a:gd name="connsiteX18" fmla="*/ 178892 w 203263"/>
                <a:gd name="connsiteY18" fmla="*/ 51070 h 159422"/>
                <a:gd name="connsiteX19" fmla="*/ 123975 w 203263"/>
                <a:gd name="connsiteY19" fmla="*/ 55 h 159422"/>
                <a:gd name="connsiteX20" fmla="*/ 61569 w 203263"/>
                <a:gd name="connsiteY20" fmla="*/ 38316 h 159422"/>
                <a:gd name="connsiteX21" fmla="*/ 61569 w 203263"/>
                <a:gd name="connsiteY21" fmla="*/ 55 h 159422"/>
                <a:gd name="connsiteX22" fmla="*/ 234 w 203263"/>
                <a:gd name="connsiteY22" fmla="*/ 2889 h 159422"/>
                <a:gd name="connsiteX23" fmla="*/ 234 w 203263"/>
                <a:gd name="connsiteY23" fmla="*/ 19540 h 159422"/>
                <a:gd name="connsiteX24" fmla="*/ 24839 w 203263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3263" h="159422">
                  <a:moveTo>
                    <a:pt x="24839" y="33356"/>
                  </a:moveTo>
                  <a:lnTo>
                    <a:pt x="24839" y="142826"/>
                  </a:lnTo>
                  <a:lnTo>
                    <a:pt x="234" y="142826"/>
                  </a:lnTo>
                  <a:lnTo>
                    <a:pt x="234" y="159477"/>
                  </a:lnTo>
                  <a:cubicBezTo>
                    <a:pt x="10219" y="159123"/>
                    <a:pt x="31615" y="158414"/>
                    <a:pt x="45166" y="158414"/>
                  </a:cubicBezTo>
                  <a:cubicBezTo>
                    <a:pt x="59073" y="158414"/>
                    <a:pt x="80113" y="159123"/>
                    <a:pt x="90098" y="159477"/>
                  </a:cubicBezTo>
                  <a:lnTo>
                    <a:pt x="90098" y="142826"/>
                  </a:lnTo>
                  <a:lnTo>
                    <a:pt x="65492" y="142826"/>
                  </a:lnTo>
                  <a:lnTo>
                    <a:pt x="65492" y="68784"/>
                  </a:lnTo>
                  <a:cubicBezTo>
                    <a:pt x="65492" y="30168"/>
                    <a:pt x="96160" y="12809"/>
                    <a:pt x="118626" y="12809"/>
                  </a:cubicBezTo>
                  <a:cubicBezTo>
                    <a:pt x="130750" y="12809"/>
                    <a:pt x="138239" y="20248"/>
                    <a:pt x="138239" y="47173"/>
                  </a:cubicBezTo>
                  <a:lnTo>
                    <a:pt x="138239" y="142826"/>
                  </a:lnTo>
                  <a:lnTo>
                    <a:pt x="113633" y="142826"/>
                  </a:lnTo>
                  <a:lnTo>
                    <a:pt x="113633" y="159477"/>
                  </a:lnTo>
                  <a:cubicBezTo>
                    <a:pt x="123618" y="159123"/>
                    <a:pt x="145014" y="158414"/>
                    <a:pt x="158565" y="158414"/>
                  </a:cubicBezTo>
                  <a:cubicBezTo>
                    <a:pt x="172473" y="158414"/>
                    <a:pt x="193512" y="159123"/>
                    <a:pt x="203497" y="159477"/>
                  </a:cubicBezTo>
                  <a:lnTo>
                    <a:pt x="203497" y="142826"/>
                  </a:lnTo>
                  <a:lnTo>
                    <a:pt x="178892" y="142826"/>
                  </a:lnTo>
                  <a:lnTo>
                    <a:pt x="178892" y="51070"/>
                  </a:lnTo>
                  <a:cubicBezTo>
                    <a:pt x="178892" y="13872"/>
                    <a:pt x="159635" y="55"/>
                    <a:pt x="123975" y="55"/>
                  </a:cubicBezTo>
                  <a:cubicBezTo>
                    <a:pt x="89741" y="55"/>
                    <a:pt x="70841" y="20248"/>
                    <a:pt x="61569" y="38316"/>
                  </a:cubicBezTo>
                  <a:lnTo>
                    <a:pt x="61569" y="55"/>
                  </a:lnTo>
                  <a:lnTo>
                    <a:pt x="234" y="2889"/>
                  </a:lnTo>
                  <a:lnTo>
                    <a:pt x="234" y="19540"/>
                  </a:lnTo>
                  <a:cubicBezTo>
                    <a:pt x="22343" y="19540"/>
                    <a:pt x="24839" y="19540"/>
                    <a:pt x="24839" y="33356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C814408-3D59-1128-FC03-D09B67DD43D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1151035" y="4332520"/>
              <a:ext cx="164750" cy="162610"/>
            </a:xfrm>
            <a:custGeom>
              <a:avLst/>
              <a:gdLst>
                <a:gd name="connsiteX0" fmla="*/ 153579 w 164750"/>
                <a:gd name="connsiteY0" fmla="*/ 83309 h 162610"/>
                <a:gd name="connsiteX1" fmla="*/ 164990 w 164750"/>
                <a:gd name="connsiteY1" fmla="*/ 73743 h 162610"/>
                <a:gd name="connsiteX2" fmla="*/ 145021 w 164750"/>
                <a:gd name="connsiteY2" fmla="*/ 19186 h 162610"/>
                <a:gd name="connsiteX3" fmla="*/ 88321 w 164750"/>
                <a:gd name="connsiteY3" fmla="*/ 55 h 162610"/>
                <a:gd name="connsiteX4" fmla="*/ 240 w 164750"/>
                <a:gd name="connsiteY4" fmla="*/ 80829 h 162610"/>
                <a:gd name="connsiteX5" fmla="*/ 93313 w 164750"/>
                <a:gd name="connsiteY5" fmla="*/ 162666 h 162610"/>
                <a:gd name="connsiteX6" fmla="*/ 164990 w 164750"/>
                <a:gd name="connsiteY6" fmla="*/ 119090 h 162610"/>
                <a:gd name="connsiteX7" fmla="*/ 156432 w 164750"/>
                <a:gd name="connsiteY7" fmla="*/ 112713 h 162610"/>
                <a:gd name="connsiteX8" fmla="*/ 147517 w 164750"/>
                <a:gd name="connsiteY8" fmla="*/ 120153 h 162610"/>
                <a:gd name="connsiteX9" fmla="*/ 96523 w 164750"/>
                <a:gd name="connsiteY9" fmla="*/ 148495 h 162610"/>
                <a:gd name="connsiteX10" fmla="*/ 45885 w 164750"/>
                <a:gd name="connsiteY10" fmla="*/ 83309 h 162610"/>
                <a:gd name="connsiteX11" fmla="*/ 153579 w 164750"/>
                <a:gd name="connsiteY11" fmla="*/ 83309 h 162610"/>
                <a:gd name="connsiteX12" fmla="*/ 45885 w 164750"/>
                <a:gd name="connsiteY12" fmla="*/ 71618 h 162610"/>
                <a:gd name="connsiteX13" fmla="*/ 54444 w 164750"/>
                <a:gd name="connsiteY13" fmla="*/ 31231 h 162610"/>
                <a:gd name="connsiteX14" fmla="*/ 88321 w 164750"/>
                <a:gd name="connsiteY14" fmla="*/ 12809 h 162610"/>
                <a:gd name="connsiteX15" fmla="*/ 131113 w 164750"/>
                <a:gd name="connsiteY15" fmla="*/ 71618 h 162610"/>
                <a:gd name="connsiteX16" fmla="*/ 45885 w 164750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4750" h="162610">
                  <a:moveTo>
                    <a:pt x="153579" y="83309"/>
                  </a:moveTo>
                  <a:cubicBezTo>
                    <a:pt x="161424" y="83309"/>
                    <a:pt x="164990" y="83309"/>
                    <a:pt x="164990" y="73743"/>
                  </a:cubicBezTo>
                  <a:cubicBezTo>
                    <a:pt x="164990" y="62761"/>
                    <a:pt x="162851" y="36899"/>
                    <a:pt x="145021" y="19186"/>
                  </a:cubicBezTo>
                  <a:cubicBezTo>
                    <a:pt x="131827" y="6432"/>
                    <a:pt x="112927" y="55"/>
                    <a:pt x="88321" y="55"/>
                  </a:cubicBezTo>
                  <a:cubicBezTo>
                    <a:pt x="31265" y="55"/>
                    <a:pt x="240" y="36545"/>
                    <a:pt x="240" y="80829"/>
                  </a:cubicBezTo>
                  <a:cubicBezTo>
                    <a:pt x="240" y="128301"/>
                    <a:pt x="35900" y="162666"/>
                    <a:pt x="93313" y="162666"/>
                  </a:cubicBezTo>
                  <a:cubicBezTo>
                    <a:pt x="149657" y="162666"/>
                    <a:pt x="164990" y="125113"/>
                    <a:pt x="164990" y="119090"/>
                  </a:cubicBezTo>
                  <a:cubicBezTo>
                    <a:pt x="164990" y="112713"/>
                    <a:pt x="158215" y="112713"/>
                    <a:pt x="156432" y="112713"/>
                  </a:cubicBezTo>
                  <a:cubicBezTo>
                    <a:pt x="150370" y="112713"/>
                    <a:pt x="149657" y="114485"/>
                    <a:pt x="147517" y="120153"/>
                  </a:cubicBezTo>
                  <a:cubicBezTo>
                    <a:pt x="140028" y="137158"/>
                    <a:pt x="119702" y="148495"/>
                    <a:pt x="96523" y="148495"/>
                  </a:cubicBezTo>
                  <a:cubicBezTo>
                    <a:pt x="46242" y="148495"/>
                    <a:pt x="45885" y="101377"/>
                    <a:pt x="45885" y="83309"/>
                  </a:cubicBezTo>
                  <a:lnTo>
                    <a:pt x="153579" y="83309"/>
                  </a:lnTo>
                  <a:close/>
                  <a:moveTo>
                    <a:pt x="45885" y="71618"/>
                  </a:moveTo>
                  <a:cubicBezTo>
                    <a:pt x="46599" y="57801"/>
                    <a:pt x="46955" y="42922"/>
                    <a:pt x="54444" y="31231"/>
                  </a:cubicBezTo>
                  <a:cubicBezTo>
                    <a:pt x="63715" y="17060"/>
                    <a:pt x="77980" y="12809"/>
                    <a:pt x="88321" y="12809"/>
                  </a:cubicBezTo>
                  <a:cubicBezTo>
                    <a:pt x="130043" y="12809"/>
                    <a:pt x="130757" y="59218"/>
                    <a:pt x="131113" y="71618"/>
                  </a:cubicBezTo>
                  <a:lnTo>
                    <a:pt x="45885" y="71618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98E70AE-C74E-DB97-1F4B-2803894DE07B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1341133" y="4332520"/>
              <a:ext cx="134439" cy="162610"/>
            </a:xfrm>
            <a:custGeom>
              <a:avLst/>
              <a:gdLst>
                <a:gd name="connsiteX0" fmla="*/ 61938 w 134439"/>
                <a:gd name="connsiteY0" fmla="*/ 56384 h 162610"/>
                <a:gd name="connsiteX1" fmla="*/ 25564 w 134439"/>
                <a:gd name="connsiteY1" fmla="*/ 33356 h 162610"/>
                <a:gd name="connsiteX2" fmla="*/ 65504 w 134439"/>
                <a:gd name="connsiteY2" fmla="*/ 11392 h 162610"/>
                <a:gd name="connsiteX3" fmla="*/ 107583 w 134439"/>
                <a:gd name="connsiteY3" fmla="*/ 41150 h 162610"/>
                <a:gd name="connsiteX4" fmla="*/ 115785 w 134439"/>
                <a:gd name="connsiteY4" fmla="*/ 48236 h 162610"/>
                <a:gd name="connsiteX5" fmla="*/ 124343 w 134439"/>
                <a:gd name="connsiteY5" fmla="*/ 38316 h 162610"/>
                <a:gd name="connsiteX6" fmla="*/ 124343 w 134439"/>
                <a:gd name="connsiteY6" fmla="*/ 9975 h 162610"/>
                <a:gd name="connsiteX7" fmla="*/ 117924 w 134439"/>
                <a:gd name="connsiteY7" fmla="*/ 55 h 162610"/>
                <a:gd name="connsiteX8" fmla="*/ 101877 w 134439"/>
                <a:gd name="connsiteY8" fmla="*/ 6786 h 162610"/>
                <a:gd name="connsiteX9" fmla="*/ 65860 w 134439"/>
                <a:gd name="connsiteY9" fmla="*/ 55 h 162610"/>
                <a:gd name="connsiteX10" fmla="*/ 246 w 134439"/>
                <a:gd name="connsiteY10" fmla="*/ 46464 h 162610"/>
                <a:gd name="connsiteX11" fmla="*/ 14510 w 134439"/>
                <a:gd name="connsiteY11" fmla="*/ 76223 h 162610"/>
                <a:gd name="connsiteX12" fmla="*/ 69783 w 134439"/>
                <a:gd name="connsiteY12" fmla="*/ 95708 h 162610"/>
                <a:gd name="connsiteX13" fmla="*/ 109366 w 134439"/>
                <a:gd name="connsiteY13" fmla="*/ 123341 h 162610"/>
                <a:gd name="connsiteX14" fmla="*/ 68713 w 134439"/>
                <a:gd name="connsiteY14" fmla="*/ 149912 h 162610"/>
                <a:gd name="connsiteX15" fmla="*/ 17362 w 134439"/>
                <a:gd name="connsiteY15" fmla="*/ 108816 h 162610"/>
                <a:gd name="connsiteX16" fmla="*/ 8804 w 134439"/>
                <a:gd name="connsiteY16" fmla="*/ 103856 h 162610"/>
                <a:gd name="connsiteX17" fmla="*/ 246 w 134439"/>
                <a:gd name="connsiteY17" fmla="*/ 114130 h 162610"/>
                <a:gd name="connsiteX18" fmla="*/ 246 w 134439"/>
                <a:gd name="connsiteY18" fmla="*/ 152746 h 162610"/>
                <a:gd name="connsiteX19" fmla="*/ 6664 w 134439"/>
                <a:gd name="connsiteY19" fmla="*/ 162666 h 162610"/>
                <a:gd name="connsiteX20" fmla="*/ 17362 w 134439"/>
                <a:gd name="connsiteY20" fmla="*/ 157351 h 162610"/>
                <a:gd name="connsiteX21" fmla="*/ 26634 w 134439"/>
                <a:gd name="connsiteY21" fmla="*/ 151329 h 162610"/>
                <a:gd name="connsiteX22" fmla="*/ 68713 w 134439"/>
                <a:gd name="connsiteY22" fmla="*/ 162666 h 162610"/>
                <a:gd name="connsiteX23" fmla="*/ 134685 w 134439"/>
                <a:gd name="connsiteY23" fmla="*/ 110942 h 162610"/>
                <a:gd name="connsiteX24" fmla="*/ 115071 w 134439"/>
                <a:gd name="connsiteY24" fmla="*/ 73389 h 162610"/>
                <a:gd name="connsiteX25" fmla="*/ 61938 w 134439"/>
                <a:gd name="connsiteY25" fmla="*/ 56384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4439" h="162610">
                  <a:moveTo>
                    <a:pt x="61938" y="56384"/>
                  </a:moveTo>
                  <a:cubicBezTo>
                    <a:pt x="48743" y="53904"/>
                    <a:pt x="25564" y="50007"/>
                    <a:pt x="25564" y="33356"/>
                  </a:cubicBezTo>
                  <a:cubicBezTo>
                    <a:pt x="25564" y="11392"/>
                    <a:pt x="58728" y="11392"/>
                    <a:pt x="65504" y="11392"/>
                  </a:cubicBezTo>
                  <a:cubicBezTo>
                    <a:pt x="92249" y="11392"/>
                    <a:pt x="105800" y="21665"/>
                    <a:pt x="107583" y="41150"/>
                  </a:cubicBezTo>
                  <a:cubicBezTo>
                    <a:pt x="107939" y="46464"/>
                    <a:pt x="108296" y="48236"/>
                    <a:pt x="115785" y="48236"/>
                  </a:cubicBezTo>
                  <a:cubicBezTo>
                    <a:pt x="124343" y="48236"/>
                    <a:pt x="124343" y="46464"/>
                    <a:pt x="124343" y="38316"/>
                  </a:cubicBezTo>
                  <a:lnTo>
                    <a:pt x="124343" y="9975"/>
                  </a:lnTo>
                  <a:cubicBezTo>
                    <a:pt x="124343" y="3243"/>
                    <a:pt x="124343" y="55"/>
                    <a:pt x="117924" y="55"/>
                  </a:cubicBezTo>
                  <a:cubicBezTo>
                    <a:pt x="116498" y="55"/>
                    <a:pt x="115785" y="55"/>
                    <a:pt x="101877" y="6786"/>
                  </a:cubicBezTo>
                  <a:cubicBezTo>
                    <a:pt x="92605" y="2181"/>
                    <a:pt x="80124" y="55"/>
                    <a:pt x="65860" y="55"/>
                  </a:cubicBezTo>
                  <a:cubicBezTo>
                    <a:pt x="55162" y="55"/>
                    <a:pt x="246" y="55"/>
                    <a:pt x="246" y="46464"/>
                  </a:cubicBezTo>
                  <a:cubicBezTo>
                    <a:pt x="246" y="60635"/>
                    <a:pt x="7378" y="70201"/>
                    <a:pt x="14510" y="76223"/>
                  </a:cubicBezTo>
                  <a:cubicBezTo>
                    <a:pt x="28774" y="88623"/>
                    <a:pt x="42325" y="90748"/>
                    <a:pt x="69783" y="95708"/>
                  </a:cubicBezTo>
                  <a:cubicBezTo>
                    <a:pt x="82621" y="97834"/>
                    <a:pt x="109366" y="102439"/>
                    <a:pt x="109366" y="123341"/>
                  </a:cubicBezTo>
                  <a:cubicBezTo>
                    <a:pt x="109366" y="149912"/>
                    <a:pt x="76558" y="149912"/>
                    <a:pt x="68713" y="149912"/>
                  </a:cubicBezTo>
                  <a:cubicBezTo>
                    <a:pt x="30913" y="149912"/>
                    <a:pt x="21642" y="124050"/>
                    <a:pt x="17362" y="108816"/>
                  </a:cubicBezTo>
                  <a:cubicBezTo>
                    <a:pt x="15579" y="103856"/>
                    <a:pt x="13796" y="103856"/>
                    <a:pt x="8804" y="103856"/>
                  </a:cubicBezTo>
                  <a:cubicBezTo>
                    <a:pt x="246" y="103856"/>
                    <a:pt x="246" y="105982"/>
                    <a:pt x="246" y="114130"/>
                  </a:cubicBezTo>
                  <a:lnTo>
                    <a:pt x="246" y="152746"/>
                  </a:lnTo>
                  <a:cubicBezTo>
                    <a:pt x="246" y="159477"/>
                    <a:pt x="246" y="162666"/>
                    <a:pt x="6664" y="162666"/>
                  </a:cubicBezTo>
                  <a:cubicBezTo>
                    <a:pt x="9161" y="162666"/>
                    <a:pt x="9874" y="162666"/>
                    <a:pt x="17362" y="157351"/>
                  </a:cubicBezTo>
                  <a:cubicBezTo>
                    <a:pt x="17719" y="157351"/>
                    <a:pt x="25564" y="152037"/>
                    <a:pt x="26634" y="151329"/>
                  </a:cubicBezTo>
                  <a:cubicBezTo>
                    <a:pt x="43038" y="162666"/>
                    <a:pt x="61581" y="162666"/>
                    <a:pt x="68713" y="162666"/>
                  </a:cubicBezTo>
                  <a:cubicBezTo>
                    <a:pt x="79768" y="162666"/>
                    <a:pt x="134685" y="162666"/>
                    <a:pt x="134685" y="110942"/>
                  </a:cubicBezTo>
                  <a:cubicBezTo>
                    <a:pt x="134685" y="95708"/>
                    <a:pt x="127553" y="83309"/>
                    <a:pt x="115071" y="73389"/>
                  </a:cubicBezTo>
                  <a:cubicBezTo>
                    <a:pt x="101164" y="63115"/>
                    <a:pt x="89753" y="60990"/>
                    <a:pt x="61938" y="56384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FA313D-4FBF-D298-F27B-78973509614E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518224" y="4335709"/>
              <a:ext cx="55629" cy="157296"/>
            </a:xfrm>
            <a:custGeom>
              <a:avLst/>
              <a:gdLst>
                <a:gd name="connsiteX0" fmla="*/ 55880 w 55629"/>
                <a:gd name="connsiteY0" fmla="*/ 27688 h 157296"/>
                <a:gd name="connsiteX1" fmla="*/ 28065 w 55629"/>
                <a:gd name="connsiteY1" fmla="*/ 55 h 157296"/>
                <a:gd name="connsiteX2" fmla="*/ 250 w 55629"/>
                <a:gd name="connsiteY2" fmla="*/ 27688 h 157296"/>
                <a:gd name="connsiteX3" fmla="*/ 28065 w 55629"/>
                <a:gd name="connsiteY3" fmla="*/ 55321 h 157296"/>
                <a:gd name="connsiteX4" fmla="*/ 55880 w 55629"/>
                <a:gd name="connsiteY4" fmla="*/ 27688 h 157296"/>
                <a:gd name="connsiteX5" fmla="*/ 55880 w 55629"/>
                <a:gd name="connsiteY5" fmla="*/ 129718 h 157296"/>
                <a:gd name="connsiteX6" fmla="*/ 28065 w 55629"/>
                <a:gd name="connsiteY6" fmla="*/ 102085 h 157296"/>
                <a:gd name="connsiteX7" fmla="*/ 250 w 55629"/>
                <a:gd name="connsiteY7" fmla="*/ 129718 h 157296"/>
                <a:gd name="connsiteX8" fmla="*/ 28065 w 55629"/>
                <a:gd name="connsiteY8" fmla="*/ 157351 h 157296"/>
                <a:gd name="connsiteX9" fmla="*/ 55880 w 55629"/>
                <a:gd name="connsiteY9" fmla="*/ 129718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629" h="157296">
                  <a:moveTo>
                    <a:pt x="55880" y="27688"/>
                  </a:moveTo>
                  <a:cubicBezTo>
                    <a:pt x="55880" y="12454"/>
                    <a:pt x="43399" y="55"/>
                    <a:pt x="28065" y="55"/>
                  </a:cubicBezTo>
                  <a:cubicBezTo>
                    <a:pt x="12731" y="55"/>
                    <a:pt x="250" y="12454"/>
                    <a:pt x="250" y="27688"/>
                  </a:cubicBezTo>
                  <a:cubicBezTo>
                    <a:pt x="250" y="42922"/>
                    <a:pt x="12731" y="55321"/>
                    <a:pt x="28065" y="55321"/>
                  </a:cubicBezTo>
                  <a:cubicBezTo>
                    <a:pt x="43399" y="55321"/>
                    <a:pt x="55880" y="42922"/>
                    <a:pt x="55880" y="27688"/>
                  </a:cubicBezTo>
                  <a:close/>
                  <a:moveTo>
                    <a:pt x="55880" y="129718"/>
                  </a:moveTo>
                  <a:cubicBezTo>
                    <a:pt x="55880" y="114485"/>
                    <a:pt x="43399" y="102085"/>
                    <a:pt x="28065" y="102085"/>
                  </a:cubicBezTo>
                  <a:cubicBezTo>
                    <a:pt x="12731" y="102085"/>
                    <a:pt x="250" y="114485"/>
                    <a:pt x="250" y="129718"/>
                  </a:cubicBezTo>
                  <a:cubicBezTo>
                    <a:pt x="250" y="144952"/>
                    <a:pt x="12731" y="157351"/>
                    <a:pt x="28065" y="157351"/>
                  </a:cubicBezTo>
                  <a:cubicBezTo>
                    <a:pt x="43399" y="157351"/>
                    <a:pt x="55880" y="144952"/>
                    <a:pt x="55880" y="129718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EF01CFE-7078-70F7-70F7-E1C091AC42A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02066" y="867265"/>
            <a:ext cx="6666331" cy="512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32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A486-08FF-7611-D673-372C6FC36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71B08-3E2D-3472-1CD4-EC46ED22F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4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Example –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62B84-4F63-58A3-61DC-5FC7C593F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797" y="1079292"/>
            <a:ext cx="10515600" cy="5547376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15" name="Group 14" descr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 title="IguanaTex Vector Display">
            <a:extLst>
              <a:ext uri="{FF2B5EF4-FFF2-40B4-BE49-F238E27FC236}">
                <a16:creationId xmlns:a16="http://schemas.microsoft.com/office/drawing/2014/main" id="{07A3EF7C-F608-BD44-AC9A-0500E8D2E670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760511" y="231332"/>
            <a:ext cx="1322719" cy="315655"/>
            <a:chOff x="10251134" y="4246078"/>
            <a:chExt cx="1322719" cy="315655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B0F06E1-C646-68CE-6597-6CC41BD2CA4D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0251134" y="4246078"/>
              <a:ext cx="181867" cy="250824"/>
            </a:xfrm>
            <a:custGeom>
              <a:avLst/>
              <a:gdLst>
                <a:gd name="connsiteX0" fmla="*/ 120746 w 181867"/>
                <a:gd name="connsiteY0" fmla="*/ 100314 h 250824"/>
                <a:gd name="connsiteX1" fmla="*/ 69039 w 181867"/>
                <a:gd name="connsiteY1" fmla="*/ 89331 h 250824"/>
                <a:gd name="connsiteX2" fmla="*/ 34805 w 181867"/>
                <a:gd name="connsiteY2" fmla="*/ 52487 h 250824"/>
                <a:gd name="connsiteX3" fmla="*/ 80450 w 181867"/>
                <a:gd name="connsiteY3" fmla="*/ 15289 h 250824"/>
                <a:gd name="connsiteX4" fmla="*/ 153197 w 181867"/>
                <a:gd name="connsiteY4" fmla="*/ 75515 h 250824"/>
                <a:gd name="connsiteX5" fmla="*/ 162112 w 181867"/>
                <a:gd name="connsiteY5" fmla="*/ 84726 h 250824"/>
                <a:gd name="connsiteX6" fmla="*/ 170671 w 181867"/>
                <a:gd name="connsiteY6" fmla="*/ 74806 h 250824"/>
                <a:gd name="connsiteX7" fmla="*/ 170671 w 181867"/>
                <a:gd name="connsiteY7" fmla="*/ 9975 h 250824"/>
                <a:gd name="connsiteX8" fmla="*/ 164252 w 181867"/>
                <a:gd name="connsiteY8" fmla="*/ 55 h 250824"/>
                <a:gd name="connsiteX9" fmla="*/ 157120 w 181867"/>
                <a:gd name="connsiteY9" fmla="*/ 3952 h 250824"/>
                <a:gd name="connsiteX10" fmla="*/ 141073 w 181867"/>
                <a:gd name="connsiteY10" fmla="*/ 19540 h 250824"/>
                <a:gd name="connsiteX11" fmla="*/ 80094 w 181867"/>
                <a:gd name="connsiteY11" fmla="*/ 55 h 250824"/>
                <a:gd name="connsiteX12" fmla="*/ 215 w 181867"/>
                <a:gd name="connsiteY12" fmla="*/ 71264 h 250824"/>
                <a:gd name="connsiteX13" fmla="*/ 19471 w 181867"/>
                <a:gd name="connsiteY13" fmla="*/ 118382 h 250824"/>
                <a:gd name="connsiteX14" fmla="*/ 87939 w 181867"/>
                <a:gd name="connsiteY14" fmla="*/ 146723 h 250824"/>
                <a:gd name="connsiteX15" fmla="*/ 133227 w 181867"/>
                <a:gd name="connsiteY15" fmla="*/ 161957 h 250824"/>
                <a:gd name="connsiteX16" fmla="*/ 147492 w 181867"/>
                <a:gd name="connsiteY16" fmla="*/ 192779 h 250824"/>
                <a:gd name="connsiteX17" fmla="*/ 101133 w 181867"/>
                <a:gd name="connsiteY17" fmla="*/ 234228 h 250824"/>
                <a:gd name="connsiteX18" fmla="*/ 16975 w 181867"/>
                <a:gd name="connsiteY18" fmla="*/ 174357 h 250824"/>
                <a:gd name="connsiteX19" fmla="*/ 8773 w 181867"/>
                <a:gd name="connsiteY19" fmla="*/ 166208 h 250824"/>
                <a:gd name="connsiteX20" fmla="*/ 215 w 181867"/>
                <a:gd name="connsiteY20" fmla="*/ 176482 h 250824"/>
                <a:gd name="connsiteX21" fmla="*/ 215 w 181867"/>
                <a:gd name="connsiteY21" fmla="*/ 240960 h 250824"/>
                <a:gd name="connsiteX22" fmla="*/ 6634 w 181867"/>
                <a:gd name="connsiteY22" fmla="*/ 250879 h 250824"/>
                <a:gd name="connsiteX23" fmla="*/ 13409 w 181867"/>
                <a:gd name="connsiteY23" fmla="*/ 247691 h 250824"/>
                <a:gd name="connsiteX24" fmla="*/ 29813 w 181867"/>
                <a:gd name="connsiteY24" fmla="*/ 231394 h 250824"/>
                <a:gd name="connsiteX25" fmla="*/ 101133 w 181867"/>
                <a:gd name="connsiteY25" fmla="*/ 250879 h 250824"/>
                <a:gd name="connsiteX26" fmla="*/ 182082 w 181867"/>
                <a:gd name="connsiteY26" fmla="*/ 175065 h 250824"/>
                <a:gd name="connsiteX27" fmla="*/ 120746 w 181867"/>
                <a:gd name="connsiteY27" fmla="*/ 100314 h 250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1867" h="250824">
                  <a:moveTo>
                    <a:pt x="120746" y="100314"/>
                  </a:moveTo>
                  <a:lnTo>
                    <a:pt x="69039" y="89331"/>
                  </a:lnTo>
                  <a:cubicBezTo>
                    <a:pt x="54775" y="86143"/>
                    <a:pt x="34805" y="74098"/>
                    <a:pt x="34805" y="52487"/>
                  </a:cubicBezTo>
                  <a:cubicBezTo>
                    <a:pt x="34805" y="37253"/>
                    <a:pt x="44790" y="15289"/>
                    <a:pt x="80450" y="15289"/>
                  </a:cubicBezTo>
                  <a:cubicBezTo>
                    <a:pt x="108978" y="15289"/>
                    <a:pt x="144995" y="27334"/>
                    <a:pt x="153197" y="75515"/>
                  </a:cubicBezTo>
                  <a:cubicBezTo>
                    <a:pt x="154624" y="84017"/>
                    <a:pt x="154624" y="84726"/>
                    <a:pt x="162112" y="84726"/>
                  </a:cubicBezTo>
                  <a:cubicBezTo>
                    <a:pt x="170671" y="84726"/>
                    <a:pt x="170671" y="82954"/>
                    <a:pt x="170671" y="74806"/>
                  </a:cubicBezTo>
                  <a:lnTo>
                    <a:pt x="170671" y="9975"/>
                  </a:lnTo>
                  <a:cubicBezTo>
                    <a:pt x="170671" y="3243"/>
                    <a:pt x="170671" y="55"/>
                    <a:pt x="164252" y="55"/>
                  </a:cubicBezTo>
                  <a:cubicBezTo>
                    <a:pt x="161399" y="55"/>
                    <a:pt x="161042" y="409"/>
                    <a:pt x="157120" y="3952"/>
                  </a:cubicBezTo>
                  <a:lnTo>
                    <a:pt x="141073" y="19540"/>
                  </a:lnTo>
                  <a:cubicBezTo>
                    <a:pt x="120390" y="3243"/>
                    <a:pt x="97211" y="55"/>
                    <a:pt x="80094" y="55"/>
                  </a:cubicBezTo>
                  <a:cubicBezTo>
                    <a:pt x="25890" y="55"/>
                    <a:pt x="215" y="34065"/>
                    <a:pt x="215" y="71264"/>
                  </a:cubicBezTo>
                  <a:cubicBezTo>
                    <a:pt x="215" y="94291"/>
                    <a:pt x="11983" y="110588"/>
                    <a:pt x="19471" y="118382"/>
                  </a:cubicBezTo>
                  <a:cubicBezTo>
                    <a:pt x="36945" y="135741"/>
                    <a:pt x="49069" y="138221"/>
                    <a:pt x="87939" y="146723"/>
                  </a:cubicBezTo>
                  <a:cubicBezTo>
                    <a:pt x="119320" y="153454"/>
                    <a:pt x="125382" y="154517"/>
                    <a:pt x="133227" y="161957"/>
                  </a:cubicBezTo>
                  <a:cubicBezTo>
                    <a:pt x="138576" y="167271"/>
                    <a:pt x="147492" y="176482"/>
                    <a:pt x="147492" y="192779"/>
                  </a:cubicBezTo>
                  <a:cubicBezTo>
                    <a:pt x="147492" y="209784"/>
                    <a:pt x="138220" y="234228"/>
                    <a:pt x="101133" y="234228"/>
                  </a:cubicBezTo>
                  <a:cubicBezTo>
                    <a:pt x="74031" y="234228"/>
                    <a:pt x="19828" y="227143"/>
                    <a:pt x="16975" y="174357"/>
                  </a:cubicBezTo>
                  <a:cubicBezTo>
                    <a:pt x="16618" y="167980"/>
                    <a:pt x="16618" y="166208"/>
                    <a:pt x="8773" y="166208"/>
                  </a:cubicBezTo>
                  <a:cubicBezTo>
                    <a:pt x="215" y="166208"/>
                    <a:pt x="215" y="168334"/>
                    <a:pt x="215" y="176482"/>
                  </a:cubicBezTo>
                  <a:lnTo>
                    <a:pt x="215" y="240960"/>
                  </a:lnTo>
                  <a:cubicBezTo>
                    <a:pt x="215" y="247691"/>
                    <a:pt x="215" y="250879"/>
                    <a:pt x="6634" y="250879"/>
                  </a:cubicBezTo>
                  <a:cubicBezTo>
                    <a:pt x="9843" y="250879"/>
                    <a:pt x="10556" y="250171"/>
                    <a:pt x="13409" y="247691"/>
                  </a:cubicBezTo>
                  <a:lnTo>
                    <a:pt x="29813" y="231394"/>
                  </a:lnTo>
                  <a:cubicBezTo>
                    <a:pt x="53349" y="248754"/>
                    <a:pt x="86513" y="250879"/>
                    <a:pt x="101133" y="250879"/>
                  </a:cubicBezTo>
                  <a:cubicBezTo>
                    <a:pt x="159973" y="250879"/>
                    <a:pt x="182082" y="210846"/>
                    <a:pt x="182082" y="175065"/>
                  </a:cubicBezTo>
                  <a:cubicBezTo>
                    <a:pt x="182082" y="135741"/>
                    <a:pt x="153197" y="107045"/>
                    <a:pt x="120746" y="100314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E0FB7F1-73CA-DB7B-1DF8-1CB09764218F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0469334" y="4333583"/>
              <a:ext cx="200767" cy="228150"/>
            </a:xfrm>
            <a:custGeom>
              <a:avLst/>
              <a:gdLst>
                <a:gd name="connsiteX0" fmla="*/ 65479 w 200767"/>
                <a:gd name="connsiteY0" fmla="*/ 42922 h 228150"/>
                <a:gd name="connsiteX1" fmla="*/ 70828 w 200767"/>
                <a:gd name="connsiteY1" fmla="*/ 30877 h 228150"/>
                <a:gd name="connsiteX2" fmla="*/ 111481 w 200767"/>
                <a:gd name="connsiteY2" fmla="*/ 14226 h 228150"/>
                <a:gd name="connsiteX3" fmla="*/ 155343 w 200767"/>
                <a:gd name="connsiteY3" fmla="*/ 80475 h 228150"/>
                <a:gd name="connsiteX4" fmla="*/ 107202 w 200767"/>
                <a:gd name="connsiteY4" fmla="*/ 148849 h 228150"/>
                <a:gd name="connsiteX5" fmla="*/ 69402 w 200767"/>
                <a:gd name="connsiteY5" fmla="*/ 129718 h 228150"/>
                <a:gd name="connsiteX6" fmla="*/ 65479 w 200767"/>
                <a:gd name="connsiteY6" fmla="*/ 118027 h 228150"/>
                <a:gd name="connsiteX7" fmla="*/ 65479 w 200767"/>
                <a:gd name="connsiteY7" fmla="*/ 42922 h 228150"/>
                <a:gd name="connsiteX8" fmla="*/ 65479 w 200767"/>
                <a:gd name="connsiteY8" fmla="*/ 145661 h 228150"/>
                <a:gd name="connsiteX9" fmla="*/ 111124 w 200767"/>
                <a:gd name="connsiteY9" fmla="*/ 161603 h 228150"/>
                <a:gd name="connsiteX10" fmla="*/ 200988 w 200767"/>
                <a:gd name="connsiteY10" fmla="*/ 80475 h 228150"/>
                <a:gd name="connsiteX11" fmla="*/ 117187 w 200767"/>
                <a:gd name="connsiteY11" fmla="*/ 55 h 228150"/>
                <a:gd name="connsiteX12" fmla="*/ 63340 w 200767"/>
                <a:gd name="connsiteY12" fmla="*/ 17414 h 228150"/>
                <a:gd name="connsiteX13" fmla="*/ 63340 w 200767"/>
                <a:gd name="connsiteY13" fmla="*/ 55 h 228150"/>
                <a:gd name="connsiteX14" fmla="*/ 221 w 200767"/>
                <a:gd name="connsiteY14" fmla="*/ 2889 h 228150"/>
                <a:gd name="connsiteX15" fmla="*/ 221 w 200767"/>
                <a:gd name="connsiteY15" fmla="*/ 19540 h 228150"/>
                <a:gd name="connsiteX16" fmla="*/ 24827 w 200767"/>
                <a:gd name="connsiteY16" fmla="*/ 33002 h 228150"/>
                <a:gd name="connsiteX17" fmla="*/ 24827 w 200767"/>
                <a:gd name="connsiteY17" fmla="*/ 211555 h 228150"/>
                <a:gd name="connsiteX18" fmla="*/ 221 w 200767"/>
                <a:gd name="connsiteY18" fmla="*/ 211555 h 228150"/>
                <a:gd name="connsiteX19" fmla="*/ 221 w 200767"/>
                <a:gd name="connsiteY19" fmla="*/ 228206 h 228150"/>
                <a:gd name="connsiteX20" fmla="*/ 45153 w 200767"/>
                <a:gd name="connsiteY20" fmla="*/ 227143 h 228150"/>
                <a:gd name="connsiteX21" fmla="*/ 90085 w 200767"/>
                <a:gd name="connsiteY21" fmla="*/ 228206 h 228150"/>
                <a:gd name="connsiteX22" fmla="*/ 90085 w 200767"/>
                <a:gd name="connsiteY22" fmla="*/ 211555 h 228150"/>
                <a:gd name="connsiteX23" fmla="*/ 65479 w 200767"/>
                <a:gd name="connsiteY23" fmla="*/ 211555 h 228150"/>
                <a:gd name="connsiteX24" fmla="*/ 65479 w 200767"/>
                <a:gd name="connsiteY24" fmla="*/ 145661 h 22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767" h="228150">
                  <a:moveTo>
                    <a:pt x="65479" y="42922"/>
                  </a:moveTo>
                  <a:cubicBezTo>
                    <a:pt x="65479" y="36191"/>
                    <a:pt x="65836" y="35836"/>
                    <a:pt x="70828" y="30877"/>
                  </a:cubicBezTo>
                  <a:cubicBezTo>
                    <a:pt x="85092" y="16351"/>
                    <a:pt x="103636" y="14226"/>
                    <a:pt x="111481" y="14226"/>
                  </a:cubicBezTo>
                  <a:cubicBezTo>
                    <a:pt x="135373" y="14226"/>
                    <a:pt x="155343" y="35836"/>
                    <a:pt x="155343" y="80475"/>
                  </a:cubicBezTo>
                  <a:cubicBezTo>
                    <a:pt x="155343" y="130427"/>
                    <a:pt x="130381" y="148849"/>
                    <a:pt x="107202" y="148849"/>
                  </a:cubicBezTo>
                  <a:cubicBezTo>
                    <a:pt x="102209" y="148849"/>
                    <a:pt x="85449" y="148849"/>
                    <a:pt x="69402" y="129718"/>
                  </a:cubicBezTo>
                  <a:cubicBezTo>
                    <a:pt x="65479" y="125113"/>
                    <a:pt x="65479" y="124758"/>
                    <a:pt x="65479" y="118027"/>
                  </a:cubicBezTo>
                  <a:lnTo>
                    <a:pt x="65479" y="42922"/>
                  </a:lnTo>
                  <a:close/>
                  <a:moveTo>
                    <a:pt x="65479" y="145661"/>
                  </a:moveTo>
                  <a:cubicBezTo>
                    <a:pt x="80813" y="158060"/>
                    <a:pt x="96504" y="161603"/>
                    <a:pt x="111124" y="161603"/>
                  </a:cubicBezTo>
                  <a:cubicBezTo>
                    <a:pt x="164615" y="161603"/>
                    <a:pt x="200988" y="129718"/>
                    <a:pt x="200988" y="80475"/>
                  </a:cubicBezTo>
                  <a:cubicBezTo>
                    <a:pt x="200988" y="33356"/>
                    <a:pt x="168537" y="55"/>
                    <a:pt x="117187" y="55"/>
                  </a:cubicBezTo>
                  <a:cubicBezTo>
                    <a:pt x="90442" y="55"/>
                    <a:pt x="71542" y="11037"/>
                    <a:pt x="63340" y="17414"/>
                  </a:cubicBezTo>
                  <a:lnTo>
                    <a:pt x="63340" y="55"/>
                  </a:lnTo>
                  <a:lnTo>
                    <a:pt x="221" y="2889"/>
                  </a:lnTo>
                  <a:lnTo>
                    <a:pt x="221" y="19540"/>
                  </a:lnTo>
                  <a:cubicBezTo>
                    <a:pt x="22330" y="19540"/>
                    <a:pt x="24827" y="19540"/>
                    <a:pt x="24827" y="33002"/>
                  </a:cubicBezTo>
                  <a:lnTo>
                    <a:pt x="24827" y="211555"/>
                  </a:lnTo>
                  <a:lnTo>
                    <a:pt x="221" y="211555"/>
                  </a:lnTo>
                  <a:lnTo>
                    <a:pt x="221" y="228206"/>
                  </a:lnTo>
                  <a:cubicBezTo>
                    <a:pt x="10206" y="227852"/>
                    <a:pt x="31602" y="227143"/>
                    <a:pt x="45153" y="227143"/>
                  </a:cubicBezTo>
                  <a:cubicBezTo>
                    <a:pt x="59061" y="227143"/>
                    <a:pt x="80100" y="227852"/>
                    <a:pt x="90085" y="228206"/>
                  </a:cubicBezTo>
                  <a:lnTo>
                    <a:pt x="90085" y="211555"/>
                  </a:lnTo>
                  <a:lnTo>
                    <a:pt x="65479" y="211555"/>
                  </a:lnTo>
                  <a:lnTo>
                    <a:pt x="65479" y="145661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4CCC9A0-27C5-7E04-C73F-C754B16527FD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700728" y="4247141"/>
              <a:ext cx="87724" cy="245864"/>
            </a:xfrm>
            <a:custGeom>
              <a:avLst/>
              <a:gdLst>
                <a:gd name="connsiteX0" fmla="*/ 63346 w 87724"/>
                <a:gd name="connsiteY0" fmla="*/ 55 h 245864"/>
                <a:gd name="connsiteX1" fmla="*/ 228 w 87724"/>
                <a:gd name="connsiteY1" fmla="*/ 2889 h 245864"/>
                <a:gd name="connsiteX2" fmla="*/ 228 w 87724"/>
                <a:gd name="connsiteY2" fmla="*/ 19540 h 245864"/>
                <a:gd name="connsiteX3" fmla="*/ 24833 w 87724"/>
                <a:gd name="connsiteY3" fmla="*/ 33356 h 245864"/>
                <a:gd name="connsiteX4" fmla="*/ 24833 w 87724"/>
                <a:gd name="connsiteY4" fmla="*/ 229269 h 245864"/>
                <a:gd name="connsiteX5" fmla="*/ 228 w 87724"/>
                <a:gd name="connsiteY5" fmla="*/ 229269 h 245864"/>
                <a:gd name="connsiteX6" fmla="*/ 228 w 87724"/>
                <a:gd name="connsiteY6" fmla="*/ 245919 h 245864"/>
                <a:gd name="connsiteX7" fmla="*/ 44090 w 87724"/>
                <a:gd name="connsiteY7" fmla="*/ 244857 h 245864"/>
                <a:gd name="connsiteX8" fmla="*/ 87952 w 87724"/>
                <a:gd name="connsiteY8" fmla="*/ 245919 h 245864"/>
                <a:gd name="connsiteX9" fmla="*/ 87952 w 87724"/>
                <a:gd name="connsiteY9" fmla="*/ 229269 h 245864"/>
                <a:gd name="connsiteX10" fmla="*/ 63346 w 87724"/>
                <a:gd name="connsiteY10" fmla="*/ 229269 h 245864"/>
                <a:gd name="connsiteX11" fmla="*/ 63346 w 87724"/>
                <a:gd name="connsiteY11" fmla="*/ 5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7724" h="245864">
                  <a:moveTo>
                    <a:pt x="63346" y="55"/>
                  </a:moveTo>
                  <a:lnTo>
                    <a:pt x="228" y="2889"/>
                  </a:lnTo>
                  <a:lnTo>
                    <a:pt x="228" y="19540"/>
                  </a:lnTo>
                  <a:cubicBezTo>
                    <a:pt x="22337" y="19540"/>
                    <a:pt x="24833" y="19540"/>
                    <a:pt x="24833" y="33356"/>
                  </a:cubicBezTo>
                  <a:lnTo>
                    <a:pt x="24833" y="229269"/>
                  </a:lnTo>
                  <a:lnTo>
                    <a:pt x="228" y="229269"/>
                  </a:lnTo>
                  <a:lnTo>
                    <a:pt x="228" y="245919"/>
                  </a:lnTo>
                  <a:cubicBezTo>
                    <a:pt x="11639" y="245565"/>
                    <a:pt x="28756" y="244857"/>
                    <a:pt x="44090" y="244857"/>
                  </a:cubicBezTo>
                  <a:cubicBezTo>
                    <a:pt x="59424" y="244857"/>
                    <a:pt x="75827" y="245565"/>
                    <a:pt x="87952" y="245919"/>
                  </a:cubicBezTo>
                  <a:lnTo>
                    <a:pt x="87952" y="229269"/>
                  </a:lnTo>
                  <a:lnTo>
                    <a:pt x="63346" y="229269"/>
                  </a:lnTo>
                  <a:lnTo>
                    <a:pt x="63346" y="55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A7EA445-9B19-8133-A4FE-E39D83F48C7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0814642" y="4246787"/>
              <a:ext cx="85227" cy="246218"/>
            </a:xfrm>
            <a:custGeom>
              <a:avLst/>
              <a:gdLst>
                <a:gd name="connsiteX0" fmla="*/ 63349 w 85227"/>
                <a:gd name="connsiteY0" fmla="*/ 86851 h 246218"/>
                <a:gd name="connsiteX1" fmla="*/ 1301 w 85227"/>
                <a:gd name="connsiteY1" fmla="*/ 89686 h 246218"/>
                <a:gd name="connsiteX2" fmla="*/ 1301 w 85227"/>
                <a:gd name="connsiteY2" fmla="*/ 106336 h 246218"/>
                <a:gd name="connsiteX3" fmla="*/ 24836 w 85227"/>
                <a:gd name="connsiteY3" fmla="*/ 120153 h 246218"/>
                <a:gd name="connsiteX4" fmla="*/ 24836 w 85227"/>
                <a:gd name="connsiteY4" fmla="*/ 229623 h 246218"/>
                <a:gd name="connsiteX5" fmla="*/ 231 w 85227"/>
                <a:gd name="connsiteY5" fmla="*/ 229623 h 246218"/>
                <a:gd name="connsiteX6" fmla="*/ 231 w 85227"/>
                <a:gd name="connsiteY6" fmla="*/ 246274 h 246218"/>
                <a:gd name="connsiteX7" fmla="*/ 43736 w 85227"/>
                <a:gd name="connsiteY7" fmla="*/ 245211 h 246218"/>
                <a:gd name="connsiteX8" fmla="*/ 85459 w 85227"/>
                <a:gd name="connsiteY8" fmla="*/ 246274 h 246218"/>
                <a:gd name="connsiteX9" fmla="*/ 85459 w 85227"/>
                <a:gd name="connsiteY9" fmla="*/ 229623 h 246218"/>
                <a:gd name="connsiteX10" fmla="*/ 63349 w 85227"/>
                <a:gd name="connsiteY10" fmla="*/ 229623 h 246218"/>
                <a:gd name="connsiteX11" fmla="*/ 63349 w 85227"/>
                <a:gd name="connsiteY11" fmla="*/ 86851 h 246218"/>
                <a:gd name="connsiteX12" fmla="*/ 66915 w 85227"/>
                <a:gd name="connsiteY12" fmla="*/ 27688 h 246218"/>
                <a:gd name="connsiteX13" fmla="*/ 39100 w 85227"/>
                <a:gd name="connsiteY13" fmla="*/ 55 h 246218"/>
                <a:gd name="connsiteX14" fmla="*/ 11285 w 85227"/>
                <a:gd name="connsiteY14" fmla="*/ 27688 h 246218"/>
                <a:gd name="connsiteX15" fmla="*/ 39100 w 85227"/>
                <a:gd name="connsiteY15" fmla="*/ 55321 h 246218"/>
                <a:gd name="connsiteX16" fmla="*/ 66915 w 85227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227" h="246218">
                  <a:moveTo>
                    <a:pt x="63349" y="86851"/>
                  </a:moveTo>
                  <a:lnTo>
                    <a:pt x="1301" y="89686"/>
                  </a:lnTo>
                  <a:lnTo>
                    <a:pt x="1301" y="106336"/>
                  </a:lnTo>
                  <a:cubicBezTo>
                    <a:pt x="22340" y="106336"/>
                    <a:pt x="24836" y="106336"/>
                    <a:pt x="24836" y="120153"/>
                  </a:cubicBezTo>
                  <a:lnTo>
                    <a:pt x="24836" y="229623"/>
                  </a:lnTo>
                  <a:lnTo>
                    <a:pt x="231" y="229623"/>
                  </a:lnTo>
                  <a:lnTo>
                    <a:pt x="231" y="246274"/>
                  </a:lnTo>
                  <a:cubicBezTo>
                    <a:pt x="11285" y="245919"/>
                    <a:pt x="28759" y="245211"/>
                    <a:pt x="43736" y="245211"/>
                  </a:cubicBezTo>
                  <a:cubicBezTo>
                    <a:pt x="54434" y="245211"/>
                    <a:pt x="72621" y="245919"/>
                    <a:pt x="85459" y="246274"/>
                  </a:cubicBezTo>
                  <a:lnTo>
                    <a:pt x="85459" y="229623"/>
                  </a:lnTo>
                  <a:lnTo>
                    <a:pt x="63349" y="229623"/>
                  </a:lnTo>
                  <a:lnTo>
                    <a:pt x="63349" y="86851"/>
                  </a:lnTo>
                  <a:close/>
                  <a:moveTo>
                    <a:pt x="66915" y="27688"/>
                  </a:moveTo>
                  <a:cubicBezTo>
                    <a:pt x="66915" y="12100"/>
                    <a:pt x="54078" y="55"/>
                    <a:pt x="39100" y="55"/>
                  </a:cubicBezTo>
                  <a:cubicBezTo>
                    <a:pt x="23766" y="55"/>
                    <a:pt x="11285" y="12454"/>
                    <a:pt x="11285" y="27688"/>
                  </a:cubicBezTo>
                  <a:cubicBezTo>
                    <a:pt x="11285" y="42922"/>
                    <a:pt x="23766" y="55321"/>
                    <a:pt x="39100" y="55321"/>
                  </a:cubicBezTo>
                  <a:cubicBezTo>
                    <a:pt x="54078" y="55321"/>
                    <a:pt x="66915" y="43276"/>
                    <a:pt x="66915" y="27688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C92AD6D-31AF-E362-2161-ADDA1601208A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0927843" y="4333583"/>
              <a:ext cx="203263" cy="159422"/>
            </a:xfrm>
            <a:custGeom>
              <a:avLst/>
              <a:gdLst>
                <a:gd name="connsiteX0" fmla="*/ 24839 w 203263"/>
                <a:gd name="connsiteY0" fmla="*/ 33356 h 159422"/>
                <a:gd name="connsiteX1" fmla="*/ 24839 w 203263"/>
                <a:gd name="connsiteY1" fmla="*/ 142826 h 159422"/>
                <a:gd name="connsiteX2" fmla="*/ 234 w 203263"/>
                <a:gd name="connsiteY2" fmla="*/ 142826 h 159422"/>
                <a:gd name="connsiteX3" fmla="*/ 234 w 203263"/>
                <a:gd name="connsiteY3" fmla="*/ 159477 h 159422"/>
                <a:gd name="connsiteX4" fmla="*/ 45166 w 203263"/>
                <a:gd name="connsiteY4" fmla="*/ 158414 h 159422"/>
                <a:gd name="connsiteX5" fmla="*/ 90098 w 203263"/>
                <a:gd name="connsiteY5" fmla="*/ 159477 h 159422"/>
                <a:gd name="connsiteX6" fmla="*/ 90098 w 203263"/>
                <a:gd name="connsiteY6" fmla="*/ 142826 h 159422"/>
                <a:gd name="connsiteX7" fmla="*/ 65492 w 203263"/>
                <a:gd name="connsiteY7" fmla="*/ 142826 h 159422"/>
                <a:gd name="connsiteX8" fmla="*/ 65492 w 203263"/>
                <a:gd name="connsiteY8" fmla="*/ 68784 h 159422"/>
                <a:gd name="connsiteX9" fmla="*/ 118626 w 203263"/>
                <a:gd name="connsiteY9" fmla="*/ 12809 h 159422"/>
                <a:gd name="connsiteX10" fmla="*/ 138239 w 203263"/>
                <a:gd name="connsiteY10" fmla="*/ 47173 h 159422"/>
                <a:gd name="connsiteX11" fmla="*/ 138239 w 203263"/>
                <a:gd name="connsiteY11" fmla="*/ 142826 h 159422"/>
                <a:gd name="connsiteX12" fmla="*/ 113633 w 203263"/>
                <a:gd name="connsiteY12" fmla="*/ 142826 h 159422"/>
                <a:gd name="connsiteX13" fmla="*/ 113633 w 203263"/>
                <a:gd name="connsiteY13" fmla="*/ 159477 h 159422"/>
                <a:gd name="connsiteX14" fmla="*/ 158565 w 203263"/>
                <a:gd name="connsiteY14" fmla="*/ 158414 h 159422"/>
                <a:gd name="connsiteX15" fmla="*/ 203497 w 203263"/>
                <a:gd name="connsiteY15" fmla="*/ 159477 h 159422"/>
                <a:gd name="connsiteX16" fmla="*/ 203497 w 203263"/>
                <a:gd name="connsiteY16" fmla="*/ 142826 h 159422"/>
                <a:gd name="connsiteX17" fmla="*/ 178892 w 203263"/>
                <a:gd name="connsiteY17" fmla="*/ 142826 h 159422"/>
                <a:gd name="connsiteX18" fmla="*/ 178892 w 203263"/>
                <a:gd name="connsiteY18" fmla="*/ 51070 h 159422"/>
                <a:gd name="connsiteX19" fmla="*/ 123975 w 203263"/>
                <a:gd name="connsiteY19" fmla="*/ 55 h 159422"/>
                <a:gd name="connsiteX20" fmla="*/ 61569 w 203263"/>
                <a:gd name="connsiteY20" fmla="*/ 38316 h 159422"/>
                <a:gd name="connsiteX21" fmla="*/ 61569 w 203263"/>
                <a:gd name="connsiteY21" fmla="*/ 55 h 159422"/>
                <a:gd name="connsiteX22" fmla="*/ 234 w 203263"/>
                <a:gd name="connsiteY22" fmla="*/ 2889 h 159422"/>
                <a:gd name="connsiteX23" fmla="*/ 234 w 203263"/>
                <a:gd name="connsiteY23" fmla="*/ 19540 h 159422"/>
                <a:gd name="connsiteX24" fmla="*/ 24839 w 203263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3263" h="159422">
                  <a:moveTo>
                    <a:pt x="24839" y="33356"/>
                  </a:moveTo>
                  <a:lnTo>
                    <a:pt x="24839" y="142826"/>
                  </a:lnTo>
                  <a:lnTo>
                    <a:pt x="234" y="142826"/>
                  </a:lnTo>
                  <a:lnTo>
                    <a:pt x="234" y="159477"/>
                  </a:lnTo>
                  <a:cubicBezTo>
                    <a:pt x="10219" y="159123"/>
                    <a:pt x="31615" y="158414"/>
                    <a:pt x="45166" y="158414"/>
                  </a:cubicBezTo>
                  <a:cubicBezTo>
                    <a:pt x="59073" y="158414"/>
                    <a:pt x="80113" y="159123"/>
                    <a:pt x="90098" y="159477"/>
                  </a:cubicBezTo>
                  <a:lnTo>
                    <a:pt x="90098" y="142826"/>
                  </a:lnTo>
                  <a:lnTo>
                    <a:pt x="65492" y="142826"/>
                  </a:lnTo>
                  <a:lnTo>
                    <a:pt x="65492" y="68784"/>
                  </a:lnTo>
                  <a:cubicBezTo>
                    <a:pt x="65492" y="30168"/>
                    <a:pt x="96160" y="12809"/>
                    <a:pt x="118626" y="12809"/>
                  </a:cubicBezTo>
                  <a:cubicBezTo>
                    <a:pt x="130750" y="12809"/>
                    <a:pt x="138239" y="20248"/>
                    <a:pt x="138239" y="47173"/>
                  </a:cubicBezTo>
                  <a:lnTo>
                    <a:pt x="138239" y="142826"/>
                  </a:lnTo>
                  <a:lnTo>
                    <a:pt x="113633" y="142826"/>
                  </a:lnTo>
                  <a:lnTo>
                    <a:pt x="113633" y="159477"/>
                  </a:lnTo>
                  <a:cubicBezTo>
                    <a:pt x="123618" y="159123"/>
                    <a:pt x="145014" y="158414"/>
                    <a:pt x="158565" y="158414"/>
                  </a:cubicBezTo>
                  <a:cubicBezTo>
                    <a:pt x="172473" y="158414"/>
                    <a:pt x="193512" y="159123"/>
                    <a:pt x="203497" y="159477"/>
                  </a:cubicBezTo>
                  <a:lnTo>
                    <a:pt x="203497" y="142826"/>
                  </a:lnTo>
                  <a:lnTo>
                    <a:pt x="178892" y="142826"/>
                  </a:lnTo>
                  <a:lnTo>
                    <a:pt x="178892" y="51070"/>
                  </a:lnTo>
                  <a:cubicBezTo>
                    <a:pt x="178892" y="13872"/>
                    <a:pt x="159635" y="55"/>
                    <a:pt x="123975" y="55"/>
                  </a:cubicBezTo>
                  <a:cubicBezTo>
                    <a:pt x="89741" y="55"/>
                    <a:pt x="70841" y="20248"/>
                    <a:pt x="61569" y="38316"/>
                  </a:cubicBezTo>
                  <a:lnTo>
                    <a:pt x="61569" y="55"/>
                  </a:lnTo>
                  <a:lnTo>
                    <a:pt x="234" y="2889"/>
                  </a:lnTo>
                  <a:lnTo>
                    <a:pt x="234" y="19540"/>
                  </a:lnTo>
                  <a:cubicBezTo>
                    <a:pt x="22343" y="19540"/>
                    <a:pt x="24839" y="19540"/>
                    <a:pt x="24839" y="33356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3F7F6C3-5A35-8894-D1B6-65CFD1F58D4A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1151035" y="4332520"/>
              <a:ext cx="164750" cy="162610"/>
            </a:xfrm>
            <a:custGeom>
              <a:avLst/>
              <a:gdLst>
                <a:gd name="connsiteX0" fmla="*/ 153579 w 164750"/>
                <a:gd name="connsiteY0" fmla="*/ 83309 h 162610"/>
                <a:gd name="connsiteX1" fmla="*/ 164990 w 164750"/>
                <a:gd name="connsiteY1" fmla="*/ 73743 h 162610"/>
                <a:gd name="connsiteX2" fmla="*/ 145021 w 164750"/>
                <a:gd name="connsiteY2" fmla="*/ 19186 h 162610"/>
                <a:gd name="connsiteX3" fmla="*/ 88321 w 164750"/>
                <a:gd name="connsiteY3" fmla="*/ 55 h 162610"/>
                <a:gd name="connsiteX4" fmla="*/ 240 w 164750"/>
                <a:gd name="connsiteY4" fmla="*/ 80829 h 162610"/>
                <a:gd name="connsiteX5" fmla="*/ 93313 w 164750"/>
                <a:gd name="connsiteY5" fmla="*/ 162666 h 162610"/>
                <a:gd name="connsiteX6" fmla="*/ 164990 w 164750"/>
                <a:gd name="connsiteY6" fmla="*/ 119090 h 162610"/>
                <a:gd name="connsiteX7" fmla="*/ 156432 w 164750"/>
                <a:gd name="connsiteY7" fmla="*/ 112713 h 162610"/>
                <a:gd name="connsiteX8" fmla="*/ 147517 w 164750"/>
                <a:gd name="connsiteY8" fmla="*/ 120153 h 162610"/>
                <a:gd name="connsiteX9" fmla="*/ 96523 w 164750"/>
                <a:gd name="connsiteY9" fmla="*/ 148495 h 162610"/>
                <a:gd name="connsiteX10" fmla="*/ 45885 w 164750"/>
                <a:gd name="connsiteY10" fmla="*/ 83309 h 162610"/>
                <a:gd name="connsiteX11" fmla="*/ 153579 w 164750"/>
                <a:gd name="connsiteY11" fmla="*/ 83309 h 162610"/>
                <a:gd name="connsiteX12" fmla="*/ 45885 w 164750"/>
                <a:gd name="connsiteY12" fmla="*/ 71618 h 162610"/>
                <a:gd name="connsiteX13" fmla="*/ 54444 w 164750"/>
                <a:gd name="connsiteY13" fmla="*/ 31231 h 162610"/>
                <a:gd name="connsiteX14" fmla="*/ 88321 w 164750"/>
                <a:gd name="connsiteY14" fmla="*/ 12809 h 162610"/>
                <a:gd name="connsiteX15" fmla="*/ 131113 w 164750"/>
                <a:gd name="connsiteY15" fmla="*/ 71618 h 162610"/>
                <a:gd name="connsiteX16" fmla="*/ 45885 w 164750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4750" h="162610">
                  <a:moveTo>
                    <a:pt x="153579" y="83309"/>
                  </a:moveTo>
                  <a:cubicBezTo>
                    <a:pt x="161424" y="83309"/>
                    <a:pt x="164990" y="83309"/>
                    <a:pt x="164990" y="73743"/>
                  </a:cubicBezTo>
                  <a:cubicBezTo>
                    <a:pt x="164990" y="62761"/>
                    <a:pt x="162851" y="36899"/>
                    <a:pt x="145021" y="19186"/>
                  </a:cubicBezTo>
                  <a:cubicBezTo>
                    <a:pt x="131827" y="6432"/>
                    <a:pt x="112927" y="55"/>
                    <a:pt x="88321" y="55"/>
                  </a:cubicBezTo>
                  <a:cubicBezTo>
                    <a:pt x="31265" y="55"/>
                    <a:pt x="240" y="36545"/>
                    <a:pt x="240" y="80829"/>
                  </a:cubicBezTo>
                  <a:cubicBezTo>
                    <a:pt x="240" y="128301"/>
                    <a:pt x="35900" y="162666"/>
                    <a:pt x="93313" y="162666"/>
                  </a:cubicBezTo>
                  <a:cubicBezTo>
                    <a:pt x="149657" y="162666"/>
                    <a:pt x="164990" y="125113"/>
                    <a:pt x="164990" y="119090"/>
                  </a:cubicBezTo>
                  <a:cubicBezTo>
                    <a:pt x="164990" y="112713"/>
                    <a:pt x="158215" y="112713"/>
                    <a:pt x="156432" y="112713"/>
                  </a:cubicBezTo>
                  <a:cubicBezTo>
                    <a:pt x="150370" y="112713"/>
                    <a:pt x="149657" y="114485"/>
                    <a:pt x="147517" y="120153"/>
                  </a:cubicBezTo>
                  <a:cubicBezTo>
                    <a:pt x="140028" y="137158"/>
                    <a:pt x="119702" y="148495"/>
                    <a:pt x="96523" y="148495"/>
                  </a:cubicBezTo>
                  <a:cubicBezTo>
                    <a:pt x="46242" y="148495"/>
                    <a:pt x="45885" y="101377"/>
                    <a:pt x="45885" y="83309"/>
                  </a:cubicBezTo>
                  <a:lnTo>
                    <a:pt x="153579" y="83309"/>
                  </a:lnTo>
                  <a:close/>
                  <a:moveTo>
                    <a:pt x="45885" y="71618"/>
                  </a:moveTo>
                  <a:cubicBezTo>
                    <a:pt x="46599" y="57801"/>
                    <a:pt x="46955" y="42922"/>
                    <a:pt x="54444" y="31231"/>
                  </a:cubicBezTo>
                  <a:cubicBezTo>
                    <a:pt x="63715" y="17060"/>
                    <a:pt x="77980" y="12809"/>
                    <a:pt x="88321" y="12809"/>
                  </a:cubicBezTo>
                  <a:cubicBezTo>
                    <a:pt x="130043" y="12809"/>
                    <a:pt x="130757" y="59218"/>
                    <a:pt x="131113" y="71618"/>
                  </a:cubicBezTo>
                  <a:lnTo>
                    <a:pt x="45885" y="71618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81D8D27-84BF-90BD-25C6-F90D97E4575E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1341133" y="4332520"/>
              <a:ext cx="134439" cy="162610"/>
            </a:xfrm>
            <a:custGeom>
              <a:avLst/>
              <a:gdLst>
                <a:gd name="connsiteX0" fmla="*/ 61938 w 134439"/>
                <a:gd name="connsiteY0" fmla="*/ 56384 h 162610"/>
                <a:gd name="connsiteX1" fmla="*/ 25564 w 134439"/>
                <a:gd name="connsiteY1" fmla="*/ 33356 h 162610"/>
                <a:gd name="connsiteX2" fmla="*/ 65504 w 134439"/>
                <a:gd name="connsiteY2" fmla="*/ 11392 h 162610"/>
                <a:gd name="connsiteX3" fmla="*/ 107583 w 134439"/>
                <a:gd name="connsiteY3" fmla="*/ 41150 h 162610"/>
                <a:gd name="connsiteX4" fmla="*/ 115785 w 134439"/>
                <a:gd name="connsiteY4" fmla="*/ 48236 h 162610"/>
                <a:gd name="connsiteX5" fmla="*/ 124343 w 134439"/>
                <a:gd name="connsiteY5" fmla="*/ 38316 h 162610"/>
                <a:gd name="connsiteX6" fmla="*/ 124343 w 134439"/>
                <a:gd name="connsiteY6" fmla="*/ 9975 h 162610"/>
                <a:gd name="connsiteX7" fmla="*/ 117924 w 134439"/>
                <a:gd name="connsiteY7" fmla="*/ 55 h 162610"/>
                <a:gd name="connsiteX8" fmla="*/ 101877 w 134439"/>
                <a:gd name="connsiteY8" fmla="*/ 6786 h 162610"/>
                <a:gd name="connsiteX9" fmla="*/ 65860 w 134439"/>
                <a:gd name="connsiteY9" fmla="*/ 55 h 162610"/>
                <a:gd name="connsiteX10" fmla="*/ 246 w 134439"/>
                <a:gd name="connsiteY10" fmla="*/ 46464 h 162610"/>
                <a:gd name="connsiteX11" fmla="*/ 14510 w 134439"/>
                <a:gd name="connsiteY11" fmla="*/ 76223 h 162610"/>
                <a:gd name="connsiteX12" fmla="*/ 69783 w 134439"/>
                <a:gd name="connsiteY12" fmla="*/ 95708 h 162610"/>
                <a:gd name="connsiteX13" fmla="*/ 109366 w 134439"/>
                <a:gd name="connsiteY13" fmla="*/ 123341 h 162610"/>
                <a:gd name="connsiteX14" fmla="*/ 68713 w 134439"/>
                <a:gd name="connsiteY14" fmla="*/ 149912 h 162610"/>
                <a:gd name="connsiteX15" fmla="*/ 17362 w 134439"/>
                <a:gd name="connsiteY15" fmla="*/ 108816 h 162610"/>
                <a:gd name="connsiteX16" fmla="*/ 8804 w 134439"/>
                <a:gd name="connsiteY16" fmla="*/ 103856 h 162610"/>
                <a:gd name="connsiteX17" fmla="*/ 246 w 134439"/>
                <a:gd name="connsiteY17" fmla="*/ 114130 h 162610"/>
                <a:gd name="connsiteX18" fmla="*/ 246 w 134439"/>
                <a:gd name="connsiteY18" fmla="*/ 152746 h 162610"/>
                <a:gd name="connsiteX19" fmla="*/ 6664 w 134439"/>
                <a:gd name="connsiteY19" fmla="*/ 162666 h 162610"/>
                <a:gd name="connsiteX20" fmla="*/ 17362 w 134439"/>
                <a:gd name="connsiteY20" fmla="*/ 157351 h 162610"/>
                <a:gd name="connsiteX21" fmla="*/ 26634 w 134439"/>
                <a:gd name="connsiteY21" fmla="*/ 151329 h 162610"/>
                <a:gd name="connsiteX22" fmla="*/ 68713 w 134439"/>
                <a:gd name="connsiteY22" fmla="*/ 162666 h 162610"/>
                <a:gd name="connsiteX23" fmla="*/ 134685 w 134439"/>
                <a:gd name="connsiteY23" fmla="*/ 110942 h 162610"/>
                <a:gd name="connsiteX24" fmla="*/ 115071 w 134439"/>
                <a:gd name="connsiteY24" fmla="*/ 73389 h 162610"/>
                <a:gd name="connsiteX25" fmla="*/ 61938 w 134439"/>
                <a:gd name="connsiteY25" fmla="*/ 56384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4439" h="162610">
                  <a:moveTo>
                    <a:pt x="61938" y="56384"/>
                  </a:moveTo>
                  <a:cubicBezTo>
                    <a:pt x="48743" y="53904"/>
                    <a:pt x="25564" y="50007"/>
                    <a:pt x="25564" y="33356"/>
                  </a:cubicBezTo>
                  <a:cubicBezTo>
                    <a:pt x="25564" y="11392"/>
                    <a:pt x="58728" y="11392"/>
                    <a:pt x="65504" y="11392"/>
                  </a:cubicBezTo>
                  <a:cubicBezTo>
                    <a:pt x="92249" y="11392"/>
                    <a:pt x="105800" y="21665"/>
                    <a:pt x="107583" y="41150"/>
                  </a:cubicBezTo>
                  <a:cubicBezTo>
                    <a:pt x="107939" y="46464"/>
                    <a:pt x="108296" y="48236"/>
                    <a:pt x="115785" y="48236"/>
                  </a:cubicBezTo>
                  <a:cubicBezTo>
                    <a:pt x="124343" y="48236"/>
                    <a:pt x="124343" y="46464"/>
                    <a:pt x="124343" y="38316"/>
                  </a:cubicBezTo>
                  <a:lnTo>
                    <a:pt x="124343" y="9975"/>
                  </a:lnTo>
                  <a:cubicBezTo>
                    <a:pt x="124343" y="3243"/>
                    <a:pt x="124343" y="55"/>
                    <a:pt x="117924" y="55"/>
                  </a:cubicBezTo>
                  <a:cubicBezTo>
                    <a:pt x="116498" y="55"/>
                    <a:pt x="115785" y="55"/>
                    <a:pt x="101877" y="6786"/>
                  </a:cubicBezTo>
                  <a:cubicBezTo>
                    <a:pt x="92605" y="2181"/>
                    <a:pt x="80124" y="55"/>
                    <a:pt x="65860" y="55"/>
                  </a:cubicBezTo>
                  <a:cubicBezTo>
                    <a:pt x="55162" y="55"/>
                    <a:pt x="246" y="55"/>
                    <a:pt x="246" y="46464"/>
                  </a:cubicBezTo>
                  <a:cubicBezTo>
                    <a:pt x="246" y="60635"/>
                    <a:pt x="7378" y="70201"/>
                    <a:pt x="14510" y="76223"/>
                  </a:cubicBezTo>
                  <a:cubicBezTo>
                    <a:pt x="28774" y="88623"/>
                    <a:pt x="42325" y="90748"/>
                    <a:pt x="69783" y="95708"/>
                  </a:cubicBezTo>
                  <a:cubicBezTo>
                    <a:pt x="82621" y="97834"/>
                    <a:pt x="109366" y="102439"/>
                    <a:pt x="109366" y="123341"/>
                  </a:cubicBezTo>
                  <a:cubicBezTo>
                    <a:pt x="109366" y="149912"/>
                    <a:pt x="76558" y="149912"/>
                    <a:pt x="68713" y="149912"/>
                  </a:cubicBezTo>
                  <a:cubicBezTo>
                    <a:pt x="30913" y="149912"/>
                    <a:pt x="21642" y="124050"/>
                    <a:pt x="17362" y="108816"/>
                  </a:cubicBezTo>
                  <a:cubicBezTo>
                    <a:pt x="15579" y="103856"/>
                    <a:pt x="13796" y="103856"/>
                    <a:pt x="8804" y="103856"/>
                  </a:cubicBezTo>
                  <a:cubicBezTo>
                    <a:pt x="246" y="103856"/>
                    <a:pt x="246" y="105982"/>
                    <a:pt x="246" y="114130"/>
                  </a:cubicBezTo>
                  <a:lnTo>
                    <a:pt x="246" y="152746"/>
                  </a:lnTo>
                  <a:cubicBezTo>
                    <a:pt x="246" y="159477"/>
                    <a:pt x="246" y="162666"/>
                    <a:pt x="6664" y="162666"/>
                  </a:cubicBezTo>
                  <a:cubicBezTo>
                    <a:pt x="9161" y="162666"/>
                    <a:pt x="9874" y="162666"/>
                    <a:pt x="17362" y="157351"/>
                  </a:cubicBezTo>
                  <a:cubicBezTo>
                    <a:pt x="17719" y="157351"/>
                    <a:pt x="25564" y="152037"/>
                    <a:pt x="26634" y="151329"/>
                  </a:cubicBezTo>
                  <a:cubicBezTo>
                    <a:pt x="43038" y="162666"/>
                    <a:pt x="61581" y="162666"/>
                    <a:pt x="68713" y="162666"/>
                  </a:cubicBezTo>
                  <a:cubicBezTo>
                    <a:pt x="79768" y="162666"/>
                    <a:pt x="134685" y="162666"/>
                    <a:pt x="134685" y="110942"/>
                  </a:cubicBezTo>
                  <a:cubicBezTo>
                    <a:pt x="134685" y="95708"/>
                    <a:pt x="127553" y="83309"/>
                    <a:pt x="115071" y="73389"/>
                  </a:cubicBezTo>
                  <a:cubicBezTo>
                    <a:pt x="101164" y="63115"/>
                    <a:pt x="89753" y="60990"/>
                    <a:pt x="61938" y="56384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9BEA254-DDEA-6F44-0843-EA3F194BC229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518224" y="4335709"/>
              <a:ext cx="55629" cy="157296"/>
            </a:xfrm>
            <a:custGeom>
              <a:avLst/>
              <a:gdLst>
                <a:gd name="connsiteX0" fmla="*/ 55880 w 55629"/>
                <a:gd name="connsiteY0" fmla="*/ 27688 h 157296"/>
                <a:gd name="connsiteX1" fmla="*/ 28065 w 55629"/>
                <a:gd name="connsiteY1" fmla="*/ 55 h 157296"/>
                <a:gd name="connsiteX2" fmla="*/ 250 w 55629"/>
                <a:gd name="connsiteY2" fmla="*/ 27688 h 157296"/>
                <a:gd name="connsiteX3" fmla="*/ 28065 w 55629"/>
                <a:gd name="connsiteY3" fmla="*/ 55321 h 157296"/>
                <a:gd name="connsiteX4" fmla="*/ 55880 w 55629"/>
                <a:gd name="connsiteY4" fmla="*/ 27688 h 157296"/>
                <a:gd name="connsiteX5" fmla="*/ 55880 w 55629"/>
                <a:gd name="connsiteY5" fmla="*/ 129718 h 157296"/>
                <a:gd name="connsiteX6" fmla="*/ 28065 w 55629"/>
                <a:gd name="connsiteY6" fmla="*/ 102085 h 157296"/>
                <a:gd name="connsiteX7" fmla="*/ 250 w 55629"/>
                <a:gd name="connsiteY7" fmla="*/ 129718 h 157296"/>
                <a:gd name="connsiteX8" fmla="*/ 28065 w 55629"/>
                <a:gd name="connsiteY8" fmla="*/ 157351 h 157296"/>
                <a:gd name="connsiteX9" fmla="*/ 55880 w 55629"/>
                <a:gd name="connsiteY9" fmla="*/ 129718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629" h="157296">
                  <a:moveTo>
                    <a:pt x="55880" y="27688"/>
                  </a:moveTo>
                  <a:cubicBezTo>
                    <a:pt x="55880" y="12454"/>
                    <a:pt x="43399" y="55"/>
                    <a:pt x="28065" y="55"/>
                  </a:cubicBezTo>
                  <a:cubicBezTo>
                    <a:pt x="12731" y="55"/>
                    <a:pt x="250" y="12454"/>
                    <a:pt x="250" y="27688"/>
                  </a:cubicBezTo>
                  <a:cubicBezTo>
                    <a:pt x="250" y="42922"/>
                    <a:pt x="12731" y="55321"/>
                    <a:pt x="28065" y="55321"/>
                  </a:cubicBezTo>
                  <a:cubicBezTo>
                    <a:pt x="43399" y="55321"/>
                    <a:pt x="55880" y="42922"/>
                    <a:pt x="55880" y="27688"/>
                  </a:cubicBezTo>
                  <a:close/>
                  <a:moveTo>
                    <a:pt x="55880" y="129718"/>
                  </a:moveTo>
                  <a:cubicBezTo>
                    <a:pt x="55880" y="114485"/>
                    <a:pt x="43399" y="102085"/>
                    <a:pt x="28065" y="102085"/>
                  </a:cubicBezTo>
                  <a:cubicBezTo>
                    <a:pt x="12731" y="102085"/>
                    <a:pt x="250" y="114485"/>
                    <a:pt x="250" y="129718"/>
                  </a:cubicBezTo>
                  <a:cubicBezTo>
                    <a:pt x="250" y="144952"/>
                    <a:pt x="12731" y="157351"/>
                    <a:pt x="28065" y="157351"/>
                  </a:cubicBezTo>
                  <a:cubicBezTo>
                    <a:pt x="43399" y="157351"/>
                    <a:pt x="55880" y="144952"/>
                    <a:pt x="55880" y="129718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D31B849F-3F8C-0EBE-02A2-DFE8A63FCA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8449247"/>
                  </p:ext>
                </p:extLst>
              </p:nvPr>
            </p:nvGraphicFramePr>
            <p:xfrm>
              <a:off x="2850510" y="624217"/>
              <a:ext cx="8128000" cy="9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91979786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0129316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619798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6281591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7169761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17788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71961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D31B849F-3F8C-0EBE-02A2-DFE8A63FCA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8449247"/>
                  </p:ext>
                </p:extLst>
              </p:nvPr>
            </p:nvGraphicFramePr>
            <p:xfrm>
              <a:off x="2850510" y="624217"/>
              <a:ext cx="8128000" cy="9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91979786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0129316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619798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6281591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71697611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375" t="-10526" r="-401498" b="-1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177884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375" t="-112000" r="-401498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7196185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32E650F3-3246-7B9D-0405-7FA1BECDDE5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2240" t="3772" r="1540" b="2202"/>
          <a:stretch>
            <a:fillRect/>
          </a:stretch>
        </p:blipFill>
        <p:spPr>
          <a:xfrm>
            <a:off x="1603957" y="1798039"/>
            <a:ext cx="9863518" cy="487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232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69CE4-A40A-B6D4-2E32-C69E85E80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10DDC-59C6-7AC4-10B0-03C66543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4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Example –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6E091-25CC-6270-DB0E-50014FE7B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797" y="1079292"/>
            <a:ext cx="10515600" cy="5547376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15" name="Group 14" descr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 title="IguanaTex Vector Display">
            <a:extLst>
              <a:ext uri="{FF2B5EF4-FFF2-40B4-BE49-F238E27FC236}">
                <a16:creationId xmlns:a16="http://schemas.microsoft.com/office/drawing/2014/main" id="{AF072512-028E-E1AF-1C5E-95B931913ECA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760511" y="231332"/>
            <a:ext cx="1322719" cy="315655"/>
            <a:chOff x="10251134" y="4246078"/>
            <a:chExt cx="1322719" cy="315655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EC486BF-36F1-0552-C448-D99185B50ADB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0251134" y="4246078"/>
              <a:ext cx="181867" cy="250824"/>
            </a:xfrm>
            <a:custGeom>
              <a:avLst/>
              <a:gdLst>
                <a:gd name="connsiteX0" fmla="*/ 120746 w 181867"/>
                <a:gd name="connsiteY0" fmla="*/ 100314 h 250824"/>
                <a:gd name="connsiteX1" fmla="*/ 69039 w 181867"/>
                <a:gd name="connsiteY1" fmla="*/ 89331 h 250824"/>
                <a:gd name="connsiteX2" fmla="*/ 34805 w 181867"/>
                <a:gd name="connsiteY2" fmla="*/ 52487 h 250824"/>
                <a:gd name="connsiteX3" fmla="*/ 80450 w 181867"/>
                <a:gd name="connsiteY3" fmla="*/ 15289 h 250824"/>
                <a:gd name="connsiteX4" fmla="*/ 153197 w 181867"/>
                <a:gd name="connsiteY4" fmla="*/ 75515 h 250824"/>
                <a:gd name="connsiteX5" fmla="*/ 162112 w 181867"/>
                <a:gd name="connsiteY5" fmla="*/ 84726 h 250824"/>
                <a:gd name="connsiteX6" fmla="*/ 170671 w 181867"/>
                <a:gd name="connsiteY6" fmla="*/ 74806 h 250824"/>
                <a:gd name="connsiteX7" fmla="*/ 170671 w 181867"/>
                <a:gd name="connsiteY7" fmla="*/ 9975 h 250824"/>
                <a:gd name="connsiteX8" fmla="*/ 164252 w 181867"/>
                <a:gd name="connsiteY8" fmla="*/ 55 h 250824"/>
                <a:gd name="connsiteX9" fmla="*/ 157120 w 181867"/>
                <a:gd name="connsiteY9" fmla="*/ 3952 h 250824"/>
                <a:gd name="connsiteX10" fmla="*/ 141073 w 181867"/>
                <a:gd name="connsiteY10" fmla="*/ 19540 h 250824"/>
                <a:gd name="connsiteX11" fmla="*/ 80094 w 181867"/>
                <a:gd name="connsiteY11" fmla="*/ 55 h 250824"/>
                <a:gd name="connsiteX12" fmla="*/ 215 w 181867"/>
                <a:gd name="connsiteY12" fmla="*/ 71264 h 250824"/>
                <a:gd name="connsiteX13" fmla="*/ 19471 w 181867"/>
                <a:gd name="connsiteY13" fmla="*/ 118382 h 250824"/>
                <a:gd name="connsiteX14" fmla="*/ 87939 w 181867"/>
                <a:gd name="connsiteY14" fmla="*/ 146723 h 250824"/>
                <a:gd name="connsiteX15" fmla="*/ 133227 w 181867"/>
                <a:gd name="connsiteY15" fmla="*/ 161957 h 250824"/>
                <a:gd name="connsiteX16" fmla="*/ 147492 w 181867"/>
                <a:gd name="connsiteY16" fmla="*/ 192779 h 250824"/>
                <a:gd name="connsiteX17" fmla="*/ 101133 w 181867"/>
                <a:gd name="connsiteY17" fmla="*/ 234228 h 250824"/>
                <a:gd name="connsiteX18" fmla="*/ 16975 w 181867"/>
                <a:gd name="connsiteY18" fmla="*/ 174357 h 250824"/>
                <a:gd name="connsiteX19" fmla="*/ 8773 w 181867"/>
                <a:gd name="connsiteY19" fmla="*/ 166208 h 250824"/>
                <a:gd name="connsiteX20" fmla="*/ 215 w 181867"/>
                <a:gd name="connsiteY20" fmla="*/ 176482 h 250824"/>
                <a:gd name="connsiteX21" fmla="*/ 215 w 181867"/>
                <a:gd name="connsiteY21" fmla="*/ 240960 h 250824"/>
                <a:gd name="connsiteX22" fmla="*/ 6634 w 181867"/>
                <a:gd name="connsiteY22" fmla="*/ 250879 h 250824"/>
                <a:gd name="connsiteX23" fmla="*/ 13409 w 181867"/>
                <a:gd name="connsiteY23" fmla="*/ 247691 h 250824"/>
                <a:gd name="connsiteX24" fmla="*/ 29813 w 181867"/>
                <a:gd name="connsiteY24" fmla="*/ 231394 h 250824"/>
                <a:gd name="connsiteX25" fmla="*/ 101133 w 181867"/>
                <a:gd name="connsiteY25" fmla="*/ 250879 h 250824"/>
                <a:gd name="connsiteX26" fmla="*/ 182082 w 181867"/>
                <a:gd name="connsiteY26" fmla="*/ 175065 h 250824"/>
                <a:gd name="connsiteX27" fmla="*/ 120746 w 181867"/>
                <a:gd name="connsiteY27" fmla="*/ 100314 h 250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1867" h="250824">
                  <a:moveTo>
                    <a:pt x="120746" y="100314"/>
                  </a:moveTo>
                  <a:lnTo>
                    <a:pt x="69039" y="89331"/>
                  </a:lnTo>
                  <a:cubicBezTo>
                    <a:pt x="54775" y="86143"/>
                    <a:pt x="34805" y="74098"/>
                    <a:pt x="34805" y="52487"/>
                  </a:cubicBezTo>
                  <a:cubicBezTo>
                    <a:pt x="34805" y="37253"/>
                    <a:pt x="44790" y="15289"/>
                    <a:pt x="80450" y="15289"/>
                  </a:cubicBezTo>
                  <a:cubicBezTo>
                    <a:pt x="108978" y="15289"/>
                    <a:pt x="144995" y="27334"/>
                    <a:pt x="153197" y="75515"/>
                  </a:cubicBezTo>
                  <a:cubicBezTo>
                    <a:pt x="154624" y="84017"/>
                    <a:pt x="154624" y="84726"/>
                    <a:pt x="162112" y="84726"/>
                  </a:cubicBezTo>
                  <a:cubicBezTo>
                    <a:pt x="170671" y="84726"/>
                    <a:pt x="170671" y="82954"/>
                    <a:pt x="170671" y="74806"/>
                  </a:cubicBezTo>
                  <a:lnTo>
                    <a:pt x="170671" y="9975"/>
                  </a:lnTo>
                  <a:cubicBezTo>
                    <a:pt x="170671" y="3243"/>
                    <a:pt x="170671" y="55"/>
                    <a:pt x="164252" y="55"/>
                  </a:cubicBezTo>
                  <a:cubicBezTo>
                    <a:pt x="161399" y="55"/>
                    <a:pt x="161042" y="409"/>
                    <a:pt x="157120" y="3952"/>
                  </a:cubicBezTo>
                  <a:lnTo>
                    <a:pt x="141073" y="19540"/>
                  </a:lnTo>
                  <a:cubicBezTo>
                    <a:pt x="120390" y="3243"/>
                    <a:pt x="97211" y="55"/>
                    <a:pt x="80094" y="55"/>
                  </a:cubicBezTo>
                  <a:cubicBezTo>
                    <a:pt x="25890" y="55"/>
                    <a:pt x="215" y="34065"/>
                    <a:pt x="215" y="71264"/>
                  </a:cubicBezTo>
                  <a:cubicBezTo>
                    <a:pt x="215" y="94291"/>
                    <a:pt x="11983" y="110588"/>
                    <a:pt x="19471" y="118382"/>
                  </a:cubicBezTo>
                  <a:cubicBezTo>
                    <a:pt x="36945" y="135741"/>
                    <a:pt x="49069" y="138221"/>
                    <a:pt x="87939" y="146723"/>
                  </a:cubicBezTo>
                  <a:cubicBezTo>
                    <a:pt x="119320" y="153454"/>
                    <a:pt x="125382" y="154517"/>
                    <a:pt x="133227" y="161957"/>
                  </a:cubicBezTo>
                  <a:cubicBezTo>
                    <a:pt x="138576" y="167271"/>
                    <a:pt x="147492" y="176482"/>
                    <a:pt x="147492" y="192779"/>
                  </a:cubicBezTo>
                  <a:cubicBezTo>
                    <a:pt x="147492" y="209784"/>
                    <a:pt x="138220" y="234228"/>
                    <a:pt x="101133" y="234228"/>
                  </a:cubicBezTo>
                  <a:cubicBezTo>
                    <a:pt x="74031" y="234228"/>
                    <a:pt x="19828" y="227143"/>
                    <a:pt x="16975" y="174357"/>
                  </a:cubicBezTo>
                  <a:cubicBezTo>
                    <a:pt x="16618" y="167980"/>
                    <a:pt x="16618" y="166208"/>
                    <a:pt x="8773" y="166208"/>
                  </a:cubicBezTo>
                  <a:cubicBezTo>
                    <a:pt x="215" y="166208"/>
                    <a:pt x="215" y="168334"/>
                    <a:pt x="215" y="176482"/>
                  </a:cubicBezTo>
                  <a:lnTo>
                    <a:pt x="215" y="240960"/>
                  </a:lnTo>
                  <a:cubicBezTo>
                    <a:pt x="215" y="247691"/>
                    <a:pt x="215" y="250879"/>
                    <a:pt x="6634" y="250879"/>
                  </a:cubicBezTo>
                  <a:cubicBezTo>
                    <a:pt x="9843" y="250879"/>
                    <a:pt x="10556" y="250171"/>
                    <a:pt x="13409" y="247691"/>
                  </a:cubicBezTo>
                  <a:lnTo>
                    <a:pt x="29813" y="231394"/>
                  </a:lnTo>
                  <a:cubicBezTo>
                    <a:pt x="53349" y="248754"/>
                    <a:pt x="86513" y="250879"/>
                    <a:pt x="101133" y="250879"/>
                  </a:cubicBezTo>
                  <a:cubicBezTo>
                    <a:pt x="159973" y="250879"/>
                    <a:pt x="182082" y="210846"/>
                    <a:pt x="182082" y="175065"/>
                  </a:cubicBezTo>
                  <a:cubicBezTo>
                    <a:pt x="182082" y="135741"/>
                    <a:pt x="153197" y="107045"/>
                    <a:pt x="120746" y="100314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78BFF5B-8931-F17F-6612-84B6398D1C1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0469334" y="4333583"/>
              <a:ext cx="200767" cy="228150"/>
            </a:xfrm>
            <a:custGeom>
              <a:avLst/>
              <a:gdLst>
                <a:gd name="connsiteX0" fmla="*/ 65479 w 200767"/>
                <a:gd name="connsiteY0" fmla="*/ 42922 h 228150"/>
                <a:gd name="connsiteX1" fmla="*/ 70828 w 200767"/>
                <a:gd name="connsiteY1" fmla="*/ 30877 h 228150"/>
                <a:gd name="connsiteX2" fmla="*/ 111481 w 200767"/>
                <a:gd name="connsiteY2" fmla="*/ 14226 h 228150"/>
                <a:gd name="connsiteX3" fmla="*/ 155343 w 200767"/>
                <a:gd name="connsiteY3" fmla="*/ 80475 h 228150"/>
                <a:gd name="connsiteX4" fmla="*/ 107202 w 200767"/>
                <a:gd name="connsiteY4" fmla="*/ 148849 h 228150"/>
                <a:gd name="connsiteX5" fmla="*/ 69402 w 200767"/>
                <a:gd name="connsiteY5" fmla="*/ 129718 h 228150"/>
                <a:gd name="connsiteX6" fmla="*/ 65479 w 200767"/>
                <a:gd name="connsiteY6" fmla="*/ 118027 h 228150"/>
                <a:gd name="connsiteX7" fmla="*/ 65479 w 200767"/>
                <a:gd name="connsiteY7" fmla="*/ 42922 h 228150"/>
                <a:gd name="connsiteX8" fmla="*/ 65479 w 200767"/>
                <a:gd name="connsiteY8" fmla="*/ 145661 h 228150"/>
                <a:gd name="connsiteX9" fmla="*/ 111124 w 200767"/>
                <a:gd name="connsiteY9" fmla="*/ 161603 h 228150"/>
                <a:gd name="connsiteX10" fmla="*/ 200988 w 200767"/>
                <a:gd name="connsiteY10" fmla="*/ 80475 h 228150"/>
                <a:gd name="connsiteX11" fmla="*/ 117187 w 200767"/>
                <a:gd name="connsiteY11" fmla="*/ 55 h 228150"/>
                <a:gd name="connsiteX12" fmla="*/ 63340 w 200767"/>
                <a:gd name="connsiteY12" fmla="*/ 17414 h 228150"/>
                <a:gd name="connsiteX13" fmla="*/ 63340 w 200767"/>
                <a:gd name="connsiteY13" fmla="*/ 55 h 228150"/>
                <a:gd name="connsiteX14" fmla="*/ 221 w 200767"/>
                <a:gd name="connsiteY14" fmla="*/ 2889 h 228150"/>
                <a:gd name="connsiteX15" fmla="*/ 221 w 200767"/>
                <a:gd name="connsiteY15" fmla="*/ 19540 h 228150"/>
                <a:gd name="connsiteX16" fmla="*/ 24827 w 200767"/>
                <a:gd name="connsiteY16" fmla="*/ 33002 h 228150"/>
                <a:gd name="connsiteX17" fmla="*/ 24827 w 200767"/>
                <a:gd name="connsiteY17" fmla="*/ 211555 h 228150"/>
                <a:gd name="connsiteX18" fmla="*/ 221 w 200767"/>
                <a:gd name="connsiteY18" fmla="*/ 211555 h 228150"/>
                <a:gd name="connsiteX19" fmla="*/ 221 w 200767"/>
                <a:gd name="connsiteY19" fmla="*/ 228206 h 228150"/>
                <a:gd name="connsiteX20" fmla="*/ 45153 w 200767"/>
                <a:gd name="connsiteY20" fmla="*/ 227143 h 228150"/>
                <a:gd name="connsiteX21" fmla="*/ 90085 w 200767"/>
                <a:gd name="connsiteY21" fmla="*/ 228206 h 228150"/>
                <a:gd name="connsiteX22" fmla="*/ 90085 w 200767"/>
                <a:gd name="connsiteY22" fmla="*/ 211555 h 228150"/>
                <a:gd name="connsiteX23" fmla="*/ 65479 w 200767"/>
                <a:gd name="connsiteY23" fmla="*/ 211555 h 228150"/>
                <a:gd name="connsiteX24" fmla="*/ 65479 w 200767"/>
                <a:gd name="connsiteY24" fmla="*/ 145661 h 22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767" h="228150">
                  <a:moveTo>
                    <a:pt x="65479" y="42922"/>
                  </a:moveTo>
                  <a:cubicBezTo>
                    <a:pt x="65479" y="36191"/>
                    <a:pt x="65836" y="35836"/>
                    <a:pt x="70828" y="30877"/>
                  </a:cubicBezTo>
                  <a:cubicBezTo>
                    <a:pt x="85092" y="16351"/>
                    <a:pt x="103636" y="14226"/>
                    <a:pt x="111481" y="14226"/>
                  </a:cubicBezTo>
                  <a:cubicBezTo>
                    <a:pt x="135373" y="14226"/>
                    <a:pt x="155343" y="35836"/>
                    <a:pt x="155343" y="80475"/>
                  </a:cubicBezTo>
                  <a:cubicBezTo>
                    <a:pt x="155343" y="130427"/>
                    <a:pt x="130381" y="148849"/>
                    <a:pt x="107202" y="148849"/>
                  </a:cubicBezTo>
                  <a:cubicBezTo>
                    <a:pt x="102209" y="148849"/>
                    <a:pt x="85449" y="148849"/>
                    <a:pt x="69402" y="129718"/>
                  </a:cubicBezTo>
                  <a:cubicBezTo>
                    <a:pt x="65479" y="125113"/>
                    <a:pt x="65479" y="124758"/>
                    <a:pt x="65479" y="118027"/>
                  </a:cubicBezTo>
                  <a:lnTo>
                    <a:pt x="65479" y="42922"/>
                  </a:lnTo>
                  <a:close/>
                  <a:moveTo>
                    <a:pt x="65479" y="145661"/>
                  </a:moveTo>
                  <a:cubicBezTo>
                    <a:pt x="80813" y="158060"/>
                    <a:pt x="96504" y="161603"/>
                    <a:pt x="111124" y="161603"/>
                  </a:cubicBezTo>
                  <a:cubicBezTo>
                    <a:pt x="164615" y="161603"/>
                    <a:pt x="200988" y="129718"/>
                    <a:pt x="200988" y="80475"/>
                  </a:cubicBezTo>
                  <a:cubicBezTo>
                    <a:pt x="200988" y="33356"/>
                    <a:pt x="168537" y="55"/>
                    <a:pt x="117187" y="55"/>
                  </a:cubicBezTo>
                  <a:cubicBezTo>
                    <a:pt x="90442" y="55"/>
                    <a:pt x="71542" y="11037"/>
                    <a:pt x="63340" y="17414"/>
                  </a:cubicBezTo>
                  <a:lnTo>
                    <a:pt x="63340" y="55"/>
                  </a:lnTo>
                  <a:lnTo>
                    <a:pt x="221" y="2889"/>
                  </a:lnTo>
                  <a:lnTo>
                    <a:pt x="221" y="19540"/>
                  </a:lnTo>
                  <a:cubicBezTo>
                    <a:pt x="22330" y="19540"/>
                    <a:pt x="24827" y="19540"/>
                    <a:pt x="24827" y="33002"/>
                  </a:cubicBezTo>
                  <a:lnTo>
                    <a:pt x="24827" y="211555"/>
                  </a:lnTo>
                  <a:lnTo>
                    <a:pt x="221" y="211555"/>
                  </a:lnTo>
                  <a:lnTo>
                    <a:pt x="221" y="228206"/>
                  </a:lnTo>
                  <a:cubicBezTo>
                    <a:pt x="10206" y="227852"/>
                    <a:pt x="31602" y="227143"/>
                    <a:pt x="45153" y="227143"/>
                  </a:cubicBezTo>
                  <a:cubicBezTo>
                    <a:pt x="59061" y="227143"/>
                    <a:pt x="80100" y="227852"/>
                    <a:pt x="90085" y="228206"/>
                  </a:cubicBezTo>
                  <a:lnTo>
                    <a:pt x="90085" y="211555"/>
                  </a:lnTo>
                  <a:lnTo>
                    <a:pt x="65479" y="211555"/>
                  </a:lnTo>
                  <a:lnTo>
                    <a:pt x="65479" y="145661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BB8242E-AE5D-CAD8-9DB9-82A275CD6696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700728" y="4247141"/>
              <a:ext cx="87724" cy="245864"/>
            </a:xfrm>
            <a:custGeom>
              <a:avLst/>
              <a:gdLst>
                <a:gd name="connsiteX0" fmla="*/ 63346 w 87724"/>
                <a:gd name="connsiteY0" fmla="*/ 55 h 245864"/>
                <a:gd name="connsiteX1" fmla="*/ 228 w 87724"/>
                <a:gd name="connsiteY1" fmla="*/ 2889 h 245864"/>
                <a:gd name="connsiteX2" fmla="*/ 228 w 87724"/>
                <a:gd name="connsiteY2" fmla="*/ 19540 h 245864"/>
                <a:gd name="connsiteX3" fmla="*/ 24833 w 87724"/>
                <a:gd name="connsiteY3" fmla="*/ 33356 h 245864"/>
                <a:gd name="connsiteX4" fmla="*/ 24833 w 87724"/>
                <a:gd name="connsiteY4" fmla="*/ 229269 h 245864"/>
                <a:gd name="connsiteX5" fmla="*/ 228 w 87724"/>
                <a:gd name="connsiteY5" fmla="*/ 229269 h 245864"/>
                <a:gd name="connsiteX6" fmla="*/ 228 w 87724"/>
                <a:gd name="connsiteY6" fmla="*/ 245919 h 245864"/>
                <a:gd name="connsiteX7" fmla="*/ 44090 w 87724"/>
                <a:gd name="connsiteY7" fmla="*/ 244857 h 245864"/>
                <a:gd name="connsiteX8" fmla="*/ 87952 w 87724"/>
                <a:gd name="connsiteY8" fmla="*/ 245919 h 245864"/>
                <a:gd name="connsiteX9" fmla="*/ 87952 w 87724"/>
                <a:gd name="connsiteY9" fmla="*/ 229269 h 245864"/>
                <a:gd name="connsiteX10" fmla="*/ 63346 w 87724"/>
                <a:gd name="connsiteY10" fmla="*/ 229269 h 245864"/>
                <a:gd name="connsiteX11" fmla="*/ 63346 w 87724"/>
                <a:gd name="connsiteY11" fmla="*/ 5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7724" h="245864">
                  <a:moveTo>
                    <a:pt x="63346" y="55"/>
                  </a:moveTo>
                  <a:lnTo>
                    <a:pt x="228" y="2889"/>
                  </a:lnTo>
                  <a:lnTo>
                    <a:pt x="228" y="19540"/>
                  </a:lnTo>
                  <a:cubicBezTo>
                    <a:pt x="22337" y="19540"/>
                    <a:pt x="24833" y="19540"/>
                    <a:pt x="24833" y="33356"/>
                  </a:cubicBezTo>
                  <a:lnTo>
                    <a:pt x="24833" y="229269"/>
                  </a:lnTo>
                  <a:lnTo>
                    <a:pt x="228" y="229269"/>
                  </a:lnTo>
                  <a:lnTo>
                    <a:pt x="228" y="245919"/>
                  </a:lnTo>
                  <a:cubicBezTo>
                    <a:pt x="11639" y="245565"/>
                    <a:pt x="28756" y="244857"/>
                    <a:pt x="44090" y="244857"/>
                  </a:cubicBezTo>
                  <a:cubicBezTo>
                    <a:pt x="59424" y="244857"/>
                    <a:pt x="75827" y="245565"/>
                    <a:pt x="87952" y="245919"/>
                  </a:cubicBezTo>
                  <a:lnTo>
                    <a:pt x="87952" y="229269"/>
                  </a:lnTo>
                  <a:lnTo>
                    <a:pt x="63346" y="229269"/>
                  </a:lnTo>
                  <a:lnTo>
                    <a:pt x="63346" y="55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DD04067-CFA7-B149-16CC-0C185643BA80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0814642" y="4246787"/>
              <a:ext cx="85227" cy="246218"/>
            </a:xfrm>
            <a:custGeom>
              <a:avLst/>
              <a:gdLst>
                <a:gd name="connsiteX0" fmla="*/ 63349 w 85227"/>
                <a:gd name="connsiteY0" fmla="*/ 86851 h 246218"/>
                <a:gd name="connsiteX1" fmla="*/ 1301 w 85227"/>
                <a:gd name="connsiteY1" fmla="*/ 89686 h 246218"/>
                <a:gd name="connsiteX2" fmla="*/ 1301 w 85227"/>
                <a:gd name="connsiteY2" fmla="*/ 106336 h 246218"/>
                <a:gd name="connsiteX3" fmla="*/ 24836 w 85227"/>
                <a:gd name="connsiteY3" fmla="*/ 120153 h 246218"/>
                <a:gd name="connsiteX4" fmla="*/ 24836 w 85227"/>
                <a:gd name="connsiteY4" fmla="*/ 229623 h 246218"/>
                <a:gd name="connsiteX5" fmla="*/ 231 w 85227"/>
                <a:gd name="connsiteY5" fmla="*/ 229623 h 246218"/>
                <a:gd name="connsiteX6" fmla="*/ 231 w 85227"/>
                <a:gd name="connsiteY6" fmla="*/ 246274 h 246218"/>
                <a:gd name="connsiteX7" fmla="*/ 43736 w 85227"/>
                <a:gd name="connsiteY7" fmla="*/ 245211 h 246218"/>
                <a:gd name="connsiteX8" fmla="*/ 85459 w 85227"/>
                <a:gd name="connsiteY8" fmla="*/ 246274 h 246218"/>
                <a:gd name="connsiteX9" fmla="*/ 85459 w 85227"/>
                <a:gd name="connsiteY9" fmla="*/ 229623 h 246218"/>
                <a:gd name="connsiteX10" fmla="*/ 63349 w 85227"/>
                <a:gd name="connsiteY10" fmla="*/ 229623 h 246218"/>
                <a:gd name="connsiteX11" fmla="*/ 63349 w 85227"/>
                <a:gd name="connsiteY11" fmla="*/ 86851 h 246218"/>
                <a:gd name="connsiteX12" fmla="*/ 66915 w 85227"/>
                <a:gd name="connsiteY12" fmla="*/ 27688 h 246218"/>
                <a:gd name="connsiteX13" fmla="*/ 39100 w 85227"/>
                <a:gd name="connsiteY13" fmla="*/ 55 h 246218"/>
                <a:gd name="connsiteX14" fmla="*/ 11285 w 85227"/>
                <a:gd name="connsiteY14" fmla="*/ 27688 h 246218"/>
                <a:gd name="connsiteX15" fmla="*/ 39100 w 85227"/>
                <a:gd name="connsiteY15" fmla="*/ 55321 h 246218"/>
                <a:gd name="connsiteX16" fmla="*/ 66915 w 85227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227" h="246218">
                  <a:moveTo>
                    <a:pt x="63349" y="86851"/>
                  </a:moveTo>
                  <a:lnTo>
                    <a:pt x="1301" y="89686"/>
                  </a:lnTo>
                  <a:lnTo>
                    <a:pt x="1301" y="106336"/>
                  </a:lnTo>
                  <a:cubicBezTo>
                    <a:pt x="22340" y="106336"/>
                    <a:pt x="24836" y="106336"/>
                    <a:pt x="24836" y="120153"/>
                  </a:cubicBezTo>
                  <a:lnTo>
                    <a:pt x="24836" y="229623"/>
                  </a:lnTo>
                  <a:lnTo>
                    <a:pt x="231" y="229623"/>
                  </a:lnTo>
                  <a:lnTo>
                    <a:pt x="231" y="246274"/>
                  </a:lnTo>
                  <a:cubicBezTo>
                    <a:pt x="11285" y="245919"/>
                    <a:pt x="28759" y="245211"/>
                    <a:pt x="43736" y="245211"/>
                  </a:cubicBezTo>
                  <a:cubicBezTo>
                    <a:pt x="54434" y="245211"/>
                    <a:pt x="72621" y="245919"/>
                    <a:pt x="85459" y="246274"/>
                  </a:cubicBezTo>
                  <a:lnTo>
                    <a:pt x="85459" y="229623"/>
                  </a:lnTo>
                  <a:lnTo>
                    <a:pt x="63349" y="229623"/>
                  </a:lnTo>
                  <a:lnTo>
                    <a:pt x="63349" y="86851"/>
                  </a:lnTo>
                  <a:close/>
                  <a:moveTo>
                    <a:pt x="66915" y="27688"/>
                  </a:moveTo>
                  <a:cubicBezTo>
                    <a:pt x="66915" y="12100"/>
                    <a:pt x="54078" y="55"/>
                    <a:pt x="39100" y="55"/>
                  </a:cubicBezTo>
                  <a:cubicBezTo>
                    <a:pt x="23766" y="55"/>
                    <a:pt x="11285" y="12454"/>
                    <a:pt x="11285" y="27688"/>
                  </a:cubicBezTo>
                  <a:cubicBezTo>
                    <a:pt x="11285" y="42922"/>
                    <a:pt x="23766" y="55321"/>
                    <a:pt x="39100" y="55321"/>
                  </a:cubicBezTo>
                  <a:cubicBezTo>
                    <a:pt x="54078" y="55321"/>
                    <a:pt x="66915" y="43276"/>
                    <a:pt x="66915" y="27688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24DA750-5E60-D0FD-8987-3EE7B99E445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0927843" y="4333583"/>
              <a:ext cx="203263" cy="159422"/>
            </a:xfrm>
            <a:custGeom>
              <a:avLst/>
              <a:gdLst>
                <a:gd name="connsiteX0" fmla="*/ 24839 w 203263"/>
                <a:gd name="connsiteY0" fmla="*/ 33356 h 159422"/>
                <a:gd name="connsiteX1" fmla="*/ 24839 w 203263"/>
                <a:gd name="connsiteY1" fmla="*/ 142826 h 159422"/>
                <a:gd name="connsiteX2" fmla="*/ 234 w 203263"/>
                <a:gd name="connsiteY2" fmla="*/ 142826 h 159422"/>
                <a:gd name="connsiteX3" fmla="*/ 234 w 203263"/>
                <a:gd name="connsiteY3" fmla="*/ 159477 h 159422"/>
                <a:gd name="connsiteX4" fmla="*/ 45166 w 203263"/>
                <a:gd name="connsiteY4" fmla="*/ 158414 h 159422"/>
                <a:gd name="connsiteX5" fmla="*/ 90098 w 203263"/>
                <a:gd name="connsiteY5" fmla="*/ 159477 h 159422"/>
                <a:gd name="connsiteX6" fmla="*/ 90098 w 203263"/>
                <a:gd name="connsiteY6" fmla="*/ 142826 h 159422"/>
                <a:gd name="connsiteX7" fmla="*/ 65492 w 203263"/>
                <a:gd name="connsiteY7" fmla="*/ 142826 h 159422"/>
                <a:gd name="connsiteX8" fmla="*/ 65492 w 203263"/>
                <a:gd name="connsiteY8" fmla="*/ 68784 h 159422"/>
                <a:gd name="connsiteX9" fmla="*/ 118626 w 203263"/>
                <a:gd name="connsiteY9" fmla="*/ 12809 h 159422"/>
                <a:gd name="connsiteX10" fmla="*/ 138239 w 203263"/>
                <a:gd name="connsiteY10" fmla="*/ 47173 h 159422"/>
                <a:gd name="connsiteX11" fmla="*/ 138239 w 203263"/>
                <a:gd name="connsiteY11" fmla="*/ 142826 h 159422"/>
                <a:gd name="connsiteX12" fmla="*/ 113633 w 203263"/>
                <a:gd name="connsiteY12" fmla="*/ 142826 h 159422"/>
                <a:gd name="connsiteX13" fmla="*/ 113633 w 203263"/>
                <a:gd name="connsiteY13" fmla="*/ 159477 h 159422"/>
                <a:gd name="connsiteX14" fmla="*/ 158565 w 203263"/>
                <a:gd name="connsiteY14" fmla="*/ 158414 h 159422"/>
                <a:gd name="connsiteX15" fmla="*/ 203497 w 203263"/>
                <a:gd name="connsiteY15" fmla="*/ 159477 h 159422"/>
                <a:gd name="connsiteX16" fmla="*/ 203497 w 203263"/>
                <a:gd name="connsiteY16" fmla="*/ 142826 h 159422"/>
                <a:gd name="connsiteX17" fmla="*/ 178892 w 203263"/>
                <a:gd name="connsiteY17" fmla="*/ 142826 h 159422"/>
                <a:gd name="connsiteX18" fmla="*/ 178892 w 203263"/>
                <a:gd name="connsiteY18" fmla="*/ 51070 h 159422"/>
                <a:gd name="connsiteX19" fmla="*/ 123975 w 203263"/>
                <a:gd name="connsiteY19" fmla="*/ 55 h 159422"/>
                <a:gd name="connsiteX20" fmla="*/ 61569 w 203263"/>
                <a:gd name="connsiteY20" fmla="*/ 38316 h 159422"/>
                <a:gd name="connsiteX21" fmla="*/ 61569 w 203263"/>
                <a:gd name="connsiteY21" fmla="*/ 55 h 159422"/>
                <a:gd name="connsiteX22" fmla="*/ 234 w 203263"/>
                <a:gd name="connsiteY22" fmla="*/ 2889 h 159422"/>
                <a:gd name="connsiteX23" fmla="*/ 234 w 203263"/>
                <a:gd name="connsiteY23" fmla="*/ 19540 h 159422"/>
                <a:gd name="connsiteX24" fmla="*/ 24839 w 203263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3263" h="159422">
                  <a:moveTo>
                    <a:pt x="24839" y="33356"/>
                  </a:moveTo>
                  <a:lnTo>
                    <a:pt x="24839" y="142826"/>
                  </a:lnTo>
                  <a:lnTo>
                    <a:pt x="234" y="142826"/>
                  </a:lnTo>
                  <a:lnTo>
                    <a:pt x="234" y="159477"/>
                  </a:lnTo>
                  <a:cubicBezTo>
                    <a:pt x="10219" y="159123"/>
                    <a:pt x="31615" y="158414"/>
                    <a:pt x="45166" y="158414"/>
                  </a:cubicBezTo>
                  <a:cubicBezTo>
                    <a:pt x="59073" y="158414"/>
                    <a:pt x="80113" y="159123"/>
                    <a:pt x="90098" y="159477"/>
                  </a:cubicBezTo>
                  <a:lnTo>
                    <a:pt x="90098" y="142826"/>
                  </a:lnTo>
                  <a:lnTo>
                    <a:pt x="65492" y="142826"/>
                  </a:lnTo>
                  <a:lnTo>
                    <a:pt x="65492" y="68784"/>
                  </a:lnTo>
                  <a:cubicBezTo>
                    <a:pt x="65492" y="30168"/>
                    <a:pt x="96160" y="12809"/>
                    <a:pt x="118626" y="12809"/>
                  </a:cubicBezTo>
                  <a:cubicBezTo>
                    <a:pt x="130750" y="12809"/>
                    <a:pt x="138239" y="20248"/>
                    <a:pt x="138239" y="47173"/>
                  </a:cubicBezTo>
                  <a:lnTo>
                    <a:pt x="138239" y="142826"/>
                  </a:lnTo>
                  <a:lnTo>
                    <a:pt x="113633" y="142826"/>
                  </a:lnTo>
                  <a:lnTo>
                    <a:pt x="113633" y="159477"/>
                  </a:lnTo>
                  <a:cubicBezTo>
                    <a:pt x="123618" y="159123"/>
                    <a:pt x="145014" y="158414"/>
                    <a:pt x="158565" y="158414"/>
                  </a:cubicBezTo>
                  <a:cubicBezTo>
                    <a:pt x="172473" y="158414"/>
                    <a:pt x="193512" y="159123"/>
                    <a:pt x="203497" y="159477"/>
                  </a:cubicBezTo>
                  <a:lnTo>
                    <a:pt x="203497" y="142826"/>
                  </a:lnTo>
                  <a:lnTo>
                    <a:pt x="178892" y="142826"/>
                  </a:lnTo>
                  <a:lnTo>
                    <a:pt x="178892" y="51070"/>
                  </a:lnTo>
                  <a:cubicBezTo>
                    <a:pt x="178892" y="13872"/>
                    <a:pt x="159635" y="55"/>
                    <a:pt x="123975" y="55"/>
                  </a:cubicBezTo>
                  <a:cubicBezTo>
                    <a:pt x="89741" y="55"/>
                    <a:pt x="70841" y="20248"/>
                    <a:pt x="61569" y="38316"/>
                  </a:cubicBezTo>
                  <a:lnTo>
                    <a:pt x="61569" y="55"/>
                  </a:lnTo>
                  <a:lnTo>
                    <a:pt x="234" y="2889"/>
                  </a:lnTo>
                  <a:lnTo>
                    <a:pt x="234" y="19540"/>
                  </a:lnTo>
                  <a:cubicBezTo>
                    <a:pt x="22343" y="19540"/>
                    <a:pt x="24839" y="19540"/>
                    <a:pt x="24839" y="33356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8D20669-685B-A948-7B65-2C75BB9004C8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1151035" y="4332520"/>
              <a:ext cx="164750" cy="162610"/>
            </a:xfrm>
            <a:custGeom>
              <a:avLst/>
              <a:gdLst>
                <a:gd name="connsiteX0" fmla="*/ 153579 w 164750"/>
                <a:gd name="connsiteY0" fmla="*/ 83309 h 162610"/>
                <a:gd name="connsiteX1" fmla="*/ 164990 w 164750"/>
                <a:gd name="connsiteY1" fmla="*/ 73743 h 162610"/>
                <a:gd name="connsiteX2" fmla="*/ 145021 w 164750"/>
                <a:gd name="connsiteY2" fmla="*/ 19186 h 162610"/>
                <a:gd name="connsiteX3" fmla="*/ 88321 w 164750"/>
                <a:gd name="connsiteY3" fmla="*/ 55 h 162610"/>
                <a:gd name="connsiteX4" fmla="*/ 240 w 164750"/>
                <a:gd name="connsiteY4" fmla="*/ 80829 h 162610"/>
                <a:gd name="connsiteX5" fmla="*/ 93313 w 164750"/>
                <a:gd name="connsiteY5" fmla="*/ 162666 h 162610"/>
                <a:gd name="connsiteX6" fmla="*/ 164990 w 164750"/>
                <a:gd name="connsiteY6" fmla="*/ 119090 h 162610"/>
                <a:gd name="connsiteX7" fmla="*/ 156432 w 164750"/>
                <a:gd name="connsiteY7" fmla="*/ 112713 h 162610"/>
                <a:gd name="connsiteX8" fmla="*/ 147517 w 164750"/>
                <a:gd name="connsiteY8" fmla="*/ 120153 h 162610"/>
                <a:gd name="connsiteX9" fmla="*/ 96523 w 164750"/>
                <a:gd name="connsiteY9" fmla="*/ 148495 h 162610"/>
                <a:gd name="connsiteX10" fmla="*/ 45885 w 164750"/>
                <a:gd name="connsiteY10" fmla="*/ 83309 h 162610"/>
                <a:gd name="connsiteX11" fmla="*/ 153579 w 164750"/>
                <a:gd name="connsiteY11" fmla="*/ 83309 h 162610"/>
                <a:gd name="connsiteX12" fmla="*/ 45885 w 164750"/>
                <a:gd name="connsiteY12" fmla="*/ 71618 h 162610"/>
                <a:gd name="connsiteX13" fmla="*/ 54444 w 164750"/>
                <a:gd name="connsiteY13" fmla="*/ 31231 h 162610"/>
                <a:gd name="connsiteX14" fmla="*/ 88321 w 164750"/>
                <a:gd name="connsiteY14" fmla="*/ 12809 h 162610"/>
                <a:gd name="connsiteX15" fmla="*/ 131113 w 164750"/>
                <a:gd name="connsiteY15" fmla="*/ 71618 h 162610"/>
                <a:gd name="connsiteX16" fmla="*/ 45885 w 164750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4750" h="162610">
                  <a:moveTo>
                    <a:pt x="153579" y="83309"/>
                  </a:moveTo>
                  <a:cubicBezTo>
                    <a:pt x="161424" y="83309"/>
                    <a:pt x="164990" y="83309"/>
                    <a:pt x="164990" y="73743"/>
                  </a:cubicBezTo>
                  <a:cubicBezTo>
                    <a:pt x="164990" y="62761"/>
                    <a:pt x="162851" y="36899"/>
                    <a:pt x="145021" y="19186"/>
                  </a:cubicBezTo>
                  <a:cubicBezTo>
                    <a:pt x="131827" y="6432"/>
                    <a:pt x="112927" y="55"/>
                    <a:pt x="88321" y="55"/>
                  </a:cubicBezTo>
                  <a:cubicBezTo>
                    <a:pt x="31265" y="55"/>
                    <a:pt x="240" y="36545"/>
                    <a:pt x="240" y="80829"/>
                  </a:cubicBezTo>
                  <a:cubicBezTo>
                    <a:pt x="240" y="128301"/>
                    <a:pt x="35900" y="162666"/>
                    <a:pt x="93313" y="162666"/>
                  </a:cubicBezTo>
                  <a:cubicBezTo>
                    <a:pt x="149657" y="162666"/>
                    <a:pt x="164990" y="125113"/>
                    <a:pt x="164990" y="119090"/>
                  </a:cubicBezTo>
                  <a:cubicBezTo>
                    <a:pt x="164990" y="112713"/>
                    <a:pt x="158215" y="112713"/>
                    <a:pt x="156432" y="112713"/>
                  </a:cubicBezTo>
                  <a:cubicBezTo>
                    <a:pt x="150370" y="112713"/>
                    <a:pt x="149657" y="114485"/>
                    <a:pt x="147517" y="120153"/>
                  </a:cubicBezTo>
                  <a:cubicBezTo>
                    <a:pt x="140028" y="137158"/>
                    <a:pt x="119702" y="148495"/>
                    <a:pt x="96523" y="148495"/>
                  </a:cubicBezTo>
                  <a:cubicBezTo>
                    <a:pt x="46242" y="148495"/>
                    <a:pt x="45885" y="101377"/>
                    <a:pt x="45885" y="83309"/>
                  </a:cubicBezTo>
                  <a:lnTo>
                    <a:pt x="153579" y="83309"/>
                  </a:lnTo>
                  <a:close/>
                  <a:moveTo>
                    <a:pt x="45885" y="71618"/>
                  </a:moveTo>
                  <a:cubicBezTo>
                    <a:pt x="46599" y="57801"/>
                    <a:pt x="46955" y="42922"/>
                    <a:pt x="54444" y="31231"/>
                  </a:cubicBezTo>
                  <a:cubicBezTo>
                    <a:pt x="63715" y="17060"/>
                    <a:pt x="77980" y="12809"/>
                    <a:pt x="88321" y="12809"/>
                  </a:cubicBezTo>
                  <a:cubicBezTo>
                    <a:pt x="130043" y="12809"/>
                    <a:pt x="130757" y="59218"/>
                    <a:pt x="131113" y="71618"/>
                  </a:cubicBezTo>
                  <a:lnTo>
                    <a:pt x="45885" y="71618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F3F3211-061E-FB6D-CB1B-6AC2396BFAD7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1341133" y="4332520"/>
              <a:ext cx="134439" cy="162610"/>
            </a:xfrm>
            <a:custGeom>
              <a:avLst/>
              <a:gdLst>
                <a:gd name="connsiteX0" fmla="*/ 61938 w 134439"/>
                <a:gd name="connsiteY0" fmla="*/ 56384 h 162610"/>
                <a:gd name="connsiteX1" fmla="*/ 25564 w 134439"/>
                <a:gd name="connsiteY1" fmla="*/ 33356 h 162610"/>
                <a:gd name="connsiteX2" fmla="*/ 65504 w 134439"/>
                <a:gd name="connsiteY2" fmla="*/ 11392 h 162610"/>
                <a:gd name="connsiteX3" fmla="*/ 107583 w 134439"/>
                <a:gd name="connsiteY3" fmla="*/ 41150 h 162610"/>
                <a:gd name="connsiteX4" fmla="*/ 115785 w 134439"/>
                <a:gd name="connsiteY4" fmla="*/ 48236 h 162610"/>
                <a:gd name="connsiteX5" fmla="*/ 124343 w 134439"/>
                <a:gd name="connsiteY5" fmla="*/ 38316 h 162610"/>
                <a:gd name="connsiteX6" fmla="*/ 124343 w 134439"/>
                <a:gd name="connsiteY6" fmla="*/ 9975 h 162610"/>
                <a:gd name="connsiteX7" fmla="*/ 117924 w 134439"/>
                <a:gd name="connsiteY7" fmla="*/ 55 h 162610"/>
                <a:gd name="connsiteX8" fmla="*/ 101877 w 134439"/>
                <a:gd name="connsiteY8" fmla="*/ 6786 h 162610"/>
                <a:gd name="connsiteX9" fmla="*/ 65860 w 134439"/>
                <a:gd name="connsiteY9" fmla="*/ 55 h 162610"/>
                <a:gd name="connsiteX10" fmla="*/ 246 w 134439"/>
                <a:gd name="connsiteY10" fmla="*/ 46464 h 162610"/>
                <a:gd name="connsiteX11" fmla="*/ 14510 w 134439"/>
                <a:gd name="connsiteY11" fmla="*/ 76223 h 162610"/>
                <a:gd name="connsiteX12" fmla="*/ 69783 w 134439"/>
                <a:gd name="connsiteY12" fmla="*/ 95708 h 162610"/>
                <a:gd name="connsiteX13" fmla="*/ 109366 w 134439"/>
                <a:gd name="connsiteY13" fmla="*/ 123341 h 162610"/>
                <a:gd name="connsiteX14" fmla="*/ 68713 w 134439"/>
                <a:gd name="connsiteY14" fmla="*/ 149912 h 162610"/>
                <a:gd name="connsiteX15" fmla="*/ 17362 w 134439"/>
                <a:gd name="connsiteY15" fmla="*/ 108816 h 162610"/>
                <a:gd name="connsiteX16" fmla="*/ 8804 w 134439"/>
                <a:gd name="connsiteY16" fmla="*/ 103856 h 162610"/>
                <a:gd name="connsiteX17" fmla="*/ 246 w 134439"/>
                <a:gd name="connsiteY17" fmla="*/ 114130 h 162610"/>
                <a:gd name="connsiteX18" fmla="*/ 246 w 134439"/>
                <a:gd name="connsiteY18" fmla="*/ 152746 h 162610"/>
                <a:gd name="connsiteX19" fmla="*/ 6664 w 134439"/>
                <a:gd name="connsiteY19" fmla="*/ 162666 h 162610"/>
                <a:gd name="connsiteX20" fmla="*/ 17362 w 134439"/>
                <a:gd name="connsiteY20" fmla="*/ 157351 h 162610"/>
                <a:gd name="connsiteX21" fmla="*/ 26634 w 134439"/>
                <a:gd name="connsiteY21" fmla="*/ 151329 h 162610"/>
                <a:gd name="connsiteX22" fmla="*/ 68713 w 134439"/>
                <a:gd name="connsiteY22" fmla="*/ 162666 h 162610"/>
                <a:gd name="connsiteX23" fmla="*/ 134685 w 134439"/>
                <a:gd name="connsiteY23" fmla="*/ 110942 h 162610"/>
                <a:gd name="connsiteX24" fmla="*/ 115071 w 134439"/>
                <a:gd name="connsiteY24" fmla="*/ 73389 h 162610"/>
                <a:gd name="connsiteX25" fmla="*/ 61938 w 134439"/>
                <a:gd name="connsiteY25" fmla="*/ 56384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4439" h="162610">
                  <a:moveTo>
                    <a:pt x="61938" y="56384"/>
                  </a:moveTo>
                  <a:cubicBezTo>
                    <a:pt x="48743" y="53904"/>
                    <a:pt x="25564" y="50007"/>
                    <a:pt x="25564" y="33356"/>
                  </a:cubicBezTo>
                  <a:cubicBezTo>
                    <a:pt x="25564" y="11392"/>
                    <a:pt x="58728" y="11392"/>
                    <a:pt x="65504" y="11392"/>
                  </a:cubicBezTo>
                  <a:cubicBezTo>
                    <a:pt x="92249" y="11392"/>
                    <a:pt x="105800" y="21665"/>
                    <a:pt x="107583" y="41150"/>
                  </a:cubicBezTo>
                  <a:cubicBezTo>
                    <a:pt x="107939" y="46464"/>
                    <a:pt x="108296" y="48236"/>
                    <a:pt x="115785" y="48236"/>
                  </a:cubicBezTo>
                  <a:cubicBezTo>
                    <a:pt x="124343" y="48236"/>
                    <a:pt x="124343" y="46464"/>
                    <a:pt x="124343" y="38316"/>
                  </a:cubicBezTo>
                  <a:lnTo>
                    <a:pt x="124343" y="9975"/>
                  </a:lnTo>
                  <a:cubicBezTo>
                    <a:pt x="124343" y="3243"/>
                    <a:pt x="124343" y="55"/>
                    <a:pt x="117924" y="55"/>
                  </a:cubicBezTo>
                  <a:cubicBezTo>
                    <a:pt x="116498" y="55"/>
                    <a:pt x="115785" y="55"/>
                    <a:pt x="101877" y="6786"/>
                  </a:cubicBezTo>
                  <a:cubicBezTo>
                    <a:pt x="92605" y="2181"/>
                    <a:pt x="80124" y="55"/>
                    <a:pt x="65860" y="55"/>
                  </a:cubicBezTo>
                  <a:cubicBezTo>
                    <a:pt x="55162" y="55"/>
                    <a:pt x="246" y="55"/>
                    <a:pt x="246" y="46464"/>
                  </a:cubicBezTo>
                  <a:cubicBezTo>
                    <a:pt x="246" y="60635"/>
                    <a:pt x="7378" y="70201"/>
                    <a:pt x="14510" y="76223"/>
                  </a:cubicBezTo>
                  <a:cubicBezTo>
                    <a:pt x="28774" y="88623"/>
                    <a:pt x="42325" y="90748"/>
                    <a:pt x="69783" y="95708"/>
                  </a:cubicBezTo>
                  <a:cubicBezTo>
                    <a:pt x="82621" y="97834"/>
                    <a:pt x="109366" y="102439"/>
                    <a:pt x="109366" y="123341"/>
                  </a:cubicBezTo>
                  <a:cubicBezTo>
                    <a:pt x="109366" y="149912"/>
                    <a:pt x="76558" y="149912"/>
                    <a:pt x="68713" y="149912"/>
                  </a:cubicBezTo>
                  <a:cubicBezTo>
                    <a:pt x="30913" y="149912"/>
                    <a:pt x="21642" y="124050"/>
                    <a:pt x="17362" y="108816"/>
                  </a:cubicBezTo>
                  <a:cubicBezTo>
                    <a:pt x="15579" y="103856"/>
                    <a:pt x="13796" y="103856"/>
                    <a:pt x="8804" y="103856"/>
                  </a:cubicBezTo>
                  <a:cubicBezTo>
                    <a:pt x="246" y="103856"/>
                    <a:pt x="246" y="105982"/>
                    <a:pt x="246" y="114130"/>
                  </a:cubicBezTo>
                  <a:lnTo>
                    <a:pt x="246" y="152746"/>
                  </a:lnTo>
                  <a:cubicBezTo>
                    <a:pt x="246" y="159477"/>
                    <a:pt x="246" y="162666"/>
                    <a:pt x="6664" y="162666"/>
                  </a:cubicBezTo>
                  <a:cubicBezTo>
                    <a:pt x="9161" y="162666"/>
                    <a:pt x="9874" y="162666"/>
                    <a:pt x="17362" y="157351"/>
                  </a:cubicBezTo>
                  <a:cubicBezTo>
                    <a:pt x="17719" y="157351"/>
                    <a:pt x="25564" y="152037"/>
                    <a:pt x="26634" y="151329"/>
                  </a:cubicBezTo>
                  <a:cubicBezTo>
                    <a:pt x="43038" y="162666"/>
                    <a:pt x="61581" y="162666"/>
                    <a:pt x="68713" y="162666"/>
                  </a:cubicBezTo>
                  <a:cubicBezTo>
                    <a:pt x="79768" y="162666"/>
                    <a:pt x="134685" y="162666"/>
                    <a:pt x="134685" y="110942"/>
                  </a:cubicBezTo>
                  <a:cubicBezTo>
                    <a:pt x="134685" y="95708"/>
                    <a:pt x="127553" y="83309"/>
                    <a:pt x="115071" y="73389"/>
                  </a:cubicBezTo>
                  <a:cubicBezTo>
                    <a:pt x="101164" y="63115"/>
                    <a:pt x="89753" y="60990"/>
                    <a:pt x="61938" y="56384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154F286-008A-4356-1E65-84863CB1A5C0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518224" y="4335709"/>
              <a:ext cx="55629" cy="157296"/>
            </a:xfrm>
            <a:custGeom>
              <a:avLst/>
              <a:gdLst>
                <a:gd name="connsiteX0" fmla="*/ 55880 w 55629"/>
                <a:gd name="connsiteY0" fmla="*/ 27688 h 157296"/>
                <a:gd name="connsiteX1" fmla="*/ 28065 w 55629"/>
                <a:gd name="connsiteY1" fmla="*/ 55 h 157296"/>
                <a:gd name="connsiteX2" fmla="*/ 250 w 55629"/>
                <a:gd name="connsiteY2" fmla="*/ 27688 h 157296"/>
                <a:gd name="connsiteX3" fmla="*/ 28065 w 55629"/>
                <a:gd name="connsiteY3" fmla="*/ 55321 h 157296"/>
                <a:gd name="connsiteX4" fmla="*/ 55880 w 55629"/>
                <a:gd name="connsiteY4" fmla="*/ 27688 h 157296"/>
                <a:gd name="connsiteX5" fmla="*/ 55880 w 55629"/>
                <a:gd name="connsiteY5" fmla="*/ 129718 h 157296"/>
                <a:gd name="connsiteX6" fmla="*/ 28065 w 55629"/>
                <a:gd name="connsiteY6" fmla="*/ 102085 h 157296"/>
                <a:gd name="connsiteX7" fmla="*/ 250 w 55629"/>
                <a:gd name="connsiteY7" fmla="*/ 129718 h 157296"/>
                <a:gd name="connsiteX8" fmla="*/ 28065 w 55629"/>
                <a:gd name="connsiteY8" fmla="*/ 157351 h 157296"/>
                <a:gd name="connsiteX9" fmla="*/ 55880 w 55629"/>
                <a:gd name="connsiteY9" fmla="*/ 129718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629" h="157296">
                  <a:moveTo>
                    <a:pt x="55880" y="27688"/>
                  </a:moveTo>
                  <a:cubicBezTo>
                    <a:pt x="55880" y="12454"/>
                    <a:pt x="43399" y="55"/>
                    <a:pt x="28065" y="55"/>
                  </a:cubicBezTo>
                  <a:cubicBezTo>
                    <a:pt x="12731" y="55"/>
                    <a:pt x="250" y="12454"/>
                    <a:pt x="250" y="27688"/>
                  </a:cubicBezTo>
                  <a:cubicBezTo>
                    <a:pt x="250" y="42922"/>
                    <a:pt x="12731" y="55321"/>
                    <a:pt x="28065" y="55321"/>
                  </a:cubicBezTo>
                  <a:cubicBezTo>
                    <a:pt x="43399" y="55321"/>
                    <a:pt x="55880" y="42922"/>
                    <a:pt x="55880" y="27688"/>
                  </a:cubicBezTo>
                  <a:close/>
                  <a:moveTo>
                    <a:pt x="55880" y="129718"/>
                  </a:moveTo>
                  <a:cubicBezTo>
                    <a:pt x="55880" y="114485"/>
                    <a:pt x="43399" y="102085"/>
                    <a:pt x="28065" y="102085"/>
                  </a:cubicBezTo>
                  <a:cubicBezTo>
                    <a:pt x="12731" y="102085"/>
                    <a:pt x="250" y="114485"/>
                    <a:pt x="250" y="129718"/>
                  </a:cubicBezTo>
                  <a:cubicBezTo>
                    <a:pt x="250" y="144952"/>
                    <a:pt x="12731" y="157351"/>
                    <a:pt x="28065" y="157351"/>
                  </a:cubicBezTo>
                  <a:cubicBezTo>
                    <a:pt x="43399" y="157351"/>
                    <a:pt x="55880" y="144952"/>
                    <a:pt x="55880" y="129718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3EDAEC4-ECB3-5510-2C64-50A04F95D51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850510" y="624217"/>
              <a:ext cx="8128000" cy="9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91979786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0129316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619798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6281591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7169761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17788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71961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D31B849F-3F8C-0EBE-02A2-DFE8A63FCA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8449247"/>
                  </p:ext>
                </p:extLst>
              </p:nvPr>
            </p:nvGraphicFramePr>
            <p:xfrm>
              <a:off x="2850510" y="624217"/>
              <a:ext cx="8128000" cy="9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91979786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0129316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619798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6281591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71697611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375" t="-10526" r="-401498" b="-1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177884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375" t="-112000" r="-401498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7196185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5B2296B-3E9C-EE61-AB67-83A181FED5A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66875" y="1682450"/>
            <a:ext cx="7522095" cy="5014730"/>
          </a:xfrm>
          <a:prstGeom prst="rect">
            <a:avLst/>
          </a:prstGeom>
        </p:spPr>
      </p:pic>
      <p:sp>
        <p:nvSpPr>
          <p:cNvPr id="16" name="Callout: Left Arrow 15">
            <a:extLst>
              <a:ext uri="{FF2B5EF4-FFF2-40B4-BE49-F238E27FC236}">
                <a16:creationId xmlns:a16="http://schemas.microsoft.com/office/drawing/2014/main" id="{B70DE8C4-4E88-F49E-008D-D1BBF848A13E}"/>
              </a:ext>
            </a:extLst>
          </p:cNvPr>
          <p:cNvSpPr/>
          <p:nvPr/>
        </p:nvSpPr>
        <p:spPr>
          <a:xfrm>
            <a:off x="5703455" y="2612544"/>
            <a:ext cx="5514898" cy="1240436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598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Total  9  Unknows</a:t>
            </a:r>
          </a:p>
        </p:txBody>
      </p:sp>
      <p:sp>
        <p:nvSpPr>
          <p:cNvPr id="18" name="Callout: Left Arrow 17">
            <a:extLst>
              <a:ext uri="{FF2B5EF4-FFF2-40B4-BE49-F238E27FC236}">
                <a16:creationId xmlns:a16="http://schemas.microsoft.com/office/drawing/2014/main" id="{B1B068CF-DA81-462A-2529-ED22BD080614}"/>
              </a:ext>
            </a:extLst>
          </p:cNvPr>
          <p:cNvSpPr/>
          <p:nvPr/>
        </p:nvSpPr>
        <p:spPr>
          <a:xfrm>
            <a:off x="6230609" y="4993347"/>
            <a:ext cx="5514898" cy="1240436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598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4 - equations</a:t>
            </a:r>
          </a:p>
        </p:txBody>
      </p:sp>
    </p:spTree>
    <p:extLst>
      <p:ext uri="{BB962C8B-B14F-4D97-AF65-F5344CB8AC3E}">
        <p14:creationId xmlns:p14="http://schemas.microsoft.com/office/powerpoint/2010/main" val="2080906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AB0CF-DCC5-80E0-FB33-F2815EFD1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F7160-ADEE-8785-0690-FC58D8C58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4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Example –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A9DE9-2DF0-7B8A-CB69-6670E3687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797" y="1079292"/>
            <a:ext cx="10515600" cy="5547376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15" name="Group 14" descr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 title="IguanaTex Vector Display">
            <a:extLst>
              <a:ext uri="{FF2B5EF4-FFF2-40B4-BE49-F238E27FC236}">
                <a16:creationId xmlns:a16="http://schemas.microsoft.com/office/drawing/2014/main" id="{AC775B42-9A71-5A57-4896-5427E47DC74D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760511" y="231332"/>
            <a:ext cx="1322719" cy="315655"/>
            <a:chOff x="10251134" y="4246078"/>
            <a:chExt cx="1322719" cy="315655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13A52B4-22FE-A8BA-91D2-9A5122A6CED1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0251134" y="4246078"/>
              <a:ext cx="181867" cy="250824"/>
            </a:xfrm>
            <a:custGeom>
              <a:avLst/>
              <a:gdLst>
                <a:gd name="connsiteX0" fmla="*/ 120746 w 181867"/>
                <a:gd name="connsiteY0" fmla="*/ 100314 h 250824"/>
                <a:gd name="connsiteX1" fmla="*/ 69039 w 181867"/>
                <a:gd name="connsiteY1" fmla="*/ 89331 h 250824"/>
                <a:gd name="connsiteX2" fmla="*/ 34805 w 181867"/>
                <a:gd name="connsiteY2" fmla="*/ 52487 h 250824"/>
                <a:gd name="connsiteX3" fmla="*/ 80450 w 181867"/>
                <a:gd name="connsiteY3" fmla="*/ 15289 h 250824"/>
                <a:gd name="connsiteX4" fmla="*/ 153197 w 181867"/>
                <a:gd name="connsiteY4" fmla="*/ 75515 h 250824"/>
                <a:gd name="connsiteX5" fmla="*/ 162112 w 181867"/>
                <a:gd name="connsiteY5" fmla="*/ 84726 h 250824"/>
                <a:gd name="connsiteX6" fmla="*/ 170671 w 181867"/>
                <a:gd name="connsiteY6" fmla="*/ 74806 h 250824"/>
                <a:gd name="connsiteX7" fmla="*/ 170671 w 181867"/>
                <a:gd name="connsiteY7" fmla="*/ 9975 h 250824"/>
                <a:gd name="connsiteX8" fmla="*/ 164252 w 181867"/>
                <a:gd name="connsiteY8" fmla="*/ 55 h 250824"/>
                <a:gd name="connsiteX9" fmla="*/ 157120 w 181867"/>
                <a:gd name="connsiteY9" fmla="*/ 3952 h 250824"/>
                <a:gd name="connsiteX10" fmla="*/ 141073 w 181867"/>
                <a:gd name="connsiteY10" fmla="*/ 19540 h 250824"/>
                <a:gd name="connsiteX11" fmla="*/ 80094 w 181867"/>
                <a:gd name="connsiteY11" fmla="*/ 55 h 250824"/>
                <a:gd name="connsiteX12" fmla="*/ 215 w 181867"/>
                <a:gd name="connsiteY12" fmla="*/ 71264 h 250824"/>
                <a:gd name="connsiteX13" fmla="*/ 19471 w 181867"/>
                <a:gd name="connsiteY13" fmla="*/ 118382 h 250824"/>
                <a:gd name="connsiteX14" fmla="*/ 87939 w 181867"/>
                <a:gd name="connsiteY14" fmla="*/ 146723 h 250824"/>
                <a:gd name="connsiteX15" fmla="*/ 133227 w 181867"/>
                <a:gd name="connsiteY15" fmla="*/ 161957 h 250824"/>
                <a:gd name="connsiteX16" fmla="*/ 147492 w 181867"/>
                <a:gd name="connsiteY16" fmla="*/ 192779 h 250824"/>
                <a:gd name="connsiteX17" fmla="*/ 101133 w 181867"/>
                <a:gd name="connsiteY17" fmla="*/ 234228 h 250824"/>
                <a:gd name="connsiteX18" fmla="*/ 16975 w 181867"/>
                <a:gd name="connsiteY18" fmla="*/ 174357 h 250824"/>
                <a:gd name="connsiteX19" fmla="*/ 8773 w 181867"/>
                <a:gd name="connsiteY19" fmla="*/ 166208 h 250824"/>
                <a:gd name="connsiteX20" fmla="*/ 215 w 181867"/>
                <a:gd name="connsiteY20" fmla="*/ 176482 h 250824"/>
                <a:gd name="connsiteX21" fmla="*/ 215 w 181867"/>
                <a:gd name="connsiteY21" fmla="*/ 240960 h 250824"/>
                <a:gd name="connsiteX22" fmla="*/ 6634 w 181867"/>
                <a:gd name="connsiteY22" fmla="*/ 250879 h 250824"/>
                <a:gd name="connsiteX23" fmla="*/ 13409 w 181867"/>
                <a:gd name="connsiteY23" fmla="*/ 247691 h 250824"/>
                <a:gd name="connsiteX24" fmla="*/ 29813 w 181867"/>
                <a:gd name="connsiteY24" fmla="*/ 231394 h 250824"/>
                <a:gd name="connsiteX25" fmla="*/ 101133 w 181867"/>
                <a:gd name="connsiteY25" fmla="*/ 250879 h 250824"/>
                <a:gd name="connsiteX26" fmla="*/ 182082 w 181867"/>
                <a:gd name="connsiteY26" fmla="*/ 175065 h 250824"/>
                <a:gd name="connsiteX27" fmla="*/ 120746 w 181867"/>
                <a:gd name="connsiteY27" fmla="*/ 100314 h 250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1867" h="250824">
                  <a:moveTo>
                    <a:pt x="120746" y="100314"/>
                  </a:moveTo>
                  <a:lnTo>
                    <a:pt x="69039" y="89331"/>
                  </a:lnTo>
                  <a:cubicBezTo>
                    <a:pt x="54775" y="86143"/>
                    <a:pt x="34805" y="74098"/>
                    <a:pt x="34805" y="52487"/>
                  </a:cubicBezTo>
                  <a:cubicBezTo>
                    <a:pt x="34805" y="37253"/>
                    <a:pt x="44790" y="15289"/>
                    <a:pt x="80450" y="15289"/>
                  </a:cubicBezTo>
                  <a:cubicBezTo>
                    <a:pt x="108978" y="15289"/>
                    <a:pt x="144995" y="27334"/>
                    <a:pt x="153197" y="75515"/>
                  </a:cubicBezTo>
                  <a:cubicBezTo>
                    <a:pt x="154624" y="84017"/>
                    <a:pt x="154624" y="84726"/>
                    <a:pt x="162112" y="84726"/>
                  </a:cubicBezTo>
                  <a:cubicBezTo>
                    <a:pt x="170671" y="84726"/>
                    <a:pt x="170671" y="82954"/>
                    <a:pt x="170671" y="74806"/>
                  </a:cubicBezTo>
                  <a:lnTo>
                    <a:pt x="170671" y="9975"/>
                  </a:lnTo>
                  <a:cubicBezTo>
                    <a:pt x="170671" y="3243"/>
                    <a:pt x="170671" y="55"/>
                    <a:pt x="164252" y="55"/>
                  </a:cubicBezTo>
                  <a:cubicBezTo>
                    <a:pt x="161399" y="55"/>
                    <a:pt x="161042" y="409"/>
                    <a:pt x="157120" y="3952"/>
                  </a:cubicBezTo>
                  <a:lnTo>
                    <a:pt x="141073" y="19540"/>
                  </a:lnTo>
                  <a:cubicBezTo>
                    <a:pt x="120390" y="3243"/>
                    <a:pt x="97211" y="55"/>
                    <a:pt x="80094" y="55"/>
                  </a:cubicBezTo>
                  <a:cubicBezTo>
                    <a:pt x="25890" y="55"/>
                    <a:pt x="215" y="34065"/>
                    <a:pt x="215" y="71264"/>
                  </a:cubicBezTo>
                  <a:cubicBezTo>
                    <a:pt x="215" y="94291"/>
                    <a:pt x="11983" y="110588"/>
                    <a:pt x="19471" y="118382"/>
                  </a:cubicBezTo>
                  <a:cubicBezTo>
                    <a:pt x="36945" y="135741"/>
                    <a:pt x="49069" y="138221"/>
                    <a:pt x="87939" y="146723"/>
                  </a:cubicBezTo>
                  <a:cubicBezTo>
                    <a:pt x="119320" y="153454"/>
                    <a:pt x="125382" y="154517"/>
                    <a:pt x="133227" y="161957"/>
                  </a:cubicBezTo>
                  <a:cubicBezTo>
                    <a:pt x="138576" y="167271"/>
                    <a:pt x="147492" y="176482"/>
                    <a:pt x="147492" y="192779"/>
                  </a:cubicBezTo>
                  <a:cubicBezTo>
                    <a:pt x="147492" y="209784"/>
                    <a:pt x="138220" y="234228"/>
                    <a:pt x="101133" y="234228"/>
                  </a:cubicBezTo>
                  <a:cubicBezTo>
                    <a:pt x="74031" y="234228"/>
                    <a:pt x="19828" y="227143"/>
                    <a:pt x="16975" y="174357"/>
                  </a:cubicBezTo>
                  <a:cubicBezTo>
                    <a:pt x="16618" y="167980"/>
                    <a:pt x="16618" y="166208"/>
                    <a:pt x="8773" y="166208"/>
                  </a:cubicBezTo>
                  <a:cubicBezTo>
                    <a:pt x="215" y="166208"/>
                    <a:pt x="215" y="168334"/>
                    <a:pt x="215" y="176482"/>
                  </a:cubicBezTo>
                  <a:lnTo>
                    <a:pt x="215" y="240960"/>
                  </a:lnTo>
                  <a:cubicBezTo>
                    <a:pt x="215" y="247691"/>
                    <a:pt x="215" y="250879"/>
                    <a:pt x="6634" y="250879"/>
                  </a:cubicBezTo>
                  <a:cubicBezTo>
                    <a:pt x="9843" y="250879"/>
                    <a:pt x="10556" y="250171"/>
                    <a:pt x="13409" y="247691"/>
                  </a:cubicBezTo>
                  <a:lnTo>
                    <a:pt x="29813" y="231394"/>
                  </a:lnTo>
                  <a:cubicBezTo>
                    <a:pt x="53349" y="248754"/>
                    <a:pt x="86513" y="250879"/>
                    <a:pt x="101133" y="250879"/>
                  </a:cubicBezTo>
                  <a:cubicBezTo>
                    <a:pt x="159973" y="250879"/>
                    <a:pt x="182082" y="210846"/>
                    <a:pt x="182082" y="175065"/>
                  </a:cubicBezTo>
                  <a:cubicBezTo>
                    <a:pt x="182082" y="135741"/>
                    <a:pt x="153197" y="107045"/>
                    <a:pt x="120746" y="100314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BD10382-0436-61CF-1DDF-DD70119EA12F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0469334" y="4333583"/>
              <a:ext cx="200767" cy="228150"/>
            </a:xfrm>
            <a:custGeom>
              <a:avLst/>
              <a:gdLst>
                <a:gd name="connsiteX0" fmla="*/ 65479 w 200767"/>
                <a:gd name="connsiteY0" fmla="*/ 42922 h 228150"/>
                <a:gd name="connsiteX1" fmla="*/ 70828 w 200767"/>
                <a:gd name="connsiteY1" fmla="*/ 30877 h 228150"/>
                <a:gd name="connsiteX2" fmla="*/ 111481 w 200767"/>
                <a:gd name="connsiteY2" fmla="*/ 14226 h 228150"/>
                <a:gd name="connsiteX3" fmla="*/ 155343 w 200767"/>
                <a:gd name="connsiteY3" fmla="*/ 80475 h 228150"/>
                <a:gd name="connsiteX4" fmla="*/ 107202 w 200767"/>
                <a:gd name="connsiteY4" fmla="*/ 148849 h 228150"/>
                <a:gd name="connsiteX5" fmla="*/ 69402 w 200767"/>
                <a:gd name="connsiteY5" fmla="*/ 129718 h 228150"/>
                <a:gd name="connsiteX6" fmla="*/ 65479 w 200767"/>
                <a:gd name="connsiteY6" fmla="*/ 118027 h 228150"/>
                <a:gd name="connsiteX7" fmla="*/ 65479 w 200767"/>
                <a:gd name="connsiteY7" fmla="*/ 42922 h 228150"/>
                <a:gd name="connsiteX8" fmla="*/ 65479 w 200767"/>
                <a:gd name="connsiteY8" fmla="*/ 145661 h 228150"/>
                <a:gd name="connsiteX9" fmla="*/ 111124 w 200767"/>
                <a:gd name="connsiteY9" fmla="*/ 161603 h 228150"/>
                <a:gd name="connsiteX10" fmla="*/ 200988 w 200767"/>
                <a:gd name="connsiteY10" fmla="*/ 80475 h 228150"/>
                <a:gd name="connsiteX11" fmla="*/ 117187 w 200767"/>
                <a:gd name="connsiteY11" fmla="*/ 55 h 228150"/>
                <a:gd name="connsiteX12" fmla="*/ 63340 w 200767"/>
                <a:gd name="connsiteY12" fmla="*/ 17414 h 228150"/>
                <a:gd name="connsiteX13" fmla="*/ 63340 w 200767"/>
                <a:gd name="connsiteY13" fmla="*/ 55 h 228150"/>
                <a:gd name="connsiteX14" fmla="*/ 221 w 200767"/>
                <a:gd name="connsiteY14" fmla="*/ 2889 h 228150"/>
                <a:gd name="connsiteX15" fmla="*/ 221 w 200767"/>
                <a:gd name="connsiteY15" fmla="*/ 19540 h 228150"/>
                <a:gd name="connsiteX16" fmla="*/ 24827 w 200767"/>
                <a:gd name="connsiteY16" fmla="*/ 33002 h 228150"/>
                <a:gd name="connsiteX17" fmla="*/ 24827 w 200767"/>
                <a:gd name="connsiteY17" fmla="*/ 211555 h 228150"/>
                <a:gd name="connsiteX18" fmla="*/ 221 w 200767"/>
                <a:gd name="connsiteY18" fmla="*/ 211555 h 228150"/>
                <a:gd name="connsiteX19" fmla="*/ 221 w 200767"/>
                <a:gd name="connsiteY19" fmla="*/ 228206 h 228150"/>
                <a:gd name="connsiteX20" fmla="*/ 45153 w 200767"/>
                <a:gd name="connsiteY20" fmla="*/ 227143 h 228150"/>
                <a:gd name="connsiteX21" fmla="*/ 90085 w 200767"/>
                <a:gd name="connsiteY21" fmla="*/ 228206 h 228150"/>
                <a:gd name="connsiteX22" fmla="*/ 90085 w 200767"/>
                <a:gd name="connsiteY22" fmla="*/ 211555 h 228150"/>
                <a:gd name="connsiteX23" fmla="*/ 65479 w 200767"/>
                <a:gd name="connsiteY23" fmla="*/ 211555 h 228150"/>
                <a:gd name="connsiteX24" fmla="*/ 65479 w 200767"/>
                <a:gd name="connsiteY24" fmla="*/ 145661 h 22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767" h="228150">
                  <a:moveTo>
                    <a:pt x="65479" y="42922"/>
                  </a:moveTo>
                  <a:cubicBezTo>
                    <a:pt x="65479" y="36191"/>
                    <a:pt x="65836" y="35836"/>
                    <a:pt x="70828" y="30877"/>
                  </a:cubicBezTo>
                  <a:cubicBezTo>
                    <a:pt x="85092" y="16351"/>
                    <a:pt x="103636" y="14226"/>
                    <a:pt x="111481" y="14226"/>
                  </a:cubicBezTo>
                  <a:cubicBezTo>
                    <a:pt x="135373" y="14226"/>
                    <a:pt x="155343" y="35836"/>
                    <a:pt x="155343" y="80475"/>
                  </a:cubicBezTo>
                  <a:cubicBezTo>
                    <a:pt x="155343" y="130427"/>
                    <a:pt x="130381" y="148849"/>
                    <a:pt x="107202" y="148849"/>
                  </a:cubicBezTo>
                  <a:cubicBezTo>
                    <a:pt x="102209" y="148849"/>
                    <a:pt x="85449" y="148849"/>
                    <a:pt x="69402" y="129718"/>
                  </a:cubicBezTo>
                  <a:cubicBezTo>
                    <a:pt x="65479" y="125113"/>
                    <a:pt x="65479" y="124758"/>
                    <a:pt x="65479" y="118027"/>
                  </a:cubicBezTo>
                  <a:lnTo>
                    <a:pt x="65479" y="42922"/>
                  </a:lnTo>
                  <a:close/>
                  <a:moveTo>
                    <a:pt x="65479" y="145661"/>
                  </a:moveTo>
                  <a:cubicBezTo>
                    <a:pt x="80813" y="158060"/>
                    <a:pt x="96504" y="161603"/>
                    <a:pt x="111124" y="161603"/>
                  </a:cubicBezTo>
                  <a:cubicBezTo>
                    <a:pt x="164615" y="161603"/>
                    <a:pt x="200988" y="129718"/>
                    <a:pt x="200988" y="80475"/>
                  </a:cubicBezTo>
                  <a:cubicBezTo>
                    <a:pt x="200988" y="33356"/>
                    <a:pt x="168537" y="55"/>
                    <a:pt x="117187" y="55"/>
                  </a:cubicBezTo>
                  <a:cubicBezTo>
                    <a:pt x="90442" y="55"/>
                    <a:pt x="71542" y="11037"/>
                    <a:pt x="63340" y="17414"/>
                  </a:cubicBezTo>
                  <a:lnTo>
                    <a:pt x="63340" y="55"/>
                  </a:lnTo>
                  <a:lnTo>
                    <a:pt x="221" y="2889"/>
                  </a:lnTo>
                  <a:lnTo>
                    <a:pt x="221" y="19540"/>
                  </a:lnTo>
                  <a:cubicBezTo>
                    <a:pt x="22330" y="19540"/>
                    <a:pt x="24827" y="19540"/>
                    <a:pt x="24827" y="33002"/>
                  </a:cubicBezTo>
                  <a:lnTo>
                    <a:pt x="24827" y="211555"/>
                  </a:lnTo>
                  <a:lnTo>
                    <a:pt x="221" y="211555"/>
                  </a:lnTo>
                  <a:lnTo>
                    <a:pt x="221" y="228206"/>
                  </a:lnTo>
                  <a:cubicBezTo>
                    <a:pt x="10206" y="227852"/>
                    <a:pt x="31602" y="227143"/>
                    <a:pt x="45153" y="227143"/>
                  </a:cubicBezTo>
                  <a:cubicBezTo>
                    <a:pt x="59061" y="227143"/>
                    <a:pt x="80100" y="227852"/>
                    <a:pt x="90085" y="228206"/>
                  </a:cubicBezTo>
                  <a:lnTo>
                    <a:pt x="90085" y="211555"/>
                  </a:lnTo>
                  <a:lnTo>
                    <a:pt x="65479" y="211555"/>
                  </a:lnTo>
                  <a:lnTo>
                    <a:pt x="65479" y="145661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3917435-452E-ABF1-F996-3286802668A4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700728" y="4247141"/>
              <a:ext cx="87724" cy="245864"/>
            </a:xfrm>
            <a:custGeom>
              <a:avLst/>
              <a:gdLst>
                <a:gd name="connsiteX0" fmla="*/ 63346 w 87724"/>
                <a:gd name="connsiteY0" fmla="*/ 55 h 245864"/>
                <a:gd name="connsiteX1" fmla="*/ 228 w 87724"/>
                <a:gd name="connsiteY1" fmla="*/ 2889 h 245864"/>
                <a:gd name="connsiteX2" fmla="*/ 228 w 87724"/>
                <a:gd name="connsiteY2" fmla="*/ 19540 h 245864"/>
                <a:gd name="connsiteX3" fmla="*/ 24833 w 87724"/>
                <a:gd name="connsiteY3" fmla="*/ 33356 h 245864"/>
                <a:gd name="connsiteX4" fmla="*/ 24833 w 87724"/>
                <a:gd name="connsiteY4" fmla="*/ 229269 h 245864"/>
                <a:gd name="connsiteX5" fmla="*/ 228 w 87724"/>
                <a:gd name="connsiteY5" fmla="*/ 229269 h 245864"/>
                <a:gd name="connsiteX6" fmla="*/ 228 w 87724"/>
                <a:gd name="connsiteY6" fmla="*/ 245919 h 245864"/>
                <a:gd name="connsiteX7" fmla="*/ 44090 w 87724"/>
                <a:gd name="connsiteY7" fmla="*/ 244857 h 245864"/>
                <a:gd name="connsiteX8" fmla="*/ 87952 w 87724"/>
                <a:gd name="connsiteY8" fmla="*/ 245919 h 245864"/>
                <a:gd name="connsiteX9" fmla="*/ 87952 w 87724"/>
                <a:gd name="connsiteY9" fmla="*/ 229269 h 245864"/>
                <a:gd name="connsiteX10" fmla="*/ 63346 w 87724"/>
                <a:gd name="connsiteY10" fmla="*/ 229269 h 245864"/>
                <a:gd name="connsiteX11" fmla="*/ 63346 w 87724"/>
                <a:gd name="connsiteY11" fmla="*/ 5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7724" h="245864">
                  <a:moveTo>
                    <a:pt x="63346" y="55"/>
                  </a:moveTo>
                  <a:lnTo>
                    <a:pt x="228" y="2889"/>
                  </a:lnTo>
                  <a:lnTo>
                    <a:pt x="228" y="19540"/>
                  </a:lnTo>
                  <a:cubicBezTo>
                    <a:pt x="22337" y="19540"/>
                    <a:pt x="24833" y="19540"/>
                    <a:pt x="24833" y="33356"/>
                  </a:cubicBezTo>
                  <a:lnTo>
                    <a:pt x="24833" y="229269"/>
                  </a:lnTo>
                  <a:lnTo>
                    <a:pt x="228" y="229269"/>
                  </a:lnTo>
                  <a:lnTo>
                    <a:pt x="228" y="245919"/>
                  </a:lnTo>
                  <a:cubicBezTo>
                    <a:pt x="11639" y="245565"/>
                    <a:pt x="28756" y="244857"/>
                    <a:pt x="44090" y="244857"/>
                  </a:cubicBezTo>
                  <a:cubicBezTo>
                    <a:pt x="59424" y="244857"/>
                    <a:pt x="75827" y="245565"/>
                    <a:pt x="87952" y="245919"/>
                  </a:cubicBezTo>
                  <a:lnTo>
                    <a:pt x="87952" y="229269"/>
                  </a:lnTo>
                  <a:lnTo>
                    <a:pt x="63346" y="229269"/>
                  </a:lnTo>
                  <a:lnTo>
                    <a:pt x="63346" y="55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41C8AC4-E048-EA8E-E1C1-EA473886D214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0814642" y="4246787"/>
              <a:ext cx="85227" cy="246218"/>
            </a:xfrm>
            <a:custGeom>
              <a:avLst/>
              <a:gdLst>
                <a:gd name="connsiteX0" fmla="*/ 63349 w 85227"/>
                <a:gd name="connsiteY0" fmla="*/ 86851 h 246218"/>
                <a:gd name="connsiteX1" fmla="*/ 1301 w 85227"/>
                <a:gd name="connsiteY1" fmla="*/ 89686 h 246218"/>
                <a:gd name="connsiteX2" fmla="*/ 1301 w 85227"/>
                <a:gd name="connsiteY2" fmla="*/ 106336 h 246218"/>
                <a:gd name="connsiteX3" fmla="*/ 24836 w 85227"/>
                <a:gd name="connsiteY3" fmla="*/ 120153 h 246218"/>
                <a:gd name="connsiteX4" fmla="*/ 24836 w 85227"/>
                <a:gd name="connsiteY4" fmla="*/ 229623 h 246218"/>
                <a:gd name="connsiteX5" fmla="*/ 231 w 85227"/>
                <a:gd name="connsiteY5" fmla="*/ 229623 h 246218"/>
                <a:gd name="connsiteX6" fmla="*/ 231 w 85227"/>
                <a:gd name="connsiteY6" fmla="*/ 246274 h 246218"/>
                <a:gd name="connsiteX7" fmla="*/ 43736 w 85227"/>
                <a:gd name="connsiteY7" fmla="*/ 245211 h 246218"/>
                <a:gd name="connsiteX8" fmla="*/ 85459 w 85227"/>
                <a:gd name="connsiteY8" fmla="*/ 246274 h 246218"/>
                <a:gd name="connsiteX9" fmla="*/ 85459 w 85227"/>
                <a:gd name="connsiteY9" fmla="*/ 229623 h 246218"/>
                <a:gd name="connsiteX10" fmla="*/ 63349 w 85227"/>
                <a:gd name="connsiteY10" fmla="*/ 229623 h 246218"/>
                <a:gd name="connsiteX11" fmla="*/ 63349 w 85227"/>
                <a:gd name="connsiteY11" fmla="*/ 86851 h 246218"/>
                <a:gd name="connsiteX12" fmla="*/ 66915 w 85227"/>
                <a:gd name="connsiteY12" fmla="*/ 27688 h 246218"/>
                <a:gd name="connsiteX13" fmla="*/ 39100 w 85227"/>
                <a:gd name="connsiteY13" fmla="*/ 55 h 246218"/>
                <a:gd name="connsiteX14" fmla="*/ 11285 w 85227"/>
                <a:gd name="connsiteY14" fmla="*/ 27688 h 246218"/>
                <a:gd name="connsiteX15" fmla="*/ 39100 w 85227"/>
                <a:gd name="connsiteY15" fmla="*/ 55321 h 246218"/>
                <a:gd name="connsiteX16" fmla="*/ 66915 w 85227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227" h="246218">
                  <a:moveTo>
                    <a:pt x="63349" y="86851"/>
                  </a:moveTo>
                  <a:lnTo>
                    <a:pt x="1301" y="89686"/>
                  </a:lnTo>
                  <a:lnTo>
                    <a:pt x="1301" y="106336"/>
                  </a:lnTo>
                  <a:cubicBezTo>
                    <a:pt x="22340" y="106336"/>
                    <a:pt x="24836" y="106336"/>
                    <a:pt x="24836" y="120153"/>
                  </a:cubicBezTo>
                  <a:lnTo>
                    <a:pt x="24836" y="229623"/>
                  </a:lnTo>
                  <a:lnTo>
                    <a:pt x="231" y="229623"/>
                  </a:lnTo>
                  <a:lnTo>
                    <a:pt x="231" y="246274"/>
                  </a:lnTo>
                  <a:cubicBezTo>
                    <a:pt x="11285" y="245919"/>
                    <a:pt x="28759" y="245211"/>
                    <a:pt x="43736" y="245211"/>
                  </a:cubicBezTo>
                  <a:cubicBezTo>
                    <a:pt x="54434" y="245211"/>
                    <a:pt x="72621" y="245919"/>
                    <a:pt x="85459" y="246274"/>
                  </a:cubicBezTo>
                  <a:lnTo>
                    <a:pt x="85459" y="229623"/>
                  </a:lnTo>
                  <a:lnTo>
                    <a:pt x="63349" y="229623"/>
                  </a:lnTo>
                  <a:lnTo>
                    <a:pt x="63349" y="86851"/>
                  </a:lnTo>
                  <a:close/>
                  <a:moveTo>
                    <a:pt x="66915" y="27688"/>
                  </a:moveTo>
                  <a:cubicBezTo>
                    <a:pt x="66915" y="12100"/>
                    <a:pt x="54078" y="55"/>
                    <a:pt x="39100" y="55"/>
                  </a:cubicBezTo>
                  <a:cubicBezTo>
                    <a:pt x="23766" y="55"/>
                    <a:pt x="11285" y="12454"/>
                    <a:pt x="11285" y="27688"/>
                  </a:cubicBezTo>
                  <a:cubicBezTo>
                    <a:pt x="11285" y="42922"/>
                    <a:pt x="23766" y="55321"/>
                    <a:pt x="39100" y="55321"/>
                  </a:cubicBezTo>
                  <a:cubicBezTo>
                    <a:pt x="54078" y="55321"/>
                    <a:pt x="66915" y="43276"/>
                    <a:pt x="66915" y="27688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739E43C-4F95-0B88-26AB-70C1A8FF181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0927843" y="4333583"/>
              <a:ext cx="203263" cy="159422"/>
            </a:xfrm>
            <a:custGeom>
              <a:avLst/>
              <a:gdLst>
                <a:gd name="connsiteX0" fmla="*/ 24839 w 203263"/>
                <a:gd name="connsiteY0" fmla="*/ 33356 h 159422"/>
                <a:gd name="connsiteX1" fmla="*/ 24839 w 203263"/>
                <a:gd name="connsiteY1" fmla="*/ 142826 h 159422"/>
                <a:gd name="connsiteX2" fmla="*/ 234 w 203263"/>
                <a:gd name="connsiteY2" fmla="*/ 142826 h 159422"/>
                <a:gd name="connsiteX3" fmla="*/ 234 w 203263"/>
                <a:gd name="connsiteY3" fmla="*/ 159477 h 159422"/>
                <a:gd name="connsiteX4" fmla="*/ 45166 w 203263"/>
                <a:gd name="connsiteY4" fmla="*/ 158414 h 159422"/>
                <a:gd name="connsiteX5" fmla="*/ 90098 w 203263"/>
                <a:gd name="connsiteY5" fmla="*/ 159477 h 159422"/>
                <a:gd name="connsiteX6" fmla="*/ 90098 w 203263"/>
                <a:gd name="connsiteY6" fmla="*/ 142826 h 159422"/>
                <a:gd name="connsiteX7" fmla="*/ 65492 w 203263"/>
                <a:gd name="connsiteY7" fmla="*/ 142826 h 159422"/>
                <a:gd name="connsiteX8" fmla="*/ 65492 w 203263"/>
                <a:gd name="connsiteY8" fmla="*/ 68784 h 159422"/>
                <a:gd name="connsiteX9" fmla="*/ 118626 w 203263"/>
                <a:gd name="connsiteY9" fmla="*/ 12809 h 159422"/>
                <a:gd name="connsiteX10" fmla="*/ 138239 w 203263"/>
                <a:gd name="connsiteY10" fmla="*/ 47173 h 159422"/>
                <a:gd name="connsiteX11" fmla="*/ 138239 w 203263"/>
                <a:gd name="connsiteY11" fmla="*/ 142826 h 159422"/>
                <a:gd name="connsiteX12" fmla="*/ 113633 w 203263"/>
                <a:gd name="connsiteY12" fmla="*/ 142826 h 159422"/>
                <a:gd name="connsiteX13" fmla="*/ 113633 w 203263"/>
                <a:gd name="connsiteY13" fmla="*/ 159477 h 159422"/>
                <a:gd name="connsiteX14" fmla="*/ 158565 w 203263"/>
                <a:gd name="connsiteY14" fmla="*/ 158414 h 159422"/>
                <a:gd name="connsiteX15" fmla="*/ 203497 w 203263"/>
                <a:gd name="connsiteY15" fmla="*/ 159477 h 159422"/>
                <a:gd name="connsiteX16" fmla="*/ 203497 w 203263"/>
                <a:gd name="connsiteY16" fmla="*/ 142826 h 159422"/>
                <a:gd name="connsiteX17" fmla="*/ 178892 w 203263"/>
                <a:gd name="connsiteY17" fmla="*/ 142826 h 159422"/>
                <a:gd name="connsiteX18" fmla="*/ 178892 w 203263"/>
                <a:gd name="connsiteY18" fmla="*/ 51070 h 159422"/>
                <a:gd name="connsiteX19" fmla="*/ 123975 w 203263"/>
                <a:gd name="connsiteY19" fmla="*/ 55 h 159422"/>
                <a:gd name="connsiteX20" fmla="*/ 61569 w 203263"/>
                <a:gd name="connsiteY20" fmla="*/ 38316 h 159422"/>
                <a:gd name="connsiteX21" fmla="*/ 61569 w 203263"/>
                <a:gd name="connsiteY21" fmla="*/ 55 h 159422"/>
                <a:gd name="connsiteX22" fmla="*/ 234 w 203263"/>
                <a:gd name="connsiteY22" fmla="*/ 2889 h 159422"/>
                <a:gd name="connsiteX23" fmla="*/ 234 w 203263"/>
                <a:gd name="connsiteY23" fmla="*/ 19540 h 159422"/>
                <a:gd name="connsiteX24" fmla="*/ 24839 w 203263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3263" h="159422">
                  <a:moveTo>
                    <a:pt x="24839" y="33356"/>
                  </a:moveTo>
                  <a:lnTo>
                    <a:pt x="24839" y="142826"/>
                  </a:lnTo>
                  <a:lnTo>
                    <a:pt x="234" y="142826"/>
                  </a:lnTo>
                  <a:lnTo>
                    <a:pt x="234" y="159477"/>
                  </a:lnTo>
                  <a:cubicBezTo>
                    <a:pt x="10219" y="159123"/>
                    <a:pt x="31615" y="158414"/>
                    <a:pt x="45166" y="158414"/>
                  </a:cubicBezTo>
                  <a:cubicBezTo>
                    <a:pt x="59073" y="158414"/>
                    <a:pt x="80113" y="159123"/>
                    <a:pt x="90098" y="159477"/>
                  </a:cubicBezTo>
                  <a:lnTo>
                    <a:pt x="90098" y="142826"/>
                  </a:lnTo>
                  <a:lnTo>
                    <a:pt x="65492" y="142826"/>
                  </a:lnTo>
                  <a:lnTo>
                    <a:pt x="65492" y="68784"/>
                  </a:lnTo>
                  <a:cubicBezTo>
                    <a:pt x="65492" y="30168"/>
                    <a:pt x="96160" y="12809"/>
                    <a:pt x="118626" y="12809"/>
                  </a:cubicBezTo>
                  <a:cubicBezTo>
                    <a:pt x="130750" y="12809"/>
                    <a:pt x="138239" y="20248"/>
                    <a:pt x="138239" y="47173"/>
                  </a:cubicBezTo>
                  <a:lnTo>
                    <a:pt x="138239" y="142826"/>
                  </a:lnTo>
                  <a:lnTo>
                    <a:pt x="113633" y="142826"/>
                  </a:lnTo>
                  <a:lnTo>
                    <a:pt x="113633" y="159477"/>
                  </a:lnTo>
                  <a:cubicBezTo>
                    <a:pt x="123618" y="159123"/>
                    <a:pt x="145014" y="158414"/>
                    <a:pt x="158565" y="158414"/>
                  </a:cubicBezTo>
                  <a:cubicBezTo>
                    <a:pt x="172473" y="158414"/>
                    <a:pt x="193512" y="159123"/>
                    <a:pt x="203497" y="159477"/>
                  </a:cubicBezTo>
                  <a:lnTo>
                    <a:pt x="203497" y="142826"/>
                  </a:lnTo>
                  <a:lnTo>
                    <a:pt x="178892" y="142826"/>
                  </a:lnTo>
                  <a:lnTo>
                    <a:pt x="178892" y="51070"/>
                  </a:lnTo>
                  <a:cubicBezTo>
                    <a:pt x="178892" y="13872"/>
                    <a:pt x="159635" y="55"/>
                    <a:pt x="123975" y="55"/>
                  </a:cubicBezTo>
                  <a:cubicBezTo>
                    <a:pt x="89741" y="55"/>
                    <a:pt x="70841" y="20248"/>
                    <a:pt x="61569" y="38316"/>
                  </a:cubicBezTo>
                  <a:lnTo>
                    <a:pt x="61569" y="55"/>
                  </a:lnTo>
                  <a:lnTo>
                    <a:pt x="234" y="2889"/>
                  </a:lnTo>
                  <a:lnTo>
                    <a:pt x="234" y="19540"/>
                  </a:lnTo>
                  <a:cubicBezTo>
                    <a:pt x="22343" y="19540"/>
                    <a:pt x="24839" y="19540"/>
                    <a:pt x="24839" y="33356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9ADB208-5B99-D093-7AA9-173ADE7DB6D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1151035" y="4332520"/>
              <a:ext cx="164750" cy="162610"/>
            </a:xfrm>
            <a:custGeom>
              <a:avLst/>
              <a:gdLst>
                <a:gd name="connsiteX0" fmla="*/ 153579 w 164750"/>
                <a:gd name="connsiteY0" fmla="*/ 83309 h 162610"/>
                <a:gd name="connsiteX1" fmla="*/ 164990 w 164750"/>
                <a:gd name="connsiteY1" fmla="*/ 73743 h 162610"/>
                <a:gd name="connsiteX2" fmla="*/ 145021 w 164750"/>
                <a:gd name="connsiteY2" fmla="*/ 19186 h 162610"/>
                <a:gd name="connsiteX3" fmla="*/ 88321 w 164750"/>
                <a:gd name="connsiteY3" fmla="*/ 55 h 162610"/>
                <a:gd name="connsiteX4" fmla="*/ 240 w 164750"/>
                <a:gd name="connsiteY4" fmla="*/ 80829 h 162610"/>
                <a:gd name="connsiteX5" fmla="*/ 93313 w 164750"/>
                <a:gd name="connsiteY5" fmla="*/ 162666 h 162610"/>
                <a:gd name="connsiteX6" fmla="*/ 164990 w 164750"/>
                <a:gd name="connsiteY6" fmla="*/ 119090 h 162610"/>
                <a:gd name="connsiteX7" fmla="*/ 156432 w 164750"/>
                <a:gd name="connsiteY7" fmla="*/ 112713 h 162610"/>
                <a:gd name="connsiteX8" fmla="*/ 147517 w 164750"/>
                <a:gd name="connsiteY8" fmla="*/ 120153 h 162610"/>
                <a:gd name="connsiteX9" fmla="*/ 96523 w 164750"/>
                <a:gd name="connsiteY9" fmla="*/ 148495 h 162610"/>
                <a:gd name="connsiteX10" fmla="*/ 45885 w 164750"/>
                <a:gd name="connsiteY10" fmla="*/ 83309 h 162610"/>
                <a:gd name="connsiteX11" fmla="*/ 153579 w 164750"/>
                <a:gd name="connsiteY11" fmla="*/ 83309 h 162610"/>
                <a:gd name="connsiteX12" fmla="*/ 45885 w 164750"/>
                <a:gd name="connsiteY12" fmla="*/ 71618 h 162610"/>
                <a:gd name="connsiteX13" fmla="*/ 54444 w 164750"/>
                <a:gd name="connsiteY13" fmla="*/ 31231 h 162610"/>
                <a:gd name="connsiteX14" fmla="*/ 88321 w 164750"/>
                <a:gd name="connsiteY14" fmla="*/ 12809 h 162610"/>
                <a:gd name="connsiteX15" fmla="*/ 131113 w 164750"/>
                <a:gd name="connsiteY15" fmla="*/ 71618 h 162610"/>
                <a:gd name="connsiteX16" fmla="*/ 45885 w 164750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4750" h="162610">
                  <a:moveTo>
                    <a:pt x="153579" y="83309"/>
                  </a:moveTo>
                  <a:cubicBezTo>
                    <a:pt x="161424" y="83309"/>
                    <a:pt x="164990" y="83309"/>
                    <a:pt x="164990" y="73743"/>
                  </a:cubicBezTo>
                  <a:cubicBezTo>
                    <a:pt x="164990" y="62761"/>
                    <a:pt x="162851" y="36899"/>
                    <a:pt x="145021" y="19186"/>
                  </a:cubicBezTo>
                  <a:cubicBezTo>
                    <a:pt x="131827" y="6432"/>
                    <a:pt x="112927" y="55"/>
                    <a:pt x="88321" y="55"/>
                  </a:cubicBezTo>
                  <a:cubicBezTo>
                    <a:pt x="31265" y="55"/>
                    <a:pt x="240" y="36545"/>
                    <a:pt x="240" y="80829"/>
                  </a:cubicBezTo>
                  <a:cubicBezTo>
                    <a:pt x="240" y="128301"/>
                    <a:pt x="35900" y="162666"/>
                    <a:pt x="93313" y="162666"/>
                  </a:cubicBezTo>
                  <a:cubicBezTo>
                    <a:pt x="149657" y="162666"/>
                    <a:pt x="164990" y="125113"/>
                    <a:pt x="164990" y="119090"/>
                  </a:cubicBezTo>
                  <a:cubicBezTo>
                    <a:pt x="164990" y="112713"/>
                    <a:pt x="158215" y="112713"/>
                    <a:pt x="156432" y="112713"/>
                  </a:cubicBezTo>
                  <a:cubicBezTo>
                    <a:pt x="150370" y="112713"/>
                    <a:pt x="149657" y="114485"/>
                    <a:pt x="147517" y="120153"/>
                  </a:cubicBezTo>
                  <a:cubicBezTo>
                    <a:pt x="140028" y="137158"/>
                    <a:pt x="119702" y="148495"/>
                    <a:pt x="96523" y="148495"/>
                  </a:cubicBezTo>
                  <a:cubicBezTo>
                    <a:pt x="46242" y="148495"/>
                    <a:pt x="45885" y="101377"/>
                    <a:pt x="45885" y="83309"/>
                  </a:cubicBezTo>
                  <a:lnTo>
                    <a:pt x="153579" y="83309"/>
                  </a:lnTo>
                  <a:close/>
                  <a:moveTo>
                    <a:pt x="45885" y="71618"/>
                  </a:moveTo>
                  <a:cubicBezTo>
                    <a:pt x="46599" y="57801"/>
                    <a:pt x="46955" y="42922"/>
                    <a:pt x="54444" y="31231"/>
                  </a:cubicBezTo>
                  <a:cubicBezTo>
                    <a:pt x="63715" y="17060"/>
                    <a:pt x="77980" y="12809"/>
                    <a:pt x="88321" y="12809"/>
                  </a:cubicBezTo>
                  <a:cubicBezTo>
                    <a:pt x="130043" y="12809"/>
                    <a:pt x="130757" y="59218"/>
                    <a:pt x="131113" y="71618"/>
                  </a:cubicBezTo>
                  <a:lnTo>
                    <a:pt x="45885" y="71618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8361083-4574-E40A-8F7F-3B7CF8482CF0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1341133" y="4332520"/>
              <a:ext cx="134439" cy="162610"/>
            </a:xfrm>
            <a:custGeom>
              <a:avLst/>
              <a:gdLst>
                <a:gd name="connsiteX0" fmla="*/ 61938 w 134439"/>
                <a:gd name="connsiteY0" fmla="*/ 56384 h 162610"/>
                <a:gd name="connsiteX1" fmla="*/ 25564 w 134439"/>
                <a:gd name="connsiteY1" fmla="*/ 33356 h 162610"/>
                <a:gd name="connsiteX2" fmla="*/ 65504 w 134439"/>
                <a:gd name="connsiteY2" fmla="*/ 11392 h 162610"/>
                <a:gd name="connsiteX3" fmla="*/ 107583 w 134439"/>
                <a:gd name="connsiteY3" fmla="*/ 41150 h 162610"/>
                <a:gd name="connsiteX4" fmla="*/ 115785 w 134439"/>
                <a:gd name="connsiteY4" fmla="*/ 48236 h 162610"/>
                <a:gd name="connsiteX5" fmla="*/ 124343 w 134439"/>
                <a:gd name="connsiteY5" fmla="*/ 38316 h 162610"/>
                <a:gd name="connsiteX6" fmla="*/ 124343 w 134439"/>
                <a:gd name="connsiteY6" fmla="*/ 9975 h 162610"/>
                <a:gd name="connsiteX7" fmla="*/ 117924 w 134439"/>
                <a:gd name="connsiteY7" fmla="*/ 55 h 162610"/>
                <a:gd name="connsiteX8" fmla="*/ 101877 w 134439"/>
                <a:gd name="connsiteY8" fmla="*/ 6786 h 162610"/>
                <a:gd name="connsiteX9" fmla="*/ 65860 w 134439"/>
                <a:gd name="connsiteY9" fmla="*/ 55 h 162610"/>
                <a:gd name="connsiteX10" fmla="*/ 246 w 134439"/>
                <a:gd name="connsiteY10" fmla="*/ 46464 h 162610"/>
                <a:gd name="connsiteX11" fmla="*/ 14510 w 134439"/>
                <a:gd name="connsiteY11" fmla="*/ 76223 h 162610"/>
                <a:gd name="connsiteX12" fmla="*/ 69783 w 134439"/>
                <a:gd name="connsiteY12" fmla="*/ 95708 h 162610"/>
                <a:gd name="connsiteX13" fmla="*/ 109366 w 134439"/>
                <a:gd name="connsiteY13" fmla="*/ 123341 h 162610"/>
                <a:gd name="connsiteX14" fmla="*/ 68713 w 134439"/>
                <a:gd name="connsiteY14" fmla="*/ 149912 h 162610"/>
                <a:gd name="connsiteX15" fmla="*/ 17362 w 134439"/>
                <a:gd name="connsiteY15" fmla="*/ 108816 h 162610"/>
                <a:gd name="connsiteX16" fmla="*/ 8804 w 134439"/>
                <a:gd name="connsiteY16" fmla="*/ 103856 h 162610"/>
                <a:gd name="connsiteX17" fmla="*/ 246 w 134439"/>
                <a:gd name="connsiteY17" fmla="*/ 114130 h 162610"/>
                <a:gd name="connsiteX18" fmla="*/ 246 w 134439"/>
                <a:gd name="connsiteY18" fmla="*/ 152746 h 162610"/>
                <a:gd name="connsiteX19" fmla="*/ 6664 w 134439"/>
                <a:gd name="connsiteY19" fmla="*/ 162666 h 162610"/>
                <a:gd name="connsiteX20" fmla="*/ 17362 w 134439"/>
                <a:gd name="connsiteY20" fmla="*/ 157351 h 162610"/>
                <a:gd name="connsiteX21" fmla="*/ 26634 w 134439"/>
                <a:gd name="connsiteY21" fmla="*/ 151329 h 162610"/>
                <a:gd name="connsiteX22" fmla="*/ 68713 w 134439"/>
                <a:gd name="connsiteY22" fmla="*/ 162666 h 162610"/>
                <a:gd name="connsiteX23" fmla="*/ 134685 w 134439"/>
                <a:gd name="connsiteY23" fmla="*/ 110942 h 162610"/>
                <a:gd name="connsiteX24" fmla="*/ 115071 w 134439"/>
                <a:gd name="connsiteY24" fmla="*/ 73389 h 162610"/>
                <a:gd name="connsiteX25" fmla="*/ 61938 w 134439"/>
                <a:gd name="connsiteY25" fmla="*/ 56384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4439" h="162610">
                  <a:moveTo>
                    <a:pt x="61938" y="56384"/>
                  </a:moveTo>
                  <a:cubicBezTo>
                    <a:pt x="48743" y="53904"/>
                    <a:pt x="25564" y="50007"/>
                    <a:pt x="25564" y="33356"/>
                  </a:cubicBezTo>
                  <a:cubicBezTo>
                    <a:pt x="25564" y="11392"/>
                    <a:pt x="58728" y="11392"/>
                    <a:pt x="65504" y="11392"/>
                  </a:cubicBezTo>
                  <a:cubicBezTo>
                    <a:pt x="92249" y="11392"/>
                    <a:pt x="105800" y="21665"/>
                    <a:pt x="107583" y="41150"/>
                  </a:cubicBezTo>
                  <a:cubicBezTo>
                    <a:pt x="107939" y="46464"/>
                    <a:pt x="108296" y="48236"/>
                    <a:pt x="115785" y="48236"/>
                  </a:cubicBezTo>
                  <a:cubicBezTo>
                    <a:pt x="124343" y="48236"/>
                    <a:pt x="124343" y="46464"/>
                    <a:pt x="124343" y="38316"/>
                  </a:cubicBezTo>
                  <a:lnTo>
                    <a:pt x="124343" y="9975"/>
                  </a:lnTo>
                  <a:cubicBezTo>
                    <a:pt x="124343" y="3243"/>
                    <a:pt x="124343" y="55"/>
                    <a:pt x="117924" y="55"/>
                  </a:cubicBezTo>
                  <a:cubicBezTo>
                    <a:pt x="116498" y="55"/>
                    <a:pt x="115785" y="55"/>
                    <a:pt x="101877" y="6786"/>
                  </a:cubicBezTo>
                  <a:cubicBezTo>
                    <a:pt x="92605" y="2181"/>
                    <a:pt x="80124" y="55"/>
                    <a:pt x="65860" y="55"/>
                  </a:cubicBezTo>
                  <a:cubicBezTo>
                    <a:pt x="55162" y="55"/>
                    <a:pt x="246" y="55"/>
                    <a:pt x="246" y="46464"/>
                  </a:cubicBezTo>
                  <a:cubicBezTo>
                    <a:pt x="246" y="60635"/>
                    <a:pt x="7378" y="70201"/>
                    <a:pt x="14510" y="76223"/>
                  </a:cubicBezTo>
                  <a:cubicBezTo>
                    <a:pt x="28774" y="88623"/>
                    <a:pt x="42325" y="90748"/>
                    <a:pt x="69783" y="95708"/>
                  </a:cubicBezTo>
                  <a:cubicBezTo>
                    <a:pt x="82621" y="97834"/>
                    <a:pt x="109366" y="102439"/>
                    <a:pt x="109366" y="123341"/>
                  </a:cubicBezTo>
                  <a:cubicBezTo>
                    <a:pt x="109366" y="149912"/>
                    <a:pt x="76558" y="149912"/>
                    <a:pt x="68713" y="149912"/>
                  </a:cubicBezTo>
                  <a:cubicBezTo>
                    <a:pt x="30913" y="149912"/>
                    <a:pt x="21642" y="124050"/>
                    <a:pt x="17362" y="108816"/>
                  </a:cubicBezTo>
                  <a:cubicBezTo>
                    <a:pt x="15579" y="103856"/>
                    <a:pt x="13796" y="103856"/>
                    <a:pt x="8804" y="103856"/>
                  </a:cubicBezTo>
                  <a:cubicBezTo>
                    <a:pt x="246" y="103856"/>
                    <a:pt x="246" y="105982"/>
                    <a:pt x="246" y="114130"/>
                  </a:cubicBezTo>
                  <a:lnTo>
                    <a:pt x="246" y="152746"/>
                  </a:lnTo>
                  <a:cubicBezTo>
                    <a:pt x="246" y="159477"/>
                    <a:pt x="246" y="162666"/>
                    <a:pt x="6664" y="162666"/>
                  </a:cubicBezTo>
                  <a:cubicBezTo>
                    <a:pt x="9161" y="162666"/>
                    <a:pt x="9874" y="162666"/>
                    <a:pt x="17362" y="157351"/>
                  </a:cubicBezTo>
                  <a:cubicBezTo>
                    <a:pt x="17719" y="157351"/>
                    <a:pt x="25564" y="152037"/>
                    <a:pt x="26634" y="151329"/>
                  </a:cubicBezTo>
                  <a:cubicBezTo>
                    <a:pt x="43038" y="162666"/>
                    <a:pt x="61581" y="162666"/>
                    <a:pt x="68713" y="162666"/>
                  </a:cubicBezTo>
                  <a:cubicBezTo>
                    <a:pt x="79768" y="162666"/>
                    <a:pt x="134685" y="162666"/>
                    <a:pt x="134685" y="110942"/>
                  </a:cubicBezTo>
                  <a:cubicBezTo>
                    <a:pt x="134685" y="95708"/>
                    <a:pt x="127553" y="83309"/>
                    <a:pt x="115071" y="73389"/>
                  </a:cubicBezTo>
                  <a:cubicBezTo>
                    <a:pt x="101164" y="63115"/>
                    <a:pt x="89753" y="60990"/>
                    <a:pt x="61938" y="56384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2694089-B516-C546-019B-DE521EB438EF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518224" y="4335709"/>
              <a:ext cx="55629" cy="157296"/>
            </a:xfrm>
            <a:custGeom>
              <a:avLst/>
              <a:gdLst>
                <a:gd name="connsiteX0" fmla="*/ 55880 w 55629"/>
                <a:gd name="connsiteY0" fmla="*/ 27688 h 157296"/>
                <a:gd name="connsiteX1" fmla="*/ 28065 w 55629"/>
                <a:gd name="connsiteY1" fmla="*/ 55 h 157296"/>
                <a:gd name="connsiteX2" fmla="*/ 250 w 55629"/>
                <a:gd name="connsiteY2" fmla="*/ 27688 h 157296"/>
                <a:gd name="connsiteX3" fmla="*/ 28065 w 55629"/>
                <a:gd name="connsiteY3" fmla="*/ 55321 h 157296"/>
                <a:gd name="connsiteX4" fmla="*/ 55880 w 55629"/>
                <a:gd name="connsiteY4" fmla="*/ 27688 h 157296"/>
                <a:gd name="connsiteX5" fmla="*/ 55880 w 55629"/>
                <a:gd name="connsiteY5" fmla="*/ 129718 h 157296"/>
                <a:gd name="connsiteX6" fmla="*/ 28065 w 55629"/>
                <a:gd name="connsiteY6" fmla="*/ 102085 h 157296"/>
                <a:gd name="connsiteX7" fmla="*/ 250 w 55629"/>
                <a:gd name="connsiteY7" fmla="*/ 129718 h 157296"/>
                <a:gd name="connsiteX8" fmla="*/ 28065 w 55629"/>
                <a:gd name="connsiteY8" fmla="*/ 157351 h 157296"/>
                <a:gd name="connsiteX9" fmla="*/ 55880 w 55629"/>
                <a:gd name="connsiteY9" fmla="*/ 129718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629" h="157296">
                  <a:moveTo>
                    <a:pt x="55880" y="27688"/>
                  </a:moveTo>
                  <a:cubicBezTo>
                    <a:pt x="55880" y="12454"/>
                    <a:pt x="43399" y="55"/>
                    <a:pt x="28065" y="55"/>
                  </a:cubicBezTo>
                  <a:cubicBezTo>
                    <a:pt x="12731" y="55"/>
                    <a:pt x="250" y="12454"/>
                    <a:pt x="250" y="27688"/>
                  </a:cubicBezTo>
                  <a:cubicBezTo>
                    <a:pt x="250" y="42922"/>
                    <a:pt x="12731" y="55321"/>
                    <a:pt x="28065" y="55321"/>
                  </a:cubicBezTo>
                  <a:cubicBezTo>
                    <a:pt x="43399" y="55321"/>
                    <a:pt x="55880" y="42922"/>
                    <a:pt x="55880" y="27688"/>
                  </a:cubicBezTo>
                  <a:close/>
                  <a:moveTo>
                    <a:pt x="55880" y="129718"/>
                  </a:moveTo>
                  <a:cubicBezTo>
                    <a:pt x="55880" y="114485"/>
                    <a:pt x="43399" y="102085"/>
                    <a:pt x="28065" y="102085"/>
                  </a:cubicBezTo>
                  <a:cubicBezTo>
                    <a:pt x="12731" y="102085"/>
                    <a:pt x="250" y="114485"/>
                    <a:pt x="250" y="129718"/>
                  </a:cubicBezTo>
                  <a:cubicBezTo>
                    <a:pt x="250" y="144952"/>
                    <a:pt x="12731" y="157351"/>
                    <a:pt x="28065" y="157351"/>
                  </a:cubicBezTo>
                  <a:cubicBezTo>
                    <a:pt x="43399" y="157351"/>
                    <a:pt x="55880" y="144952"/>
                    <a:pt x="55880" y="129718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9207878D-9B69-AECF-C08F-5FEAA25ABD0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850510" y="624217"/>
              <a:ext cx="8128000" cy="9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91979786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0129316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619798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6281591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7169761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17788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71961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D31B849F-3F8C-0EBE-02A2-DFE8A63FCA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8449247"/>
                  </p:ext>
                </p:extLst>
              </p:nvPr>
            </p:nvGraphicFramePr>
            <p:xfrm>
              <a:off x="2850510" y="624217"/>
              <a:ext cx="8128000" cy="9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91979786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0129316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619798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6281591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71697611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375" t="-10526" r="-401498" b="-1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177884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375" t="-112000" r="-401498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7196185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996D2B67-5C3E-F0EE-CC74-0B89DC37118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52797" y="1736859"/>
            <a:ext cx="7955010" cy="4800177"/>
          </a:xfrm>
          <a:prstGeom prst="rect">
            <a:avLst/>
          </a:prstGeom>
        </p:spPr>
      </p:pic>
      <p:sp>
        <p:nvSpPr>
          <p:cNvPr id="16" name="Callout: Left Arrow 15">
            <a:extLst>
              <a:ext uri="{FF2B5EF4-FFF2-40B4-BE49-F238E27FC236}">
                <a16:creationId xmlns:a16="http://schemas.microsoft.com/office/drawing/2014/main" id="{B2342998-B3A1-6399-BD8D-452665982454}"/>
              </a:ext>
            </a:extLst>
          </p:cNvPr>
          <p:cNvSpPr/>
          <p:nvPr/>
        </p:nvSpPr>
        <p:spPr>
          <a:xfrm>
            <a:off x="8409482" y="2031624"/>
            <a:ext cx="3686148" cy="1240436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598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 – equations</a:t>
            </a:r>
          </a:p>
          <a:p>
            <a:pPr algn="ctr"/>
            <a:r>
              <a:rPr lang="en-US" sz="2400" dirty="0"/>
              <a:t>Total So Far : 6</a:t>
            </a:r>
          </a:p>
        </p:txBody>
      </p:sp>
      <p:sp>
        <p:nvSpPr>
          <p:cNvPr id="20" name="Callout: Left Arrow 19">
            <a:extLst>
              <a:ext uri="{FF2B5EF4-FFF2-40B4-BE49-F238E27FC236}">
                <a16:creationId xmlns:a16="http://schemas.microsoft.com/office/drawing/2014/main" id="{26A8701C-78AB-BA69-0CD1-B31406C5DCA9}"/>
              </a:ext>
            </a:extLst>
          </p:cNvPr>
          <p:cNvSpPr/>
          <p:nvPr/>
        </p:nvSpPr>
        <p:spPr>
          <a:xfrm>
            <a:off x="8505852" y="3925409"/>
            <a:ext cx="3686148" cy="1240436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598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 – equations</a:t>
            </a:r>
          </a:p>
          <a:p>
            <a:pPr algn="ctr"/>
            <a:r>
              <a:rPr lang="en-US" sz="2400" dirty="0"/>
              <a:t>Total So Far : 8</a:t>
            </a:r>
          </a:p>
        </p:txBody>
      </p:sp>
      <p:sp>
        <p:nvSpPr>
          <p:cNvPr id="21" name="Callout: Left Arrow 20">
            <a:extLst>
              <a:ext uri="{FF2B5EF4-FFF2-40B4-BE49-F238E27FC236}">
                <a16:creationId xmlns:a16="http://schemas.microsoft.com/office/drawing/2014/main" id="{FB5C2184-3A3C-C354-E38C-F8AF00254568}"/>
              </a:ext>
            </a:extLst>
          </p:cNvPr>
          <p:cNvSpPr/>
          <p:nvPr/>
        </p:nvSpPr>
        <p:spPr>
          <a:xfrm>
            <a:off x="6502792" y="5451609"/>
            <a:ext cx="3686148" cy="1240436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598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 – equation</a:t>
            </a:r>
          </a:p>
          <a:p>
            <a:pPr algn="ctr"/>
            <a:r>
              <a:rPr lang="en-US" sz="2400" dirty="0"/>
              <a:t>Total So Far : 9</a:t>
            </a:r>
          </a:p>
        </p:txBody>
      </p:sp>
    </p:spTree>
    <p:extLst>
      <p:ext uri="{BB962C8B-B14F-4D97-AF65-F5344CB8AC3E}">
        <p14:creationId xmlns:p14="http://schemas.microsoft.com/office/powerpoint/2010/main" val="9094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391E7-8E37-12D6-93A0-F81175C9E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9BE98-A8CE-8DA4-3292-FC4B148ED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4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Example –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E1089-A36D-AFEE-0F52-C81F1D9FE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797" y="1079292"/>
            <a:ext cx="10515600" cy="5547376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15" name="Group 14" descr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 title="IguanaTex Vector Display">
            <a:extLst>
              <a:ext uri="{FF2B5EF4-FFF2-40B4-BE49-F238E27FC236}">
                <a16:creationId xmlns:a16="http://schemas.microsoft.com/office/drawing/2014/main" id="{CDE0F104-8F0D-DA29-FAE7-122D2791378D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760511" y="231332"/>
            <a:ext cx="1322719" cy="315655"/>
            <a:chOff x="10251134" y="4246078"/>
            <a:chExt cx="1322719" cy="315655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019C0EB-1B19-3EF4-5911-2346A5A8EB7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0251134" y="4246078"/>
              <a:ext cx="181867" cy="250824"/>
            </a:xfrm>
            <a:custGeom>
              <a:avLst/>
              <a:gdLst>
                <a:gd name="connsiteX0" fmla="*/ 120746 w 181867"/>
                <a:gd name="connsiteY0" fmla="*/ 100314 h 250824"/>
                <a:gd name="connsiteX1" fmla="*/ 69039 w 181867"/>
                <a:gd name="connsiteY1" fmla="*/ 89331 h 250824"/>
                <a:gd name="connsiteX2" fmla="*/ 34805 w 181867"/>
                <a:gd name="connsiteY2" fmla="*/ 52487 h 250824"/>
                <a:gd name="connsiteX3" fmla="*/ 80450 w 181867"/>
                <a:gd name="connsiteY3" fmla="*/ 15289 h 250824"/>
                <a:gd name="connsiteX4" fmla="*/ 153197 w 181867"/>
                <a:gd name="connsiteY4" fmla="*/ 75515 h 250824"/>
                <a:gd name="connsiteX5" fmla="*/ 162112 w 181867"/>
                <a:gd name="connsiteY5" fmla="*/ 84726 h 250824"/>
                <a:gd name="connsiteX6" fmla="*/ 170671 w 181867"/>
                <a:gd name="connsiteY6" fmla="*/ 74806 h 250824"/>
                <a:gd name="connsiteX7" fmla="*/ 170671 w 181867"/>
                <a:gd name="connsiteY7" fmla="*/ 9975 h 250824"/>
                <a:gd name="connsiteX8" fmla="*/ 164252 w 181867"/>
                <a:gd name="connsiteY8" fmla="*/ 55 h 250824"/>
                <a:gd name="connsiteX9" fmla="*/ 157120 w 181867"/>
                <a:gd name="connsiteY9" fmla="*/ 3952 h 250824"/>
                <a:gd name="connsiteX10" fmla="*/ 141073 w 181867"/>
                <a:gd name="connsiteY10" fmla="*/ 19540 h 250824"/>
                <a:gd name="connsiteX11" fmla="*/ 80094 w 181867"/>
                <a:gd name="connsiteY11" fmla="*/ 55 h 250824"/>
                <a:gd name="connsiteX12" fmla="*/ 215 w 181867"/>
                <a:gd name="connsiteY12" fmla="*/ 71264 h 250824"/>
                <a:gd name="connsiteX13" fmla="*/ 19471 w 181867"/>
                <a:gd name="connsiteY13" fmla="*/ 118382 h 250824"/>
                <a:gd name="connsiteX14" fmla="*/ 87939 w 181867"/>
                <a:gd name="connsiteY14" fmla="*/ 146723 h 250824"/>
                <a:gd name="connsiteX15" fmla="*/ 133227 w 181867"/>
                <a:gd name="connsiteY15" fmla="*/ 161957 h 250824"/>
                <a:gd name="connsiteX16" fmla="*/ 147492 w 181867"/>
                <a:gd name="connsiteY16" fmla="*/ 192779 h 250824"/>
                <a:gd name="connsiteX17" fmla="*/ 101133 w 181867"/>
                <a:gd name="connsiteY17" fmla="*/ 234228 h 250824"/>
                <a:gd name="connsiteX18" fmla="*/ 16975 w 181867"/>
                <a:gd name="connsiteY18" fmla="*/ 174357 h 250824"/>
                <a:gd name="connsiteX19" fmla="*/ 8773 w 181867"/>
                <a:gd name="connsiteY19" fmla="*/ 166208 h 250824"/>
                <a:gd name="connsiteX20" fmla="*/ 215 w 181867"/>
                <a:gd name="connsiteY20" fmla="*/ 176482 h 250824"/>
                <a:gd name="connsiteX21" fmla="*/ 215 w 181867"/>
                <a:gd name="connsiteY21" fmla="*/ 240960 h 250824"/>
                <a:gd name="connsiteX22" fmla="*/ 6634 w 181867"/>
                <a:gd name="connsiteY22" fmla="*/ 250879 h 250824"/>
                <a:gd name="connsiteX23" fmla="*/ 13409 w 181867"/>
                <a:gd name="connsiteY23" fmla="*/ 247691 h 250824"/>
                <a:gd name="connsiteX24" fmla="*/ 29813 w 181867"/>
                <a:gd name="connsiteY24" fmla="*/ 231394 h 250824"/>
                <a:gd name="connsiteX25" fmla="*/ 101133 w 181867"/>
                <a:gd name="connsiteY25" fmla="*/ 250879 h 250824"/>
                <a:gd name="connsiteX26" fmla="*/ 182082 w 181867"/>
                <a:gd name="connsiteY26" fmla="*/ 175065 h 250824"/>
                <a:gd name="connsiteX27" fmla="*/ 120746 w 181867"/>
                <a:gd name="connsiteY27" fmla="*/ 100314 h 250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1867" h="250824">
                  <a:moveTo>
                    <a:pt x="120746" y="100314"/>
                  </a:moveTo>
                  <a:lnTo>
                    <a:pt x="69039" y="89331"/>
                  </a:lnTo>
                  <a:cubicBezTo>
                    <a:pt x="54775" y="86143"/>
                    <a:pt x="34805" y="74098"/>
                    <a:pt x="34805" y="52487"/>
                  </a:cubicBezTo>
                  <a:cubicBezTo>
                    <a:pt x="34805" y="37253"/>
                    <a:pt x="44790" y="15289"/>
                    <a:pt x="80450" y="15289"/>
                  </a:cubicBezTo>
                  <a:cubicBezTo>
                    <a:pt x="108978" y="15289"/>
                    <a:pt x="144995" y="27334"/>
                    <a:pt x="153197" y="75515"/>
                  </a:cubicBezTo>
                  <a:cubicBezTo>
                    <a:pt x="154624" y="84017"/>
                    <a:pt x="154624" y="84726"/>
                    <a:pt x="162112" y="84726"/>
                  </a:cubicBezTo>
                  <a:cubicBezTo>
                    <a:pt x="170671" y="84726"/>
                    <a:pt x="170671" y="82954"/>
                    <a:pt x="170671" y="74806"/>
                  </a:cubicBezTo>
                  <a:lnTo>
                    <a:pt x="170671" y="9975"/>
                  </a:lnTo>
                  <a:cubicBezTo>
                    <a:pt x="170671" y="3243"/>
                    <a:pt x="170671" y="55"/>
                    <a:pt x="164252" y="55"/>
                  </a:cubicBezTo>
                  <a:cubicBezTo>
                    <a:pt x="161399" y="55"/>
                    <a:pt x="161042" y="409"/>
                    <a:pt x="157120" y="3952"/>
                  </a:cubicBezTo>
                  <a:lnTo>
                    <a:pt x="141073" y="19540"/>
                  </a:lnTo>
                  <a:cubicBezTo>
                    <a:pt x="120390" y="3243"/>
                    <a:pt x="97211" y="55"/>
                    <a:pt x="80094" y="55"/>
                  </a:cubicBezTo>
                  <a:cubicBezTo>
                    <a:pt x="25890" y="55"/>
                    <a:pt x="215" y="34065"/>
                    <a:pt x="215" y="71264"/>
                  </a:cubicBezTo>
                  <a:cubicBezTo>
                    <a:pt x="215" y="94291"/>
                    <a:pt x="11983" y="110588"/>
                    <a:pt x="19471" y="118382"/>
                  </a:cubicBezTo>
                  <a:cubicBezTo>
                    <a:pt x="36945" y="135741"/>
                    <a:pt x="49069" y="138221"/>
                    <a:pt x="87939" y="146723"/>
                  </a:cubicBezTo>
                  <a:cubicBezTo>
                    <a:pt x="119320" y="153454"/>
                    <a:pt x="125382" y="154517"/>
                    <a:pt x="133227" y="161957"/>
                  </a:cubicBezTo>
                  <a:cubicBezTo>
                    <a:pt x="138576" y="167271"/>
                    <a:pt x="147492" y="176482"/>
                    <a:pt x="147492" y="192779"/>
                  </a:cubicBezTo>
                  <a:cubicBezTo>
                    <a:pt x="147492" y="209784"/>
                    <a:pt x="138220" y="234228"/>
                    <a:pt x="101133" y="234228"/>
                  </a:cubicBezTo>
                  <a:cubicBezTo>
                    <a:pt x="74031" y="234228"/>
                    <a:pt x="19828" y="227143"/>
                    <a:pt x="16975" y="174357"/>
                  </a:cubicBezTo>
                  <a:cubicBezTo>
                    <a:pt x="16618" y="167980"/>
                    <a:pt x="16618" y="166208"/>
                    <a:pt x="8773" y="166208"/>
                  </a:cubicBezTo>
                  <a:cubicBezTo>
                    <a:pt x="215" y="166208"/>
                    <a:pt x="215" y="168334"/>
                    <a:pt x="215" y="176482"/>
                  </a:cubicBezTo>
                  <a:lnTo>
                    <a:pt x="215" y="240960"/>
                  </a:lnTo>
                  <a:cubicBezTo>
                    <a:pt x="215" y="247691"/>
                    <a:pt x="215" y="250879"/>
                    <a:pt x="6634" y="250879"/>
                  </a:cubicBezTo>
                  <a:cubicBezTo>
                    <a:pt x="9843" y="250879"/>
                    <a:pt x="10556" y="250171"/>
                    <a:pt x="13409" y="247691"/>
                  </a:cubicBezTo>
                  <a:lnTo>
                    <a:pt x="29813" y="231394"/>
                  </a:lnTo>
                  <a:cubicBezTo>
                    <a:pt x="53349" y="248754"/>
                    <a:pt x="86513" y="250879"/>
                    <a:pt x="101133" y="250879"/>
                  </a:cubicBezTo>
                  <a:cubicBezTo>
                    <a:pt x="159973" y="250879"/>
                    <a:pt x="182082" y="210846"/>
                    <a:pt x="182082" y="175065"/>
                  </a:cubicBezTo>
                  <a:cubicBezTo>
                    <a:pt x="182082" y="135741"/>
                    <a:pt x="153197" y="107045"/>
                    <a:pt x="120746" y="100314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A48B375-C950-0E0F-9A97-832050D3ABCE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0469334" y="4333583"/>
              <a:ext cx="200767" cy="228150"/>
            </a:xfrm>
            <a:custGeom>
              <a:avLst/>
              <a:gdLst>
                <a:gd name="connsiteX0" fmla="*/ 65479 w 200767"/>
                <a:gd name="connsiteY0" fmla="*/ 42922 h 228150"/>
                <a:gd name="connsiteX1" fmla="*/ 70828 w 200767"/>
                <a:gd name="connsiteY1" fmla="*/ 30877 h 228150"/>
                <a:gd name="connsiteX2" fmla="*/ 111481 w 200767"/>
                <a:gd name="connsiteY2" fmla="*/ 14226 h 228150"/>
                <a:gd name="connsiteX3" fmla="*/ 155343 w 200767"/>
                <a:gd name="connsiteY3" fmla="*/ 80475 h 228150"/>
                <a:gd name="connsiteX4" fmla="*/ 107202 w 200767"/>
                <a:gd name="connsiteY4" fmla="*/ 148849 h 228150"/>
                <a:gd name="connsiteX5" fmla="*/ 69402 w 200767"/>
                <a:gd name="connsiteY5" fmla="*/ 129718 h 228150"/>
                <a:gd name="connsiteX6" fmla="*/ 65479 w 200767"/>
                <a:gd name="connsiteY6" fmla="*/ 118027 h 228150"/>
                <a:gd name="connsiteX7" fmla="*/ 65479 w 200767"/>
                <a:gd name="connsiteY7" fmla="*/ 42922 h 228150"/>
                <a:gd name="connsiteX8" fmla="*/ 65479 w 200767"/>
                <a:gd name="connsiteY8" fmla="*/ 145661 h 228150"/>
                <a:gd name="connsiteX9" fmla="*/ 111124 w 200767"/>
                <a:gd name="connsiteY9" fmla="*/ 161603 h 228150"/>
                <a:gd name="connsiteX10" fmla="*/ 200988 w 200767"/>
                <a:gd name="connsiteY10" fmla="*/ 80475 h 228150"/>
                <a:gd name="connsiteX11" fmla="*/ 117187 w 200767"/>
                <a:gd name="connsiteY11" fmla="*/ 55 h 228150"/>
                <a:gd name="connsiteX12" fmla="*/ 63340 w 200767"/>
                <a:gd name="connsiteY12" fmla="*/ 17414 h 228150"/>
                <a:gd name="connsiteX13" fmla="*/ 63340 w 200767"/>
                <a:gd name="connsiteY13" fmla="*/ 55 h 228150"/>
                <a:gd name="connsiteX14" fmla="*/ 221 w 200767"/>
                <a:gd name="connsiteY14" fmla="*/ 2889 h 228150"/>
                <a:gd name="connsiteX15" fmla="*/ 221 w 200767"/>
                <a:gd name="connsiteY15" fmla="*/ 19540 h 228150"/>
                <a:gd name="connsiteX16" fmla="*/ 24827 w 200767"/>
                <a:gd name="connsiteY16" fmla="*/ 33002 h 228150"/>
                <a:gd name="connsiteX17" fmla="*/ 24827 w 200767"/>
                <a:gd name="connsiteY17" fmla="*/ 211555 h 228150"/>
                <a:gd name="connsiteX18" fmla="*/ 221 w 200767"/>
                <a:gd name="connsiteY18" fmla="*/ 211555 h 228150"/>
                <a:gd name="connsiteX19" fmla="*/ 221 w 200767"/>
                <a:gd name="connsiteY19" fmla="*/ 228206 h 228150"/>
                <a:gd name="connsiteX20" fmla="*/ 45153 w 200767"/>
                <a:gd name="connsiteY20" fmla="*/ 227143 h 228150"/>
                <a:gd name="connsiteX21" fmla="*/ 90085 w 200767"/>
                <a:gd name="connsiteY21" fmla="*/ 228206 h 228150"/>
                <a:gd name="connsiteX22" fmla="*/ 90085 w 200767"/>
                <a:gd name="connsiteY22" fmla="*/ 211555 h 228150"/>
                <a:gd name="connsiteX23" fmla="*/ 65479 w 200767"/>
                <a:gd name="connsiteY23" fmla="*/ 211555 h 228150"/>
                <a:gd name="connsiteX24" fmla="*/ 65479 w 200767"/>
                <a:gd name="connsiteY24" fmla="*/ 145661 h 22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767" h="228150">
                  <a:moveTo>
                    <a:pt x="65479" y="42922"/>
                  </a:moveTo>
                  <a:cubicBezTo>
                    <a:pt x="65479" y="36191"/>
                    <a:pt x="65836" y="35836"/>
                    <a:pt x="70828" y="30877"/>
                  </a:cubicBezTo>
                  <a:cubicBezTo>
                    <a:pt x="85092" y="16351"/>
                    <a:pt x="103636" y="14226"/>
                    <a:pt x="111481" y="14226"/>
                  </a:cubicBezTo>
                  <a:cubicBezTo>
                    <a:pt x="135373" y="14226"/>
                    <a:pt x="155343" y="35836"/>
                    <a:pt x="155343" y="80475"/>
                  </a:cubicBezTo>
                  <a:cubicBezTo>
                    <a:pt x="155343" y="130427"/>
                    <a:pt x="130381" y="148849"/>
                    <a:pt x="107202" y="148849"/>
                  </a:cubicBezTo>
                  <a:cubicBezTo>
                    <a:pt x="102209" y="148849"/>
                    <a:pt x="85449" y="148849"/>
                    <a:pt x="69402" y="129718"/>
                  </a:cubicBezTo>
                  <a:cubicBezTo>
                    <a:pt x="65479" y="125113"/>
                    <a:pt x="65479" y="124758"/>
                    <a:pt x="65479" y="118027"/>
                  </a:cubicBezTo>
                  <a:lnTo>
                    <a:pt x="65479" y="42922"/>
                  </a:lnTo>
                  <a:close/>
                  <a:moveTo>
                    <a:pt x="65479" y="145661"/>
                  </a:moveTo>
                  <a:cubicBezTo>
                    <a:pt x="80813" y="158060"/>
                    <a:pt x="96504" y="161603"/>
                    <a:pt x="111124" y="161603"/>
                  </a:cubicBezTo>
                  <a:cubicBezTo>
                    <a:pt x="164615" y="161603"/>
                    <a:pt x="200988" y="129718"/>
                    <a:pt x="200988" y="80475"/>
                  </a:cubicBezTo>
                  <a:cubicBezTo>
                    <a:pt x="200988" y="33356"/>
                    <a:pt x="168537" y="55"/>
                    <a:pt x="117187" y="55"/>
                  </a:cubicBezTo>
                  <a:cubicBezTo>
                    <a:pt x="90442" y="55"/>
                    <a:pt x="71542" y="11037"/>
                    <a:pt x="63340" y="17414"/>
                  </a:cubicBezTo>
                  <a:lnTo>
                    <a:pt x="63340" y="55"/>
                  </a:lnTo>
                  <a:lnTo>
                    <a:pt x="221" y="2889"/>
                  </a:lnTo>
                  <a:lnTo>
                    <a:pt x="221" y="19540"/>
                  </a:lnTo>
                  <a:cubicBezTo>
                    <a:pt x="22330" y="19540"/>
                    <a:pt x="24827" y="19540"/>
                    <a:pt x="24827" y="33002"/>
                  </a:cubicBezTo>
                  <a:lnTo>
                    <a:pt x="24827" y="211555"/>
                  </a:lnTo>
                  <a:lnTo>
                    <a:pt x="221" y="211555"/>
                  </a:lnTo>
                  <a:lnTo>
                    <a:pt x="221" y="228206"/>
                  </a:lnTo>
                  <a:cubicBezTo>
                    <a:pt x="10206" y="227852"/>
                    <a:pt x="31602" y="227143"/>
                    <a:pt x="45153" y="227143"/>
                  </a:cubicBezTo>
                  <a:cubicBezTo>
                    <a:pt x="59061" y="227143"/>
                    <a:pt x="80100" y="227852"/>
                    <a:pt x="90085" y="228206"/>
                  </a:cubicBezTo>
                  <a:lnTo>
                    <a:pt x="90085" y="211555"/>
                  </a:lnTo>
                  <a:lnTo>
                    <a:pt x="65479" y="211555"/>
                  </a:lnTo>
                  <a:lnTo>
                    <a:pt x="65479" y="145661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ADA91E4-7450-0CFB-6BE4-8A6FB1045A56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700728" y="4247141"/>
              <a:ext cx="87724" cy="245864"/>
            </a:xfrm>
            <a:custGeom>
              <a:avLst/>
              <a:gdLst>
                <a:gd name="connsiteX0" fmla="*/ 63346 w 87724"/>
                <a:gd name="connsiteY0" fmla="*/ 55 h 245864"/>
                <a:gd name="connsiteX1" fmla="*/ 228 w 87724"/>
                <a:gd name="connsiteY1" fmla="*/ 2889 h 245864"/>
                <a:gd name="connsiteX2" fmla="*/ 228 w 87724"/>
                <a:gd name="connsiteY2" fmla="*/ 19540 h 245864"/>
                <a:gd name="connsiteX3" fmla="*/ 24833 w 87724"/>
                <a:gd name="connsiteY3" fmla="*/ 33356 h 245864"/>
                <a:gd name="connsiteX4" fmla="*/ 24833 w 87724"/>
                <a:gd name="connsiteY4" fmla="*/ 229269 h 245864"/>
                <a:gd name="connsiteX5" fmla="*/ 228 w 87724"/>
                <a:gd name="connsiteY5" fmla="*/ 229269 h 245864"/>
                <a:gd name="connsiteX6" fmla="*/ 228 w 87724"/>
                <a:gd name="connsiteY6" fmla="*/ 245919 h 245864"/>
                <a:gd name="connsiteX7" fmla="*/ 44090 w 87724"/>
                <a:gd name="connsiteY7" fmla="*/ 244857 h 245864"/>
                <a:gd name="connsiteX8" fmla="*/ 87952 w 87724"/>
                <a:gd name="connsiteY8" fmla="*/ 245919 h 245864"/>
                <a:gd name="connsiteX9" fmla="*/ 87952 w 87724"/>
                <a:gd name="connsiteY9" fmla="*/ 229269 h 245864"/>
                <a:gd name="connsiteX10" fmla="*/ 63346 w 87724"/>
                <a:gd name="connsiteY10" fmla="*/ 229269 h 245864"/>
                <a:gd name="connsiteX11" fmla="*/ 63346 w 87724"/>
                <a:gd name="connsiteY11" fmla="*/ 5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7724" h="245864">
                  <a:moveTo>
                    <a:pt x="63346" y="55"/>
                  </a:moveTo>
                  <a:lnTo>
                    <a:pt x="228" y="2889"/>
                  </a:lnTo>
                  <a:lnTo>
                    <a:pt x="228" y="19540"/>
                  </a:lnTo>
                  <a:cubicBezTo>
                    <a:pt x="22337" y="19540"/>
                    <a:pt x="24833" y="19540"/>
                    <a:pt x="24833" y="33356"/>
                  </a:cubicBezTo>
                  <a:lnTo>
                    <a:pt x="24833" y="229269"/>
                  </a:lnTo>
                  <a:lnTo>
                    <a:pt x="228" y="229269"/>
                  </a:lnTo>
                  <a:lnTo>
                    <a:pt x="228" y="245919"/>
                  </a:lnTo>
                  <a:cubicBezTo>
                    <a:pt x="11639" y="245565"/>
                    <a:pt x="28756" y="244857"/>
                    <a:pt x="44090" y="244857"/>
                  </a:cubicBezTo>
                  <a:cubicBezTo>
                    <a:pt x="59424" y="244857"/>
                    <a:pt x="75827" y="245565"/>
                    <a:pt x="87952" y="245919"/>
                  </a:cubicBezTo>
                  <a:lnTo>
                    <a:pt x="87952" y="229269"/>
                  </a:lnTo>
                  <a:lnTo>
                    <a:pt x="63346" y="229269"/>
                  </a:lnTo>
                  <a:lnTo>
                    <a:pt x="63346" y="55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1915D8D-4EA4-62CB-585E-77E47E759AA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0814642" y="4246787"/>
              <a:ext cx="85227" cy="246218"/>
            </a:xfrm>
            <a:custGeom>
              <a:avLst/>
              <a:gdLst>
                <a:gd name="connsiteX0" fmla="*/ 63349 w 85227"/>
                <a:gd name="connsiteY0" fmla="*/ 86851 h 246218"/>
                <a:gd name="connsiteX1" fmla="*/ 1301 w 85227"/>
                <a:gd name="connsiteY1" fmla="*/ 89686 h 246218"/>
                <a:gd name="connsiteX2" fmla="*/ 1301 w 85227"/>
                <a:gd name="connsiteY2" fmla="*/ 106336 h 246218"/>
                <a:gd name="connsiteX3" fmla="*/ 24836 w 85227"/>
                <a:gd name="connsiteY3" fmla="*/ 120153 h 246218"/>
                <a:gd name="connsiteX4" fmla="*/ 24836 w 85227"/>
                <a:gd name="connsiteY4" fmla="*/ 229623 h 246218"/>
                <a:gd name="connsiteX5" fmla="*/ 231 w 85227"/>
                <a:gd name="connsiteY5" fmla="*/ 229623 h 246218"/>
                <a:gd name="connsiteX6" fmla="*/ 231 w 85227"/>
                <a:gd name="connsiteY6" fmla="*/ 246274 h 246218"/>
                <a:gd name="connsiteX7" fmla="*/ 43736 w 85227"/>
                <a:gd name="connsiteY7" fmla="*/ 245211 h 246218"/>
                <a:gd name="connsiteX8" fmla="*/ 85459 w 85227"/>
                <a:gd name="connsiteY8" fmla="*/ 246274 h 246218"/>
                <a:gd name="connsiteX9" fmla="*/ 85459 w 85227"/>
                <a:gd name="connsiteY9" fmla="*/ 229623 h 246218"/>
                <a:gd name="connsiteX10" fmla="*/ 63349 w 85227"/>
                <a:gd name="connsiteY10" fmla="*/ 229623 h 246218"/>
                <a:gd name="connsiteX11" fmla="*/ 63349 w 85227"/>
                <a:gd name="connsiteY11" fmla="*/ 86851 h 246218"/>
                <a:gd name="connsiteX12" fmla="*/ 66915 w 85227"/>
                <a:gd name="connsiteY12" fmla="*/ 27688 h 246218"/>
                <a:gd name="connsiteX13" fmla="*/ 39100 w 85227"/>
                <a:gd name="connsiteY13" fmla="*/ 55 h 246218"/>
                <a:gd name="connsiteX14" fmla="*/ 11285 w 85227"/>
                <a:gd name="connsiteY14" fmla="*/ 27688 h 246218"/>
                <a:gd name="connsiteX15" fmla="*/ 39100 w 85227"/>
                <a:gd name="connsiteY15" fmla="*/ 55321 h 246218"/>
                <a:gd name="connsiteX16" fmla="*/ 66915 w 85227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227" h="246218">
                  <a:moveTo>
                    <a:pt x="63349" y="86851"/>
                  </a:moveTo>
                  <a:lnTo>
                    <a:pt x="1301" y="89686"/>
                  </a:lnTo>
                  <a:lnTo>
                    <a:pt x="1301" y="106336"/>
                  </a:lnTo>
                  <a:cubicBezTo>
                    <a:pt x="22340" y="106336"/>
                    <a:pt x="24836" y="106336"/>
                    <a:pt x="24836" y="120153"/>
                  </a:cubicBezTo>
                  <a:lnTo>
                    <a:pt x="24836" y="229623"/>
                  </a:lnTo>
                  <a:lnTo>
                    <a:pt x="231" y="229623"/>
                  </a:lnTo>
                  <a:lnTo>
                    <a:pt x="231" y="246274"/>
                  </a:lnTo>
                  <a:cubicBezTo>
                    <a:pt x="11285" y="245919"/>
                    <a:pt x="28759" y="245211"/>
                    <a:pt x="43736" y="245211"/>
                  </a:cubicBezTo>
                  <a:cubicBezTo>
                    <a:pt x="54434" y="245211"/>
                    <a:pt x="72621" y="245919"/>
                    <a:pt x="85459" y="246274"/>
                  </a:cubicBezTo>
                  <a:lnTo>
                    <a:pt x="85459" y="229623"/>
                  </a:lnTo>
                  <a:lnTo>
                    <a:pt x="63349" y="229623"/>
                  </a:lnTo>
                  <a:lnTo>
                    <a:pt x="63349" y="86851"/>
                  </a:lnTo>
                  <a:close/>
                  <a:moveTo>
                    <a:pt x="66915" y="27688"/>
                  </a:moveTo>
                  <a:cubicBezTo>
                    <a:pt x="66915" y="12100"/>
                    <a:pt x="54078" y="55"/>
                    <a:pt x="39100" y="55"/>
                  </a:cubicBezTo>
                  <a:cubicBezTo>
                    <a:pt x="23766" y="55"/>
                    <a:pt x="11285" y="12454"/>
                    <a:pt x="11285" y="27688"/>
                  </a:cubicBezTo>
                  <a:cubicBezTo>
                    <a:pt x="11285" y="42922"/>
                    <a:pt x="23766" y="55321"/>
                    <a:pt x="39100" y="55321"/>
                  </a:cubicBezTo>
                  <a:cubicBezTo>
                    <a:pt x="54078" y="55321"/>
                    <a:pt x="66915" y="43276"/>
                    <a:pt x="66915" y="27688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1A89C0E-73AA-CF35-A702-A835008F06EE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0927843" y="4333583"/>
              <a:ext cx="203263" cy="159422"/>
            </a:xfrm>
            <a:custGeom>
              <a:avLst/>
              <a:gdLst>
                <a:gd name="connsiteX0" fmla="*/ 24839 w 203263"/>
                <a:gd name="connsiteY0" fmla="*/ 33356 h 159422"/>
                <a:gd name="connsiteX1" fmla="*/ 24839 w 203263"/>
                <a:gd name="connsiteY1" fmla="*/ 142826 h 159422"/>
                <a:gd name="connsiteX2" fmla="*/ 234 w 203263"/>
                <a:gd name="connsiteY2" fmla="*/ 142826 h 159422"/>
                <a:gd name="connsiteX3" fmla="*/ 234 w 203263"/>
                <a:gd name="connsiteY3" fmla="*/ 159477 h 159422"/>
                <a:gd name="connsiteX4" fmla="*/ 45166 w 203263"/>
                <a:gd name="connsiteY4" fmla="*/ 158414 h 159422"/>
                <a:gd name="connsiteX5" fmla="*/ 90098 w 203263"/>
                <a:gd name="connsiteY5" fmla="*/ 159477 h 159422"/>
                <a:gd name="connsiteX6" fmla="*/ 90098 w 203263"/>
                <a:gd name="connsiteY6" fmla="*/ 142826 h 159422"/>
                <a:gd name="connsiteX7" fmla="*/ 65492 w 203263"/>
                <a:gd name="connsiteY7" fmla="*/ 142826 h 159422"/>
                <a:gd name="connsiteX8" fmla="*/ 65492 w 203263"/>
                <a:gd name="connsiteY8" fmla="*/ 68784 h 159422"/>
                <a:gd name="connsiteX9" fmla="*/ 118626 w 203263"/>
                <a:gd name="connsiteY9" fmla="*/ 12809 h 159422"/>
                <a:gd name="connsiteX10" fmla="*/ 138239 w 203263"/>
                <a:gd name="connsiteY10" fmla="*/ 47173 h 159422"/>
                <a:gd name="connsiteX11" fmla="*/ 138239 w 203263"/>
                <a:gd name="connsiteY11" fmla="*/ 142826 h 159422"/>
                <a:gd name="connsiteX12" fmla="*/ 113633 w 203263"/>
                <a:gd name="connsiteY12" fmla="*/ 142826 h 159422"/>
                <a:gd name="connsiteX13" fmla="*/ 113633 w 203263"/>
                <a:gd name="connsiteY13" fmla="*/ 159477 h 159422"/>
                <a:gd name="connsiteX14" fmla="*/ 158565 w 203263"/>
                <a:gd name="connsiteY14" fmla="*/ 158414 h 159422"/>
                <a:gd name="connsiteX15" fmla="*/ 203497 w 203263"/>
                <a:gd name="connsiteY15" fmla="*/ 159477 h 159422"/>
                <a:gd name="connsiteX16" fmla="*/ 203497 w 203263"/>
                <a:gd name="connsiteY16" fmla="*/ 142826 h 159422"/>
                <a:gd name="connsiteX17" fmla="*/ 178892 w 203263"/>
                <a:gd name="connsiteY17" fmla="*/ 142826 h 159422"/>
                <a:gd name="connsiteX18" fmla="*/ 178892 w 203263"/>
                <a:gd name="connsiteY18" fmla="*/ 51070 h 159422"/>
                <a:gd name="connsiteX19" fmla="*/ 123975 w 203263"/>
                <a:gd name="connsiteY19" fmla="*/ 55 h 159422"/>
                <a:gd name="connsiteX20" fmla="*/ 61569 w 203263"/>
                <a:gd name="connsiteY20" fmla="*/ 38316 h 159422"/>
                <a:gd name="connsiteX21" fmla="*/ 61569 w 203263"/>
                <a:gd name="connsiteY21" fmla="*/ 55 h 159422"/>
                <a:gd name="connsiteX22" fmla="*/ 234 w 203263"/>
                <a:gd name="connsiteY22" fmla="*/ 2889 h 159422"/>
                <a:gd name="connsiteX23" fmla="*/ 234 w 203263"/>
                <a:gd name="connsiteY23" fmla="*/ 19540 h 159422"/>
                <a:gd name="connsiteX24" fmla="*/ 24839 w 203263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3263" h="159422">
                  <a:moveTo>
                    <a:pt x="24839" y="33356"/>
                  </a:moveTo>
                  <a:lnTo>
                    <a:pt x="24839" y="142826"/>
                  </a:lnTo>
                  <a:lnTo>
                    <a:pt x="234" y="142826"/>
                  </a:lnTo>
                  <a:lnTo>
                    <a:pt x="234" y="159477"/>
                  </a:lnTo>
                  <a:cubicBezTo>
                    <a:pt x="10219" y="159123"/>
                    <a:pt x="31615" y="158414"/>
                    <a:pt x="45166" y="158414"/>
                  </a:cubicBezTo>
                  <a:cubicBezTo>
                    <a:pt x="59073" y="158414"/>
                    <a:pt x="80113" y="159123"/>
                    <a:pt x="90098" y="159477"/>
                  </a:cubicBezTo>
                  <a:lnTo>
                    <a:pt x="90098" y="142826"/>
                  </a:lnTo>
                  <a:lnTo>
                    <a:pt x="65492" y="142826"/>
                  </a:lnTo>
                  <a:lnTo>
                    <a:pt x="65492" y="68784"/>
                  </a:lnTo>
                  <a:cubicBezTo>
                    <a:pt x="65492" y="30168"/>
                    <a:pt x="96160" y="12809"/>
                    <a:pt x="118626" y="12809"/>
                  </a:cubicBezTo>
                  <a:cubicBezTo>
                    <a:pt x="130750" y="12809"/>
                    <a:pt x="138239" y="20248"/>
                    <a:pt x="138239" y="47173"/>
                  </a:cubicBezTo>
                  <a:lnTo>
                    <a:pt x="138239" y="142826"/>
                  </a:lnTo>
                  <a:lnTo>
                    <a:pt x="113633" y="142826"/>
                  </a:lnTo>
                  <a:lnTo>
                    <a:pt x="113633" y="159477"/>
                  </a:lnTo>
                  <a:cubicBezTo>
                    <a:pt x="123618" y="159123"/>
                    <a:pt x="145014" y="158414"/>
                    <a:pt x="158565" y="158414"/>
                  </a:cubicBezTo>
                  <a:cubicBezTo>
                    <a:pt x="172473" y="158414"/>
                    <a:pt x="193512" y="159123"/>
                    <a:pt x="203497" y="159477"/>
                  </a:cubicBezTo>
                  <a:lnTo>
                    <a:pt x="203497" y="142826"/>
                  </a:lnTo>
                  <a:lnTo>
                    <a:pt x="178892" y="142826"/>
                  </a:lnTo>
                  <a:lnTo>
                    <a:pt x="178892" y="51070"/>
                  </a:lnTo>
                  <a:cubicBezTo>
                    <a:pt x="178892" y="13872"/>
                    <a:pt x="159635" y="55"/>
                    <a:pt x="123975" y="55"/>
                  </a:cubicBezTo>
                  <a:cubicBezTo>
                    <a:pt x="89741" y="55"/>
                    <a:pt x="70841" y="20248"/>
                    <a:pt x="61569" y="38316"/>
                  </a:cubicBezTo>
                  <a:lnTo>
                    <a:pt x="61569" y="55"/>
                  </a:lnTo>
                  <a:lnTo>
                    <a:pt x="234" y="2889"/>
                  </a:lnTo>
                  <a:lnTo>
                    <a:pt x="234" y="19540"/>
                  </a:lnTo>
                  <a:cubicBezTo>
                    <a:pt x="22343" y="19540"/>
                    <a:pt x="24839" y="19540"/>
                    <a:pt x="24839" y="33356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F3C51E6-5316-73CD-358D-C5E79F90B10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1151035" y="4332520"/>
              <a:ext cx="164750" cy="162610"/>
            </a:xfrm>
            <a:custGeom>
              <a:avLst/>
              <a:gdLst>
                <a:gd name="connsiteX0" fmla="*/ 153579 w 164750"/>
                <a:gd name="connsiteY0" fmla="*/ 83309 h 162610"/>
                <a:gd name="connsiteX1" fmla="*/ 164990 w 164750"/>
                <a:gd name="connsiteY1" fmla="*/ 73743 h 162610"/>
                <a:gd name="connsiteX2" fmla="*/ 145021 w 164750"/>
                <a:gd name="connsiteY2" fmla="*/ 19186 h 162610"/>
                <a:gd name="connsiteX3" fmla="*/ 88321 w 164750"/>
                <a:gd name="connsiteY3" fmla="*/ 55 h 162610"/>
                <a:gd name="connsiteX4" fmla="*/ 240 w 164750"/>
                <a:gd name="connsiteY4" fmla="*/ 80829 h 162610"/>
                <a:gd name="connsiteX5" fmla="*/ 93313 w 164750"/>
                <a:gd name="connsiteY5" fmla="*/ 162666 h 162610"/>
                <a:gd name="connsiteX6" fmla="*/ 164990 w 164750"/>
                <a:gd name="connsiteY6" fmla="*/ 119090 h 162610"/>
                <a:gd name="connsiteX7" fmla="*/ 156432 w 164750"/>
                <a:gd name="connsiteY7" fmla="*/ 112713 h 162610"/>
                <a:gd name="connsiteX8" fmla="*/ 147517 w 164750"/>
                <a:gd name="connsiteY8" fmla="*/ 120153 h 162610"/>
                <a:gd name="connsiteX9" fmla="*/ 96523 w 164750"/>
                <a:gd name="connsiteY9" fmla="*/ 148495 h 162610"/>
                <a:gd name="connsiteX10" fmla="*/ 45885 w 164750"/>
                <a:gd name="connsiteY10" fmla="*/ 83309 h 162610"/>
                <a:gd name="connsiteX11" fmla="*/ 153579 w 164750"/>
                <a:gd name="connsiteY11" fmla="*/ 83309 h 162610"/>
                <a:gd name="connsiteX12" fmla="*/ 45885 w 164750"/>
                <a:gd name="connsiteY12" fmla="*/ 71618 h 162610"/>
                <a:gd name="connsiteX13" fmla="*/ 54444 w 164750"/>
                <a:gd name="connsiteY13" fmla="*/ 31231 h 162610"/>
                <a:gd name="connsiteX14" fmla="*/ 88321 w 164750"/>
                <a:gd name="connsiteY14" fmla="*/ 12809 h 162610"/>
                <a:gd name="connsiteX15" fmla="*/ 131113 w 164750"/>
                <a:gd name="connsiteY15" fmla="*/ 71618 h 162610"/>
                <a:gd name="connsiteX16" fmla="*/ 45885 w 164750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4750" h="162610">
                  <a:moveTo>
                    <a:pt x="153579" y="83309"/>
                  </a:moveTo>
                  <a:cubicBezTo>
                    <a:pt x="161424" y="83309"/>
                    <a:pt x="164990" y="83309"/>
                    <a:pt x="164990" y="73743"/>
                  </a:cubicBezTo>
                  <a:cubicBezTo>
                    <a:pt x="164990" y="62761"/>
                    <a:pt x="162851" y="36899"/>
                    <a:pt x="145021" y="19186"/>
                  </a:cubicBezTo>
                  <a:cubicBezTo>
                    <a:pt x="131827" y="6432"/>
                    <a:pt x="112927" y="55"/>
                    <a:pt x="88321" y="55"/>
                  </a:cubicBezTo>
                  <a:cubicBezTo>
                    <a:pt x="31265" y="55"/>
                    <a:pt x="240" y="36545"/>
                    <a:pt x="240" y="80829"/>
                  </a:cubicBezTo>
                  <a:cubicBezTo>
                    <a:pt x="240" y="128301"/>
                    <a:pt x="35900" y="162666"/>
                    <a:pt x="93313" y="162666"/>
                  </a:cubicBezTo>
                  <a:cubicBezTo>
                    <a:pt x="149657" y="162666"/>
                    <a:pt x="164990" y="125113"/>
                    <a:pt x="164990" y="119090"/>
                  </a:cubicBezTo>
                  <a:cubicBezTo>
                    <a:pt x="164990" y="112713"/>
                    <a:pt x="158215" y="112713"/>
                    <a:pt x="156432" y="112713"/>
                  </a:cubicBezTo>
                  <a:cubicBezTo>
                    <a:pt x="150370" y="112713"/>
                    <a:pt x="149657" y="114485"/>
                    <a:pt x="147517" y="120153"/>
                  </a:cubicBezTo>
                  <a:cubicBezTo>
                    <a:pt x="140028" y="137158"/>
                    <a:pt x="119702" y="148495"/>
                    <a:pt x="96523" y="148495"/>
                  </a:cubicBezTo>
                  <a:cubicBezTo>
                    <a:pt x="46242" y="148495"/>
                    <a:pt x="45885" y="101377"/>
                    <a:pt x="45885" y="83309"/>
                  </a:cubicBezTo>
                  <a:lnTo>
                    <a:pt x="153579" y="83309"/>
                  </a:lnTo>
                  <a:close/>
                  <a:moveTo>
                    <a:pt x="45885" y="71618"/>
                  </a:moveTo>
                  <a:cubicBezTo>
                    <a:pt x="46599" y="57801"/>
                    <a:pt x="46955" y="42922"/>
                    <a:pt x="54444" y="31231"/>
                  </a:cubicBezTo>
                  <a:cubicBezTo>
                    <a:pt x="63715" y="17060"/>
                    <a:pt x="77980" y="12809"/>
                    <a:pt x="88321" y="12809"/>
                  </a:cubicBezTo>
                  <a:cubicBezTo>
                    <a:pt x="130043" y="12809"/>
                    <a:pt x="130757" y="59218"/>
                    <a:pt x="131113" y="71618"/>
                  </a:cubicBezTo>
                  <a:lnTo>
                    <a:pt x="45885" y="71618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4B26BB2-67D8-3410-DA65-8A0727FC6A0E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1341133" y="4332520"/>
              <a:ext cx="134439" cy="162610"/>
            </a:xfrm>
            <a:custGeom>
              <a:avLst/>
              <a:gdLst>
                <a:gd name="connsiteX0" fmla="*/ 61938 w 134439"/>
                <a:gd name="connsiteY0" fmla="*/ 56384 h 162610"/>
                <a:gd name="connsiteX1" fmla="*/ 25564 w 134439"/>
                <a:gd name="connsiteY1" fmla="*/ 33356 h 162610"/>
                <a:gd name="connsiteX2" fmla="*/ 65504 w 134439"/>
                <a:gd name="connsiteY2" fmla="*/ 11392 h 162610"/>
                <a:gd name="connsiteX3" fmla="*/ 107583 w 134439"/>
                <a:gd name="connsiteY3" fmla="*/ 41150 h 162610"/>
                <a:gd name="connsiteX4" fmla="*/ 115785 w 134439"/>
                <a:gd name="connsiteY4" fmla="*/ 48236 h 162610"/>
                <a:gd name="connsiteX5" fmla="*/ 124343 w 134439"/>
                <a:gd name="connsiteY5" fmla="*/ 38316 h 162610"/>
                <a:gd name="connsiteX6" fmla="*/ 124343 w 134439"/>
                <a:gd name="connsiteY6" fmla="*/ 9975 h 162610"/>
                <a:gd name="connsiteX7" fmla="*/ 117924 w 134439"/>
                <a:gd name="connsiteY7" fmla="*/ 55 h 162610"/>
                <a:gd name="connsiteX8" fmla="*/ 101877 w 134439"/>
                <a:gd name="connsiteY8" fmla="*/ 6786 h 162610"/>
                <a:gd name="connsiteX9" fmla="*/ 65860 w 134439"/>
                <a:gd name="connsiteY9" fmla="*/ 55 h 162610"/>
                <a:gd name="connsiteX10" fmla="*/ 246 w 134439"/>
                <a:gd name="connsiteY10" fmla="*/ 46464 h 162610"/>
                <a:gd name="connsiteX11" fmla="*/ 14510 w 134439"/>
                <a:gd name="connsiteY11" fmla="*/ 76223 h 162610"/>
                <a:gd name="connsiteX12" fmla="*/ 69783 w 134439"/>
                <a:gd name="connsiteY12" fmla="*/ 95708 h 162610"/>
                <a:gd name="connsiteX13" fmla="*/ 109366 w 134439"/>
                <a:gd name="connsiteY13" fmla="*/ 123341 h 162610"/>
                <a:gd name="connsiteX14" fmla="*/ 68713 w 134439"/>
                <a:gd name="connsiteY14" fmla="*/ 149912 h 162610"/>
                <a:gd name="connsiteX15" fmla="*/ 17362 w 134439"/>
                <a:gd name="connsiteY15" fmla="*/ 108816 h 162610"/>
                <a:gd name="connsiteX16" fmla="*/ 8804 w 134439"/>
                <a:gd name="connsiteY16" fmla="*/ 103856 h 162610"/>
                <a:gd name="connsiteX17" fmla="*/ 246 w 134439"/>
                <a:gd name="connsiteY17" fmla="*/ 114130 h 162610"/>
                <a:gd name="connsiteX18" fmla="*/ 246 w 134439"/>
                <a:gd name="connsiteY18" fmla="*/ 152746 h 162610"/>
                <a:gd name="connsiteX19" fmla="*/ 6664 w 134439"/>
                <a:gd name="connsiteY19" fmla="*/ 162666 h 162610"/>
                <a:gd name="connsiteX20" fmla="*/ 17362 w 134439"/>
                <a:gd name="connsiteY20" fmla="*/ 157351 h 162610"/>
                <a:gd name="connsiteX21" fmla="*/ 26634 w 134439"/>
                <a:gd name="connsiteY21" fmla="*/ 151329 h 162610"/>
                <a:gd name="connsiteX22" fmla="*/ 68713 w 134439"/>
                <a:gd name="connsiteY22" fmla="*/ 162666 h 162610"/>
                <a:gd name="connsiteX23" fmla="*/ 134685 w 134439"/>
                <a:gd name="connsiteY23" fmla="*/ 110942 h 162610"/>
                <a:gd name="connsiteX24" fmla="*/ 115071 w 134439"/>
                <a:gd name="connsiteY24" fmla="*/ 73389 h 162610"/>
                <a:gd name="connsiteX25" fmla="*/ 61938 w 134439"/>
                <a:gd name="connsiteY25" fmla="*/ 56384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4439" h="162610">
                  <a:moveTo>
                    <a:pt x="61938" y="56384"/>
                  </a:moveTo>
                  <a:cubicBezTo>
                    <a:pt x="48743" y="53904"/>
                    <a:pt x="25564" y="50007"/>
                    <a:pt x="25564" y="33356"/>
                  </a:cubicBezTo>
                  <a:cubicBezTo>
                    <a:pt x="25564" y="11392"/>
                    <a:pt x="58728" y="11392"/>
                    <a:pt x="65504" y="11392"/>
                  </a:cubicBezTo>
                  <a:cubicBezTo>
                    <a:pt x="92249" y="11392"/>
                    <a:pt x="105800" y="21665"/>
                    <a:pt x="107583" y="41150"/>
                  </a:cubicBezTo>
                  <a:cubicBezTo>
                    <a:pt x="107939" y="46464"/>
                    <a:pt x="108296" y="48236"/>
                    <a:pt x="115785" y="48236"/>
                  </a:cubicBezTo>
                  <a:cubicBezTo>
                    <a:pt x="124343" y="48236"/>
                    <a:pt x="124343" y="46464"/>
                    <a:pt x="124343" y="38316"/>
                  </a:cubicBezTo>
                  <a:lnTo>
                    <a:pt x="124343" y="9975"/>
                  </a:lnTo>
                  <a:cubicBezTo>
                    <a:pt x="124343" y="3243"/>
                    <a:pt x="124343" y="55"/>
                    <a:pt x="117924" y="55"/>
                  </a:cubicBezTo>
                  <a:cubicBezTo>
                    <a:pt x="116498" y="55"/>
                    <a:pt x="115785" y="55"/>
                    <a:pt x="101877" y="6786"/>
                  </a:cubicBezTo>
                  <a:cubicBezTo>
                    <a:pt x="92605" y="2181"/>
                    <a:pt x="80124" y="55"/>
                    <a:pt x="65860" y="55"/>
                  </a:cubicBezTo>
                  <a:cubicBezTo>
                    <a:pt x="55162" y="55"/>
                    <a:pt x="246" y="55"/>
                    <a:pt x="246" y="46464"/>
                  </a:cubicBezTo>
                  <a:cubicBezTo>
                    <a:pt x="246" y="60635"/>
                    <a:pt x="7378" y="70201"/>
                    <a:pt x="14510" y="76223"/>
                  </a:cubicBezTo>
                  <a:cubicBezTo>
                    <a:pt x="28774" y="88623"/>
                    <a:pt x="42325" y="90748"/>
                    <a:pt x="69783" y="95708"/>
                  </a:cubicBezTo>
                  <a:cubicBezTo>
                    <a:pt x="82621" y="97834"/>
                    <a:pt x="109366" y="102439"/>
                    <a:pt x="109366" y="123341"/>
                  </a:cubicBezTo>
                  <a:cubicBezTo>
                    <a:pt x="109366" y="149912"/>
                    <a:pt x="76558" y="149912"/>
                    <a:pt x="68713" y="149912"/>
                  </a:cubicBezTo>
                  <a:cubicBezTo>
                    <a:pt x="30913" y="149912"/>
                    <a:pt x="21642" y="124050"/>
                    <a:pt x="17362" y="108816"/>
                  </a:cubicBezTo>
                  <a:cubicBezTo>
                    <a:pt x="15579" y="103856"/>
                    <a:pt x="13796" y="103856"/>
                    <a:pt x="8804" y="103856"/>
                  </a:cubicBezTo>
                  <a:cubicBezTo>
                    <a:pt x="246" y="103856"/>
                    <a:pt x="246" y="105982"/>
                    <a:pt x="246" y="114130"/>
                  </a:cubicBezTo>
                  <a:lnTo>
                    <a:pt x="246" y="152746"/>
                  </a:lnTo>
                  <a:cubicBezTo>
                    <a:pt x="246" y="159477"/>
                    <a:pt x="246" y="162666"/>
                    <a:pt x="6664" y="162666"/>
                  </a:cubicBezTo>
                  <a:cubicBezTo>
                    <a:pt x="9161" y="162666"/>
                    <a:pt x="9874" y="162666"/>
                    <a:pt x="17362" y="157351"/>
                  </a:cubicBezTo>
                  <a:cubicBezTo>
                    <a:pt x="17719" y="157351"/>
                    <a:pt x="25564" y="152037"/>
                    <a:pt x="26634" y="151329"/>
                  </a:cubicBezTo>
                  <a:cubicBezTo>
                    <a:pt x="43038" y="162666"/>
                    <a:pt x="61581" y="162666"/>
                    <a:pt x="68713" y="162666"/>
                  </a:cubicBezTo>
                  <a:cubicBezTo>
                    <a:pt x="79768" y="162666"/>
                    <a:pt x="134685" y="162666"/>
                    <a:pt x="134685" y="110942"/>
                  </a:cubicBezTo>
                  <a:cubicBezTo>
                    <a:pt x="134685" y="95708"/>
                    <a:pt x="127553" y="83309"/>
                    <a:pt x="115071" y="73389"/>
                  </a:cubicBezTo>
                  <a:cubicBezTo>
                    <a:pt x="101164" y="63115"/>
                    <a:pt x="89753" y="60990"/>
                    <a:pt x="61938" y="56384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2D26070-C4C2-7CCF-2E5C-97A8D8B11B3C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518224" y="4335709"/>
              <a:ext cx="55629" cy="157296"/>
            </a:xfrm>
            <a:custGeom>
              <a:avLst/>
              <a:gdLst>
                <a:gd name="connsiteX0" fmla="*/ 55880 w 55629"/>
                <a:gd name="connsiteY0" fmla="*/ 27688 h 157296"/>
                <a:gd name="connsiteX1" fmla="*/ 28065 w 55629"/>
                <a:gd name="connsiteY1" fmla="*/ 55 h 157296"/>
                <a:gd name="connsiteX2" fmla="*/ 250 w 55629"/>
                <a:gd name="connsiteY2" fmla="*/ 27688 h 157296"/>
                <a:gd name="connsiteX3" fmla="*/ 28065 w 55629"/>
                <a:gd name="connsiteY3" fmla="*/ 55321 h 157296"/>
                <a:gd name="connsiteX4" fmla="*/ 55880 w 55629"/>
                <a:gd name="connsiteY4" fmla="*/ 27688 h 157296"/>
                <a:gd name="connsiteX5" fmla="*/ 55880 w 55629"/>
                <a:gd name="connsiteY5" fmla="*/ 129718 h 157296"/>
                <a:gd name="connsiteX6" fmla="*/ 28065 w 55629"/>
                <a:gd name="connsiteY6" fmla="*/ 102085 h 157296"/>
                <a:gd name="connsiteX7" fmla="*/ 250 w 55629"/>
                <a:gd name="connsiteY7" fmla="*/ 129718 h 157296"/>
                <a:gd name="connsiteX8" fmla="*/ 28065 w 55629"/>
                <a:gd name="connsiteY8" fmla="*/ 157351 h 157296"/>
                <a:gd name="connsiteX9" fmla="*/ 55880 w 55629"/>
                <a:gd name="connsiteY9" fmla="*/ 129718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629" h="157296">
                  <a:moveTo>
                    <a:pt x="55880" y="27688"/>
                  </a:moveTo>
                  <a:cubicBezTo>
                    <a:pt x="55880" y="12454"/>
                    <a:pt x="43399" y="55"/>
                    <a:pt x="28065" y="55"/>
                  </a:cubicBezTo>
                  <a:cubicBezTo>
                    <a:pt x="12731" y="55"/>
                    <a:pt x="250" y="12454"/>
                    <a:pt x="250" y="27688"/>
                  </a:cubicBezTo>
                  <a:cubicBezTo>
                    <a:pt x="250" y="42922"/>
                    <a:pt x="12731" y="55321"/>
                    <a:pt x="28065" y="55321"/>
                  </a:cubicBezTo>
                  <a:cubicBezTo>
                    <a:pt x="43399" y="55321"/>
                    <a:pt x="55880" y="42922"/>
                    <a:pt x="55880" y="27688"/>
                  </a:cubicBezTo>
                  <a:close/>
                  <a:moveTo>
                    <a:pt x="55880" y="129718"/>
                  </a:moveTo>
                  <a:cubicBezTo>
                    <a:pt x="55880" y="114485"/>
                    <a:pt x="43399" y="102085"/>
                    <a:pt x="28065" y="102085"/>
                  </a:cubicBezTo>
                  <a:cubicBezTo>
                    <a:pt x="12731" y="102085"/>
                    <a:pt x="250" y="114485"/>
                    <a:pt x="250" y="129718"/>
                  </a:cubicBezTo>
                  <a:cubicBezTo>
                    <a:pt x="250" y="144952"/>
                    <a:pt x="12731" y="157351"/>
                    <a:pt x="28065" y="157351"/>
                  </a:cubicBezTo>
                  <a:cubicBezTo>
                    <a:pt x="43399" y="157351"/>
                    <a:pt x="55880" y="144952"/>
                    <a:pt x="55880" y="129718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09097F2-6390-B3D8-E8AA-9C9A520EC0B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850510" y="624217"/>
              <a:ext cx="8128000" cy="9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91979786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0129316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619798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6281591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7169761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17788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71961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09097F2-6390-B3D8-E8AA-9C9A520EC0B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850510" y="624217"/>
              <a:ext cx="8128000" cy="9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91979786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0129316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619798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6281591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71697611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375" t="-10526" r="-401498" b="-1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177884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375" t="-112000" r="-401498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7196185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0EA7590-5559-5323-64E2-BF0E234FFFD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98013" y="1671636"/>
            <a:ext cx="8565317" cy="4969500"/>
          </a:xfrm>
          <a:prstGeom prst="rect">
            <a:avLst/>
          </a:prstGeom>
        </p:spPr>
      </p:pic>
      <p:sp>
        <p:nvSpPr>
          <p:cNvPr id="18" name="Callout: Left Arrow 17">
            <a:extLst>
              <a:ext uri="{FF2B5EF4-FFF2-40B4-BE49-F238E27FC236}">
                <a16:creationId xmlns:a16="http://schemas.microsoft.com/office/drawing/2014/main" id="{DD319B12-B6BC-890E-BC76-D7CE8C40697A}"/>
              </a:ext>
            </a:extLst>
          </p:cNvPr>
          <p:cNvSpPr/>
          <p:nvPr/>
        </p:nvSpPr>
        <p:spPr>
          <a:xfrm>
            <a:off x="9553977" y="1450704"/>
            <a:ext cx="2626907" cy="1240436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598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9x9 Linear System</a:t>
            </a:r>
          </a:p>
        </p:txBody>
      </p:sp>
      <p:sp>
        <p:nvSpPr>
          <p:cNvPr id="19" name="Callout: Left Arrow 18">
            <a:extLst>
              <a:ext uri="{FF2B5EF4-FFF2-40B4-BE49-F238E27FC236}">
                <a16:creationId xmlns:a16="http://schemas.microsoft.com/office/drawing/2014/main" id="{2A3EA7D7-0559-A5D8-00CD-31A118336ABB}"/>
              </a:ext>
            </a:extLst>
          </p:cNvPr>
          <p:cNvSpPr/>
          <p:nvPr/>
        </p:nvSpPr>
        <p:spPr>
          <a:xfrm>
            <a:off x="9553976" y="5254225"/>
            <a:ext cx="2626907" cy="1240436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598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Solution of Ax=b System</a:t>
            </a:r>
          </a:p>
        </p:txBody>
      </p:sp>
    </p:spTree>
    <p:extLst>
      <p:ext uri="{BB962C8B-B14F-4D97-AF65-F5344CB8AC3E}">
        <p14:creationId xmlns:p14="http://schemas.microsoft.com/office/powerpoint/2010/main" val="568877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9B35B7-4D37-DF48-A293-DF5F1C1C0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385C0-4E54-B734-001A-C881AFB1D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4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Example –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6AC04-119D-B0EF-60E1-D13AD3288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797" y="1079292"/>
            <a:ext cx="10515600" cy="5547376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15" name="Group 14" descr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 title="IguanaTex Vector Display">
            <a:extLst>
              <a:ext uri="{FF2B5EF4-FFF2-40B4-BE49-F238E27FC236}">
                <a16:creationId xmlns:a16="http://schemas.microsoft.com/office/drawing/2014/main" id="{0FA5E487-8A0F-2DDF-1D20-4E7299D03DFA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760511" y="231332"/>
            <a:ext cx="1322719" cy="315655"/>
            <a:chOff x="10251134" y="4246078"/>
            <a:chExt cx="1322719" cy="315655"/>
          </a:xfrm>
          <a:solidFill>
            <a:srgbClr val="FFFF00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5812A89-196F-A08E-5654-576FA198249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0251134" y="4246078"/>
              <a:ext cx="181867" cy="250824"/>
            </a:xfrm>
            <a:custGeom>
              <a:avLst/>
              <a:gdLst>
                <a:gd name="connsiteX0" fmla="*/ 120746 w 181867"/>
                <a:gd name="connsiteY0" fmla="*/ 100314 h 250824"/>
                <a:gd name="connsiteX1" fmla="*/ 69039 w 181867"/>
                <a:gd name="connsiteY1" fmla="*/ 89331 h 250824"/>
                <a:gd name="connsiteX2" fmla="*/ 34805 w 181867"/>
                <a:gd name="connsiteY2" fmla="*/ 52487 h 250824"/>
                <a:gd name="connsiteX3" fmla="*/ 80450 w 181867"/>
                <a:gd name="connsiteY3" fmla="*/ 15289 h 250824"/>
                <a:gd name="connsiteX4" fmla="*/ 153197 w 181867"/>
                <a:gd name="connsiteY4" fmla="*/ 75515 h 250824"/>
                <a:gd name="connsiteX5" fmla="*/ 162112 w 181867"/>
                <a:gd name="connsiteY5" fmla="*/ 84726 h 250824"/>
                <a:gd name="connsiteX6" fmla="*/ 170671 w 181867"/>
                <a:gd name="connsiteY6" fmla="*/ 74806 h 250824"/>
                <a:gd name="connsiteX7" fmla="*/ 170671 w 181867"/>
                <a:gd name="connsiteY7" fmla="*/ 9975 h 250824"/>
                <a:gd name="connsiteX8" fmla="*/ 164252 w 181867"/>
                <a:gd name="connsiteY8" fmla="*/ 55 h 250824"/>
                <a:gd name="connsiteX9" fmla="*/ 157120 w 181867"/>
                <a:gd name="connsiteY9" fmla="*/ 3952 h 250824"/>
                <a:gd name="connsiteX10" fmla="*/ 141073 w 181867"/>
                <a:gd name="connsiteY10" fmla="*/ 19540 h 250824"/>
                <a:gd name="connsiteX11" fmla="*/ 80094 w 181867"/>
                <a:gd name="connsiteY11" fmla="*/ 55 h 250824"/>
                <a:gd name="connsiteX12" fmla="*/ 215 w 181867"/>
                <a:gd name="connsiteY12" fmla="*/ 71264 h 250824"/>
                <a:gd name="connsiteX13" fmla="*/ 19471 w 181867"/>
                <a:gd name="connsiteY13" fmla="*/ 118382 h 250824"/>
                <a:gd name="connsiteX14" fmla="*/ 87939 w 181867"/>
                <a:gd name="connsiteY14" fmla="*/ 146723 h 250824"/>
                <a:gd name="connsiteX15" fmla="*/ 133227 w 181867"/>
                <a:gd name="connsiteY15" fmla="*/ 161957 h 250824"/>
                <a:gd name="connsiteX16" fmla="*/ 147492 w 181867"/>
                <a:gd name="connsiteY16" fmla="*/ 192779 h 250824"/>
                <a:gd name="connsiteX17" fmla="*/ 101133 w 181867"/>
                <a:gd name="connsiteY17" fmla="*/ 234228 h 250824"/>
                <a:gd name="connsiteX18" fmla="*/ 16975 w 181867"/>
                <a:gd name="connsiteY18" fmla="*/ 174357 h 250824"/>
                <a:gd name="connsiteX19" fmla="*/ 8773 w 181867"/>
                <a:gd name="connsiteY19" fmla="*/ 166208 h 250824"/>
                <a:gd name="connsiteX20" fmla="*/ 215 w 181867"/>
                <a:gd name="connsiteY20" fmla="*/ 176482 h 250824"/>
                <a:gd name="connsiteX21" fmla="*/ 215 w 181867"/>
                <a:gd name="connsiteY21" fmla="*/ 240960 h 250824"/>
                <a:gd name="connsiteX22" fmla="*/ 6634 w 181867"/>
                <a:gd name="connsiteY22" fmla="*/ 250879 h 250824"/>
                <a:gd name="connsiteX23" fmla="*/ 13409 w 181867"/>
                <a:gd name="connsiteY23" fmla="*/ 247691 h 250824"/>
                <a:gd name="connsiteX24" fmla="*/ 29813 w 181867"/>
                <a:gd name="connsiteY24" fmla="*/ 231394 h 250824"/>
                <a:gd name="connsiteX25" fmla="*/ 101133 w 181867"/>
                <a:gd name="connsiteY25" fmla="*/ 250879 h 250824"/>
                <a:gd name="connsiteX26" fmla="*/ 182082 w 181867"/>
                <a:gd name="connsiteY26" fmla="*/ 175065 h 250824"/>
                <a:gd name="connsiteX27" fmla="*/ 120746 w 181867"/>
                <a:gd name="connsiteY27" fmla="*/ 100314 h 250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1867" h="250824">
                  <a:moveTo>
                    <a:pt x="120746" y="100314"/>
                  </a:moveTo>
                  <a:lnTo>
                    <a:pt x="69039" y="89331"/>
                  </a:lnTo>
                  <a:cubicBezTo>
                    <a:pt x="54775" y="86143"/>
                    <a:pt x="34805" y="74098"/>
                    <a:pt x="34805" y="52487"/>
                  </a:cubicBezTo>
                  <a:cubicBezTo>
                    <a:pt x="34805" y="37253"/>
                    <a:pt x="44790" y="15289"/>
                    <a:pt x="80450" y="15289"/>
                  </a:cubicBezTo>
                  <a:cubicBezTo>
                    <a:pt x="108978" y="15289"/>
                    <a:pt x="144995" y="27334"/>
                    <a:pt x="153197" y="75515"/>
                  </a:cubicBezTo>
                  <a:cubicBezTo>
                    <a:pt x="154624" y="84017"/>
                    <a:pt x="154624" y="84726"/>
                    <a:pt x="162112" y="84726"/>
                  </a:cubicBezTo>
                  <a:cubicBezTo>
                    <a:pt x="170671" y="84726"/>
                    <a:pt x="170671" y="82954"/>
                    <a:pt x="170671" y="74806"/>
                  </a:cubicBezTo>
                  <a:lnTo>
                    <a:pt x="170671" y="9975"/>
                  </a:lnTo>
                  <a:cubicBezTo>
                    <a:pt x="170671" y="3243"/>
                    <a:pt x="170671" y="55"/>
                    <a:pt x="164252" y="55"/>
                  </a:cubicBezTo>
                  <a:cubicBezTo>
                    <a:pt x="161399" y="55"/>
                    <a:pt x="161042" y="409"/>
                    <a:pt x="157120" y="3952"/>
                  </a:cubicBezTo>
                  <a:lnTo>
                    <a:pt x="141073" y="19540"/>
                  </a:lnTo>
                  <a:cubicBezTo>
                    <a:pt x="120390" y="3243"/>
                    <a:pt x="97211" y="55"/>
                    <a:pt x="80094" y="55"/>
                  </a:cubicBezTo>
                  <a:cubicBezTo>
                    <a:pt x="25890" y="55"/>
                    <a:pt x="215" y="34065"/>
                    <a:pt x="215" y="71264"/>
                  </a:cubicBezTo>
                  <a:cubicBezTo>
                    <a:pt x="215" y="94291"/>
                    <a:pt x="11983" y="110588"/>
                    <a:pt x="19471" y="118382"/>
                  </a:cubicBezTo>
                  <a:cubicBezTo>
                    <a:pt x="36945" y="135741"/>
                    <a:pt x="49069" y="138221"/>
                    <a:pt x="87939" y="146723"/>
                  </a:cubicBezTo>
                  <a:cubicBezTo>
                    <a:pt x="119320" y="153454"/>
                    <a:pt x="125382" y="154517"/>
                    <a:pt x="133227" y="161957"/>
                  </a:cubicBezTo>
                  <a:cubicBezTo>
                    <a:pt x="138576" y="167271"/>
                    <a:pt x="147492" y="176482"/>
                    <a:pt x="147492" y="192779"/>
                  </a:cubicBezTo>
                  <a:cubicBezTo>
                    <a:pt x="147492" y="209784"/>
                    <a:pt x="138220" y="234228"/>
                    <a:pt x="101133" y="234228"/>
                  </a:cubicBezTo>
                  <a:cubicBezTo>
                    <a:pt x="74031" y="234228"/>
                    <a:pt x="19828" y="227143"/>
                    <a:pt x="16975" y="174357"/>
                  </a:cubicBezTo>
                  <a:cubicBezTo>
                    <a:pt x="16618" y="167980"/>
                    <a:pt x="16618" y="166208"/>
                    <a:pt x="8773" y="166208"/>
                  </a:cubicBezTo>
                  <a:cubicBezTo>
                    <a:pt x="215" y="166208"/>
                    <a:pt x="215" y="168334"/>
                    <a:pt x="215" y="176482"/>
                  </a:cubicBezTo>
                  <a:lnTo>
                    <a:pt x="215" y="240960"/>
                  </a:lnTo>
                  <a:cubicBezTo>
                    <a:pt x="215" y="247691"/>
                    <a:pt x="215" y="250879"/>
                    <a:pt x="6634" y="250879"/>
                  </a:cubicBezTo>
                  <a:cubicBezTo>
                    <a:pt x="9843" y="250879"/>
                    <a:pt x="10556" y="250171"/>
                    <a:pt x="13409" y="247691"/>
                  </a:cubicBezTo>
                  <a:lnTo>
                    <a:pt x="29813" y="231394"/>
                  </a:lnTo>
                  <a:cubicBezTo>
                    <a:pt x="53349" y="248754"/>
                    <a:pt x="86513" y="250879"/>
                    <a:pt x="101133" y="250879"/>
                  </a:cubicBezTo>
                  <a:cubicBezTo>
                    <a:pt x="159973" y="250879"/>
                    <a:pt x="182082" y="210846"/>
                    <a:pt x="182082" y="175065"/>
                  </a:cubicBezTo>
                  <a:cubicBezTo>
                    <a:pt x="182082" y="135741"/>
                    <a:pt x="153197" y="107045"/>
                    <a:pt x="120746" y="100314"/>
                  </a:cubicBezTo>
                  <a:close/>
                </a:path>
              </a:pathLst>
            </a:custGeom>
            <a:grpFill/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F7FD8EB-2CCF-7F90-758D-4321B017245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0469334" y="4333583"/>
              <a:ext cx="200767" cy="228150"/>
            </a:xfrm>
            <a:custGeom>
              <a:avLst/>
              <a:gdLst>
                <a:gd name="connsiteX0" fmla="*/ 65479 w 200767"/>
                <a:gd name="connsiteY0" fmla="*/ 42922 h 228150"/>
                <a:gd name="connsiteX1" fmla="*/ 70828 w 200767"/>
                <a:gd name="connsiteY1" fmla="*/ 30877 h 228150"/>
                <a:gd name="connsiteX2" fmla="*/ 111481 w 200767"/>
                <a:gd name="connsiteY2" fmla="*/ 14226 h 228150"/>
                <a:gd name="connsiteX3" fmla="*/ 155343 w 200767"/>
                <a:gd name="connsiteY3" fmla="*/ 80475 h 228150"/>
                <a:gd name="connsiteX4" fmla="*/ 107202 w 200767"/>
                <a:gd name="connsiteY4" fmla="*/ 148849 h 228150"/>
                <a:gd name="connsiteX5" fmla="*/ 69402 w 200767"/>
                <a:gd name="connsiteY5" fmla="*/ 129718 h 228150"/>
                <a:gd name="connsiteX6" fmla="*/ 65479 w 200767"/>
                <a:gd name="connsiteY6" fmla="*/ 118027 h 228150"/>
                <a:gd name="connsiteX7" fmla="*/ 65479 w 200767"/>
                <a:gd name="connsiteY7" fmla="*/ 42922 h 228150"/>
                <a:gd name="connsiteX8" fmla="*/ 65479 w 200767"/>
                <a:gd name="connsiteY8" fmla="*/ 145661 h 228150"/>
                <a:gd name="connsiteX9" fmla="*/ 111124 w 200767"/>
                <a:gd name="connsiteY9" fmla="*/ 161603 h 228150"/>
                <a:gd name="connsiteX10" fmla="*/ 200988 w 200767"/>
                <a:gd name="connsiteY10" fmla="*/ 80475 h 228150"/>
                <a:gd name="connsiteX11" fmla="*/ 117187 w 200767"/>
                <a:gd name="connsiteY11" fmla="*/ 55 h 228150"/>
                <a:gd name="connsiteX12" fmla="*/ 63340 w 200767"/>
                <a:gd name="connsiteY12" fmla="*/ 17414 h 228150"/>
                <a:gd name="connsiteX13" fmla="*/ 63340 w 200767"/>
                <a:gd name="connsiteY13" fmla="*/ 55 h 228150"/>
                <a:gd name="connsiteX14" fmla="*/ 221 w 200767"/>
                <a:gd name="connsiteY14" fmla="*/ 2889 h 228150"/>
                <a:gd name="connsiteX15" fmla="*/ 221 w 200767"/>
                <a:gd name="connsiteY15" fmla="*/ 19540 h 228150"/>
                <a:gd name="connsiteX16" fmla="*/ 24827 w 200767"/>
                <a:gd name="connsiteY16" fmla="*/ 33002 h 228150"/>
                <a:gd name="connsiteX17" fmla="*/ 24827 w 200767"/>
                <a:gd name="connsiteY17" fmla="*/ 211555 h 228150"/>
                <a:gd name="connsiteX18" fmla="*/ 221 w 200767"/>
                <a:gd name="connsiteY18" fmla="*/ 211555 h 228150"/>
                <a:gd name="connsiteX19" fmla="*/ 221 w 200767"/>
                <a:gd name="connsiteY19" fmla="*/ 228206 h 228150"/>
                <a:gd name="connsiteX20" fmla="*/ 45153 w 200767"/>
                <a:gd name="connsiteY20" fmla="*/ 227143 h 228150"/>
                <a:gd name="connsiteX21" fmla="*/ 90085 w 200767"/>
                <a:gd name="connsiteY21" fmla="*/ 228206 h 228150"/>
                <a:gd name="connsiteX22" fmla="*/ 90085 w 200767"/>
                <a:gd name="connsiteY22" fmla="*/ 211555 h 228150"/>
                <a:gd name="connsiteX23" fmla="*/ 65479 w 200767"/>
                <a:gd name="connsiteY23" fmla="*/ 211555 h 228150"/>
                <a:gd name="connsiteX24" fmla="*/ 65479 w 200767"/>
                <a:gd name="connsiteY24" fmla="*/ 145661 h 22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767" h="228150">
                  <a:moveTo>
                    <a:pt x="65479" y="42922"/>
                  </a:moveTo>
                  <a:cubicBezTo>
                    <a:pt x="65479" y="36191"/>
                    <a:pt x="65836" y="35836"/>
                    <a:pt x="70828" y="30877"/>
                  </a:cubicBezTo>
                  <a:cubicBezTo>
                    <a:pt x="85092" y="16351"/>
                    <a:pt x="103636" y="14226"/>
                    <a:pt x="111481" y="14226"/>
                  </a:cubicBezTo>
                  <a:cubicBezTo>
                    <a:pt x="135373" y="14226"/>
                    <a:pt x="155343" y="35836"/>
                    <a:pt x="155343" y="80475"/>
                  </a:cubicBezTo>
                  <a:cubicBezTo>
                    <a:pt x="155343" y="130427"/>
                    <a:pt x="130381" y="148849"/>
                    <a:pt x="107202" y="148849"/>
                  </a:cubicBezTo>
                  <a:cubicBezTo>
                    <a:pt x="102209" y="148849"/>
                    <a:pt x="85449" y="148849"/>
                    <a:pt x="69402" y="129718"/>
                  </a:cubicBezTo>
                  <a:cubicBezTo>
                    <a:pt x="65479" y="125113"/>
                    <a:pt x="65479" y="124758"/>
                    <a:pt x="65479" y="118027"/>
                  </a:cubicBezTo>
                  <a:lnTo>
                    <a:pt x="65479" y="42922"/>
                  </a:lnTo>
                  <a:close/>
                  <a:moveTo>
                    <a:pt x="65479" y="145661"/>
                  </a:moveTo>
                  <a:cubicBezTo>
                    <a:pt x="80813" y="158060"/>
                    <a:pt x="96504" y="161603"/>
                    <a:pt x="111124" y="161603"/>
                  </a:cubicBezTo>
                  <a:cubicBezTo>
                    <a:pt x="164615" y="161603"/>
                    <a:pt x="200988" y="129718"/>
                    <a:pt x="200988" y="80475"/>
                  </a:cubicBezTo>
                  <a:cubicBezTo>
                    <a:pt x="200988" y="33356"/>
                    <a:pt x="168537" y="55"/>
                    <a:pt x="117187" y="55"/>
                  </a:cubicBezTo>
                  <a:cubicBezTo>
                    <a:pt x="90442" y="55"/>
                    <a:pt x="71542" y="11037"/>
                    <a:pt x="63340" y="17414"/>
                  </a:cubicBezTo>
                  <a:lnTo>
                    <a:pt x="63340" y="55"/>
                  </a:lnTo>
                  <a:lnTo>
                    <a:pt x="221" y="2889"/>
                  </a:lnTo>
                  <a:lnTo>
                    <a:pt x="221" y="19540"/>
                  </a:lnTo>
                  <a:cubicBezTo>
                    <a:pt x="22330" y="19540"/>
                    <a:pt x="24827" y="19540"/>
                    <a:pt x="24827" y="33002"/>
                  </a:cubicBezTo>
                  <a:lnTo>
                    <a:pt x="24827" y="211555"/>
                  </a:lnTo>
                  <a:lnTo>
                    <a:pt x="221" y="211555"/>
                  </a:lnTo>
                  <a:lnTo>
                    <a:pt x="221" y="228206"/>
                  </a:lnTo>
                  <a:cubicBezTo>
                    <a:pt x="10206" y="227852"/>
                    <a:pt x="31602" y="227143"/>
                    <a:pt x="45153" y="227143"/>
                  </a:cubicBezTo>
                  <a:cubicBezTo>
                    <a:pt x="59061" y="227143"/>
                    <a:pt x="80100" y="227852"/>
                    <a:pt x="90085" y="228206"/>
                  </a:cubicBezTo>
                  <a:lnTo>
                    <a:pt x="90085" y="211555"/>
                  </a:lnTo>
                  <a:lnTo>
                    <a:pt x="65479" y="211555"/>
                  </a:lnTo>
                  <a:lnTo>
                    <a:pt x="65479" y="145661"/>
                  </a:lnTo>
                  <a:close/>
                </a:path>
              </a:pathLst>
            </a:custGeom>
            <a:grpFill/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EB4E9CF-33B1-03C1-1D88-02EB0F79FF37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700728" y="4247141"/>
              <a:ext cx="87724" cy="245864"/>
            </a:xfrm>
            <a:custGeom>
              <a:avLst/>
              <a:gdLst>
                <a:gd name="connsiteX0" fmla="*/ 63346 w 87724"/>
                <a:gd name="connsiteY0" fmla="*/ 55 h 245864"/>
                <a:gd name="connsiteX1" fmla="*/ 228 w 87724"/>
                <a:gd name="connsiteY1" fmla="*/ 2889 h 245864"/>
                <a:gd name="connsiteX2" fmla="*/ 228 w 87724"/>
                <a:gd name="connsiteY2" fmla="*/ 19540 h 245864"/>
                <a:gd name="connsiteX3" fmla="*/ 24833 w 87724"/>
                <a:gd name="connsiteY3" fmla="*/ 33356 h 245864"/>
                <a:gd name="connsiteX4" fmla="*/ 24833 w 87724"/>
                <a:gd name="connsiteY4" fmla="*/ 229269 h 245864"/>
                <a:gd name="connsiteX5" fmla="*/ 228 w 87724"/>
                <a:gd name="connsiteY5" fmla="*/ 229269 h 245864"/>
                <a:gd name="connsiteX6" fmla="*/ 228 w 87724"/>
                <a:gd name="connsiteY6" fmla="*/ 245919 h 245864"/>
                <a:gd name="connsiteX7" fmla="*/ 44090 w 87724"/>
                <a:gd name="connsiteY7" fmla="*/ 244857 h 245864"/>
                <a:gd name="connsiteX8" fmla="*/ 87952 w 87724"/>
                <a:gd name="connsiteY8" fmla="*/ 245919 h 245864"/>
                <a:gd name="connsiteX9" fmla="*/ 87952 w 87724"/>
                <a:gd name="connsiteY9" fmla="*/ 229269 h 245864"/>
                <a:gd name="connsiteX10" fmla="*/ 63346 w 87724"/>
                <a:gd name="connsiteY10" fmla="*/ 229269 h 245864"/>
                <a:gd name="connsiteX11" fmla="*/ 63346 w 87724"/>
                <a:gd name="connsiteY11" fmla="*/ 5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7724" h="245864">
                  <a:moveTo>
                    <a:pt x="63346" y="55"/>
                  </a:moveTo>
                  <a:lnTo>
                    <a:pt x="228" y="2889"/>
                  </a:lnTo>
                  <a:lnTo>
                    <a:pt x="228" y="19540"/>
                  </a:lnTo>
                  <a:cubicBezTo>
                    <a:pt x="22337" y="19540"/>
                    <a:pt x="24833" y="19540"/>
                    <a:pt x="24833" y="33356"/>
                  </a:cubicBezTo>
                  <a:lnTo>
                    <a:pt x="24833" y="229269"/>
                  </a:lnTo>
                  <a:lnTo>
                    <a:pt x="228" y="229269"/>
                  </a:lnTo>
                  <a:lnTo>
                    <a:pt x="228" y="245919"/>
                  </a:lnTo>
                  <a:cubicBezTo>
                    <a:pt x="11639" y="245565"/>
                    <a:pt x="28756" y="244857"/>
                    <a:pt x="44090" y="244857"/>
                  </a:cubicBezTo>
                  <a:cubicBezTo>
                    <a:pt x="59424" y="244857"/>
                    <a:pt x="75827" y="245565"/>
                    <a:pt x="87952" y="245919"/>
                  </a:cubicBezTo>
                  <a:lnTo>
                    <a:pt x="87952" y="229269"/>
                  </a:lnTo>
                  <a:lnTo>
                    <a:pt x="63346" y="229269"/>
                  </a:lnTo>
                  <a:lnTo>
                    <a:pt x="63346" y="55"/>
                  </a:lnTo>
                  <a:close/>
                </a:path>
              </a:pathLst>
            </a:custGeom>
            <a:grpFill/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733A412-F5DD-9898-27F8-748AC8D4AF5E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0814642" y="4246787"/>
              <a:ext cx="85227" cy="246218"/>
            </a:xfrm>
            <a:custGeom>
              <a:avLst/>
              <a:gdLst>
                <a:gd name="connsiteX0" fmla="*/ 63349 w 85227"/>
                <a:gd name="connsiteY0" fmla="*/ 86851 h 246218"/>
                <a:gd name="connsiteX1" fmla="*/ 1301 w 85227"/>
                <a:gd name="connsiteY1" fmla="*/ 89686 h 246218"/>
                <a:gd name="connsiteX2" fmla="*/ 1301 w 85227"/>
                <a:gd name="connsiteY2" fmla="*/ 106336 h 246218"/>
                <a:gd name="connsiteX3" fmla="*/ 24836 w 85227"/>
                <a:gd name="connsiteY3" fmla="*/ 120153 h 246218"/>
                <a:gd name="connsiteX4" fmla="*/ 24836 w 85227"/>
                <a:gd name="connsiteY4" fmla="*/ 229623 h 246218"/>
                <a:gd name="connsiteX5" fmla="*/ 231 w 85227"/>
                <a:gd name="connsiteY5" fmla="*/ 229623 h 246218"/>
                <a:gd name="connsiteX6" fmla="*/ 231 w 85227"/>
                <a:gd name="connsiteY6" fmla="*/ 246274 h 246218"/>
                <a:gd name="connsiteX7" fmla="*/ 43736 w 85227"/>
                <a:gd name="connsiteY7" fmla="*/ 245211 h 246218"/>
                <a:gd name="connsiteX8" fmla="*/ 85459 w 85227"/>
                <a:gd name="connsiteY8" fmla="*/ 246274 h 246218"/>
                <a:gd name="connsiteX9" fmla="*/ 85459 w 85227"/>
                <a:gd name="connsiteY9" fmla="*/ 229623 h 246218"/>
                <a:gd name="connsiteX10" fmla="*/ 63349 w 85227"/>
                <a:gd name="connsiteY10" fmla="*/ 229623 h 246218"/>
                <a:gd name="connsiteX11" fmla="*/ 63349 w 85227"/>
                <a:gd name="connsiteY11" fmla="*/ 86851 h 246218"/>
                <a:gd name="connsiteX12" fmla="*/ 66915 w 85227"/>
                <a:gd name="connsiteY12" fmla="*/ 27688 h 246218"/>
                <a:gd name="connsiteX13" fmla="*/ 39100 w 85227"/>
                <a:gd name="connsiteY13" fmla="*/ 55 h 246218"/>
                <a:gd name="connsiteX14" fmla="*/ 11285 w 85227"/>
                <a:gd name="connsiteY14" fmla="*/ 27688 h 246218"/>
                <a:gd name="connsiteX15" fmla="*/ 39100 w 85227"/>
                <a:gd name="connsiteY15" fmla="*/ 55321 h 246218"/>
                <a:gd name="connsiteX16" fmla="*/ 66915 w 85227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227" h="246218">
                  <a:moveTo>
                    <a:pt x="63349" y="86851"/>
                  </a:moveTo>
                  <a:lnTo>
                    <a:pt x="1301" y="89686"/>
                  </a:lnTo>
                  <a:lnTo>
                    <a:pt x="1301" y="106336"/>
                  </a:lnTo>
                  <a:cubicBezTo>
                    <a:pt x="22340" y="106336"/>
                    <a:pt x="24836" y="106336"/>
                    <a:pt x="24836" y="120153"/>
                  </a:cubicBezTo>
                  <a:lnTo>
                    <a:pt x="24836" y="229623"/>
                  </a:lnTo>
                  <a:lnTo>
                    <a:pt x="231" y="229623"/>
                  </a:lnTo>
                  <a:lnTo>
                    <a:pt x="231" y="246274"/>
                  </a:lnTo>
                  <a:cubicBezTo>
                    <a:pt x="11285" y="245919"/>
                    <a:pt x="28759" y="245211"/>
                    <a:pt x="43736" y="245211"/>
                  </a:cubicBezTo>
                  <a:cubicBezTo>
                    <a:pt x="54434" y="245211"/>
                    <a:pt x="72621" y="245919"/>
                    <a:pt x="85459" y="246274"/>
                  </a:cubicBezTo>
                  <a:lnTo>
                    <a:pt x="85459" y="229623"/>
                  </a:lnTo>
                  <a:lnTo>
                    <a:pt x="63349" y="229623"/>
                  </a:lnTo>
                  <a:lnTo>
                    <a:pt x="63349" y="86851"/>
                  </a:lnTo>
                  <a:close/>
                  <a:moveTo>
                    <a:pt x="66915" y="27688"/>
                  </a:moveTo>
                  <a:cubicBezTo>
                    <a:pt x="66915" y="12100"/>
                    <a:pt x="54078" y="55"/>
                    <a:pt x="39100" y="55"/>
                  </a:cubicBezTo>
                  <a:cubicBezTo>
                    <a:pt x="23766" y="55"/>
                    <a:pt x="11285" y="12454"/>
                    <a:pt x="11285" y="27688"/>
                  </a:cubicBezTo>
                  <a:cubicBezTo>
                    <a:pt x="11285" y="42922"/>
                    <a:pt x="23766" y="55321"/>
                    <a:pt x="39100" y="55321"/>
                  </a:cubicBezTo>
                  <a:cubicBezTo>
                    <a:pt x="54078" y="55321"/>
                    <a:pt x="66915" y="43276"/>
                    <a:pt x="66915" y="27688"/>
                  </a:cubicBezTo>
                  <a:close/>
                </a:path>
              </a:pathLst>
            </a:custGeom>
            <a:grpFill/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57FD6C-D204-BF20-DC74-CC28B7197FA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0927843" y="4333583"/>
              <a:ext cx="203263" cy="159422"/>
            </a:xfrm>
            <a:custGeom>
              <a:avLst/>
              <a:gdLst>
                <a:gd name="connsiteX0" fmla="*/ 24839 w 203263"/>
                <a:gd name="connsiteY0" fmla="*/ 33356 h 159422"/>
                <a:gd name="connsiteX1" fmla="*/ 24839 w 203263"/>
                <a:gd name="connsiteY1" fmla="*/ 142826 h 159422"/>
                <a:gd name="connsiteX2" fmla="*/ 234 w 203263"/>
                <a:gd name="connsiteY2" fmla="*/ 142826 h 159422"/>
                <a:gd name="connsiteX3" fmla="*/ 234 w 203263"/>
                <a:gd name="connsiteY3" fmla="*/ 159477 h 159422"/>
                <a:gd name="connsiteX4" fmla="*/ 45166 w 203263"/>
                <a:gd name="connsiteY4" fmla="*/ 158414 h 159422"/>
                <a:gd name="connsiteX5" fmla="*/ 90098 w 203263"/>
                <a:gd name="connsiteY5" fmla="*/ 159477 h 159422"/>
                <a:gd name="connsiteX6" fmla="*/ 90098 w 203263"/>
                <a:gd name="connsiteY6" fmla="*/ 142826 h 159422"/>
                <a:gd name="connsiteX7" fmla="*/ 65492 w 203263"/>
                <a:gd name="connsiteY7" fmla="*/ 142826 h 159422"/>
                <a:gd name="connsiteX8" fmla="*/ 65492 w 203263"/>
                <a:gd name="connsiteY8" fmla="*/ 68784 h 159422"/>
                <a:gd name="connsiteX9" fmla="*/ 118626 w 203263"/>
                <a:gd name="connsiteY9" fmla="*/ 12809 h 159422"/>
                <a:gd name="connsiteX10" fmla="*/ 138239 w 203263"/>
                <a:gd name="connsiteY10" fmla="*/ 47173 h 159422"/>
                <a:gd name="connsiteX11" fmla="*/ 138239 w 203263"/>
                <a:gd name="connsiteY11" fmla="*/ 142826 h 159422"/>
                <a:gd name="connsiteX12" fmla="*/ 113633 w 203263"/>
                <a:gd name="connsiteY12" fmla="*/ 142826 h 159422"/>
                <a:gd name="connsiteX13" fmla="*/ 113633 w 203263"/>
                <a:gd name="connsiteY13" fmla="*/ 159477 h 159422"/>
                <a:gd name="connsiteX14" fmla="*/ 158565 w 203263"/>
                <a:gd name="connsiteY14" fmla="*/ 158414 h 159422"/>
                <a:gd name="connsiteX15" fmla="*/ 203497 w 203263"/>
                <a:gd name="connsiteY15" fmla="*/ 159477 h 159422"/>
                <a:gd name="connsiteX16" fmla="*/ 203497 w 203263"/>
                <a:gd name="connsiteY16" fmla="*/ 142826 h 159422"/>
                <a:gd name="connsiteX17" fmla="*/ 178892 w 203263"/>
                <a:gd name="connsiteY17" fmla="*/ 142826 h 159422"/>
                <a:gd name="connsiteX18" fmla="*/ 178892 w 203263"/>
                <a:gd name="connsiteY18" fmla="*/ 51070 h 159422"/>
                <a:gd name="connsiteX19" fmla="*/ 123975 w 203263"/>
                <a:gd name="connsiteY19" fmla="*/ 55 h 159422"/>
                <a:gd name="connsiteX20" fmla="*/ 61569 w 203263"/>
                <a:gd name="connsiteY20" fmla="*/ 38316 h 159422"/>
                <a:gd name="connsiteX21" fmla="*/ 61569 w 203263"/>
                <a:gd name="connsiteY21" fmla="*/ 55 h 159422"/>
                <a:gd name="connsiteX22" fmla="*/ 234 w 203263"/>
                <a:gd name="connsiteY22" fmla="*/ 2889 h 159422"/>
                <a:gd name="connsiteX23" fmla="*/ 234 w 203263"/>
                <a:gd name="connsiteY23" fmla="*/ 19540 h 159422"/>
                <a:gd name="connsiteX24" fmla="*/ 24839 w 203263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3263" h="159422">
                  <a:moveTo>
                    <a:pt x="24839" y="33356"/>
                  </a:moveTo>
                  <a:lnTo>
                    <a:pt x="24839" y="142826"/>
                  </a:lnTo>
                  <a:lnTo>
                    <a:pt x="234" y="142826"/>
                  </a:lnTo>
                  <a:lnTo>
                    <a:pt x="234" y="159477"/>
                  </a:lnTo>
                  <a:cubicBezTo>
                    <a:pt x="10219" y="159123"/>
                    <a:pt x="31615" y="158414"/>
                    <a:pt x="45166" y="158414"/>
                  </a:cubicBezTo>
                  <a:cubicBezTo>
                    <a:pt x="59073" y="158414"/>
                    <a:pt x="80113" y="159123"/>
                    <a:pt x="90098" y="159477"/>
                  </a:cubicBezTo>
                  <a:lnTo>
                    <a:pt x="90098" y="142826"/>
                  </a:lnTo>
                  <a:lnTo>
                    <a:pt x="65492" y="142826"/>
                  </a:lnTo>
                  <a:lnTo>
                    <a:pt x="65492" y="68784"/>
                  </a:lnTo>
                  <a:cubicBezTo>
                    <a:pt x="65492" y="30168"/>
                    <a:pt x="96160" y="12809"/>
                    <a:pt x="118626" y="12809"/>
                  </a:cubicBezTo>
                  <a:cubicBezTo>
                    <a:pt x="130750" y="12809"/>
                    <a:pt x="138239" y="20248"/>
                    <a:pt x="138239" y="47173"/>
                  </a:cubicBezTo>
                  <a:lnTo>
                    <a:pt x="138239" y="142826"/>
                  </a:lnTo>
                  <a:lnTo>
                    <a:pt x="113633" y="142826"/>
                  </a:lnTo>
                  <a:lnTo>
                    <a:pt x="113633" y="159477"/>
                  </a:lnTo>
                  <a:cubicBezTo>
                    <a:pt x="123618" y="159123"/>
                    <a:pt x="145014" y="158414"/>
                    <a:pt x="158565" y="158414"/>
                  </a:cubicBezTo>
                  <a:cubicBezTo>
                    <a:pt x="172473" y="158414"/>
                    <a:pt x="193512" y="159123"/>
                    <a:pt x="203497" y="159477"/>
                  </a:cubicBezTo>
                  <a:lnTo>
                    <a:pt x="203497" y="142826"/>
                  </a:lnTo>
                  <a:lnTo>
                    <a:pt x="178892" y="142826"/>
                  </a:lnTo>
                  <a:lnTo>
                    <a:pt x="178892" y="51070"/>
                  </a:lnTo>
                  <a:cubicBezTo>
                    <a:pt x="178892" y="13872"/>
                    <a:pt x="159635" y="55"/>
                    <a:pt x="123975" y="55"/>
                  </a:cubicBezTo>
                  <a:cubicBezTo>
                    <a:pt x="89741" y="55"/>
                    <a:pt x="70841" y="20248"/>
                    <a:pt x="61569" y="38316"/>
                  </a:cubicBezTo>
                  <a:lnTo>
                    <a:pt x="61569" y="55"/>
                  </a:lnTo>
                  <a:lnTo>
                    <a:pt x="234" y="2889"/>
                  </a:lnTo>
                  <a:lnTo>
                    <a:pt x="234" y="19540"/>
                  </a:lnTo>
                  <a:cubicBezTo>
                    <a:pt x="22343" y="19540"/>
                    <a:pt x="24839" y="19540"/>
                    <a:pt x="24839" y="33356"/>
                  </a:cubicBezTo>
                  <a:close/>
                </a:path>
              </a:pathLst>
            </a:custGeom>
            <a:grpFill/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0F1A555-3D49-2251-86BF-50DA36861DD7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1151035" y="4332520"/>
              <a:ext cx="164750" cy="162610"/>
            </a:xfrm>
            <a:custGeom>
              <a:avLst/>
              <a:gdLst>
                <a:gd name="connsiteX0" fmla="*/ 153579 w 164750"/>
                <a:gd name="connsiteY0" fmla="*/ 83309 h 162610"/>
                <a:gd name="connsiteX1" fmla="*/ 164990 w 164750"/>
                <a:gd name="connsiteY1" fmla="*/ 73743 h 162610"/>
                <a:gd name="connsiteX2" fmla="*/ 145021 w 164750"/>
                <a:gd name="connsiteY2" fmla="*/ 19186 h 162610"/>
                <a:gd name="connsiteX3" fmla="*/ 88321 w 164750"/>
                <a:gd name="connsiteY3" fmla="*/ 55 h 162610"/>
                <a:gd name="connsiteX4" fmla="*/ 240 w 164750"/>
                <a:gd name="connsiteY4" fmla="*/ 80829 h 162610"/>
                <a:gd name="connsiteX5" fmla="*/ 93313 w 164750"/>
                <a:gd name="connsiteY5" fmla="*/ 162666 h 162610"/>
                <a:gd name="connsiteX6" fmla="*/ 164990 w 164750"/>
                <a:gd name="connsiteY6" fmla="*/ 119090 h 162610"/>
                <a:gd name="connsiteX7" fmla="*/ 156432 w 164750"/>
                <a:gd name="connsiteY7" fmla="*/ 112713 h 162610"/>
                <a:gd name="connsiteX8" fmla="*/ 147517 w 164750"/>
                <a:gd name="connsiteY8" fmla="*/ 120153 h 162610"/>
                <a:gd name="connsiteX9" fmla="*/ 96523 w 164750"/>
                <a:gd name="connsiteY9" fmla="*/ 148495 h 162610"/>
                <a:gd name="connsiteX10" fmla="*/ 45885 w 164750"/>
                <a:gd name="connsiteY10" fmla="*/ 83309 h 162610"/>
                <a:gd name="connsiteX11" fmla="*/ 153579 w 164750"/>
                <a:gd name="connsiteY11" fmla="*/ 83309 h 162610"/>
                <a:gd name="connsiteX12" fmla="*/ 45885 w 164750"/>
                <a:gd name="connsiteY12" fmla="*/ 71618 h 162610"/>
                <a:gd name="connsiteX13" fmla="*/ 54444 w 164750"/>
                <a:gd name="connsiteY13" fmla="*/ 31231 h 162610"/>
                <a:gd name="connsiteX14" fmla="*/ 88321 w 164750"/>
                <a:gd name="connsiteY14" fmla="*/ 12809 h 162610"/>
                <a:gd name="connsiteX15" fmla="*/ 131113 w 164750"/>
                <a:gd name="connsiteY15" fmla="*/ 71618 h 162610"/>
                <a:gd name="connsiteX16" fmla="*/ 45885 w 164750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4750" h="162610">
                  <a:moveTo>
                    <a:pt x="153579" y="83309"/>
                  </a:moveTo>
                  <a:cubicBezTo>
                    <a:pt x="161424" y="83309"/>
                    <a:pt x="164990" y="83309"/>
                    <a:pt x="164990" y="73743"/>
                  </a:cubicBezTo>
                  <a:cubicBezTo>
                    <a:pt x="164990" y="62761"/>
                    <a:pt x="162851" y="36899"/>
                    <a:pt x="145021" y="19186"/>
                  </a:cubicBezTo>
                  <a:cubicBezTo>
                    <a:pt x="131827" y="6432"/>
                    <a:pt x="112927" y="55"/>
                    <a:pt x="88321" y="55"/>
                  </a:cubicBezTo>
                  <a:cubicBezTo>
                    <a:pt x="31265" y="55"/>
                    <a:pt x="240" y="36545"/>
                    <a:pt x="240" y="80829"/>
                  </a:cubicBezTo>
                  <a:cubicBezTo>
                    <a:pt x="240" y="128301"/>
                    <a:pt x="35900" y="162666"/>
                    <a:pt x="93313" y="162666"/>
                  </a:cubicBezTo>
                  <a:cubicBezTo>
                    <a:pt x="149657" y="162666"/>
                    <a:pt x="164990" y="125113"/>
                    <a:pt x="164990" y="119090"/>
                  </a:cubicBezTo>
                  <a:cubicBezTo>
                    <a:pt x="164990" y="112713"/>
                    <a:pt x="158215" y="112713"/>
                    <a:pt x="156432" y="112713"/>
                  </a:cubicBezTo>
                  <a:cubicBezTo>
                    <a:pt x="150370" y="112713"/>
                    <a:pt x="149657" y="114485"/>
                    <a:pt x="147517" y="120153"/>
                  </a:cubicBezTo>
                  <a:cubicBezTo>
                    <a:pt x="140028" y="137158"/>
                    <a:pt x="119702" y="148495"/>
                    <a:pt x="96523" y="148495"/>
                  </a:cubicBezTo>
                  <a:cubicBezTo>
                    <a:pt x="46242" y="148495"/>
                    <a:pt x="45885" y="101377"/>
                    <a:pt x="45885" y="83309"/>
                  </a:cubicBezTo>
                  <a:lnTo>
                    <a:pt x="153579" y="83309"/>
                  </a:lnTo>
                  <a:close/>
                  <a:moveTo>
                    <a:pt x="45885" y="71618"/>
                  </a:moveTo>
                  <a:cubicBezTo>
                    <a:pt x="46599" y="57801"/>
                    <a:pt x="46955" y="42922"/>
                    <a:pt x="54444" y="31231"/>
                  </a:cubicBezTo>
                  <a:cubicBezTo>
                    <a:pt x="63715" y="17060"/>
                    <a:pt x="77980" y="12809"/>
                    <a:pt x="88321" y="12809"/>
                  </a:cubicBezTo>
                  <a:cubicBezTo>
                    <a:pt x="130043" y="12809"/>
                    <a:pt x="130757" y="59218"/>
                    <a:pt x="131113" y="71618"/>
                  </a:cubicBezTo>
                  <a:lnTo>
                    <a:pt x="45885" y="71618"/>
                  </a:lnTo>
                  <a:close/>
                </a:path>
              </a:pathLst>
            </a:custGeom>
            <a:grpFill/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2ABA356-3DD9-6B6D-8EBE-0C547F091D56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1341133" y="4332520"/>
              <a:ext cx="134439" cy="162610"/>
            </a:xfrm>
            <a:custGeom>
              <a:avLst/>
              <a:gdLst>
                <a:gd name="connsiteX0" fmla="*/ 61938 w 134439"/>
                <a:gd name="connsiteY0" fmla="*/ 56384 h 162610"/>
                <a:gd name="connsiteX1" fmla="*/ 25564 w 134439"/>
                <a:gd name="connsiteY1" fmla="*/ 33356 h 162610"/>
                <a:gd name="connsiteX2" fmla="*/ 65504 w 134439"/>
                <a:gd name="connsiteY2" fmla="*/ 11392 h 162610"/>
                <a:gd name="connsiteX3" fmla="*/ 107583 w 134439"/>
                <a:gd name="connsiteY3" fmla="*/ 41150 h 162610"/>
                <a:gd name="connsiteX4" fmla="*/ 115785 w 134439"/>
                <a:gd name="connsiteY4" fmla="*/ 48236 h 162610"/>
                <a:gd name="connsiteX5" fmla="*/ 124343 w 134439"/>
                <a:gd name="connsiteY5" fmla="*/ 38316 h 162610"/>
                <a:gd name="connsiteX6" fmla="*/ 124343 w 134439"/>
                <a:gd name="connsiteY6" fmla="*/ 9975 h 162610"/>
                <a:gd name="connsiteX7" fmla="*/ 117924 w 134439"/>
                <a:gd name="connsiteY7" fmla="*/ 55 h 162610"/>
                <a:gd name="connsiteX8" fmla="*/ 101877 w 134439"/>
                <a:gd name="connsiteY8" fmla="*/ 6786 h 162610"/>
                <a:gd name="connsiteX9" fmla="*/ 65860 w 134439"/>
                <a:gd name="connsiteY9" fmla="*/ 55 h 162610"/>
                <a:gd name="connsiteX10" fmla="*/ 246 w 134439"/>
                <a:gd name="connsiteY10" fmla="*/ 46464 h 162610"/>
                <a:gd name="connsiteX11" fmla="*/ 14510 w 134439"/>
                <a:gd name="connsiteY11" fmla="*/ 76223 h 162610"/>
                <a:gd name="connsiteX12" fmla="*/ 69783 w 134439"/>
                <a:gd name="connsiteY12" fmla="*/ 95708 h 162610"/>
                <a:gd name="connsiteX13" fmla="*/ 109366 w 134439"/>
                <a:gd name="connsiteY13" fmla="*/ 123341 h 162610"/>
                <a:gd name="connsiteX14" fmla="*/ 68713 w 134439"/>
                <a:gd name="connsiteY14" fmla="*/ 149912 h 162610"/>
                <a:gd name="connsiteX15" fmla="*/ 17362 w 134439"/>
                <a:gd name="connsiteY15" fmla="*/ 108816 h 162610"/>
                <a:gd name="connsiteX16" fmla="*/ 8804 w 134439"/>
                <a:gd name="connsiteY16" fmla="*/ 103856 h 162610"/>
                <a:gd name="connsiteX17" fmla="*/ 246 w 134439"/>
                <a:gd name="connsiteY17" fmla="*/ 114130 h 162610"/>
                <a:gd name="connsiteX18" fmla="*/ 246 w 134439"/>
                <a:gd name="connsiteY18" fmla="*/ 152746 h 162610"/>
                <a:gd name="connsiteX19" fmla="*/ 6664 w 134439"/>
                <a:gd name="connsiteY19" fmla="*/ 162666 h 162610"/>
                <a:gd name="connsiteX20" fmla="*/ 17362 w 134439"/>
                <a:gd name="connsiteY20" fmla="*/ 157351 h 162610"/>
                <a:gd name="connsiteX21" fmla="*/ 26634 w 134439"/>
                <a:gd name="connsiteY21" fmla="*/ 151329 h 162610"/>
                <a:gd name="connsiteX22" fmla="*/ 68713 w 134439"/>
                <a:gd name="connsiteY22" fmla="*/ 162666 h 162610"/>
                <a:gd name="connsiteX23" fmla="*/ 134685 w 134439"/>
                <a:gd name="connsiteY23" fmla="*/ 110942 h 162610"/>
                <a:gd name="connsiteX24" fmla="*/ 115071 w 134439"/>
                <a:gd name="connsiteY24" fmla="*/ 73389 h 162610"/>
                <a:gd name="connsiteX25" fmla="*/ 61938 w 134439"/>
                <a:gd name="connsiteY25" fmla="*/ 56384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4439" h="162610">
                  <a:moveTo>
                    <a:pt x="61938" y="56384"/>
                  </a:moveTo>
                  <a:cubicBezTo>
                    <a:pt x="48743" y="53904"/>
                    <a:pt x="25564" y="50007"/>
                    <a:pt x="25564" y="33356"/>
                  </a:cubicBezTo>
                  <a:cubicBezTo>
                    <a:pt x="25564" y="11392"/>
                    <a:pt x="58728" y="11392"/>
                    <a:pt x="65504" y="11392"/>
                  </a:cubicBezTo>
                  <a:cubicBezTo>
                    <a:pt x="92249" y="11392"/>
                    <a:pt x="105800" y="21665"/>
                    <a:pt x="107583" y="41150"/>
                  </a:cubicBezTo>
                  <a:cubicBezTo>
                    <a:pt x="107939" y="46464"/>
                    <a:pt x="108296" y="48236"/>
                    <a:pt x="115785" y="48236"/>
                  </a:cubicBezTo>
                  <a:cubicBezTo>
                    <a:pt x="124343" y="48236"/>
                    <a:pt x="124343" y="46464"/>
                    <a:pt x="124343" y="38316"/>
                  </a:cubicBezTo>
                  <a:lnTo>
                    <a:pt x="124343" y="9975"/>
                  </a:lnTo>
                  <a:cubicBezTo>
                    <a:pt x="124343" y="3243"/>
                    <a:pt x="124343" y="55"/>
                    <a:pt x="117924" y="55"/>
                  </a:cubicBezTo>
                  <a:cubicBezTo>
                    <a:pt x="116498" y="55"/>
                    <a:pt x="115785" y="55"/>
                    <a:pt x="101877" y="6786"/>
                  </a:cubicBezTo>
                  <a:cubicBezTo>
                    <a:pt x="92605" y="2181"/>
                    <a:pt x="80124" y="55"/>
                    <a:pt x="65860" y="55"/>
                  </a:cubicBezTo>
                  <a:cubicBezTo>
                    <a:pt x="55162" y="55"/>
                    <a:pt x="246" y="55"/>
                    <a:pt x="246" y="46464"/>
                  </a:cubicBezTo>
                  <a:cubicBezTo>
                    <a:pt x="246" y="60635"/>
                    <a:pt x="7378" y="70201"/>
                    <a:pt x="14510" y="76223"/>
                  </a:cubicBezTo>
                  <a:cubicBezTo>
                    <a:pt x="28774" y="88623"/>
                    <a:pt x="42325" y="90748"/>
                    <a:pt x="69783" y="95708"/>
                  </a:cubicBezTo>
                  <a:cubicBezTo>
                    <a:pt x="82621" y="97834"/>
                    <a:pt x="109366" y="102439"/>
                    <a:pt x="109366" y="123341"/>
                  </a:cubicBezTo>
                  <a:cubicBezTo>
                    <a:pt x="109366" y="149912"/>
                    <a:pt x="76558" y="149912"/>
                    <a:pt x="68713" y="149912"/>
                  </a:cubicBezTo>
                  <a:cubicBezTo>
                    <a:pt x="30913" y="149912"/>
                    <a:pt x="21642" y="124050"/>
                    <a:pt x="17362" y="108816"/>
                  </a:cubicBezTo>
                  <a:cubicBezTo>
                    <a:pt x="15579" y="103856"/>
                    <a:pt x="13796" y="103856"/>
                    <a:pt x="8804" y="103856"/>
                  </a:cubicBezTo>
                  <a:cubicBezTo>
                    <a:pt x="246" y="103856"/>
                    <a:pt x="246" y="105982"/>
                    <a:pt x="246" y="114130"/>
                  </a:cubicBezTo>
                  <a:lnTo>
                    <a:pt x="246" y="152746"/>
                  </a:lnTo>
                  <a:cubicBezTo>
                    <a:pt x="246" y="159477"/>
                    <a:pt x="246" y="162666"/>
                    <a:pt x="6664" y="162666"/>
                  </a:cubicBezTo>
                  <a:cubicBezTo>
                    <a:pt x="9161" y="162666"/>
                    <a:pt x="9874" y="162666"/>
                    <a:pt x="17362" y="157351"/>
                  </a:cubicBezTo>
                  <a:cubicBezTo>
                    <a:pt x="17719" y="157351"/>
                    <a:pt x="25564" y="152037"/>
                    <a:pt x="26634" y="151329"/>
                  </a:cubicBezTo>
                  <a:cubicBezTo>
                    <a:pt x="43038" y="162666"/>
                    <a:pt x="61581" y="162666"/>
                    <a:pt x="68713" y="162666"/>
                  </a:cubicBezTo>
                  <a:cubicBezTo>
                    <a:pt x="79768" y="162666"/>
                    <a:pt x="134685" y="162666"/>
                    <a:pt x="134685" y="110942"/>
                  </a:cubicBezTo>
                  <a:cubicBezTo>
                    <a:pt x="134685" y="95708"/>
                    <a:pt x="127553" y="83309"/>
                    <a:pt x="115071" y="73389"/>
                  </a:cubicBezTo>
                  <a:cubicBezTo>
                    <a:pt x="101164" y="63115"/>
                    <a:pt x="89753" y="60990"/>
                    <a:pt x="61938" y="56384"/>
                  </a:cubicBezTo>
                  <a:close/>
                </a:path>
              </a:pathLst>
            </a:custGeom>
            <a:grpFill/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3AC10F0-90B2-2A77-CAF3-A7495659BA1A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518224" y="4335709"/>
              <a:ext cx="55629" cy="157296"/>
            </a:xfrm>
            <a:custGeom>
              <a:avLst/>
              <a:gdLst>
                <a:gd name="connsiteX0" fmla="*/ 55880 w 55629"/>
                <a:gd name="connsiteY0" fmla="*/ 27688 h 157296"/>
                <a:gd name="connsiteX1" fmla="*/ 28065 w 55629"/>
                <a:gd name="connsiteY1" fmla="*/ 55 h 157296"/>
                <a:gd name="connsiteX2" fmla="*/ 250 w 55629"/>
                <a:gd name="connsiteY2" fmla="*/ 27688 h 157296"/>
                <a:gd name="connsiteX3" fmla="*/ 28065 w 55629"/>
                <a:gd name="connsiteY3" fmla="*/ 55321 h 157296"/>
                <a:gd name="connsiteX4" fmla="*/ 55880 w 55629"/>
                <a:gd name="connsiteY4" fmla="*/ 27688 h 157296"/>
                <a:gd name="connsiteX5" fmla="*/ 55880 w 55629"/>
                <a:gd name="connsiteY5" fmla="*/ 129718 h 157296"/>
                <a:gd name="connsiteX6" fmla="*/ 28065 w 55629"/>
                <a:gd name="connsiteY6" fmla="*/ 102085 h 157296"/>
                <a:gd name="connsiteX7" fmla="*/ 250 w 55629"/>
                <a:gd name="connsiteY7" fmla="*/ 129718 h 157296"/>
                <a:gd name="connsiteX8" fmla="*/ 28065 w 55629"/>
                <a:gd name="connsiteY8" fmla="*/ 157351 h 157296"/>
                <a:gd name="connsiteX9" fmla="*/ 55880 w 55629"/>
                <a:gd name="connsiteY9" fmla="*/ 129718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629" h="157296">
                  <a:moveTo>
                    <a:pt x="55880" y="27688"/>
                  </a:moveTo>
                  <a:cubicBezTo>
                    <a:pt x="55880" y="12454"/>
                    <a:pt x="43399" y="55"/>
                    <a:pt x="28065" y="55"/>
                  </a:cubicBezTo>
                  <a:cubicBezTo>
                    <a:pt x="12731" y="55"/>
                    <a:pt x="250" y="12454"/>
                    <a:pt x="250" y="27688"/>
                  </a:cubicBezTo>
                  <a:cubicBezTo>
                    <a:pt x="250" y="42922"/>
                    <a:pt x="12731" y="55321"/>
                    <a:pt x="28065" y="55321"/>
                  </a:cubicBezTo>
                  <a:cubicBezTo>
                    <a:pt x="43399" y="55321"/>
                    <a:pt x="55880" y="42922"/>
                    <a:pt x="55880" y="27688"/>
                  </a:cubicBezTo>
                  <a:close/>
                  <a:moveTo>
                    <a:pt x="55880" y="129718"/>
                  </a:moveTo>
                  <a:cubicBezTo>
                    <a:pt x="55880" y="114485"/>
                    <a:pt x="43399" y="102085"/>
                    <a:pt x="28065" y="102085"/>
                  </a:cubicBezTo>
                  <a:cubicBezTo>
                    <a:pt x="12731" y="102085"/>
                    <a:pt x="250" y="114485"/>
                    <a:pt x="250" y="129718"/>
                  </a:cubicBezTo>
                  <a:cubicBezTo>
                    <a:pt x="250" y="144952"/>
                    <a:pt x="12731" y="157351"/>
                    <a:pt x="28065" y="157351"/>
                  </a:cubicBezTo>
                  <a:cubicBezTo>
                    <a:pt x="43399" y="157351"/>
                    <a:pt x="55880" y="144952"/>
                    <a:pt x="55880" y="129718"/>
                  </a:cubicBezTo>
                  <a:close/>
                </a:path>
              </a:pathLst>
            </a:custGeom>
            <a:grpFill/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86802201-DC20-1BA4-A6FE-95FF85C3C8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850510" y="624217"/>
              <a:ext cx="8128000" cy="9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91979786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0129316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619798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6281591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7169761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17788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71961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86802201-DC20-1BA4-A6FE-95FF85C3C8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850510" y="624217"/>
              <a:ext cx="8128000" cy="9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91979786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0129316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619798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6281591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71697611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375" t="-10526" r="-401498" b="-1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177884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375" t="-112000" r="-401498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7196185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A5B02A8A-751B-B135-9323-6A4615948BD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42378" y="1896655"/>
            <a:ext cx="9007159" cy="3994479"/>
          </a:xfrm>
          <a:prstGeom prst="rect">
            <a:avLst/>
          </a:prstGeom>
          <a:ln w="1905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1516726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322A5F-32D3-2347-D596-CE3893604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2EB9B-F58F-28B1-57C0-841ED7FCD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4">
              <a:lumMod val="50000"/>
            </a:schemeClr>
          </a:solidFill>
        </p:spPr>
        <p:txBody>
          <a:bodyPr/>
          <a:lstStyle/>
          <a:p>
            <a:pPr algn="ctr"/>
            <a:r>
              <a:rPr lang="en-US">
                <a:solidFill>
                  <a:schemeClr val="bg1"/>
                </a:solidFill>
              </a:rPr>
              <a:t>Example – 1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9A690-A23A-A2D8-85C2-CC5664161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797" y="1079292"/>
            <a:ext cx="10515600" cy="5547376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15" name="Group 14" descr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 title="IguanaTex Vector Display">
            <a:extLst>
              <a:ext uri="{FF2B5EF4-FFF2-40B4-BE49-F238E27FC236}">
                <a16:creationId xmlns:a16="http://schemas.microsoft.com/office/drawing/2014/main" id="{C1971C6F-912F-8035-52A3-AAE9F55AD1A4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452797" y="73504"/>
            <a:ext cx="1322719" cy="315655"/>
            <a:chOff x="10251134" y="4246078"/>
            <a:chExt cx="1322719" cy="315655"/>
          </a:xfrm>
          <a:solidFill>
            <a:srgbClr val="FFFF00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86F47C4-71F6-7871-F46A-6C3B6D701B7D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0251134" y="4246078"/>
              <a:ext cx="181867" cy="250824"/>
            </a:xfrm>
            <a:custGeom>
              <a:avLst/>
              <a:gdLst>
                <a:gd name="connsiteX0" fmla="*/ 120746 w 181867"/>
                <a:gd name="connsiteY0" fmla="*/ 100314 h 250824"/>
                <a:gd name="connsiteX1" fmla="*/ 69039 w 181867"/>
                <a:gd name="connsiteY1" fmla="*/ 89331 h 250824"/>
                <a:gd name="connsiteX2" fmla="*/ 34805 w 181867"/>
                <a:gd name="connsiteY2" fmla="*/ 52487 h 250824"/>
                <a:gd name="connsiteX3" fmla="*/ 80450 w 181867"/>
                <a:gd name="connsiteY3" fmla="*/ 15289 h 250824"/>
                <a:gd name="connsiteX4" fmla="*/ 153197 w 181867"/>
                <a:gd name="connsiteY4" fmla="*/ 75515 h 250824"/>
                <a:gd name="connsiteX5" fmla="*/ 162112 w 181867"/>
                <a:gd name="connsiteY5" fmla="*/ 84726 h 250824"/>
                <a:gd name="connsiteX6" fmla="*/ 170671 w 181867"/>
                <a:gd name="connsiteY6" fmla="*/ 74806 h 250824"/>
                <a:gd name="connsiteX7" fmla="*/ 170671 w 181867"/>
                <a:gd name="connsiteY7" fmla="*/ 9975 h 250824"/>
                <a:gd name="connsiteX8" fmla="*/ 164252 w 181867"/>
                <a:gd name="connsiteY8" fmla="*/ 55 h 250824"/>
                <a:gd name="connsiteX9" fmla="*/ 157120 w 181867"/>
                <a:gd name="connsiteY9" fmla="*/ 3952 h 250824"/>
                <a:gd name="connsiteX10" fmla="*/ 141073 w 181867"/>
                <a:gd name="connsiteY10" fmla="*/ 19540 h 250824"/>
                <a:gd name="connsiteX11" fmla="*/ 80094 w 181867"/>
                <a:gd name="connsiteY11" fmla="*/ 55 h 250824"/>
                <a:gd name="connsiteX12" fmla="*/ 215 w 181867"/>
                <a:gd name="connsiteY12" fmla="*/ 71264 h 250824"/>
                <a:gd name="connsiteX13" fmla="*/ 19471 w 181867"/>
                <a:gd name="connsiteY13" fmla="*/ 118382 h 250824"/>
                <a:gd name="connsiteX14" fmla="*/ 87939 w 181867"/>
                <a:gd name="connsiteY14" fmla="*/ 146723 h 250824"/>
                <a:gd name="connsiteX15" fmla="*/ 133227 w 181867"/>
                <a:gd name="connsiteY15" fmla="*/ 161957 h 250824"/>
                <a:gd name="connsiteX16" fmla="*/ 147492 w 181867"/>
                <a:gd name="connsiteY16" fmla="*/ 192779 h 250824"/>
                <a:gd name="connsiteX17" fmla="*/ 101133 w 181867"/>
                <a:gd name="connsiteY17" fmla="*/ 234228 h 250824"/>
                <a:gd name="connsiteX18" fmla="*/ 16975 w 181867"/>
                <a:gd name="connsiteY18" fmla="*/ 174357 h 250824"/>
                <a:gd name="connsiteX19" fmla="*/ 8773 w 181867"/>
                <a:gd name="connsiteY19" fmla="*/ 166208 h 250824"/>
                <a:gd name="connsiteX20" fmla="*/ 215 w 181867"/>
                <a:gd name="connsiteY20" fmla="*/ 176482 h 250824"/>
                <a:gd name="connsiteX21" fmla="*/ 215 w 181867"/>
                <a:gd name="connsiteY21" fmla="*/ 240960 h 250824"/>
                <a:gd name="connsiteX22" fmla="*/ 6634 w 181867"/>
                <a:gd name="connsiteY22" fmla="*/ 250879 h 250824"/>
                <a:gd name="connsiteX23" fmla="*/ 13409 w 181867"/>
                <a:gd name="connsiteY23" fmla="*/ 247691 h 250824"/>
                <a:gd name="connsiteX24" fmla="*/ 29813 w 181867"/>
                <a:gd name="connsiteY24" fmla="*/ 231394 h 250824"/>
                <a:gd name="connsiteX25" fmla="*/ 101133 w 181867"/>
                <a:gd name="connsiteY25" fmla="*/ 250879 h 250824"/>
                <a:gd name="connsiteX26" fmla="*/ 182082 w 181867"/>
                <a:gd name="connsiteY26" fmla="*/ 175065 h 250824"/>
                <a:gd name="connsiteX27" fmla="*/ 120746 w 181867"/>
                <a:gd name="connsiteY27" fmla="*/ 100314 h 250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1867" h="250824">
                  <a:moveTo>
                    <a:pt x="120746" y="100314"/>
                  </a:moveTo>
                  <a:lnTo>
                    <a:pt x="69039" y="89331"/>
                  </a:lnTo>
                  <a:cubicBezTo>
                    <a:pt x="54775" y="86143"/>
                    <a:pt x="34805" y="74098"/>
                    <a:pt x="34805" y="52487"/>
                  </a:cubicBezTo>
                  <a:cubicBezTo>
                    <a:pt x="34805" y="37253"/>
                    <a:pt x="44790" y="15289"/>
                    <a:pt x="80450" y="15289"/>
                  </a:cubicBezTo>
                  <a:cubicBezTo>
                    <a:pt x="108978" y="15289"/>
                    <a:pt x="144995" y="27334"/>
                    <a:pt x="153197" y="75515"/>
                  </a:cubicBezTo>
                  <a:cubicBezTo>
                    <a:pt x="154624" y="84017"/>
                    <a:pt x="154624" y="84726"/>
                    <a:pt x="162112" y="84726"/>
                  </a:cubicBezTo>
                  <a:cubicBezTo>
                    <a:pt x="170671" y="84726"/>
                    <a:pt x="170671" y="82954"/>
                    <a:pt x="170671" y="74806"/>
                  </a:cubicBezTo>
                  <a:lnTo>
                    <a:pt x="170671" y="9975"/>
                  </a:lnTo>
                  <a:cubicBezTo>
                    <a:pt x="170671" y="3243"/>
                    <a:pt x="170671" y="55"/>
                    <a:pt x="164252" y="55"/>
                  </a:cubicBezTo>
                  <a:cubicBezTo>
                    <a:pt x="161399" y="55"/>
                    <a:pt x="161042" y="409"/>
                    <a:pt x="157120" y="3952"/>
                  </a:cubicBezTo>
                  <a:lnTo>
                    <a:pt x="141073" y="19540"/>
                  </a:lnTo>
                  <a:cubicBezTo>
                    <a:pt x="120390" y="3243"/>
                    <a:pt x="97211" y="55"/>
                    <a:pt x="80094" y="55"/>
                  </a:cubicBezTo>
                  <a:cubicBezTo>
                    <a:pt x="25890" y="55"/>
                    <a:pt x="215" y="34065"/>
                    <a:pt x="215" y="71264"/>
                  </a:cubicBezTo>
                  <a:cubicBezTo>
                    <a:pt x="215" y="94291"/>
                    <a:pt x="11983" y="110588"/>
                    <a:pt x="19471" y="118382"/>
                  </a:cubicBezTo>
                  <a:cubicBezTo>
                    <a:pt x="36945" y="135741"/>
                    <a:pt x="49069" y="138221"/>
                    <a:pt x="87939" y="146723"/>
                  </a:cubicBezTo>
                  <a:cubicBezTo>
                    <a:pt x="119320" y="153454"/>
                    <a:pt x="125382" y="154517"/>
                    <a:pt x="133227" y="161957"/>
                  </a:cubicBezTo>
                  <a:cubicBezTo>
                    <a:pt x="138576" y="167271"/>
                    <a:pt x="147492" y="176482"/>
                    <a:pt x="147492" y="192779"/>
                  </a:cubicBezTo>
                  <a:cubicBezTo>
                    <a:pt x="147492" y="209784"/>
                    <a:pt x="138220" y="234228"/>
                    <a:pt x="101133" y="234228"/>
                  </a:cubicBezTo>
                  <a:cubicBezTo>
                    <a:pt x="74031" y="234228"/>
                    <a:pt x="19828" y="227143"/>
                    <a:pt x="16975" y="174357"/>
                  </a:cubicBezTo>
                  <a:cubicBezTo>
                    <a:pt x="16618" y="167980"/>
                    <a:pt x="16618" y="166208"/>
                    <a:pt x="8773" y="166208"/>
                  </a:cubicBezTo>
                  <a:cubicBezTo>
                    <a:pt x="215" y="166208"/>
                    <a:pt x="215" y="168334"/>
                    <a:pt x="215" y="176482"/>
                  </a:cubicBezTo>
                  <a:lnTo>
                    <a:pt x="215" y="240960"/>
                  </a:lnTo>
                  <a:cubicBezTo>
                    <a:pt x="215" y="247691"/>
                    <a:pt x="215" y="250879"/>
                    <a:pt x="6634" y="250879"/>
                  </a:cubicBezTo>
                  <a:cubicBezTo>
                    <a:pt x="9843" y="250879"/>
                    <a:pt x="10556" y="250171"/>
                    <a:pt x="13409" y="247691"/>
                  </a:cubicBezTo>
                  <a:lnTo>
                    <a:pt x="29813" y="231394"/>
                  </a:lnTo>
                  <a:cubicBezTo>
                    <a:pt x="53349" y="248754"/>
                    <a:pt x="86513" y="250879"/>
                    <a:pt x="101133" y="250879"/>
                  </a:cubicBezTo>
                  <a:cubicBezTo>
                    <a:pt x="159973" y="250879"/>
                    <a:pt x="182082" y="210846"/>
                    <a:pt x="182082" y="175065"/>
                  </a:cubicBezTo>
                  <a:cubicBezTo>
                    <a:pt x="182082" y="135741"/>
                    <a:pt x="153197" y="107045"/>
                    <a:pt x="120746" y="100314"/>
                  </a:cubicBezTo>
                  <a:close/>
                </a:path>
              </a:pathLst>
            </a:custGeom>
            <a:grpFill/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101D10E-2C6A-DF97-15F9-261FB4869DC2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0469334" y="4333583"/>
              <a:ext cx="200767" cy="228150"/>
            </a:xfrm>
            <a:custGeom>
              <a:avLst/>
              <a:gdLst>
                <a:gd name="connsiteX0" fmla="*/ 65479 w 200767"/>
                <a:gd name="connsiteY0" fmla="*/ 42922 h 228150"/>
                <a:gd name="connsiteX1" fmla="*/ 70828 w 200767"/>
                <a:gd name="connsiteY1" fmla="*/ 30877 h 228150"/>
                <a:gd name="connsiteX2" fmla="*/ 111481 w 200767"/>
                <a:gd name="connsiteY2" fmla="*/ 14226 h 228150"/>
                <a:gd name="connsiteX3" fmla="*/ 155343 w 200767"/>
                <a:gd name="connsiteY3" fmla="*/ 80475 h 228150"/>
                <a:gd name="connsiteX4" fmla="*/ 107202 w 200767"/>
                <a:gd name="connsiteY4" fmla="*/ 148849 h 228150"/>
                <a:gd name="connsiteX5" fmla="*/ 69402 w 200767"/>
                <a:gd name="connsiteY5" fmla="*/ 129718 h 228150"/>
                <a:gd name="connsiteX6" fmla="*/ 65479 w 200767"/>
                <a:gd name="connsiteY6" fmla="*/ 118027 h 228150"/>
                <a:gd name="connsiteX7" fmla="*/ 65479 w 200767"/>
                <a:gd name="connsiteY7" fmla="*/ 42922 h 228150"/>
                <a:gd name="connsiteX8" fmla="*/ 65479 w 200767"/>
                <a:gd name="connsiteY8" fmla="*/ 145661 h 228150"/>
                <a:gd name="connsiteX9" fmla="*/ 111124 w 200767"/>
                <a:gd name="connsiteY9" fmla="*/ 161603 h 228150"/>
                <a:gd name="connsiteX10" fmla="*/ 200988 w 200767"/>
                <a:gd name="connsiteY10" fmla="*/ 80475 h 228150"/>
                <a:gd name="connsiteX11" fmla="*/ 117187 w 200767"/>
                <a:gd name="connsiteY11" fmla="*/ 55 h 228150"/>
                <a:gd name="connsiteX12" fmla="*/ 63340 w 200767"/>
                <a:gd name="connsiteY12" fmla="*/ 17414 h 228150"/>
                <a:gd name="connsiteX13" fmla="*/ 63340 w 200767"/>
                <a:gd name="connsiteY13" fmla="*/ 55 h 228150"/>
                <a:gd name="connsiteX14" fmla="*/ 221 w 200767"/>
                <a:gd name="connsiteY14" fmla="*/ 2889 h 228150"/>
                <a:gd name="connsiteX15" fmla="*/ 221 w 200767"/>
                <a:gd name="connsiteY15" fmla="*/ 19540 h 228150"/>
                <a:gd name="connsiteX16" fmla="*/ 24827 w 200767"/>
                <a:gd name="connsiteY16" fmla="*/ 33002 h 228150"/>
                <a:gd name="connsiteX17" fmla="*/ 24827 w 200767"/>
                <a:gd name="connsiteY17" fmla="*/ 211555 h 228150"/>
                <a:gd name="connsiteX18" fmla="*/ 221 w 200767"/>
                <a:gd name="connsiteY18" fmla="*/ 211555 h 228150"/>
                <a:gd name="connsiteX19" fmla="*/ 221 w 200767"/>
                <a:gd name="connsiteY19" fmla="*/ 228206 h 228150"/>
                <a:gd name="connsiteX20" fmla="*/ 45153 w 200767"/>
                <a:gd name="connsiteY20" fmla="*/ 227143 h 228150"/>
                <a:gd name="connsiteX21" fmla="*/ 90085 w 200767"/>
                <a:gd name="connsiteY21" fmla="*/ 228206 h 228150"/>
                <a:gd name="connsiteX22" fmla="*/ 90085 w 200767"/>
                <a:gd name="connsiteY22" fmla="*/ 211555 h 228150"/>
                <a:gd name="connsiteX23" fmla="*/ 65479 w 200767"/>
                <a:gd name="connsiteY23" fmla="*/ 211555 h 228150"/>
                <a:gd name="connsiteX24" fmla="*/ 65479 w 200767"/>
                <a:gd name="connsiteY24" fmla="*/ 145661 h 22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767" h="228150">
                  <a:moveTo>
                    <a:pt x="65479" y="42922"/>
                  </a:moveTo>
                  <a:cubicBezTo>
                    <a:pt x="65479" y="36191"/>
                    <a:pt x="65836" y="35836"/>
                    <a:pt x="70828" y="30877"/>
                  </a:cubicBezTo>
                  <a:cubicBezTo>
                    <a:pt x="85092" y="16351"/>
                    <a:pt x="103636" y="14226"/>
                    <a:pt x="111481" y="14226"/>
                  </a:cubicBezTo>
                  <a:cubicBezTo>
                    <a:pt x="135373" y="14226"/>
                    <a:pt x="155343" y="35836"/>
                    <a:pt x="155343" y="80475"/>
                  </a:cubicBezTo>
                  <a:cubicBezTo>
                    <a:pt x="155343" y="130427"/>
                    <a:pt x="130381" y="148849"/>
                    <a:pt x="107202" y="148849"/>
                  </a:cubicBezTo>
                  <a:cubicBezTo>
                    <a:pt x="102209" y="148849"/>
                    <a:pt x="85449" y="148849"/>
                    <a:pt x="69402" y="129718"/>
                  </a:cubicBezTo>
                  <a:cubicBezTo>
                    <a:pt x="65479" y="125113"/>
                    <a:pt x="65479" y="124758"/>
                    <a:pt x="65479" y="118027"/>
                  </a:cubicBezTo>
                  <a:lnTo>
                    <a:pt x="65479" y="42922"/>
                  </a:lnTo>
                  <a:close/>
                  <a:moveTo>
                    <a:pt x="65479" y="145661"/>
                  </a:moveTo>
                  <a:cubicBezTo>
                    <a:pt x="80813" y="158060"/>
                    <a:pt x="96504" y="161603"/>
                    <a:pt x="111124" y="161603"/>
                  </a:cubicBezTo>
                  <a:cubicBezTo>
                    <a:pt x="164615" y="161603"/>
                    <a:pt x="200988" y="129718"/>
                    <a:pt x="200988" y="80475"/>
                  </a:cubicBezTo>
                  <a:cubicBezTo>
                    <a:pt x="200988" y="33356"/>
                    <a:pt x="168537" y="55"/>
                    <a:pt x="117187" y="55"/>
                  </a:cubicBezTo>
                  <a:cubicBezTo>
                    <a:pt x="90442" y="55"/>
                    <a:pt x="71542" y="11037"/>
                    <a:pt x="63340" y="17414"/>
                  </a:cubicBezTo>
                  <a:lnTo>
                    <a:pt x="63340" y="55"/>
                  </a:lnTo>
                  <a:lnTo>
                    <a:pt x="221" y="2889"/>
                  </a:lnTo>
                  <a:lnTo>
                    <a:pt x="221" y="19540"/>
                  </a:lnTo>
                  <a:cubicBezTo>
                    <a:pt x="22330" y="19540"/>
                    <a:pt x="24827" y="19540"/>
                    <a:pt x="24827" y="33002"/>
                  </a:cubicBezTo>
                  <a:lnTo>
                    <a:pt x="24827" y="211555"/>
                  </a:lnTo>
                  <a:lnTo>
                    <a:pt x="221" y="211555"/>
                  </a:lnTo>
                  <a:lnTo>
                    <a:pt x="221" y="228206"/>
                  </a:lnTo>
                  <a:cubicBezTo>
                    <a:pt x="10206" y="227852"/>
                    <a:pt x="31602" y="227143"/>
                    <a:pt x="45153" y="227143"/>
                  </a:cubicBezTo>
                  <a:cubicBezTo>
                    <a:pt x="59061" y="227143"/>
                    <a:pt x="80100" y="227852"/>
                    <a:pt x="90085" y="228206"/>
                  </a:cubicBezTo>
                  <a:lnTo>
                    <a:pt x="90085" y="211555"/>
                  </a:lnTo>
                  <a:lnTo>
                    <a:pt x="65479" y="211555"/>
                  </a:lnTo>
                  <a:lnTo>
                    <a:pt x="65479" y="145661"/>
                  </a:lnTo>
                  <a:close/>
                </a:path>
              </a:pathLst>
            </a:custGeom>
            <a:grpFill/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A9A09A1-FCC4-AE71-0CD7-6C2EE3A81695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700728" y="4247141"/>
              <a:ext cx="87724" cy="245864"/>
            </a:xfrm>
            <a:custGeom>
              <a:avLst/>
              <a:gdLst>
                <a:gd name="connsiteX0" fmla="*/ 63346 w 87724"/>
                <a:gd name="connsiteY0" fmla="*/ 55 h 245864"/>
                <a:gd name="connsiteX1" fmla="*/ 228 w 87724"/>
                <a:gd name="connsiteY1" fmla="*/ 2889 h 245864"/>
                <a:gd name="connsiteX2" fmla="*/ 228 w 87724"/>
                <a:gd name="connsiteY2" fmla="*/ 19540 h 245864"/>
                <a:gd name="connsiteX3" fmla="*/ 24833 w 87724"/>
                <a:gd name="connsiteY3" fmla="*/ 33356 h 245864"/>
                <a:gd name="connsiteX4" fmla="*/ 24833 w 87724"/>
                <a:gd name="connsiteY4" fmla="*/ 229269 h 245864"/>
                <a:gd name="connsiteX5" fmla="*/ 228 w 87724"/>
                <a:gd name="connsiteY5" fmla="*/ 229269 h 245864"/>
                <a:gd name="connsiteX6" fmla="*/ 228 w 87724"/>
                <a:gd name="connsiteY6" fmla="*/ 245919 h 245864"/>
                <a:gd name="connsiteX7" fmla="*/ 44090 w 87724"/>
                <a:gd name="connsiteY7" fmla="*/ 244857 h 245864"/>
                <a:gd name="connsiteX8" fmla="*/ 87952 w 87724"/>
                <a:gd name="connsiteY8" fmla="*/ 245919 h 245864"/>
                <a:gd name="connsiteX9" fmla="*/ 87952 w 87724"/>
                <a:gd name="connsiteY9" fmla="*/ 229269 h 245864"/>
                <a:gd name="connsiteX10" fmla="*/ 63346 w 87724"/>
                <a:gd name="connsiteY10" fmla="*/ 229269 h 245864"/>
                <a:gd name="connsiteX11" fmla="*/ 63346 w 87724"/>
                <a:gd name="connsiteY11" fmla="*/ 5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7724" h="245864">
                  <a:moveTo>
                    <a:pt x="63346" y="55"/>
                  </a:moveTo>
                  <a:lnTo>
                    <a:pt x="228" y="2889"/>
                  </a:lnTo>
                  <a:lnTo>
                    <a:pt x="228" y="19540"/>
                  </a:lnTo>
                  <a:cubicBezTo>
                    <a:pt x="22337" y="19540"/>
                    <a:pt x="24833" y="19540"/>
                    <a:pt x="24833" y="33356"/>
                  </a:cubicBezTo>
                  <a:lnTo>
                    <a:pt x="24833" y="229269"/>
                  </a:lnTo>
                  <a:lnTo>
                    <a:pt x="228" y="229269"/>
                  </a:lnTo>
                  <a:lnTo>
                    <a:pt x="228" y="245919"/>
                  </a:lnTo>
                  <a:cubicBezTo>
                    <a:pt x="11639" y="245565"/>
                    <a:pt x="28756" y="244857"/>
                    <a:pt x="44090" y="244857"/>
                  </a:cubicBezTo>
                  <a:cubicBezTo>
                    <a:pt x="59424" y="244857"/>
                    <a:pt x="75827" y="245565"/>
                    <a:pt x="87952" y="245919"/>
                  </a:cubicBezTo>
                  <a:lnTo>
                    <a:pt x="87952" y="229269"/>
                  </a:lnTo>
                  <a:lnTo>
                    <a:pt x="63346" y="229269"/>
                  </a:lnTo>
                  <a:lnTo>
                    <a:pt x="63346" y="55"/>
                  </a:lnTo>
                  <a:close/>
                </a:path>
              </a:pathLst>
            </a:custGeom>
            <a:grpFill/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7BBDE53-CD7A-D469-2F2D-CC0C5B11898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0814642" y="4246787"/>
              <a:ext cx="85227" cy="246218"/>
            </a:xfrm>
            <a:custGeom>
              <a:avLst/>
              <a:gdLst>
                <a:gd name="connsiteX0" fmla="*/ 63349 w 85227"/>
                <a:gd name="connsiteY0" fmla="*/ 86851 h 246218"/>
                <a:gd name="connsiteX1" fmla="*/ 1301 w 85227"/>
                <a:gd name="connsiteY1" fmla="*/ 89686 h 246218"/>
                <a:gd name="connsiteX2" fmla="*/ 1301 w 85227"/>
                <a:gd name="connsiteY2" fmla="*/ 106336 h 246218"/>
                <a:gd name="connsiteX3" fmla="*/ 24836 w 85227"/>
                <a:gd name="connsiteY3" fmla="*/ 120153 h 246218"/>
                <a:gd name="connsiteX4" fmla="*/ 24836 w 85227"/>
                <a:gd name="connsiteY4" fmla="*/ 229623 h 246218"/>
                <a:gd name="connsiteX5" fmla="*/ 231 w 85227"/>
                <a:gd name="connsiteY5" fmla="*/ 229623 h 246218"/>
                <a:gd name="connsiteX6" fmla="*/ 231 w 85227"/>
                <a:gd name="connsiteY6" fmla="*/ 246274 h 246218"/>
                <a:gd name="connsiteX7" fmla="*/ 43736 w 85227"/>
                <a:gd name="connsiteY7" fmla="*/ 245211 h 246218"/>
                <a:gd name="connsiteX8" fmla="*/ 85459 w 85227"/>
                <a:gd name="connsiteY8" fmla="*/ 246274 h 246218"/>
                <a:gd name="connsiteX9" fmla="*/ 85459 w 85227"/>
                <a:gd name="connsiteY9" fmla="*/ 229623 h 246218"/>
                <a:gd name="connsiteX10" fmla="*/ 63349 w 85227"/>
                <a:gd name="connsiteY10" fmla="*/ 229623 h 246218"/>
                <a:gd name="connsiteX11" fmla="*/ 63349 w 85227"/>
                <a:gd name="connsiteY11" fmla="*/ 86851 h 246218"/>
                <a:gd name="connsiteX12" fmla="*/ 66915 w 85227"/>
                <a:gd name="connsiteY12" fmla="*/ 27688 h 246218"/>
                <a:gd name="connsiteX13" fmla="*/ 39100 w 85227"/>
                <a:gd name="connsiteY13" fmla="*/ 55 h 246218"/>
                <a:gd name="connsiteX14" fmla="*/ 11285 w 85227"/>
                <a:gd name="connsiteY14" fmla="*/ 27688 h 246218"/>
                <a:gd name="connsiteX15" fmla="*/ 39100 w 85227"/>
                <a:gd name="connsiteY15" fmla="*/ 55321 h 246218"/>
                <a:gd name="connsiteX16" fmla="*/ 66915 w 85227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227" h="246218">
                  <a:moveTo>
                    <a:pt x="63349" y="86851"/>
                  </a:moveTo>
                  <a:lnTo>
                    <a:pt x="1301" y="89686"/>
                  </a:lnTo>
                  <a:lnTo>
                    <a:pt x="1301" y="106336"/>
                  </a:lnTo>
                  <a:cubicBezTo>
                    <a:pt x="22340" y="106336"/>
                    <a:pt x="24836" y="106336"/>
                    <a:pt x="24836" y="120153"/>
                  </a:cubicBezTo>
                  <a:lnTo>
                    <a:pt x="24836" y="229623"/>
                  </a:lnTo>
                  <a:lnTo>
                    <a:pt x="231" y="229623"/>
                  </a:lnTo>
                  <a:lnTo>
                    <a:pt x="231" y="246274"/>
                  </a:lnTo>
                  <a:cubicBezTo>
                    <a:pt x="11285" y="245919"/>
                    <a:pt x="28759" y="245211"/>
                    <a:pt x="43736" y="245211"/>
                  </a:cubicBezTo>
                  <a:cubicBezTo>
                    <a:pt x="54434" y="245211"/>
                    <a:pt x="72621" y="245919"/>
                    <a:pt x="85459" y="246274"/>
                  </a:cubicBezTo>
                  <a:lnTo>
                    <a:pt x="85459" y="229623"/>
                  </a:lnTo>
                  <a:lnTo>
                    <a:pt x="63349" y="229623"/>
                  </a:lnTo>
                  <a:lnTo>
                    <a:pt x="63349" y="86851"/>
                  </a:lnTo>
                  <a:close/>
                  <a:moveTo>
                    <a:pt x="66915" y="27688"/>
                  </a:moveTo>
                  <a:cubicBezTo>
                    <a:pt x="66915" y="12100"/>
                    <a:pt x="54078" y="55"/>
                    <a:pt x="39100" y="55"/>
                  </a:cubicBezTo>
                  <a:cubicBezTo>
                    <a:pt x="23766" y="55"/>
                    <a:pt x="11285" y="12454"/>
                    <a:pt x="11285" y="27688"/>
                  </a:cubicBezTo>
                  <a:cubicBezTo>
                    <a:pt x="11285" y="42922"/>
                    <a:pt x="23766" y="55321"/>
                    <a:pt x="39100" y="55321"/>
                  </a:cubicBezTo>
                  <a:cubicBezTo>
                    <a:pt x="54078" y="55321"/>
                    <a:pt x="66915" y="43276"/>
                    <a:pt x="66915" y="27688"/>
                  </a:cubicBezTo>
                  <a:close/>
                </a:path>
              </a:pathLst>
            </a:custGeom>
            <a:grpFill/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52A322E-24C4-7ABD-EE7C-30DA8BEF268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0927843" y="4333583"/>
              <a:ext cx="203263" cy="159422"/>
            </a:xfrm>
            <a:custGeom>
              <a:avLst/>
              <a:gdLst>
                <a:gd name="connsiteX0" fmla="*/ 24839 w 203263"/>
                <a:gd name="connsiteY0" fmla="*/ 33356 h 159422"/>
                <a:gd name="connsiteX1" fmla="*/ 24839 w 203263"/>
                <a:gd name="connsiteY1" fmla="*/ 142826 h 159422"/>
                <a:gd name="connsiteX2" fmla="*/ 234 w 203263"/>
                <a:gd name="connsiteY2" fmla="*/ 142826 h 159422"/>
                <a:gd name="connsiteX3" fmla="*/ 234 w 203263"/>
                <a:gd name="connsiteY3" fmla="*/ 159477 h 159422"/>
                <a:gd name="connsiteX4" fmla="*/ 45166 w 203263"/>
                <a:gd name="connsiteY4" fmla="*/ 158414 h 159422"/>
                <a:gd name="connsiteX5" fmla="*/ 90098 w 203263"/>
                <a:gd name="connsiteY5" fmla="*/ 159477 h 159422"/>
                <a:gd name="connsiteX6" fmla="*/ 90098 w 203263"/>
                <a:gd name="connsiteY6" fmla="*/ 142826 h 159422"/>
                <a:gd name="connsiteX7" fmla="*/ 65492 w 203263"/>
                <a:gd name="connsiteY7" fmla="*/ 142826 h 159422"/>
                <a:gd name="connsiteX8" fmla="*/ 65492 w 203263"/>
                <a:gd name="connsiteY8" fmla="*/ 68784 h 159422"/>
                <a:gd name="connsiteX9" fmla="*/ 118626 w 203263"/>
                <a:gd name="connsiteY9" fmla="*/ 12809 h 159422"/>
                <a:gd name="connsiteX10" fmla="*/ 138239 w 203263"/>
                <a:gd name="connsiteY10" fmla="*/ 47173 h 159422"/>
                <a:gd name="connsiteX11" fmla="*/ 138239 w 203263"/>
                <a:gd name="connsiteY11" fmla="*/ 142826 h 159422"/>
                <a:gd name="connsiteX12" fmla="*/ 113633 w 203263"/>
                <a:gd name="connsiteY12" fmla="*/ 142826 h 159422"/>
                <a:gd name="connsiteX13" fmla="*/ 113633 w 203263"/>
                <a:gd name="connsiteY13" fmla="*/ 159477 h 159422"/>
                <a:gd name="connsiteX14" fmla="*/ 158565 w 203263"/>
                <a:gd name="connsiteY14" fmla="*/ 158414 h 159422"/>
                <a:gd name="connsiteX15" fmla="*/ 203497 w 203263"/>
                <a:gd name="connsiteY15" fmla="*/ 159477 h 159422"/>
                <a:gd name="connsiteX16" fmla="*/ 203497 w 203263"/>
                <a:gd name="connsiteY16" fmla="*/ 142826 h 159422"/>
                <a:gd name="connsiteX17" fmla="*/ 178892 w 203263"/>
                <a:gd name="connsiteY17" fmla="*/ 142826 h 159422"/>
                <a:gd name="connsiteX18" fmla="*/ 178892 w 203263"/>
                <a:gd name="connsiteY18" fmla="*/ 51070 h 159422"/>
                <a:gd name="connsiteX19" fmla="*/ 123975 w 203263"/>
                <a:gd name="connsiteY19" fmla="*/ 55 h 159422"/>
                <a:gd name="connsiteX20" fmla="*/ 61569 w 203263"/>
                <a:gd name="connsiteY20" fmla="*/ 38316 h 159422"/>
                <a:gd name="connsiteX21" fmla="*/ 61569 w 203263"/>
                <a:gd name="connsiteY21" fmla="*/ 55 h 159422"/>
                <a:gd name="connsiteX22" fmla="*/ 234 w 203263"/>
                <a:gd name="connsiteY22" fmla="*/ 2889 h 159422"/>
                <a:gd name="connsiteX23" fmla="*/ 234 w 203263"/>
                <a:gd name="connsiteY23" fmla="*/ 19540 h 159422"/>
                <a:gd name="connsiteX24" fmla="*/ 24839 w 203263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3263" h="159422">
                  <a:moveTo>
                    <a:pt x="24839" y="33356"/>
                  </a:moveTo>
                  <a:lnTo>
                    <a:pt x="24839" y="142826"/>
                  </a:lnTo>
                  <a:lnTo>
                    <a:pt x="234" y="142826"/>
                  </a:lnTo>
                  <a:lnTo>
                    <a:pt x="234" y="159477"/>
                  </a:lnTo>
                  <a:cubicBezTo>
                    <a:pt x="10219" y="159123"/>
                    <a:pt x="31615" y="158414"/>
                    <a:pt x="45166" y="158414"/>
                  </a:cubicBezTo>
                  <a:cubicBezTo>
                    <a:pt x="59073" y="158414"/>
                    <a:pt x="80113" y="159123"/>
                    <a:pt x="90098" y="159477"/>
                  </a:cubicBezTo>
                  <a:lnTo>
                    <a:pt x="90098" y="142826"/>
                  </a:lnTo>
                  <a:lnTo>
                    <a:pt x="65492" y="142826"/>
                  </a:lnTo>
                  <a:lnTo>
                    <a:pt x="65492" y="68784"/>
                  </a:lnTo>
                  <a:cubicBezTo>
                    <a:pt x="65492" y="30168"/>
                    <a:pt x="96160" y="12809"/>
                    <a:pt x="118626" y="12809"/>
                  </a:cubicBezTo>
                  <a:cubicBezTo>
                    <a:pt x="130750" y="12809"/>
                    <a:pt x="138239" y="20248"/>
                    <a:pt x="138239" y="47173"/>
                  </a:cubicBezTo>
                  <a:lnTo>
                    <a:pt x="138239" y="142826"/>
                  </a:lnTo>
                  <a:lnTo>
                    <a:pt x="113633" y="142826"/>
                  </a:lnTo>
                  <a:lnTo>
                    <a:pt x="113633" y="159477"/>
                  </a:lnTo>
                  <a:cubicBezTo>
                    <a:pt x="123618" y="159123"/>
                    <a:pt x="145014" y="158414"/>
                    <a:pt x="158565" y="158414"/>
                  </a:cubicBezTo>
                  <a:cubicBezTo>
                    <a:pt x="172473" y="158414"/>
                    <a:pt x="193512" y="159123"/>
                    <a:pt x="203497" y="159477"/>
                  </a:cubicBezTo>
                  <a:lnTo>
                    <a:pt x="203497" y="142826"/>
                  </a:lnTo>
                  <a:lnTo>
                    <a:pt x="178892" y="142826"/>
                  </a:lnTo>
                  <a:lnTo>
                    <a:pt x="178892" y="51070"/>
                  </a:lnTo>
                  <a:cubicBezTo>
                    <a:pt x="178892" y="13872"/>
                    <a:pt x="159635" y="55"/>
                    <a:pt x="123975" y="55"/>
                  </a:cubicBezTo>
                  <a:cubicBezTo>
                    <a:pt x="89741" y="55"/>
                    <a:pt x="70841" y="20248"/>
                    <a:pt x="61569" y="38316"/>
                  </a:cubicBezTo>
                  <a:lnTo>
                    <a:pt x="61569" y="55"/>
                  </a:lnTo>
                  <a:lnTo>
                    <a:pt x="234" y="2889"/>
                  </a:lnTo>
                  <a:lnTo>
                    <a:pt x="234" y="19540"/>
                  </a:lnTo>
                  <a:cubicBezTo>
                    <a:pt x="22343" y="19540"/>
                    <a:pt x="24839" y="19540"/>
                    <a:pt x="24839" y="33356"/>
                  </a:cubicBezTo>
                  <a:close/>
                </a:path>
              </a:pathLst>
            </a:custGeom>
            <a:grpFill/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65B013B-A582-B003-F32B-B4AEB44E359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1151035" y="4332520"/>
              <a:ext cx="164750" cy="162610"/>
            </a:xfrm>
            <a:custGeom>
              <a:avLst/>
              <a:gdLst>
                <a:gd name="connsiteX0" fmla="*/ 153579 w 164750"/>
                <a:gd name="connsiteY0" fmla="*/ 83309 h 162610"/>
                <a:gd name="connsiteX1" fmla="*/ 164990 w 164750"/>
                <a:gd name="connsiteY1" fmla="*/ 73743 h 162610"/>
                <a:gd name="connsiteX2" fmla="*/ 145021 w 164750"/>
                <a:gd name="connsiteY2" fmla="*/ 19186 h 162610"/>
                <a:gd name="connsiteX3" fmla="*/ 88321 w 164750"/>
                <a:gd name="connsiteY3" fmla="*/ 55 h 162610"/>
                <a:gd name="connsiteX4" fmla="*/ 240 w 164750"/>
                <a:gd name="connsiteY4" fmla="*/ 80829 h 162610"/>
                <a:gd name="connsiteX5" fmla="*/ 93313 w 164750"/>
                <a:gd name="connsiteY5" fmla="*/ 162666 h 162610"/>
                <a:gd name="connsiteX6" fmla="*/ 164990 w 164750"/>
                <a:gd name="connsiteY6" fmla="*/ 119090 h 162610"/>
                <a:gd name="connsiteX7" fmla="*/ 156432 w 164750"/>
                <a:gd name="connsiteY7" fmla="*/ 112713 h 162610"/>
                <a:gd name="connsiteX8" fmla="*/ 147517 w 164750"/>
                <a:gd name="connsiteY8" fmla="*/ 120153 h 162610"/>
                <a:gd name="connsiteX9" fmla="*/ 96523 w 164750"/>
                <a:gd name="connsiteY9" fmla="*/ 148495 h 162610"/>
                <a:gd name="connsiteX10" fmla="*/ 45885 w 164750"/>
                <a:gd name="connsiteY10" fmla="*/ 83309 h 162610"/>
                <a:gd name="connsiteX11" fmla="*/ 153579 w 164750"/>
                <a:gd name="connsiteY11" fmla="*/ 83309 h 162610"/>
                <a:gd name="connsiteX12" fmla="*/ 45885 w 164750"/>
                <a:gd name="connsiteY12" fmla="*/ 71618 h 162610"/>
                <a:gd name="connsiteX13" fmla="*/ 54444 w 164750"/>
                <a:gd name="connsiteY13" fmla="*/ 31231 h 162610"/>
                <a:gd name="connsiteX14" fmla="*/ 88321 w 164750"/>
                <a:gd name="connsiteY14" fmla="*/ 12809 h 162610"/>
                <a:gd name="connsiteX15" fmla="*/ 131113 w 164750"/>
                <a:gd name="connsiteY15" fmla="*/ 71618 h 162610"/>
                <a:gd name="connsiteX16" fmla="*/ 45885 w 164750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4750" h="162610">
                  <a:moveTo>
                    <a:pt x="153579" y="83309"/>
                  </a:moveTo>
                  <a:cubicBezTo>
                    <a:pt x="161424" y="83309"/>
                    <a:pt x="164990" y="83309"/>
                    <a:pt x="164990" y="73743"/>
                  </a:cubicBezTo>
                  <a:cubicBezTo>
                    <a:pt x="164990" y="62761"/>
                    <a:pt x="162851" y="36899"/>
                    <a:pt x="145021" y="19186"/>
                  </a:cubicBezTo>
                  <a:cubicBezTo>
                    <a:pt x="131827" y="6432"/>
                    <a:pt x="112927" y="55"/>
                    <a:pt x="88321" y="55"/>
                  </a:cubicBezTo>
                  <a:cubicBezTo>
                    <a:pt x="31265" y="55"/>
                    <a:pt x="240" y="36545"/>
                    <a:pt x="240" y="80829"/>
                  </a:cubicBezTo>
                  <a:cubicBezTo>
                    <a:pt x="240" y="128301"/>
                    <a:pt x="35900" y="162666"/>
                    <a:pt x="93313" y="162666"/>
                  </a:cubicBezTo>
                  <a:cubicBezTo>
                    <a:pt x="149657" y="162666"/>
                    <a:pt x="164990" y="125113"/>
                    <a:pt x="164990" y="119090"/>
                  </a:cubicBezTo>
                  <a:cubicBezTo>
                    <a:pt x="164990" y="112713"/>
                    <a:pt x="158215" y="112713"/>
                    <a:pt x="156432" y="112713"/>
                  </a:cubicBezTo>
                  <a:cubicBezTo>
                    <a:pt x="150370" y="112713"/>
                    <a:pt x="149657" y="114485"/>
                    <a:pt x="147517" y="120153"/>
                  </a:cubicBezTo>
                  <a:cubicBezTo>
                    <a:pt x="140028" y="137158"/>
                    <a:pt x="119702" y="148495"/>
                    <a:pt x="96523" y="148495"/>
                  </a:cubicBezTo>
                  <a:cubicBezTo>
                    <a:pt x="46242" y="148495"/>
                    <a:pt x="45885" y="101377"/>
                    <a:pt x="45885" y="83309"/>
                  </a:cubicBezTo>
                  <a:lnTo>
                    <a:pt x="153579" y="83309"/>
                  </a:lnTo>
                  <a:close/>
                  <a:moveTo>
                    <a:pt x="45885" y="71618"/>
                  </a:moveTo>
                  <a:cubicBezTo>
                    <a:pt x="46599" y="57801"/>
                    <a:pt x="46955" y="42922"/>
                    <a:pt x="54444" y="31231"/>
                  </a:cubicBezTo>
                  <a:cubicBezTo>
                    <a:pt x="63715" y="17060"/>
                    <a:pt x="77980" y="12809"/>
                    <a:pt x="88321" y="12809"/>
                  </a:cubicBezTo>
                  <a:cubicBezTo>
                    <a:pt x="130043" y="12809"/>
                    <a:pt x="130757" y="59218"/>
                    <a:pt x="131113" y="71618"/>
                  </a:cubicBezTo>
                  <a:lnTo>
                    <a:pt x="45885" y="71618"/>
                  </a:lnTo>
                  <a:close/>
                </a:path>
              </a:pathLst>
            </a:custGeom>
            <a:grpFill/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3FA9FE3-A813-0F7B-C1C5-614204C5A250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1341133" y="4332520"/>
              <a:ext cx="134439" cy="162610"/>
            </a:xfrm>
            <a:custGeom>
              <a:avLst/>
              <a:gdLst>
                <a:gd name="connsiteX0" fmla="*/ 61938 w 134439"/>
                <a:gd name="connsiteY0" fmla="*/ 56384 h 162610"/>
                <a:gd name="connsiteX1" fmla="*/ 25564 w 134439"/>
                <a:gd name="connsiteY1" fmla="*/ 33356 h 162610"/>
                <a:gd name="connsiteX2" fmla="*/ 65504 w 134439"/>
                <a:gd name="connsiteY2" fmla="*/ 11392 h 162610"/>
                <a:gd name="connsiteX3" fmla="*/ 107583 w 134439"/>
                <a:gd name="connsiteY3" fmla="*/ 41150 h 162610"/>
                <a:gd name="connsiteX4" fmla="*/ 115785 w 134439"/>
                <a:gd name="connsiteY4" fmla="*/ 48236 h 162610"/>
                <a:gd name="connsiteX5" fmla="*/ 124343 w 134439"/>
                <a:gd name="connsiteY5" fmla="*/ 38316 h 162610"/>
                <a:gd name="connsiteX6" fmla="*/ 124343 w 134439"/>
                <a:gd name="connsiteY6" fmla="*/ 9975 h 162610"/>
                <a:gd name="connsiteX7" fmla="*/ 117924 w 134439"/>
                <a:gd name="connsiteY7" fmla="*/ 55 h 162610"/>
                <a:gd name="connsiteX8" fmla="*/ 101877 w 134439"/>
                <a:gd name="connsiteY8" fmla="*/ 6786 h 162610"/>
                <a:gd name="connsiteX9" fmla="*/ 65860 w 134439"/>
                <a:gd name="connsiteY9" fmla="*/ 55 h 162610"/>
                <a:gd name="connsiteX10" fmla="*/ 246 w 134439"/>
                <a:gd name="connsiteY10" fmla="*/ 46464 h 162610"/>
                <a:gd name="connsiteX11" fmla="*/ 14510 w 134439"/>
                <a:gd name="connsiteY11" fmla="*/ 76223 h 162610"/>
                <a:gd name="connsiteX12" fmla="*/ 69783 w 134439"/>
                <a:gd name="connsiteY12" fmla="*/ 95708 h 162610"/>
                <a:gd name="connsiteX13" fmla="*/ 109366 w 134439"/>
                <a:gd name="connsiteY13" fmla="*/ 123341 h 162610"/>
                <a:gd name="connsiteX14" fmla="*/ 68713 w 134439"/>
                <a:gd name="connsiteY14" fmla="*/ 149912 h 162610"/>
                <a:gd name="connsiteX15" fmla="*/ 17362 w 134439"/>
                <a:gd name="connsiteY15" fmla="*/ 108816 h 162610"/>
                <a:gd name="connsiteX16" fmla="*/ 8804 w 134439"/>
                <a:gd name="connsiteY16" fmla="*/ 103856 h 162610"/>
                <a:gd name="connsiteX17" fmla="*/ 246 w 134439"/>
                <a:gd name="connsiteY17" fmla="*/ 114130 h 162610"/>
                <a:gd name="connsiteX18" fmla="*/ 246 w 134439"/>
                <a:gd name="connsiteY18" fmla="*/ 152746 h 162610"/>
                <a:gd name="connsiteX19" fmla="*/ 6664 w 134439"/>
                <a:gd name="connsiteY19" fmla="*/ 162666 h 162610"/>
                <a:gd name="connsiteX20" fmla="*/ 17362 w 134439"/>
                <a:gd name="connsiteY20" fmla="*/ 157351 h 162610"/>
                <a:gd name="connsiteX21" fmla="*/ 26634 w 134439"/>
                <a:gd name="connsiteY21" fmla="*/ 151329 h 162610"/>
                <a:gd name="connsiteX22" fmla="*/ 68713 w 134439"/>
                <a:gd name="connsiteY22" fmla="*/ 162666 h 162610"/>
                <a:gd name="connsiteX23" fmla="*/ 134685 w 134439"/>
                <a:gd name="connsiteY23" fmla="*/ 110942 h 162610"/>
                <a:gd name="connsiteX24" fmla="*/ 115071 w 134439"/>
                <a:gd name="connsiteY24" fmla="*/ 73389 h 162610"/>
                <a:gd name="connsiteX25" fmla="*/ 61938 w 134439"/>
                <a:gd name="connsiteY25" fmla="*/ 56384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4439" h="162610">
                  <a:moveTo>
                    <a:pt x="61938" y="56384"/>
                  </a:moveTo>
                  <a:cubicBezTo>
                    <a:pt x="48743" y="53904"/>
                    <a:pt x="25564" y="50007"/>
                    <a:pt x="25564" y="33356"/>
                  </a:cubicBezTo>
                  <a:cubicBezTo>
                    <a:pt x="25564" y="11392"/>
                    <a:pt x="58728" y="11392"/>
                    <a:pt x="65504" y="11392"/>
                  </a:cubicBezTo>
                  <a:cubicBezTo>
                    <a:pt x="92249" y="11392"/>
                    <a:pt x="105800" y="21665"/>
                    <a:pt x="107583" y="41150"/>
                  </a:cubicBezTo>
                  <a:cubicBezTo>
                    <a:pt x="107939" y="46464"/>
                    <a:pt x="108296" y="48236"/>
                    <a:pt x="115785" y="48236"/>
                  </a:cubicBezTo>
                  <a:cubicBezTo>
                    <a:pt x="124343" y="48236"/>
                    <a:pt x="124343" y="46464"/>
                    <a:pt x="124343" y="38316"/>
                  </a:cubicBezTo>
                  <a:lnTo>
                    <a:pt x="124343" y="9975"/>
                  </a:lnTo>
                  <a:cubicBezTo>
                    <a:pt x="124343" y="3243"/>
                    <a:pt x="124343" y="55"/>
                    <a:pt x="117924" y="55"/>
                  </a:cubicBezTo>
                  <a:cubicBezTo>
                    <a:pt x="116498" y="55"/>
                    <a:pt x="115785" y="55"/>
                    <a:pt x="101877" y="6786"/>
                  </a:cubicBezTo>
                  <a:cubicBezTo>
                    <a:pt x="92605" y="2181"/>
                    <a:pt x="80124" y="55"/>
                    <a:pt x="65860" y="55"/>
                  </a:cubicBezTo>
                  <a:cubicBezTo>
                    <a:pt x="55162" y="55"/>
                    <a:pt x="246" y="55"/>
                    <a:pt x="246" y="46464"/>
                  </a:cubicBezTo>
                  <a:cubicBezTo>
                    <a:pt x="246" y="60635"/>
                    <a:pt x="7378" y="70201"/>
                    <a:pt x="14510" y="76223"/>
                  </a:cubicBezTo>
                  <a:cubicBezTo>
                    <a:pt x="28774" y="88623"/>
                    <a:pt x="42325" y="90748"/>
                    <a:pt x="69783" y="95708"/>
                  </a:cubicBezTo>
                  <a:cubicBezTo>
                    <a:pt x="82621" y="97834"/>
                    <a:pt x="109366" y="102439"/>
                    <a:pt x="109366" y="123341"/>
                  </a:cubicBezTo>
                  <a:cubicBezTo>
                    <a:pt x="109366" y="149912"/>
                    <a:pt x="76558" y="149912"/>
                    <a:pt x="68713" y="149912"/>
                  </a:cubicBezTo>
                  <a:cubicBezTo>
                    <a:pt x="30913" y="149912"/>
                    <a:pt x="21642" y="124050"/>
                    <a:pt x="17362" y="108816"/>
                  </a:cubicBezTo>
                  <a:cubicBezTo>
                    <a:pt x="15579" y="103856"/>
                    <a:pt x="13796" y="103856"/>
                    <a:pt x="8804" y="103856"/>
                  </a:cubicBezTo>
                  <a:cubicBezTo>
                    <a:pt x="246" y="103856"/>
                    <a:pt x="246" y="105982"/>
                    <a:pt x="246" y="114130"/>
                  </a:cubicBezTo>
                  <a:lnTo>
                    <a:pt x="246" y="152746"/>
                  </a:lnTo>
                  <a:cubicBezTo>
                    <a:pt x="246" y="159477"/>
                    <a:pt x="246" y="162666"/>
                    <a:pt x="6664" y="162666"/>
                  </a:cubicBezTo>
                  <a:cubicBezTo>
                    <a:pt x="9161" y="162666"/>
                    <a:pt x="9874" y="162666"/>
                    <a:pt x="17362" y="157351"/>
                  </a:cubicBezTo>
                  <a:cubicBezTo>
                    <a:pt x="17719" y="157351"/>
                    <a:pt x="25564" y="152037"/>
                    <a:pt x="26634" y="151329"/>
                  </a:cubicBezTo>
                  <a:cubicBezTo>
                    <a:pt x="43038" y="162666"/>
                    <a:pt x="61581" y="162666"/>
                    <a:pt x="68713" y="162666"/>
                  </a:cubicBezTo>
                  <a:cubicBezTo>
                    <a:pt x="79768" y="162666"/>
                    <a:pt x="134685" y="162666"/>
                    <a:pt x="134685" y="110942"/>
                  </a:cubicBezTo>
                  <a:cubicBezTo>
                    <a:pt x="134685" y="95708"/>
                    <a:pt x="127553" y="83309"/>
                    <a:pt x="115071" y="73389"/>
                  </a:cubicBezTo>
                  <a:cubicBezTo>
                    <a:pt x="101164" y="63115"/>
                    <a:pt x="89753" y="60990"/>
                    <a:pt x="61938" y="56384"/>
                  </a:cubicBezTo>
                  <a:close/>
                </a:path>
              </a:pathLst>
            </a:custGeom>
            <a:grpFill/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9FC4DE-35CC-D477-DFC3-50A862BC1120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518224" y="4335709"/>
              <a:ext cx="55629" cy="157296"/>
            </a:xfrm>
            <a:custGeom>
              <a:avLst/>
              <a:gdLst>
                <a:gd name="connsiteX0" fmla="*/ 55880 w 55629"/>
                <a:gd name="connsiteY0" fmla="*/ 27688 h 157296"/>
                <a:gd name="connsiteX1" fmla="*/ 28065 w 55629"/>
                <a:gd name="connsiteY1" fmla="*/ 55 h 157296"/>
                <a:gd name="connsiteX2" fmla="*/ 250 w 55629"/>
                <a:gd name="connsiteY2" fmla="*/ 27688 h 157296"/>
                <a:gd name="connsiteX3" fmla="*/ 28065 w 55629"/>
                <a:gd name="connsiteY3" fmla="*/ 55321 h 157296"/>
                <a:gd name="connsiteX4" fmla="*/ 55880 w 55629"/>
                <a:gd name="connsiteY4" fmla="*/ 27688 h 157296"/>
                <a:gd name="connsiteX5" fmla="*/ 55880 w 55629"/>
                <a:gd name="connsiteY5" fmla="*/ 129718 h 157296"/>
                <a:gd name="connsiteX6" fmla="*/ 28065 w 55629"/>
                <a:gd name="connsiteY6" fmla="*/ 102085 h 157296"/>
                <a:gd name="connsiteX7" fmla="*/ 250 w 55629"/>
                <a:gd name="connsiteY7" fmla="*/ 129718 h 157296"/>
                <a:gd name="connsiteX8" fmla="*/ 28065 w 55629"/>
                <a:gd name="connsiteY8" fmla="*/ 157351 h 157296"/>
                <a:gd name="connsiteX9" fmla="*/ 55880 w 55629"/>
                <a:gd name="connsiteY9" fmla="*/ 129718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629" h="157296">
                  <a:moveTo>
                    <a:pt x="55880" y="27688"/>
                  </a:moveTo>
                  <a:cubicBezTo>
                    <a:pt x="55880" y="12454"/>
                    <a:pt x="43399" y="55"/>
                    <a:pt x="28065" y="55"/>
                  </a:cubicBezTo>
                  <a:cubicBezTo>
                    <a:pt x="12731" y="55"/>
                    <a:pt x="250" y="12454"/>
                    <a:pt x="250" y="27688"/>
                  </a:cubicBezTo>
                  <a:cubicBezTo>
                    <a:pt x="250" y="42922"/>
                    <a:pt x="12731" y="55321"/>
                    <a:pt x="28065" y="55321"/>
                  </a:cubicBezTo>
                  <a:cubicBezTo>
                    <a:pt x="43399" y="55321"/>
                    <a:pt x="55880" y="42922"/>
                    <a:pt x="55880" y="27688"/>
                  </a:cubicBezTo>
                  <a:close/>
                  <a:moveTo>
                    <a:pt x="55880" y="129718"/>
                  </a:moveTo>
                  <a:cubicBezTo>
                    <a:pt x="55880" y="114485"/>
                    <a:pt x="43399" y="102085"/>
                    <a:pt x="28065" y="102085"/>
                  </a:cubicBezTo>
                  <a:cubicBezTo>
                    <a:pt x="12731" y="102085"/>
                    <a:pt x="250" y="114485"/>
                    <a:pt x="250" y="129718"/>
                  </a:cubicBezTo>
                  <a:cubicBezTo>
                    <a:pt x="250" y="144952"/>
                    <a:pt x="12731" y="157351"/>
                    <a:pt x="28065" y="157351"/>
                  </a:cubicBezTo>
                  <a:cubicBezTo>
                    <a:pt x="43399" y="157351"/>
                    <a:pt x="55880" y="144952"/>
                    <a:pt x="55880" y="129718"/>
                  </a:cubicBezTo>
                  <a:close/>
                </a:path>
              </a:pathLst>
            </a:custGeom>
            <a:grpFill/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66FAC3E6-969E-15D0-6A30-D61E12C0BC5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5564" y="608741"/>
            <a:ext cx="6581031" cy="4233082"/>
          </a:xfrm>
          <a:prstGeom prst="rect">
            <a:avLst/>
          </a:prstGeom>
          <a:ln w="28575">
            <a:solidFill>
              <a:srgbClr val="00B0F0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D8F50BF-47E2-AA0A-D664-641EC2FB894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68469" y="4149231"/>
            <a:ext cx="6627161" cy="2602667"/>
          </a:xfrm>
          <a:prstGeom prst="rect">
            <a:avLst/>
          </a:prstGeom>
          <a:ln w="1905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3058900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089A4-0619-F780-29F7-6D95766FA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AFDF-C97C-B058-126D-3C0D04079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4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Example –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389BB-9E61-39FD-DDA3-E4112F099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797" y="1079292"/>
            <a:ext cx="10515600" cy="5547376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15" name="Group 14" descr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 title="IguanaTex Vector Display">
            <a:extLst>
              <a:ext uri="{FF2B5EF4-FFF2-40B4-BE49-F238E27FC236}">
                <a16:creationId xmlns:a16="http://schemas.microsoft.com/office/drawing/2014/main" id="{779A6F39-57A7-06ED-A12E-D6776D64D80A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540000" y="411401"/>
            <a:ext cx="1322719" cy="315655"/>
            <a:chOff x="10251134" y="4246078"/>
            <a:chExt cx="1322719" cy="315655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3269362-2326-B524-0866-6D16EF54C43F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0251134" y="4246078"/>
              <a:ext cx="181867" cy="250824"/>
            </a:xfrm>
            <a:custGeom>
              <a:avLst/>
              <a:gdLst>
                <a:gd name="connsiteX0" fmla="*/ 120746 w 181867"/>
                <a:gd name="connsiteY0" fmla="*/ 100314 h 250824"/>
                <a:gd name="connsiteX1" fmla="*/ 69039 w 181867"/>
                <a:gd name="connsiteY1" fmla="*/ 89331 h 250824"/>
                <a:gd name="connsiteX2" fmla="*/ 34805 w 181867"/>
                <a:gd name="connsiteY2" fmla="*/ 52487 h 250824"/>
                <a:gd name="connsiteX3" fmla="*/ 80450 w 181867"/>
                <a:gd name="connsiteY3" fmla="*/ 15289 h 250824"/>
                <a:gd name="connsiteX4" fmla="*/ 153197 w 181867"/>
                <a:gd name="connsiteY4" fmla="*/ 75515 h 250824"/>
                <a:gd name="connsiteX5" fmla="*/ 162112 w 181867"/>
                <a:gd name="connsiteY5" fmla="*/ 84726 h 250824"/>
                <a:gd name="connsiteX6" fmla="*/ 170671 w 181867"/>
                <a:gd name="connsiteY6" fmla="*/ 74806 h 250824"/>
                <a:gd name="connsiteX7" fmla="*/ 170671 w 181867"/>
                <a:gd name="connsiteY7" fmla="*/ 9975 h 250824"/>
                <a:gd name="connsiteX8" fmla="*/ 164252 w 181867"/>
                <a:gd name="connsiteY8" fmla="*/ 55 h 250824"/>
                <a:gd name="connsiteX9" fmla="*/ 157120 w 181867"/>
                <a:gd name="connsiteY9" fmla="*/ 3952 h 250824"/>
                <a:gd name="connsiteX10" fmla="*/ 141073 w 181867"/>
                <a:gd name="connsiteY10" fmla="*/ 19540 h 250824"/>
                <a:gd name="connsiteX11" fmla="*/ 80094 w 181867"/>
                <a:gd name="connsiteY11" fmla="*/ 55 h 250824"/>
                <a:gd name="connsiteX12" fmla="*/ 215 w 181867"/>
                <a:gd name="connsiteY12" fmla="*/ 71264 h 250824"/>
                <a:gd name="connsiteX13" fmla="*/ 19471 w 181867"/>
                <a:gd name="connsiteY13" fmla="*/ 118382 h 250824"/>
                <a:gd name="connsiteX14" fmla="*/ 87939 w 181867"/>
                <a:gd name="connsiteY14" fmla="*/ 146723 h 250824"/>
                <a:gd name="connsiteX15" fmla="*/ 133227 w 181867"/>
                <a:gd name="connsiteY15" fmla="*/ 161957 h 250824"/>
                <a:gd name="connsiteX16" fmla="*/ 147492 w 181867"/>
                <a:gd name="connsiteY16" fmla="*/ 192779 h 250824"/>
                <a:gd name="connsiteX17" fmla="*/ 101133 w 181867"/>
                <a:gd name="connsiteY17" fmla="*/ 234228 h 250824"/>
                <a:gd name="connsiteX18" fmla="*/ 16975 w 181867"/>
                <a:gd name="connsiteY18" fmla="*/ 174357 h 250824"/>
                <a:gd name="connsiteX19" fmla="*/ 8773 w 181867"/>
                <a:gd name="connsiteY19" fmla="*/ 166208 h 250824"/>
                <a:gd name="connsiteX20" fmla="*/ 215 w 181867"/>
                <a:gd name="connsiteY20" fmla="*/ 176482 h 250824"/>
                <a:gd name="connsiteX21" fmla="*/ 215 w 181867"/>
                <a:gd name="connsiteY21" fmla="*/ 240960 h 250824"/>
                <a:gd name="connsiteX22" fmla="*/ 6634 w 181867"/>
                <a:gd name="connsiteY22" fmla="*/ 250879 h 250824"/>
                <a:gd name="connsiteX23" fmla="*/ 13409 w 181867"/>
                <a:gd name="connsiteY23" fmla="*/ 247691 h 250824"/>
                <a:gd name="connsiteX24" fmla="*/ 29813 w 181867"/>
                <a:gd name="connsiteY24" fmla="*/ 231394 h 250824"/>
                <a:gd name="connsiteX25" fmla="*/ 101133 w 181867"/>
                <a:gd name="connsiteY25" fmla="*/ 250879 h 250824"/>
                <a:gd name="connsiteX26" fmla="*/ 182082 w 181867"/>
                <a:gd name="connsiteY26" fmla="*/ 175065 h 250824"/>
                <a:gd name="connsiteX27" fmla="*/ 120746 w 181867"/>
                <a:gd name="connsiteY27" fmla="*/ 100314 h 250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1867" h="250824">
                  <a:moveTo>
                    <a:pt x="120746" y="100314"/>
                  </a:moveTo>
                  <a:lnTo>
                    <a:pt x="69039" y="89331"/>
                  </a:lnTo>
                  <a:cubicBezTo>
                    <a:pt x="54775" y="86143"/>
                    <a:pt x="34805" y="74098"/>
                    <a:pt x="34805" y="52487"/>
                  </a:cubicBezTo>
                  <a:cubicBezTo>
                    <a:pt x="34805" y="37253"/>
                    <a:pt x="44790" y="15289"/>
                    <a:pt x="80450" y="15289"/>
                  </a:cubicBezTo>
                  <a:cubicBezTo>
                    <a:pt x="108978" y="15289"/>
                    <a:pt x="144995" y="27334"/>
                    <a:pt x="153197" y="75515"/>
                  </a:cubicBezTo>
                  <a:cubicBezTo>
                    <a:pt x="154624" y="84017"/>
                    <a:pt x="154624" y="84726"/>
                    <a:pt x="162112" y="84726"/>
                  </a:cubicBezTo>
                  <a:cubicBezTo>
                    <a:pt x="170671" y="84726"/>
                    <a:pt x="170671" y="82954"/>
                    <a:pt x="170671" y="74806"/>
                  </a:cubicBezTo>
                  <a:lnTo>
                    <a:pt x="170671" y="9975"/>
                  </a:lnTo>
                  <a:cubicBezTo>
                    <a:pt x="170671" y="3243"/>
                    <a:pt x="170671" y="55"/>
                    <a:pt x="164252" y="55"/>
                  </a:cubicBezTo>
                  <a:cubicBezTo>
                    <a:pt x="161399" y="55"/>
                    <a:pt x="161042" y="409"/>
                    <a:pt x="157120" y="3952"/>
                  </a:cubicBezTo>
                  <a:lnTo>
                    <a:pt x="141073" y="19540"/>
                  </a:lnTo>
                  <a:cubicBezTo>
                    <a:pt x="120390" y="3243"/>
                    <a:pt x="97211" y="55"/>
                    <a:pt x="80094" y="55"/>
                  </a:cubicBezTo>
                  <a:cubicBezTo>
                    <a:pt x="25890" y="55"/>
                    <a:pt x="215" y="34065"/>
                    <a:pt x="215" y="71264"/>
                  </a:cubicBezTo>
                  <a:cubicBezTo>
                    <a:pt x="215" y="94291"/>
                    <a:pt x="11983" y="110588"/>
                    <a:pt x="19471" y="118382"/>
                  </a:cubicBezTo>
                  <a:cubicBezTo>
                    <a:pt x="36945" y="135741"/>
                    <a:pt x="49069" y="138221"/>
                    <a:pt x="87939" y="146723"/>
                  </a:cubicBezTo>
                  <a:cubicBezTo>
                    <a:pt x="119320" y="153454"/>
                    <a:pt x="125382" y="154517"/>
                    <a:pt x="133227" y="161957"/>
                  </a:cubicBezTo>
                  <a:cubicBezTo>
                    <a:pt x="138576" y="167271"/>
                    <a:pt x="147492" y="176482"/>
                    <a:pt x="147492" y="192779"/>
                  </a:cubicBezTo>
                  <a:cubicBezTo>
                    <a:pt x="147492" y="209784"/>
                    <a:pt x="138220" y="234228"/>
                    <a:pt x="101133" y="234228"/>
                  </a:cubicBezTo>
                  <a:cubicBezTo>
                    <a:pt x="74031" y="234228"/>
                    <a:pt x="19828" y="227143"/>
                    <a:pt x="16975" y="174357"/>
                  </a:cubicBezTo>
                  <a:cubicBezTo>
                    <a:pt x="16618" y="167980"/>
                    <a:pt x="16618" y="166208"/>
                    <a:pt x="8773" y="166208"/>
                  </a:cubicBezTo>
                  <a:cubicBezTo>
                    <a:pt x="215" y="166208"/>
                    <a:pt x="215" y="168334"/>
                    <a:pt x="215" y="176482"/>
                  </a:cubicBezTo>
                  <a:lnTo>
                    <a:pt x="215" y="240960"/>
                  </a:lnTo>
                  <a:cubicBezTo>
                    <a:pt x="215" y="247691"/>
                    <a:pt x="215" y="250879"/>
                    <a:pt x="6634" y="250879"/>
                  </a:cubicBezTo>
                  <a:cubicBezTo>
                    <a:pt x="9843" y="250879"/>
                    <a:pt x="10556" y="250171"/>
                    <a:pt x="13409" y="247691"/>
                  </a:cubicBezTo>
                  <a:lnTo>
                    <a:pt x="29813" y="231394"/>
                  </a:lnTo>
                  <a:cubicBezTo>
                    <a:pt x="53349" y="248754"/>
                    <a:pt x="86513" y="250879"/>
                    <a:pt x="101133" y="250879"/>
                  </a:cubicBezTo>
                  <a:cubicBezTo>
                    <a:pt x="159973" y="250879"/>
                    <a:pt x="182082" y="210846"/>
                    <a:pt x="182082" y="175065"/>
                  </a:cubicBezTo>
                  <a:cubicBezTo>
                    <a:pt x="182082" y="135741"/>
                    <a:pt x="153197" y="107045"/>
                    <a:pt x="120746" y="100314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73D8242-3EC0-020D-AC6E-EF7DB132567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0469334" y="4333583"/>
              <a:ext cx="200767" cy="228150"/>
            </a:xfrm>
            <a:custGeom>
              <a:avLst/>
              <a:gdLst>
                <a:gd name="connsiteX0" fmla="*/ 65479 w 200767"/>
                <a:gd name="connsiteY0" fmla="*/ 42922 h 228150"/>
                <a:gd name="connsiteX1" fmla="*/ 70828 w 200767"/>
                <a:gd name="connsiteY1" fmla="*/ 30877 h 228150"/>
                <a:gd name="connsiteX2" fmla="*/ 111481 w 200767"/>
                <a:gd name="connsiteY2" fmla="*/ 14226 h 228150"/>
                <a:gd name="connsiteX3" fmla="*/ 155343 w 200767"/>
                <a:gd name="connsiteY3" fmla="*/ 80475 h 228150"/>
                <a:gd name="connsiteX4" fmla="*/ 107202 w 200767"/>
                <a:gd name="connsiteY4" fmla="*/ 148849 h 228150"/>
                <a:gd name="connsiteX5" fmla="*/ 69402 w 200767"/>
                <a:gd name="connsiteY5" fmla="*/ 129718 h 228150"/>
                <a:gd name="connsiteX6" fmla="*/ 65479 w 200767"/>
                <a:gd name="connsiteY6" fmla="*/ 118027 h 228150"/>
                <a:gd name="connsiteX7" fmla="*/ 65479 w 200767"/>
                <a:gd name="connsiteY7" fmla="*/ 42922 h 228150"/>
                <a:gd name="connsiteX8" fmla="*/ 65479 w 200767"/>
                <a:gd name="connsiteY8" fmla="*/ 145661 h 228150"/>
                <a:gd name="connsiteX9" fmla="*/ 111124 w 200767"/>
                <a:gd name="connsiteY9" fmla="*/ 161603 h 228150"/>
                <a:gd name="connsiteX10" fmla="*/ 200988 w 200767"/>
                <a:gd name="connsiteY10" fmla="*/ 80475 h 228150"/>
                <a:gd name="connsiteX11" fmla="*/ 117187 w 200767"/>
                <a:gd name="connsiteY11" fmla="*/ 55 h 228150"/>
                <a:gd name="connsiteX12" fmla="*/ 63340 w 200767"/>
                <a:gd name="connsiteY12" fmla="*/ 17414 h 228150"/>
                <a:gd name="connsiteX13" fmla="*/ 63340 w 200767"/>
                <a:gd name="connsiteY13" fmla="*/ 55 h 228150"/>
                <a:gd name="connsiteX14" fmla="*/ 221 w 200767"/>
                <a:gd name="connsiteY14" fmla="*/ 2889 h 228150"/>
                <a:gd name="connsiteX15" fmla="*/ 221 w 200767"/>
                <a:gd name="connsiteY15" fmla="*/ 19540 h 228150"/>
                <a:gd name="connsiteX16" fmla="*/ 24827 w 200767"/>
                <a:gd name="connsiteY16" fmla="*/ 33002 h 228150"/>
                <a:gd name="connsiteX17" fmla="*/ 24827 w 200767"/>
                <a:gd name="connsiteY17" fmla="*/ 211555 h 228150"/>
                <a:gd name="connsiteX18" fmla="*/ 221 w 200767"/>
                <a:gd name="connsiteY18" fmla="*/ 211555 h 228150"/>
                <a:gd name="connsiteX19" fmla="*/ 221 w 200767"/>
                <a:gd name="connsiteY19" fmla="*/ 228206 h 228150"/>
                <a:gd name="connsiteX20" fmla="*/ 45153 w 200767"/>
                <a:gd name="connsiteY20" fmla="*/ 227143 h 228150"/>
                <a:gd name="connsiteX21" fmla="*/ 90085 w 200767"/>
                <a:gd name="connsiteY21" fmla="*/ 228206 h 228150"/>
                <a:gd name="connsiteX22" fmla="*/ 90085 w 200767"/>
                <a:gd name="connsiteY22" fmla="*/ 211555 h 228150"/>
                <a:gd name="connsiteX23" fmla="*/ 65479 w 200767"/>
                <a:gd name="connsiteY23" fmla="*/ 211555 h 228150"/>
                <a:gd name="connsiteX24" fmla="*/ 65479 w 200767"/>
                <a:gd name="connsiteY24" fmla="*/ 145661 h 22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767" h="228150">
                  <a:moveTo>
                    <a:pt x="65479" y="42922"/>
                  </a:moveTo>
                  <a:cubicBezTo>
                    <a:pt x="65479" y="36191"/>
                    <a:pt x="65836" y="35836"/>
                    <a:pt x="70828" y="30877"/>
                  </a:cubicBezTo>
                  <a:cubicBezTo>
                    <a:pt x="85092" y="16351"/>
                    <a:pt x="103636" y="14226"/>
                    <a:pt x="111481" y="14226"/>
                  </a:cubicBezTo>
                  <a:cubicBezTo>
                    <a:pt x="135373" y="14226"/>
                    <a:pt x="155343" y="35836"/>
                    <a:pt x="155343" y="80475"/>
                  </a:cubicBezTo>
                  <a:cubicBezTo>
                    <a:pt x="155343" y="130427"/>
                    <a:pt x="130381" y="148849"/>
                    <a:pt x="107202" y="148849"/>
                  </a:cubicBezTo>
                  <a:cubicBezTo>
                    <a:pt x="102209" y="148849"/>
                    <a:pt x="85449" y="148849"/>
                    <a:pt x="69402" y="129718"/>
                  </a:cubicBezTo>
                  <a:cubicBezTo>
                    <a:pt x="65479" y="125113"/>
                    <a:pt x="65479" y="124758"/>
                    <a:pt x="65479" y="118027"/>
                  </a:cubicBezTo>
                  <a:lnTo>
                    <a:pt x="65479" y="42922"/>
                  </a:lnTo>
                  <a:close/>
                  <a:moveTo>
                    <a:pt x="65479" y="145661"/>
                  </a:moveTo>
                  <a:cubicBezTo>
                    <a:pt x="80813" y="158060"/>
                    <a:pt x="96504" y="161603"/>
                    <a:pt x="111124" y="161603"/>
                  </a:cubicBezTo>
                  <a:cubicBezTo>
                    <a:pt x="164615" y="161603"/>
                    <a:pt x="200988" y="129718"/>
                    <a:pt x="200988" y="80475"/>
                  </a:cubicBezTo>
                  <a:cubicBezTo>
                    <a:pt x="200988" y="33356"/>
                    <a:pt x="168537" y="55"/>
                    <a:pt x="117187" y="55"/>
                  </a:cubicBezTo>
                  <a:cubicBezTo>
                    <a:pt x="90442" y="55"/>
                    <a:pt x="71542" y="11037"/>
                    <a:pt x="63340" y="17414"/>
                  </a:cubicBezTo>
                  <a:lnTo>
                    <a:pt x="63340" y="55"/>
                  </a:lnTo>
                  <a:lnTo>
                    <a:pt x="221" y="2889"/>
                  </a:lnTo>
                  <a:lnTo>
                    <a:pt x="221" y="19540"/>
                  </a:lnTo>
                  <a:cubicBezTo>
                    <a:pt x="22330" y="19540"/>
                    <a:pt x="24827" y="19540"/>
                    <a:pt x="24827" y="33002"/>
                  </a:cubicBezTo>
                  <a:lnTo>
                    <a:pt x="24827" y="211555"/>
                  </a:lnTo>
                  <a:lnTo>
                    <a:pt x="221" y="211555"/>
                  </a:lnTo>
                  <a:lnTo>
                    <a:pt x="221" y="228206"/>
                  </a:lnTo>
                  <a:cubicBezTo>
                    <a:pt x="10206" y="227852"/>
                    <a:pt x="31602" y="227143"/>
                    <a:pt x="45153" y="227143"/>
                  </a:cubicBezTo>
                  <a:cubicBezTo>
                    <a:pt x="59061" y="227143"/>
                    <a:pt x="80100" y="227852"/>
                    <a:pt x="90085" y="228206"/>
                  </a:cubicBezTo>
                  <a:lnTo>
                    <a:pt x="90085" y="211555"/>
                  </a:lnTo>
                  <a:lnTo>
                    <a:pt x="65479" y="211555"/>
                  </a:lnTo>
                  <a:lnTo>
                    <a:pt x="65479" y="145661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4B5103C-8561-100F-A2E0-68E43938017C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700728" y="4247141"/>
              <a:ext cx="87724" cy="245864"/>
            </a:xfrm>
            <a:custGeom>
              <a:avLst/>
              <a:gdLst>
                <a:gd name="connsiteX0" fmla="*/ 63346 w 87724"/>
                <a:gd name="connsiteY0" fmla="*/ 55 h 245864"/>
                <a:gd name="connsiteX1" fmla="*/ 228 w 87724"/>
                <a:gd name="connsiteY1" fmla="*/ 2889 h 245864"/>
                <a:gd name="connsiteX2" fmla="*/ 228 w 87724"/>
                <a:gd name="connsiteY2" fmla="*/ 19540 h 245864"/>
                <a:gd name="connsiteX3" fmla="*/ 24833 w 87724"/>
                <a:gd name="connsiteY3" fmla="*/ 33356 h 245864"/>
                <a:gd name="connsiteX4" fmla="*/ 24833 w 87724"/>
                <a:gd name="connsiteY4" fmla="*/ 229269 h 245864"/>
                <a:gd name="connsiteX5" fmla="*/ 228 w 87724"/>
                <a:gd name="connsiteY5" fmla="*/ 229269 h 245864"/>
                <a:gd name="connsiteX6" fmla="*/ 228 w 87724"/>
                <a:gd name="connsiteY6" fmla="*/ 245919 h 245864"/>
                <a:gd name="connsiteX7" fmla="*/ 44090 w 87724"/>
                <a:gd name="connsiteY7" fmla="*/ 244857 h 245864"/>
                <a:gd name="connsiteX8" fmla="*/ 87952 w 87724"/>
                <a:gd name="connsiteY8" fmla="*/ 245919 h 245864"/>
                <a:gd name="connsiteX9" fmla="*/ 87952 w 87724"/>
                <a:gd name="connsiteY9" fmla="*/ 229269 h 245864"/>
                <a:gd name="connsiteX10" fmla="*/ 63346 w 87724"/>
                <a:gd name="connsiteY10" fmla="*/ 229269 h 245864"/>
                <a:gd name="connsiteX11" fmla="*/ 63346 w 87724"/>
                <a:gd name="connsiteY11" fmla="*/ 5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7724" h="245864">
                  <a:moveTo>
                    <a:pt x="63346" y="55"/>
                  </a:moveTo>
                  <a:lnTo>
                    <a:pt x="228" y="2889"/>
                  </a:lnTo>
                  <a:lnTo>
                    <a:pt x="228" y="19540"/>
                  </a:lnTo>
                  <a:cubicBezTo>
                    <a:pt x="22337" y="19540"/>
                    <a:pt x="24833" y="19540"/>
                    <a:pt x="24833" y="33356"/>
                  </a:cubicBezTo>
                  <a:lnTo>
                    <a:pt x="24833" y="229269"/>
                  </a:lnTo>
                  <a:lnTo>
                    <a:pt x="228" y="229269"/>
                  </a:lnTo>
                  <a:lnTo>
                    <a:pt x="228" y="245919"/>
                  </a:lnTo>
                  <a:cubicBezTo>
                    <a:pt x="11639" y="245565"/>
                    <a:pt x="28756" y="244857"/>
                    <a:pt x="44090" y="244857"/>
                  </a:cubicBezTo>
                  <a:cubicBezTo>
                    <a:pt x="59424" y="244857"/>
                    <a:pt x="75827" y="245565"/>
                    <a:pt x="87952" y="245919"/>
                  </a:cubicBezTo>
                  <a:lnTo>
                    <a:pt x="87952" y="229269"/>
                  </a:lnTo>
                  <a:lnTo>
                    <a:pt x="63346" y="229269"/>
                  </a:lnTo>
                  <a:lnTo>
                    <a:pt x="63346" y="55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6A5D3C5-4420-A987-F4BC-20BC54DA6496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0814642" y="4246787"/>
              <a:ext cx="85227" cy="246218"/>
            </a:xfrm>
            <a:custGeom>
              <a:avLst/>
              <a:gdLst>
                <a:gd name="connsiteX0" fmla="*/ 63349 w 85227"/>
                <a:gd name="connsiteY0" fmla="*/ 86851 h 246218"/>
                <a:gd name="connsiteX1" fmla="*/ 1301 w 85227"/>
                <a:gd name="connsiteY1" fmla="*/ 89686 h 246218"/>
                <a:gd name="connsiteX2" fmla="*/ 1301 w 85227"/>
                <a:gd name="connsiteY2" fmla="*/ 106336 h 246218"/>
                <a:gd name="connsiteX3" fmla="*/ 24836 w 85227"/>
                <a:gd name="connsiteY3" fmla="*/ 120153 h 246218"/>
                <a:gd name="connsiteX4" fmla="*/ 24836 w 85227"/>
                <a:gd name="connsiteY4" fmla="*/ 229623 h 246218"/>
                <a:gd name="connsiteX5" fmla="*/ 231 w 85227"/>
                <a:gd name="connsiteY5" fmla="*/ 229623 h 246218"/>
                <a:gd name="connsiteX6" fmla="*/ 231 w 85227"/>
                <a:gd name="connsiteY6" fmla="*/ 246274 h 246218"/>
                <a:gd name="connsiteX7" fmla="*/ 43736 w 85227"/>
                <a:gd name="connsiteY7" fmla="*/ 245211 h 246218"/>
                <a:gd name="connsiteX8" fmla="*/ 85459 w 85227"/>
                <a:gd name="connsiteY8" fmla="*/ 246274 h 246218"/>
                <a:gd name="connsiteX9" fmla="*/ 85459 w 85227"/>
                <a:gd name="connsiteY9" fmla="*/ 229623 h 246218"/>
                <a:gd name="connsiteX10" fmla="*/ 63349 w 85227"/>
                <a:gd name="connsiteY10" fmla="*/ 229623 h 246218"/>
                <a:gd name="connsiteX11" fmla="*/ 63349 w 85227"/>
                <a:gd name="connsiteY11" fmla="*/ 86851 h 246218"/>
                <a:gd name="connsiteX12" fmla="*/ 66915 w 85227"/>
                <a:gd name="connsiteY12" fmla="*/ 27688 h 246218"/>
                <a:gd name="connsiteX13" fmla="*/ 39100 w 85227"/>
                <a:gd name="connsiteY13" fmla="*/ 55 h 246218"/>
                <a:gd name="connsiteX14" fmla="*/ 11285 w 85227"/>
                <a:gd name="connsiteY14" fmla="*/ 27688 h 246218"/>
                <a:gd name="connsiteX15" fmla="*/ 39100 w 85227"/>
                <a:gd name="connsiteY15" fmla="*/ 55321 h 246218"/>
                <a:gd name="connsiteX16" fmla="*/ 66915 w 85227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227" h="246218">
                  <a:moveTo>
                    <a:pt x="63349" y="86851"/>
                  </a:moveTo>
                  <a:lnTo>
                    <a:pt x="1301" y="89686"/>
                  </a:lnTo>
                  <a:lnTo>
                    <a:pt x="1301" y="106336"/>
                  </a:lnTo>
                  <a:cubicBezTo>
                    <a:pt x="22340" y="106336"/>
                    <a:pt x="24836" y="106336"/>
                    <a:pt x="24836" y="120153"/>
                  </a:cubicBezTo>
                  <a:lnTo>
                    <a:pt x="24836" y="229623"/>
                  </a:lnTo>
                  <a:lnTo>
                    <a:pt x="231" y="229623"/>
                  </a:lnTo>
                  <a:lnTo>
                    <a:pt x="231" y="246274"/>
                  </a:lnTo>
                  <a:cubicBezTo>
                    <a:pt x="11285" y="245919"/>
                    <a:pt x="28759" y="245211"/>
                    <a:pt x="43736" y="245211"/>
                  </a:cubicBezTo>
                  <a:cubicBezTo>
                    <a:pt x="54434" y="245211"/>
                    <a:pt x="72621" y="245919"/>
                    <a:pt x="85459" y="246274"/>
                  </a:cubicBezTo>
                  <a:lnTo>
                    <a:pt x="85459" y="229623"/>
                  </a:lnTo>
                  <a:lnTo>
                    <a:pt x="63349" y="229623"/>
                  </a:lnTo>
                  <a:lnTo>
                    <a:pt x="63349" y="86851"/>
                  </a:lnTo>
                  <a:close/>
                  <a:moveTo>
                    <a:pt x="66915" y="27688"/>
                  </a:moveTo>
                  <a:cubicBezTo>
                    <a:pt x="66915" y="12100"/>
                    <a:pt x="54078" y="55"/>
                    <a:pt x="39100" y="55"/>
                  </a:cubicBezTo>
                  <a:cubicBezTo>
                    <a:pt x="23766" y="55"/>
                    <a:pt x="11285" y="12454"/>
                    <a:pt x="11285" y="27688"/>
                  </a:cubicBezTo>
                  <a:cubicBezTo>
                    <a:pt x="11285" y="42922"/>
                    <a:pt x="23766" y="55321"/>
                    <a:pt x="39100" y="55321"/>
                  </a:cubicBezTo>
                  <a:cubicBezTo>
                    <a:pt x="54078" y="55321"/>
                    <a:pt x="66915" y="43276"/>
                    <a:pt x="66915" y="27688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5817282-30F6-AC4F-5918-E158C1C68F0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0927843" y="4333583"/>
              <a:ext cx="203263" cy="159422"/>
            </a:xfrm>
            <a:custGeom>
              <a:avLst/>
              <a:gdLst>
                <a:gd name="connsiteX0" fmla="*/ 24839 w 203263"/>
                <a:gd name="connsiteY0" fmla="*/ 33356 h 159422"/>
                <a:gd name="connsiteX1" fmla="*/ 24839 w 203263"/>
                <a:gd name="connsiteY1" fmla="*/ 142826 h 159422"/>
                <a:gd name="connsiteX2" fmla="*/ 234 w 203263"/>
                <a:gd name="connsiteY2" fmla="*/ 142826 h 159422"/>
                <a:gd name="connsiteX3" fmla="*/ 234 w 203263"/>
                <a:gd name="connsiteY3" fmla="*/ 159477 h 159422"/>
                <a:gd name="connsiteX4" fmla="*/ 45166 w 203263"/>
                <a:gd name="connsiteY4" fmla="*/ 158414 h 159422"/>
                <a:gd name="connsiteX5" fmla="*/ 90098 w 203263"/>
                <a:gd name="connsiteY5" fmla="*/ 159477 h 159422"/>
                <a:gd name="connsiteX6" fmla="*/ 90098 w 203263"/>
                <a:gd name="connsiteY6" fmla="*/ 142826 h 159422"/>
                <a:gd name="connsiteX7" fmla="*/ 65492 w 203263"/>
                <a:gd name="connsiteY7" fmla="*/ 142826 h 159422"/>
                <a:gd name="connsiteX8" fmla="*/ 65492 w 203263"/>
                <a:gd name="connsiteY8" fmla="*/ 68784 h 159422"/>
                <a:gd name="connsiteX9" fmla="*/ 118626 w 203263"/>
                <a:gd name="connsiteY9" fmla="*/ 12809 h 159422"/>
                <a:gd name="connsiteX10" fmla="*/ 138239 w 203263"/>
                <a:gd name="connsiteY10" fmla="*/ 47173 h 159422"/>
                <a:gd name="connsiteX11" fmla="*/ 138239 w 203263"/>
                <a:gd name="connsiteY11" fmla="*/ 142826 h 159422"/>
                <a:gd name="connsiteX12" fmla="*/ 113633 w 203263"/>
                <a:gd name="connsiteY12" fmla="*/ 142826 h 159422"/>
                <a:gd name="connsiteX13" fmla="*/ 113633 w 203263"/>
                <a:gd name="connsiteY13" fmla="*/ 159477 h 159422"/>
                <a:gd name="connsiteX14" fmla="*/ 158565 w 203263"/>
                <a:gd name="connsiteY14" fmla="*/ 158414 h 159422"/>
                <a:gd name="connsiteX15" fmla="*/ 203497 w 203263"/>
                <a:gd name="connsiteY15" fmla="*/ 159477 h 159422"/>
                <a:gd name="connsiteX16" fmla="*/ 203497 w 203263"/>
                <a:gd name="connsiteY16" fmla="*/ 142826 h 159422"/>
                <a:gd name="connsiteX17" fmla="*/ 178892 w 203263"/>
                <a:gd name="connsiteY17" fmla="*/ 142826 h 159422"/>
                <a:gd name="connsiteX18" fmla="*/ 178892 w 203263"/>
                <a:gd name="connsiteY18" fmla="*/ 51070 h 159422"/>
                <a:gd name="connsiteX19" fmla="*/ 123975 w 203263"/>
                <a:gd name="connsiteY19" fmla="*/ 55 h 159422"/>
                <a:gd name="connsiteX20" fmla="*/ 61569 w 203263"/>
                <a:gd name="connsiteY20" fmla="*/ 38316 h 159422"/>
                <a:gd name="connsiteX21" fmla="*/ 61569 w 203263"/>
                <a:gd name="connsiteY21" fmla="*/ 55 h 159422"/>
                <a:gd name="connsiteX22" fmla="*/ 234 w 203263"/>
                <a:gd name="connsiteY22" fmla="*/ 2889 h 159422"/>
                <a:gd name="connsiteX23" fmla="*/ 234 w 203263"/>
                <a:gd name="connsiteY23" fmla="*/ 19540 h 159422"/>
                <a:gd name="connsiteX24" fmla="*/ 24839 w 203263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3263" h="159422">
                  <a:moveTo>
                    <a:pt x="24839" y="33356"/>
                  </a:moveTo>
                  <a:lnTo>
                    <a:pt x="24839" y="142826"/>
                  </a:lnTo>
                  <a:lnTo>
                    <a:pt x="234" y="142826"/>
                  </a:lnTo>
                  <a:lnTo>
                    <a:pt x="234" y="159477"/>
                  </a:lnTo>
                  <a:cubicBezTo>
                    <a:pt x="10219" y="159123"/>
                    <a:pt x="31615" y="158414"/>
                    <a:pt x="45166" y="158414"/>
                  </a:cubicBezTo>
                  <a:cubicBezTo>
                    <a:pt x="59073" y="158414"/>
                    <a:pt x="80113" y="159123"/>
                    <a:pt x="90098" y="159477"/>
                  </a:cubicBezTo>
                  <a:lnTo>
                    <a:pt x="90098" y="142826"/>
                  </a:lnTo>
                  <a:lnTo>
                    <a:pt x="65492" y="142826"/>
                  </a:lnTo>
                  <a:lnTo>
                    <a:pt x="65492" y="68784"/>
                  </a:lnTo>
                  <a:cubicBezTo>
                    <a:pt x="65492" y="30168"/>
                    <a:pt x="96160" y="12809"/>
                    <a:pt x="118626" y="12809"/>
                  </a:cubicBezTo>
                  <a:cubicBezTo>
                    <a:pt x="130750" y="12809"/>
                    <a:pt x="138239" y="20248"/>
                    <a:pt x="138239" y="47173"/>
                  </a:cubicBezTo>
                  <a:lnTo>
                    <a:pt x="138239" y="142826"/>
                  </a:lnTo>
                  <a:lnTo>
                    <a:pt x="113633" y="142826"/>
                  </a:lnTo>
                  <a:lnTo>
                    <a:pt x="113633" y="159477"/>
                  </a:lnTo>
                  <a:cubicBezTo>
                    <a:pt x="123618" y="159123"/>
                    <a:pt x="145014" y="158414"/>
                    <a:pt x="158565" y="158414"/>
                  </a:cubicBezTo>
                  <a:cubicBezTo>
                    <a:pt x="172473" y="158414"/>
                    <a:pt x="193512" y="159123"/>
                    <a:pt x="203497" y="159477"/>
                  </a:cubicBezTo>
                  <a:lnTo>
                    <a:pt x="203497" y="142826"/>
                  </a:lnTo>
                  <a:lnTo>
                    <a:pt x="178892" y="142826"/>
                  </a:lnTo>
                  <a:lnTo>
                    <a:pt x="178892" y="51070"/>
                  </a:lnTo>
                  <a:cubicBezTo>
                    <a:pt x="178892" y="13872"/>
                    <a:pt x="159635" y="55"/>
                    <a:pt x="123975" y="55"/>
                  </a:cubicBezTo>
                  <a:cubicBezTo>
                    <a:pt x="89741" y="55"/>
                    <a:pt x="70841" y="20248"/>
                    <a:pt x="61569" y="38316"/>
                  </a:cubicBezTo>
                  <a:lnTo>
                    <a:pt x="61569" y="55"/>
                  </a:lnTo>
                  <a:lnTo>
                    <a:pt x="234" y="2889"/>
                  </a:lnTo>
                  <a:lnTo>
                    <a:pt x="234" y="19540"/>
                  </a:lnTo>
                  <a:cubicBezTo>
                    <a:pt x="22343" y="19540"/>
                    <a:pt x="24839" y="19540"/>
                    <a:pt x="24839" y="33356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A574438-2F73-DD4C-2039-9AF24E006A21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1151035" y="4332520"/>
              <a:ext cx="164750" cy="162610"/>
            </a:xfrm>
            <a:custGeom>
              <a:avLst/>
              <a:gdLst>
                <a:gd name="connsiteX0" fmla="*/ 153579 w 164750"/>
                <a:gd name="connsiteY0" fmla="*/ 83309 h 162610"/>
                <a:gd name="connsiteX1" fmla="*/ 164990 w 164750"/>
                <a:gd name="connsiteY1" fmla="*/ 73743 h 162610"/>
                <a:gd name="connsiteX2" fmla="*/ 145021 w 164750"/>
                <a:gd name="connsiteY2" fmla="*/ 19186 h 162610"/>
                <a:gd name="connsiteX3" fmla="*/ 88321 w 164750"/>
                <a:gd name="connsiteY3" fmla="*/ 55 h 162610"/>
                <a:gd name="connsiteX4" fmla="*/ 240 w 164750"/>
                <a:gd name="connsiteY4" fmla="*/ 80829 h 162610"/>
                <a:gd name="connsiteX5" fmla="*/ 93313 w 164750"/>
                <a:gd name="connsiteY5" fmla="*/ 162666 h 162610"/>
                <a:gd name="connsiteX6" fmla="*/ 164990 w 164750"/>
                <a:gd name="connsiteY6" fmla="*/ 119090 h 162610"/>
                <a:gd name="connsiteX7" fmla="*/ 156432 w 164750"/>
                <a:gd name="connsiteY7" fmla="*/ 112713 h 162610"/>
                <a:gd name="connsiteX8" fmla="*/ 147517 w 164750"/>
                <a:gd name="connsiteY8" fmla="*/ 120153 h 162610"/>
                <a:gd name="connsiteX9" fmla="*/ 96523 w 164750"/>
                <a:gd name="connsiteY9" fmla="*/ 148495 h 162610"/>
                <a:gd name="connsiteX10" fmla="*/ 45885 w 164750"/>
                <a:gd name="connsiteY10" fmla="*/ 83309 h 162610"/>
                <a:gd name="connsiteX11" fmla="*/ 153579 w 164750"/>
                <a:gd name="connsiteY11" fmla="*/ 83309 h 162610"/>
                <a:gd name="connsiteX12" fmla="*/ 45885 w 164750"/>
                <a:gd name="connsiteY12" fmla="*/ 71618 h 162610"/>
                <a:gd name="connsiteX13" fmla="*/ 54444 w 164750"/>
                <a:gd name="connsiteY13" fmla="*/ 31231 h 162610"/>
                <a:gd name="connsiteX14" fmla="*/ 88321 w 164750"/>
                <a:gd name="connsiteY14" fmla="*/ 12809 h 162610"/>
                <a:gd name="connsiteX15" fmla="*/ 131113 w 164750"/>
                <a:gd name="connsiteY15" fmla="*/ 71618 h 162610"/>
                <a:gd name="connsiteX16" fmla="*/ 45885 w 164750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4750" h="162610">
                  <a:moveTo>
                    <a:pt x="153579" y="83309"/>
                  </a:moveTo>
                  <a:cubicBezTo>
                    <a:pt x="161424" y="83309"/>
                    <a:pt x="164990" y="83309"/>
                    <a:pt x="164990" y="73743"/>
                  </a:cubicBezTo>
                  <a:cubicBezTo>
                    <a:pt x="164990" y="62761"/>
                    <a:pt x="162851" y="36899"/>
                    <a:pt x="145021" y="19186"/>
                  </a:cubicBezTo>
                  <a:cubicBezTo>
                    <a:pt x="131827" y="6432"/>
                    <a:pt x="112927" y="55"/>
                    <a:pt x="88321" y="55"/>
                  </a:cubicBezTo>
                  <a:cubicBezTo>
                    <a:pt x="31265" y="55"/>
                    <a:pt x="240" y="36545"/>
                    <a:pt x="240" y="80829"/>
                  </a:cubicBezTo>
                  <a:cubicBezTo>
                    <a:pt x="240" y="128301"/>
                    <a:pt x="35900" y="162666"/>
                    <a:pt x="93313" y="162666"/>
                  </a:cubicBezTo>
                  <a:cubicBezTo>
                    <a:pt x="149657" y="162666"/>
                    <a:pt x="164990" y="125113"/>
                    <a:pt x="164990" y="119090"/>
                  </a:cubicBezTo>
                  <a:cubicBezTo>
                    <a:pt x="164990" y="112713"/>
                    <a:pt x="158215" y="112713"/>
                    <a:pt x="156432" y="112713"/>
                  </a:cubicBezTo>
                  <a:cubicBezTo>
                    <a:pt x="150370" y="112713"/>
                    <a:pt x="149657" y="114485"/>
                    <a:pt x="147517" y="120153"/>
                  </a:cubicBezTo>
                  <a:cubicBezTo>
                    <a:pt x="140028" y="137158"/>
                    <a:pt x="119702" y="148495"/>
                    <a:pt x="96523" y="148495"/>
                  </a:cubicBezTo>
                  <a:cubicBezTo>
                    <a:pt x="46242" y="148495"/>
                    <a:pt x="45885" y="101377"/>
                    <a:pt x="45885" y="83309"/>
                  </a:cubicBezTo>
                  <a:lnTo>
                    <a:pt x="153579" y="83309"/>
                  </a:lnTo>
                  <a:close/>
                  <a:moveTo>
                    <a:pt x="45885" y="71618"/>
                  </a:moveTo>
                  <a:cubicBezTo>
                    <a:pt x="46599" y="57801"/>
                    <a:pt x="46955" y="42922"/>
                    <a:pt x="54444" y="31231"/>
                  </a:cubicBezTo>
                  <a:cubicBezTo>
                    <a:pt x="63715" y="17060"/>
                    <a:pt x="77980" y="12809"/>
                    <a:pt x="88321" y="12809"/>
                  </a:cubicBezTo>
                  <a:cubicBezTo>
                    <a:pt x="130043" y="12809"/>
                    <a:pt x="130757" y="59218"/>
                    <a:pt x="131113" y="71618"/>
                  </a:cubicBezTo>
                  <a:lnTo>
                    <a:pt x="45885" y="71618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D87A90C-724E-1E3B-A972-D13205CE2DE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1341133" y="4332520"/>
              <a:ext cx="134439" cy="162610"/>
            </a:xfrm>
            <a:custGeom>
              <a:avLst/>
              <a:gdLst>
                <a:gd name="connsiteX0" fmla="*/ 61938 w 134439"/>
                <a:gd name="connsiteY0" fmla="*/ 56384 h 162610"/>
                <a:gd name="connsiteX1" fmla="*/ 25564 w 134439"/>
                <a:gd name="connsiteY1" fmla="*/ 33356 h 162610"/>
                <a:gd name="connsiteX2" fmla="*/ 65504 w 134439"/>
                <a:gd name="connsiteY2" fmla="*/ 11392 h 162610"/>
                <a:gd name="connsiteX3" fmla="*/ 107583 w 134439"/>
                <a:gd name="connsiteY3" fmla="*/ 41150 h 162610"/>
                <a:gd name="connsiteX4" fmla="*/ 115785 w 134439"/>
                <a:gd name="connsiteY4" fmla="*/ 48236 h 162610"/>
                <a:gd name="connsiteX5" fmla="*/ 124343 w 134439"/>
                <a:gd name="connsiteY5" fmla="*/ 38316 h 162610"/>
                <a:gd name="connsiteX6" fmla="*/ 124343 w 134439"/>
                <a:gd name="connsiteY6" fmla="*/ 9975 h 162610"/>
                <a:gd name="connsiteX7" fmla="*/ 117924 w 134439"/>
                <a:gd name="connsiteY7" fmla="*/ 55 h 162610"/>
                <a:gd name="connsiteX8" fmla="*/ 101877 w 134439"/>
                <a:gd name="connsiteY8" fmla="*/ 6786 h 162610"/>
                <a:gd name="connsiteX9" fmla="*/ 65860 w 134439"/>
                <a:gd name="connsiteY9" fmla="*/ 55 h 162610"/>
                <a:gd name="connsiteX10" fmla="*/ 246 w 134439"/>
                <a:gd name="connsiteY10" fmla="*/ 46464 h 162610"/>
                <a:gd name="connsiteX11" fmla="*/ 14510 w 134439"/>
                <a:gd name="connsiteY11" fmla="*/ 76223 h 162610"/>
                <a:gd name="connsiteX12" fmla="*/ 69783 w 134439"/>
                <a:gd name="connsiteY12" fmla="*/ 95708 h 162610"/>
                <a:gd name="connsiteX13" fmla="*/ 109366 w 134439"/>
                <a:gd name="connsiteY13" fmla="*/ 123341 h 162610"/>
                <a:gd name="connsiteX14" fmla="*/ 68713 w 134439"/>
                <a:gd name="connsiteY14" fmla="*/ 149912 h 162610"/>
                <a:gd name="connsiteX15" fmla="*/ 17362 w 134439"/>
                <a:gd name="connsiteY15" fmla="*/ 108816 h 162610"/>
                <a:gd name="connsiteX16" fmla="*/ 8804 w 134439"/>
                <a:gd name="connsiteY16" fmla="*/ 103856 h 162610"/>
                <a:gd name="connsiteX17" fmla="*/ 246 w 134439"/>
                <a:gd name="connsiteY17" fmla="*/ 114130 h 162610"/>
                <a:gd name="connsiteX18" fmla="*/ 246 w 134439"/>
                <a:gd name="connsiteY18" fmla="*/ 152746 h 162610"/>
                <a:gd name="connsiteX19" fmla="*/ 6664 w 134439"/>
                <a:gd name="connsiteY19" fmla="*/ 162666 h 162610"/>
                <a:gd name="connsiteX20" fmla="*/ 17362 w 134439"/>
                <a:gd name="connsiteY20" fmla="*/ 157351 h 162610"/>
                <a:gd name="connsiteX21" fmla="*/ 26634 w 134439"/>
                <a:gd name="connsiteY21" fmla="*/ 151329 h 162610"/>
                <a:gd name="connsiteX22" fmla="*/ 68713 w 134439"/>
                <a:gd name="connsiteY22" fmla="*/ 162666 h 162610"/>
                <a:gd name="connsiteX23" fmla="*/ 134685 w 134439"/>
                <a:gd name="connsiteY23" fmla="*/ 110942 h 162610"/>
                <a:gd name="connsiteX24" fmla="*/ 115071 w 134439"/>
                <a:gd name="connsiteY24" fmla="*/ 73389 h 162610"/>
                <a:gd name="connsiteX25" fmla="*/ 61938 w 134439"/>
                <a:gd name="connsiteY25" fmla="*/ 56384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4439" h="162610">
                  <a:moveTo>
                    <a:pt x="61938" y="56384"/>
                  </a:moveTo>
                  <a:cubicBezTo>
                    <a:pt x="48743" y="53904"/>
                    <a:pt x="25564" y="50007"/>
                    <a:pt x="25564" y="33356"/>
                  </a:cubicBezTo>
                  <a:cubicBezTo>
                    <a:pt x="25564" y="11392"/>
                    <a:pt x="58728" y="11392"/>
                    <a:pt x="65504" y="11392"/>
                  </a:cubicBezTo>
                  <a:cubicBezTo>
                    <a:pt x="92249" y="11392"/>
                    <a:pt x="105800" y="21665"/>
                    <a:pt x="107583" y="41150"/>
                  </a:cubicBezTo>
                  <a:cubicBezTo>
                    <a:pt x="107939" y="46464"/>
                    <a:pt x="108296" y="48236"/>
                    <a:pt x="115785" y="48236"/>
                  </a:cubicBezTo>
                  <a:cubicBezTo>
                    <a:pt x="124343" y="48236"/>
                    <a:pt x="124343" y="46464"/>
                    <a:pt x="124343" y="38316"/>
                  </a:cubicBezTo>
                  <a:lnTo>
                    <a:pt x="124343" y="9975"/>
                  </a:lnTo>
                  <a:cubicBezTo>
                    <a:pt x="124343" y="3243"/>
                    <a:pt x="124343" y="55"/>
                    <a:pt x="117924" y="55"/>
                  </a:cubicBezTo>
                  <a:cubicBezTo>
                    <a:pt x="116498" y="55"/>
                    <a:pt x="115785" y="55"/>
                    <a:pt x="101877" y="6786"/>
                  </a:cubicBezTo>
                  <a:cubicBezTo>
                    <a:pt x="92605" y="2181"/>
                    <a:pt x="80124" y="55"/>
                    <a:pt x="65860" y="55"/>
                  </a:cubicBezTo>
                  <a:cubicBezTo>
                    <a:pt x="55162" y="55"/>
                    <a:pt x="246" y="55"/>
                    <a:pt x="246" y="46464"/>
                  </a:cubicBezTo>
                  <a:cubicBezTo>
                    <a:pt x="246" y="60635"/>
                    <a:pt x="7378" y="70201"/>
                    <a:pt x="14510" y="76223"/>
                  </a:cubicBezTo>
                  <a:cubicBezTo>
                    <a:pt x="28774" y="88623"/>
                    <a:pt x="42325" y="90748"/>
                    <a:pt x="69783" y="95708"/>
                  </a:cubicBezTo>
                  <a:cubicBezTo>
                    <a:pt x="82621" y="97834"/>
                    <a:pt x="109366" y="102439"/>
                    <a:pt x="109366" y="123341"/>
                  </a:cubicBezTo>
                  <a:cubicBezTo>
                    <a:pt x="109366" y="149912"/>
                    <a:pt x="76558" y="149912"/>
                    <a:pt x="68713" y="149912"/>
                  </a:cubicBezTo>
                  <a:cubicBezTo>
                    <a:pt x="30913" y="149912"/>
                    <a:pt x="21642" y="124050"/>
                    <a:pt x="17362" y="108816"/>
                  </a:cubicBezTo>
                  <a:cubicBezTo>
                    <a:pt x="15579" y="103856"/>
                    <a:pt x="13796" y="103856"/>
                    <a:pt x="8804" y="103856"/>
                  </a:cubicBezTo>
                  <a:cubicBezTo>
                    <a:pt x="246" y="103856"/>
                    <a:pt x="246" y="105982"/>
                    <a:pt x="246" y="114130"/>
                  </a:cubicBezTo>
                  <a:lnTo>
                    <a:pt x="246" y="152746"/>
                  </a:lnTo>
                  <a:cubicBezTo>
                    <a:pt x="246" y="159477"/>
                    <a:pt x="246" y="162666"/>
                    <a:pt x="6664" y="162666"/>
                  </a:cubicBezTo>
                  <a:cubicBezTo>
                    <a:pt x="9161" y="162666"/>
                    <a:pt x="9874" y="162666"/>
                    <a:pt x="17362" y="157351"/>
                  </a:cubicBezTo>
                  <a:cubicBezTo>
                    <a:pt x="17719" y="157351"/>
                    <a:pt x="25564" y="152037"/>
                    <a:pt x="26634" y="151329"/>
                  </a:cubicBezTo>
                  <a:cubicBezTo>
                    <a:pt x="43038" y="162666"/>
                    <a:pt x="61581" y="162666"/>
                    <a:pt x="68713" y="162666"/>
                  </a:cubicBezTo>
                  <a:cubicBezTo>
                    <a:pt x="79768" y="162666"/>
                    <a:pt x="134685" y="162666"/>
                    <a:pt x="134685" y="110942"/>
                  </a:cubicBezTo>
                  <a:cubicBezTo>
                    <a:pt x="134685" y="95708"/>
                    <a:pt x="127553" y="83309"/>
                    <a:pt x="115071" y="73389"/>
                  </a:cubicBezTo>
                  <a:cubicBezTo>
                    <a:pt x="101164" y="63115"/>
                    <a:pt x="89753" y="60990"/>
                    <a:pt x="61938" y="56384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883ACCB-1E0B-FF9E-EA18-DB4193C4CE9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518224" y="4335709"/>
              <a:ext cx="55629" cy="157296"/>
            </a:xfrm>
            <a:custGeom>
              <a:avLst/>
              <a:gdLst>
                <a:gd name="connsiteX0" fmla="*/ 55880 w 55629"/>
                <a:gd name="connsiteY0" fmla="*/ 27688 h 157296"/>
                <a:gd name="connsiteX1" fmla="*/ 28065 w 55629"/>
                <a:gd name="connsiteY1" fmla="*/ 55 h 157296"/>
                <a:gd name="connsiteX2" fmla="*/ 250 w 55629"/>
                <a:gd name="connsiteY2" fmla="*/ 27688 h 157296"/>
                <a:gd name="connsiteX3" fmla="*/ 28065 w 55629"/>
                <a:gd name="connsiteY3" fmla="*/ 55321 h 157296"/>
                <a:gd name="connsiteX4" fmla="*/ 55880 w 55629"/>
                <a:gd name="connsiteY4" fmla="*/ 27688 h 157296"/>
                <a:gd name="connsiteX5" fmla="*/ 55880 w 55629"/>
                <a:gd name="connsiteY5" fmla="*/ 129718 h 157296"/>
                <a:gd name="connsiteX6" fmla="*/ 28065 w 55629"/>
                <a:gd name="connsiteY6" fmla="*/ 102085 h 157296"/>
                <a:gd name="connsiteX7" fmla="*/ 250 w 55629"/>
                <a:gd name="connsiteY7" fmla="*/ 129718 h 157296"/>
                <a:gd name="connsiteX8" fmla="*/ 28065 w 55629"/>
                <a:gd name="connsiteY8" fmla="*/ 157351 h 157296"/>
                <a:gd name="connsiteX9" fmla="*/ 55880 w 55629"/>
                <a:gd name="connsiteY9" fmla="*/ 129718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629" h="157296">
                  <a:moveTo>
                    <a:pt x="55880" y="27688"/>
                  </a:moveTo>
                  <a:cubicBezTo>
                    <a:pt x="55880" y="12454"/>
                    <a:pt x="43399" y="55"/>
                    <a:pt x="28065" y="55"/>
                  </a:cubicBezTo>
                  <a:cubicBezTo>
                    <a:pt x="12731" y="55"/>
                    <a:pt x="250" y="12454"/>
                    <a:pt x="250" y="27688"/>
                  </a:cubicBezTo>
                  <a:cubicBezTo>
                    <a:pt x="250" y="42922"/>
                    <a:pt x="12731" y="55321"/>
                    <a:pt x="28065" y="55321"/>
                  </a:cubicBezTo>
                  <a:cubicBezTo>
                    <a:pt x="43399" y="55321"/>
                    <a:pt x="55880" y="42922"/>
                    <a:pt x="55880" y="27688"/>
                  </a:cubicBezTo>
                  <a:close/>
                  <a:moveTo>
                    <a:pt x="55880" y="129718"/>
                  </a:moveTo>
                  <a:cubicBezTo>
                    <a:pt x="55880" y="114485"/>
                    <a:pt x="43399" y="102085"/>
                    <a:pt x="28065" y="102085"/>
                  </a:cubicBezTo>
                  <a:cubicBezTo>
                    <a:pt x="12731" y="102085"/>
                    <a:pt x="250" y="114485"/>
                    <a:pt x="250" y="129718"/>
                  </a:cubicBezTo>
                  <a:cubicBezTo>
                    <a:pt x="250" y="144952"/>
                    <a:pt x="12731" y="157351"/>
                    <a:pt x="28065" y="157351"/>
                  </a:cubicBezTo>
                  <a:cubicBezTo>
                    <a:pt x="43399" y="157351"/>
                    <a:pt x="55880" y="144952"/>
                    <a:pt x="55880" y="129718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37B331E-3306-BF10-F05D-6011759AF0DA}"/>
              </a:ext>
            </a:extLst>
          </p:cNvPr>
          <p:cNvSpPr/>
          <p:nvPr/>
        </p:nvSpPr>
        <p:spPr>
          <a:xfrm>
            <a:off x="1918741" y="1079292"/>
            <a:ext cx="9743607" cy="5366244"/>
          </a:xfrm>
          <a:prstGeom prst="roundRect">
            <a:avLst>
              <a:gd name="adj" fmla="val 325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9BCA03-D36C-57FD-E6A1-D60FB01E760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14691" y="1287748"/>
            <a:ext cx="8913129" cy="479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897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1F1B2-DFE6-0EF4-9D10-D33923BF0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8FF6B-D8C1-79BE-3B05-53A9BB035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4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6F0D0-7D87-B94D-D0FB-A86B5C733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797" y="1079292"/>
            <a:ext cx="10515600" cy="5547376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15" name="Group 14" descr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 title="IguanaTex Vector Display">
            <a:extLst>
              <a:ext uri="{FF2B5EF4-FFF2-40B4-BE49-F238E27FC236}">
                <a16:creationId xmlns:a16="http://schemas.microsoft.com/office/drawing/2014/main" id="{2D1668E1-21C3-E669-413F-7385155EF05F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540000" y="411401"/>
            <a:ext cx="1322719" cy="315655"/>
            <a:chOff x="10251134" y="4246078"/>
            <a:chExt cx="1322719" cy="315655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73904F9-0925-EA6B-7980-0BFAE8612AD2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0251134" y="4246078"/>
              <a:ext cx="181867" cy="250824"/>
            </a:xfrm>
            <a:custGeom>
              <a:avLst/>
              <a:gdLst>
                <a:gd name="connsiteX0" fmla="*/ 120746 w 181867"/>
                <a:gd name="connsiteY0" fmla="*/ 100314 h 250824"/>
                <a:gd name="connsiteX1" fmla="*/ 69039 w 181867"/>
                <a:gd name="connsiteY1" fmla="*/ 89331 h 250824"/>
                <a:gd name="connsiteX2" fmla="*/ 34805 w 181867"/>
                <a:gd name="connsiteY2" fmla="*/ 52487 h 250824"/>
                <a:gd name="connsiteX3" fmla="*/ 80450 w 181867"/>
                <a:gd name="connsiteY3" fmla="*/ 15289 h 250824"/>
                <a:gd name="connsiteX4" fmla="*/ 153197 w 181867"/>
                <a:gd name="connsiteY4" fmla="*/ 75515 h 250824"/>
                <a:gd name="connsiteX5" fmla="*/ 162112 w 181867"/>
                <a:gd name="connsiteY5" fmla="*/ 84726 h 250824"/>
                <a:gd name="connsiteX6" fmla="*/ 170671 w 181867"/>
                <a:gd name="connsiteY6" fmla="*/ 74806 h 250824"/>
                <a:gd name="connsiteX7" fmla="*/ 170671 w 181867"/>
                <a:gd name="connsiteY7" fmla="*/ 9975 h 250824"/>
                <a:gd name="connsiteX8" fmla="*/ 164252 w 181867"/>
                <a:gd name="connsiteY8" fmla="*/ 55 h 250824"/>
                <a:gd name="connsiteX9" fmla="*/ 157120 w 181867"/>
                <a:gd name="connsiteY9" fmla="*/ 3952 h 250824"/>
                <a:gd name="connsiteX10" fmla="*/ 141073 w 181867"/>
                <a:gd name="connsiteY10" fmla="*/ 19540 h 250824"/>
                <a:gd name="connsiteX11" fmla="*/ 80094 w 181867"/>
                <a:gd name="connsiteY11" fmla="*/ 55 h 250824"/>
                <a:gd name="connsiteX12" fmla="*/ 215 w 181867"/>
                <a:gd name="connsiteY12" fmla="*/ 71264 h 250824"/>
                <a:gd name="connsiteX13" fmla="*/ 19471 w 181867"/>
                <a:gd name="connsiteY13" fmla="*/ 118382 h 250824"/>
                <a:gd name="connsiteX14" fmla="*/ 87939 w 181867"/>
                <a:gd name="connsiteY14" fmla="*/ 146723 h 250824"/>
                <a:gd name="connsiteX15" fmla="*/ 133227 w 181867"/>
                <a:gd name="connsiteY15" fmla="*/ 161957 h 250824"/>
                <a:gd name="connsiteX16" fmla="*/ 147492 w 181867"/>
                <a:gd name="connsiteY16" fmla="*/ 192779 h 250824"/>
                <a:gd name="connsiteX17" fmla="*/ 101133 w 181867"/>
                <a:gd name="connsiteY17" fmla="*/ 234228 h 250824"/>
                <a:gd name="connsiteX18" fmla="*/ 16975 w 181867"/>
                <a:gd name="connsiteY18" fmla="*/ 174357 h 250824"/>
                <a:gd name="connsiteX19" fmla="*/ 8773 w 181867"/>
                <a:gd name="connsiteY19" fmla="*/ 166208 h 250824"/>
                <a:gd name="connsiteX20" fmla="*/ 215 w 181867"/>
                <a:gd name="connsiteY20" fmla="*/ 176482 h 250824"/>
                <a:gd name="connsiteX21" fmla="*/ 215 w 181867"/>
                <a:gd name="connsiteY21" fmla="*/ 240960 h 250824"/>
                <a:gd name="connsiteX22" fmla="*/ 6634 w 181867"/>
                <a:gd name="connsiteY22" fmla="*/ 250879 h 250824"/>
                <a:gd name="connsiteX23" fmla="*/ 13409 w 181867"/>
                <a:gd name="connsiteY23" fmla="*/ 247691 h 250824"/>
                <a:gd name="connsiteX24" fmla="*/ 29813 w 181867"/>
                <a:gd name="connsiteY24" fmla="*/ 231394 h 250824"/>
                <a:gd name="connsiteX25" fmla="*/ 101133 w 181867"/>
                <a:gd name="connsiteY25" fmla="*/ 250879 h 250824"/>
                <a:gd name="connsiteX26" fmla="*/ 182082 w 181867"/>
                <a:gd name="connsiteY26" fmla="*/ 175065 h 250824"/>
                <a:gd name="connsiteX27" fmla="*/ 120746 w 181867"/>
                <a:gd name="connsiteY27" fmla="*/ 100314 h 250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1867" h="250824">
                  <a:moveTo>
                    <a:pt x="120746" y="100314"/>
                  </a:moveTo>
                  <a:lnTo>
                    <a:pt x="69039" y="89331"/>
                  </a:lnTo>
                  <a:cubicBezTo>
                    <a:pt x="54775" y="86143"/>
                    <a:pt x="34805" y="74098"/>
                    <a:pt x="34805" y="52487"/>
                  </a:cubicBezTo>
                  <a:cubicBezTo>
                    <a:pt x="34805" y="37253"/>
                    <a:pt x="44790" y="15289"/>
                    <a:pt x="80450" y="15289"/>
                  </a:cubicBezTo>
                  <a:cubicBezTo>
                    <a:pt x="108978" y="15289"/>
                    <a:pt x="144995" y="27334"/>
                    <a:pt x="153197" y="75515"/>
                  </a:cubicBezTo>
                  <a:cubicBezTo>
                    <a:pt x="154624" y="84017"/>
                    <a:pt x="154624" y="84726"/>
                    <a:pt x="162112" y="84726"/>
                  </a:cubicBezTo>
                  <a:cubicBezTo>
                    <a:pt x="170671" y="84726"/>
                    <a:pt x="170671" y="82954"/>
                    <a:pt x="170671" y="74806"/>
                  </a:cubicBezTo>
                  <a:lnTo>
                    <a:pt x="170671" y="9975"/>
                  </a:lnTo>
                  <a:cubicBezTo>
                    <a:pt x="170671" y="3243"/>
                    <a:pt x="170671" y="55"/>
                    <a:pt x="164252" y="55"/>
                  </a:cubicBezTo>
                  <a:cubicBezTo>
                    <a:pt x="161399" y="55"/>
                    <a:pt x="161042" y="409"/>
                    <a:pt x="157120" y="3952"/>
                  </a:cubicBezTo>
                  <a:lnTo>
                    <a:pt x="141073" y="19540"/>
                  </a:lnTo>
                  <a:cubicBezTo>
                    <a:pt x="120390" y="3243"/>
                    <a:pt x="97211" y="55"/>
                    <a:pt x="80094" y="55"/>
                  </a:cubicBezTo>
                  <a:cubicBezTo>
                    <a:pt x="25890" y="55"/>
                    <a:pt x="215" y="34065"/>
                    <a:pt x="215" y="71264"/>
                  </a:cubicBezTo>
                  <a:cubicBezTo>
                    <a:pt x="215" y="94291"/>
                    <a:pt x="11983" y="110588"/>
                    <a:pt x="19471" y="118382"/>
                  </a:cubicBezTo>
                  <a:cubicBezTo>
                    <a:pt x="36945" y="135741"/>
                    <a:pt x="49069" y="138221"/>
                    <a:pt x="87939" y="146723"/>
                  </a:cubicBezTo>
                  <a:cubicBezTo>
                    <a:pt x="119320" y="153454"/>
                    <a:pt x="125382" y="154517"/>
                    <a:pt x="133227" y="161957"/>
                  </a:cubicBezTo>
                  <a:cubicBezTo>
                    <a:pt x="138576" y="167271"/>
                    <a:pt x="147492" y="176482"/>
                    <a:pt x="147492" y="192779"/>
                  </a:cubicBezTo>
                  <a:cubicBezTo>
                    <a:pt x="147492" y="209784"/>
                    <a:pt x="138220" y="234228"/>
                    <a:pt x="101133" y="234228"/>
                  </a:cubicBezTo>
                  <a:cubicBezTo>
                    <a:pt x="74031" y="234228"/>
                    <a:pt x="19828" y="227143"/>
                    <a:pt x="16975" y="174357"/>
                  </a:cubicBezTo>
                  <a:cubicBezTo>
                    <a:pt x="16618" y="167980"/>
                    <a:pt x="16618" y="166208"/>
                    <a:pt x="8773" y="166208"/>
                  </a:cubicBezTo>
                  <a:cubicBezTo>
                    <a:pt x="215" y="166208"/>
                    <a:pt x="215" y="168334"/>
                    <a:pt x="215" y="176482"/>
                  </a:cubicBezTo>
                  <a:lnTo>
                    <a:pt x="215" y="240960"/>
                  </a:lnTo>
                  <a:cubicBezTo>
                    <a:pt x="215" y="247691"/>
                    <a:pt x="215" y="250879"/>
                    <a:pt x="6634" y="250879"/>
                  </a:cubicBezTo>
                  <a:cubicBezTo>
                    <a:pt x="9843" y="250879"/>
                    <a:pt x="10556" y="250171"/>
                    <a:pt x="13409" y="247691"/>
                  </a:cubicBezTo>
                  <a:lnTo>
                    <a:pt x="29813" y="231394"/>
                  </a:lnTo>
                  <a:cubicBezTo>
                    <a:pt x="53349" y="248754"/>
                    <a:pt x="86513" y="250879"/>
                    <a:pt x="101133" y="250879"/>
                  </a:cubicBezTo>
                  <a:cubicBezTo>
                    <a:pt x="159973" y="250879"/>
                    <a:pt x="182082" y="210846"/>
                    <a:pt x="182082" y="175065"/>
                  </a:cubicBezTo>
                  <a:cubicBezTo>
                    <a:pt x="182082" y="135741"/>
                    <a:pt x="153197" y="107045"/>
                    <a:pt x="120746" y="100314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518C636-452B-8F8A-3012-44B0D7B29D56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0469334" y="4333583"/>
              <a:ext cx="200767" cy="228150"/>
            </a:xfrm>
            <a:custGeom>
              <a:avLst/>
              <a:gdLst>
                <a:gd name="connsiteX0" fmla="*/ 65479 w 200767"/>
                <a:gd name="connsiteY0" fmla="*/ 42922 h 228150"/>
                <a:gd name="connsiteX1" fmla="*/ 70828 w 200767"/>
                <a:gd name="connsiteY1" fmla="*/ 30877 h 228150"/>
                <a:gd name="connsiteX2" fmla="*/ 111481 w 200767"/>
                <a:gd name="connsiteY2" fmla="*/ 14226 h 228150"/>
                <a:gd name="connsiteX3" fmla="*/ 155343 w 200767"/>
                <a:gd name="connsiteY3" fmla="*/ 80475 h 228150"/>
                <a:gd name="connsiteX4" fmla="*/ 107202 w 200767"/>
                <a:gd name="connsiteY4" fmla="*/ 148849 h 228150"/>
                <a:gd name="connsiteX5" fmla="*/ 69402 w 200767"/>
                <a:gd name="connsiteY5" fmla="*/ 129718 h 228150"/>
                <a:gd name="connsiteX6" fmla="*/ 65479 w 200767"/>
                <a:gd name="connsiteY6" fmla="*/ 118027 h 228150"/>
                <a:gd name="connsiteX7" fmla="*/ 65479 w 200767"/>
                <a:gd name="connsiteY7" fmla="*/ 42922 h 228150"/>
                <a:gd name="connsiteX8" fmla="*/ 65479 w 200767"/>
                <a:gd name="connsiteY8" fmla="*/ 145661 h 228150"/>
                <a:gd name="connsiteX9" fmla="*/ 111124 w 200767"/>
                <a:gd name="connsiteY9" fmla="*/ 161603 h 228150"/>
                <a:gd name="connsiteX10" fmla="*/ 200988 w 200767"/>
                <a:gd name="connsiteY10" fmla="*/ 80475 h 228150"/>
                <a:gd name="connsiteX11" fmla="*/ 117187 w 200767"/>
                <a:gd name="connsiteY11" fmla="*/ 55 h 228150"/>
                <a:gd name="connsiteX12" fmla="*/ 63340 w 200767"/>
                <a:gd name="connsiteY12" fmla="*/ 17414 h 228150"/>
                <a:gd name="connsiteX13" fmla="*/ 63340 w 200767"/>
                <a:gd name="connsiteY13" fmla="*/ 55 h 228150"/>
                <a:gd name="connsiteX14" fmla="*/ 221 w 200767"/>
                <a:gd name="connsiteY14" fmla="*/ 2889 h 228150"/>
                <a:gd name="connsiteX15" fmla="*/ 221 w 200767"/>
                <a:gd name="connsiteY15" fmla="*/ 19540 h 228150"/>
                <a:gd name="connsiteX16" fmla="*/ 24827 w 200767"/>
                <a:gd name="connsiteY16" fmla="*/ 33002 h 228150"/>
                <a:gd name="connsiteX17" fmla="*/ 24827 w 200767"/>
                <a:gd name="connsiteY17" fmla="*/ 211555 h 228150"/>
                <a:gd name="connsiteX18" fmla="*/ 221 w 200767"/>
                <a:gd name="connsiteY18" fmla="*/ 211555 h 228150"/>
                <a:gd name="connsiteX19" fmla="*/ 221 w 200767"/>
                <a:gd name="connsiteY19" fmla="*/ 228206 h 228150"/>
                <a:gd name="connsiteX20" fmla="*/ 45153 w 200767"/>
                <a:gd name="connsiteY20" fmla="*/ 227143 h 228150"/>
                <a:gd name="connsiteX21" fmla="*/ 90085 w 200767"/>
                <a:gd name="connsiteY21" fmla="*/ 228206 h 228150"/>
                <a:gd name="connsiteX22" fmla="*/ 90085 w 200767"/>
                <a:gd name="connsiteY22" fmla="*/ 211555 h 228150"/>
                <a:gd name="connsiteX23" fmla="*/ 65479 w 200767"/>
                <a:gd name="connsiteY23" fmla="*/ 211555 h 228150"/>
                <a:gd name="connsiteX24" fmla="*/ 65479 w 200767"/>
                <a:gd name="connsiteY24" fmla="*/ 145661 h 22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767" h="228150">
                  <a:moveTo>
                    <a:pt x="65479" y="42922"/>
                  </a:moveTo>
                  <a:cubicBezTo>
                    <a:pt x="65479" y="36191"/>
                    <a:pt x="65836" y="35836"/>
                    <a:pt x="70828" y="30877"/>
                  </a:cubicBezTo>
                  <a:cubicBezTo>
                    <a:pt x="85092" y="16351"/>
                    <a:pt x="103636" y="14226"/>
                    <a:pt x="111481" y="14226"/>
                  </a:cubicBezTo>
                  <a:cubicBezTo>
                    <a:pt x="135373" y="14226"/>
                    <a:pt x="155343" y="35836"/>
                    <a:pt x="155343" y="80475"/>
                  </a:cubicBezTo>
                  <a:cubicBezTo>
                    <a:pt x="155343" y="130427"/>
                    <a:pt x="130381" y="148849"/>
                    <a:pt x="107202" y="148849"/>
                  </a:cubicBezTo>
                  <a:cubicBezTo>
                    <a:pt x="102209" y="148849"/>
                    <a:pt x="85449" y="148849"/>
                    <a:pt x="69402" y="129718"/>
                  </a:cubicBezTo>
                  <a:cubicBezTo>
                    <a:pt x="65479" y="125113"/>
                    <a:pt x="65479" y="124758"/>
                    <a:pt x="65479" y="118027"/>
                  </a:cubicBezTo>
                  <a:lnTo>
                    <a:pt x="65479" y="42922"/>
                  </a:lnTo>
                  <a:close/>
                  <a:moveTo>
                    <a:pt x="65479" y="145661"/>
                  </a:moveTo>
                  <a:cubicBezTo>
                    <a:pt x="80813" y="158060"/>
                    <a:pt x="96504" y="161603"/>
                    <a:pt x="111124" y="161603"/>
                  </a:cubicBezTo>
                  <a:cubicBezTo>
                    <a:pt x="164615" y="161603"/>
                    <a:pt x="200988" y="129718"/>
                    <a:pt x="200988" y="80475"/>
                  </a:cubicBezTo>
                  <a:cubicBezTo>
                    <a:pt x="200988" y="33356"/>
                    <a:pt x="168537" y="55"/>
                    <a:pt x="117187" y="55"/>
                  </a:cubicBezTo>
                  <a:cubicBezTo>
                    <a:pt x="90442" y="55"/>
                    <a:pt x="71542" y="11037"/>
                    <a:pt x="63340" y="17414"/>
                  </a:cubicBezTo>
                  <a:lnTo>
                    <a:pt x="63340" y="55"/>
                  </a:lnTo>
                  <a:lnTo>
                    <a:pt x="221" y="2889"/>
                  </a:lnTo>
                  <a:lnTo>
                    <a:pt x="221" y="19540"/>
                  </a:lnTo>
                  <a:cubicBezTo>
                    <a:pt x="22330" y="19540"/>
                    <a:pt x="24827" y="19540"/>
                    <a:pt x="24827" y="33002"/>
                  </a:cubicBezTo>
                  <a:lnTo>
                    <a:pt x="24827" y="211555"/>
                  </a:lnTo>
                  <a:lnTo>
                    <a:pt x="221" y="211555"/>
                  </a:lnTo>
                  <a:lnTo>
                    <a:pt x="221" y="228206"/>
                  </a:lnTo>
                  <a:cubicBezTo>
                    <a:pt x="10206" y="227852"/>
                    <a:pt x="31602" y="227143"/>
                    <a:pt x="45153" y="227143"/>
                  </a:cubicBezTo>
                  <a:cubicBezTo>
                    <a:pt x="59061" y="227143"/>
                    <a:pt x="80100" y="227852"/>
                    <a:pt x="90085" y="228206"/>
                  </a:cubicBezTo>
                  <a:lnTo>
                    <a:pt x="90085" y="211555"/>
                  </a:lnTo>
                  <a:lnTo>
                    <a:pt x="65479" y="211555"/>
                  </a:lnTo>
                  <a:lnTo>
                    <a:pt x="65479" y="145661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91878D0-F324-8339-3F8F-1C13C8D23E13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700728" y="4247141"/>
              <a:ext cx="87724" cy="245864"/>
            </a:xfrm>
            <a:custGeom>
              <a:avLst/>
              <a:gdLst>
                <a:gd name="connsiteX0" fmla="*/ 63346 w 87724"/>
                <a:gd name="connsiteY0" fmla="*/ 55 h 245864"/>
                <a:gd name="connsiteX1" fmla="*/ 228 w 87724"/>
                <a:gd name="connsiteY1" fmla="*/ 2889 h 245864"/>
                <a:gd name="connsiteX2" fmla="*/ 228 w 87724"/>
                <a:gd name="connsiteY2" fmla="*/ 19540 h 245864"/>
                <a:gd name="connsiteX3" fmla="*/ 24833 w 87724"/>
                <a:gd name="connsiteY3" fmla="*/ 33356 h 245864"/>
                <a:gd name="connsiteX4" fmla="*/ 24833 w 87724"/>
                <a:gd name="connsiteY4" fmla="*/ 229269 h 245864"/>
                <a:gd name="connsiteX5" fmla="*/ 228 w 87724"/>
                <a:gd name="connsiteY5" fmla="*/ 229269 h 245864"/>
                <a:gd name="connsiteX6" fmla="*/ 228 w 87724"/>
                <a:gd name="connsiteY6" fmla="*/ 245919 h 245864"/>
                <a:gd name="connsiteX7" fmla="*/ 44090 w 87724"/>
                <a:gd name="connsiteY7" fmla="*/ 244857 h 245864"/>
                <a:gd name="connsiteX8" fmla="*/ 87952 w 87724"/>
                <a:gd name="connsiteY8" fmla="*/ 245919 h 245864"/>
                <a:gd name="connsiteX9" fmla="*/ 87952 w 87724"/>
                <a:gd name="connsiteY9" fmla="*/ 229269 h 245864"/>
                <a:gd name="connsiteX10" fmla="*/ 63346 w 87724"/>
                <a:gd name="connsiteY10" fmla="*/ 229269 h 245864"/>
                <a:gd name="connsiteX11" fmla="*/ 63346 w 87724"/>
                <a:gd name="connsiteY11" fmla="*/ 5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7724" h="245864">
                  <a:moveTo>
                    <a:pt x="63346" y="55"/>
                  </a:moveTo>
                  <a:lnTo>
                    <a:pt x="228" y="2889"/>
                  </a:lnTo>
                  <a:lnTo>
                    <a:pt x="228" y="19540"/>
                  </a:lnTo>
                  <a:cubicBezTo>
                    <a:pt x="22337" y="19540"/>
                    <a:pt x="24833" y="19540"/>
                    <a:pt x="24833" y="33356"/>
                  </a:cubicBezTo>
                  <a:lnTo>
                    <a:pt x="24833" y="229269"/>
                  </a:lnTo>
                  <a:lnTo>
                    <a:pt x="228" y="229269"/>
                  </a:lnTo>
                  <a:lnTo>
                    <a:pt x="228" y="245919"/>
                  </a:lnTo>
                  <a:cubicBezTo>
                    <a:pt x="11639" y="245565"/>
                    <a:pt x="28756" y="244857"/>
                    <a:pt x="44090" y="244857"/>
                  </a:cubicBezTo>
                  <a:cubicBezTo>
                    <a:pt x="59424" y="244857"/>
                    <a:pt x="75827" y="245565"/>
                    <a:pt x="87952" y="245919"/>
                  </a:cubicBezTo>
                  <a:lnTo>
                    <a:pt x="87952" y="229269"/>
                  </a:lnTo>
                  <a:lnTo>
                    <a:pt x="63346" y="229269"/>
                  </a:lnTo>
                  <a:lnTo>
                    <a:pt x="63346" y="55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A0DA7C1-1DB6-2AB5-B89F-A0EC3FD7FC47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0814642" y="4246787"/>
              <a:ext cx="85227" cy="246218"/>
            </a:xfrm>
            <a:custGeom>
              <a:avLst/>
              <a:gdLst>
                <a:gd name="connsiteX0" fmla="*/ 63349 w 85227"/>
                <a:gd name="connsiteY0" fmla="*/ 86851 h 246218"/>
                <a:gd name="connsiteX1" fmla="*/ 1301 w 85227"/>
                <a:gd name="connsiteY1" fmla="*/ 89686 h 246218"/>
                <a:gd name="connsiteX2" fmla="*/ 1301 w 85227"/>
                <a:gd name="connsiteY2" fmla="*/ 106336 h 246218"/>
                <a:gd name="connsiteX3" fmla="*/ 24836 w 85227"/>
                <a:gd name="connsiteY3" fmla="*/ 120153 h 246218"/>
                <a:gd name="connsiteX4" fmla="*/ 24836 w 85227"/>
                <a:gd name="connsiteY4" fmla="*/ 229623 h 246218"/>
                <a:gd name="connsiteX5" fmla="*/ 231 w 85227"/>
                <a:gd name="connsiteY5" fmla="*/ 229623 h 246218"/>
                <a:gd name="connsiteX6" fmla="*/ 231 w 85227"/>
                <a:gd name="connsiteY6" fmla="*/ 246274 h 246218"/>
                <a:gd name="connsiteX7" fmla="*/ 43736 w 85227"/>
                <a:gd name="connsiteY7" fmla="*/ 245211 h 246218"/>
                <a:gd name="connsiteX8" fmla="*/ 85459 w 85227"/>
                <a:gd name="connsiteY8" fmla="*/ 246274 h 246218"/>
                <a:gd name="connsiteX9" fmla="*/ 85459 w 85227"/>
                <a:gd name="connsiteY9" fmla="*/ 229623 h 246218"/>
                <a:gd name="connsiteX10" fmla="*/ 63349 w 85227"/>
                <a:gd name="connsiteY10" fmla="*/ 229623 h 246218"/>
                <a:gd name="connsiteX11" fmla="*/ 63349 w 85227"/>
                <a:gd name="connsiteY11" fmla="*/ 86851 h 246218"/>
                <a:gd name="connsiteX12" fmla="*/ 66915 w 85227"/>
                <a:gd name="connsiteY12" fmla="*/ 27688 h 246218"/>
                <a:gd name="connsiteX13" fmla="*/ 39100 w 85227"/>
                <a:gd name="connsiteY13" fmla="*/ 55 h 246218"/>
                <a:gd name="connsiteX14" fmla="*/ 11285 w 85227"/>
                <a:gd name="connsiteY14" fmla="*/ 27688 h 246218"/>
                <a:gd name="connsiteX15" fmla="*/ 39100 w 85227"/>
                <a:gd name="connsiteY15" fmla="*/ 55321 h 246218"/>
                <a:gd name="connsiteX16" fmla="*/ 66915 w 85227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227" h="246218">
                  <a:moveTo>
                    <a:pt x="63349" y="86851"/>
                  </a:moveTo>
                  <a:lnTo>
                    <a:pt x="1301" y="89686"/>
                  </a:lnTo>
                  <a:lnTo>
                    <a:pt x="1301" y="106336"/>
                  </a:lnTo>
                  <a:cubicBezTo>
                    <a:pt x="22340" y="106336"/>
                    <a:pt x="24836" y="106336"/>
                    <a:pt x="24836" y="120153"/>
                  </a:cubicBezTo>
                  <a:lnTo>
                    <a:pt x="24836" y="229623"/>
                  </a:lnTo>
                  <a:lnTo>
                    <a:pt x="231" y="229623"/>
                  </a:lnTo>
                  <a:lnTo>
                    <a:pt x="231" y="246274"/>
                  </a:lnTo>
                  <a:cubicBezTo>
                    <a:pt x="11285" y="245919"/>
                    <a:pt x="28759" y="245211"/>
                    <a:pt x="43736" y="245211"/>
                  </a:cubicBezTo>
                  <a:cubicBezTo>
                    <a:pt x="54434" y="245211"/>
                    <a:pt x="72621" y="245919"/>
                    <a:pt x="85459" y="246274"/>
                  </a:cubicBezTo>
                  <a:lnTo>
                    <a:pt x="85459" y="229623"/>
                  </a:lnTo>
                  <a:lnTo>
                    <a:pt x="63349" y="229623"/>
                  </a:lnTo>
                  <a:lnTo>
                    <a:pt x="63349" y="86851"/>
                  </a:lnTo>
                  <a:close/>
                  <a:moveTo>
                    <a:pt x="66915" y="27688"/>
                  </a:moveTo>
                  <a:cubicBezTo>
                    <a:pt x="66915" y="12100"/>
                    <a:pt x="54078" y="55"/>
                    <a:pt x="39100" y="55"/>
                  </a:cubicBezTo>
                  <a:cubicBezTo>
                    <a:pt x="23766" y="55"/>
                    <a:pt x="11285" y="12454"/>
                    <a:pt x="11285" y="27688"/>
                  </a:cubicBezTo>
                  <a:cubicBezTo>
                    <a:pt x="11285" y="42922"/>
                    <a:pt x="23766" y="55321"/>
                    <a:pt x="39100" y="55321"/>
                  </a:cubicBezTo>
                  <a:cubicBezTo>
                    <a:pt x="54078" y="55321"/>
                    <a:pt x="66915" y="43276"/>
                    <a:pt x="66915" y="27688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559779A-9B12-8392-E6D6-E4BA6797B230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0927843" y="4333583"/>
              <a:ext cx="203263" cy="159422"/>
            </a:xfrm>
            <a:custGeom>
              <a:avLst/>
              <a:gdLst>
                <a:gd name="connsiteX0" fmla="*/ 24839 w 203263"/>
                <a:gd name="connsiteY0" fmla="*/ 33356 h 159422"/>
                <a:gd name="connsiteX1" fmla="*/ 24839 w 203263"/>
                <a:gd name="connsiteY1" fmla="*/ 142826 h 159422"/>
                <a:gd name="connsiteX2" fmla="*/ 234 w 203263"/>
                <a:gd name="connsiteY2" fmla="*/ 142826 h 159422"/>
                <a:gd name="connsiteX3" fmla="*/ 234 w 203263"/>
                <a:gd name="connsiteY3" fmla="*/ 159477 h 159422"/>
                <a:gd name="connsiteX4" fmla="*/ 45166 w 203263"/>
                <a:gd name="connsiteY4" fmla="*/ 158414 h 159422"/>
                <a:gd name="connsiteX5" fmla="*/ 90098 w 203263"/>
                <a:gd name="connsiteY5" fmla="*/ 159477 h 159422"/>
                <a:gd name="connsiteX6" fmla="*/ 90098 w 203263"/>
                <a:gd name="connsiteY6" fmla="*/ 142826 h 159422"/>
                <a:gd name="connsiteX7" fmla="*/ 65492 w 203263"/>
                <a:gd name="connsiteY7" fmla="*/ 142826 h 159422"/>
                <a:gd name="connsiteX8" fmla="*/ 65492 w 203263"/>
                <a:gd name="connsiteY8" fmla="*/ 68784 h 159422"/>
                <a:gd name="connsiteX9" fmla="*/ 118626 w 203263"/>
                <a:gd name="connsiteY9" fmla="*/ 12809 h 159422"/>
                <a:gd name="connsiteX10" fmla="*/ 138239 w 203263"/>
                <a:gd name="connsiteY10" fmla="*/ 47173 h 159422"/>
                <a:gd name="connsiteX11" fmla="*/ 138239 w 203263"/>
                <a:gd name="connsiteY11" fmla="*/ 142826 h 159422"/>
                <a:gd name="connsiteX12" fmla="*/ 113633 w 203263"/>
                <a:gd name="connsiteY12" fmla="*/ 142826 h 159422"/>
                <a:gd name="connsiteX13" fmla="*/ 113633 w 203263"/>
                <a:gd name="connsiteY13" fmla="*/ 159477 h 159422"/>
                <a:gd name="connsiteX14" fmla="*/ 158565 w 203263"/>
                <a:gd name="connsiteY14" fmla="*/ 158414 h 159422"/>
                <a:gd name="connsiteX15" fmla="*/ 203497 w 203263"/>
                <a:gd name="connsiteY15" fmla="*/ 159477 h 159422"/>
                <a:gd name="connsiteX16" fmla="*/ 203497 w 203263"/>
                <a:gd name="connsiteY16" fmla="*/ 142826 h 159422"/>
                <a:gd name="connsiteX17" fmla="*/ 178892 w 203263"/>
                <a:gd name="connsiteY17" fmla="*/ 142826 h 159422"/>
                <a:gd name="connsiteX18" fmla="*/ 178892 w 203263"/>
                <a:gd name="connsiteY18" fmla="*/ 51070 h 159422"/>
                <a:gd name="connsiteX19" fmla="*/ 123975 w 203263"/>
                <a:gd name="connsiteY19" fmla="*/ 55 h 159422"/>
                <a:gd name="connsiteX20" fmla="*/ 61569 w 203263"/>
                <a:gd name="connsiteY20" fmla="*/ 38316 h 159422"/>
                <a:gd name="connsiteX21" fmla="*/ 61569 w 203263"/>
                <a:gd name="connsiteY21" fmla="*/ 55 h 159422"/>
                <a:gd name="connsiteX22" fmla="*/ 234 w 203263"/>
                <a:gd name="connsiteY22" fmla="*/ 2889 h 159422"/>
                <a:gd name="connsiteX23" fmla="*/ 234 w 203263"/>
                <a:gd name="connsiteY23" fmla="*/ 19540 h 159422"/>
                <a:gd name="connsiteX24" fmla="*/ 24839 w 203263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3263" h="159422">
                  <a:moveTo>
                    <a:pt x="24839" y="33356"/>
                  </a:moveTo>
                  <a:lnTo>
                    <a:pt x="24839" y="142826"/>
                  </a:lnTo>
                  <a:lnTo>
                    <a:pt x="234" y="142826"/>
                  </a:lnTo>
                  <a:lnTo>
                    <a:pt x="234" y="159477"/>
                  </a:lnTo>
                  <a:cubicBezTo>
                    <a:pt x="10219" y="159123"/>
                    <a:pt x="31615" y="158414"/>
                    <a:pt x="45166" y="158414"/>
                  </a:cubicBezTo>
                  <a:cubicBezTo>
                    <a:pt x="59073" y="158414"/>
                    <a:pt x="80113" y="159123"/>
                    <a:pt x="90098" y="159477"/>
                  </a:cubicBezTo>
                  <a:lnTo>
                    <a:pt x="90098" y="142826"/>
                  </a:lnTo>
                  <a:lnTo>
                    <a:pt x="65492" y="142826"/>
                  </a:lnTo>
                  <a:lnTo>
                    <a:pt x="65492" y="68784"/>
                  </a:lnTo>
                  <a:cubicBezTo>
                    <a:pt x="65492" y="30168"/>
                    <a:pt x="96160" y="12809"/>
                    <a:pt x="118626" y="12809"/>
                  </a:cubicBezTo>
                  <a:cubicBezTo>
                    <a:pt x="130750" y="12809"/>
                    <a:pt x="138239" y="20248"/>
                    <a:pt x="138239" y="47173"/>
                  </a:cubicBezTo>
                  <a:lnTo>
                    <a:pt x="138239" y="142826"/>
                  </a:lnTo>
                  <a:lnTo>
                    <a:pt x="113633" y="142826"/>
                  </a:lnTo>
                  <a:lnTo>
                    <a:pt x="113633" y="159477"/>
                  </a:lnTo>
                  <a:cubicBezTo>
                    <a:pt x="123618" y="159123"/>
                    <a:pt x="145014" y="158414"/>
                    <a:pt x="158565" y="158414"/>
                  </a:cubicBezTo>
                  <a:cubicBezTo>
                    <a:pt x="172473" y="158414"/>
                    <a:pt x="193512" y="159123"/>
                    <a:pt x="203497" y="159477"/>
                  </a:cubicBezTo>
                  <a:lnTo>
                    <a:pt x="203497" y="142826"/>
                  </a:lnTo>
                  <a:lnTo>
                    <a:pt x="178892" y="142826"/>
                  </a:lnTo>
                  <a:lnTo>
                    <a:pt x="178892" y="51070"/>
                  </a:lnTo>
                  <a:cubicBezTo>
                    <a:pt x="178892" y="13872"/>
                    <a:pt x="159635" y="55"/>
                    <a:pt x="123975" y="55"/>
                  </a:cubicBezTo>
                  <a:cubicBezTo>
                    <a:pt x="89741" y="55"/>
                    <a:pt x="70841" y="20248"/>
                    <a:pt x="61569" y="38316"/>
                  </a:cubicBezTo>
                  <a:lnTo>
                    <a:pt x="61569" y="55"/>
                  </a:lnTo>
                  <a:lnTo>
                    <a:pt x="234" y="2889"/>
                  </a:lnTo>
                  <a:lnTo>
                    <a:pt x="234" y="19540"/>
                  </a:lnTo>
                  <a:cubicBezTo>
                    <a:pt x="22343" y="19540"/>
                    <a:pt x="24839" y="19540"/>
                    <a:pt x="24839" y="33356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16A0FDC-691A-4FB6-2729-7D76566467B6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1151035" y="4332520"/>
              <a:ext cx="164750" cy="162610"/>
            </a:xfrm>
            <a:custGeom>
              <a:avLst/>
              <a:gdLst>
                <a:gd name="connsiteX0" fmla="*/ 153579 w 164750"/>
                <a:gd name="connsiteY0" fmla="*/ 83309 h 162610"/>
                <a:gd name="connsiteX1" fmla="*/ 164990 w 164750"/>
                <a:gd name="connsiteY1" fmla="*/ 73743 h 162610"/>
                <a:gd name="connsiteX2" fmla="*/ 145021 w 164750"/>
                <a:gd name="connsiteY2" fmla="*/ 19186 h 162610"/>
                <a:gd name="connsiteX3" fmla="*/ 88321 w 164750"/>
                <a:gd name="connsiteY3" fmla="*/ 55 h 162610"/>
                <a:gd name="connsiteX4" fmla="*/ 240 w 164750"/>
                <a:gd name="connsiteY4" fmla="*/ 80829 h 162610"/>
                <a:gd name="connsiteX5" fmla="*/ 93313 w 164750"/>
                <a:gd name="connsiteY5" fmla="*/ 162666 h 162610"/>
                <a:gd name="connsiteX6" fmla="*/ 164990 w 164750"/>
                <a:gd name="connsiteY6" fmla="*/ 119090 h 162610"/>
                <a:gd name="connsiteX7" fmla="*/ 156432 w 164750"/>
                <a:gd name="connsiteY7" fmla="*/ 112713 h 162610"/>
                <a:gd name="connsiteX8" fmla="*/ 147517 w 164750"/>
                <a:gd name="connsiteY8" fmla="*/ 120153 h 162610"/>
                <a:gd name="connsiteX9" fmla="*/ 96523 w 164750"/>
                <a:gd name="connsiteY9" fmla="*/ 148495 h 162610"/>
                <a:gd name="connsiteX10" fmla="*/ 45885 w 164750"/>
                <a:gd name="connsiteY10" fmla="*/ 83309 h 162610"/>
                <a:gd name="connsiteX11" fmla="*/ 153579 w 164750"/>
                <a:gd name="connsiteY11" fmla="*/ 83309 h 162610"/>
                <a:gd name="connsiteX12" fmla="*/ 45885 w 164750"/>
                <a:gd name="connsiteY12" fmla="*/ 71618 h 162610"/>
                <a:gd name="connsiteX13" fmla="*/ 54444 w 164750"/>
                <a:gd name="connsiteY13" fmla="*/ 31231 h 162610"/>
                <a:gd name="connsiteX14" fmla="*/ 88321 w 164750"/>
                <a:gd name="connsiteY14" fmla="*/ 12809 h 162610"/>
                <a:gd name="connsiteX15" fmla="*/ 131113 w 164750"/>
                <a:gd name="connsiteY15" fmla="*/ 71618 h 162610"/>
                <a:gd name="connsiteX16" fmla="*/ 45885 w 164750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4750" h="162610">
                  <a:moveTo>
                    <a:pt x="153579" y="83309"/>
                  </a:moveTo>
                  <a:cubicBezTo>
                    <a:pt x="161424" y="83309"/>
                    <a:pt x="164990" y="83309"/>
                    <a:pt x="164990" y="73743"/>
                  </a:cubicBezTo>
                  <a:cubicBezTo>
                    <a:pt x="164990" y="62761"/>
                    <a:pt x="162851" y="36899"/>
                    <a:pt x="145021" y="19186"/>
                  </a:cubicBezTo>
                  <a:cubicBezTo>
                    <a:pt x="131827" y="6432"/>
                    <a:pt x="112927" y="55"/>
                    <a:pt x="88321" y="55"/>
                  </a:cubicBezTo>
                  <a:cubicBezTo>
                    <a:pt x="31265" y="55"/>
                    <a:pt x="240" y="36545"/>
                    <a:pt x="240" y="80829"/>
                  </a:cubicBezTo>
                  <a:cubicBezTo>
                    <a:pt x="240" y="128301"/>
                    <a:pt x="35900" y="162666"/>
                    <a:pt x="93313" y="162666"/>
                  </a:cubicBezTo>
                  <a:cubicBezTo>
                    <a:pt x="149657" y="162666"/>
                    <a:pt x="164990" y="125113"/>
                    <a:pt x="164990" y="119090"/>
                  </a:cubicBezTo>
                  <a:cubicBezTo>
                    <a:pt x="164990" y="112713"/>
                    <a:pt x="158215" y="112713"/>
                    <a:pt x="156432" y="112713"/>
                  </a:cubicBezTo>
                  <a:cubicBezTo>
                    <a:pt x="150370" y="112713"/>
                    <a:pt x="149657" y="114485"/>
                    <a:pt x="147517" y="120153"/>
                  </a:cubicBezTo>
                  <a:cubicBezTo>
                    <a:pt x="140028" y="137158"/>
                    <a:pt x="119702" y="148495"/>
                    <a:pt x="96523" y="148495"/>
                  </a:cubicBezTo>
                  <a:cubicBezTo>
                    <a:pt x="46242" y="148495"/>
                    <a:pt x="45885" y="101377"/>
                    <a:pt x="45885" y="83309"/>
                  </a:cubicBezTo>
                  <a:lnTo>
                    <a:pt x="153579" y="83309"/>
                  </a:lnTo>
                  <a:close/>
                  <a:moveTo>
                    <a:pt x="45885" y="71618"/>
                  </a:moveTo>
                  <a:cubicBezTo>
                    <a:pt x="46599" y="57801"/>
                    <a:pt x="46955" y="42922"/>
                    <a:pt x="54444" y="31231"/>
                  </a:cubicBezTo>
                  <a:cubicBezTo>
                    <a:pt x="63715" y="17060"/>
                    <a:pt x="77980" y="12809"/>
                    <a:pt x="88321" y="12809"/>
                  </a:cubicBezTo>
                  <a:cubicBezTo>
                    <a:pt x="130043" y="12809"/>
                    <a:pt x="130757" y="59218"/>
                    <a:pt x="131113" y="71618"/>
                  </a:cubicBezTo>
                  <a:lnTo>
                    <a:pt x="45885" y="71618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71FD950-8448-8B25-29B9-59E4ADB8314A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1341133" y="4332520"/>
              <a:ext cx="134439" cy="162610"/>
            </a:xfrm>
            <a:custGeom>
              <a:avLst/>
              <a:gdLst>
                <a:gd name="connsiteX0" fmla="*/ 61938 w 134439"/>
                <a:gd name="connsiteY0" fmla="*/ 56384 h 162610"/>
                <a:gd name="connsiteX1" fmla="*/ 25564 w 134439"/>
                <a:gd name="connsiteY1" fmla="*/ 33356 h 162610"/>
                <a:gd name="connsiteX2" fmla="*/ 65504 w 134439"/>
                <a:gd name="connsiteY2" fmla="*/ 11392 h 162610"/>
                <a:gd name="connsiteX3" fmla="*/ 107583 w 134439"/>
                <a:gd name="connsiteY3" fmla="*/ 41150 h 162610"/>
                <a:gd name="connsiteX4" fmla="*/ 115785 w 134439"/>
                <a:gd name="connsiteY4" fmla="*/ 48236 h 162610"/>
                <a:gd name="connsiteX5" fmla="*/ 124343 w 134439"/>
                <a:gd name="connsiteY5" fmla="*/ 38316 h 162610"/>
                <a:gd name="connsiteX6" fmla="*/ 124343 w 134439"/>
                <a:gd name="connsiteY6" fmla="*/ 9975 h 162610"/>
                <a:gd name="connsiteX7" fmla="*/ 117924 w 134439"/>
                <a:gd name="connsiteY7" fmla="*/ 55 h 162610"/>
                <a:gd name="connsiteX8" fmla="*/ 101877 w 134439"/>
                <a:gd name="connsiteY8" fmla="*/ 6786 h 162610"/>
                <a:gd name="connsiteX9" fmla="*/ 65860 w 134439"/>
                <a:gd name="connsiteY9" fmla="*/ 55 h 162610"/>
                <a:gd name="connsiteX10" fmla="*/ 246 w 134439"/>
                <a:gd name="connsiteY10" fmla="*/ 46464 h 162610"/>
                <a:gd name="connsiteX11" fmla="*/ 14510 w 134439"/>
                <a:gd name="connsiteY11" fmla="*/ 76223 h 162610"/>
                <a:gd name="connsiteX12" fmla="*/ 69783 w 134439"/>
                <a:gd name="connsiteY12" fmla="*/ 95708 h 162610"/>
                <a:gd name="connsiteX13" fmla="*/ 109366 w 134439"/>
                <a:gd name="connsiteY13" fmla="*/ 123341 h 162610"/>
                <a:gd name="connsiteX14" fmla="*/ 68713 w 134439"/>
                <a:gd name="connsiteY14" fmla="*/ 149912 h 162610"/>
                <a:gd name="connsiteX15" fmla="*/ 17362 w 134439"/>
                <a:gd name="connsiteY15" fmla="*/ 108816 h 162610"/>
                <a:gd name="connsiteX16" fmla="*/ 8804 w 134439"/>
                <a:gd name="connsiteY16" fmla="*/ 103856 h 162610"/>
                <a:gd name="connsiteX17" fmla="*/ 246 w 134439"/>
                <a:gd name="connsiteY17" fmla="*/ 114130 h 162610"/>
                <a:gd name="connsiteX18" fmla="*/ 246 w 134439"/>
                <a:gd name="connsiteY18" fmla="*/ 152746 h 162610"/>
                <a:gd name="connsiteX19" fmla="*/ 6664 w 134439"/>
                <a:gd name="connsiteY19" fmla="*/ 162666 h 162610"/>
                <a:gd name="connsiteX20" fmla="*/ 17362 w 134439"/>
                <a:gd name="connsiteY20" fmla="*/ 157351 h 162610"/>
                <a:gd name="connsiteX21" fmla="*/ 26634 w 134439"/>
                <a:gd name="connsiteY21" fmla="*/ 151329 h 162610"/>
                <a:gd name="connsiteX22" fmla="*/ 68713 w 134439"/>
                <a:gd name="connsiteY22" fmla="*/ 162666 h 162610"/>
                <a:gd name="connsiteX23" fmla="*/ 134685 w 134439"/>
                <a:gd name="connsiteY23" fmla="*/ 110942 h 162610"/>
                <a:gd name="connsiteX24" fmla="*/ 115071 w 134439"/>
                <a:gd name="connsiteY24" fmla="*/ 73389 h 162610"/>
                <a:gd name="connsiteX25" fmla="*/ 61938 w 134439"/>
                <a:gd name="connsiteY25" fmla="*/ 56384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4439" h="162610">
                  <a:moveTo>
                    <a:pt x="61938" y="56384"/>
                  </a:moveTo>
                  <a:cubicBezTo>
                    <a:pt x="48743" y="53904"/>
                    <a:pt x="25564" y="50007"/>
                    <a:pt x="25564" y="33356"/>
                  </a:cubicBezTo>
                  <a:cubicBezTo>
                    <a:pt x="25564" y="11392"/>
                    <a:pt x="58728" y="11392"/>
                    <a:pt x="65504" y="11392"/>
                  </a:cubicBezTo>
                  <a:cubicBezTo>
                    <a:pt x="92249" y="11392"/>
                    <a:pt x="105800" y="21665"/>
                    <a:pt x="107583" y="41150"/>
                  </a:cubicBezTo>
                  <a:cubicBezTo>
                    <a:pt x="107939" y="46464"/>
                    <a:pt x="108296" y="48236"/>
                    <a:pt x="115785" y="48236"/>
                  </a:cubicBezTo>
                  <a:cubicBezTo>
                    <a:pt x="124343" y="48236"/>
                    <a:pt x="124343" y="46464"/>
                    <a:pt x="124343" y="38316"/>
                  </a:cubicBezTo>
                  <a:lnTo>
                    <a:pt x="124343" y="9975"/>
                  </a:lnTo>
                  <a:cubicBezTo>
                    <a:pt x="124343" y="3243"/>
                    <a:pt x="124343" y="55"/>
                    <a:pt x="117924" y="55"/>
                  </a:cubicBezTo>
                  <a:cubicBezTo>
                    <a:pt x="116498" y="55"/>
                    <a:pt x="115785" y="55"/>
                    <a:pt x="101877" y="6786"/>
                  </a:cubicBezTo>
                  <a:cubicBezTo>
                    <a:pt x="92605" y="2181"/>
                    <a:pt x="80124" y="55"/>
                    <a:pt x="65860" y="55"/>
                  </a:cubicBezTo>
                  <a:cubicBezTo>
                    <a:pt x="55162" y="55"/>
                    <a:pt x="246" y="55"/>
                    <a:pt x="246" y="46464"/>
                  </a:cubicBezTo>
                  <a:cubicBezTo>
                    <a:pt x="246" y="60635"/>
                    <a:pt x="7378" y="70201"/>
                    <a:pt x="14510" y="76223"/>
                  </a:cubicBezTo>
                  <a:cubicBezTo>
                    <a:pt x="28774" y="88623"/>
                    <a:pt x="42325" y="90748"/>
                    <a:pt x="69783" y="95708"/>
                  </a:cubicBezTo>
                  <a:cubicBezTo>
                    <a:pt x="82621" y="97834"/>
                    <a:pt x="109366" y="102439"/>
                    <a:pt x="109366" y="123341"/>
                  </a:cubicBezTo>
                  <a:cubicBezTo>
                    <a:pt x="109366" y="149912"/>
                    <a:pt x="76558" y="149912"/>
                    <a:pt x="68713" y="149912"/>
                  </a:cubicBezTo>
                  <a:cubicBezTo>
                    <a:pt x="30913" y="149912"/>
                    <a:pt x="21642" y="124050"/>
                    <a:pt x="17362" y="108816"/>
                  </a:cubicBezTo>
                  <a:cubicBezTo>
                    <a:pt x="15579" y="103856"/>
                    <a:pt x="13796" y="103856"/>
                    <a:pt x="8804" y="103856"/>
                  </a:cubicBezTo>
                  <a:cubicBezTo>
                    <a:pt x="246" y="103856"/>
                    <a:pt x="246" y="105982"/>
                    <a:pt x="246" y="114130"/>
                  </a:cubicBezTo>
                  <a:lnTo>
                    <a:pt x="246" y="152746"/>
                  </a:lnTo>
                  <a:cubicBezTo>
                    <a:pt x="246" y="159477"/>
                    <a:pt x="246" y="162666"/>
                    <a:pt x="6664" y="162666"/>
                  </a:cubicBezTo>
                  <a:cubicBezTo>
                    <a:pt x="9161" y="162666"/>
                    <a:pt x="9874" y="162666"/>
                    <a:pt x="17362" y="157351"/>
                  </a:cubicBezTo>
                  <a:cubicBezTo>
                    <a:pt x="17719" y="157351"/>
                    <a:pt x="25564" y="152037"/>
                    <a:pt x="26634" y="151329"/>
                  </a:cubicBezTo>
                  <a:cubicBezTo>
                    <a:pt x="43038" y="162666"/>
                    <a:pt x="61581" y="162666"/>
                    <a:pt x="68713" y="162666"/>
                  </a:cubicBezTo>
                  <a:cubicBezTo>
                    <a:pt x="79768" y="162666"/>
                    <a:pt x="134685" y="162666"/>
                    <a:pt x="134685" y="110942"/>
                  </a:cubicBezTo>
                  <a:cubicBezTo>
                    <a:pt x="134685" y="95708"/>
                    <a:pt x="127553" y="83309"/>
                    <a:pt x="115071" y="73389"/>
                  </a:cubicBezTo>
                  <a:cubicBezTo>
                    <a:pt x="101164" y="63115"/>
                    <a:pt x="89753" y="60990"/>
                    <a:pt x="61938" y="56384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D9C78FE-1CCF-2062-843B-B379B6081BF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518224" y="4335709"/>
              <a:ext cx="55629" cy="157296"/>
            </a:xfrm>
            <a:custGeom>
              <a:avLst/>
              <a:gdLst>
                <a:gd name="connsiteX0" fmla="*/ 55880 w 55629"/>
                <a:gd name="connsiteY0" fmla="*/ 27688 h 157296"/>
                <a:gd name="connsiteX1" fmla="*/ 28065 w 55629"/>
                <a:gd name="connsiteY1" fmla="*/ 55 h 157296"/>
                <a:gd name="connsiteX2" fmla="*/ 250 w 55629"/>
                <a:gd name="connsiteY2" fmla="*/ 27688 h 157296"/>
                <a:gd name="connsiteX3" fmla="*/ 28065 w 55629"/>
                <a:gd name="connsiteY3" fmla="*/ 55321 h 157296"/>
                <a:gd name="connsiteX4" fmla="*/ 55880 w 55629"/>
                <a:gd name="connsiteY4" fmla="*/ 27688 h 157296"/>
                <a:gd name="connsiteX5" fmla="*/ 55880 w 55629"/>
                <a:gd name="connsiteY5" fmla="*/ 129718 h 157296"/>
                <a:gd name="connsiteX6" fmla="*/ 28065 w 55629"/>
                <a:gd name="connsiteY6" fmla="*/ 102085 h 157296"/>
                <a:gd name="connsiteX7" fmla="*/ 250 w 55629"/>
                <a:gd name="connsiteY7" fmla="*/ 129718 h 157296"/>
                <a:gd name="connsiteX8" fmla="*/ 28065 w 55629"/>
                <a:gd name="connsiteY8" fmla="*/ 157351 h 157296"/>
                <a:gd name="connsiteX9" fmla="*/ 55880 w 55629"/>
                <a:gd name="connsiteY9" fmla="*/ 129718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629" h="157296">
                  <a:moveTo>
                    <a:pt x="55880" y="27688"/>
                  </a:moveTo>
                  <a:cubicBezTo>
                    <a:pt x="55880" y="12454"/>
                    <a:pt x="43399" y="55"/>
                    <a:pt x="28065" y="55"/>
                  </a:cubicBezTo>
                  <a:cubicBezTo>
                    <a:pt x="12731" y="55"/>
                    <a:pt x="250" y="12454"/>
                    <a:pt x="250" y="27688"/>
                  </a:cubicBezTo>
                  <a:cubicBezTo>
                    <a:pt x="250" y="42922"/>
                    <a:pt x="12731" y="55321"/>
                    <a:pt x="28065" y="55321"/>
                  </a:cubicBezTo>
                  <a:cubicBezTo>
                    <a:pt x="43399" y="55321"/>
                    <a:pt x="55880" y="42922"/>
                    <a:pt x="55880" y="27688"/>
                  </a:cubicBezTo>
                  <a:close/>
                  <a:moveTo>
                    <a:pt x="55880" y="129718"/>
                  </a:moveTo>
                  <a:cubicBezTo>
                    <a:pt x="55880" y="114485"/>
                    <a:pt x="43399" y="102085"/>
                    <a:pt x="28065" y="102085"/>
                  </a:cubicBezTo>
                  <a:cubicBezTo>
                    <a:pt x="12731" y="102085"/>
                    <a:pt x="250" y="114485"/>
                    <a:pt x="250" y="129718"/>
                  </a:cubicBezTo>
                  <a:cubicBezTo>
                    <a:pt x="250" y="144952"/>
                    <a:pt x="12731" y="157351"/>
                    <a:pt x="28065" y="157351"/>
                  </a:cubicBezTo>
                  <a:cubicBezTo>
                    <a:pt x="43399" y="157351"/>
                    <a:pt x="55880" y="144952"/>
                    <a:pt x="55880" y="129718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DDA6772-5E44-19C8-00E5-AF9573DA7F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74508" y="991826"/>
            <a:ext cx="10200388" cy="356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246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59601-DEE9-E8FC-46A8-58497CB7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29CC9-62DC-9057-33C1-23E5D7083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4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Exercise: Do Spline  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FE935-DF24-A7A9-B37B-21CA12523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797" y="1079292"/>
            <a:ext cx="10515600" cy="5547376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15" name="Group 14" descr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 title="IguanaTex Vector Display">
            <a:extLst>
              <a:ext uri="{FF2B5EF4-FFF2-40B4-BE49-F238E27FC236}">
                <a16:creationId xmlns:a16="http://schemas.microsoft.com/office/drawing/2014/main" id="{6B5A9E84-A01F-A14E-7980-1B70F7081073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985364" y="231332"/>
            <a:ext cx="1322719" cy="315655"/>
            <a:chOff x="10251134" y="4246078"/>
            <a:chExt cx="1322719" cy="315655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05D5D96-7E8F-57C6-4D51-0D91DA2B7BA1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0251134" y="4246078"/>
              <a:ext cx="181867" cy="250824"/>
            </a:xfrm>
            <a:custGeom>
              <a:avLst/>
              <a:gdLst>
                <a:gd name="connsiteX0" fmla="*/ 120746 w 181867"/>
                <a:gd name="connsiteY0" fmla="*/ 100314 h 250824"/>
                <a:gd name="connsiteX1" fmla="*/ 69039 w 181867"/>
                <a:gd name="connsiteY1" fmla="*/ 89331 h 250824"/>
                <a:gd name="connsiteX2" fmla="*/ 34805 w 181867"/>
                <a:gd name="connsiteY2" fmla="*/ 52487 h 250824"/>
                <a:gd name="connsiteX3" fmla="*/ 80450 w 181867"/>
                <a:gd name="connsiteY3" fmla="*/ 15289 h 250824"/>
                <a:gd name="connsiteX4" fmla="*/ 153197 w 181867"/>
                <a:gd name="connsiteY4" fmla="*/ 75515 h 250824"/>
                <a:gd name="connsiteX5" fmla="*/ 162112 w 181867"/>
                <a:gd name="connsiteY5" fmla="*/ 84726 h 250824"/>
                <a:gd name="connsiteX6" fmla="*/ 170671 w 181867"/>
                <a:gd name="connsiteY6" fmla="*/ 74806 h 250824"/>
                <a:gd name="connsiteX7" fmla="*/ 170671 w 181867"/>
                <a:gd name="connsiteY7" fmla="*/ 9975 h 250824"/>
                <a:gd name="connsiteX8" fmla="*/ 164252 w 181867"/>
                <a:gd name="connsiteY8" fmla="*/ 55 h 250824"/>
                <a:gd name="connsiteX9" fmla="*/ 157120 w 181867"/>
                <a:gd name="connsiteY9" fmla="*/ 3952 h 250824"/>
                <a:gd name="connsiteX10" fmla="*/ 141073 w 181867"/>
                <a:gd name="connsiteY10" fmla="*/ 19540 h 250824"/>
                <a:gd name="connsiteX11" fmla="*/ 80094 w 181867"/>
                <a:gd name="connsiteY11" fmla="*/ 55 h 250824"/>
                <a:gd name="connsiteX12" fmla="*/ 215 w 181867"/>
                <a:gd name="connsiteY12" fmla="*/ 71264 h 250824"/>
                <a:gd name="connsiteX13" fmla="*/ 19471 w 181867"/>
                <a:gd name="connsiteY13" fmla="*/ 118382 h 250824"/>
                <a:gd name="connsiteX14" fmla="*/ 87939 w 181867"/>
                <a:gd name="connsiteY14" fmla="*/ 146723 h 250824"/>
                <a:gd name="connsiteX15" fmla="*/ 133227 w 181867"/>
                <a:gd name="connsiteY15" fmla="*/ 161957 h 250824"/>
                <a:gd name="connsiteX16" fmla="*/ 147492 w 181867"/>
                <a:gd name="connsiteY16" fmla="*/ 192779 h 250824"/>
                <a:gd name="connsiteX17" fmla="*/ 101133 w 181867"/>
                <a:gd name="connsiteY17" fmla="*/ 234228 h 250824"/>
                <a:gd name="connsiteX18" fmla="*/ 16975 w 181867"/>
                <a:gd name="connsiteY18" fmla="*/ 174357 h 250824"/>
                <a:gd name="connsiteX19" fmla="*/ 8773 w 181867"/>
                <a:gd name="connsiteY19" fmla="*/ 166208 h 250824"/>
                <a:gd name="connsiteX20" fmla="*/ 215 w 181867"/>
                <a:gd name="connsiteY20" fmla="*/ 176482 h 250824"/>
                <a:gd name="connsiteX21" fmla="*/ 215 w 181867"/>
                <a:gd name="connsiteY21" fmla="*/ 240960 h 250824"/>
                <a:gd name="connsiteX22" fmla="*/ 6634 w 181867"/>
                <a:gd name="connsiteY22" fmla="*/ 250879 h 250824"/>
                <a:gd name="connsiteX23" fmla="*/ 13409 w 181867"/>
                <a:gd name="connsiteY23" fmla="*/ 247691 h 250824"/>
                <a:gd name="connsiteX24" fmla="*/ 29813 w 181867"/>
                <a:gd name="connsiteY24" fmla="*/ 231394 h 250824"/>
                <a:gd name="connsiteX25" fmla="*/ 101133 w 181867"/>
                <a:gd name="connsiteY25" fmla="*/ 250879 h 250824"/>
                <a:gd name="connsiteX26" fmla="*/ 182082 w 181867"/>
                <a:gd name="connsiteY26" fmla="*/ 175065 h 250824"/>
                <a:gd name="connsiteX27" fmla="*/ 120746 w 181867"/>
                <a:gd name="connsiteY27" fmla="*/ 100314 h 250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1867" h="250824">
                  <a:moveTo>
                    <a:pt x="120746" y="100314"/>
                  </a:moveTo>
                  <a:lnTo>
                    <a:pt x="69039" y="89331"/>
                  </a:lnTo>
                  <a:cubicBezTo>
                    <a:pt x="54775" y="86143"/>
                    <a:pt x="34805" y="74098"/>
                    <a:pt x="34805" y="52487"/>
                  </a:cubicBezTo>
                  <a:cubicBezTo>
                    <a:pt x="34805" y="37253"/>
                    <a:pt x="44790" y="15289"/>
                    <a:pt x="80450" y="15289"/>
                  </a:cubicBezTo>
                  <a:cubicBezTo>
                    <a:pt x="108978" y="15289"/>
                    <a:pt x="144995" y="27334"/>
                    <a:pt x="153197" y="75515"/>
                  </a:cubicBezTo>
                  <a:cubicBezTo>
                    <a:pt x="154624" y="84017"/>
                    <a:pt x="154624" y="84726"/>
                    <a:pt x="162112" y="84726"/>
                  </a:cubicBezTo>
                  <a:cubicBezTo>
                    <a:pt x="170671" y="84726"/>
                    <a:pt x="170671" y="82954"/>
                    <a:pt x="170671" y="74806"/>
                  </a:cubicBezTo>
                  <a:lnTo>
                    <a:pt x="170671" y="9975"/>
                  </a:lnTo>
                  <a:cubicBezTo>
                    <a:pt x="170671" y="3243"/>
                    <a:pt x="170671" y="55"/>
                    <a:pt x="164252" y="55"/>
                  </a:cubicBezTo>
                  <a:cubicBezTo>
                    <a:pt x="161399" y="55"/>
                    <a:pt x="161042" y="409"/>
                    <a:pt x="157120" y="3952"/>
                  </a:cubicBezTo>
                  <a:lnTo>
                    <a:pt x="141073" y="19540"/>
                  </a:lnTo>
                  <a:cubicBezTo>
                    <a:pt x="120390" y="3243"/>
                    <a:pt x="97211" y="55"/>
                    <a:pt x="80094" y="55"/>
                  </a:cubicBezTo>
                  <a:cubicBezTo>
                    <a:pt x="25890" y="55"/>
                    <a:pt x="215" y="34065"/>
                    <a:pt x="215" y="71264"/>
                  </a:cubicBezTo>
                  <a:cubicBezTo>
                    <a:pt x="215" y="94291"/>
                    <a:pt x="11983" y="110588"/>
                    <a:pt x="19471" y="118382"/>
                  </a:cubicBezTo>
                  <a:cubicBezTo>
                    <a:pt x="36945" y="135741"/>
                    <a:pt x="49069" y="138221"/>
                    <a:pt x="87939" y="146723"/>
                  </a:cubicBezTo>
                  <a:cubicBezTo>
                    <a:pt x="119320" y="153454"/>
                    <a:pt x="125382" y="154517"/>
                    <a:pt x="133227" y="161957"/>
                  </a:cubicBezTo>
                  <a:cubicBezTo>
                    <a:pt x="138576" y="167271"/>
                    <a:pt x="147492" y="176482"/>
                    <a:pt x="147492" y="192779"/>
                  </a:cubicBezTo>
                  <a:cubicBezTo>
                    <a:pt x="147492" y="209784"/>
                    <a:pt x="138220" y="234228"/>
                    <a:pt x="101133" y="234228"/>
                  </a:cubicBezTo>
                  <a:cubicBezTo>
                    <a:pt x="74031" y="234228"/>
                    <a:pt x="19828" y="227143"/>
                    <a:pt x="16975" y="174357"/>
                  </a:cubicBezTo>
                  <a:cubicBezTo>
                    <a:pt x="16618" y="167980"/>
                    <a:pt x="16618" y="166208"/>
                    <a:pt x="8773" y="166208"/>
                  </a:cubicBezTo>
                  <a:cubicBezTo>
                    <a:pt x="215" y="166208"/>
                    <a:pt x="215" y="168334"/>
                    <a:pt x="215" y="176482"/>
                  </a:cubicBezTo>
                  <a:lnTo>
                    <a:pt x="215" y="240960"/>
                  </a:lnTo>
                  <a:cubicBezTo>
                    <a:pt x="215" y="247691"/>
                    <a:pt x="215" y="250879"/>
                    <a:pt x="6634" y="250879"/>
                  </a:cubicBezTo>
                  <a:cubicBezTo>
                    <a:pt x="9843" y="250879"/>
                    <a:pt x="10556" y="250171"/>
                    <a:pt x="13409" y="247691"/>
                  </a:cubicBezTo>
                  <a:lnTo>
                    <a:pt x="29813" y="231394"/>
                  </a:lnTo>
                  <a:cubicBezTo>
                    <a:pt x="53349" y="248754"/>
                    <a:pt x="86513" y="250879"/>
                    <a:pt x="101133" y="250879"/>
                  </a:cubicBezTo>
                  <a:cubicBezTo>
                    <a:pt x="159973" y="250879"/>
                    <a:pt x="182082" y="210846"/>
                    <a:pt x="182082" y="175065"/>
                  </a:cubicBezTo>
                  <a:cubicBezTo>
                    <a:pt x="182082" y="135741"/>
                    <a:pt x="153197" y="107045"/>
                    <a:pt x="120746" y="100314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A62F201-9DBF-F184-65E4-8C5CEC5322C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0469334" y="4333583"/>
              <a:ext cx="200767" cy="228150"/>
            </a:xfrm>
            <a:custGeom>
              <a:avLst/>
              <a:gdLst>
                <a:gd name="connsiteX0" fmla="*/ 65479 w 200767"/>
                <a:gd name="connsiteY0" fmla="*/ 42922 h 228150"/>
                <a:gd name="connsiteX1" fmla="*/ 70828 w 200767"/>
                <a:gd name="connsiteY1" fmla="*/ 30877 h 228150"/>
                <a:gd name="connsiteX2" fmla="*/ 111481 w 200767"/>
                <a:gd name="connsiteY2" fmla="*/ 14226 h 228150"/>
                <a:gd name="connsiteX3" fmla="*/ 155343 w 200767"/>
                <a:gd name="connsiteY3" fmla="*/ 80475 h 228150"/>
                <a:gd name="connsiteX4" fmla="*/ 107202 w 200767"/>
                <a:gd name="connsiteY4" fmla="*/ 148849 h 228150"/>
                <a:gd name="connsiteX5" fmla="*/ 69402 w 200767"/>
                <a:gd name="connsiteY5" fmla="*/ 129718 h 228150"/>
                <a:gd name="connsiteX6" fmla="*/ 65479 w 200767"/>
                <a:gd name="connsiteY6" fmla="*/ 118027 h 228150"/>
                <a:gd name="connsiteX7" fmla="*/ 65479 w 200767"/>
                <a:gd name="connsiteY7" fmla="*/ 42922 h 228150"/>
                <a:gd name="connsiteX8" fmla="*/ 65479 w 200767"/>
                <a:gd name="connsiteY8" fmla="*/ 145661 h 228150"/>
                <a:gd name="connsiteX9" fmla="*/ 111124 w 200767"/>
                <a:gd name="connsiteY9" fmla="*/ 161603 h 228150"/>
                <a:gd name="connsiteX10" fmla="*/ 200988 w 200767"/>
                <a:gd name="connsiteY10" fmla="*/ 80475 h 228150"/>
                <a:gd name="connsiteX11" fmla="*/ 117187 w 200767"/>
                <a:gd name="connsiteY11" fmla="*/ 55 h 228150"/>
                <a:gd name="connsiteX12" fmla="*/ 63340 w 200767"/>
                <a:gd name="connsiteY12" fmla="*/ 17414 h 228150"/>
                <a:gd name="connsiteX13" fmla="*/ 63340 w 200767"/>
                <a:gd name="connsiteY13" fmla="*/ 55 h 228150"/>
                <a:gd name="connsiteX14" fmla="*/ 221 w 200767"/>
                <a:gd name="connsiteY14" fmla="*/ 2889 h 228150"/>
                <a:gd name="connsiteX15" fmla="*/ 221 w 200767"/>
                <a:gd name="connsiteY15" fmla="*/ 19540 h 228150"/>
                <a:gd name="connsiteX16" fmla="*/ 24827 w 200767"/>
                <a:gd name="connsiteY16" fmla="*/ 33002 h 228150"/>
                <a:gd name="connsiteX17" fmla="*/ 24827 w 200767"/>
                <a:gd name="connsiteY17" fmla="*/ 211555 h 228150"/>
                <a:gd name="connsiteX18" fmla="*/ 221 w 200767"/>
                <a:gd name="connsiteY18" fmla="*/ 211555 h 228150"/>
                <a:gd name="connsiteX19" fmla="*/ 221 w 200767"/>
                <a:gd name="connsiteY19" fmla="*/ 228206 h 228150"/>
                <a:gd name="connsiteX20" fmla="*/ 45153 w 200767"/>
                <a:gd name="connsiteY20" fmla="*/ 227143 h 228150"/>
                <a:gd name="connsiteX21" fmla="*/ 90085 w 200767"/>
                <a:gd name="connsiteY21" fmla="*/ 228206 h 228150"/>
                <a:gd name="connsiteX22" fmla="*/ 90085 w 200767"/>
                <a:gd name="connsiteY22" fmla="*/ 211555 h 228150"/>
                <a:gd name="connsiteX23" fmla="*/ 65479 w 200767"/>
                <a:gd name="connsiteY23" fmla="*/ 211555 h 228150"/>
                <a:gd name="connsiteX24" fmla="*/ 65479 w 200767"/>
                <a:gd name="connsiteY24" fmla="*/ 145661 h 22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767" h="228150">
                  <a:moveTo>
                    <a:pt x="65479" y="42922"/>
                  </a:moveTo>
                  <a:cubicBezTo>
                    <a:pt x="65479" y="36191"/>
                    <a:pt x="65836" y="35836"/>
                    <a:pt x="70828" y="30877"/>
                  </a:cubicBezTo>
                  <a:cubicBezTo>
                    <a:pt x="85092" y="16351"/>
                    <a:pt x="103636" y="14226"/>
                    <a:pt x="111481" y="14226"/>
                  </a:cubicBezTo>
                  <a:cubicBezTo>
                    <a:pt x="135373" y="14226"/>
                    <a:pt x="155343" y="35836"/>
                    <a:pt x="155343" y="80475"/>
                  </a:cubicBezTo>
                  <a:cubicBezTo>
                    <a:pt x="155343" y="130427"/>
                    <a:pt x="130381" y="148849"/>
                    <a:pt x="107202" y="148849"/>
                  </a:cubicBezTo>
                  <a:cubicBezTo>
                    <a:pt x="102209" y="148849"/>
                    <a:pt x="85449" y="148849"/>
                    <a:pt x="69402" y="129718"/>
                  </a:cubicBezTo>
                  <a:cubicBezTo>
                    <a:pt x="65479" y="125113"/>
                    <a:pt x="65479" y="124758"/>
                    <a:pt x="65479" y="118027"/>
                  </a:cubicBezTo>
                  <a:lnTo>
                    <a:pt x="65479" y="42922"/>
                  </a:lnTo>
                  <a:close/>
                  <a:moveTo>
                    <a:pt x="65479" y="145661"/>
                  </a:moveTo>
                  <a:cubicBezTo>
                    <a:pt x="80813" y="158060"/>
                    <a:pt x="96504" y="161603"/>
                    <a:pt x="111124" y="161603"/>
                  </a:cubicBezTo>
                  <a:cubicBezTo>
                    <a:pt x="164615" y="161603"/>
                    <a:pt x="200988" y="129718"/>
                    <a:pt x="200988" y="80475"/>
                  </a:cubicBezTo>
                  <a:cubicBezTo>
                    <a:pt x="200988" y="33356"/>
                    <a:pt x="168537" y="55"/>
                    <a:pt x="117187" y="55"/>
                  </a:cubicBezTo>
                  <a:cubicBezTo>
                    <a:pt x="90442" y="55"/>
                    <a:pt x="71542" y="11037"/>
                    <a:pt x="63340" y="17414"/>
                  </a:cubicBezTo>
                  <a:lnTo>
                    <a:pt x="63340" y="55"/>
                  </a:lnTo>
                  <a:lnTo>
                    <a:pt x="221" y="2889"/>
                  </a:lnTo>
                  <a:lnTo>
                    <a:pt x="221" y="19540"/>
                  </a:lnTo>
                  <a:cubicBezTo>
                    <a:pt x="22330" y="19540"/>
                    <a:pt x="24827" y="19540"/>
                    <a:pt x="24827" y="33002"/>
                  </a:cubicBezTo>
                  <a:lnTo>
                    <a:pt x="24827" y="211555"/>
                  </a:lnTo>
                  <a:lnTo>
                    <a:pt x="221" y="211555"/>
                  </a:lnTo>
                  <a:lnTo>
                    <a:pt x="221" y="228206"/>
                  </a:lnTo>
                  <a:cubicBezTo>
                    <a:pt x="10206" y="227852"/>
                    <a:pt x="31602" y="227143"/>
                    <a:pt x="45153" y="227143"/>
                  </a:cubicBezTo>
                  <a:cubicBezTo>
                    <a:pt x="59061" y="227143"/>
                    <a:pt x="80100" y="227852"/>
                    <a:pt x="90085" y="228206"/>
                  </a:cubicBezTo>
                  <a:lnTo>
                    <a:pt x="90085" y="211555"/>
                  </a:lnTo>
                  <a:lnTo>
                    <a:pt x="65479" y="211555"/>
                  </a:lnTo>
                  <a:lnTo>
                    <a:pt x="65479" y="145661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FD2E9D7-3F9E-8250-5812-F6A2774B45F4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700728" y="4247141"/>
              <a:ext cx="87724" cy="245864"/>
            </a:xfrm>
            <a:custGeom>
              <a:avLst/>
              <a:gdLst>
                <a:gd name="connsiteX0" fmla="*/ 63346 w 87724"/>
                <a:gd name="connsiteY0" fmla="*/ 55 h 245864"/>
                <a:gd name="connsiteX1" fmla="*/ 228 w 87724"/>
                <a:gd name="connsiteY1" fmla="*/ 2889 h 245864"/>
                <a:gd name="connsiteX2" fmla="*/ 228 w 87724"/>
                <a:gd name="connsiteY2" fmla="*/ 19540 h 245864"/>
                <a:gd name="connsiteX3" fmla="*/ 24833 w 87724"/>
                <a:gd name="connsiteY3" fmla="*/ 33356 h 245864"/>
                <a:gd name="connsiteX4" fmla="*/ 24833 w 87724"/>
                <a:gd name="connsiteY4" fmla="*/ 229269 h 245864"/>
                <a:gd name="connsiteX5" fmla="*/ 228 w 87724"/>
                <a:gd name="connsiteY5" fmla="*/ 229269 h 245864"/>
                <a:gd name="connsiteX6" fmla="*/ 228 w 87724"/>
                <a:gd name="connsiteY6" fmla="*/ 245919 h 245864"/>
                <a:gd name="connsiteX7" fmla="*/ 44090 w 87724"/>
                <a:gd name="connsiteY7" fmla="*/ 244857 h 245864"/>
                <a:gd name="connsiteX8" fmla="*/ 87952 w 87724"/>
                <a:gd name="connsiteY8" fmla="*/ 245919 h 245864"/>
                <a:gd name="connsiteX9" fmla="*/ 87952 w 87724"/>
                <a:gd name="connsiteY9" fmla="*/ 229269 h 245864"/>
                <a:gd name="connsiteX10" fmla="*/ 63346 w 87724"/>
                <a:gd name="connsiteY10" fmla="*/ 229269 h 245864"/>
                <a:gd name="connsiteX11" fmla="*/ 63346 w 87724"/>
                <a:gd name="connsiteY11" fmla="*/ 5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7724" h="245864">
                  <a:moveTo>
                    <a:pt x="63346" y="55"/>
                  </a:moveTo>
                  <a:lnTo>
                    <a:pt x="228" y="2889"/>
                  </a:lnTo>
                  <a:lnTo>
                    <a:pt x="228" y="19540"/>
                  </a:lnTo>
                  <a:cubicBezTo>
                    <a:pt x="22337" y="19540"/>
                    <a:pt x="24833" y="19540"/>
                    <a:pt x="24833" y="33356"/>
                  </a:cubicBezTo>
                  <a:lnTo>
                    <a:pt x="24833" y="229269"/>
                  </a:lnTo>
                  <a:lnTo>
                    <a:pt x="228" y="229269"/>
                  </a:lnTo>
                  <a:lnTo>
                    <a:pt x="228" y="245919"/>
                  </a:lnTo>
                  <a:cubicBezTo>
                    <a:pt x="11639" y="245565"/>
                    <a:pt x="28756" y="244857"/>
                    <a:pt x="44090" y="244857"/>
                  </a:cubicBezTo>
                  <a:cubicBezTo>
                    <a:pt x="59424" y="244857"/>
                    <a:pt x="75827" y="245565"/>
                    <a:pt x="87952" y="245919"/>
                  </a:cubicBezTo>
                  <a:lnTo>
                    <a:pt x="87952" y="229269"/>
                  </a:lnTo>
                  <a:lnTo>
                    <a:pt x="63346" y="229269"/>
                  </a:lnTo>
                  <a:lnTo>
                    <a:pt x="63346" y="55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009A258-209B-676D-CAC3-D9D6AB8B30E7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0814642" y="4246787"/>
              <a:ext cx="85227" cy="246218"/>
            </a:xfrm>
            <a:custGeom>
              <a:avLst/>
              <a:gdLst>
                <a:gd name="connsiteX0" fmla="*/ 63349 w 85227"/>
                <a:gd name="connsiteY0" fmla="*/ 86851 h 246218"/>
                <a:gd name="connsiteX1" fmla="*/ 1301 w 85227"/>
                <a:gd name="connsiteY1" fmla="*/ 89686 h 246218"/>
                <a:gd name="connsiteX2" fmla="*/ 1301 w 85227"/>
                <a:gd name="connsiteY2" fmla="*/ 106336 h 246218"/>
                <a:gd name="connsiteX3" fmla="*/ 24836 w 85227"/>
                <a:gd name="connsiteY3" fmla="*/ 120153 h 246218"/>
                <a:gd name="connsiteX4" fmla="*/ 24836 w 85227"/>
                <a:gd name="connsiteY4" fmla="*/ 229623 h 246218"/>
                <a:gd name="connsiteX5" fmla="*/ 231 w 85227"/>
                <a:gd name="connsiteY5" fmla="*/ 229623 h 246218"/>
                <a:gd name="connsiteX6" fmla="*/ 231 w 85227"/>
                <a:gd name="connsiteY6" fmla="*/ 246274 h 246218"/>
                <a:gd name="connsiteX7" fmla="*/ 43736 w 85227"/>
                <a:gd name="connsiteY7" fmla="*/ 245211 h 246218"/>
                <a:gd name="connsiteX8" fmla="*/ 85459 w 85227"/>
                <a:gd name="connsiteY8" fmla="*/ 246274 h 246218"/>
                <a:gd name="connsiteX9" fmla="*/ 85459 w 85227"/>
                <a:gd name="connsiteY9" fmla="*/ 229623 h 246218"/>
                <a:gd name="connsiteX10" fmla="*/ 63349 w 85227"/>
                <a:gd name="connsiteY10" fmla="*/ 229623 h 246218"/>
                <a:gd name="connsiteX11" fmla="*/ 63349 w 85227"/>
                <a:gd name="connsiteY11" fmla="*/ 86851 h 246218"/>
                <a:gd name="connsiteX12" fmla="*/ 66915 w 85227"/>
                <a:gd name="connsiteY12" fmla="*/ 27688 h 246218"/>
                <a:gd name="connsiteX13" fmla="*/ 39100 w 85227"/>
                <a:gd name="connsiteY13" fmla="*/ 55 h 246218"/>
                <a:gd name="connsiteX14" fmla="*/ 11285 w 85227"/>
                <a:gd name="connsiteY14" fmla="*/ 27688 h 246218"/>
                <a:gd name="connsiteX15" fmla="*/ 39100 w 85227"/>
                <a:gd name="connsiteY15" fmla="*/ 55321 h 246218"/>
                <a:gd name="connsiteX16" fmla="*/ 66915 w 85227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227" h="246218">
                  <a:moveTo>
                    <a:pt x="63349" y="86851"/>
                  </a:moveTo>
                  <a:lnTo>
                    <a:pt x="1301" y="89686"/>
                  </a:lnTo>
                  <a:lnTo>
                    <a:pt x="1301" y="106336"/>
                  </a:lnTo>
                  <a:cubicBezTo>
                    <a:pt x="22340" y="106336"/>
                    <a:pt x="24836" y="106336"/>
                    <a:pt x="24836" y="120153"/>
                  </a:cubicBezTo>
                  <a:lnTo>
                    <a:pt x="24836" y="229623"/>
                  </a:lnTo>
                  <a:lnTo>
                    <a:pt x="231" y="229623"/>
                  </a:lnTo>
                  <a:lnTo>
                    <a:pt x="231" y="246274"/>
                  </a:lnTo>
                  <a:cubicBezTo>
                    <a:pt x="11285" y="245919"/>
                    <a:pt x="28759" y="245211"/>
                    <a:pt x="43736" y="245211"/>
                  </a:cubicBezTo>
                  <a:cubicBezTo>
                    <a:pt x="54434" y="245211"/>
                    <a:pt x="72621" y="245919"/>
                    <a:pt x="85459" y="246274"/>
                  </a:cubicBezTo>
                  <a:lnTo>
                    <a:pt x="85459" y="229623"/>
                  </a:lnTo>
                  <a:lnTo>
                    <a:pt x="63349" y="229623"/>
                  </a:lnTo>
                  <a:lnTo>
                    <a:pt x="63349" y="86851"/>
                  </a:lnTo>
                  <a:close/>
                  <a:moveTo>
                    <a:pt x="66915" y="27688"/>
                  </a:moveTo>
                  <a:cubicBezTo>
                    <a:pt x="66915" y="12100"/>
                    <a:pt x="54078" y="55"/>
                    <a:pt x="39100" y="55"/>
                  </a:cubicBezTo>
                  <a:cubicBezTo>
                    <a:pt x="23766" y="55"/>
                    <a:pt x="11285" y="12454"/>
                    <a:pt x="11285" y="27688"/>
                  </a:cubicBezTo>
                  <a:cubicBezTo>
                    <a:pt x="11285" y="42922"/>
                    <a:pt x="23766" y="55321"/>
                    <a:pt x="39100" y="55321"/>
                  </a:cubicBezTo>
                  <a:cubicBezTo>
                    <a:pt x="54078" y="55321"/>
                    <a:pt x="66915" y="43276"/>
                    <a:pt x="66915" y="27688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0A90622-36D0-553E-A2F6-5F06C71410AC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0927843" y="4333583"/>
              <a:ext cx="203263" cy="159422"/>
            </a:xfrm>
            <a:custGeom>
              <a:avLst/>
              <a:gdLst>
                <a:gd name="connsiteX0" fmla="*/ 24839 w 203263"/>
                <a:gd name="connsiteY0" fmla="*/ 33356 h 159422"/>
                <a:gd name="connsiteX1" fmla="*/ 24839 w 203263"/>
                <a:gd name="connsiteY1" fmla="*/ 142826 h 159422"/>
                <a:gd name="connsiteX2" fmla="*/ 234 w 203263"/>
                <a:gd name="connsiteY2" fmla="*/ 142826 h 159422"/>
                <a:gd name="connsiteX3" fmla="*/ 234 w 203263"/>
                <a:gd name="connsiteY3" fmla="*/ 159477 h 159422"/>
                <a:gd name="connsiteX4" fmla="*/ 45166 w 203263"/>
                <a:gd name="connsiteY4" fmla="*/ 158414 h 159422"/>
                <a:gd name="connsiteX5" fmla="*/ 90098 w 203263"/>
                <a:gd name="connsiteY5" fmla="*/ 159477 h 159422"/>
                <a:gd name="connsiteX6" fmla="*/ 90098 w 203263"/>
                <a:gd name="connsiteY6" fmla="*/ 142826 h 159422"/>
                <a:gd name="connsiteX7" fmla="*/ 65492 w 203263"/>
                <a:gd name="connsiteY7" fmla="*/ 142826 h 159422"/>
                <a:gd name="connsiteX8" fmla="*/ 65492 w 203263"/>
                <a:gd name="connsiteY8" fmla="*/ 68784 h 159422"/>
                <a:gd name="connsiteX9" fmla="*/ 118626 w 203263"/>
                <a:gd name="connsiteY9" fmla="*/ 12809 h 159422"/>
                <a:gd name="connsiteX10" fmla="*/ 138239 w 203263"/>
                <a:gd name="connsiteY10" fmla="*/ 47173 h 159422"/>
                <a:gd name="connsiteX11" fmla="*/ 138239 w 203263"/>
                <a:gd name="connsiteY11" fmla="*/ 142826 h 159422"/>
                <a:gd name="connsiteX12" fmla="*/ 113633 w 203263"/>
                <a:gd name="connsiteY12" fmla="*/ 142826 h 159422"/>
                <a:gd name="connsiteX13" fmla="*/ 113633 w 203263"/>
                <a:gd name="connsiteY13" fmla="*/ 159477 h 159422"/>
                <a:gd name="connsiteX14" fmla="*/ 158565 w 203263"/>
                <a:gd name="connsiteY14" fmla="*/ 158414 h 159422"/>
                <a:gd name="connsiteX15" fmla="*/ 203497 w 203263"/>
                <a:gd name="connsiteY15" fmla="*/ 159477 h 159422"/>
                <a:gd name="connsiteX16" fmla="*/ 203497 w 203263"/>
                <a:gd name="connsiteY16" fmla="*/ 142826 h 159422"/>
                <a:gd name="connsiteX17" fmla="*/ 178892 w 203263"/>
                <a:gd name="connsiteY17" fmla="*/ 142826 h 159422"/>
                <a:gd name="connsiteX18" fmla="*/ 178892 w 203263"/>
                <a:gd name="connsiteY18" fmla="*/ 51070 h 159422"/>
                <a:gd name="connsiteX19" fmla="*/ 123975 w 203263"/>
                <a:gd name="connsiteY19" fmla="*/ 55 h 159422"/>
                <a:gd name="connsiteX20" fmla="*/ 61569 w 203263"/>
                <a:gd name="connsiteY20" fmla="*/ 38316 h 159422"/>
                <a:gd name="connsiteX21" fmla="*/ 61569 w 203263"/>
                <a:gd name="connsiteY21" fmla="*/ 55 h 159422"/>
                <a:gd name="connsiteX22" fmla="*/ 234 w 203263"/>
                <a:gd name="connsiteY22" fmla="*/ 2889 h 159422"/>
                <a:gd name="connsiteX23" fmla="*/ 234 w 203263"/>
                <a:gd name="connsiteY23" fmla="*/ 19540 h 159422"/>
                <a:gd name="connsiteX24" fmla="*/ 24839 w 203263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3263" h="159422">
                  <a:moveTo>
                    <a:pt x="24839" y="33356"/>
                  </a:moveTo>
                  <a:lnTo>
                    <a:pt x="24839" y="142826"/>
                  </a:lnTo>
                  <a:lnTo>
                    <a:pt x="234" y="142826"/>
                  </a:lnTo>
                  <a:lnTo>
                    <a:pt x="234" y="159477"/>
                  </a:lnTo>
                  <a:cubicBezTo>
                    <a:pt x="10219" y="159123"/>
                    <a:pt x="31615" y="158414"/>
                    <a:pt x="45166" y="158414"/>
                  </a:cubicBezTo>
                  <a:cubicBezTo>
                    <a:pt x="59073" y="158414"/>
                    <a:pt x="80113" y="159123"/>
                    <a:pt x="90098" y="159477"/>
                  </a:cubicBezTo>
                  <a:lnTo>
                    <a:pt x="90098" y="142826"/>
                  </a:lnTo>
                  <a:lnTo>
                    <a:pt x="65492" y="142826"/>
                  </a:lnTo>
                  <a:lnTo>
                    <a:pt x="65492" y="68784"/>
                  </a:lnTo>
                  <a:cubicBezTo>
                    <a:pt x="65492" y="30168"/>
                    <a:pt x="96160" y="12809"/>
                    <a:pt x="118626" y="12809"/>
                  </a:cubicBezTo>
                  <a:cubicBezTo>
                    <a:pt x="130750" y="12809"/>
                    <a:pt x="138239" y="20248"/>
                    <a:pt x="138239" y="47173"/>
                  </a:cubicBezTo>
                  <a:lnTo>
                    <a:pt x="138239" y="142826"/>
                  </a:lnTo>
                  <a:lnTo>
                    <a:pt x="113633" y="142826"/>
                  </a:lnTo>
                  <a:lnTo>
                    <a:pt x="113633" y="159477"/>
                  </a:lnTo>
                  <a:cubicBezTo>
                    <a:pt x="123618" y="159123"/>
                    <a:pt x="145014" y="158414"/>
                    <a:pt x="158565" y="158414"/>
                  </a:cubicBezTo>
                  <a:cubicBezTo>
                    <a:pt x="172473" y="158414"/>
                    <a:pt x="193512" y="159123"/>
                    <a:pt x="203497" y="159477"/>
                  </a:cubicBezTo>
                  <a:lnTo>
                    <a:pt x="203497" y="142826"/>
                  </a:lnTo>
                  <a:lnTo>
                    <a:pt x="178892" y="142826"/>
                  </a:lnTo>
                  <a:lnTo>
                    <a:pt x="178892" y="51070"/>
                  </a:lnTo>
                  <a:cubicBezTo>
                    <a:pt x="178892" y="13872"/>
                    <a:pt x="159635" y="55"/>
                    <a:pt x="123975" y="55"/>
                  </a:cubicBezTo>
                  <a:cubicBezTo>
                    <a:pt x="89741" y="55"/>
                    <a:pt x="70841" y="20248"/>
                    <a:pt x="61569" y="38316"/>
                  </a:cubicBezTo>
                  <a:lnTo>
                    <a:pt x="61569" y="55"/>
                  </a:lnTo>
                  <a:lnTo>
                    <a:pt x="234" y="2889"/>
                  </a:lnTo>
                  <a:lnTo>
                    <a:pt x="234" y="19540"/>
                  </a:lnTo>
                  <a:cubicBezTo>
                    <a:pt x="22343" y="19540"/>
                    <a:pt x="24839" y="19540"/>
                    <a:pt x="24839" y="33356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959A8DB-81DF-2EC0-F211-D775601BFE3A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1151035" y="4332520"/>
              <a:ext cx="164750" cy="162610"/>
            </a:xfrm>
            <a:custGeom>
              <a:avLst/>
              <a:gdLst>
                <a:gd name="connsiteX0" fmla="*/ 153579 w 164750"/>
                <a:gd name="connsiteY0" fmla="*/ 83309 h 162610"/>
                <a:gd name="connsiteX1" fmla="*/ 164990 w 164750"/>
                <a:gd name="connsiteY1" fmla="*/ 73743 h 162610"/>
                <a:gd name="connsiteX2" fmla="*/ 145021 w 164750"/>
                <a:gd name="connsiteY2" fmla="*/ 19186 h 162610"/>
                <a:gd name="connsiteX3" fmla="*/ 88321 w 164750"/>
                <a:gd name="connsiteY3" fmla="*/ 55 h 162610"/>
                <a:gd name="connsiteX4" fmla="*/ 240 w 164750"/>
                <a:gd name="connsiteY4" fmla="*/ 80829 h 162610"/>
                <a:gd name="connsiteX5" fmla="*/ 93313 w 164750"/>
                <a:gd name="connsiteY5" fmla="*/ 162666 h 162610"/>
                <a:gd name="connsiteX6" fmla="*/ 164990 w 164750"/>
                <a:gd name="connsiteY6" fmla="*/ 119090 h 162610"/>
                <a:gd name="connsiteX7" fmla="*/ 156432 w 164750"/>
                <a:gd name="connsiteY7" fmla="*/ 112713 h 162610"/>
                <a:gd name="connsiteX8" fmla="*/ 147517 w 164750"/>
                <a:gd name="connsiteY8" fmla="*/ 120153 h 162610"/>
                <a:gd name="connsiteX9" fmla="*/ 96523 w 164750"/>
                <a:gd name="connsiteY9" fmla="*/ 148495 h 162610"/>
                <a:gd name="connsiteX10" fmla="*/ 45885 w 164750"/>
                <a:gd name="connsiteY10" fmla="*/ 83309 h 162610"/>
                <a:gd name="connsiteX11" fmla="*/ 153579 w 164750"/>
                <a:gd name="connsiteY11" fmla="*/ 83309 h 162610"/>
                <a:gd name="connsiteX12" fmla="*/ 45885 w 164750"/>
                <a:gd name="connsiteY12" fmla="*/ 71618 h 162610"/>
                <a:gd name="connsiteX13" fmla="*/ 54444 w 164750"/>
                <a:gd name="connsiteY13" fmla="*/ 31231 h 162610"/>
                <a:gd name="connsiteX14" fmla="*/ 88321 w 164750"/>
                <a:gd name="connsiteY14" fmla="*/ 12809 h 162610"/>
                <a:gd name="connsiteX15" fmla="*/ 131113 w 164750"/>
                <a:gd name="connsiteY15" fmla="*/ 71618 h 162610"/>
                <a:gd name="connsiteX16" fmla="*/ 45885 w 164750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4750" h="162610">
                  <a:moveTo>
                    <a:pt x="153579" y="83309"/>
                  </a:moveTo>
                  <a:cubicBezTo>
                    <a:pt x="161424" y="83309"/>
                    <a:pt x="164990" y="83309"/>
                    <a:pt x="164990" y="73743"/>
                  </a:cubicBezTo>
                  <a:cubicBezTo>
                    <a:pt x="164990" y="62761"/>
                    <a:pt x="162851" y="36899"/>
                    <a:pt x="145021" y="19186"/>
                  </a:cubicBezTo>
                  <a:cubicBezTo>
                    <a:pt x="131827" y="6432"/>
                    <a:pt x="112927" y="55"/>
                    <a:pt x="88321" y="55"/>
                  </a:cubicBezTo>
                  <a:cubicBezTo>
                    <a:pt x="31265" y="55"/>
                    <a:pt x="240" y="36545"/>
                    <a:pt x="240" y="80829"/>
                  </a:cubicBezTo>
                  <a:cubicBezTo>
                    <a:pt x="240" y="128301"/>
                    <a:pt x="35900" y="162666"/>
                    <a:pt x="93313" y="162666"/>
                  </a:cubicBezTo>
                  <a:cubicBezTo>
                    <a:pt x="149657" y="162666"/>
                    <a:pt x="164990" y="125113"/>
                    <a:pt x="164990" y="119090"/>
                  </a:cubicBezTo>
                  <a:cubicBezTo>
                    <a:pt x="164990" y="112713"/>
                    <a:pt x="158215" y="112713"/>
                    <a:pt x="156432" y="112713"/>
                  </a:cubicBezTo>
                  <a:cubicBezTo>
                    <a:pt x="150370" y="112713"/>
                    <a:pt x="149657" y="114485"/>
                    <a:pt x="147517" y="120153"/>
                  </a:cubicBezTo>
                  <a:cubicBezTo>
                    <a:pt x="140028" y="137158"/>
                    <a:pt x="119702" y="148495"/>
                    <a:pt x="96523" y="148495"/>
                  </a:cubicBezTo>
                  <a:cubicBezTo>
                    <a:pt x="46242" y="148495"/>
                    <a:pt x="45885" y="101377"/>
                    <a:pt x="45885" y="83309"/>
                  </a:cubicBezTo>
                  <a:lnTo>
                    <a:pt x="153579" y="83309"/>
                  </a:lnTo>
                  <a:close/>
                  <a:moveTo>
                    <a:pt x="45885" y="71618"/>
                  </a:moveTo>
                  <a:cubicBezTo>
                    <a:pt x="46599" y="57801"/>
                    <a:pt x="46955" y="42922"/>
                    <a:pt x="54444" y="31231"/>
                  </a:cubicBezTo>
                  <a:cubicBezTo>
                    <a:pt x="63715" y="17060"/>
                    <a:pt x="77980" y="12809"/>
                    <a:pt x="88321" y="12809"/>
                  </a:cubicBezTo>
                  <a:cubicBezTo>
                    <a:pt x="130043" y="12809"/>
                    <a:pt x="130757" y="59218"/>
                    <a:pt x="131113" y="71618"/>
                  </a:cubicBezTo>
                  <a:lnTo>
                    <a:pt x="45885" y="71618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1915FA7-40EC-545A-130F-A11A125DF6E5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1341133" y="4332520"/>
              <a:ext cx="134439" cy="162610"/>
            </a:xfrm>
            <a:custGeom>
              <a:avLst/>
              <a:gdLst>
                <a:gd name="connsiteX0" fmla="*/ 61938 w 134439"/>
                <a:gd name="connsiteY0" fmla="*/ 56384 h 162610"/>
                <a:gd name="connsiteX1" fmla="*/ 25564 w 134439"/>
                <a:gd name="connsiteY1" fmla="*/ 33356 h 162610"/>
                <a:gd name="connsiteX2" fmla="*/ 65504 w 134439"/>
                <a:gd name="connsiteY2" fmla="*/ 11392 h 162610"/>
                <a:gd name="connsiteX3" fmla="*/ 107583 w 134439"/>
                <a:gd name="connsiteY3" fmla="*/ 41150 h 162610"/>
                <a:gd name="connsiteX4" fmla="*/ 115785 w 134439"/>
                <a:gd name="connsiteY4" fmla="*/ 48236 h 162610"/>
                <a:gd name="connsiteX5" fmla="*/ 124343 w 134439"/>
                <a:gd name="connsiteY5" fmla="*/ 38316 h 162610"/>
                <a:gd name="connsiteX6" fmla="*/ 124343 w 134439"/>
                <a:gd name="connsiteY6" fmla="*/ 9975 h 162610"/>
                <a:gd name="connsiteX7" fmla="*/ 117924 w 134439"/>
                <a:gd name="connsiteY7" fmla="*/ 55 h 162610"/>
                <a:gd name="connsiteX8" fmla="*/ 101877 w 134439"/>
                <a:gd name="connsiteY8" fmla="*/ 6786 h 162610"/>
                <a:gd name="connsiteX9" fmla="*/ 65860 w 134439"/>
                <a:gd name="connsiteY9" fmla="*/ 55 h 162610"/>
                <a:gd name="connsiteX10" fmla="*/ 246 w 134439"/>
                <a:gd name="connsiteY10" fmla="*/ 46464 h 162610"/>
                <a:gd name="connsiteX11" fmla="*/ 14510 w 134439"/>
                <a:gd name="connsiteY11" fmla="*/ 76223 h 162610"/>
                <a:gd name="connsiteX12" fmla="*/ 69783 w 134439"/>
                <a:gd name="connsiteY12" fmla="*/ 95708 h 162610"/>
                <a:gd name="connsiteX13" fmla="*/ 109366 w 134439"/>
                <a:gd name="connsiteY13" fmla="*/ 123341 h 162610"/>
                <a:gd name="connsiteX14" fmla="*/ 68713 w 134439"/>
                <a:gd name="connsiteY14" fmla="*/ 149912 h 162610"/>
                <a:gd name="connsiteX15" fmla="*/ 17362 w 134439"/>
                <a:gd name="connsiteY15" fmla="*/ 108816 h 162610"/>
                <a:gd name="connsiteX16" fmla="*/ 8804 w 134439"/>
                <a:gd name="connsiteY16" fmla="*/ 103856 h 162610"/>
                <a:gd name="connsiteX17" fmla="*/ 246 w 134439"/>
                <a:gd name="connsiteY17" fmla="*/ 114130 h 162610"/>
                <a:gd name="connsiteX18" fmla="*/ 246 w 134439"/>
                <a:gd name="connsiteY18" fmla="*/ 152746 h 162610"/>
                <a:gd name="connsiteX19" fmla="*/ 6664 w 134439"/>
                <a:gd name="connsiteY19" fmla="*/ 162666 h 162610"/>
                <a:gd name="connsiteX20" fmla="*/ 17362 w 134439"/>
                <a:gd name="connsiteY20" fmla="*/ 157351 h 162610"/>
                <a:gd name="connsiteX21" fmla="*/ 26634 w 134439"/>
                <a:gd name="connsiteY21" fmla="*/ 151329 h 162610"/>
                <a:gd name="connsiteX22" fmla="*/ 68713 w 134439"/>
                <a:gd name="connsiteY22" fmla="*/ 162666 h 162610"/>
                <a:gd name="connsiteX23" fmla="*/ 134685 w 134439"/>
                <a:gd name="connsiteY23" fmla="*/ 110942 h 162610"/>
                <a:gd name="connsiteX24" fmla="*/ 115071 w 134439"/>
                <a:gd name="connsiteY24" fmla="*/ 73389 h 162610"/>
                <a:gd name="connsiteX25" fmla="*/ 61938 w 134439"/>
                <a:gd name="connsiteY25" fmla="*/ 56384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4439" h="162610">
                  <a:moveTo>
                    <a:pt x="61938" y="56384"/>
                  </a:moveTo>
                  <a:cubicBezTo>
                    <a:pt x="48743" y="53904"/>
                    <a:pt x="25564" y="50007"/>
                    <a:pt x="25564" y="33356"/>
                  </a:cubicBezTo>
                  <a:cubicBezTo>
                    <a:pt x="25564" y="11392"/>
                    <a:pt x="58728" y="11392"/>
                    <a:pt x="65504" y="11392"/>
                  </a:cubicBezTo>
                  <a:cubicBezTo>
                    <a:pt x="92249" y="11392"/>
                    <a:pt x="105800" y="21665"/>
                    <a:pt x="107583" y="41150"/>
                  </a:cubicBezTo>
                  <a:cubicBezTo>
                    <a:pt x="107939" y="46464"/>
                    <a:pt x="108296" y="48236"/>
                    <a:pt x="115785" y="48236"/>
                  </a:cubicBezTo>
                  <a:cubicBezTo>
                    <a:pt x="124343" y="48236"/>
                    <a:pt x="124343" y="46464"/>
                    <a:pt x="124343" y="38316"/>
                  </a:cubicBezTo>
                  <a:lnTo>
                    <a:pt x="124343" y="9975"/>
                  </a:lnTo>
                  <a:cubicBezTo>
                    <a:pt x="124343" y="3243"/>
                    <a:pt x="124343" y="55"/>
                    <a:pt x="117924" y="55"/>
                  </a:cubicBezTo>
                  <a:cubicBezTo>
                    <a:pt x="116498" y="55"/>
                    <a:pt x="115785" y="55"/>
                    <a:pt x="101877" y="6786"/>
                  </a:cubicBezTo>
                  <a:cubicBezTo>
                    <a:pt x="92605" y="2181"/>
                    <a:pt x="80124" y="55"/>
                    <a:pt x="65860" y="55"/>
                  </a:cubicBezTo>
                  <a:cubicBezTo>
                    <a:pt x="55162" y="55"/>
                    <a:pt x="246" y="55"/>
                    <a:pt x="246" y="46464"/>
                  </a:cubicBezTo>
                  <a:cubicBezTo>
                    <a:pt x="246" y="60635"/>
                    <a:pt x="7378" y="70201"/>
                    <a:pt x="14510" y="76223"/>
                  </a:cubicBezTo>
                  <a:cubicBezTo>
                    <a:pt x="28774" y="88623"/>
                    <a:pt x="42325" y="90748"/>
                    <a:pt x="69783" y="95708"/>
                  </a:cubicBezTo>
                  <a:cubicBezTo>
                    <a:pt x="82621" y="97834"/>
                    <a:pt x="109366" y="102439"/>
                    <a:pt x="109366" y="123341"/>
                  </a:cubicBezTo>
                  <a:cubicBezTo>
                    <a:pt x="109366" y="149912"/>
                    <a:pt x="76558" y="149912"/>
                    <a:pt x="68713" y="149912"/>
                  </a:cubicBezTo>
                  <a:cubicBezTo>
                    <a:pt x="30913" y="149912"/>
                    <a:pt x="21642" y="124050"/>
                    <a:pt x="17362" y="108816"/>
                  </a:cubicBezTo>
                  <a:cubicBezTo>
                    <a:pt x="15579" y="103856"/>
                    <a:pt x="13796" y="103856"/>
                    <a:pt x="8804" y="103856"/>
                  </a:cubicBezTo>
                  <a:cubicBezTo>
                    <a:pt x="246" y="103856"/>
                    <a:pt x="246" y="105982"/>
                    <a:pt x="246" y="114130"/>
                  </a:cubicBezTo>
                  <a:lnTo>
                    <a:pt x="246" y="152746"/>
                  </a:lnTo>
                  <a:cubicBezTo>
                    <a:pt x="246" y="159477"/>
                    <a:pt x="246" y="162666"/>
                    <a:pt x="6664" y="162666"/>
                  </a:cubicBezTo>
                  <a:cubicBezTo>
                    <a:pt x="9161" y="162666"/>
                    <a:pt x="9874" y="162666"/>
                    <a:pt x="17362" y="157351"/>
                  </a:cubicBezTo>
                  <a:cubicBezTo>
                    <a:pt x="17719" y="157351"/>
                    <a:pt x="25564" y="152037"/>
                    <a:pt x="26634" y="151329"/>
                  </a:cubicBezTo>
                  <a:cubicBezTo>
                    <a:pt x="43038" y="162666"/>
                    <a:pt x="61581" y="162666"/>
                    <a:pt x="68713" y="162666"/>
                  </a:cubicBezTo>
                  <a:cubicBezTo>
                    <a:pt x="79768" y="162666"/>
                    <a:pt x="134685" y="162666"/>
                    <a:pt x="134685" y="110942"/>
                  </a:cubicBezTo>
                  <a:cubicBezTo>
                    <a:pt x="134685" y="95708"/>
                    <a:pt x="127553" y="83309"/>
                    <a:pt x="115071" y="73389"/>
                  </a:cubicBezTo>
                  <a:cubicBezTo>
                    <a:pt x="101164" y="63115"/>
                    <a:pt x="89753" y="60990"/>
                    <a:pt x="61938" y="56384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288E658-712B-3B1B-E453-66C3D12668E2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518224" y="4335709"/>
              <a:ext cx="55629" cy="157296"/>
            </a:xfrm>
            <a:custGeom>
              <a:avLst/>
              <a:gdLst>
                <a:gd name="connsiteX0" fmla="*/ 55880 w 55629"/>
                <a:gd name="connsiteY0" fmla="*/ 27688 h 157296"/>
                <a:gd name="connsiteX1" fmla="*/ 28065 w 55629"/>
                <a:gd name="connsiteY1" fmla="*/ 55 h 157296"/>
                <a:gd name="connsiteX2" fmla="*/ 250 w 55629"/>
                <a:gd name="connsiteY2" fmla="*/ 27688 h 157296"/>
                <a:gd name="connsiteX3" fmla="*/ 28065 w 55629"/>
                <a:gd name="connsiteY3" fmla="*/ 55321 h 157296"/>
                <a:gd name="connsiteX4" fmla="*/ 55880 w 55629"/>
                <a:gd name="connsiteY4" fmla="*/ 27688 h 157296"/>
                <a:gd name="connsiteX5" fmla="*/ 55880 w 55629"/>
                <a:gd name="connsiteY5" fmla="*/ 129718 h 157296"/>
                <a:gd name="connsiteX6" fmla="*/ 28065 w 55629"/>
                <a:gd name="connsiteY6" fmla="*/ 102085 h 157296"/>
                <a:gd name="connsiteX7" fmla="*/ 250 w 55629"/>
                <a:gd name="connsiteY7" fmla="*/ 129718 h 157296"/>
                <a:gd name="connsiteX8" fmla="*/ 28065 w 55629"/>
                <a:gd name="connsiteY8" fmla="*/ 157351 h 157296"/>
                <a:gd name="connsiteX9" fmla="*/ 55880 w 55629"/>
                <a:gd name="connsiteY9" fmla="*/ 129718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629" h="157296">
                  <a:moveTo>
                    <a:pt x="55880" y="27688"/>
                  </a:moveTo>
                  <a:cubicBezTo>
                    <a:pt x="55880" y="12454"/>
                    <a:pt x="43399" y="55"/>
                    <a:pt x="28065" y="55"/>
                  </a:cubicBezTo>
                  <a:cubicBezTo>
                    <a:pt x="12731" y="55"/>
                    <a:pt x="250" y="12454"/>
                    <a:pt x="250" y="27688"/>
                  </a:cubicBezTo>
                  <a:cubicBezTo>
                    <a:pt x="250" y="42922"/>
                    <a:pt x="12731" y="55321"/>
                    <a:pt x="28065" y="55321"/>
                  </a:cubicBezTo>
                  <a:cubicBezTo>
                    <a:pt x="43399" y="55321"/>
                    <a:pt x="55880" y="42922"/>
                    <a:pt x="55880" y="27688"/>
                  </a:cubicBezTo>
                  <a:close/>
                  <a:moveTo>
                    <a:pt x="55880" y="129718"/>
                  </a:moveTo>
                  <a:cubicBezTo>
                    <a:pt x="55880" y="114485"/>
                    <a:pt x="43399" y="102085"/>
                    <a:pt x="28065" y="102085"/>
                  </a:cubicBezTo>
                  <a:cubicBezTo>
                    <a:pt x="12731" y="102085"/>
                    <a:pt x="250" y="114485"/>
                    <a:pt x="250" y="129718"/>
                  </a:cubicBezTo>
                  <a:cubicBezTo>
                    <a:pt x="250" y="144952"/>
                    <a:pt x="12731" y="157351"/>
                    <a:pt x="28065" y="157351"/>
                  </a:cubicBezTo>
                  <a:cubicBezTo>
                    <a:pt x="43399" y="157351"/>
                    <a:pt x="55880" y="144952"/>
                    <a:pt x="55880" y="129718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026" name="Picture 2" descr="Interpolation (scipy.interpolate) — SciPy v0.19.0 Reference Guide">
            <a:extLst>
              <a:ext uri="{FF2B5EF4-FFF2-40B4-BE49-F238E27FC236}">
                <a16:creationId xmlns:a16="http://schemas.microsoft.com/office/drawing/2014/main" id="{E43736B4-9465-ED64-1FC2-F888194696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7" t="4869" r="5375" b="10224"/>
          <a:stretch>
            <a:fillRect/>
          </a:stretch>
        </p:blipFill>
        <p:spPr bwMode="auto">
          <a:xfrm>
            <a:off x="1708878" y="727055"/>
            <a:ext cx="9583045" cy="582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3E2A036-5A7F-1C55-916D-94C11FD97959}"/>
              </a:ext>
            </a:extLst>
          </p:cNvPr>
          <p:cNvCxnSpPr/>
          <p:nvPr/>
        </p:nvCxnSpPr>
        <p:spPr>
          <a:xfrm>
            <a:off x="3050015" y="5786204"/>
            <a:ext cx="7742903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F3571A-B9EF-B5DE-F199-F8C9ED3B014A}"/>
              </a:ext>
            </a:extLst>
          </p:cNvPr>
          <p:cNvCxnSpPr>
            <a:cxnSpLocks/>
          </p:cNvCxnSpPr>
          <p:nvPr/>
        </p:nvCxnSpPr>
        <p:spPr>
          <a:xfrm flipV="1">
            <a:off x="3124965" y="1439056"/>
            <a:ext cx="0" cy="4527217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F4901C01-EAED-A15D-F150-73D9F4FE818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3906" r="11071"/>
          <a:stretch>
            <a:fillRect/>
          </a:stretch>
        </p:blipFill>
        <p:spPr>
          <a:xfrm>
            <a:off x="9359624" y="74949"/>
            <a:ext cx="2735349" cy="319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813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420E6-5592-4F05-42CB-ED5068916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6CD3B-66FC-3097-3214-F854270F1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4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Digitize it and Fit Spline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3B603-E328-2EA6-F92E-956739607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797" y="1079292"/>
            <a:ext cx="10515600" cy="5547376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15" name="Group 14" descr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 title="IguanaTex Vector Display">
            <a:extLst>
              <a:ext uri="{FF2B5EF4-FFF2-40B4-BE49-F238E27FC236}">
                <a16:creationId xmlns:a16="http://schemas.microsoft.com/office/drawing/2014/main" id="{4759ECF4-1166-4597-2C4B-F855EC0254DD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610610" y="189529"/>
            <a:ext cx="1322719" cy="315655"/>
            <a:chOff x="10251134" y="4246078"/>
            <a:chExt cx="1322719" cy="315655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390772E-73A2-6379-2F21-4DC7B48499D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0251134" y="4246078"/>
              <a:ext cx="181867" cy="250824"/>
            </a:xfrm>
            <a:custGeom>
              <a:avLst/>
              <a:gdLst>
                <a:gd name="connsiteX0" fmla="*/ 120746 w 181867"/>
                <a:gd name="connsiteY0" fmla="*/ 100314 h 250824"/>
                <a:gd name="connsiteX1" fmla="*/ 69039 w 181867"/>
                <a:gd name="connsiteY1" fmla="*/ 89331 h 250824"/>
                <a:gd name="connsiteX2" fmla="*/ 34805 w 181867"/>
                <a:gd name="connsiteY2" fmla="*/ 52487 h 250824"/>
                <a:gd name="connsiteX3" fmla="*/ 80450 w 181867"/>
                <a:gd name="connsiteY3" fmla="*/ 15289 h 250824"/>
                <a:gd name="connsiteX4" fmla="*/ 153197 w 181867"/>
                <a:gd name="connsiteY4" fmla="*/ 75515 h 250824"/>
                <a:gd name="connsiteX5" fmla="*/ 162112 w 181867"/>
                <a:gd name="connsiteY5" fmla="*/ 84726 h 250824"/>
                <a:gd name="connsiteX6" fmla="*/ 170671 w 181867"/>
                <a:gd name="connsiteY6" fmla="*/ 74806 h 250824"/>
                <a:gd name="connsiteX7" fmla="*/ 170671 w 181867"/>
                <a:gd name="connsiteY7" fmla="*/ 9975 h 250824"/>
                <a:gd name="connsiteX8" fmla="*/ 164252 w 181867"/>
                <a:gd name="connsiteY8" fmla="*/ 55 h 250824"/>
                <a:gd name="connsiteX9" fmla="*/ 157120 w 181867"/>
                <a:gd name="connsiteY9" fmla="*/ 3952 h 250824"/>
                <a:gd name="connsiteX10" fmla="*/ 141073 w 181867"/>
                <a:gd name="connsiteY10" fmla="*/ 19540 h 250824"/>
                <a:gd name="connsiteX11" fmla="*/ 80094 w 181867"/>
                <a:gd name="connsiteY11" fmla="*/ 55 h 250824"/>
                <a:gd name="connsiteX12" fmla="*/ 215 w 181867"/>
                <a:gd name="connsiteY12" fmla="*/ 71264 h 250824"/>
                <a:gd name="connsiteX13" fmla="*/ 19471 w 181867"/>
                <a:gd name="connsiteY13" fmla="*/ 118382 h 250824"/>
                <a:gd name="connsiteX14" fmla="*/ 87939 w 181867"/>
                <a:gd name="connsiteY14" fmla="*/ 146723 h 250824"/>
                <a:gd name="connsiteX15" fmla="*/ 133227 w 181867"/>
                <a:gd name="connsiteY15" fmla="*/ 161957 h 250824"/>
                <a:gd name="connsiteX16" fmla="*/ 147492 w 181867"/>
                <a:gd name="connsiteY16" fmla="*/ 192779 h 250824"/>
                <a:gd name="connsiteX17" fmla="*/ 101133 w 181867"/>
                <a:gd name="connsiteY17" fmla="*/ 234228 h 250824"/>
                <a:gd name="connsiteX18" fmla="*/ 16975 w 181867"/>
                <a:gd name="connsiteY18" fmla="*/ 174357 h 250824"/>
                <a:gd name="connsiteX19" fmla="*/ 8773 w 181867"/>
                <a:gd name="connsiteY19" fmla="*/ 166208 h 250824"/>
                <a:gd name="connsiteX20" fmla="*/ 215 w 181867"/>
                <a:gd name="connsiteY20" fmla="*/ 176482 h 250824"/>
                <a:gd name="connsiteX21" fmla="*/ 215 w 181867"/>
                <a:gd name="connsiteY21" fmla="*/ 240960 h 250824"/>
                <a:gd name="connsiteX22" fmla="*/ 6634 w 181867"/>
                <a:gd name="connsiteY22" fmla="*/ 250879 h 250824"/>
                <a:gd name="connsiteX23" fmla="*/ 13409 w 181867"/>
                <a:gd name="connsiteY23" fmla="*/ 247691 h 250824"/>
                <a:gd name="connsiteX24" fmla="*/ 29813 w 181867"/>
                <a:gd name="connsiteY24" fmla="*/ 231394 h 250824"/>
                <a:gd name="connsiteX25" fmla="*/ 101133 w 181867"/>
                <a:gd name="connsiteY25" fmla="*/ 250879 h 250824"/>
                <a:gd name="connsiteX26" fmla="*/ 182082 w 181867"/>
                <a:gd name="connsiteY26" fmla="*/ 175065 h 250824"/>
                <a:gd name="connsiteX27" fmla="*/ 120746 w 181867"/>
                <a:gd name="connsiteY27" fmla="*/ 100314 h 250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1867" h="250824">
                  <a:moveTo>
                    <a:pt x="120746" y="100314"/>
                  </a:moveTo>
                  <a:lnTo>
                    <a:pt x="69039" y="89331"/>
                  </a:lnTo>
                  <a:cubicBezTo>
                    <a:pt x="54775" y="86143"/>
                    <a:pt x="34805" y="74098"/>
                    <a:pt x="34805" y="52487"/>
                  </a:cubicBezTo>
                  <a:cubicBezTo>
                    <a:pt x="34805" y="37253"/>
                    <a:pt x="44790" y="15289"/>
                    <a:pt x="80450" y="15289"/>
                  </a:cubicBezTo>
                  <a:cubicBezTo>
                    <a:pt x="108978" y="15289"/>
                    <a:pt x="144995" y="27334"/>
                    <a:pt x="153197" y="75515"/>
                  </a:cubicBezTo>
                  <a:cubicBezTo>
                    <a:pt x="154624" y="84017"/>
                    <a:pt x="154624" y="84726"/>
                    <a:pt x="162112" y="84726"/>
                  </a:cubicBezTo>
                  <a:cubicBezTo>
                    <a:pt x="170671" y="84726"/>
                    <a:pt x="170671" y="82954"/>
                    <a:pt x="170671" y="74806"/>
                  </a:cubicBezTo>
                  <a:lnTo>
                    <a:pt x="170671" y="9975"/>
                  </a:lnTo>
                  <a:cubicBezTo>
                    <a:pt x="170671" y="3243"/>
                    <a:pt x="170671" y="55"/>
                    <a:pt x="164252" y="55"/>
                  </a:cubicBezTo>
                  <a:cubicBezTo>
                    <a:pt x="161399" y="55"/>
                    <a:pt x="161042" y="409"/>
                    <a:pt x="157120" y="3952"/>
                  </a:cubicBezTo>
                  <a:lnTo>
                    <a:pt x="141073" y="19540"/>
                  </a:lnTo>
                  <a:cubicBezTo>
                    <a:pt x="120390" y="3243"/>
                    <a:pt x="97211" y="55"/>
                    <a:pt x="80094" y="55"/>
                  </a:cubicBezTo>
                  <a:cubicBezTo>
                    <a:pt x="25890" y="55"/>
                    <a:pt x="215" y="34065"/>
                    <a:pt x="215" y="71264"/>
                  </a:cubicBezTo>
                  <a:cubicBezTo>
                    <a:pt x="215" y="94291"/>
                    <a:pt x="11983" y="110588"/>
                    <a:pt x="19471" y="118382"/>
                  </a:cubicBezTo>
                  <a:cubicBezTo>
                    <a:pt x="36945" y="135741"/>
                    <a:pt x="49069" y="138221"/>
                    <a:pt x="87939" y="146723"/>
                  </a:cubicBezTo>
                  <a:cubicBezTo>
                    <a:pt x="119320" y="153454"/>
                    <a:pt x="125382" y="154517"/>
                    <a:pt x="133227" y="161957"/>
                  </a:cubicBezTo>
                  <a:cubicBezTo>
                    <a:pt x="138576" y="167271"/>
                    <a:pt x="147492" y="176482"/>
                    <a:pt x="147492" y="192779"/>
                  </a:cubicBezTo>
                  <a:cubicBezTo>
                    <a:pt x="147492" y="209784"/>
                    <a:pt x="138220" y="234228"/>
                    <a:pt x="101133" y="234228"/>
                  </a:cubicBezTo>
                  <a:cubicBezTo>
                    <a:pt x="74031" y="234228"/>
                    <a:pt x="19828" y="227143"/>
                    <a:pt x="16975" y="174357"/>
                  </a:cubicBezTo>
                  <a:cubicBezTo>
                    <a:pt x="16618" y="167980"/>
                    <a:pt x="16618" y="166208"/>
                    <a:pt x="8773" y="166208"/>
                  </a:cubicBezTo>
                  <a:cubicBezTo>
                    <a:pt x="215" y="166208"/>
                    <a:pt x="215" y="168334"/>
                    <a:pt x="215" y="176482"/>
                  </a:cubicBezTo>
                  <a:lnTo>
                    <a:pt x="215" y="240960"/>
                  </a:lnTo>
                  <a:cubicBezTo>
                    <a:pt x="215" y="247691"/>
                    <a:pt x="215" y="250879"/>
                    <a:pt x="6634" y="250879"/>
                  </a:cubicBezTo>
                  <a:cubicBezTo>
                    <a:pt x="9843" y="250879"/>
                    <a:pt x="10556" y="250171"/>
                    <a:pt x="13409" y="247691"/>
                  </a:cubicBezTo>
                  <a:lnTo>
                    <a:pt x="29813" y="231394"/>
                  </a:lnTo>
                  <a:cubicBezTo>
                    <a:pt x="53349" y="248754"/>
                    <a:pt x="86513" y="250879"/>
                    <a:pt x="101133" y="250879"/>
                  </a:cubicBezTo>
                  <a:cubicBezTo>
                    <a:pt x="159973" y="250879"/>
                    <a:pt x="182082" y="210846"/>
                    <a:pt x="182082" y="175065"/>
                  </a:cubicBezTo>
                  <a:cubicBezTo>
                    <a:pt x="182082" y="135741"/>
                    <a:pt x="153197" y="107045"/>
                    <a:pt x="120746" y="100314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2F26543-AD48-DF69-F7EB-41088924B63F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0469334" y="4333583"/>
              <a:ext cx="200767" cy="228150"/>
            </a:xfrm>
            <a:custGeom>
              <a:avLst/>
              <a:gdLst>
                <a:gd name="connsiteX0" fmla="*/ 65479 w 200767"/>
                <a:gd name="connsiteY0" fmla="*/ 42922 h 228150"/>
                <a:gd name="connsiteX1" fmla="*/ 70828 w 200767"/>
                <a:gd name="connsiteY1" fmla="*/ 30877 h 228150"/>
                <a:gd name="connsiteX2" fmla="*/ 111481 w 200767"/>
                <a:gd name="connsiteY2" fmla="*/ 14226 h 228150"/>
                <a:gd name="connsiteX3" fmla="*/ 155343 w 200767"/>
                <a:gd name="connsiteY3" fmla="*/ 80475 h 228150"/>
                <a:gd name="connsiteX4" fmla="*/ 107202 w 200767"/>
                <a:gd name="connsiteY4" fmla="*/ 148849 h 228150"/>
                <a:gd name="connsiteX5" fmla="*/ 69402 w 200767"/>
                <a:gd name="connsiteY5" fmla="*/ 129718 h 228150"/>
                <a:gd name="connsiteX6" fmla="*/ 65479 w 200767"/>
                <a:gd name="connsiteY6" fmla="*/ 118027 h 228150"/>
                <a:gd name="connsiteX7" fmla="*/ 65479 w 200767"/>
                <a:gd name="connsiteY7" fmla="*/ 42922 h 228150"/>
                <a:gd name="connsiteX8" fmla="*/ 65479 w 200767"/>
                <a:gd name="connsiteY8" fmla="*/ 145661 h 228150"/>
                <a:gd name="connsiteX9" fmla="*/ 111124 w 200767"/>
                <a:gd name="connsiteY9" fmla="*/ 161603 h 228150"/>
                <a:gd name="connsiteX10" fmla="*/ 200988 w 200767"/>
                <a:gd name="connsiteY10" fmla="*/ 80475 h 228150"/>
                <a:gd name="connsiteX11" fmla="*/ 117187 w 200767"/>
                <a:gd name="connsiteY11" fmla="*/ 55 h 228150"/>
                <a:gd name="connsiteX12" fmla="*/ 63340 w 200767"/>
                <a:gd name="connsiteY12" fmla="*/ 17414 h 228150"/>
                <a:gd name="connsiteX13" fmla="*/ 63340 w 200767"/>
                <a:gd name="connsiteY13" fmla="*/ 55 h 228150"/>
                <a:gd name="connsiteX14" fmla="*/ 221 w 200767"/>
                <a:gd name="connsiteY14" fmla="*/ 2889 h 228150"/>
                <a:gd name="connsiteX15" fmla="*/ 221 w 200767"/>
                <a:gd name="connsiteY15" fmla="*/ 19540 h 228150"/>
                <a:gd name="connsiteX16" fmla="*/ 24827 w 200767"/>
                <a:gd name="connsiteY16" fmla="*/ 33002 h 228150"/>
                <a:gd name="connsiteX17" fmla="*/ 24827 w 200767"/>
                <a:gd name="connsiteY17" fmla="*/ 211555 h 228150"/>
                <a:gd name="connsiteX18" fmla="*/ 221 w 200767"/>
                <a:gd name="connsiteY18" fmla="*/ 211555 h 228150"/>
                <a:gd name="connsiteX19" fmla="*/ 221 w 200767"/>
                <a:gd name="connsiteY19" fmla="*/ 228206 h 228150"/>
                <a:gd name="connsiteX20" fmla="*/ 45153 w 200767"/>
                <a:gd name="connsiteY20" fmla="*/ 227143 h 228150"/>
                <a:gd name="connsiteX21" fmla="*/ 90085 w 200767"/>
                <a:gd name="connsiteY21" fmla="*/ 228206 h 228150"/>
                <a:gd name="connsiteX22" fmla="*/ 90085 w 200767"/>
                <a:gd name="connsiteY22" fmla="*/ 211555 h 228150"/>
                <a:gd name="connsiteX23" fmla="*/ 65479 w 200767"/>
                <a:gd name="connsiteY23" fmla="*/ 211555 h 228150"/>
                <a:gd name="connsiteX24" fmla="*/ 65479 w 200767"/>
                <a:gd name="connsiteY24" fmla="*/ 145661 h 22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767" h="228150">
                  <a:moveTo>
                    <a:pt x="65479" y="42922"/>
                  </a:moveTo>
                  <a:cubicBezTo>
                    <a:pt x="65479" y="36191"/>
                    <a:pt x="65836" y="35836"/>
                    <a:pt x="70828" y="30877"/>
                  </a:cubicBezTo>
                  <a:cubicBezTo>
                    <a:pt x="85092" y="16351"/>
                    <a:pt x="103636" y="14226"/>
                    <a:pt x="111481" y="14226"/>
                  </a:cubicBezTo>
                  <a:cubicBezTo>
                    <a:pt x="135373" y="14226"/>
                    <a:pt x="155343" y="35836"/>
                    <a:pt x="155343" y="80475"/>
                  </a:cubicBezTo>
                  <a:cubicBezTo>
                    <a:pt x="155343" y="130427"/>
                    <a:pt x="130381" y="148849"/>
                    <a:pt x="107202" y="148849"/>
                  </a:cubicBezTo>
                  <a:cubicBezTo>
                    <a:pt x="102209" y="148849"/>
                    <a:pt x="85449" y="148849"/>
                    <a:pt x="69402" y="129718"/>
                  </a:cubicBezTo>
                  <a:cubicBezTo>
                    <a:pt x="65479" y="125113"/>
                    <a:pt x="65479" y="124758"/>
                    <a:pt x="65479" y="118027"/>
                  </a:cubicBezTo>
                  <a:lnTo>
                    <a:pt x="65479" y="42922"/>
                  </a:lnTo>
                  <a:close/>
                  <a:moveTo>
                    <a:pt x="65479" y="145661"/>
                  </a:moveTo>
                  <a:cubicBezTo>
                    <a:pt x="80813" y="158060"/>
                    <a:pt x="96504" y="161603"/>
                    <a:pt x="111124" y="161603"/>
                  </a:cubicBezTo>
                  <a:cubicBezTo>
                    <a:pt x="164615" y="161603"/>
                    <a:pt x="200988" y="129718"/>
                    <a:pt x="200988" y="80475"/>
                  </a:cubicBezTo>
                  <a:cubicBezTo>
                    <a:pt x="200988" y="33356"/>
                    <a:pt x="168537" y="55"/>
                    <a:pt x="117187" y="55"/>
                  </a:cubicBezTo>
                  <a:cubicBezTo>
                    <a:pt x="90442" y="55"/>
                    <a:pt x="71542" y="11037"/>
                    <a:pt x="63340" y="17414"/>
                  </a:cubicBezTo>
                  <a:lnTo>
                    <a:pt x="63340" y="55"/>
                  </a:lnTo>
                  <a:lnTo>
                    <a:pt x="221" y="2889"/>
                  </a:lnTo>
                  <a:lnTo>
                    <a:pt x="221" y="19540"/>
                  </a:lnTo>
                  <a:cubicBezTo>
                    <a:pt x="22330" y="19540"/>
                    <a:pt x="24827" y="19540"/>
                    <a:pt x="24827" y="33002"/>
                  </a:cubicBezTo>
                  <a:lnTo>
                    <a:pt x="24827" y="211555"/>
                  </a:lnTo>
                  <a:lnTo>
                    <a:pt x="221" y="211555"/>
                  </a:lnTo>
                  <a:lnTo>
                    <a:pt x="221" y="228206"/>
                  </a:lnTo>
                  <a:cubicBezTo>
                    <a:pt x="10206" y="227852"/>
                    <a:pt x="31602" y="227143"/>
                    <a:pt x="45153" y="227143"/>
                  </a:cubicBezTo>
                  <a:cubicBezTo>
                    <a:pt x="59061" y="227143"/>
                    <a:pt x="80100" y="227852"/>
                    <a:pt x="90085" y="228206"/>
                  </a:cubicBezTo>
                  <a:lnTo>
                    <a:pt x="90085" y="211555"/>
                  </a:lnTo>
                  <a:lnTo>
                    <a:pt x="65479" y="211555"/>
                  </a:lnTo>
                  <a:lnTo>
                    <a:pt x="65479" y="145661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0B18EEF-3F0B-FB58-2738-DDDDBA33FC4E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700728" y="4247141"/>
              <a:ext cx="87724" cy="245864"/>
            </a:xfrm>
            <a:custGeom>
              <a:avLst/>
              <a:gdLst>
                <a:gd name="connsiteX0" fmla="*/ 63346 w 87724"/>
                <a:gd name="connsiteY0" fmla="*/ 55 h 245864"/>
                <a:gd name="connsiteX1" fmla="*/ 228 w 87724"/>
                <a:gd name="connsiteY1" fmla="*/ 2889 h 245864"/>
                <a:gd name="connsiteX2" fmla="*/ 228 w 87724"/>
                <a:gd name="connsiteY2" fmla="*/ 19540 h 245864"/>
                <a:gd name="connsiteX3" fmla="*/ 24833 w 87724"/>
                <a:gd name="connsiteY3" fmla="*/ 33356 h 245864"/>
                <a:gd name="connsiteX4" fmla="*/ 24833 w 87724"/>
                <a:gd name="connsiteY4" fmla="*/ 229269 h 245864"/>
                <a:gd name="connsiteX5" fmla="*/ 228 w 87724"/>
                <a:gd name="connsiteY5" fmla="*/ 229269 h 245864"/>
                <a:gd name="connsiteX6" fmla="*/ 228 w 87724"/>
                <a:gd name="connsiteY6" fmla="*/ 245919 h 245864"/>
                <a:gd name="connsiteX7" fmla="*/ 44090 w 87724"/>
                <a:gd name="connsiteY7" fmla="*/ 244857 h 245864"/>
                <a:gd name="connsiteX8" fmla="*/ 87952 w 87724"/>
                <a:gd name="connsiteY8" fmla="*/ 245919 h 245864"/>
                <a:gd name="connsiteX9" fmla="*/ 87952 w 87724"/>
                <a:gd name="connsiteY9" fmla="*/ 229269 h 245864"/>
                <a:gd name="connsiteX10" fmla="*/ 63346 w 87724"/>
                <a:gd name="connsiteY10" fmla="*/ 229269 h 245864"/>
                <a:gd name="connsiteX11" fmla="*/ 63346 w 87724"/>
                <a:gd name="connsiteY11" fmla="*/ 5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7724" h="245864">
                  <a:moveTo>
                    <a:pt x="63346" y="55"/>
                  </a:moveTo>
                  <a:lnTo>
                    <a:pt x="228" y="2889"/>
                  </a:lnTo>
                  <a:lnTo>
                    <a:pt x="228" y="19540"/>
                  </a:lnTo>
                  <a:cubicBezTo>
                    <a:pt x="22337" y="19540"/>
                    <a:pt x="24833" y="19540"/>
                    <a:pt x="24833" y="33356"/>
                  </a:cubicBezTo>
                  <a:lnTo>
                    <a:pt x="24833" y="229269"/>
                  </a:lnTo>
                  <a:lnTo>
                    <a:pt x="228" y="229269"/>
                  </a:lnTo>
                  <a:lnTo>
                    <a:pt x="228" y="245919"/>
                  </a:lnTo>
                  <a:cubicBezTo>
                    <a:pt x="11639" y="245565"/>
                    <a:pt x="28756" y="244857"/>
                    <a:pt x="44090" y="244857"/>
                  </a:cubicBezTo>
                  <a:cubicBezTo>
                    <a:pt x="59424" y="244857"/>
                    <a:pt x="75827" y="245565"/>
                    <a:pt x="87952" y="245919"/>
                  </a:cubicBezTo>
                  <a:lnTo>
                    <a:pt x="87952" y="229269"/>
                  </a:lnTo>
                  <a:lnTo>
                    <a:pt x="63346" y="229269"/>
                  </a:lnTo>
                  <a:lnTo>
                    <a:pt x="63346" y="55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0D801AF-8EFD-43E3-D3BD-13D861997B13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0814642" y="4246787"/>
              <a:ext cx="85227" cy="246218"/>
            </a:xfrm>
            <a:custGeom>
              <a:avLst/>
              <a:gdLst>
                <a:gd name="connsiteX0" fmla="*/ 63349 w 85227"/>
                <a:gd name="connsiteY0" fmla="*/ 86851 h 246218"/>
                <a:gd name="connsiteX1" fmla="*/ 1301 w 85227"/>
                <a:gd name="connsiteY1" fmla="*/ 89686 h 246218"/>
                <a:gd name="connsiteX2" fmla="*/ 1301 w 85227"/>
                <a:gd name="connsiteY2" fmla="*/ 106336 h 246218"/>
                <a:gd name="connsiteX3" fmla="*/ 24836 w 85227"/>
                <a:gd name="connsiteY3" fmla="*/ 120153 h 246218"/>
                <a:gd name="connsiteX4" fmla="*/ 24836 w 85227"/>
                <a:gd name="connsiteY4" fmla="*/ 229623 h 246218"/>
                <a:gd name="connsiteX5" fmla="*/ 231 w 85227"/>
                <a:gd name="connsiteY5" fmla="*/ 229623 h 246218"/>
                <a:gd name="connsiteX6" fmla="*/ 231 w 85227"/>
                <a:gd name="connsiteY6" fmla="*/ 246274 h 246218"/>
                <a:gd name="connsiteX7" fmla="*/ 43736 w 85227"/>
                <a:gd name="connsiteY7" fmla="*/ 245211 h 246218"/>
                <a:gd name="connsiteX8" fmla="*/ 85459 w 85227"/>
                <a:gd name="connsiteY8" fmla="*/ 246274 h 246218"/>
                <a:gd name="connsiteX9" fmla="*/ 85459 w 85227"/>
                <a:gd name="connsiteY9" fmla="*/ 229623 h 246218"/>
                <a:gd name="connsiteX10" fmla="*/ 63349 w 85227"/>
                <a:gd name="connsiteY10" fmla="*/ 229623 h 246218"/>
                <a:gd name="connsiteX11" fmla="*/ 63349 w 85227"/>
                <a:gd name="connsiteY11" fmla="*/ 86851 h 246218"/>
                <a:gd name="connsiteX12" fmla="*/ 66915 w 85227"/>
                <a:gd name="connsiteY12" fmla="*/ 27688 h 246218"/>
                <a:gd name="connsiteX13" fmla="*/ 39100 w 85227"/>
                <a:gd name="connsiteY13" fmla="*/ 55 h 246218"/>
                <a:gd name="connsiteX14" fmla="*/ 11285 w 85227"/>
                <a:gd name="connsiteY14" fmla="*/ 27688 h 246218"/>
                <a:gd name="connsiteX15" fmla="*/ 39100 w 85227"/>
                <a:gd name="connsiteY15" fmla="*/ 55321 h 246218"/>
                <a:gd name="connsiteX16" fmla="*/ 66915 w 85227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227" h="246218">
                  <a:moveTo>
                    <a:pt x="63349" y="86851"/>
                  </a:moveTo>
                  <a:lnTo>
                    <a:pt x="1301" y="89686"/>
                  </a:lnTo>
                  <a:lnTo>
                    <a:pt x="1301" y="106336"/>
                  </a:lnTo>
                  <a:cubicBezTo>
                    <a:pt x="22340" y="106336"/>
                    <a:pt x="24836" y="106336"/>
                    <a:pt x="24836" y="120153"/>
                  </a:cubicBezTo>
                  <a:lnTo>
                    <a:pt x="24836" y="229623"/>
                  </a:lnTo>
                  <a:lnTo>
                    <a:pt x="231" y="229623"/>
                  </a:lnTo>
                  <a:lnTo>
                    <a:pt x="231" y="246274"/>
                  </a:lnTo>
                  <a:cubicBezTo>
                    <a:pt x="11285" y="245919"/>
                    <a:pt x="28759" y="245211"/>
                    <a:pt x="43736" y="245211"/>
                  </a:cubicBezTo>
                  <a:cubicBezTo>
                    <a:pt x="54434" y="245211"/>
                    <a:pt x="72621" y="245919"/>
                    <a:pt x="85459" y="246274"/>
                  </a:cubicBezTo>
                  <a:lnTo>
                    <a:pt x="85459" y="229623"/>
                  </a:lnTo>
                  <a:lnTo>
                    <a:pt x="63349" y="229623"/>
                  </a:lnTo>
                  <a:lnTo>
                    <a:pt x="63349" y="86851"/>
                  </a:lnTo>
                  <a:close/>
                  <a:moveTo>
                    <a:pt x="66915" y="27688"/>
                  </a:moveTo>
                  <a:cubicBezTo>
                    <a:pt x="66915" y="12100"/>
                    <a:pt x="54078" y="55"/>
                    <a:pt x="39100" y="55"/>
                  </a:cubicBezTo>
                  <a:cubicBezTo>
                    <a:pt x="23766" y="55"/>
                    <a:pt x="11285" y="12454"/>
                    <a:pt x="11285" y="27688"/>
                  </a:cubicBezTo>
                  <a:cubicBezTo>
                    <a:pt x="11285" y="42922"/>
                    <a:pt x="23766" y="55321"/>
                    <a:pt x="39100" y="55321"/>
                  </a:cubicBezTo>
                  <a:cubicBezTo>
                    <a:pt x="54078" y="55321"/>
                    <a:pt x="66915" y="43276"/>
                    <a:pt x="66915" y="27688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947C499-758C-3B8C-1990-49085537A61F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0927843" y="4333583"/>
              <a:ext cx="203263" cy="159422"/>
            </a:xfrm>
            <a:custGeom>
              <a:avLst/>
              <a:gdLst>
                <a:gd name="connsiteX0" fmla="*/ 24839 w 203263"/>
                <a:gd name="connsiteY0" fmla="*/ 33356 h 159422"/>
                <a:gd name="connsiteX1" fmla="*/ 24839 w 203263"/>
                <a:gd name="connsiteY1" fmla="*/ 142826 h 159422"/>
                <a:gd name="connsiteX2" fmla="*/ 234 w 203263"/>
                <a:gd name="connsiteY2" fmla="*/ 142826 h 159422"/>
                <a:gd name="connsiteX3" fmla="*/ 234 w 203263"/>
                <a:gd name="connsiteY3" fmla="*/ 159477 h 159422"/>
                <a:gd name="connsiteX4" fmla="*/ 45166 w 203263"/>
                <a:gd name="connsiteY4" fmla="*/ 158414 h 159422"/>
                <a:gd name="connsiteX5" fmla="*/ 90098 w 203263"/>
                <a:gd name="connsiteY5" fmla="*/ 159477 h 159422"/>
                <a:gd name="connsiteX6" fmla="*/ 90098 w 203263"/>
                <a:gd name="connsiteY6" fmla="*/ 142826 h 159422"/>
                <a:gd name="connsiteX7" fmla="*/ 65492 w 203263"/>
                <a:gd name="connsiteY7" fmla="*/ 142826 h 159422"/>
                <a:gd name="connsiteX8" fmla="*/ 65492 w 203263"/>
                <a:gd name="connsiteY8" fmla="*/ 68784 h 159422"/>
                <a:gd name="connsiteX9" fmla="*/ 118626 w 203263"/>
                <a:gd name="connsiteY9" fmla="*/ 12809 h 159422"/>
                <a:gd name="connsiteX10" fmla="*/ 138239 w 203263"/>
                <a:gd name="connsiteY10" fmla="*/ 47173 h 159422"/>
                <a:gd name="connsiteX11" fmla="*/ 138239 w 203263"/>
                <a:gd name="connsiteY11" fmla="*/ 142826 h 159422"/>
                <a:gd name="connsiteX12" fmla="*/ 113633 w 203263"/>
                <a:gd name="connsiteY12" fmla="*/ 142826 h 159422"/>
                <a:gd name="connsiteX13" fmla="*/ 113633 w 203263"/>
                <a:gd name="connsiteY13" fmla="*/ 159477 h 159422"/>
                <a:gd name="connsiteX14" fmla="*/ 158565 w 203263"/>
                <a:gd name="connsiteY14" fmla="*/ 158414 h 159422"/>
                <a:gd name="connsiteX15" fmla="*/ 203497 w 203263"/>
                <a:gd name="connsiteY15" fmla="*/ 159477 h 159422"/>
                <a:gd name="connsiteX16" fmla="*/ 203497 w 203263"/>
                <a:gd name="connsiteY16" fmla="*/ 142826 h 159422"/>
                <a:gd name="connsiteX17" fmla="*/ 178892 w 203263"/>
                <a:gd name="connsiteY17" fmla="*/ 142826 h 159422"/>
                <a:gd name="connsiteX18" fmla="*/ 178892 w 203263"/>
                <a:gd name="connsiteY18" fmla="*/ 51070 h 159422"/>
                <a:gd name="connsiteX19" fmla="*/ 123975 w 203263"/>
                <a:gd name="connsiteY19" fmla="*/ 55 h 159422"/>
                <a:gd name="connsiteX20" fmla="*/ 61569 w 203263"/>
                <a:gd name="connsiteY20" fmla="*/ 38316 h 159422"/>
                <a:gd name="connsiteX21" fmla="*/ 61569 w 203263"/>
                <a:gd name="connsiteY21" fmla="*/ 55 h 159422"/>
                <a:gd name="connsiteX22" fmla="*/ 234 w 203263"/>
                <a:gd name="connsiteY22" fmla="*/ 2889 h 159422"/>
                <a:gd name="connsiteX23" fmla="*/ 234 w 203263"/>
                <a:gd name="connsiteY23" fmla="*/ 19540 h 159422"/>
                <a:gd name="connsiteX24" fmla="*/ 24839 w 203263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3263" h="159422">
                  <a:moveTo>
                    <a:pt x="24839" y="33356"/>
                  </a:moveTo>
                  <a:lnTo>
                    <a:pt x="24839" y="142826"/>
                  </a:lnTo>
                  <a:lnTo>
                    <a:pt x="234" y="142826"/>
                  </a:lnTo>
                  <a:lnTo>
                    <a:pt x="234" y="159477"/>
                  </a:lnTo>
                  <a:cubicBezTo>
                    <a:pt x="10219" y="159123"/>
                    <a:pt x="31615" y="158414"/>
                    <a:pt x="45166" y="158414"/>
                  </a:cubicBezTo>
                  <a:cubicBezTo>
                    <a:pt x="59073" y="158414"/>
                    <a:pt x="80113" y="159123"/>
                    <a:pt x="90098" y="159477"/>
                  </a:cubicBezTo>
                  <a:lnTo>
                    <a:pt x="90098" y="142826"/>
                  </a:lnTo>
                  <a:lnTo>
                    <a:pt x="65492" y="142826"/>
                  </a:lnTo>
                  <a:lnTo>
                    <a:pt x="65492" y="68784"/>
                  </a:lnTo>
                  <a:cubicBezTo>
                    <a:pt x="65492" y="30168"/>
                    <a:pt x="96160" y="12809"/>
                    <a:pt x="118626" y="12809"/>
                  </a:cubicBezTo>
                  <a:cubicBezTo>
                    <a:pt x="130750" y="12809"/>
                    <a:pt x="138239" y="20248"/>
                    <a:pt x="138239" y="47173"/>
                  </a:cubicBezTo>
                  <a:lnTo>
                    <a:pt x="138239" y="142826"/>
                  </a:lnTo>
                  <a:lnTo>
                    <a:pt x="113633" y="142826"/>
                  </a:lnTo>
                  <a:lnTo>
                    <a:pt x="113633" y="159477"/>
                  </a:lnTo>
                  <a:cubicBezTo>
                    <a:pt x="123618" y="159123"/>
                    <a:pt x="145014" y="158414"/>
                    <a:pt x="158565" y="158414"/>
                  </a:cubicBezTo>
                  <a:cubicBezTo>
                    <a:pt x="172473" y="158414"/>
                    <a:pt x="193512" y="159123"/>
                    <a:pt x="203497" y="159477"/>
                  </a:cubicBezTo>
                  <a:lnTo>
                    <a:pt x="203497" y="142826"/>
                  </a:lnTo>
                  <a:lnTo>
                    <a:pt x="178892" y="142826"/>
                  </a:lnTo>
                  <a:lnTo>
                    <a:pt x="178892" y="51070"/>
                  </a:lnTo>
                  <a:cubicBezTo>
                    <a:pt x="178892" y="13872"/>
                    <a:pt x="159635" y="55"/>
                    <a:pt x="123975" y="55"/>
                  </a:cubicBezTo>
                  <a:cubicBezTo>
                    <a:pt x="89741" y="55"/>
                    <a:pt x="70841" y="20248"/>
                    <a:pt x="61569" y="38316"/>
                  </a:cubicBezTo>
                  <a:lnTo>
                    <a:pt x="61569" y="55"/>
                  </a:lnTo>
                  <a:lnTo>
                    <a:pt x="234" y="2889"/>
                  </a:lnTo>
                  <a:lnTo>
                    <a:pt x="234" y="19540"/>
                  </a:lnTo>
                  <a:cubicBezTo>
                    <a:pt x="22343" y="19540"/>
                    <a:pt x="24839" y="19540"/>
                    <a:pt x="24839" y="33356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F876854-C17D-19AF-B8BB-B2EFD690E0A8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1151035" y="4332520"/>
              <a:ext cx="164750" cy="162610"/>
            </a:xfrm>
            <a:custGeom>
              <a:avLst/>
              <a:gdLst>
                <a:gd name="connsiteX0" fmla="*/ 153579 w 164750"/>
                <a:gd name="connsiteY0" fmla="*/ 83309 h 162610"/>
                <a:gd name="connsiteX1" fmla="*/ 164990 w 164750"/>
                <a:gd name="connsiteY1" fmla="*/ 73743 h 162610"/>
                <a:gd name="connsiteX2" fmla="*/ 145021 w 164750"/>
                <a:gd name="connsiteY2" fmla="*/ 19186 h 162610"/>
                <a:gd name="connsiteX3" fmla="*/ 88321 w 164750"/>
                <a:gd name="connsiteY3" fmla="*/ 55 h 162610"/>
                <a:gd name="connsiteX4" fmla="*/ 240 w 164750"/>
                <a:gd name="connsiteY4" fmla="*/ 80829 h 162610"/>
                <a:gd name="connsiteX5" fmla="*/ 93313 w 164750"/>
                <a:gd name="connsiteY5" fmla="*/ 162666 h 162610"/>
                <a:gd name="connsiteX6" fmla="*/ 164990 w 164750"/>
                <a:gd name="connsiteY6" fmla="*/ 119090 h 162610"/>
                <a:gd name="connsiteX7" fmla="*/ 156432 w 164750"/>
                <a:gd name="connsiteY7" fmla="*/ 112713 h 162610"/>
                <a:gd name="connsiteX8" fmla="*/ 147517 w 164750"/>
                <a:gd name="connsiteY8" fmla="*/ 120153 h 162610"/>
                <a:gd name="connsiteX9" fmla="*/ 96523 w 164750"/>
                <a:gd name="connsiteY9" fmla="*/ 148495 h 162610"/>
                <a:gd name="connsiteX10" fmla="*/ 45885 w 164750"/>
                <a:gd name="connsiteY10" fmla="*/ 83309 h 162610"/>
                <a:gd name="connsiteX11" fmla="*/ 153579 w 164750"/>
                <a:gd name="connsiteY11" fmla="*/ 83309 h 162610"/>
                <a:gd name="connsiteX12" fmla="*/ 45885 w 164750"/>
                <a:gd name="connsiteY12" fmla="*/ 71618 h 162610"/>
                <a:gd name="connsiteX13" fmla="*/ 54444 w 164750"/>
                <a:gd name="connsiteY13" fmla="*/ 31231 h 162610"/>
                <a:gd name="connsiteX14" fmla="*/ 88321 w 164750"/>
                <a:gd name="connsiteY14" fmla="*/ 12809 h 162610"/>
                <a:gd name="connsiteX15" fmla="*/ 131113 w 164750"/>
                <a:gd name="connsiteY15" fmla="*/ 71618 h 162610"/>
                <a:gd name="connsiteX16" fmla="*/ 45885 w 164750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4750" h="162610">
                  <a:moveTo>
                    <a:pt x="153579" y="83309"/>
                  </a:moveTo>
                  <a:cubicBezTo>
                    <a:pt x="161424" y="83309"/>
                    <a:pt x="164990" y="83309"/>
                    <a:pt x="164990" y="73743"/>
                  </a:cubicBezTo>
                  <a:cubicBezTo>
                    <a:pt x="164990" y="62761"/>
                    <a:pt x="162851" y="36899"/>
                    <a:pt x="145021" y="19186"/>
                  </a:cubicBezTo>
                  <a:cubicBezTo>
                    <a:pt x="131827" y="6432"/>
                    <a:pt x="112927" y="55"/>
                    <a:pt x="88321" y="55"/>
                  </a:cubicBezTo>
                  <a:cubicBezTo>
                    <a:pt x="31265" y="55"/>
                    <a:pt x="240" y="36545"/>
                    <a:pt x="240" y="80829"/>
                  </a:cubicBezTo>
                  <a:cubicBezTo>
                    <a:pt x="240" y="128301"/>
                    <a:pt x="35900" y="162666"/>
                    <a:pt x="93313" y="162666"/>
                  </a:cubicBezTo>
                  <a:cubicBezTo>
                    <a:pt x="149657" y="162666"/>
                    <a:pt x="164990" y="125113"/>
                    <a:pt x="164990" y="119090"/>
                  </a:cubicBezTo>
                  <a:cubicBezTo>
                    <a:pt x="164990" y="112713"/>
                    <a:pt x="158215" y="112713"/>
                    <a:pt x="156432" y="112713"/>
                  </a:cubicBezTo>
                  <a:cubicBezTo>
                    <a:pt x="150370" y="112713"/>
                    <a:pt x="149657" y="114485"/>
                    <a:pt x="147517" y="120153"/>
                  </a:cubicBezTo>
                  <a:cubicBezTo>
                    <a:pt x="140028" y="137158"/>
                    <a:pt x="119702" y="148495"/>
                    <a:pt x="96523" y="148495"/>
                  </a:cubicBezTo>
                  <a:cubicBezTo>
                    <a:pt x="46242" y="148495"/>
                    <a:pt x="45885" y="101377"/>
                    <a:pt x="45885" y="83309"/>
                  </a:cubicBezTo>
                  <a:lnTo>
                    <a:pt x="153579" y="83309"/>
                  </a:lnTo>
                  <a:close/>
                  <a:moveTo>
                    <a:pt x="45885" y="71618"/>
                  </a:moveTo>
                  <a:cubicBezTo>
                    <a:pt x="46599" y="57801"/>
                    <a:pt x="46955" y="42922"/>
                    <a:pt x="54444" y="31231"/>
                  </a:cubicBezTo>
                  <a:cubicBezTo>
                    <a:pt x="63715" y="17060"/>
                    <a:pt x="77980" y="12809"/>
                    <a:pt x="88321" y="12809"/>
                  </a:cubicBezTo>
                  <a:cubicBezTo>
                    <a:pt x="130043" y="12809"/>
                    <a:pt x="130757" y="59218"/>
                    <a:pt x="131113" y="71618"/>
                  </a:cubicBezTo>
                  <a:lnTo>
                    <a:pt x="45885" y="71618"/>
                  </a:ln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EA7F77B-8669-92CF-23BD-161DB709A50D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1341133" y="4332520"/>
              <a:ext cx="134439" cy="162610"/>
            </a:xfrm>
            <a:custGeom>
              <a:avLst/>
              <a:gdLst>
                <a:gd name="connsiteX0" fmla="*/ 61938 w 134439"/>
                <a:gd name="connsiteY0" fmla="*/ 56384 h 162610"/>
                <a:gd name="connsiteX1" fmla="*/ 25564 w 134439"/>
                <a:gd name="connsiteY1" fmla="*/ 33356 h 162610"/>
                <a:gd name="connsiteX2" fmla="*/ 65504 w 134439"/>
                <a:gd name="connsiteY2" fmla="*/ 11392 h 162610"/>
                <a:gd name="connsiteX3" fmla="*/ 107583 w 134439"/>
                <a:gd name="connsiteY3" fmla="*/ 41150 h 162610"/>
                <a:gd name="connsiteX4" fmla="*/ 115785 w 134439"/>
                <a:gd name="connsiteY4" fmla="*/ 48236 h 162610"/>
                <a:gd name="connsiteX5" fmla="*/ 124343 w 134439"/>
                <a:gd name="connsiteY5" fmla="*/ 38316 h 162610"/>
                <a:gd name="connsiteX6" fmla="*/ 124343 w 134439"/>
                <a:gd name="connsiteY6" fmla="*/ 9975 h 162610"/>
                <a:gd name="connsiteX7" fmla="*/ 117924 w 134439"/>
                <a:gd name="connsiteY7" fmla="*/ 55 h 162610"/>
                <a:gd name="connsiteX8" fmla="*/ 101877 w 134439"/>
                <a:gd name="connsiteY8" fmla="*/ 6786 h 162610"/>
                <a:gd name="connsiteX9" fmla="*/ 65860 w 134439"/>
                <a:gd name="connsiteY9" fmla="*/ 55 h 162610"/>
                <a:gd name="connsiteX10" fmla="*/ 246 w 134439"/>
                <a:gd name="connsiteY10" fmla="*/ 46464 h 162610"/>
                <a:gd name="connsiteX11" fmla="*/ 14510 w 134439"/>
                <a:gd name="connsiteY11" fmla="*/ 76223 h 162610"/>
                <a:gd name="connsiteX12" fmla="*/ 69783 w 134439"/>
                <a:gd name="connsiteY12" fmla="*/ 95708 h 162610"/>
                <a:gd name="connsiteX13" fmla="*/ 109366 w 134439"/>
                <a:gd name="connsiteY13" fmla="*/ 123341 h 162610"/>
                <a:gd name="connsiteX14" fmla="*/ 68713 w 134439"/>
                <a:gd name="connsiteY14" fmla="*/ 149912 h 162610"/>
                <a:gd name="connsiteX15" fmla="*/ 17362 w 134439"/>
                <a:gd name="connsiteY15" fmla="*/ 108816 h 162610"/>
                <a:gd name="connsiteX16" fmla="*/ 8804 w 134439"/>
                <a:gd name="connsiteY16" fmla="*/ 103856 h 162610"/>
                <a:gd name="connsiteX17" fmla="*/ 246 w 134439"/>
                <a:gd name="connsiteY17" fmla="*/ 114130 h 162610"/>
                <a:gd name="connsiteX18" fmla="*/ 246 w 134439"/>
                <a:gd name="connsiteY18" fmla="*/ 152746 h 162610"/>
                <a:gd name="connsiteX19" fmla="*/ 6664 w 134439"/>
                <a:gd name="connsiteY19" fmla="*/ 162666 h 162610"/>
                <a:gd name="connsiteX20" fmla="*/ 17362 w 134439"/>
                <a:gd name="connsiteY20" fmla="*/ 157351 h 162610"/>
                <a:gd name="connsiteX21" fmla="*/ 26634 w 134439"/>
                <a:gd name="connsiteY21" fmla="*/ 151329 h 162610"/>
                <a:gd name="connsiteX22" fmla="*/ 68713 w 134439"/>
                <a:gd name="connsiteY22" fmla="*/ 162666 h 162610"/>
                <a:gd name="connsiteX23" fmla="*/ 134685 w 134439"/>
                <a:gd name="connsiteY23" fmla="*/ 110942 h 162610"/>
                <a:gd name="connsiteX24" fmla="*/ 115071 w 134439"/>
                <a:gd name="connsiteY24" fmla="*/ 73389 h 162610"/>
                <a:gd name="connsiteX25" fmla="*/ 61938 w 134439"/>
                <a:gd name="connsiteY25" fmla="*/ 56384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4439" h="162610">
                  <a:moveTo>
                    <a:pt x="61938" y="56384"/>
                  </a:moveTo>
                  <a:cubicBezTo>
                    <a:pt x="48743" y="53904"/>
                    <a:pt x="25564" y="50007"/>
                    <a:pt x="25564" y="33356"/>
                  </a:cubicBezTo>
                  <a:cubicBezTo>
                    <a:pt x="25564" y="11392"/>
                    <a:pt x="58728" y="11392"/>
                    <a:pt x="65504" y="11392"/>
                  </a:cubicBezTo>
                  <a:cubicBezTo>
                    <a:pt x="92249" y="11392"/>
                    <a:pt x="105800" y="21665"/>
                    <a:pt x="107583" y="41150"/>
                  </a:cubicBezTo>
                  <a:cubicBezTo>
                    <a:pt x="107939" y="46464"/>
                    <a:pt x="108296" y="48236"/>
                    <a:pt x="115785" y="48236"/>
                  </a:cubicBezTo>
                  <a:cubicBezTo>
                    <a:pt x="124343" y="48236"/>
                    <a:pt x="124343" y="46464"/>
                    <a:pt x="124343" y="38316"/>
                  </a:cubicBezTo>
                  <a:lnTo>
                    <a:pt x="124343" y="9975"/>
                  </a:lnTo>
                  <a:cubicBezTo>
                    <a:pt x="124343" y="3243"/>
                    <a:pt x="124343" y="55"/>
                    <a:pt x="117924" y="55"/>
                  </a:cubicBezTo>
                  <a:cubicBezTo>
                    <a:pt x="116498" y="55"/>
                    <a:pt x="115785" y="55"/>
                    <a:pt x="101877" y="6786"/>
                  </a:cubicBezTo>
                  <a:cubicBezTo>
                    <a:pt x="92605" y="2181"/>
                    <a:pt x="80124" y="55"/>
                    <a:pt x="65860" y="55"/>
                  </a:cubicBezTo>
                  <a:cubicBezTo>
                    <a:pt x="55162" y="55"/>
                    <a:pt x="246" y="55"/>
                    <a:pt x="246" y="46464"/>
                  </a:cubicBezTo>
                  <a:cubicBezTo>
                    <a:pt x="246" y="60635"/>
                    <a:pt x="7378" y="70201"/>
                    <a:pt x="14510" y="76223"/>
                  </a:cubicBezTo>
                  <a:cubicBezTo>
                    <a:pt x="28774" y="88623"/>
                    <a:pt x="42325" y="90748"/>
                    <a:pt x="69783" y="95708"/>
                  </a:cubicBezTo>
                  <a:cubicBezTo>
                    <a:pt x="82621" y="97834"/>
                    <a:pt x="109366" y="102439"/>
                    <a:pt x="109366" y="123341"/>
                  </a:cubicBezTo>
                  <a:cubicBezTo>
                    <a:pt x="109366" y="149912"/>
                    <a:pt x="76558" y="149912"/>
                    <a:pt x="68713" y="149912"/>
                  </a:cubicBezTo>
                  <a:cubicBezTo>
                    <a:pt x="30913" y="149912"/>
                    <a:pt x="21642" y="124050"/>
                    <a:pt x="17362" y="108816"/>
                  </a:cubicBezTo>
                  <a:cubicBezTo>
                    <a:pt x="15579" y="103856"/>
                    <a:pt x="13796" y="103856"/>
                    <a:pt x="8804" y="103856"/>
                  </a:cubicBezTo>
                  <a:cubicBezTo>
                    <a:pt x="246" y="103856"/>
                    <a:pt x="246" y="105982"/>
                    <a:pt x="246" y="114130"/>
                  </a:cubicBezTo>
                  <a:lnTo>
                    <a:pt x="246" y="152746"/>
                  </a:lnTo>
                  <a:cubicBezTo>
                    <a:pt x="246" y="159477"/>
                    <a:pt x="246" y="162666"/>
                    <a:pt x="6664" y="162666"/>
                  </a:cubicBezTo>
                  <a:cubicBezTo>
                    <a:pt x="9161" y="162666"/>
                    <a:pt x="9874" y="162666"/>
                    <a:pt x="17362" y="157351"/>
                  </a:cubicBezTo>
                  <a:cubicBezTo>
                    <a:pt x="17719" y="157351"/>
                    <a:pt x="25564" y="152037"/>
                    <a:pt x="26634" y="151329"/>
                  </a:cubicBezTo>
                  <a:cubicBezTo>
                    <a:pt x="43038" y="162666"/>
                    <a:pt x="61581" y="162666"/>
                    <a:pt x="68713" y="162666"/>
                  </a:cubicBezTo>
                  <a:cubicBezTo>
                    <a:pt x="79768" y="162666"/>
                    <a:pt x="134685" y="162666"/>
                    <a:pt x="134685" y="110942"/>
                  </a:cubicBezTo>
                  <a:cubicBezTo>
                    <a:pt x="134685" y="95708"/>
                    <a:pt x="127553" y="83309"/>
                    <a:pt x="115071" y="73389"/>
                  </a:cubicBezTo>
                  <a:cubicBezTo>
                    <a:pt x="101164" y="63115"/>
                    <a:pt x="89753" y="60990"/>
                    <a:pt x="61938" y="56384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135BE7F-5C90-ACEF-77C9-1E6BE3614C7A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518224" y="4335709"/>
              <a:ext cx="55629" cy="157296"/>
            </a:xfrm>
            <a:custGeom>
              <a:avLst/>
              <a:gdLst>
                <a:gd name="connsiteX0" fmla="*/ 55880 w 55629"/>
                <a:gd name="connsiteY0" fmla="*/ 27688 h 157296"/>
                <a:gd name="connsiteX1" fmla="*/ 28065 w 55629"/>
                <a:gd name="connsiteY1" fmla="*/ 55 h 157296"/>
                <a:gd name="connsiteX2" fmla="*/ 250 w 55629"/>
                <a:gd name="connsiteY2" fmla="*/ 27688 h 157296"/>
                <a:gd name="connsiteX3" fmla="*/ 28065 w 55629"/>
                <a:gd name="connsiteY3" fmla="*/ 55321 h 157296"/>
                <a:gd name="connsiteX4" fmla="*/ 55880 w 55629"/>
                <a:gd name="connsiteY4" fmla="*/ 27688 h 157296"/>
                <a:gd name="connsiteX5" fmla="*/ 55880 w 55629"/>
                <a:gd name="connsiteY5" fmla="*/ 129718 h 157296"/>
                <a:gd name="connsiteX6" fmla="*/ 28065 w 55629"/>
                <a:gd name="connsiteY6" fmla="*/ 102085 h 157296"/>
                <a:gd name="connsiteX7" fmla="*/ 250 w 55629"/>
                <a:gd name="connsiteY7" fmla="*/ 129718 h 157296"/>
                <a:gd name="connsiteX8" fmla="*/ 28065 w 55629"/>
                <a:gd name="connsiteY8" fmla="*/ 157351 h 157296"/>
                <a:gd name="connsiteX9" fmla="*/ 55880 w 55629"/>
                <a:gd name="connsiteY9" fmla="*/ 129718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629" h="157296">
                  <a:moveTo>
                    <a:pt x="55880" y="27688"/>
                  </a:moveTo>
                  <a:cubicBezTo>
                    <a:pt x="55880" y="12454"/>
                    <a:pt x="43399" y="55"/>
                    <a:pt x="28065" y="55"/>
                  </a:cubicBezTo>
                  <a:cubicBezTo>
                    <a:pt x="12731" y="55"/>
                    <a:pt x="250" y="12454"/>
                    <a:pt x="250" y="27688"/>
                  </a:cubicBezTo>
                  <a:cubicBezTo>
                    <a:pt x="250" y="42922"/>
                    <a:pt x="12731" y="55321"/>
                    <a:pt x="28065" y="55321"/>
                  </a:cubicBezTo>
                  <a:cubicBezTo>
                    <a:pt x="43399" y="55321"/>
                    <a:pt x="55880" y="42922"/>
                    <a:pt x="55880" y="27688"/>
                  </a:cubicBezTo>
                  <a:close/>
                  <a:moveTo>
                    <a:pt x="55880" y="129718"/>
                  </a:moveTo>
                  <a:cubicBezTo>
                    <a:pt x="55880" y="114485"/>
                    <a:pt x="43399" y="102085"/>
                    <a:pt x="28065" y="102085"/>
                  </a:cubicBezTo>
                  <a:cubicBezTo>
                    <a:pt x="12731" y="102085"/>
                    <a:pt x="250" y="114485"/>
                    <a:pt x="250" y="129718"/>
                  </a:cubicBezTo>
                  <a:cubicBezTo>
                    <a:pt x="250" y="144952"/>
                    <a:pt x="12731" y="157351"/>
                    <a:pt x="28065" y="157351"/>
                  </a:cubicBezTo>
                  <a:cubicBezTo>
                    <a:pt x="43399" y="157351"/>
                    <a:pt x="55880" y="144952"/>
                    <a:pt x="55880" y="129718"/>
                  </a:cubicBezTo>
                  <a:close/>
                </a:path>
              </a:pathLst>
            </a:custGeom>
            <a:solidFill>
              <a:srgbClr val="000000"/>
            </a:solidFill>
            <a:ln w="355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2050" name="Picture 2" descr="Interpolation (scipy.interpolate) — SciPy v0.19.0 Reference Guide">
            <a:extLst>
              <a:ext uri="{FF2B5EF4-FFF2-40B4-BE49-F238E27FC236}">
                <a16:creationId xmlns:a16="http://schemas.microsoft.com/office/drawing/2014/main" id="{FF68BF70-A2C3-6E01-84FE-030E5CFBE6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984" t="12698" r="7142" b="9564"/>
          <a:stretch>
            <a:fillRect/>
          </a:stretch>
        </p:blipFill>
        <p:spPr bwMode="auto">
          <a:xfrm>
            <a:off x="1325564" y="505184"/>
            <a:ext cx="10515600" cy="6109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33038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6688"/>
  <p:tag name="ORIGINALWIDTH" val="37.19682"/>
  <p:tag name="OUTPUTTYPE" val="SVG"/>
  <p:tag name="IGUANATEXVERSION" val="160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/>
  <p:tag name="IGUANATEXSIZE" val="28"/>
  <p:tag name="IGUANATEXCURSOR" val="42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53544"/>
  <p:tag name="ORIGINALWIDTH" val="5.11437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/>
  <p:tag name="IGUANATEXSIZE" val="28"/>
  <p:tag name="IGUANATEXCURSOR" val="42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15917"/>
  <p:tag name="ORIGINALWIDTH" val="5.645866"/>
  <p:tag name="EMFCHILD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466929"/>
  <p:tag name="EMFCHILD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9671"/>
  <p:tag name="EMFCHILD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716058"/>
  <p:tag name="EMFCHILD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33015"/>
  <p:tag name="EMFCHILD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780624"/>
  <p:tag name="EMFCHILD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1.56437"/>
  <p:tag name="EMFCHIL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6688"/>
  <p:tag name="ORIGINALWIDTH" val="37.19682"/>
  <p:tag name="OUTPUTTYPE" val="SVG"/>
  <p:tag name="IGUANATEXVERSION" val="160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/>
  <p:tag name="IGUANATEXSIZE" val="28"/>
  <p:tag name="IGUANATEXCURSOR" val="42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53544"/>
  <p:tag name="ORIGINALWIDTH" val="5.11437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/>
  <p:tag name="IGUANATEXSIZE" val="28"/>
  <p:tag name="IGUANATEXCURSOR" val="42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15917"/>
  <p:tag name="ORIGINALWIDTH" val="5.645866"/>
  <p:tag name="EMFCHIL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466929"/>
  <p:tag name="EMFCHIL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9671"/>
  <p:tag name="EMFCHIL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716058"/>
  <p:tag name="EMFCHIL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33015"/>
  <p:tag name="EMFCHIL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780624"/>
  <p:tag name="EMFCHIL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1.56437"/>
  <p:tag name="EMFCHIL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6688"/>
  <p:tag name="ORIGINALWIDTH" val="37.19682"/>
  <p:tag name="OUTPUTTYPE" val="SVG"/>
  <p:tag name="IGUANATEXVERSION" val="160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/>
  <p:tag name="IGUANATEXSIZE" val="28"/>
  <p:tag name="IGUANATEXCURSOR" val="42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53544"/>
  <p:tag name="ORIGINALWIDTH" val="5.11437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/>
  <p:tag name="IGUANATEXSIZE" val="28"/>
  <p:tag name="IGUANATEXCURSOR" val="42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15917"/>
  <p:tag name="ORIGINALWIDTH" val="5.645866"/>
  <p:tag name="EMFCHIL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466929"/>
  <p:tag name="EMFCHIL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9671"/>
  <p:tag name="EMFCHIL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716058"/>
  <p:tag name="EMFCHIL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33015"/>
  <p:tag name="EMFCHIL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780624"/>
  <p:tag name="EMFCHIL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1.56437"/>
  <p:tag name="EMFCHIL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6688"/>
  <p:tag name="ORIGINALWIDTH" val="37.19682"/>
  <p:tag name="OUTPUTTYPE" val="SVG"/>
  <p:tag name="IGUANATEXVERSION" val="160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/>
  <p:tag name="IGUANATEXSIZE" val="28"/>
  <p:tag name="IGUANATEXCURSOR" val="42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53544"/>
  <p:tag name="ORIGINALWIDTH" val="5.11437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/>
  <p:tag name="IGUANATEXSIZE" val="28"/>
  <p:tag name="IGUANATEXCURSOR" val="42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15917"/>
  <p:tag name="ORIGINALWIDTH" val="5.645866"/>
  <p:tag name="EMFCHIL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466929"/>
  <p:tag name="EMFCHILD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9671"/>
  <p:tag name="EMFCHILD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716058"/>
  <p:tag name="EMFCHILD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33015"/>
  <p:tag name="EMFCHILD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780624"/>
  <p:tag name="EMFCHILD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1.56437"/>
  <p:tag name="EMFCHILD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6688"/>
  <p:tag name="ORIGINALWIDTH" val="37.19682"/>
  <p:tag name="OUTPUTTYPE" val="SVG"/>
  <p:tag name="IGUANATEXVERSION" val="160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/>
  <p:tag name="IGUANATEXSIZE" val="28"/>
  <p:tag name="IGUANATEXCURSOR" val="42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53544"/>
  <p:tag name="ORIGINALWIDTH" val="5.11437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/>
  <p:tag name="IGUANATEXSIZE" val="28"/>
  <p:tag name="IGUANATEXCURSOR" val="42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15917"/>
  <p:tag name="ORIGINALWIDTH" val="5.645866"/>
  <p:tag name="EMFCHILD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466929"/>
  <p:tag name="EMFCHILD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9671"/>
  <p:tag name="EMFCHILD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716058"/>
  <p:tag name="EMFCHILD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33015"/>
  <p:tag name="EMFCHILD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780624"/>
  <p:tag name="EMFCHILD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1.56437"/>
  <p:tag name="EMFCHILD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6688"/>
  <p:tag name="ORIGINALWIDTH" val="37.19682"/>
  <p:tag name="OUTPUTTYPE" val="SVG"/>
  <p:tag name="IGUANATEXVERSION" val="160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/>
  <p:tag name="IGUANATEXSIZE" val="28"/>
  <p:tag name="IGUANATEXCURSOR" val="42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53544"/>
  <p:tag name="ORIGINALWIDTH" val="5.11437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/>
  <p:tag name="IGUANATEXSIZE" val="28"/>
  <p:tag name="IGUANATEXCURSOR" val="42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15917"/>
  <p:tag name="ORIGINALWIDTH" val="5.645866"/>
  <p:tag name="EMFCHILD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466929"/>
  <p:tag name="EMFCHILD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9671"/>
  <p:tag name="EMFCHILD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716058"/>
  <p:tag name="EMFCHILD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33015"/>
  <p:tag name="EMFCHILD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780624"/>
  <p:tag name="EMFCHILD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1.56437"/>
  <p:tag name="EMFCHILD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6688"/>
  <p:tag name="ORIGINALWIDTH" val="37.19682"/>
  <p:tag name="OUTPUTTYPE" val="SVG"/>
  <p:tag name="IGUANATEXVERSION" val="160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/>
  <p:tag name="IGUANATEXSIZE" val="28"/>
  <p:tag name="IGUANATEXCURSOR" val="42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53544"/>
  <p:tag name="ORIGINALWIDTH" val="5.11437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/>
  <p:tag name="IGUANATEXSIZE" val="28"/>
  <p:tag name="IGUANATEXCURSOR" val="42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15917"/>
  <p:tag name="ORIGINALWIDTH" val="5.645866"/>
  <p:tag name="EMFCHILD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466929"/>
  <p:tag name="EMFCHILD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9671"/>
  <p:tag name="EMFCHILD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716058"/>
  <p:tag name="EMFCHILD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33015"/>
  <p:tag name="EMFCHILD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780624"/>
  <p:tag name="EMFCHILD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1.56437"/>
  <p:tag name="EMFCHILD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6688"/>
  <p:tag name="ORIGINALWIDTH" val="37.19682"/>
  <p:tag name="OUTPUTTYPE" val="SVG"/>
  <p:tag name="IGUANATEXVERSION" val="160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/>
  <p:tag name="IGUANATEXSIZE" val="28"/>
  <p:tag name="IGUANATEXCURSOR" val="42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53544"/>
  <p:tag name="ORIGINALWIDTH" val="5.11437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/>
  <p:tag name="IGUANATEXSIZE" val="28"/>
  <p:tag name="IGUANATEXCURSOR" val="42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15917"/>
  <p:tag name="ORIGINALWIDTH" val="5.645866"/>
  <p:tag name="EMFCHILD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466929"/>
  <p:tag name="EMFCHILD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9671"/>
  <p:tag name="EMFCHILD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716058"/>
  <p:tag name="EMFCHILD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33015"/>
  <p:tag name="EMFCHILD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780624"/>
  <p:tag name="EMFCHILD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1.56437"/>
  <p:tag name="EMFCHILD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6688"/>
  <p:tag name="ORIGINALWIDTH" val="37.19682"/>
  <p:tag name="OUTPUTTYPE" val="SVG"/>
  <p:tag name="IGUANATEXVERSION" val="160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/>
  <p:tag name="IGUANATEXSIZE" val="28"/>
  <p:tag name="IGUANATEXCURSOR" val="42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53544"/>
  <p:tag name="ORIGINALWIDTH" val="5.11437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/>
  <p:tag name="IGUANATEXSIZE" val="28"/>
  <p:tag name="IGUANATEXCURSOR" val="42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15917"/>
  <p:tag name="ORIGINALWIDTH" val="5.645866"/>
  <p:tag name="EMFCHILD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466929"/>
  <p:tag name="EMFCHILD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9671"/>
  <p:tag name="EMFCHILD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716058"/>
  <p:tag name="EMFCHILD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33015"/>
  <p:tag name="EMFCHILD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780624"/>
  <p:tag name="EMFCHILD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1.56437"/>
  <p:tag name="EMFCHILD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6688"/>
  <p:tag name="ORIGINALWIDTH" val="37.19682"/>
  <p:tag name="OUTPUTTYPE" val="SVG"/>
  <p:tag name="IGUANATEXVERSION" val="160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/>
  <p:tag name="IGUANATEXSIZE" val="28"/>
  <p:tag name="IGUANATEXCURSOR" val="42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53544"/>
  <p:tag name="ORIGINALWIDTH" val="5.11437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/>
  <p:tag name="IGUANATEXSIZE" val="28"/>
  <p:tag name="IGUANATEXCURSOR" val="42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15917"/>
  <p:tag name="ORIGINALWIDTH" val="5.645866"/>
  <p:tag name="EMFCHILD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466929"/>
  <p:tag name="EMFCHILD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9671"/>
  <p:tag name="EMFCHILD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716058"/>
  <p:tag name="EMFCHILD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33015"/>
  <p:tag name="EMFCHILD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780624"/>
  <p:tag name="EMFCHILD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1.56437"/>
  <p:tag name="EMFCHILD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6688"/>
  <p:tag name="ORIGINALWIDTH" val="37.19682"/>
  <p:tag name="OUTPUTTYPE" val="SVG"/>
  <p:tag name="IGUANATEXVERSION" val="160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/>
  <p:tag name="IGUANATEXSIZE" val="28"/>
  <p:tag name="IGUANATEXCURSOR" val="42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53544"/>
  <p:tag name="ORIGINALWIDTH" val="5.11437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/>
  <p:tag name="IGUANATEXSIZE" val="28"/>
  <p:tag name="IGUANATEXCURSOR" val="42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15917"/>
  <p:tag name="ORIGINALWIDTH" val="5.645866"/>
  <p:tag name="EMFCHILD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466929"/>
  <p:tag name="EMFCHILD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9671"/>
  <p:tag name="EMFCHILD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716058"/>
  <p:tag name="EMFCHILD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33015"/>
  <p:tag name="EMFCHILD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780624"/>
  <p:tag name="EMFCHILD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1.56437"/>
  <p:tag name="EMFCHILD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6688"/>
  <p:tag name="ORIGINALWIDTH" val="37.19682"/>
  <p:tag name="OUTPUTTYPE" val="SVG"/>
  <p:tag name="IGUANATEXVERSION" val="160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/>
  <p:tag name="IGUANATEXSIZE" val="28"/>
  <p:tag name="IGUANATEXCURSOR" val="42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53544"/>
  <p:tag name="ORIGINALWIDTH" val="5.11437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Splines:}&#10;\end{align*}&#10;%%}&#10;\end{document}"/>
  <p:tag name="IGUANATEXSIZE" val="28"/>
  <p:tag name="IGUANATEXCURSOR" val="42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15917"/>
  <p:tag name="ORIGINALWIDTH" val="5.645866"/>
  <p:tag name="EMFCHILD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466929"/>
  <p:tag name="EMFCHILD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9671"/>
  <p:tag name="EMFCHILD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716058"/>
  <p:tag name="EMFCHILD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33015"/>
  <p:tag name="EMFCHILD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780624"/>
  <p:tag name="EMFCHILD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1.56437"/>
  <p:tag name="EMFCHILD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225</Words>
  <Application>Microsoft Office PowerPoint</Application>
  <PresentationFormat>Widescreen</PresentationFormat>
  <Paragraphs>96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Office Theme</vt:lpstr>
      <vt:lpstr>Spline Interpolation </vt:lpstr>
      <vt:lpstr>Introduction</vt:lpstr>
      <vt:lpstr>Introduction</vt:lpstr>
      <vt:lpstr>Example – 1 </vt:lpstr>
      <vt:lpstr>Example – 1 </vt:lpstr>
      <vt:lpstr>Example – 1 </vt:lpstr>
      <vt:lpstr>Example – 1 </vt:lpstr>
      <vt:lpstr>Example – 1 </vt:lpstr>
      <vt:lpstr>Example – 1 </vt:lpstr>
      <vt:lpstr>Example – 1 </vt:lpstr>
      <vt:lpstr>Introduction</vt:lpstr>
      <vt:lpstr>Exercise: Do Spline  Fitting</vt:lpstr>
      <vt:lpstr>Digitize it and Fit Spline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Spline Interpolation </dc:title>
  <dc:creator>houseCi7</dc:creator>
  <cp:lastModifiedBy>bsphy2241</cp:lastModifiedBy>
  <cp:revision>13</cp:revision>
  <dcterms:created xsi:type="dcterms:W3CDTF">2025-10-04T17:40:32Z</dcterms:created>
  <dcterms:modified xsi:type="dcterms:W3CDTF">2025-11-05T11:15:40Z</dcterms:modified>
</cp:coreProperties>
</file>